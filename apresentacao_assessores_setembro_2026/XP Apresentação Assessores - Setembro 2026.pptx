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32.xml" ContentType="application/vnd.openxmlformats-officedocument.drawingml.chart+xml"/>
  <Override PartName="/ppt/theme/themeOverride23.xml" ContentType="application/vnd.openxmlformats-officedocument.themeOverride+xml"/>
  <Override PartName="/ppt/charts/colors32.xml" ContentType="application/vnd.ms-office.chartcolorstyle+xml"/>
  <Override PartName="/ppt/charts/style32.xml" ContentType="application/vnd.ms-office.chartstyle+xml"/>
  <Override PartName="/ppt/charts/chart33.xml" ContentType="application/vnd.openxmlformats-officedocument.drawingml.chart+xml"/>
  <Override PartName="/ppt/theme/themeOverride24.xml" ContentType="application/vnd.openxmlformats-officedocument.themeOverride+xml"/>
  <Override PartName="/ppt/charts/colors33.xml" ContentType="application/vnd.ms-office.chartcolorstyle+xml"/>
  <Override PartName="/ppt/charts/style33.xml" ContentType="application/vnd.ms-office.chartstyl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harts/chart34.xml" ContentType="application/vnd.openxmlformats-officedocument.drawingml.chart+xml"/>
  <Override PartName="/ppt/charts/colors34.xml" ContentType="application/vnd.ms-office.chartcolorstyle+xml"/>
  <Override PartName="/ppt/charts/style34.xml" ContentType="application/vnd.ms-office.chartstyl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charts/chart35.xml" ContentType="application/vnd.openxmlformats-officedocument.drawingml.chart+xml"/>
  <Override PartName="/ppt/charts/colors35.xml" ContentType="application/vnd.ms-office.chartcolorstyle+xml"/>
  <Override PartName="/ppt/charts/style35.xml" ContentType="application/vnd.ms-office.chartstyle+xml"/>
  <Override PartName="/ppt/charts/chart36.xml" ContentType="application/vnd.openxmlformats-officedocument.drawingml.chart+xml"/>
  <Override PartName="/ppt/theme/themeOverride25.xml" ContentType="application/vnd.openxmlformats-officedocument.themeOverride+xml"/>
  <Override PartName="/ppt/charts/colors36.xml" ContentType="application/vnd.ms-office.chartcolorstyle+xml"/>
  <Override PartName="/ppt/charts/style36.xml" ContentType="application/vnd.ms-office.chartstyle+xml"/>
  <Override PartName="/ppt/charts/chart37.xml" ContentType="application/vnd.openxmlformats-officedocument.drawingml.chart+xml"/>
  <Override PartName="/ppt/theme/themeOverride26.xml" ContentType="application/vnd.openxmlformats-officedocument.themeOverride+xml"/>
  <Override PartName="/ppt/charts/colors37.xml" ContentType="application/vnd.ms-office.chartcolorstyle+xml"/>
  <Override PartName="/ppt/charts/style37.xml" ContentType="application/vnd.ms-office.chartstyle+xml"/>
  <Override PartName="/ppt/charts/chart38.xml" ContentType="application/vnd.openxmlformats-officedocument.drawingml.chart+xml"/>
  <Override PartName="/ppt/charts/colors38.xml" ContentType="application/vnd.ms-office.chartcolorstyle+xml"/>
  <Override PartName="/ppt/charts/style38.xml" ContentType="application/vnd.ms-office.chartstyl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charts/chart39.xml" ContentType="application/vnd.openxmlformats-officedocument.drawingml.chart+xml"/>
  <Override PartName="/ppt/charts/colors39.xml" ContentType="application/vnd.ms-office.chartcolorstyle+xml"/>
  <Override PartName="/ppt/charts/style39.xml" ContentType="application/vnd.ms-office.chartstyle+xml"/>
  <Override PartName="/ppt/slides/slide32.xml" ContentType="application/vnd.openxmlformats-officedocument.presentationml.slide+xml"/>
  <Override PartName="/ppt/charts/chart40.xml" ContentType="application/vnd.openxmlformats-officedocument.drawingml.chart+xml"/>
  <Override PartName="/ppt/charts/colors40.xml" ContentType="application/vnd.ms-office.chartcolorstyle+xml"/>
  <Override PartName="/ppt/charts/style40.xml" ContentType="application/vnd.ms-office.chartstyle+xml"/>
  <Override PartName="/ppt/charts/chart41.xml" ContentType="application/vnd.openxmlformats-officedocument.drawingml.chart+xml"/>
  <Override PartName="/ppt/charts/colors41.xml" ContentType="application/vnd.ms-office.chartcolorstyle+xml"/>
  <Override PartName="/ppt/charts/style41.xml" ContentType="application/vnd.ms-office.chartstyle+xml"/>
  <Override PartName="/ppt/charts/chart42.xml" ContentType="application/vnd.openxmlformats-officedocument.drawingml.chart+xml"/>
  <Override PartName="/ppt/charts/colors42.xml" ContentType="application/vnd.ms-office.chartcolorstyle+xml"/>
  <Override PartName="/ppt/charts/style42.xml" ContentType="application/vnd.ms-office.chartstyle+xml"/>
  <Override PartName="/ppt/charts/chart43.xml" ContentType="application/vnd.openxmlformats-officedocument.drawingml.chart+xml"/>
  <Override PartName="/ppt/charts/colors43.xml" ContentType="application/vnd.ms-office.chartcolorstyle+xml"/>
  <Override PartName="/ppt/charts/style43.xml" ContentType="application/vnd.ms-office.chartstyle+xml"/>
  <Override PartName="/ppt/slides/slide33.xml" ContentType="application/vnd.openxmlformats-officedocument.presentationml.slide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slides/slide34.xml" ContentType="application/vnd.openxmlformats-officedocument.presentationml.slide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charts/chart48.xml" ContentType="application/vnd.openxmlformats-officedocument.drawingml.chart+xml"/>
  <Override PartName="/ppt/charts/colors44.xml" ContentType="application/vnd.ms-office.chartcolorstyle+xml"/>
  <Override PartName="/ppt/charts/style44.xml" ContentType="application/vnd.ms-office.chartstyle+xml"/>
  <Override PartName="/ppt/charts/chart49.xml" ContentType="application/vnd.openxmlformats-officedocument.drawingml.chart+xml"/>
  <Override PartName="/ppt/charts/colors45.xml" ContentType="application/vnd.ms-office.chartcolorstyle+xml"/>
  <Override PartName="/ppt/charts/style45.xml" ContentType="application/vnd.ms-office.chartstyle+xml"/>
  <Override PartName="/ppt/charts/chart50.xml" ContentType="application/vnd.openxmlformats-officedocument.drawingml.chart+xml"/>
  <Override PartName="/ppt/charts/colors46.xml" ContentType="application/vnd.ms-office.chartcolorstyle+xml"/>
  <Override PartName="/ppt/charts/style46.xml" ContentType="application/vnd.ms-office.chartstyle+xml"/>
  <Override PartName="/ppt/charts/chart51.xml" ContentType="application/vnd.openxmlformats-officedocument.drawingml.chart+xml"/>
  <Override PartName="/ppt/charts/colors47.xml" ContentType="application/vnd.ms-office.chartcolorstyle+xml"/>
  <Override PartName="/ppt/charts/style47.xml" ContentType="application/vnd.ms-office.chartstyle+xml"/>
  <Override PartName="/ppt/drawings/drawing6.xml" ContentType="application/vnd.openxmlformats-officedocument.drawingml.chartshapes+xml"/>
  <Override PartName="/ppt/slides/slide37.xml" ContentType="application/vnd.openxmlformats-officedocument.presentationml.slide+xml"/>
  <Override PartName="/ppt/charts/chart52.xml" ContentType="application/vnd.openxmlformats-officedocument.drawingml.chart+xml"/>
  <Override PartName="/ppt/theme/themeOverride27.xml" ContentType="application/vnd.openxmlformats-officedocument.themeOverride+xml"/>
  <Override PartName="/ppt/charts/colors48.xml" ContentType="application/vnd.ms-office.chartcolorstyle+xml"/>
  <Override PartName="/ppt/charts/style48.xml" ContentType="application/vnd.ms-office.chartstyle+xml"/>
  <Override PartName="/ppt/slides/slide38.xml" ContentType="application/vnd.openxmlformats-officedocument.presentationml.slide+xml"/>
  <Override PartName="/ppt/charts/chart53.xml" ContentType="application/vnd.openxmlformats-officedocument.drawingml.chart+xml"/>
  <Override PartName="/ppt/charts/colors49.xml" ContentType="application/vnd.ms-office.chartcolorstyle+xml"/>
  <Override PartName="/ppt/charts/style49.xml" ContentType="application/vnd.ms-office.chartstyle+xml"/>
  <Override PartName="/ppt/slides/slide39.xml" ContentType="application/vnd.openxmlformats-officedocument.presentationml.slide+xml"/>
  <Override PartName="/ppt/charts/chart54.xml" ContentType="application/vnd.openxmlformats-officedocument.drawingml.chart+xml"/>
  <Override PartName="/ppt/theme/themeOverride28.xml" ContentType="application/vnd.openxmlformats-officedocument.themeOverride+xml"/>
  <Override PartName="/ppt/charts/colors50.xml" ContentType="application/vnd.ms-office.chartcolorstyle+xml"/>
  <Override PartName="/ppt/charts/style50.xml" ContentType="application/vnd.ms-office.chartstyle+xml"/>
  <Override PartName="/ppt/drawings/drawing7.xml" ContentType="application/vnd.openxmlformats-officedocument.drawingml.chartshapes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charts/chart55.xml" ContentType="application/vnd.openxmlformats-officedocument.drawingml.chart+xml"/>
  <Override PartName="/ppt/theme/themeOverride29.xml" ContentType="application/vnd.openxmlformats-officedocument.themeOverride+xml"/>
  <Override PartName="/ppt/charts/colors51.xml" ContentType="application/vnd.ms-office.chartcolorstyle+xml"/>
  <Override PartName="/ppt/charts/style51.xml" ContentType="application/vnd.ms-office.chartstyle+xml"/>
  <Override PartName="/ppt/charts/chart56.xml" ContentType="application/vnd.openxmlformats-officedocument.drawingml.chart+xml"/>
  <Override PartName="/ppt/theme/themeOverride30.xml" ContentType="application/vnd.openxmlformats-officedocument.themeOverride+xml"/>
  <Override PartName="/ppt/charts/colors52.xml" ContentType="application/vnd.ms-office.chartcolorstyle+xml"/>
  <Override PartName="/ppt/charts/style52.xml" ContentType="application/vnd.ms-office.chartstyle+xml"/>
  <Override PartName="/ppt/slides/slide43.xml" ContentType="application/vnd.openxmlformats-officedocument.presentationml.slide+xml"/>
  <Override PartName="/ppt/charts/chart57.xml" ContentType="application/vnd.openxmlformats-officedocument.drawingml.chart+xml"/>
  <Override PartName="/ppt/charts/colors53.xml" ContentType="application/vnd.ms-office.chartcolorstyle+xml"/>
  <Override PartName="/ppt/charts/style53.xml" ContentType="application/vnd.ms-office.chartstyle+xml"/>
  <Override PartName="/ppt/charts/chart58.xml" ContentType="application/vnd.openxmlformats-officedocument.drawingml.chart+xml"/>
  <Override PartName="/ppt/charts/colors54.xml" ContentType="application/vnd.ms-office.chartcolorstyle+xml"/>
  <Override PartName="/ppt/charts/style54.xml" ContentType="application/vnd.ms-office.chartstyle+xml"/>
  <Override PartName="/ppt/charts/chart59.xml" ContentType="application/vnd.openxmlformats-officedocument.drawingml.chart+xml"/>
  <Override PartName="/ppt/charts/colors55.xml" ContentType="application/vnd.ms-office.chartcolorstyle+xml"/>
  <Override PartName="/ppt/charts/style55.xml" ContentType="application/vnd.ms-office.chartstyle+xml"/>
  <Override PartName="/ppt/charts/chart60.xml" ContentType="application/vnd.openxmlformats-officedocument.drawingml.chart+xml"/>
  <Override PartName="/ppt/charts/colors56.xml" ContentType="application/vnd.ms-office.chartcolorstyle+xml"/>
  <Override PartName="/ppt/charts/style56.xml" ContentType="application/vnd.ms-office.chartstyle+xml"/>
  <Override PartName="/ppt/slides/slide44.xml" ContentType="application/vnd.openxmlformats-officedocument.presentationml.slide+xml"/>
  <Override PartName="/ppt/charts/chart61.xml" ContentType="application/vnd.openxmlformats-officedocument.drawingml.chart+xml"/>
  <Override PartName="/ppt/charts/colors57.xml" ContentType="application/vnd.ms-office.chartcolorstyle+xml"/>
  <Override PartName="/ppt/charts/style57.xml" ContentType="application/vnd.ms-office.chartstyle+xml"/>
  <Override PartName="/ppt/charts/chart62.xml" ContentType="application/vnd.openxmlformats-officedocument.drawingml.chart+xml"/>
  <Override PartName="/ppt/charts/colors58.xml" ContentType="application/vnd.ms-office.chartcolorstyle+xml"/>
  <Override PartName="/ppt/charts/style58.xml" ContentType="application/vnd.ms-office.chartstyle+xml"/>
  <Override PartName="/ppt/charts/chart63.xml" ContentType="application/vnd.openxmlformats-officedocument.drawingml.chart+xml"/>
  <Override PartName="/ppt/charts/colors59.xml" ContentType="application/vnd.ms-office.chartcolorstyle+xml"/>
  <Override PartName="/ppt/charts/style59.xml" ContentType="application/vnd.ms-office.chartstyl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charts/chart64.xml" ContentType="application/vnd.openxmlformats-officedocument.drawingml.chart+xml"/>
  <Override PartName="/ppt/charts/colors60.xml" ContentType="application/vnd.ms-office.chartcolorstyle+xml"/>
  <Override PartName="/ppt/charts/style60.xml" ContentType="application/vnd.ms-office.chartstyle+xml"/>
  <Override PartName="/ppt/slides/slide51.xml" ContentType="application/vnd.openxmlformats-officedocument.presentationml.slide+xml"/>
  <Override PartName="/ppt/charts/chart65.xml" ContentType="application/vnd.openxmlformats-officedocument.drawingml.chart+xml"/>
  <Override PartName="/ppt/charts/colors61.xml" ContentType="application/vnd.ms-office.chartcolorstyle+xml"/>
  <Override PartName="/ppt/charts/style61.xml" ContentType="application/vnd.ms-office.chartstyle+xml"/>
  <Override PartName="/ppt/slides/slide52.xml" ContentType="application/vnd.openxmlformats-officedocument.presentationml.slide+xml"/>
  <Override PartName="/ppt/charts/chart66.xml" ContentType="application/vnd.openxmlformats-officedocument.drawingml.chart+xml"/>
  <Override PartName="/ppt/charts/colors62.xml" ContentType="application/vnd.ms-office.chartcolorstyle+xml"/>
  <Override PartName="/ppt/charts/style62.xml" ContentType="application/vnd.ms-office.chartstyle+xml"/>
  <Override PartName="/ppt/slides/slide53.xml" ContentType="application/vnd.openxmlformats-officedocument.presentationml.slide+xml"/>
  <Override PartName="/ppt/tags/tag16.xml" ContentType="application/vnd.openxmlformats-officedocument.presentationml.tags+xml"/>
  <Override PartName="/ppt/charts/chart67.xml" ContentType="application/vnd.openxmlformats-officedocument.drawingml.chart+xml"/>
  <Override PartName="/ppt/theme/themeOverride31.xml" ContentType="application/vnd.openxmlformats-officedocument.themeOverride+xml"/>
  <Override PartName="/ppt/charts/colors63.xml" ContentType="application/vnd.ms-office.chartcolorstyle+xml"/>
  <Override PartName="/ppt/charts/style63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3" r:id="rId4"/>
  </p:sldMasterIdLst>
  <p:notesMasterIdLst>
    <p:notesMasterId r:id="rId28"/>
  </p:notesMasterIdLst>
  <p:handoutMasterIdLst>
    <p:handoutMasterId r:id="rId29"/>
  </p:handoutMasterIdLst>
  <p:sldIdLst>
    <p:sldId id="256" r:id="rId5"/>
    <p:sldId id="257" r:id="rId37"/>
    <p:sldId id="258" r:id="rId38"/>
    <p:sldId id="259" r:id="rId39"/>
    <p:sldId id="260" r:id="rId40"/>
    <p:sldId id="261" r:id="rId41"/>
    <p:sldId id="262" r:id="rId42"/>
    <p:sldId id="263" r:id="rId43"/>
    <p:sldId id="264" r:id="rId44"/>
    <p:sldId id="265" r:id="rId45"/>
    <p:sldId id="266" r:id="rId46"/>
    <p:sldId id="267" r:id="rId47"/>
    <p:sldId id="268" r:id="rId48"/>
    <p:sldId id="269" r:id="rId49"/>
    <p:sldId id="270" r:id="rId50"/>
    <p:sldId id="271" r:id="rId51"/>
    <p:sldId id="272" r:id="rId52"/>
    <p:sldId id="273" r:id="rId53"/>
    <p:sldId id="274" r:id="rId54"/>
    <p:sldId id="275" r:id="rId55"/>
    <p:sldId id="276" r:id="rId56"/>
    <p:sldId id="277" r:id="rId57"/>
    <p:sldId id="278" r:id="rId58"/>
    <p:sldId id="279" r:id="rId59"/>
    <p:sldId id="280" r:id="rId60"/>
    <p:sldId id="281" r:id="rId61"/>
    <p:sldId id="282" r:id="rId62"/>
    <p:sldId id="283" r:id="rId63"/>
    <p:sldId id="284" r:id="rId64"/>
    <p:sldId id="285" r:id="rId65"/>
    <p:sldId id="286" r:id="rId66"/>
    <p:sldId id="287" r:id="rId27"/>
  </p:sldIdLst>
  <p:sldSz cx="12192000" cy="6858000"/>
  <p:notesSz cx="6950075" cy="9236075"/>
  <p:custDataLst>
    <p:tags r:id="rId30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4B85AE-1B5C-4048-90D0-D386CFD0942B}">
          <p14:sldIdLst>
            <p14:sldId id="272"/>
            <p14:sldId id="2134961742"/>
            <p14:sldId id="2134961743"/>
            <p14:sldId id="2134961757"/>
            <p14:sldId id="2134961746"/>
            <p14:sldId id="2134961785"/>
            <p14:sldId id="2134961786"/>
            <p14:sldId id="2134961787"/>
            <p14:sldId id="2134961788"/>
            <p14:sldId id="2134961789"/>
            <p14:sldId id="8970"/>
            <p14:sldId id="2134961790"/>
            <p14:sldId id="2134961791"/>
            <p14:sldId id="2134961792"/>
            <p14:sldId id="2134961736"/>
            <p14:sldId id="2134961756"/>
            <p14:sldId id="2134961783"/>
            <p14:sldId id="8981"/>
            <p14:sldId id="9031"/>
            <p14:sldId id="9032"/>
            <p14:sldId id="9033"/>
            <p14:sldId id="9034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6" orient="horz" pos="3634" userDrawn="1">
          <p15:clr>
            <a:srgbClr val="A4A3A4"/>
          </p15:clr>
        </p15:guide>
        <p15:guide id="7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Charro" initials="AC" lastIdx="1" clrIdx="0">
    <p:extLst>
      <p:ext uri="{19B8F6BF-5375-455C-9EA6-DF929625EA0E}">
        <p15:presenceInfo xmlns:p15="http://schemas.microsoft.com/office/powerpoint/2012/main" userId="S-1-5-21-825419234-150732314-3353524455-56516" providerId="AD"/>
      </p:ext>
    </p:extLst>
  </p:cmAuthor>
  <p:cmAuthor id="2" name="Celine Castilho" initials="CC" lastIdx="2" clrIdx="1">
    <p:extLst>
      <p:ext uri="{19B8F6BF-5375-455C-9EA6-DF929625EA0E}">
        <p15:presenceInfo xmlns:p15="http://schemas.microsoft.com/office/powerpoint/2012/main" userId="S::celine.castilho@xpi.com.br::2590b44e-83a4-4c1a-b270-b76c45ed9ca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3DF"/>
    <a:srgbClr val="D9D9D9"/>
    <a:srgbClr val="898E93"/>
    <a:srgbClr val="000000"/>
    <a:srgbClr val="7F7F7F"/>
    <a:srgbClr val="FFBC00"/>
    <a:srgbClr val="1F2F44"/>
    <a:srgbClr val="7E7E7E"/>
    <a:srgbClr val="006600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F24D2-BA5E-4EBF-A389-5672BA203A43}" v="1" dt="2026-08-03T08:34:41.089"/>
    <p1510:client id="{EED19CBD-F5A9-4B1B-A16F-2A4258D11F83}" v="152" dt="2026-08-03T10:55:57.7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156" autoAdjust="0"/>
  </p:normalViewPr>
  <p:slideViewPr>
    <p:cSldViewPr snapToGrid="0">
      <p:cViewPr varScale="1">
        <p:scale>
          <a:sx n="104" d="100"/>
          <a:sy n="104" d="100"/>
        </p:scale>
        <p:origin x="852" y="108"/>
      </p:cViewPr>
      <p:guideLst>
        <p:guide orient="horz" pos="3634"/>
        <p:guide pos="3840"/>
      </p:guideLst>
    </p:cSldViewPr>
  </p:slideViewPr>
  <p:outlineViewPr>
    <p:cViewPr>
      <p:scale>
        <a:sx n="33" d="100"/>
        <a:sy n="33" d="100"/>
      </p:scale>
      <p:origin x="0" y="-1644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7806"/>
    </p:cViewPr>
  </p:sorterViewPr>
  <p:notesViewPr>
    <p:cSldViewPr snapToGrid="0">
      <p:cViewPr varScale="1">
        <p:scale>
          <a:sx n="87" d="100"/>
          <a:sy n="87" d="100"/>
        </p:scale>
        <p:origin x="3808" y="40"/>
      </p:cViewPr>
      <p:guideLst/>
    </p:cSldViewPr>
  </p:notesViewPr>
  <p:gridSpacing cx="59999" cy="59999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customXml" Target="../customXml/item3.xml"/><Relationship Id="rId34" Type="http://schemas.openxmlformats.org/officeDocument/2006/relationships/theme" Target="theme/theme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27" Type="http://schemas.openxmlformats.org/officeDocument/2006/relationships/slide" Target="slides/slide23.xml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/Relationships>
</file>

<file path=ppt/charts/_rels/chart32.xml.rels><?xml version='1.0' encoding='UTF-8' standalone='yes'?>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32.xml"/><Relationship Id="rId1" Type="http://schemas.microsoft.com/office/2011/relationships/chartStyle" Target="style32.xml"/><Relationship Id="rId4" Type="http://schemas.openxmlformats.org/officeDocument/2006/relationships/package" Target="../embeddings/Microsoft_Excel_Worksheet18.xlsx"/></Relationships>
</file>

<file path=ppt/charts/_rels/chart33.xml.rels><?xml version='1.0' encoding='UTF-8' standalone='yes'?>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33.xml"/><Relationship Id="rId1" Type="http://schemas.microsoft.com/office/2011/relationships/chartStyle" Target="style33.xml"/><Relationship Id="rId4" Type="http://schemas.openxmlformats.org/officeDocument/2006/relationships/oleObject" Target="file:///\\xpdocs\Research\Equities\Estrategia\Raio-XP%20da%20Bolsa\Bolsas%20e%20Moedas.xlsx" TargetMode="External"/></Relationships>
</file>

<file path=ppt/charts/_rels/chart34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Banco%20de%20dados\Trackers\Baskets%20Consolidated.xlsx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2026\8.%20Agosto\Big%20Sectors%20P_E.xlsx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'1.0' encoding='UTF-8' standalone='yes'?>
<Relationships xmlns="http://schemas.openxmlformats.org/package/2006/relationships"><Relationship Id="rId3" Type="http://schemas.openxmlformats.org/officeDocument/2006/relationships/themeOverride" Target="../theme/themeOverride25.xml"/><Relationship Id="rId2" Type="http://schemas.microsoft.com/office/2011/relationships/chartColorStyle" Target="colors36.xml"/><Relationship Id="rId1" Type="http://schemas.microsoft.com/office/2011/relationships/chartStyle" Target="style36.xml"/><Relationship Id="rId4" Type="http://schemas.openxmlformats.org/officeDocument/2006/relationships/package" Target="../embeddings/Microsoft_Excel_Worksheet19.xlsx"/></Relationships>
</file>

<file path=ppt/charts/_rels/chart37.xml.rels><?xml version='1.0' encoding='UTF-8' standalone='yes'?>
<Relationships xmlns="http://schemas.openxmlformats.org/package/2006/relationships"><Relationship Id="rId3" Type="http://schemas.openxmlformats.org/officeDocument/2006/relationships/themeOverride" Target="../theme/themeOverride26.xml"/><Relationship Id="rId2" Type="http://schemas.microsoft.com/office/2011/relationships/chartColorStyle" Target="colors37.xml"/><Relationship Id="rId1" Type="http://schemas.microsoft.com/office/2011/relationships/chartStyle" Target="style37.xml"/><Relationship Id="rId4" Type="http://schemas.openxmlformats.org/officeDocument/2006/relationships/package" Target="../embeddings/Microsoft_Excel_Worksheet20.xlsx"/></Relationships>
</file>

<file path=ppt/charts/_rels/chart38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2026\8.%20Agosto\Big%20Sectors%20P_E.xlsx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'1.0' encoding='UTF-8' standalone='yes'?>
<Relationships xmlns="http://schemas.openxmlformats.org/package/2006/relationships"><Relationship Id="rId3" Type="http://schemas.openxmlformats.org/officeDocument/2006/relationships/oleObject" Target="file:///C:\Users\u020715\AppData\Local\Microsoft\Windows\INetCache\Content.Outlook\TUOCJQ5E\out_of_favor_quality_sector_scatter_0_100.xlsx" TargetMode="Externa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eports\2026\Exploring%20assymetries\xp_score\XP_Divergence_Index_componentes_series_diarias_retificado.xlsx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eports\2026\Exploring%20assymetries\xp_score\XP_Divergence_Index_componentes_series_diarias_retificado.xlsx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eports\2026\Exploring%20assymetries\xp_score\XP_Divergence_Index_componentes_series_diarias_retificado.xlsx" TargetMode="External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eports\2026\Exploring%20assymetries\xp_score\XP_Divergence_Index_componentes_series_diarias_retificado.xlsx" TargetMode="External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8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2026\9.%20Setembro\GDP%20Revisions.xlsx" TargetMode="External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9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Reports\Cross-Sector\Review\2026\2Q26\Earnings%20review%20-%20Historical.xlsx" TargetMode="External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50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2026\9.%20Setembro\GDP%20Revisions.xlsx" TargetMode="External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51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2026\9.%20Setembro\BMM%20(Ago26)%201.xlsx" TargetMode="External"/><Relationship Id="rId2" Type="http://schemas.microsoft.com/office/2011/relationships/chartColorStyle" Target="colors47.xml"/><Relationship Id="rId1" Type="http://schemas.microsoft.com/office/2011/relationships/chartStyle" Target="style47.xml"/><Relationship Id="rId4" Type="http://schemas.openxmlformats.org/officeDocument/2006/relationships/chartUserShapes" Target="../drawings/drawing6.xml"/></Relationships>
</file>

<file path=ppt/charts/_rels/chart52.xml.rels><?xml version='1.0' encoding='UTF-8' standalone='yes'?>
<Relationships xmlns="http://schemas.openxmlformats.org/package/2006/relationships"><Relationship Id="rId3" Type="http://schemas.openxmlformats.org/officeDocument/2006/relationships/themeOverride" Target="../theme/themeOverride27.xml"/><Relationship Id="rId2" Type="http://schemas.microsoft.com/office/2011/relationships/chartColorStyle" Target="colors48.xml"/><Relationship Id="rId1" Type="http://schemas.microsoft.com/office/2011/relationships/chartStyle" Target="style48.xml"/><Relationship Id="rId4" Type="http://schemas.openxmlformats.org/officeDocument/2006/relationships/package" Target="../embeddings/Microsoft_Excel_Worksheet21.xlsx"/></Relationships>
</file>

<file path=ppt/charts/_rels/chart53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2026\9.%20Setembro\IBOV%20EPS%20vs.%20GDP.xlsx" TargetMode="External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4.xml.rels><?xml version='1.0' encoding='UTF-8' standalone='yes'?>
<Relationships xmlns="http://schemas.openxmlformats.org/package/2006/relationships"><Relationship Id="rId3" Type="http://schemas.openxmlformats.org/officeDocument/2006/relationships/themeOverride" Target="../theme/themeOverride28.xml"/><Relationship Id="rId2" Type="http://schemas.microsoft.com/office/2011/relationships/chartColorStyle" Target="colors50.xml"/><Relationship Id="rId1" Type="http://schemas.microsoft.com/office/2011/relationships/chartStyle" Target="style50.xml"/><Relationship Id="rId5" Type="http://schemas.openxmlformats.org/officeDocument/2006/relationships/chartUserShapes" Target="../drawings/drawing7.xml"/><Relationship Id="rId4" Type="http://schemas.openxmlformats.org/officeDocument/2006/relationships/package" Target="../embeddings/Microsoft_Excel_Worksheet22.xlsx"/></Relationships>
</file>

<file path=ppt/charts/_rels/chart55.xml.rels><?xml version='1.0' encoding='UTF-8' standalone='yes'?>
<Relationships xmlns="http://schemas.openxmlformats.org/package/2006/relationships"><Relationship Id="rId3" Type="http://schemas.openxmlformats.org/officeDocument/2006/relationships/themeOverride" Target="../theme/themeOverride29.xml"/><Relationship Id="rId2" Type="http://schemas.microsoft.com/office/2011/relationships/chartColorStyle" Target="colors51.xml"/><Relationship Id="rId1" Type="http://schemas.microsoft.com/office/2011/relationships/chartStyle" Target="style51.xml"/><Relationship Id="rId4" Type="http://schemas.openxmlformats.org/officeDocument/2006/relationships/package" Target="../embeddings/Microsoft_Excel_Worksheet23.xlsx"/></Relationships>
</file>

<file path=ppt/charts/_rels/chart56.xml.rels><?xml version='1.0' encoding='UTF-8' standalone='yes'?>
<Relationships xmlns="http://schemas.openxmlformats.org/package/2006/relationships"><Relationship Id="rId3" Type="http://schemas.openxmlformats.org/officeDocument/2006/relationships/themeOverride" Target="../theme/themeOverride30.xml"/><Relationship Id="rId2" Type="http://schemas.microsoft.com/office/2011/relationships/chartColorStyle" Target="colors52.xml"/><Relationship Id="rId1" Type="http://schemas.microsoft.com/office/2011/relationships/chartStyle" Target="style52.xml"/><Relationship Id="rId4" Type="http://schemas.openxmlformats.org/officeDocument/2006/relationships/package" Target="../embeddings/Microsoft_Excel_Worksheet24.xlsx"/></Relationships>
</file>

<file path=ppt/charts/_rels/chart57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XP%20Sentiment%20Index\Consolidated%20Charts.xlsx" TargetMode="External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8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XP%20Sentiment%20Index\Consolidated%20Charts.xlsx" TargetMode="External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9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XP%20Sentiment%20Index\Consolidated%20Charts.xlsx" TargetMode="External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60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XP%20Sentiment%20Index\Consolidated%20Charts.xlsx" TargetMode="External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61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XP%20Sentiment%20Index\Consolidated%20Charts.xlsx" TargetMode="External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62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XP%20Sentiment%20Index\Consolidated%20Charts.xlsx" TargetMode="External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63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Raio-XP%20da%20Bolsa\XP%20Sentiment%20Index\Consolidated%20Charts.xlsx" TargetMode="External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4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Carteiras\Carteiras%20de%20A&#231;&#245;es%20XP\Charts%20Raio-XP.xlsm" TargetMode="External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5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Carteiras\Carteiras%20de%20A&#231;&#245;es%20XP\Charts%20Raio-XP.xlsm" TargetMode="External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6.xml.rels><?xml version='1.0' encoding='UTF-8' standalone='yes'?>
<Relationships xmlns="http://schemas.openxmlformats.org/package/2006/relationships"><Relationship Id="rId3" Type="http://schemas.openxmlformats.org/officeDocument/2006/relationships/oleObject" Target="file:///\\xpdocs\Research\Equities\Estrategia\Carteiras\Carteiras%20de%20A&#231;&#245;es%20XP\Charts%20Raio-XP.xlsm" TargetMode="External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7.xml.rels><?xml version='1.0' encoding='UTF-8' standalone='yes'?>
<Relationships xmlns="http://schemas.openxmlformats.org/package/2006/relationships"><Relationship Id="rId3" Type="http://schemas.openxmlformats.org/officeDocument/2006/relationships/themeOverride" Target="../theme/themeOverride31.xml"/><Relationship Id="rId2" Type="http://schemas.microsoft.com/office/2011/relationships/chartColorStyle" Target="colors63.xml"/><Relationship Id="rId1" Type="http://schemas.microsoft.com/office/2011/relationships/chartStyle" Target="style63.xml"/><Relationship Id="rId4" Type="http://schemas.openxmlformats.org/officeDocument/2006/relationships/package" Target="../embeddings/Microsoft_Excel_Worksheet25.xlsx"/></Relationships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691041891175313E-2"/>
          <c:y val="0.10399347161888672"/>
          <c:w val="0.91929899645808721"/>
          <c:h val="0.85109963020859192"/>
        </c:manualLayout>
      </c:layout>
      <c:lineChart>
        <c:grouping val="standard"/>
        <c:varyColors val="0"/>
        <c:ser>
          <c:idx val="0"/>
          <c:order val="0"/>
          <c:tx>
            <c:strRef>
              <c:f>'YTD Flows'!$C$3</c:f>
              <c:strCache>
                <c:ptCount val="1"/>
                <c:pt idx="0">
                  <c:v>Estrangeiro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'YTD Flows'!$B$5:$B$1423</c:f>
              <c:numCache>
                <c:formatCode>m/d/yyyy</c:formatCode>
                <c:ptCount val="1419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46071</c:v>
                </c:pt>
                <c:pt idx="33">
                  <c:v>46072</c:v>
                </c:pt>
                <c:pt idx="34">
                  <c:v>46073</c:v>
                </c:pt>
                <c:pt idx="35">
                  <c:v>46076</c:v>
                </c:pt>
                <c:pt idx="36">
                  <c:v>46077</c:v>
                </c:pt>
                <c:pt idx="37">
                  <c:v>46078</c:v>
                </c:pt>
                <c:pt idx="38">
                  <c:v>46079</c:v>
                </c:pt>
                <c:pt idx="39">
                  <c:v>46080</c:v>
                </c:pt>
                <c:pt idx="40">
                  <c:v>46083</c:v>
                </c:pt>
                <c:pt idx="41">
                  <c:v>46084</c:v>
                </c:pt>
                <c:pt idx="42">
                  <c:v>46085</c:v>
                </c:pt>
                <c:pt idx="43">
                  <c:v>46086</c:v>
                </c:pt>
                <c:pt idx="44">
                  <c:v>46087</c:v>
                </c:pt>
                <c:pt idx="45">
                  <c:v>46090</c:v>
                </c:pt>
                <c:pt idx="46">
                  <c:v>46091</c:v>
                </c:pt>
                <c:pt idx="47">
                  <c:v>46092</c:v>
                </c:pt>
                <c:pt idx="48">
                  <c:v>46093</c:v>
                </c:pt>
                <c:pt idx="49">
                  <c:v>46094</c:v>
                </c:pt>
                <c:pt idx="50">
                  <c:v>46097</c:v>
                </c:pt>
                <c:pt idx="51">
                  <c:v>46098</c:v>
                </c:pt>
                <c:pt idx="52">
                  <c:v>46099</c:v>
                </c:pt>
                <c:pt idx="53">
                  <c:v>46100</c:v>
                </c:pt>
                <c:pt idx="54">
                  <c:v>46101</c:v>
                </c:pt>
                <c:pt idx="55">
                  <c:v>46104</c:v>
                </c:pt>
                <c:pt idx="56">
                  <c:v>46105</c:v>
                </c:pt>
                <c:pt idx="57">
                  <c:v>46106</c:v>
                </c:pt>
                <c:pt idx="58">
                  <c:v>46107</c:v>
                </c:pt>
                <c:pt idx="59">
                  <c:v>46108</c:v>
                </c:pt>
                <c:pt idx="60">
                  <c:v>46111</c:v>
                </c:pt>
                <c:pt idx="61">
                  <c:v>46112</c:v>
                </c:pt>
                <c:pt idx="62">
                  <c:v>46113</c:v>
                </c:pt>
                <c:pt idx="63">
                  <c:v>46114</c:v>
                </c:pt>
                <c:pt idx="64">
                  <c:v>46118</c:v>
                </c:pt>
                <c:pt idx="65">
                  <c:v>46119</c:v>
                </c:pt>
                <c:pt idx="66">
                  <c:v>46120</c:v>
                </c:pt>
                <c:pt idx="67">
                  <c:v>46121</c:v>
                </c:pt>
                <c:pt idx="68">
                  <c:v>46122</c:v>
                </c:pt>
                <c:pt idx="69">
                  <c:v>46125</c:v>
                </c:pt>
                <c:pt idx="70">
                  <c:v>46126</c:v>
                </c:pt>
                <c:pt idx="71">
                  <c:v>46127</c:v>
                </c:pt>
                <c:pt idx="72">
                  <c:v>46128</c:v>
                </c:pt>
                <c:pt idx="73">
                  <c:v>46129</c:v>
                </c:pt>
                <c:pt idx="74">
                  <c:v>46132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46147</c:v>
                </c:pt>
                <c:pt idx="84">
                  <c:v>46148</c:v>
                </c:pt>
                <c:pt idx="85">
                  <c:v>46149</c:v>
                </c:pt>
                <c:pt idx="86">
                  <c:v>46150</c:v>
                </c:pt>
                <c:pt idx="87">
                  <c:v>46153</c:v>
                </c:pt>
                <c:pt idx="88">
                  <c:v>46154</c:v>
                </c:pt>
                <c:pt idx="89">
                  <c:v>46155</c:v>
                </c:pt>
                <c:pt idx="90">
                  <c:v>46156</c:v>
                </c:pt>
                <c:pt idx="91">
                  <c:v>46157</c:v>
                </c:pt>
                <c:pt idx="92">
                  <c:v>46160</c:v>
                </c:pt>
                <c:pt idx="93">
                  <c:v>46161</c:v>
                </c:pt>
                <c:pt idx="94">
                  <c:v>46162</c:v>
                </c:pt>
                <c:pt idx="95">
                  <c:v>46163</c:v>
                </c:pt>
                <c:pt idx="96">
                  <c:v>46164</c:v>
                </c:pt>
                <c:pt idx="97">
                  <c:v>46167</c:v>
                </c:pt>
                <c:pt idx="98">
                  <c:v>46168</c:v>
                </c:pt>
                <c:pt idx="99">
                  <c:v>46169</c:v>
                </c:pt>
                <c:pt idx="100">
                  <c:v>46170</c:v>
                </c:pt>
                <c:pt idx="101">
                  <c:v>46171</c:v>
                </c:pt>
                <c:pt idx="102">
                  <c:v>46174</c:v>
                </c:pt>
                <c:pt idx="103">
                  <c:v>46175</c:v>
                </c:pt>
                <c:pt idx="104">
                  <c:v>46176</c:v>
                </c:pt>
                <c:pt idx="105">
                  <c:v>46178</c:v>
                </c:pt>
                <c:pt idx="106">
                  <c:v>46181</c:v>
                </c:pt>
                <c:pt idx="107">
                  <c:v>46182</c:v>
                </c:pt>
                <c:pt idx="108">
                  <c:v>46183</c:v>
                </c:pt>
                <c:pt idx="109">
                  <c:v>46184</c:v>
                </c:pt>
                <c:pt idx="110">
                  <c:v>46185</c:v>
                </c:pt>
                <c:pt idx="111">
                  <c:v>46188</c:v>
                </c:pt>
                <c:pt idx="112">
                  <c:v>46189</c:v>
                </c:pt>
                <c:pt idx="113">
                  <c:v>46190</c:v>
                </c:pt>
                <c:pt idx="114">
                  <c:v>46191</c:v>
                </c:pt>
                <c:pt idx="115">
                  <c:v>46192</c:v>
                </c:pt>
                <c:pt idx="116">
                  <c:v>46195</c:v>
                </c:pt>
                <c:pt idx="117">
                  <c:v>46196</c:v>
                </c:pt>
                <c:pt idx="118">
                  <c:v>46197</c:v>
                </c:pt>
                <c:pt idx="119">
                  <c:v>46198</c:v>
                </c:pt>
                <c:pt idx="120">
                  <c:v>46199</c:v>
                </c:pt>
                <c:pt idx="121">
                  <c:v>46202</c:v>
                </c:pt>
                <c:pt idx="122">
                  <c:v>46203</c:v>
                </c:pt>
                <c:pt idx="123">
                  <c:v>46204</c:v>
                </c:pt>
                <c:pt idx="124">
                  <c:v>46205</c:v>
                </c:pt>
                <c:pt idx="125">
                  <c:v>46206</c:v>
                </c:pt>
                <c:pt idx="126">
                  <c:v>46209</c:v>
                </c:pt>
                <c:pt idx="127">
                  <c:v>46210</c:v>
                </c:pt>
                <c:pt idx="128">
                  <c:v>46211</c:v>
                </c:pt>
                <c:pt idx="129">
                  <c:v>46212</c:v>
                </c:pt>
                <c:pt idx="130">
                  <c:v>46213</c:v>
                </c:pt>
                <c:pt idx="131">
                  <c:v>46216</c:v>
                </c:pt>
                <c:pt idx="132">
                  <c:v>46217</c:v>
                </c:pt>
                <c:pt idx="133">
                  <c:v>46218</c:v>
                </c:pt>
                <c:pt idx="134">
                  <c:v>46219</c:v>
                </c:pt>
                <c:pt idx="135">
                  <c:v>46220</c:v>
                </c:pt>
                <c:pt idx="136">
                  <c:v>46223</c:v>
                </c:pt>
                <c:pt idx="137">
                  <c:v>46224</c:v>
                </c:pt>
                <c:pt idx="138">
                  <c:v>46225</c:v>
                </c:pt>
                <c:pt idx="139">
                  <c:v>46226</c:v>
                </c:pt>
                <c:pt idx="140">
                  <c:v>46227</c:v>
                </c:pt>
                <c:pt idx="141">
                  <c:v>46230</c:v>
                </c:pt>
                <c:pt idx="142">
                  <c:v>46231</c:v>
                </c:pt>
                <c:pt idx="143">
                  <c:v>46232</c:v>
                </c:pt>
                <c:pt idx="144">
                  <c:v>46233</c:v>
                </c:pt>
                <c:pt idx="145">
                  <c:v>46234</c:v>
                </c:pt>
                <c:pt idx="146">
                  <c:v>46237</c:v>
                </c:pt>
                <c:pt idx="147">
                  <c:v>46238</c:v>
                </c:pt>
                <c:pt idx="148">
                  <c:v>46239</c:v>
                </c:pt>
                <c:pt idx="149">
                  <c:v>46240</c:v>
                </c:pt>
                <c:pt idx="150">
                  <c:v>46241</c:v>
                </c:pt>
                <c:pt idx="151">
                  <c:v>46244</c:v>
                </c:pt>
                <c:pt idx="152">
                  <c:v>46245</c:v>
                </c:pt>
                <c:pt idx="153">
                  <c:v>46246</c:v>
                </c:pt>
                <c:pt idx="154">
                  <c:v>46247</c:v>
                </c:pt>
                <c:pt idx="155">
                  <c:v>46248</c:v>
                </c:pt>
                <c:pt idx="156">
                  <c:v>46251</c:v>
                </c:pt>
                <c:pt idx="157">
                  <c:v>46252</c:v>
                </c:pt>
                <c:pt idx="158">
                  <c:v>46253</c:v>
                </c:pt>
                <c:pt idx="159">
                  <c:v>46254</c:v>
                </c:pt>
                <c:pt idx="160">
                  <c:v>46255</c:v>
                </c:pt>
                <c:pt idx="161">
                  <c:v>46258</c:v>
                </c:pt>
                <c:pt idx="162">
                  <c:v>46259</c:v>
                </c:pt>
                <c:pt idx="163">
                  <c:v>46260</c:v>
                </c:pt>
                <c:pt idx="164">
                  <c:v>46261</c:v>
                </c:pt>
                <c:pt idx="165">
                  <c:v>46262</c:v>
                </c:pt>
              </c:numCache>
            </c:numRef>
          </c:cat>
          <c:val>
            <c:numRef>
              <c:f>'YTD Flows'!$C$5:$C$1423</c:f>
              <c:numCache>
                <c:formatCode>#,#00</c:formatCode>
                <c:ptCount val="1419"/>
                <c:pt idx="0" formatCode="General">
                  <c:v>0</c:v>
                </c:pt>
                <c:pt idx="1">
                  <c:v>-0.91751899999999997</c:v>
                </c:pt>
                <c:pt idx="2">
                  <c:v>-1.129874</c:v>
                </c:pt>
                <c:pt idx="3">
                  <c:v>-0.67274900000000004</c:v>
                </c:pt>
                <c:pt idx="4">
                  <c:v>0.56953100000000001</c:v>
                </c:pt>
                <c:pt idx="5">
                  <c:v>0.74960700000000002</c:v>
                </c:pt>
                <c:pt idx="6">
                  <c:v>1.373799</c:v>
                </c:pt>
                <c:pt idx="7">
                  <c:v>2.0224579999999999</c:v>
                </c:pt>
                <c:pt idx="8">
                  <c:v>2.9827720000000002</c:v>
                </c:pt>
                <c:pt idx="9">
                  <c:v>4.6288279999999986</c:v>
                </c:pt>
                <c:pt idx="10">
                  <c:v>5.2139099999999994</c:v>
                </c:pt>
                <c:pt idx="11">
                  <c:v>7.329326</c:v>
                </c:pt>
                <c:pt idx="12">
                  <c:v>7.6436820000000001</c:v>
                </c:pt>
                <c:pt idx="13">
                  <c:v>8.7669169999999994</c:v>
                </c:pt>
                <c:pt idx="14">
                  <c:v>12.350462</c:v>
                </c:pt>
                <c:pt idx="15">
                  <c:v>15.757384</c:v>
                </c:pt>
                <c:pt idx="16">
                  <c:v>17.728304999999999</c:v>
                </c:pt>
                <c:pt idx="17">
                  <c:v>20.200417000000002</c:v>
                </c:pt>
                <c:pt idx="18">
                  <c:v>21.725123</c:v>
                </c:pt>
                <c:pt idx="19">
                  <c:v>23.061819</c:v>
                </c:pt>
                <c:pt idx="20">
                  <c:v>25.319956000000001</c:v>
                </c:pt>
                <c:pt idx="21">
                  <c:v>26.313596</c:v>
                </c:pt>
                <c:pt idx="22">
                  <c:v>27.906715999999999</c:v>
                </c:pt>
                <c:pt idx="23">
                  <c:v>28.421415</c:v>
                </c:pt>
                <c:pt idx="24">
                  <c:v>29.182601999999999</c:v>
                </c:pt>
                <c:pt idx="25">
                  <c:v>29.256757</c:v>
                </c:pt>
                <c:pt idx="26">
                  <c:v>29.298083999999999</c:v>
                </c:pt>
                <c:pt idx="27">
                  <c:v>30.512466</c:v>
                </c:pt>
                <c:pt idx="28">
                  <c:v>31.085913999999999</c:v>
                </c:pt>
                <c:pt idx="29">
                  <c:v>33.520130999999992</c:v>
                </c:pt>
                <c:pt idx="30">
                  <c:v>34.673081999999987</c:v>
                </c:pt>
                <c:pt idx="31">
                  <c:v>35.070258999999993</c:v>
                </c:pt>
                <c:pt idx="32">
                  <c:v>34.376997999999993</c:v>
                </c:pt>
                <c:pt idx="33">
                  <c:v>36.605091999999992</c:v>
                </c:pt>
                <c:pt idx="34">
                  <c:v>35.582838999999993</c:v>
                </c:pt>
                <c:pt idx="35">
                  <c:v>38.59929799999999</c:v>
                </c:pt>
                <c:pt idx="36">
                  <c:v>40.732243999999987</c:v>
                </c:pt>
                <c:pt idx="37">
                  <c:v>41.580107999999989</c:v>
                </c:pt>
                <c:pt idx="38">
                  <c:v>42.405835999999987</c:v>
                </c:pt>
                <c:pt idx="39">
                  <c:v>41.709321999999993</c:v>
                </c:pt>
                <c:pt idx="40">
                  <c:v>42.422079999999987</c:v>
                </c:pt>
                <c:pt idx="41">
                  <c:v>42.031229999999987</c:v>
                </c:pt>
                <c:pt idx="42">
                  <c:v>42.724051999999993</c:v>
                </c:pt>
                <c:pt idx="43">
                  <c:v>42.117580999999987</c:v>
                </c:pt>
                <c:pt idx="44">
                  <c:v>42.490582999999987</c:v>
                </c:pt>
                <c:pt idx="45">
                  <c:v>43.959016999999989</c:v>
                </c:pt>
                <c:pt idx="46">
                  <c:v>44.417802999999992</c:v>
                </c:pt>
                <c:pt idx="47">
                  <c:v>43.841366999999991</c:v>
                </c:pt>
                <c:pt idx="48">
                  <c:v>43.996677999999989</c:v>
                </c:pt>
                <c:pt idx="49">
                  <c:v>45.169580999999987</c:v>
                </c:pt>
                <c:pt idx="50">
                  <c:v>45.720983999999987</c:v>
                </c:pt>
                <c:pt idx="51">
                  <c:v>46.286172999999977</c:v>
                </c:pt>
                <c:pt idx="52">
                  <c:v>46.90882999999998</c:v>
                </c:pt>
                <c:pt idx="53">
                  <c:v>48.57428299999998</c:v>
                </c:pt>
                <c:pt idx="54">
                  <c:v>47.063592999999983</c:v>
                </c:pt>
                <c:pt idx="55">
                  <c:v>47.527614999999983</c:v>
                </c:pt>
                <c:pt idx="56">
                  <c:v>48.758941999999983</c:v>
                </c:pt>
                <c:pt idx="57">
                  <c:v>49.793799999999983</c:v>
                </c:pt>
                <c:pt idx="58">
                  <c:v>49.60595799999998</c:v>
                </c:pt>
                <c:pt idx="59">
                  <c:v>50.581215999999984</c:v>
                </c:pt>
                <c:pt idx="60">
                  <c:v>51.184627999999982</c:v>
                </c:pt>
                <c:pt idx="61">
                  <c:v>53.364829999999984</c:v>
                </c:pt>
                <c:pt idx="62">
                  <c:v>54.776690999999978</c:v>
                </c:pt>
                <c:pt idx="63">
                  <c:v>55.153629999999978</c:v>
                </c:pt>
                <c:pt idx="64">
                  <c:v>54.97675899999998</c:v>
                </c:pt>
                <c:pt idx="65">
                  <c:v>53.903908999999977</c:v>
                </c:pt>
                <c:pt idx="66">
                  <c:v>56.518008999999978</c:v>
                </c:pt>
                <c:pt idx="67">
                  <c:v>64.916432999999984</c:v>
                </c:pt>
                <c:pt idx="68">
                  <c:v>67.389858999999987</c:v>
                </c:pt>
                <c:pt idx="69">
                  <c:v>67.807525999999982</c:v>
                </c:pt>
                <c:pt idx="70">
                  <c:v>69.070198999999988</c:v>
                </c:pt>
                <c:pt idx="71">
                  <c:v>68.038219999999981</c:v>
                </c:pt>
                <c:pt idx="72">
                  <c:v>67.267002999999988</c:v>
                </c:pt>
                <c:pt idx="73">
                  <c:v>64.845396999999991</c:v>
                </c:pt>
                <c:pt idx="74">
                  <c:v>64.877525999999989</c:v>
                </c:pt>
                <c:pt idx="75">
                  <c:v>64.417533999999989</c:v>
                </c:pt>
                <c:pt idx="76">
                  <c:v>63.499565999999987</c:v>
                </c:pt>
                <c:pt idx="77">
                  <c:v>61.953382999999988</c:v>
                </c:pt>
                <c:pt idx="78">
                  <c:v>61.529471999999991</c:v>
                </c:pt>
                <c:pt idx="79">
                  <c:v>60.233840999999991</c:v>
                </c:pt>
                <c:pt idx="80">
                  <c:v>58.294169999999987</c:v>
                </c:pt>
                <c:pt idx="81">
                  <c:v>56.543553000000003</c:v>
                </c:pt>
                <c:pt idx="82">
                  <c:v>55.147792000000003</c:v>
                </c:pt>
                <c:pt idx="83">
                  <c:v>54.675673999999987</c:v>
                </c:pt>
                <c:pt idx="84">
                  <c:v>54.390242999999991</c:v>
                </c:pt>
                <c:pt idx="85">
                  <c:v>53.232451999999988</c:v>
                </c:pt>
                <c:pt idx="86">
                  <c:v>53.351230999999991</c:v>
                </c:pt>
                <c:pt idx="87">
                  <c:v>52.224558999999992</c:v>
                </c:pt>
                <c:pt idx="88">
                  <c:v>51.290174999999991</c:v>
                </c:pt>
                <c:pt idx="89">
                  <c:v>50.093203999999993</c:v>
                </c:pt>
                <c:pt idx="90">
                  <c:v>49.375660999999987</c:v>
                </c:pt>
                <c:pt idx="91">
                  <c:v>46.903005999999991</c:v>
                </c:pt>
                <c:pt idx="92">
                  <c:v>46.011148999999989</c:v>
                </c:pt>
                <c:pt idx="93">
                  <c:v>45.107811999999988</c:v>
                </c:pt>
                <c:pt idx="94">
                  <c:v>44.830501999999989</c:v>
                </c:pt>
                <c:pt idx="95">
                  <c:v>43.830539999999978</c:v>
                </c:pt>
                <c:pt idx="96">
                  <c:v>43.442339999999987</c:v>
                </c:pt>
                <c:pt idx="97">
                  <c:v>43.100320999999987</c:v>
                </c:pt>
                <c:pt idx="98">
                  <c:v>42.735826999999993</c:v>
                </c:pt>
                <c:pt idx="99">
                  <c:v>42.439789999999988</c:v>
                </c:pt>
                <c:pt idx="100">
                  <c:v>42.249006999999978</c:v>
                </c:pt>
                <c:pt idx="101">
                  <c:v>41.633552999999978</c:v>
                </c:pt>
                <c:pt idx="102">
                  <c:v>40.748565999999983</c:v>
                </c:pt>
                <c:pt idx="103">
                  <c:v>40.703411999999993</c:v>
                </c:pt>
                <c:pt idx="104">
                  <c:v>40.228481999999993</c:v>
                </c:pt>
                <c:pt idx="105">
                  <c:v>39.779684999999994</c:v>
                </c:pt>
                <c:pt idx="106">
                  <c:v>39.798584999999989</c:v>
                </c:pt>
                <c:pt idx="107">
                  <c:v>38.216844999999992</c:v>
                </c:pt>
                <c:pt idx="108">
                  <c:v>38.067797999999989</c:v>
                </c:pt>
                <c:pt idx="109">
                  <c:v>37.31671399999999</c:v>
                </c:pt>
                <c:pt idx="110">
                  <c:v>37.314432999999987</c:v>
                </c:pt>
                <c:pt idx="111">
                  <c:v>38.312716999999992</c:v>
                </c:pt>
                <c:pt idx="112">
                  <c:v>37.108671999999977</c:v>
                </c:pt>
                <c:pt idx="113">
                  <c:v>37.181431999999987</c:v>
                </c:pt>
                <c:pt idx="114">
                  <c:v>37.262201999999988</c:v>
                </c:pt>
                <c:pt idx="115">
                  <c:v>37.260485999999993</c:v>
                </c:pt>
                <c:pt idx="116">
                  <c:v>35.174267999999977</c:v>
                </c:pt>
                <c:pt idx="117">
                  <c:v>34.110933999999993</c:v>
                </c:pt>
                <c:pt idx="118">
                  <c:v>33.255414999999992</c:v>
                </c:pt>
                <c:pt idx="119">
                  <c:v>32.844634999999982</c:v>
                </c:pt>
                <c:pt idx="120">
                  <c:v>32.879374999999982</c:v>
                </c:pt>
                <c:pt idx="121">
                  <c:v>33.545892999999992</c:v>
                </c:pt>
                <c:pt idx="122">
                  <c:v>33.847979999999993</c:v>
                </c:pt>
                <c:pt idx="123">
                  <c:v>33.258156999999983</c:v>
                </c:pt>
                <c:pt idx="124">
                  <c:v>33.825756999999982</c:v>
                </c:pt>
                <c:pt idx="125">
                  <c:v>34.523895999999979</c:v>
                </c:pt>
                <c:pt idx="126">
                  <c:v>34.023576999999982</c:v>
                </c:pt>
                <c:pt idx="127">
                  <c:v>34.035758999999977</c:v>
                </c:pt>
                <c:pt idx="128">
                  <c:v>33.428141999999987</c:v>
                </c:pt>
                <c:pt idx="129">
                  <c:v>33.634513999999989</c:v>
                </c:pt>
                <c:pt idx="130">
                  <c:v>35.155984999999987</c:v>
                </c:pt>
                <c:pt idx="131">
                  <c:v>34.978484999999978</c:v>
                </c:pt>
                <c:pt idx="132">
                  <c:v>35.437261999999983</c:v>
                </c:pt>
                <c:pt idx="133">
                  <c:v>36.14070599999998</c:v>
                </c:pt>
                <c:pt idx="134">
                  <c:v>36.198920999999977</c:v>
                </c:pt>
                <c:pt idx="135">
                  <c:v>38.561103999999979</c:v>
                </c:pt>
                <c:pt idx="136">
                  <c:v>38.063665999999976</c:v>
                </c:pt>
                <c:pt idx="137">
                  <c:v>38.183712999999983</c:v>
                </c:pt>
                <c:pt idx="138">
                  <c:v>38.461795999999978</c:v>
                </c:pt>
                <c:pt idx="139">
                  <c:v>37.482024999999979</c:v>
                </c:pt>
                <c:pt idx="140">
                  <c:v>36.249251999999977</c:v>
                </c:pt>
                <c:pt idx="141">
                  <c:v>36.704020999999983</c:v>
                </c:pt>
                <c:pt idx="142">
                  <c:v>37.119232999999973</c:v>
                </c:pt>
                <c:pt idx="143">
                  <c:v>36.60902399999997</c:v>
                </c:pt>
                <c:pt idx="144">
                  <c:v>35.974484999999973</c:v>
                </c:pt>
                <c:pt idx="145">
                  <c:v>36.406173999999972</c:v>
                </c:pt>
                <c:pt idx="146">
                  <c:v>36.45752699999997</c:v>
                </c:pt>
                <c:pt idx="147">
                  <c:v>36.28647399999997</c:v>
                </c:pt>
                <c:pt idx="148">
                  <c:v>35.571714999999969</c:v>
                </c:pt>
                <c:pt idx="149">
                  <c:v>33.111552999999972</c:v>
                </c:pt>
                <c:pt idx="150">
                  <c:v>30.850170999999971</c:v>
                </c:pt>
                <c:pt idx="151">
                  <c:v>29.194428999999971</c:v>
                </c:pt>
                <c:pt idx="152">
                  <c:v>24.477188999999971</c:v>
                </c:pt>
                <c:pt idx="153">
                  <c:v>22.845567999999972</c:v>
                </c:pt>
                <c:pt idx="154">
                  <c:v>20.774710999999972</c:v>
                </c:pt>
                <c:pt idx="155">
                  <c:v>18.259268999999971</c:v>
                </c:pt>
                <c:pt idx="156">
                  <c:v>17.763202999999969</c:v>
                </c:pt>
                <c:pt idx="157">
                  <c:v>15.98109899999997</c:v>
                </c:pt>
                <c:pt idx="158">
                  <c:v>14.39874999999997</c:v>
                </c:pt>
                <c:pt idx="159">
                  <c:v>13.20344299999997</c:v>
                </c:pt>
                <c:pt idx="160">
                  <c:v>14.963490999999969</c:v>
                </c:pt>
                <c:pt idx="161">
                  <c:v>15.03272599999997</c:v>
                </c:pt>
                <c:pt idx="162">
                  <c:v>16.401718999999972</c:v>
                </c:pt>
                <c:pt idx="163">
                  <c:v>17.709124999999968</c:v>
                </c:pt>
                <c:pt idx="164">
                  <c:v>17.917458999999969</c:v>
                </c:pt>
                <c:pt idx="165">
                  <c:v>17.917458999999969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EC-4A55-AC11-82595BD9F654}"/>
            </c:ext>
          </c:extLst>
        </c:ser>
        <c:ser>
          <c:idx val="1"/>
          <c:order val="1"/>
          <c:tx>
            <c:strRef>
              <c:f>'YTD Flows'!$D$3</c:f>
              <c:strCache>
                <c:ptCount val="1"/>
                <c:pt idx="0">
                  <c:v>Institucional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'YTD Flows'!$B$5:$B$1423</c:f>
              <c:numCache>
                <c:formatCode>m/d/yyyy</c:formatCode>
                <c:ptCount val="1419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46071</c:v>
                </c:pt>
                <c:pt idx="33">
                  <c:v>46072</c:v>
                </c:pt>
                <c:pt idx="34">
                  <c:v>46073</c:v>
                </c:pt>
                <c:pt idx="35">
                  <c:v>46076</c:v>
                </c:pt>
                <c:pt idx="36">
                  <c:v>46077</c:v>
                </c:pt>
                <c:pt idx="37">
                  <c:v>46078</c:v>
                </c:pt>
                <c:pt idx="38">
                  <c:v>46079</c:v>
                </c:pt>
                <c:pt idx="39">
                  <c:v>46080</c:v>
                </c:pt>
                <c:pt idx="40">
                  <c:v>46083</c:v>
                </c:pt>
                <c:pt idx="41">
                  <c:v>46084</c:v>
                </c:pt>
                <c:pt idx="42">
                  <c:v>46085</c:v>
                </c:pt>
                <c:pt idx="43">
                  <c:v>46086</c:v>
                </c:pt>
                <c:pt idx="44">
                  <c:v>46087</c:v>
                </c:pt>
                <c:pt idx="45">
                  <c:v>46090</c:v>
                </c:pt>
                <c:pt idx="46">
                  <c:v>46091</c:v>
                </c:pt>
                <c:pt idx="47">
                  <c:v>46092</c:v>
                </c:pt>
                <c:pt idx="48">
                  <c:v>46093</c:v>
                </c:pt>
                <c:pt idx="49">
                  <c:v>46094</c:v>
                </c:pt>
                <c:pt idx="50">
                  <c:v>46097</c:v>
                </c:pt>
                <c:pt idx="51">
                  <c:v>46098</c:v>
                </c:pt>
                <c:pt idx="52">
                  <c:v>46099</c:v>
                </c:pt>
                <c:pt idx="53">
                  <c:v>46100</c:v>
                </c:pt>
                <c:pt idx="54">
                  <c:v>46101</c:v>
                </c:pt>
                <c:pt idx="55">
                  <c:v>46104</c:v>
                </c:pt>
                <c:pt idx="56">
                  <c:v>46105</c:v>
                </c:pt>
                <c:pt idx="57">
                  <c:v>46106</c:v>
                </c:pt>
                <c:pt idx="58">
                  <c:v>46107</c:v>
                </c:pt>
                <c:pt idx="59">
                  <c:v>46108</c:v>
                </c:pt>
                <c:pt idx="60">
                  <c:v>46111</c:v>
                </c:pt>
                <c:pt idx="61">
                  <c:v>46112</c:v>
                </c:pt>
                <c:pt idx="62">
                  <c:v>46113</c:v>
                </c:pt>
                <c:pt idx="63">
                  <c:v>46114</c:v>
                </c:pt>
                <c:pt idx="64">
                  <c:v>46118</c:v>
                </c:pt>
                <c:pt idx="65">
                  <c:v>46119</c:v>
                </c:pt>
                <c:pt idx="66">
                  <c:v>46120</c:v>
                </c:pt>
                <c:pt idx="67">
                  <c:v>46121</c:v>
                </c:pt>
                <c:pt idx="68">
                  <c:v>46122</c:v>
                </c:pt>
                <c:pt idx="69">
                  <c:v>46125</c:v>
                </c:pt>
                <c:pt idx="70">
                  <c:v>46126</c:v>
                </c:pt>
                <c:pt idx="71">
                  <c:v>46127</c:v>
                </c:pt>
                <c:pt idx="72">
                  <c:v>46128</c:v>
                </c:pt>
                <c:pt idx="73">
                  <c:v>46129</c:v>
                </c:pt>
                <c:pt idx="74">
                  <c:v>46132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46147</c:v>
                </c:pt>
                <c:pt idx="84">
                  <c:v>46148</c:v>
                </c:pt>
                <c:pt idx="85">
                  <c:v>46149</c:v>
                </c:pt>
                <c:pt idx="86">
                  <c:v>46150</c:v>
                </c:pt>
                <c:pt idx="87">
                  <c:v>46153</c:v>
                </c:pt>
                <c:pt idx="88">
                  <c:v>46154</c:v>
                </c:pt>
                <c:pt idx="89">
                  <c:v>46155</c:v>
                </c:pt>
                <c:pt idx="90">
                  <c:v>46156</c:v>
                </c:pt>
                <c:pt idx="91">
                  <c:v>46157</c:v>
                </c:pt>
                <c:pt idx="92">
                  <c:v>46160</c:v>
                </c:pt>
                <c:pt idx="93">
                  <c:v>46161</c:v>
                </c:pt>
                <c:pt idx="94">
                  <c:v>46162</c:v>
                </c:pt>
                <c:pt idx="95">
                  <c:v>46163</c:v>
                </c:pt>
                <c:pt idx="96">
                  <c:v>46164</c:v>
                </c:pt>
                <c:pt idx="97">
                  <c:v>46167</c:v>
                </c:pt>
                <c:pt idx="98">
                  <c:v>46168</c:v>
                </c:pt>
                <c:pt idx="99">
                  <c:v>46169</c:v>
                </c:pt>
                <c:pt idx="100">
                  <c:v>46170</c:v>
                </c:pt>
                <c:pt idx="101">
                  <c:v>46171</c:v>
                </c:pt>
                <c:pt idx="102">
                  <c:v>46174</c:v>
                </c:pt>
                <c:pt idx="103">
                  <c:v>46175</c:v>
                </c:pt>
                <c:pt idx="104">
                  <c:v>46176</c:v>
                </c:pt>
                <c:pt idx="105">
                  <c:v>46178</c:v>
                </c:pt>
                <c:pt idx="106">
                  <c:v>46181</c:v>
                </c:pt>
                <c:pt idx="107">
                  <c:v>46182</c:v>
                </c:pt>
                <c:pt idx="108">
                  <c:v>46183</c:v>
                </c:pt>
                <c:pt idx="109">
                  <c:v>46184</c:v>
                </c:pt>
                <c:pt idx="110">
                  <c:v>46185</c:v>
                </c:pt>
                <c:pt idx="111">
                  <c:v>46188</c:v>
                </c:pt>
                <c:pt idx="112">
                  <c:v>46189</c:v>
                </c:pt>
                <c:pt idx="113">
                  <c:v>46190</c:v>
                </c:pt>
                <c:pt idx="114">
                  <c:v>46191</c:v>
                </c:pt>
                <c:pt idx="115">
                  <c:v>46192</c:v>
                </c:pt>
                <c:pt idx="116">
                  <c:v>46195</c:v>
                </c:pt>
                <c:pt idx="117">
                  <c:v>46196</c:v>
                </c:pt>
                <c:pt idx="118">
                  <c:v>46197</c:v>
                </c:pt>
                <c:pt idx="119">
                  <c:v>46198</c:v>
                </c:pt>
                <c:pt idx="120">
                  <c:v>46199</c:v>
                </c:pt>
                <c:pt idx="121">
                  <c:v>46202</c:v>
                </c:pt>
                <c:pt idx="122">
                  <c:v>46203</c:v>
                </c:pt>
                <c:pt idx="123">
                  <c:v>46204</c:v>
                </c:pt>
                <c:pt idx="124">
                  <c:v>46205</c:v>
                </c:pt>
                <c:pt idx="125">
                  <c:v>46206</c:v>
                </c:pt>
                <c:pt idx="126">
                  <c:v>46209</c:v>
                </c:pt>
                <c:pt idx="127">
                  <c:v>46210</c:v>
                </c:pt>
                <c:pt idx="128">
                  <c:v>46211</c:v>
                </c:pt>
                <c:pt idx="129">
                  <c:v>46212</c:v>
                </c:pt>
                <c:pt idx="130">
                  <c:v>46213</c:v>
                </c:pt>
                <c:pt idx="131">
                  <c:v>46216</c:v>
                </c:pt>
                <c:pt idx="132">
                  <c:v>46217</c:v>
                </c:pt>
                <c:pt idx="133">
                  <c:v>46218</c:v>
                </c:pt>
                <c:pt idx="134">
                  <c:v>46219</c:v>
                </c:pt>
                <c:pt idx="135">
                  <c:v>46220</c:v>
                </c:pt>
                <c:pt idx="136">
                  <c:v>46223</c:v>
                </c:pt>
                <c:pt idx="137">
                  <c:v>46224</c:v>
                </c:pt>
                <c:pt idx="138">
                  <c:v>46225</c:v>
                </c:pt>
                <c:pt idx="139">
                  <c:v>46226</c:v>
                </c:pt>
                <c:pt idx="140">
                  <c:v>46227</c:v>
                </c:pt>
                <c:pt idx="141">
                  <c:v>46230</c:v>
                </c:pt>
                <c:pt idx="142">
                  <c:v>46231</c:v>
                </c:pt>
                <c:pt idx="143">
                  <c:v>46232</c:v>
                </c:pt>
                <c:pt idx="144">
                  <c:v>46233</c:v>
                </c:pt>
                <c:pt idx="145">
                  <c:v>46234</c:v>
                </c:pt>
                <c:pt idx="146">
                  <c:v>46237</c:v>
                </c:pt>
                <c:pt idx="147">
                  <c:v>46238</c:v>
                </c:pt>
                <c:pt idx="148">
                  <c:v>46239</c:v>
                </c:pt>
                <c:pt idx="149">
                  <c:v>46240</c:v>
                </c:pt>
                <c:pt idx="150">
                  <c:v>46241</c:v>
                </c:pt>
                <c:pt idx="151">
                  <c:v>46244</c:v>
                </c:pt>
                <c:pt idx="152">
                  <c:v>46245</c:v>
                </c:pt>
                <c:pt idx="153">
                  <c:v>46246</c:v>
                </c:pt>
                <c:pt idx="154">
                  <c:v>46247</c:v>
                </c:pt>
                <c:pt idx="155">
                  <c:v>46248</c:v>
                </c:pt>
                <c:pt idx="156">
                  <c:v>46251</c:v>
                </c:pt>
                <c:pt idx="157">
                  <c:v>46252</c:v>
                </c:pt>
                <c:pt idx="158">
                  <c:v>46253</c:v>
                </c:pt>
                <c:pt idx="159">
                  <c:v>46254</c:v>
                </c:pt>
                <c:pt idx="160">
                  <c:v>46255</c:v>
                </c:pt>
                <c:pt idx="161">
                  <c:v>46258</c:v>
                </c:pt>
                <c:pt idx="162">
                  <c:v>46259</c:v>
                </c:pt>
                <c:pt idx="163">
                  <c:v>46260</c:v>
                </c:pt>
                <c:pt idx="164">
                  <c:v>46261</c:v>
                </c:pt>
                <c:pt idx="165">
                  <c:v>46262</c:v>
                </c:pt>
              </c:numCache>
            </c:numRef>
          </c:cat>
          <c:val>
            <c:numRef>
              <c:f>'YTD Flows'!$D$5:$D$1423</c:f>
              <c:numCache>
                <c:formatCode>#,#00</c:formatCode>
                <c:ptCount val="1419"/>
                <c:pt idx="0" formatCode="General">
                  <c:v>0</c:v>
                </c:pt>
                <c:pt idx="1">
                  <c:v>0.34008500000000003</c:v>
                </c:pt>
                <c:pt idx="2">
                  <c:v>0.37615300000000002</c:v>
                </c:pt>
                <c:pt idx="3">
                  <c:v>-1.0500000000000009E-2</c:v>
                </c:pt>
                <c:pt idx="4">
                  <c:v>-0.40166600000000002</c:v>
                </c:pt>
                <c:pt idx="5">
                  <c:v>-0.26440999999999998</c:v>
                </c:pt>
                <c:pt idx="6">
                  <c:v>1.3427439999999999</c:v>
                </c:pt>
                <c:pt idx="7">
                  <c:v>0.88193999999999995</c:v>
                </c:pt>
                <c:pt idx="8">
                  <c:v>-0.43845000000000001</c:v>
                </c:pt>
                <c:pt idx="9">
                  <c:v>-1.044721</c:v>
                </c:pt>
                <c:pt idx="10">
                  <c:v>-2.169225</c:v>
                </c:pt>
                <c:pt idx="11">
                  <c:v>-3.3837540000000002</c:v>
                </c:pt>
                <c:pt idx="12">
                  <c:v>-3.5397690000000002</c:v>
                </c:pt>
                <c:pt idx="13">
                  <c:v>-4.6013649999999986</c:v>
                </c:pt>
                <c:pt idx="14">
                  <c:v>-6.5973379999999997</c:v>
                </c:pt>
                <c:pt idx="15">
                  <c:v>-8.8809059999999995</c:v>
                </c:pt>
                <c:pt idx="16">
                  <c:v>-9.7952279999999998</c:v>
                </c:pt>
                <c:pt idx="17">
                  <c:v>-12.435373999999999</c:v>
                </c:pt>
                <c:pt idx="18">
                  <c:v>-13.644534</c:v>
                </c:pt>
                <c:pt idx="19">
                  <c:v>-14.335995</c:v>
                </c:pt>
                <c:pt idx="20">
                  <c:v>-16.666125999999998</c:v>
                </c:pt>
                <c:pt idx="21">
                  <c:v>-17.538169</c:v>
                </c:pt>
                <c:pt idx="22">
                  <c:v>-19.176216</c:v>
                </c:pt>
                <c:pt idx="23">
                  <c:v>-18.621751</c:v>
                </c:pt>
                <c:pt idx="24">
                  <c:v>-20.237515999999999</c:v>
                </c:pt>
                <c:pt idx="25">
                  <c:v>-21.359304000000002</c:v>
                </c:pt>
                <c:pt idx="26">
                  <c:v>-22.060682</c:v>
                </c:pt>
                <c:pt idx="27">
                  <c:v>-23.033614</c:v>
                </c:pt>
                <c:pt idx="28">
                  <c:v>-24.701288999999999</c:v>
                </c:pt>
                <c:pt idx="29">
                  <c:v>-26.353345999999998</c:v>
                </c:pt>
                <c:pt idx="30">
                  <c:v>-27.152732</c:v>
                </c:pt>
                <c:pt idx="31">
                  <c:v>-26.600148000000001</c:v>
                </c:pt>
                <c:pt idx="32">
                  <c:v>-25.980301999999998</c:v>
                </c:pt>
                <c:pt idx="33">
                  <c:v>-27.371010999999999</c:v>
                </c:pt>
                <c:pt idx="34">
                  <c:v>-23.064533000000001</c:v>
                </c:pt>
                <c:pt idx="35">
                  <c:v>-26.291478000000001</c:v>
                </c:pt>
                <c:pt idx="36">
                  <c:v>-28.183788</c:v>
                </c:pt>
                <c:pt idx="37">
                  <c:v>-29.364068</c:v>
                </c:pt>
                <c:pt idx="38">
                  <c:v>-30.904949999999999</c:v>
                </c:pt>
                <c:pt idx="39">
                  <c:v>-30.326640000000001</c:v>
                </c:pt>
                <c:pt idx="40">
                  <c:v>-30.554849999999998</c:v>
                </c:pt>
                <c:pt idx="41">
                  <c:v>-31.077124000000001</c:v>
                </c:pt>
                <c:pt idx="42">
                  <c:v>-31.699442999999999</c:v>
                </c:pt>
                <c:pt idx="43">
                  <c:v>-31.621877000000001</c:v>
                </c:pt>
                <c:pt idx="44">
                  <c:v>-31.706966000000001</c:v>
                </c:pt>
                <c:pt idx="45">
                  <c:v>-32.633465000000001</c:v>
                </c:pt>
                <c:pt idx="46">
                  <c:v>-32.639102000000001</c:v>
                </c:pt>
                <c:pt idx="47">
                  <c:v>-31.962719</c:v>
                </c:pt>
                <c:pt idx="48">
                  <c:v>-33.289634</c:v>
                </c:pt>
                <c:pt idx="49">
                  <c:v>-35.000399000000002</c:v>
                </c:pt>
                <c:pt idx="50">
                  <c:v>-34.804184999999997</c:v>
                </c:pt>
                <c:pt idx="51">
                  <c:v>-35.491734000000001</c:v>
                </c:pt>
                <c:pt idx="52">
                  <c:v>-36.341828</c:v>
                </c:pt>
                <c:pt idx="53">
                  <c:v>-38.430473999999997</c:v>
                </c:pt>
                <c:pt idx="54">
                  <c:v>-34.845309999999998</c:v>
                </c:pt>
                <c:pt idx="55">
                  <c:v>-34.578586999999999</c:v>
                </c:pt>
                <c:pt idx="56">
                  <c:v>-35.942869000000002</c:v>
                </c:pt>
                <c:pt idx="57">
                  <c:v>-36.773398</c:v>
                </c:pt>
                <c:pt idx="58">
                  <c:v>-37.425483</c:v>
                </c:pt>
                <c:pt idx="59">
                  <c:v>-38.538138000000004</c:v>
                </c:pt>
                <c:pt idx="60">
                  <c:v>-39.262698999999998</c:v>
                </c:pt>
                <c:pt idx="61">
                  <c:v>-40.275869</c:v>
                </c:pt>
                <c:pt idx="62">
                  <c:v>-41.630516</c:v>
                </c:pt>
                <c:pt idx="63">
                  <c:v>-41.900790000000001</c:v>
                </c:pt>
                <c:pt idx="64">
                  <c:v>-41.989069999999998</c:v>
                </c:pt>
                <c:pt idx="65">
                  <c:v>-41.731860999999988</c:v>
                </c:pt>
                <c:pt idx="66">
                  <c:v>-42.954737999999992</c:v>
                </c:pt>
                <c:pt idx="67">
                  <c:v>-50.396931999999993</c:v>
                </c:pt>
                <c:pt idx="68">
                  <c:v>-52.083055999999992</c:v>
                </c:pt>
                <c:pt idx="69">
                  <c:v>-52.590474999999991</c:v>
                </c:pt>
                <c:pt idx="70">
                  <c:v>-54.295363999999992</c:v>
                </c:pt>
                <c:pt idx="71">
                  <c:v>-54.183554999999991</c:v>
                </c:pt>
                <c:pt idx="72">
                  <c:v>-54.372490999999989</c:v>
                </c:pt>
                <c:pt idx="73">
                  <c:v>-51.885844999999989</c:v>
                </c:pt>
                <c:pt idx="74">
                  <c:v>-52.270393999999989</c:v>
                </c:pt>
                <c:pt idx="75">
                  <c:v>-52.734860999999988</c:v>
                </c:pt>
                <c:pt idx="76">
                  <c:v>-52.890592999999988</c:v>
                </c:pt>
                <c:pt idx="77">
                  <c:v>-52.314454999999988</c:v>
                </c:pt>
                <c:pt idx="78">
                  <c:v>-52.25121699999999</c:v>
                </c:pt>
                <c:pt idx="79">
                  <c:v>-51.570958999999988</c:v>
                </c:pt>
                <c:pt idx="80">
                  <c:v>-50.736332999999988</c:v>
                </c:pt>
                <c:pt idx="81">
                  <c:v>-49.720474999999993</c:v>
                </c:pt>
                <c:pt idx="82">
                  <c:v>-49.065025999999989</c:v>
                </c:pt>
                <c:pt idx="83">
                  <c:v>-48.504591999999988</c:v>
                </c:pt>
                <c:pt idx="84">
                  <c:v>-48.541872999999988</c:v>
                </c:pt>
                <c:pt idx="85">
                  <c:v>-48.387105999999989</c:v>
                </c:pt>
                <c:pt idx="86">
                  <c:v>-48.880140999999988</c:v>
                </c:pt>
                <c:pt idx="87">
                  <c:v>-48.637660999999987</c:v>
                </c:pt>
                <c:pt idx="88">
                  <c:v>-47.630584999999989</c:v>
                </c:pt>
                <c:pt idx="89">
                  <c:v>-47.70599399999999</c:v>
                </c:pt>
                <c:pt idx="90">
                  <c:v>-46.721955999999992</c:v>
                </c:pt>
                <c:pt idx="91">
                  <c:v>-41.53347999999999</c:v>
                </c:pt>
                <c:pt idx="92">
                  <c:v>-40.963384999999988</c:v>
                </c:pt>
                <c:pt idx="93">
                  <c:v>-40.449166999999989</c:v>
                </c:pt>
                <c:pt idx="94">
                  <c:v>-39.874317999999988</c:v>
                </c:pt>
                <c:pt idx="95">
                  <c:v>-38.519094999999993</c:v>
                </c:pt>
                <c:pt idx="96">
                  <c:v>-38.393377999999977</c:v>
                </c:pt>
                <c:pt idx="97">
                  <c:v>-38.076373999999987</c:v>
                </c:pt>
                <c:pt idx="98">
                  <c:v>-38.039719999999988</c:v>
                </c:pt>
                <c:pt idx="99">
                  <c:v>-37.552739999999993</c:v>
                </c:pt>
                <c:pt idx="100">
                  <c:v>-37.287140999999977</c:v>
                </c:pt>
                <c:pt idx="101">
                  <c:v>-36.391389999999987</c:v>
                </c:pt>
                <c:pt idx="102">
                  <c:v>-34.97939199999999</c:v>
                </c:pt>
                <c:pt idx="103">
                  <c:v>-34.582390999999987</c:v>
                </c:pt>
                <c:pt idx="104">
                  <c:v>-34.415978999999993</c:v>
                </c:pt>
                <c:pt idx="105">
                  <c:v>-35.189404999999987</c:v>
                </c:pt>
                <c:pt idx="106">
                  <c:v>-35.397895999999989</c:v>
                </c:pt>
                <c:pt idx="107">
                  <c:v>-33.920979999999993</c:v>
                </c:pt>
                <c:pt idx="108">
                  <c:v>-33.376174999999989</c:v>
                </c:pt>
                <c:pt idx="109">
                  <c:v>-32.90992399999999</c:v>
                </c:pt>
                <c:pt idx="110">
                  <c:v>-33.546691999999993</c:v>
                </c:pt>
                <c:pt idx="111">
                  <c:v>-34.220648999999987</c:v>
                </c:pt>
                <c:pt idx="112">
                  <c:v>-32.999915999999992</c:v>
                </c:pt>
                <c:pt idx="113">
                  <c:v>-33.171908999999992</c:v>
                </c:pt>
                <c:pt idx="114">
                  <c:v>-33.544019999999989</c:v>
                </c:pt>
                <c:pt idx="115">
                  <c:v>-36.276846999999989</c:v>
                </c:pt>
                <c:pt idx="116">
                  <c:v>-34.756271999999989</c:v>
                </c:pt>
                <c:pt idx="117">
                  <c:v>-33.969925999999987</c:v>
                </c:pt>
                <c:pt idx="118">
                  <c:v>-33.630231999999992</c:v>
                </c:pt>
                <c:pt idx="119">
                  <c:v>-33.393021999999988</c:v>
                </c:pt>
                <c:pt idx="120">
                  <c:v>-32.98471099999999</c:v>
                </c:pt>
                <c:pt idx="121">
                  <c:v>-33.751698999999988</c:v>
                </c:pt>
                <c:pt idx="122">
                  <c:v>-34.602665999999992</c:v>
                </c:pt>
                <c:pt idx="123">
                  <c:v>-34.403627999999983</c:v>
                </c:pt>
                <c:pt idx="124">
                  <c:v>-34.522851999999993</c:v>
                </c:pt>
                <c:pt idx="125">
                  <c:v>-35.202478999999983</c:v>
                </c:pt>
                <c:pt idx="126">
                  <c:v>-35.594344999999983</c:v>
                </c:pt>
                <c:pt idx="127">
                  <c:v>-36.171444999999977</c:v>
                </c:pt>
                <c:pt idx="128">
                  <c:v>-35.999034999999992</c:v>
                </c:pt>
                <c:pt idx="129">
                  <c:v>-36.280529999999978</c:v>
                </c:pt>
                <c:pt idx="130">
                  <c:v>-37.121331999999981</c:v>
                </c:pt>
                <c:pt idx="131">
                  <c:v>-37.446213999999983</c:v>
                </c:pt>
                <c:pt idx="132">
                  <c:v>-38.046725999999992</c:v>
                </c:pt>
                <c:pt idx="133">
                  <c:v>-38.671843999999993</c:v>
                </c:pt>
                <c:pt idx="134">
                  <c:v>-38.988641999999977</c:v>
                </c:pt>
                <c:pt idx="135">
                  <c:v>-42.402449999999988</c:v>
                </c:pt>
                <c:pt idx="136">
                  <c:v>-42.121013999999988</c:v>
                </c:pt>
                <c:pt idx="137">
                  <c:v>-42.436176999999986</c:v>
                </c:pt>
                <c:pt idx="138">
                  <c:v>-42.299322999999987</c:v>
                </c:pt>
                <c:pt idx="139">
                  <c:v>-41.719734999999993</c:v>
                </c:pt>
                <c:pt idx="140">
                  <c:v>-41.045642999999977</c:v>
                </c:pt>
                <c:pt idx="141">
                  <c:v>-40.916135999999987</c:v>
                </c:pt>
                <c:pt idx="142">
                  <c:v>-41.320736999999987</c:v>
                </c:pt>
                <c:pt idx="143">
                  <c:v>-41.281420999999987</c:v>
                </c:pt>
                <c:pt idx="144">
                  <c:v>-39.954168999999993</c:v>
                </c:pt>
                <c:pt idx="145">
                  <c:v>-39.970106999999977</c:v>
                </c:pt>
                <c:pt idx="146">
                  <c:v>-40.176820999999983</c:v>
                </c:pt>
                <c:pt idx="147">
                  <c:v>-40.187877999999984</c:v>
                </c:pt>
                <c:pt idx="148">
                  <c:v>-41.910472999999982</c:v>
                </c:pt>
                <c:pt idx="149">
                  <c:v>-41.34804699999998</c:v>
                </c:pt>
                <c:pt idx="150">
                  <c:v>-39.075970999999981</c:v>
                </c:pt>
                <c:pt idx="151">
                  <c:v>-37.307328999999982</c:v>
                </c:pt>
                <c:pt idx="152">
                  <c:v>-33.68103499999998</c:v>
                </c:pt>
                <c:pt idx="153">
                  <c:v>-32.469626999999981</c:v>
                </c:pt>
                <c:pt idx="154">
                  <c:v>-30.782017999999979</c:v>
                </c:pt>
                <c:pt idx="155">
                  <c:v>-29.063880999999981</c:v>
                </c:pt>
                <c:pt idx="156">
                  <c:v>-28.992634999999989</c:v>
                </c:pt>
                <c:pt idx="157">
                  <c:v>-27.630134999999989</c:v>
                </c:pt>
                <c:pt idx="158">
                  <c:v>-26.600326999999989</c:v>
                </c:pt>
                <c:pt idx="159">
                  <c:v>-25.227648999999989</c:v>
                </c:pt>
                <c:pt idx="160">
                  <c:v>-25.191052999999989</c:v>
                </c:pt>
                <c:pt idx="161">
                  <c:v>-25.628303999999989</c:v>
                </c:pt>
                <c:pt idx="162">
                  <c:v>-26.62911299999999</c:v>
                </c:pt>
                <c:pt idx="163">
                  <c:v>-27.862235999999989</c:v>
                </c:pt>
                <c:pt idx="164">
                  <c:v>-28.156179999999981</c:v>
                </c:pt>
                <c:pt idx="165">
                  <c:v>-28.156179999999981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EC-4A55-AC11-82595BD9F654}"/>
            </c:ext>
          </c:extLst>
        </c:ser>
        <c:ser>
          <c:idx val="2"/>
          <c:order val="2"/>
          <c:tx>
            <c:strRef>
              <c:f>'YTD Flows'!$E$3</c:f>
              <c:strCache>
                <c:ptCount val="1"/>
                <c:pt idx="0">
                  <c:v>Inst. Financeiras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'YTD Flows'!$B$5:$B$1423</c:f>
              <c:numCache>
                <c:formatCode>m/d/yyyy</c:formatCode>
                <c:ptCount val="1419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46071</c:v>
                </c:pt>
                <c:pt idx="33">
                  <c:v>46072</c:v>
                </c:pt>
                <c:pt idx="34">
                  <c:v>46073</c:v>
                </c:pt>
                <c:pt idx="35">
                  <c:v>46076</c:v>
                </c:pt>
                <c:pt idx="36">
                  <c:v>46077</c:v>
                </c:pt>
                <c:pt idx="37">
                  <c:v>46078</c:v>
                </c:pt>
                <c:pt idx="38">
                  <c:v>46079</c:v>
                </c:pt>
                <c:pt idx="39">
                  <c:v>46080</c:v>
                </c:pt>
                <c:pt idx="40">
                  <c:v>46083</c:v>
                </c:pt>
                <c:pt idx="41">
                  <c:v>46084</c:v>
                </c:pt>
                <c:pt idx="42">
                  <c:v>46085</c:v>
                </c:pt>
                <c:pt idx="43">
                  <c:v>46086</c:v>
                </c:pt>
                <c:pt idx="44">
                  <c:v>46087</c:v>
                </c:pt>
                <c:pt idx="45">
                  <c:v>46090</c:v>
                </c:pt>
                <c:pt idx="46">
                  <c:v>46091</c:v>
                </c:pt>
                <c:pt idx="47">
                  <c:v>46092</c:v>
                </c:pt>
                <c:pt idx="48">
                  <c:v>46093</c:v>
                </c:pt>
                <c:pt idx="49">
                  <c:v>46094</c:v>
                </c:pt>
                <c:pt idx="50">
                  <c:v>46097</c:v>
                </c:pt>
                <c:pt idx="51">
                  <c:v>46098</c:v>
                </c:pt>
                <c:pt idx="52">
                  <c:v>46099</c:v>
                </c:pt>
                <c:pt idx="53">
                  <c:v>46100</c:v>
                </c:pt>
                <c:pt idx="54">
                  <c:v>46101</c:v>
                </c:pt>
                <c:pt idx="55">
                  <c:v>46104</c:v>
                </c:pt>
                <c:pt idx="56">
                  <c:v>46105</c:v>
                </c:pt>
                <c:pt idx="57">
                  <c:v>46106</c:v>
                </c:pt>
                <c:pt idx="58">
                  <c:v>46107</c:v>
                </c:pt>
                <c:pt idx="59">
                  <c:v>46108</c:v>
                </c:pt>
                <c:pt idx="60">
                  <c:v>46111</c:v>
                </c:pt>
                <c:pt idx="61">
                  <c:v>46112</c:v>
                </c:pt>
                <c:pt idx="62">
                  <c:v>46113</c:v>
                </c:pt>
                <c:pt idx="63">
                  <c:v>46114</c:v>
                </c:pt>
                <c:pt idx="64">
                  <c:v>46118</c:v>
                </c:pt>
                <c:pt idx="65">
                  <c:v>46119</c:v>
                </c:pt>
                <c:pt idx="66">
                  <c:v>46120</c:v>
                </c:pt>
                <c:pt idx="67">
                  <c:v>46121</c:v>
                </c:pt>
                <c:pt idx="68">
                  <c:v>46122</c:v>
                </c:pt>
                <c:pt idx="69">
                  <c:v>46125</c:v>
                </c:pt>
                <c:pt idx="70">
                  <c:v>46126</c:v>
                </c:pt>
                <c:pt idx="71">
                  <c:v>46127</c:v>
                </c:pt>
                <c:pt idx="72">
                  <c:v>46128</c:v>
                </c:pt>
                <c:pt idx="73">
                  <c:v>46129</c:v>
                </c:pt>
                <c:pt idx="74">
                  <c:v>46132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46147</c:v>
                </c:pt>
                <c:pt idx="84">
                  <c:v>46148</c:v>
                </c:pt>
                <c:pt idx="85">
                  <c:v>46149</c:v>
                </c:pt>
                <c:pt idx="86">
                  <c:v>46150</c:v>
                </c:pt>
                <c:pt idx="87">
                  <c:v>46153</c:v>
                </c:pt>
                <c:pt idx="88">
                  <c:v>46154</c:v>
                </c:pt>
                <c:pt idx="89">
                  <c:v>46155</c:v>
                </c:pt>
                <c:pt idx="90">
                  <c:v>46156</c:v>
                </c:pt>
                <c:pt idx="91">
                  <c:v>46157</c:v>
                </c:pt>
                <c:pt idx="92">
                  <c:v>46160</c:v>
                </c:pt>
                <c:pt idx="93">
                  <c:v>46161</c:v>
                </c:pt>
                <c:pt idx="94">
                  <c:v>46162</c:v>
                </c:pt>
                <c:pt idx="95">
                  <c:v>46163</c:v>
                </c:pt>
                <c:pt idx="96">
                  <c:v>46164</c:v>
                </c:pt>
                <c:pt idx="97">
                  <c:v>46167</c:v>
                </c:pt>
                <c:pt idx="98">
                  <c:v>46168</c:v>
                </c:pt>
                <c:pt idx="99">
                  <c:v>46169</c:v>
                </c:pt>
                <c:pt idx="100">
                  <c:v>46170</c:v>
                </c:pt>
                <c:pt idx="101">
                  <c:v>46171</c:v>
                </c:pt>
                <c:pt idx="102">
                  <c:v>46174</c:v>
                </c:pt>
                <c:pt idx="103">
                  <c:v>46175</c:v>
                </c:pt>
                <c:pt idx="104">
                  <c:v>46176</c:v>
                </c:pt>
                <c:pt idx="105">
                  <c:v>46178</c:v>
                </c:pt>
                <c:pt idx="106">
                  <c:v>46181</c:v>
                </c:pt>
                <c:pt idx="107">
                  <c:v>46182</c:v>
                </c:pt>
                <c:pt idx="108">
                  <c:v>46183</c:v>
                </c:pt>
                <c:pt idx="109">
                  <c:v>46184</c:v>
                </c:pt>
                <c:pt idx="110">
                  <c:v>46185</c:v>
                </c:pt>
                <c:pt idx="111">
                  <c:v>46188</c:v>
                </c:pt>
                <c:pt idx="112">
                  <c:v>46189</c:v>
                </c:pt>
                <c:pt idx="113">
                  <c:v>46190</c:v>
                </c:pt>
                <c:pt idx="114">
                  <c:v>46191</c:v>
                </c:pt>
                <c:pt idx="115">
                  <c:v>46192</c:v>
                </c:pt>
                <c:pt idx="116">
                  <c:v>46195</c:v>
                </c:pt>
                <c:pt idx="117">
                  <c:v>46196</c:v>
                </c:pt>
                <c:pt idx="118">
                  <c:v>46197</c:v>
                </c:pt>
                <c:pt idx="119">
                  <c:v>46198</c:v>
                </c:pt>
                <c:pt idx="120">
                  <c:v>46199</c:v>
                </c:pt>
                <c:pt idx="121">
                  <c:v>46202</c:v>
                </c:pt>
                <c:pt idx="122">
                  <c:v>46203</c:v>
                </c:pt>
                <c:pt idx="123">
                  <c:v>46204</c:v>
                </c:pt>
                <c:pt idx="124">
                  <c:v>46205</c:v>
                </c:pt>
                <c:pt idx="125">
                  <c:v>46206</c:v>
                </c:pt>
                <c:pt idx="126">
                  <c:v>46209</c:v>
                </c:pt>
                <c:pt idx="127">
                  <c:v>46210</c:v>
                </c:pt>
                <c:pt idx="128">
                  <c:v>46211</c:v>
                </c:pt>
                <c:pt idx="129">
                  <c:v>46212</c:v>
                </c:pt>
                <c:pt idx="130">
                  <c:v>46213</c:v>
                </c:pt>
                <c:pt idx="131">
                  <c:v>46216</c:v>
                </c:pt>
                <c:pt idx="132">
                  <c:v>46217</c:v>
                </c:pt>
                <c:pt idx="133">
                  <c:v>46218</c:v>
                </c:pt>
                <c:pt idx="134">
                  <c:v>46219</c:v>
                </c:pt>
                <c:pt idx="135">
                  <c:v>46220</c:v>
                </c:pt>
                <c:pt idx="136">
                  <c:v>46223</c:v>
                </c:pt>
                <c:pt idx="137">
                  <c:v>46224</c:v>
                </c:pt>
                <c:pt idx="138">
                  <c:v>46225</c:v>
                </c:pt>
                <c:pt idx="139">
                  <c:v>46226</c:v>
                </c:pt>
                <c:pt idx="140">
                  <c:v>46227</c:v>
                </c:pt>
                <c:pt idx="141">
                  <c:v>46230</c:v>
                </c:pt>
                <c:pt idx="142">
                  <c:v>46231</c:v>
                </c:pt>
                <c:pt idx="143">
                  <c:v>46232</c:v>
                </c:pt>
                <c:pt idx="144">
                  <c:v>46233</c:v>
                </c:pt>
                <c:pt idx="145">
                  <c:v>46234</c:v>
                </c:pt>
                <c:pt idx="146">
                  <c:v>46237</c:v>
                </c:pt>
                <c:pt idx="147">
                  <c:v>46238</c:v>
                </c:pt>
                <c:pt idx="148">
                  <c:v>46239</c:v>
                </c:pt>
                <c:pt idx="149">
                  <c:v>46240</c:v>
                </c:pt>
                <c:pt idx="150">
                  <c:v>46241</c:v>
                </c:pt>
                <c:pt idx="151">
                  <c:v>46244</c:v>
                </c:pt>
                <c:pt idx="152">
                  <c:v>46245</c:v>
                </c:pt>
                <c:pt idx="153">
                  <c:v>46246</c:v>
                </c:pt>
                <c:pt idx="154">
                  <c:v>46247</c:v>
                </c:pt>
                <c:pt idx="155">
                  <c:v>46248</c:v>
                </c:pt>
                <c:pt idx="156">
                  <c:v>46251</c:v>
                </c:pt>
                <c:pt idx="157">
                  <c:v>46252</c:v>
                </c:pt>
                <c:pt idx="158">
                  <c:v>46253</c:v>
                </c:pt>
                <c:pt idx="159">
                  <c:v>46254</c:v>
                </c:pt>
                <c:pt idx="160">
                  <c:v>46255</c:v>
                </c:pt>
                <c:pt idx="161">
                  <c:v>46258</c:v>
                </c:pt>
                <c:pt idx="162">
                  <c:v>46259</c:v>
                </c:pt>
                <c:pt idx="163">
                  <c:v>46260</c:v>
                </c:pt>
                <c:pt idx="164">
                  <c:v>46261</c:v>
                </c:pt>
                <c:pt idx="165">
                  <c:v>46262</c:v>
                </c:pt>
              </c:numCache>
            </c:numRef>
          </c:cat>
          <c:val>
            <c:numRef>
              <c:f>'YTD Flows'!$E$5:$E$1423</c:f>
              <c:numCache>
                <c:formatCode>#,#00</c:formatCode>
                <c:ptCount val="1419"/>
                <c:pt idx="0" formatCode="General">
                  <c:v>0</c:v>
                </c:pt>
                <c:pt idx="1">
                  <c:v>7.4769000000000002E-2</c:v>
                </c:pt>
                <c:pt idx="2">
                  <c:v>0.30643199999999998</c:v>
                </c:pt>
                <c:pt idx="3">
                  <c:v>0.131579</c:v>
                </c:pt>
                <c:pt idx="4">
                  <c:v>-1.000006</c:v>
                </c:pt>
                <c:pt idx="5">
                  <c:v>-1.087588</c:v>
                </c:pt>
                <c:pt idx="6">
                  <c:v>-3.0407700000000002</c:v>
                </c:pt>
                <c:pt idx="7">
                  <c:v>-3.5326590000000002</c:v>
                </c:pt>
                <c:pt idx="8">
                  <c:v>-3.8527290000000001</c:v>
                </c:pt>
                <c:pt idx="9">
                  <c:v>-4.3979759999999999</c:v>
                </c:pt>
                <c:pt idx="10">
                  <c:v>-3.8522949999999998</c:v>
                </c:pt>
                <c:pt idx="11">
                  <c:v>-4.3299149999999997</c:v>
                </c:pt>
                <c:pt idx="12">
                  <c:v>-4.5818669999999999</c:v>
                </c:pt>
                <c:pt idx="13">
                  <c:v>-4.65951</c:v>
                </c:pt>
                <c:pt idx="14">
                  <c:v>-4.7213599999999998</c:v>
                </c:pt>
                <c:pt idx="15">
                  <c:v>-4.7163589999999997</c:v>
                </c:pt>
                <c:pt idx="16">
                  <c:v>-4.7894949999999996</c:v>
                </c:pt>
                <c:pt idx="17">
                  <c:v>-4.6769999999999996</c:v>
                </c:pt>
                <c:pt idx="18">
                  <c:v>-4.4799689999999996</c:v>
                </c:pt>
                <c:pt idx="19">
                  <c:v>-4.5294179999999997</c:v>
                </c:pt>
                <c:pt idx="20">
                  <c:v>-4.6121729999999994</c:v>
                </c:pt>
                <c:pt idx="21">
                  <c:v>-4.6863539999999997</c:v>
                </c:pt>
                <c:pt idx="22">
                  <c:v>-4.4256909999999996</c:v>
                </c:pt>
                <c:pt idx="23">
                  <c:v>-4.5590080000000004</c:v>
                </c:pt>
                <c:pt idx="24">
                  <c:v>-4.3938679999999994</c:v>
                </c:pt>
                <c:pt idx="25">
                  <c:v>-3.453689999999999</c:v>
                </c:pt>
                <c:pt idx="26">
                  <c:v>-2.863462999999999</c:v>
                </c:pt>
                <c:pt idx="27">
                  <c:v>-2.4887069999999989</c:v>
                </c:pt>
                <c:pt idx="28">
                  <c:v>-1.4245069999999991</c:v>
                </c:pt>
                <c:pt idx="29">
                  <c:v>-0.96126199999999928</c:v>
                </c:pt>
                <c:pt idx="30">
                  <c:v>-1.8036679999999989</c:v>
                </c:pt>
                <c:pt idx="31">
                  <c:v>-3.078285999999999</c:v>
                </c:pt>
                <c:pt idx="32">
                  <c:v>-3.140347999999999</c:v>
                </c:pt>
                <c:pt idx="33">
                  <c:v>-3.4966689999999989</c:v>
                </c:pt>
                <c:pt idx="34">
                  <c:v>-3.83141</c:v>
                </c:pt>
                <c:pt idx="35">
                  <c:v>-4.2698859999999996</c:v>
                </c:pt>
                <c:pt idx="36">
                  <c:v>-3.7024720000000002</c:v>
                </c:pt>
                <c:pt idx="37">
                  <c:v>-3.5622820000000002</c:v>
                </c:pt>
                <c:pt idx="38">
                  <c:v>-3.152914</c:v>
                </c:pt>
                <c:pt idx="39">
                  <c:v>-3.037107999999999</c:v>
                </c:pt>
                <c:pt idx="40">
                  <c:v>-3.2074549999999999</c:v>
                </c:pt>
                <c:pt idx="41">
                  <c:v>-3.2518509999999989</c:v>
                </c:pt>
                <c:pt idx="42">
                  <c:v>-3.3374199999999989</c:v>
                </c:pt>
                <c:pt idx="43">
                  <c:v>-3.5138399999999992</c:v>
                </c:pt>
                <c:pt idx="44">
                  <c:v>-4.7319599999999991</c:v>
                </c:pt>
                <c:pt idx="45">
                  <c:v>-4.8602789999999993</c:v>
                </c:pt>
                <c:pt idx="46">
                  <c:v>-4.9936360000000004</c:v>
                </c:pt>
                <c:pt idx="47">
                  <c:v>-5.0208599999999999</c:v>
                </c:pt>
                <c:pt idx="48">
                  <c:v>-4.9369990000000001</c:v>
                </c:pt>
                <c:pt idx="49">
                  <c:v>-5.0056479999999999</c:v>
                </c:pt>
                <c:pt idx="50">
                  <c:v>-5.485792</c:v>
                </c:pt>
                <c:pt idx="51">
                  <c:v>-5.5266520000000003</c:v>
                </c:pt>
                <c:pt idx="52">
                  <c:v>-5.6442180000000004</c:v>
                </c:pt>
                <c:pt idx="53">
                  <c:v>-5.6487080000000001</c:v>
                </c:pt>
                <c:pt idx="54">
                  <c:v>-7.9040219999999994</c:v>
                </c:pt>
                <c:pt idx="55">
                  <c:v>-7.8748289999999992</c:v>
                </c:pt>
                <c:pt idx="56">
                  <c:v>-7.8392469999999994</c:v>
                </c:pt>
                <c:pt idx="57">
                  <c:v>-7.7125839999999997</c:v>
                </c:pt>
                <c:pt idx="58">
                  <c:v>-7.3304479999999996</c:v>
                </c:pt>
                <c:pt idx="59">
                  <c:v>-7.5266069999999994</c:v>
                </c:pt>
                <c:pt idx="60">
                  <c:v>-7.4993899999999991</c:v>
                </c:pt>
                <c:pt idx="61">
                  <c:v>-7.8050309999999987</c:v>
                </c:pt>
                <c:pt idx="62">
                  <c:v>-7.504033999999999</c:v>
                </c:pt>
                <c:pt idx="63">
                  <c:v>-7.5545099999999987</c:v>
                </c:pt>
                <c:pt idx="64">
                  <c:v>-7.4684989999999987</c:v>
                </c:pt>
                <c:pt idx="65">
                  <c:v>-7.218653999999999</c:v>
                </c:pt>
                <c:pt idx="66">
                  <c:v>-7.2257239999999987</c:v>
                </c:pt>
                <c:pt idx="67">
                  <c:v>-7.1516409999999988</c:v>
                </c:pt>
                <c:pt idx="68">
                  <c:v>-7.3362619999999987</c:v>
                </c:pt>
                <c:pt idx="69">
                  <c:v>-7.242602999999999</c:v>
                </c:pt>
                <c:pt idx="70">
                  <c:v>-7.004173999999999</c:v>
                </c:pt>
                <c:pt idx="71">
                  <c:v>-6.5164859999999987</c:v>
                </c:pt>
                <c:pt idx="72">
                  <c:v>-5.7930539999999988</c:v>
                </c:pt>
                <c:pt idx="73">
                  <c:v>-5.0434499999999991</c:v>
                </c:pt>
                <c:pt idx="74">
                  <c:v>-4.9001150000000004</c:v>
                </c:pt>
                <c:pt idx="75">
                  <c:v>-4.9216209999999991</c:v>
                </c:pt>
                <c:pt idx="76">
                  <c:v>-4.387357999999999</c:v>
                </c:pt>
                <c:pt idx="77">
                  <c:v>-3.928310999999999</c:v>
                </c:pt>
                <c:pt idx="78">
                  <c:v>-3.7224169999999992</c:v>
                </c:pt>
                <c:pt idx="79">
                  <c:v>-3.3670289999999992</c:v>
                </c:pt>
                <c:pt idx="80">
                  <c:v>-3.2136779999999989</c:v>
                </c:pt>
                <c:pt idx="81">
                  <c:v>-2.817391999999999</c:v>
                </c:pt>
                <c:pt idx="82">
                  <c:v>-2.3139979999999989</c:v>
                </c:pt>
                <c:pt idx="83">
                  <c:v>-2.512538999999999</c:v>
                </c:pt>
                <c:pt idx="84">
                  <c:v>-2.261914</c:v>
                </c:pt>
                <c:pt idx="85">
                  <c:v>-2.119950999999999</c:v>
                </c:pt>
                <c:pt idx="86">
                  <c:v>-1.889017999999999</c:v>
                </c:pt>
                <c:pt idx="87">
                  <c:v>-1.7016459999999991</c:v>
                </c:pt>
                <c:pt idx="88">
                  <c:v>-1.6254999999999991</c:v>
                </c:pt>
                <c:pt idx="89">
                  <c:v>-0.73775399999999924</c:v>
                </c:pt>
                <c:pt idx="90">
                  <c:v>-0.76447999999999927</c:v>
                </c:pt>
                <c:pt idx="91">
                  <c:v>-3.867627999999999</c:v>
                </c:pt>
                <c:pt idx="92">
                  <c:v>-3.3455509999999991</c:v>
                </c:pt>
                <c:pt idx="93">
                  <c:v>-3.2980990000000001</c:v>
                </c:pt>
                <c:pt idx="94">
                  <c:v>-3.2537539999999998</c:v>
                </c:pt>
                <c:pt idx="95">
                  <c:v>-3.438488</c:v>
                </c:pt>
                <c:pt idx="96">
                  <c:v>-3.4997449999999999</c:v>
                </c:pt>
                <c:pt idx="97">
                  <c:v>-3.4858380000000002</c:v>
                </c:pt>
                <c:pt idx="98">
                  <c:v>-3.297393</c:v>
                </c:pt>
                <c:pt idx="99">
                  <c:v>-3.54318</c:v>
                </c:pt>
                <c:pt idx="100">
                  <c:v>-3.655929</c:v>
                </c:pt>
                <c:pt idx="101">
                  <c:v>-4.3462419999999993</c:v>
                </c:pt>
                <c:pt idx="102">
                  <c:v>-4.9178549999999994</c:v>
                </c:pt>
                <c:pt idx="103">
                  <c:v>-5.0075639999999986</c:v>
                </c:pt>
                <c:pt idx="104">
                  <c:v>-5.3206039999999994</c:v>
                </c:pt>
                <c:pt idx="105">
                  <c:v>-4.5877329999999992</c:v>
                </c:pt>
                <c:pt idx="106">
                  <c:v>-4.3984599999999991</c:v>
                </c:pt>
                <c:pt idx="107">
                  <c:v>-4.264276999999999</c:v>
                </c:pt>
                <c:pt idx="108">
                  <c:v>-4.5629519999999992</c:v>
                </c:pt>
                <c:pt idx="109">
                  <c:v>-4.0766479999999996</c:v>
                </c:pt>
                <c:pt idx="110">
                  <c:v>-3.711042</c:v>
                </c:pt>
                <c:pt idx="111">
                  <c:v>-3.6663060000000001</c:v>
                </c:pt>
                <c:pt idx="112">
                  <c:v>-4.3456400000000004</c:v>
                </c:pt>
                <c:pt idx="113">
                  <c:v>-4.6651959999999999</c:v>
                </c:pt>
                <c:pt idx="114">
                  <c:v>-4.7022550000000001</c:v>
                </c:pt>
                <c:pt idx="115">
                  <c:v>-2.7013310000000001</c:v>
                </c:pt>
                <c:pt idx="116">
                  <c:v>-2.2437879999999999</c:v>
                </c:pt>
                <c:pt idx="117">
                  <c:v>-2.2198519999999999</c:v>
                </c:pt>
                <c:pt idx="118">
                  <c:v>-2.076772000000001</c:v>
                </c:pt>
                <c:pt idx="119">
                  <c:v>-1.855684000000001</c:v>
                </c:pt>
                <c:pt idx="120">
                  <c:v>-2.1953400000000012</c:v>
                </c:pt>
                <c:pt idx="121">
                  <c:v>-2.1420770000000009</c:v>
                </c:pt>
                <c:pt idx="122">
                  <c:v>-1.9780650000000011</c:v>
                </c:pt>
                <c:pt idx="123">
                  <c:v>-1.8580900000000009</c:v>
                </c:pt>
                <c:pt idx="124">
                  <c:v>-2.460700000000001</c:v>
                </c:pt>
                <c:pt idx="125">
                  <c:v>-2.2559350000000009</c:v>
                </c:pt>
                <c:pt idx="126">
                  <c:v>-1.9306310000000011</c:v>
                </c:pt>
                <c:pt idx="127">
                  <c:v>-1.7527780000000011</c:v>
                </c:pt>
                <c:pt idx="128">
                  <c:v>-1.6857720000000009</c:v>
                </c:pt>
                <c:pt idx="129">
                  <c:v>-1.398932000000001</c:v>
                </c:pt>
                <c:pt idx="130">
                  <c:v>-1.427709000000001</c:v>
                </c:pt>
                <c:pt idx="131">
                  <c:v>-1.272860000000001</c:v>
                </c:pt>
                <c:pt idx="132">
                  <c:v>-1.388356000000001</c:v>
                </c:pt>
                <c:pt idx="133">
                  <c:v>-1.823649000000001</c:v>
                </c:pt>
                <c:pt idx="134">
                  <c:v>-1.847349000000001</c:v>
                </c:pt>
                <c:pt idx="135">
                  <c:v>-0.73875400000000102</c:v>
                </c:pt>
                <c:pt idx="136">
                  <c:v>-0.62276800000000099</c:v>
                </c:pt>
                <c:pt idx="137">
                  <c:v>-0.39620100000000102</c:v>
                </c:pt>
                <c:pt idx="138">
                  <c:v>-0.25199000000000099</c:v>
                </c:pt>
                <c:pt idx="139">
                  <c:v>-1.7897000000001051E-2</c:v>
                </c:pt>
                <c:pt idx="140">
                  <c:v>0.16707199999999889</c:v>
                </c:pt>
                <c:pt idx="141">
                  <c:v>0.18360299999999891</c:v>
                </c:pt>
                <c:pt idx="142">
                  <c:v>0.35948699999999889</c:v>
                </c:pt>
                <c:pt idx="143">
                  <c:v>0.549561999999999</c:v>
                </c:pt>
                <c:pt idx="144">
                  <c:v>0.52974599999999894</c:v>
                </c:pt>
                <c:pt idx="145">
                  <c:v>0.45945999999999892</c:v>
                </c:pt>
                <c:pt idx="146">
                  <c:v>0.57765899999999892</c:v>
                </c:pt>
                <c:pt idx="147">
                  <c:v>0.79236099999999898</c:v>
                </c:pt>
                <c:pt idx="148">
                  <c:v>0.99016399999999893</c:v>
                </c:pt>
                <c:pt idx="149">
                  <c:v>2.2542369999999989</c:v>
                </c:pt>
                <c:pt idx="150">
                  <c:v>1.405230999999999</c:v>
                </c:pt>
                <c:pt idx="151">
                  <c:v>1.315933999999999</c:v>
                </c:pt>
                <c:pt idx="152">
                  <c:v>1.6959689999999989</c:v>
                </c:pt>
                <c:pt idx="153">
                  <c:v>1.8600229999999991</c:v>
                </c:pt>
                <c:pt idx="154">
                  <c:v>2.094708999999999</c:v>
                </c:pt>
                <c:pt idx="155">
                  <c:v>2.4050179999999992</c:v>
                </c:pt>
                <c:pt idx="156">
                  <c:v>2.5865939999999989</c:v>
                </c:pt>
                <c:pt idx="157">
                  <c:v>2.576900999999999</c:v>
                </c:pt>
                <c:pt idx="158">
                  <c:v>3.0963939999999992</c:v>
                </c:pt>
                <c:pt idx="159">
                  <c:v>2.5684219999999991</c:v>
                </c:pt>
                <c:pt idx="160">
                  <c:v>0.92418299999999909</c:v>
                </c:pt>
                <c:pt idx="161">
                  <c:v>1.1964739999999989</c:v>
                </c:pt>
                <c:pt idx="162">
                  <c:v>0.93462599999999907</c:v>
                </c:pt>
                <c:pt idx="163">
                  <c:v>0.79046799999999906</c:v>
                </c:pt>
                <c:pt idx="164">
                  <c:v>0.91530199999999906</c:v>
                </c:pt>
                <c:pt idx="165">
                  <c:v>0.91530199999999906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EC-4A55-AC11-82595BD9F654}"/>
            </c:ext>
          </c:extLst>
        </c:ser>
        <c:ser>
          <c:idx val="3"/>
          <c:order val="3"/>
          <c:tx>
            <c:strRef>
              <c:f>'YTD Flows'!$F$3</c:f>
              <c:strCache>
                <c:ptCount val="1"/>
                <c:pt idx="0">
                  <c:v>Varejo</c:v>
                </c:pt>
              </c:strCache>
            </c:strRef>
          </c:tx>
          <c:spPr>
            <a:ln w="28575" cap="rnd">
              <a:solidFill>
                <a:schemeClr val="bg1">
                  <a:lumMod val="8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'YTD Flows'!$B$5:$B$1423</c:f>
              <c:numCache>
                <c:formatCode>m/d/yyyy</c:formatCode>
                <c:ptCount val="1419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46071</c:v>
                </c:pt>
                <c:pt idx="33">
                  <c:v>46072</c:v>
                </c:pt>
                <c:pt idx="34">
                  <c:v>46073</c:v>
                </c:pt>
                <c:pt idx="35">
                  <c:v>46076</c:v>
                </c:pt>
                <c:pt idx="36">
                  <c:v>46077</c:v>
                </c:pt>
                <c:pt idx="37">
                  <c:v>46078</c:v>
                </c:pt>
                <c:pt idx="38">
                  <c:v>46079</c:v>
                </c:pt>
                <c:pt idx="39">
                  <c:v>46080</c:v>
                </c:pt>
                <c:pt idx="40">
                  <c:v>46083</c:v>
                </c:pt>
                <c:pt idx="41">
                  <c:v>46084</c:v>
                </c:pt>
                <c:pt idx="42">
                  <c:v>46085</c:v>
                </c:pt>
                <c:pt idx="43">
                  <c:v>46086</c:v>
                </c:pt>
                <c:pt idx="44">
                  <c:v>46087</c:v>
                </c:pt>
                <c:pt idx="45">
                  <c:v>46090</c:v>
                </c:pt>
                <c:pt idx="46">
                  <c:v>46091</c:v>
                </c:pt>
                <c:pt idx="47">
                  <c:v>46092</c:v>
                </c:pt>
                <c:pt idx="48">
                  <c:v>46093</c:v>
                </c:pt>
                <c:pt idx="49">
                  <c:v>46094</c:v>
                </c:pt>
                <c:pt idx="50">
                  <c:v>46097</c:v>
                </c:pt>
                <c:pt idx="51">
                  <c:v>46098</c:v>
                </c:pt>
                <c:pt idx="52">
                  <c:v>46099</c:v>
                </c:pt>
                <c:pt idx="53">
                  <c:v>46100</c:v>
                </c:pt>
                <c:pt idx="54">
                  <c:v>46101</c:v>
                </c:pt>
                <c:pt idx="55">
                  <c:v>46104</c:v>
                </c:pt>
                <c:pt idx="56">
                  <c:v>46105</c:v>
                </c:pt>
                <c:pt idx="57">
                  <c:v>46106</c:v>
                </c:pt>
                <c:pt idx="58">
                  <c:v>46107</c:v>
                </c:pt>
                <c:pt idx="59">
                  <c:v>46108</c:v>
                </c:pt>
                <c:pt idx="60">
                  <c:v>46111</c:v>
                </c:pt>
                <c:pt idx="61">
                  <c:v>46112</c:v>
                </c:pt>
                <c:pt idx="62">
                  <c:v>46113</c:v>
                </c:pt>
                <c:pt idx="63">
                  <c:v>46114</c:v>
                </c:pt>
                <c:pt idx="64">
                  <c:v>46118</c:v>
                </c:pt>
                <c:pt idx="65">
                  <c:v>46119</c:v>
                </c:pt>
                <c:pt idx="66">
                  <c:v>46120</c:v>
                </c:pt>
                <c:pt idx="67">
                  <c:v>46121</c:v>
                </c:pt>
                <c:pt idx="68">
                  <c:v>46122</c:v>
                </c:pt>
                <c:pt idx="69">
                  <c:v>46125</c:v>
                </c:pt>
                <c:pt idx="70">
                  <c:v>46126</c:v>
                </c:pt>
                <c:pt idx="71">
                  <c:v>46127</c:v>
                </c:pt>
                <c:pt idx="72">
                  <c:v>46128</c:v>
                </c:pt>
                <c:pt idx="73">
                  <c:v>46129</c:v>
                </c:pt>
                <c:pt idx="74">
                  <c:v>46132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46147</c:v>
                </c:pt>
                <c:pt idx="84">
                  <c:v>46148</c:v>
                </c:pt>
                <c:pt idx="85">
                  <c:v>46149</c:v>
                </c:pt>
                <c:pt idx="86">
                  <c:v>46150</c:v>
                </c:pt>
                <c:pt idx="87">
                  <c:v>46153</c:v>
                </c:pt>
                <c:pt idx="88">
                  <c:v>46154</c:v>
                </c:pt>
                <c:pt idx="89">
                  <c:v>46155</c:v>
                </c:pt>
                <c:pt idx="90">
                  <c:v>46156</c:v>
                </c:pt>
                <c:pt idx="91">
                  <c:v>46157</c:v>
                </c:pt>
                <c:pt idx="92">
                  <c:v>46160</c:v>
                </c:pt>
                <c:pt idx="93">
                  <c:v>46161</c:v>
                </c:pt>
                <c:pt idx="94">
                  <c:v>46162</c:v>
                </c:pt>
                <c:pt idx="95">
                  <c:v>46163</c:v>
                </c:pt>
                <c:pt idx="96">
                  <c:v>46164</c:v>
                </c:pt>
                <c:pt idx="97">
                  <c:v>46167</c:v>
                </c:pt>
                <c:pt idx="98">
                  <c:v>46168</c:v>
                </c:pt>
                <c:pt idx="99">
                  <c:v>46169</c:v>
                </c:pt>
                <c:pt idx="100">
                  <c:v>46170</c:v>
                </c:pt>
                <c:pt idx="101">
                  <c:v>46171</c:v>
                </c:pt>
                <c:pt idx="102">
                  <c:v>46174</c:v>
                </c:pt>
                <c:pt idx="103">
                  <c:v>46175</c:v>
                </c:pt>
                <c:pt idx="104">
                  <c:v>46176</c:v>
                </c:pt>
                <c:pt idx="105">
                  <c:v>46178</c:v>
                </c:pt>
                <c:pt idx="106">
                  <c:v>46181</c:v>
                </c:pt>
                <c:pt idx="107">
                  <c:v>46182</c:v>
                </c:pt>
                <c:pt idx="108">
                  <c:v>46183</c:v>
                </c:pt>
                <c:pt idx="109">
                  <c:v>46184</c:v>
                </c:pt>
                <c:pt idx="110">
                  <c:v>46185</c:v>
                </c:pt>
                <c:pt idx="111">
                  <c:v>46188</c:v>
                </c:pt>
                <c:pt idx="112">
                  <c:v>46189</c:v>
                </c:pt>
                <c:pt idx="113">
                  <c:v>46190</c:v>
                </c:pt>
                <c:pt idx="114">
                  <c:v>46191</c:v>
                </c:pt>
                <c:pt idx="115">
                  <c:v>46192</c:v>
                </c:pt>
                <c:pt idx="116">
                  <c:v>46195</c:v>
                </c:pt>
                <c:pt idx="117">
                  <c:v>46196</c:v>
                </c:pt>
                <c:pt idx="118">
                  <c:v>46197</c:v>
                </c:pt>
                <c:pt idx="119">
                  <c:v>46198</c:v>
                </c:pt>
                <c:pt idx="120">
                  <c:v>46199</c:v>
                </c:pt>
                <c:pt idx="121">
                  <c:v>46202</c:v>
                </c:pt>
                <c:pt idx="122">
                  <c:v>46203</c:v>
                </c:pt>
                <c:pt idx="123">
                  <c:v>46204</c:v>
                </c:pt>
                <c:pt idx="124">
                  <c:v>46205</c:v>
                </c:pt>
                <c:pt idx="125">
                  <c:v>46206</c:v>
                </c:pt>
                <c:pt idx="126">
                  <c:v>46209</c:v>
                </c:pt>
                <c:pt idx="127">
                  <c:v>46210</c:v>
                </c:pt>
                <c:pt idx="128">
                  <c:v>46211</c:v>
                </c:pt>
                <c:pt idx="129">
                  <c:v>46212</c:v>
                </c:pt>
                <c:pt idx="130">
                  <c:v>46213</c:v>
                </c:pt>
                <c:pt idx="131">
                  <c:v>46216</c:v>
                </c:pt>
                <c:pt idx="132">
                  <c:v>46217</c:v>
                </c:pt>
                <c:pt idx="133">
                  <c:v>46218</c:v>
                </c:pt>
                <c:pt idx="134">
                  <c:v>46219</c:v>
                </c:pt>
                <c:pt idx="135">
                  <c:v>46220</c:v>
                </c:pt>
                <c:pt idx="136">
                  <c:v>46223</c:v>
                </c:pt>
                <c:pt idx="137">
                  <c:v>46224</c:v>
                </c:pt>
                <c:pt idx="138">
                  <c:v>46225</c:v>
                </c:pt>
                <c:pt idx="139">
                  <c:v>46226</c:v>
                </c:pt>
                <c:pt idx="140">
                  <c:v>46227</c:v>
                </c:pt>
                <c:pt idx="141">
                  <c:v>46230</c:v>
                </c:pt>
                <c:pt idx="142">
                  <c:v>46231</c:v>
                </c:pt>
                <c:pt idx="143">
                  <c:v>46232</c:v>
                </c:pt>
                <c:pt idx="144">
                  <c:v>46233</c:v>
                </c:pt>
                <c:pt idx="145">
                  <c:v>46234</c:v>
                </c:pt>
                <c:pt idx="146">
                  <c:v>46237</c:v>
                </c:pt>
                <c:pt idx="147">
                  <c:v>46238</c:v>
                </c:pt>
                <c:pt idx="148">
                  <c:v>46239</c:v>
                </c:pt>
                <c:pt idx="149">
                  <c:v>46240</c:v>
                </c:pt>
                <c:pt idx="150">
                  <c:v>46241</c:v>
                </c:pt>
                <c:pt idx="151">
                  <c:v>46244</c:v>
                </c:pt>
                <c:pt idx="152">
                  <c:v>46245</c:v>
                </c:pt>
                <c:pt idx="153">
                  <c:v>46246</c:v>
                </c:pt>
                <c:pt idx="154">
                  <c:v>46247</c:v>
                </c:pt>
                <c:pt idx="155">
                  <c:v>46248</c:v>
                </c:pt>
                <c:pt idx="156">
                  <c:v>46251</c:v>
                </c:pt>
                <c:pt idx="157">
                  <c:v>46252</c:v>
                </c:pt>
                <c:pt idx="158">
                  <c:v>46253</c:v>
                </c:pt>
                <c:pt idx="159">
                  <c:v>46254</c:v>
                </c:pt>
                <c:pt idx="160">
                  <c:v>46255</c:v>
                </c:pt>
                <c:pt idx="161">
                  <c:v>46258</c:v>
                </c:pt>
                <c:pt idx="162">
                  <c:v>46259</c:v>
                </c:pt>
                <c:pt idx="163">
                  <c:v>46260</c:v>
                </c:pt>
                <c:pt idx="164">
                  <c:v>46261</c:v>
                </c:pt>
                <c:pt idx="165">
                  <c:v>46262</c:v>
                </c:pt>
              </c:numCache>
            </c:numRef>
          </c:cat>
          <c:val>
            <c:numRef>
              <c:f>'YTD Flows'!$F$5:$F$1423</c:f>
              <c:numCache>
                <c:formatCode>#,#00</c:formatCode>
                <c:ptCount val="1419"/>
                <c:pt idx="0" formatCode="General">
                  <c:v>0</c:v>
                </c:pt>
                <c:pt idx="1">
                  <c:v>0.49188300000000001</c:v>
                </c:pt>
                <c:pt idx="2">
                  <c:v>0.47261199999999998</c:v>
                </c:pt>
                <c:pt idx="3">
                  <c:v>0.60769099999999998</c:v>
                </c:pt>
                <c:pt idx="4">
                  <c:v>1.0325800000000001</c:v>
                </c:pt>
                <c:pt idx="5">
                  <c:v>1.1534690000000001</c:v>
                </c:pt>
                <c:pt idx="6">
                  <c:v>0.85877700000000012</c:v>
                </c:pt>
                <c:pt idx="7">
                  <c:v>0.99921300000000013</c:v>
                </c:pt>
                <c:pt idx="8">
                  <c:v>1.4109780000000001</c:v>
                </c:pt>
                <c:pt idx="9">
                  <c:v>0.90905800000000003</c:v>
                </c:pt>
                <c:pt idx="10">
                  <c:v>0.84767700000000001</c:v>
                </c:pt>
                <c:pt idx="11">
                  <c:v>0.42263299999999998</c:v>
                </c:pt>
                <c:pt idx="12">
                  <c:v>0.70545100000000005</c:v>
                </c:pt>
                <c:pt idx="13">
                  <c:v>0.72597600000000007</c:v>
                </c:pt>
                <c:pt idx="14">
                  <c:v>-0.75701299999999982</c:v>
                </c:pt>
                <c:pt idx="15">
                  <c:v>-1.7719309999999999</c:v>
                </c:pt>
                <c:pt idx="16">
                  <c:v>-2.6627540000000001</c:v>
                </c:pt>
                <c:pt idx="17">
                  <c:v>-2.5041000000000002</c:v>
                </c:pt>
                <c:pt idx="18">
                  <c:v>-2.988842</c:v>
                </c:pt>
                <c:pt idx="19">
                  <c:v>-3.669683</c:v>
                </c:pt>
                <c:pt idx="20">
                  <c:v>-3.5058280000000002</c:v>
                </c:pt>
                <c:pt idx="21">
                  <c:v>-3.5714730000000001</c:v>
                </c:pt>
                <c:pt idx="22">
                  <c:v>-3.7904840000000002</c:v>
                </c:pt>
                <c:pt idx="23">
                  <c:v>-4.592263</c:v>
                </c:pt>
                <c:pt idx="24">
                  <c:v>-3.8748420000000001</c:v>
                </c:pt>
                <c:pt idx="25">
                  <c:v>-3.7416830000000001</c:v>
                </c:pt>
                <c:pt idx="26">
                  <c:v>-3.6602519999999998</c:v>
                </c:pt>
                <c:pt idx="27">
                  <c:v>-4.2206790000000014</c:v>
                </c:pt>
                <c:pt idx="28">
                  <c:v>-4.1505330000000002</c:v>
                </c:pt>
                <c:pt idx="29">
                  <c:v>-5.2920579999999999</c:v>
                </c:pt>
                <c:pt idx="30">
                  <c:v>-4.8766829999999999</c:v>
                </c:pt>
                <c:pt idx="31">
                  <c:v>-4.5915889999999999</c:v>
                </c:pt>
                <c:pt idx="32">
                  <c:v>-4.4317710000000003</c:v>
                </c:pt>
                <c:pt idx="33">
                  <c:v>-4.8445840000000002</c:v>
                </c:pt>
                <c:pt idx="34">
                  <c:v>-7.3572000000000006</c:v>
                </c:pt>
                <c:pt idx="35">
                  <c:v>-6.6801110000000001</c:v>
                </c:pt>
                <c:pt idx="36">
                  <c:v>-7.0282840000000002</c:v>
                </c:pt>
                <c:pt idx="37">
                  <c:v>-6.7584080000000002</c:v>
                </c:pt>
                <c:pt idx="38">
                  <c:v>-6.5719390000000004</c:v>
                </c:pt>
                <c:pt idx="39">
                  <c:v>-6.3060550000000006</c:v>
                </c:pt>
                <c:pt idx="40">
                  <c:v>-6.4605689999999996</c:v>
                </c:pt>
                <c:pt idx="41">
                  <c:v>-5.5561560000000014</c:v>
                </c:pt>
                <c:pt idx="42">
                  <c:v>-5.5175960000000002</c:v>
                </c:pt>
                <c:pt idx="43">
                  <c:v>-4.8570419999999999</c:v>
                </c:pt>
                <c:pt idx="44">
                  <c:v>-4.9762750000000002</c:v>
                </c:pt>
                <c:pt idx="45">
                  <c:v>-5.3978359999999999</c:v>
                </c:pt>
                <c:pt idx="46">
                  <c:v>-5.7000250000000001</c:v>
                </c:pt>
                <c:pt idx="47">
                  <c:v>-5.8010099999999998</c:v>
                </c:pt>
                <c:pt idx="48">
                  <c:v>-4.85379</c:v>
                </c:pt>
                <c:pt idx="49">
                  <c:v>-4.3930189999999998</c:v>
                </c:pt>
                <c:pt idx="50">
                  <c:v>-4.701435</c:v>
                </c:pt>
                <c:pt idx="51">
                  <c:v>-4.6356890000000002</c:v>
                </c:pt>
                <c:pt idx="52">
                  <c:v>-4.4744080000000004</c:v>
                </c:pt>
                <c:pt idx="53">
                  <c:v>-4.487241</c:v>
                </c:pt>
                <c:pt idx="54">
                  <c:v>-4.5515140000000001</c:v>
                </c:pt>
                <c:pt idx="55">
                  <c:v>-5.4429749999999997</c:v>
                </c:pt>
                <c:pt idx="56">
                  <c:v>-5.3883829999999993</c:v>
                </c:pt>
                <c:pt idx="57">
                  <c:v>-5.8399569999999992</c:v>
                </c:pt>
                <c:pt idx="58">
                  <c:v>-5.507674999999999</c:v>
                </c:pt>
                <c:pt idx="59">
                  <c:v>-5.2153269999999994</c:v>
                </c:pt>
                <c:pt idx="60">
                  <c:v>-5.1749419999999997</c:v>
                </c:pt>
                <c:pt idx="61">
                  <c:v>-6.0292689999999993</c:v>
                </c:pt>
                <c:pt idx="62">
                  <c:v>-6.4353399999999992</c:v>
                </c:pt>
                <c:pt idx="63">
                  <c:v>-6.5503269999999993</c:v>
                </c:pt>
                <c:pt idx="64">
                  <c:v>-6.4264889999999992</c:v>
                </c:pt>
                <c:pt idx="65">
                  <c:v>-6.0945809999999989</c:v>
                </c:pt>
                <c:pt idx="66">
                  <c:v>-7.3647569999999991</c:v>
                </c:pt>
                <c:pt idx="67">
                  <c:v>-8.3229149999999983</c:v>
                </c:pt>
                <c:pt idx="68">
                  <c:v>-8.8746249999999982</c:v>
                </c:pt>
                <c:pt idx="69">
                  <c:v>-8.926404999999999</c:v>
                </c:pt>
                <c:pt idx="70">
                  <c:v>-8.9330879999999997</c:v>
                </c:pt>
                <c:pt idx="71">
                  <c:v>-8.5601950000000002</c:v>
                </c:pt>
                <c:pt idx="72">
                  <c:v>-8.3066399999999998</c:v>
                </c:pt>
                <c:pt idx="73">
                  <c:v>-9.3836589999999998</c:v>
                </c:pt>
                <c:pt idx="74">
                  <c:v>-9.1617269999999991</c:v>
                </c:pt>
                <c:pt idx="75">
                  <c:v>-8.2840219999999984</c:v>
                </c:pt>
                <c:pt idx="76">
                  <c:v>-7.7499309999999983</c:v>
                </c:pt>
                <c:pt idx="77">
                  <c:v>-7.4691459999999994</c:v>
                </c:pt>
                <c:pt idx="78">
                  <c:v>-7.1378809999999984</c:v>
                </c:pt>
                <c:pt idx="79">
                  <c:v>-6.8807049999999981</c:v>
                </c:pt>
                <c:pt idx="80">
                  <c:v>-6.293492999999998</c:v>
                </c:pt>
                <c:pt idx="81">
                  <c:v>-5.9962789999999977</c:v>
                </c:pt>
                <c:pt idx="82">
                  <c:v>-5.7732269999999977</c:v>
                </c:pt>
                <c:pt idx="83">
                  <c:v>-5.5339009999999984</c:v>
                </c:pt>
                <c:pt idx="84">
                  <c:v>-5.4811179999999977</c:v>
                </c:pt>
                <c:pt idx="85">
                  <c:v>-4.7391549999999976</c:v>
                </c:pt>
                <c:pt idx="86">
                  <c:v>-4.4711239999999979</c:v>
                </c:pt>
                <c:pt idx="87">
                  <c:v>-4.0752299999999977</c:v>
                </c:pt>
                <c:pt idx="88">
                  <c:v>-3.745965999999997</c:v>
                </c:pt>
                <c:pt idx="89">
                  <c:v>-3.2994569999999981</c:v>
                </c:pt>
                <c:pt idx="90">
                  <c:v>-3.239551999999998</c:v>
                </c:pt>
                <c:pt idx="91">
                  <c:v>-2.395095999999997</c:v>
                </c:pt>
                <c:pt idx="92">
                  <c:v>-2.1113159999999969</c:v>
                </c:pt>
                <c:pt idx="93">
                  <c:v>-1.5972889999999971</c:v>
                </c:pt>
                <c:pt idx="94">
                  <c:v>-1.636261999999997</c:v>
                </c:pt>
                <c:pt idx="95">
                  <c:v>-1.4306229999999971</c:v>
                </c:pt>
                <c:pt idx="96">
                  <c:v>-0.97293199999999724</c:v>
                </c:pt>
                <c:pt idx="97">
                  <c:v>-1.0635829999999971</c:v>
                </c:pt>
                <c:pt idx="98">
                  <c:v>-0.70756199999999736</c:v>
                </c:pt>
                <c:pt idx="99">
                  <c:v>-0.69434299999999738</c:v>
                </c:pt>
                <c:pt idx="100">
                  <c:v>-0.56501399999999735</c:v>
                </c:pt>
                <c:pt idx="101">
                  <c:v>-0.17566499999999741</c:v>
                </c:pt>
                <c:pt idx="102">
                  <c:v>3.6044000000002657E-2</c:v>
                </c:pt>
                <c:pt idx="103">
                  <c:v>4.7133000000002659E-2</c:v>
                </c:pt>
                <c:pt idx="104">
                  <c:v>0.68882500000000269</c:v>
                </c:pt>
                <c:pt idx="105">
                  <c:v>1.002155000000003</c:v>
                </c:pt>
                <c:pt idx="106">
                  <c:v>1.130278000000003</c:v>
                </c:pt>
                <c:pt idx="107">
                  <c:v>1.209501000000003</c:v>
                </c:pt>
                <c:pt idx="108">
                  <c:v>1.507591000000003</c:v>
                </c:pt>
                <c:pt idx="109">
                  <c:v>1.403315000000003</c:v>
                </c:pt>
                <c:pt idx="110">
                  <c:v>1.660233000000003</c:v>
                </c:pt>
                <c:pt idx="111">
                  <c:v>1.151965000000003</c:v>
                </c:pt>
                <c:pt idx="112">
                  <c:v>1.5145290000000029</c:v>
                </c:pt>
                <c:pt idx="113">
                  <c:v>1.7685560000000029</c:v>
                </c:pt>
                <c:pt idx="114">
                  <c:v>1.845535000000003</c:v>
                </c:pt>
                <c:pt idx="115">
                  <c:v>2.4020030000000019</c:v>
                </c:pt>
                <c:pt idx="116">
                  <c:v>2.421241000000002</c:v>
                </c:pt>
                <c:pt idx="117">
                  <c:v>2.559357000000003</c:v>
                </c:pt>
                <c:pt idx="118">
                  <c:v>2.8217270000000032</c:v>
                </c:pt>
                <c:pt idx="119">
                  <c:v>2.7517650000000029</c:v>
                </c:pt>
                <c:pt idx="120">
                  <c:v>2.6524490000000029</c:v>
                </c:pt>
                <c:pt idx="121">
                  <c:v>2.6604530000000031</c:v>
                </c:pt>
                <c:pt idx="122">
                  <c:v>2.9797410000000029</c:v>
                </c:pt>
                <c:pt idx="123">
                  <c:v>3.1664100000000031</c:v>
                </c:pt>
                <c:pt idx="124">
                  <c:v>3.243324000000003</c:v>
                </c:pt>
                <c:pt idx="125">
                  <c:v>3.0301520000000028</c:v>
                </c:pt>
                <c:pt idx="126">
                  <c:v>3.494814000000003</c:v>
                </c:pt>
                <c:pt idx="127">
                  <c:v>3.797338000000003</c:v>
                </c:pt>
                <c:pt idx="128">
                  <c:v>4.0177630000000031</c:v>
                </c:pt>
                <c:pt idx="129">
                  <c:v>3.769888000000003</c:v>
                </c:pt>
                <c:pt idx="130">
                  <c:v>3.1289170000000031</c:v>
                </c:pt>
                <c:pt idx="131">
                  <c:v>3.499564000000003</c:v>
                </c:pt>
                <c:pt idx="132">
                  <c:v>3.599808000000003</c:v>
                </c:pt>
                <c:pt idx="133">
                  <c:v>3.8950490000000029</c:v>
                </c:pt>
                <c:pt idx="134">
                  <c:v>4.121584000000003</c:v>
                </c:pt>
                <c:pt idx="135">
                  <c:v>4.289513000000003</c:v>
                </c:pt>
                <c:pt idx="136">
                  <c:v>4.4598530000000034</c:v>
                </c:pt>
                <c:pt idx="137">
                  <c:v>4.6086000000000036</c:v>
                </c:pt>
                <c:pt idx="138">
                  <c:v>4.2774700000000037</c:v>
                </c:pt>
                <c:pt idx="139">
                  <c:v>4.5446090000000039</c:v>
                </c:pt>
                <c:pt idx="140">
                  <c:v>4.9258380000000042</c:v>
                </c:pt>
                <c:pt idx="141">
                  <c:v>4.4538700000000038</c:v>
                </c:pt>
                <c:pt idx="142">
                  <c:v>4.3999800000000038</c:v>
                </c:pt>
                <c:pt idx="143">
                  <c:v>4.8104200000000041</c:v>
                </c:pt>
                <c:pt idx="144">
                  <c:v>4.3910250000000044</c:v>
                </c:pt>
                <c:pt idx="145">
                  <c:v>4.1121480000000048</c:v>
                </c:pt>
                <c:pt idx="146">
                  <c:v>4.086078000000005</c:v>
                </c:pt>
                <c:pt idx="147">
                  <c:v>4.0351170000000049</c:v>
                </c:pt>
                <c:pt idx="148">
                  <c:v>3.616359000000005</c:v>
                </c:pt>
                <c:pt idx="149">
                  <c:v>4.1322770000000046</c:v>
                </c:pt>
                <c:pt idx="150">
                  <c:v>4.7876740000000044</c:v>
                </c:pt>
                <c:pt idx="151">
                  <c:v>4.8730830000000047</c:v>
                </c:pt>
                <c:pt idx="152">
                  <c:v>5.4337320000000036</c:v>
                </c:pt>
                <c:pt idx="153">
                  <c:v>5.7001020000000047</c:v>
                </c:pt>
                <c:pt idx="154">
                  <c:v>5.8034000000000043</c:v>
                </c:pt>
                <c:pt idx="155">
                  <c:v>6.1013540000000042</c:v>
                </c:pt>
                <c:pt idx="156">
                  <c:v>6.256154000000004</c:v>
                </c:pt>
                <c:pt idx="157">
                  <c:v>6.613909000000004</c:v>
                </c:pt>
                <c:pt idx="158">
                  <c:v>6.6562690000000044</c:v>
                </c:pt>
                <c:pt idx="159">
                  <c:v>6.8149730000000046</c:v>
                </c:pt>
                <c:pt idx="160">
                  <c:v>6.5359230000000048</c:v>
                </c:pt>
                <c:pt idx="161">
                  <c:v>6.6005670000000052</c:v>
                </c:pt>
                <c:pt idx="162">
                  <c:v>6.4182940000000048</c:v>
                </c:pt>
                <c:pt idx="163">
                  <c:v>6.4569010000000047</c:v>
                </c:pt>
                <c:pt idx="164">
                  <c:v>6.386918000000005</c:v>
                </c:pt>
                <c:pt idx="165">
                  <c:v>6.386918000000005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EEC-4A55-AC11-82595BD9F654}"/>
            </c:ext>
          </c:extLst>
        </c:ser>
        <c:ser>
          <c:idx val="4"/>
          <c:order val="4"/>
          <c:tx>
            <c:strRef>
              <c:f>'YTD Flows'!$G$3</c:f>
              <c:strCache>
                <c:ptCount val="1"/>
                <c:pt idx="0">
                  <c:v>Outros</c:v>
                </c:pt>
              </c:strCache>
            </c:strRef>
          </c:tx>
          <c:spPr>
            <a:ln w="28575" cap="rnd">
              <a:solidFill>
                <a:srgbClr val="8EB3DF"/>
              </a:solidFill>
              <a:round/>
            </a:ln>
            <a:effectLst/>
          </c:spPr>
          <c:marker>
            <c:symbol val="none"/>
          </c:marker>
          <c:cat>
            <c:numRef>
              <c:f>'YTD Flows'!$B$5:$B$1423</c:f>
              <c:numCache>
                <c:formatCode>m/d/yyyy</c:formatCode>
                <c:ptCount val="1419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46071</c:v>
                </c:pt>
                <c:pt idx="33">
                  <c:v>46072</c:v>
                </c:pt>
                <c:pt idx="34">
                  <c:v>46073</c:v>
                </c:pt>
                <c:pt idx="35">
                  <c:v>46076</c:v>
                </c:pt>
                <c:pt idx="36">
                  <c:v>46077</c:v>
                </c:pt>
                <c:pt idx="37">
                  <c:v>46078</c:v>
                </c:pt>
                <c:pt idx="38">
                  <c:v>46079</c:v>
                </c:pt>
                <c:pt idx="39">
                  <c:v>46080</c:v>
                </c:pt>
                <c:pt idx="40">
                  <c:v>46083</c:v>
                </c:pt>
                <c:pt idx="41">
                  <c:v>46084</c:v>
                </c:pt>
                <c:pt idx="42">
                  <c:v>46085</c:v>
                </c:pt>
                <c:pt idx="43">
                  <c:v>46086</c:v>
                </c:pt>
                <c:pt idx="44">
                  <c:v>46087</c:v>
                </c:pt>
                <c:pt idx="45">
                  <c:v>46090</c:v>
                </c:pt>
                <c:pt idx="46">
                  <c:v>46091</c:v>
                </c:pt>
                <c:pt idx="47">
                  <c:v>46092</c:v>
                </c:pt>
                <c:pt idx="48">
                  <c:v>46093</c:v>
                </c:pt>
                <c:pt idx="49">
                  <c:v>46094</c:v>
                </c:pt>
                <c:pt idx="50">
                  <c:v>46097</c:v>
                </c:pt>
                <c:pt idx="51">
                  <c:v>46098</c:v>
                </c:pt>
                <c:pt idx="52">
                  <c:v>46099</c:v>
                </c:pt>
                <c:pt idx="53">
                  <c:v>46100</c:v>
                </c:pt>
                <c:pt idx="54">
                  <c:v>46101</c:v>
                </c:pt>
                <c:pt idx="55">
                  <c:v>46104</c:v>
                </c:pt>
                <c:pt idx="56">
                  <c:v>46105</c:v>
                </c:pt>
                <c:pt idx="57">
                  <c:v>46106</c:v>
                </c:pt>
                <c:pt idx="58">
                  <c:v>46107</c:v>
                </c:pt>
                <c:pt idx="59">
                  <c:v>46108</c:v>
                </c:pt>
                <c:pt idx="60">
                  <c:v>46111</c:v>
                </c:pt>
                <c:pt idx="61">
                  <c:v>46112</c:v>
                </c:pt>
                <c:pt idx="62">
                  <c:v>46113</c:v>
                </c:pt>
                <c:pt idx="63">
                  <c:v>46114</c:v>
                </c:pt>
                <c:pt idx="64">
                  <c:v>46118</c:v>
                </c:pt>
                <c:pt idx="65">
                  <c:v>46119</c:v>
                </c:pt>
                <c:pt idx="66">
                  <c:v>46120</c:v>
                </c:pt>
                <c:pt idx="67">
                  <c:v>46121</c:v>
                </c:pt>
                <c:pt idx="68">
                  <c:v>46122</c:v>
                </c:pt>
                <c:pt idx="69">
                  <c:v>46125</c:v>
                </c:pt>
                <c:pt idx="70">
                  <c:v>46126</c:v>
                </c:pt>
                <c:pt idx="71">
                  <c:v>46127</c:v>
                </c:pt>
                <c:pt idx="72">
                  <c:v>46128</c:v>
                </c:pt>
                <c:pt idx="73">
                  <c:v>46129</c:v>
                </c:pt>
                <c:pt idx="74">
                  <c:v>46132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46147</c:v>
                </c:pt>
                <c:pt idx="84">
                  <c:v>46148</c:v>
                </c:pt>
                <c:pt idx="85">
                  <c:v>46149</c:v>
                </c:pt>
                <c:pt idx="86">
                  <c:v>46150</c:v>
                </c:pt>
                <c:pt idx="87">
                  <c:v>46153</c:v>
                </c:pt>
                <c:pt idx="88">
                  <c:v>46154</c:v>
                </c:pt>
                <c:pt idx="89">
                  <c:v>46155</c:v>
                </c:pt>
                <c:pt idx="90">
                  <c:v>46156</c:v>
                </c:pt>
                <c:pt idx="91">
                  <c:v>46157</c:v>
                </c:pt>
                <c:pt idx="92">
                  <c:v>46160</c:v>
                </c:pt>
                <c:pt idx="93">
                  <c:v>46161</c:v>
                </c:pt>
                <c:pt idx="94">
                  <c:v>46162</c:v>
                </c:pt>
                <c:pt idx="95">
                  <c:v>46163</c:v>
                </c:pt>
                <c:pt idx="96">
                  <c:v>46164</c:v>
                </c:pt>
                <c:pt idx="97">
                  <c:v>46167</c:v>
                </c:pt>
                <c:pt idx="98">
                  <c:v>46168</c:v>
                </c:pt>
                <c:pt idx="99">
                  <c:v>46169</c:v>
                </c:pt>
                <c:pt idx="100">
                  <c:v>46170</c:v>
                </c:pt>
                <c:pt idx="101">
                  <c:v>46171</c:v>
                </c:pt>
                <c:pt idx="102">
                  <c:v>46174</c:v>
                </c:pt>
                <c:pt idx="103">
                  <c:v>46175</c:v>
                </c:pt>
                <c:pt idx="104">
                  <c:v>46176</c:v>
                </c:pt>
                <c:pt idx="105">
                  <c:v>46178</c:v>
                </c:pt>
                <c:pt idx="106">
                  <c:v>46181</c:v>
                </c:pt>
                <c:pt idx="107">
                  <c:v>46182</c:v>
                </c:pt>
                <c:pt idx="108">
                  <c:v>46183</c:v>
                </c:pt>
                <c:pt idx="109">
                  <c:v>46184</c:v>
                </c:pt>
                <c:pt idx="110">
                  <c:v>46185</c:v>
                </c:pt>
                <c:pt idx="111">
                  <c:v>46188</c:v>
                </c:pt>
                <c:pt idx="112">
                  <c:v>46189</c:v>
                </c:pt>
                <c:pt idx="113">
                  <c:v>46190</c:v>
                </c:pt>
                <c:pt idx="114">
                  <c:v>46191</c:v>
                </c:pt>
                <c:pt idx="115">
                  <c:v>46192</c:v>
                </c:pt>
                <c:pt idx="116">
                  <c:v>46195</c:v>
                </c:pt>
                <c:pt idx="117">
                  <c:v>46196</c:v>
                </c:pt>
                <c:pt idx="118">
                  <c:v>46197</c:v>
                </c:pt>
                <c:pt idx="119">
                  <c:v>46198</c:v>
                </c:pt>
                <c:pt idx="120">
                  <c:v>46199</c:v>
                </c:pt>
                <c:pt idx="121">
                  <c:v>46202</c:v>
                </c:pt>
                <c:pt idx="122">
                  <c:v>46203</c:v>
                </c:pt>
                <c:pt idx="123">
                  <c:v>46204</c:v>
                </c:pt>
                <c:pt idx="124">
                  <c:v>46205</c:v>
                </c:pt>
                <c:pt idx="125">
                  <c:v>46206</c:v>
                </c:pt>
                <c:pt idx="126">
                  <c:v>46209</c:v>
                </c:pt>
                <c:pt idx="127">
                  <c:v>46210</c:v>
                </c:pt>
                <c:pt idx="128">
                  <c:v>46211</c:v>
                </c:pt>
                <c:pt idx="129">
                  <c:v>46212</c:v>
                </c:pt>
                <c:pt idx="130">
                  <c:v>46213</c:v>
                </c:pt>
                <c:pt idx="131">
                  <c:v>46216</c:v>
                </c:pt>
                <c:pt idx="132">
                  <c:v>46217</c:v>
                </c:pt>
                <c:pt idx="133">
                  <c:v>46218</c:v>
                </c:pt>
                <c:pt idx="134">
                  <c:v>46219</c:v>
                </c:pt>
                <c:pt idx="135">
                  <c:v>46220</c:v>
                </c:pt>
                <c:pt idx="136">
                  <c:v>46223</c:v>
                </c:pt>
                <c:pt idx="137">
                  <c:v>46224</c:v>
                </c:pt>
                <c:pt idx="138">
                  <c:v>46225</c:v>
                </c:pt>
                <c:pt idx="139">
                  <c:v>46226</c:v>
                </c:pt>
                <c:pt idx="140">
                  <c:v>46227</c:v>
                </c:pt>
                <c:pt idx="141">
                  <c:v>46230</c:v>
                </c:pt>
                <c:pt idx="142">
                  <c:v>46231</c:v>
                </c:pt>
                <c:pt idx="143">
                  <c:v>46232</c:v>
                </c:pt>
                <c:pt idx="144">
                  <c:v>46233</c:v>
                </c:pt>
                <c:pt idx="145">
                  <c:v>46234</c:v>
                </c:pt>
                <c:pt idx="146">
                  <c:v>46237</c:v>
                </c:pt>
                <c:pt idx="147">
                  <c:v>46238</c:v>
                </c:pt>
                <c:pt idx="148">
                  <c:v>46239</c:v>
                </c:pt>
                <c:pt idx="149">
                  <c:v>46240</c:v>
                </c:pt>
                <c:pt idx="150">
                  <c:v>46241</c:v>
                </c:pt>
                <c:pt idx="151">
                  <c:v>46244</c:v>
                </c:pt>
                <c:pt idx="152">
                  <c:v>46245</c:v>
                </c:pt>
                <c:pt idx="153">
                  <c:v>46246</c:v>
                </c:pt>
                <c:pt idx="154">
                  <c:v>46247</c:v>
                </c:pt>
                <c:pt idx="155">
                  <c:v>46248</c:v>
                </c:pt>
                <c:pt idx="156">
                  <c:v>46251</c:v>
                </c:pt>
                <c:pt idx="157">
                  <c:v>46252</c:v>
                </c:pt>
                <c:pt idx="158">
                  <c:v>46253</c:v>
                </c:pt>
                <c:pt idx="159">
                  <c:v>46254</c:v>
                </c:pt>
                <c:pt idx="160">
                  <c:v>46255</c:v>
                </c:pt>
                <c:pt idx="161">
                  <c:v>46258</c:v>
                </c:pt>
                <c:pt idx="162">
                  <c:v>46259</c:v>
                </c:pt>
                <c:pt idx="163">
                  <c:v>46260</c:v>
                </c:pt>
                <c:pt idx="164">
                  <c:v>46261</c:v>
                </c:pt>
                <c:pt idx="165">
                  <c:v>46262</c:v>
                </c:pt>
              </c:numCache>
            </c:numRef>
          </c:cat>
          <c:val>
            <c:numRef>
              <c:f>'YTD Flows'!$G$5:$G$1423</c:f>
              <c:numCache>
                <c:formatCode>#,#00</c:formatCode>
                <c:ptCount val="1419"/>
                <c:pt idx="0" formatCode="General">
                  <c:v>0</c:v>
                </c:pt>
                <c:pt idx="1">
                  <c:v>1.0781000000000001E-2</c:v>
                </c:pt>
                <c:pt idx="2">
                  <c:v>-2.5322999999999998E-2</c:v>
                </c:pt>
                <c:pt idx="3">
                  <c:v>-5.602E-2</c:v>
                </c:pt>
                <c:pt idx="4">
                  <c:v>-0.20043900000000001</c:v>
                </c:pt>
                <c:pt idx="5">
                  <c:v>-0.55107799999999996</c:v>
                </c:pt>
                <c:pt idx="6">
                  <c:v>-0.53454999999999997</c:v>
                </c:pt>
                <c:pt idx="7">
                  <c:v>-0.37095299999999998</c:v>
                </c:pt>
                <c:pt idx="8">
                  <c:v>-0.102571</c:v>
                </c:pt>
                <c:pt idx="9">
                  <c:v>-9.5188999999999968E-2</c:v>
                </c:pt>
                <c:pt idx="10">
                  <c:v>-4.006599999999997E-2</c:v>
                </c:pt>
                <c:pt idx="11">
                  <c:v>-3.828999999999997E-2</c:v>
                </c:pt>
                <c:pt idx="12">
                  <c:v>-0.22749699999999989</c:v>
                </c:pt>
                <c:pt idx="13">
                  <c:v>-0.23201699999999989</c:v>
                </c:pt>
                <c:pt idx="14">
                  <c:v>-0.27474999999999988</c:v>
                </c:pt>
                <c:pt idx="15">
                  <c:v>-0.38818900000000001</c:v>
                </c:pt>
                <c:pt idx="16">
                  <c:v>-0.48082699999999989</c:v>
                </c:pt>
                <c:pt idx="17">
                  <c:v>-0.58394299999999999</c:v>
                </c:pt>
                <c:pt idx="18">
                  <c:v>-0.61177899999999996</c:v>
                </c:pt>
                <c:pt idx="19">
                  <c:v>-0.52672199999999991</c:v>
                </c:pt>
                <c:pt idx="20">
                  <c:v>-0.53582799999999986</c:v>
                </c:pt>
                <c:pt idx="21">
                  <c:v>-0.51760099999999987</c:v>
                </c:pt>
                <c:pt idx="22">
                  <c:v>-0.51432599999999984</c:v>
                </c:pt>
                <c:pt idx="23">
                  <c:v>-0.64839499999999983</c:v>
                </c:pt>
                <c:pt idx="24">
                  <c:v>-0.67637599999999987</c:v>
                </c:pt>
                <c:pt idx="25">
                  <c:v>-0.70207999999999982</c:v>
                </c:pt>
                <c:pt idx="26">
                  <c:v>-0.71368699999999985</c:v>
                </c:pt>
                <c:pt idx="27">
                  <c:v>-0.76946599999999987</c:v>
                </c:pt>
                <c:pt idx="28">
                  <c:v>-0.80958699999999983</c:v>
                </c:pt>
                <c:pt idx="29">
                  <c:v>-0.91346699999999981</c:v>
                </c:pt>
                <c:pt idx="30">
                  <c:v>-0.8399979999999998</c:v>
                </c:pt>
                <c:pt idx="31">
                  <c:v>-0.80023699999999975</c:v>
                </c:pt>
                <c:pt idx="32">
                  <c:v>-0.82457599999999975</c:v>
                </c:pt>
                <c:pt idx="33">
                  <c:v>-0.89282899999999976</c:v>
                </c:pt>
                <c:pt idx="34">
                  <c:v>-1.329696</c:v>
                </c:pt>
                <c:pt idx="35">
                  <c:v>-1.357823</c:v>
                </c:pt>
                <c:pt idx="36">
                  <c:v>-1.817701</c:v>
                </c:pt>
                <c:pt idx="37">
                  <c:v>-1.8953500000000001</c:v>
                </c:pt>
                <c:pt idx="38">
                  <c:v>-1.776035</c:v>
                </c:pt>
                <c:pt idx="39">
                  <c:v>-2.03952</c:v>
                </c:pt>
                <c:pt idx="40">
                  <c:v>-2.1992060000000002</c:v>
                </c:pt>
                <c:pt idx="41">
                  <c:v>-2.1460979999999998</c:v>
                </c:pt>
                <c:pt idx="42">
                  <c:v>-2.1695950000000002</c:v>
                </c:pt>
                <c:pt idx="43">
                  <c:v>-2.1248239999999998</c:v>
                </c:pt>
                <c:pt idx="44">
                  <c:v>-1.0753820000000001</c:v>
                </c:pt>
                <c:pt idx="45">
                  <c:v>-1.0674380000000001</c:v>
                </c:pt>
                <c:pt idx="46">
                  <c:v>-1.0850420000000001</c:v>
                </c:pt>
                <c:pt idx="47">
                  <c:v>-1.0567789999999999</c:v>
                </c:pt>
                <c:pt idx="48">
                  <c:v>-0.9162560000000004</c:v>
                </c:pt>
                <c:pt idx="49">
                  <c:v>-0.77051400000000037</c:v>
                </c:pt>
                <c:pt idx="50">
                  <c:v>-0.72957300000000036</c:v>
                </c:pt>
                <c:pt idx="51">
                  <c:v>-0.63209800000000038</c:v>
                </c:pt>
                <c:pt idx="52">
                  <c:v>-0.44837800000000039</c:v>
                </c:pt>
                <c:pt idx="53">
                  <c:v>-7.8620000000003687E-3</c:v>
                </c:pt>
                <c:pt idx="54">
                  <c:v>0.2372519999999996</c:v>
                </c:pt>
                <c:pt idx="55">
                  <c:v>0.3687739999999996</c:v>
                </c:pt>
                <c:pt idx="56">
                  <c:v>0.41155499999999962</c:v>
                </c:pt>
                <c:pt idx="57">
                  <c:v>0.53213899999999958</c:v>
                </c:pt>
                <c:pt idx="58">
                  <c:v>0.6576489999999996</c:v>
                </c:pt>
                <c:pt idx="59">
                  <c:v>0.69885399999999964</c:v>
                </c:pt>
                <c:pt idx="60">
                  <c:v>0.75240099999999965</c:v>
                </c:pt>
                <c:pt idx="61">
                  <c:v>0.74533799999999961</c:v>
                </c:pt>
                <c:pt idx="62">
                  <c:v>0.79319799999999963</c:v>
                </c:pt>
                <c:pt idx="63">
                  <c:v>0.85199499999999961</c:v>
                </c:pt>
                <c:pt idx="64">
                  <c:v>0.90729899999999963</c:v>
                </c:pt>
                <c:pt idx="65">
                  <c:v>1.141187</c:v>
                </c:pt>
                <c:pt idx="66">
                  <c:v>1.0272079999999999</c:v>
                </c:pt>
                <c:pt idx="67">
                  <c:v>0.95505399999999963</c:v>
                </c:pt>
                <c:pt idx="68">
                  <c:v>0.90408199999999961</c:v>
                </c:pt>
                <c:pt idx="69">
                  <c:v>0.95195599999999958</c:v>
                </c:pt>
                <c:pt idx="70">
                  <c:v>1.162426</c:v>
                </c:pt>
                <c:pt idx="71">
                  <c:v>1.222014999999999</c:v>
                </c:pt>
                <c:pt idx="72">
                  <c:v>1.205179999999999</c:v>
                </c:pt>
                <c:pt idx="73">
                  <c:v>1.4675549999999991</c:v>
                </c:pt>
                <c:pt idx="74">
                  <c:v>1.454709</c:v>
                </c:pt>
                <c:pt idx="75">
                  <c:v>1.522969</c:v>
                </c:pt>
                <c:pt idx="76">
                  <c:v>1.528314</c:v>
                </c:pt>
                <c:pt idx="77">
                  <c:v>1.758529</c:v>
                </c:pt>
                <c:pt idx="78">
                  <c:v>1.582041</c:v>
                </c:pt>
                <c:pt idx="79">
                  <c:v>1.584851999999999</c:v>
                </c:pt>
                <c:pt idx="80">
                  <c:v>1.9493320000000001</c:v>
                </c:pt>
                <c:pt idx="81">
                  <c:v>1.9905919999999999</c:v>
                </c:pt>
                <c:pt idx="82">
                  <c:v>2.0044599999999999</c:v>
                </c:pt>
                <c:pt idx="83">
                  <c:v>1.8753569999999999</c:v>
                </c:pt>
                <c:pt idx="84">
                  <c:v>1.8946620000000001</c:v>
                </c:pt>
                <c:pt idx="85">
                  <c:v>2.01376</c:v>
                </c:pt>
                <c:pt idx="86">
                  <c:v>1.889051</c:v>
                </c:pt>
                <c:pt idx="87">
                  <c:v>2.1899760000000001</c:v>
                </c:pt>
                <c:pt idx="88">
                  <c:v>1.7118770000000001</c:v>
                </c:pt>
                <c:pt idx="89">
                  <c:v>1.65</c:v>
                </c:pt>
                <c:pt idx="90">
                  <c:v>1.3503259999999999</c:v>
                </c:pt>
                <c:pt idx="91">
                  <c:v>0.89319700000000013</c:v>
                </c:pt>
                <c:pt idx="92">
                  <c:v>0.40910200000000008</c:v>
                </c:pt>
                <c:pt idx="93">
                  <c:v>0.23674200000000009</c:v>
                </c:pt>
                <c:pt idx="94">
                  <c:v>-6.6168999999999867E-2</c:v>
                </c:pt>
                <c:pt idx="95">
                  <c:v>-0.44233399999999989</c:v>
                </c:pt>
                <c:pt idx="96">
                  <c:v>-0.57628599999999985</c:v>
                </c:pt>
                <c:pt idx="97">
                  <c:v>-0.47452699999999992</c:v>
                </c:pt>
                <c:pt idx="98">
                  <c:v>-0.69115299999999991</c:v>
                </c:pt>
                <c:pt idx="99">
                  <c:v>-0.64952599999999994</c:v>
                </c:pt>
                <c:pt idx="100">
                  <c:v>-0.74092499999999994</c:v>
                </c:pt>
                <c:pt idx="101">
                  <c:v>-0.72025699999999993</c:v>
                </c:pt>
                <c:pt idx="102">
                  <c:v>-0.88736399999999993</c:v>
                </c:pt>
                <c:pt idx="103">
                  <c:v>-1.1605909999999999</c:v>
                </c:pt>
                <c:pt idx="104">
                  <c:v>-1.180725</c:v>
                </c:pt>
                <c:pt idx="105">
                  <c:v>-1.004704</c:v>
                </c:pt>
                <c:pt idx="106">
                  <c:v>-1.132509</c:v>
                </c:pt>
                <c:pt idx="107">
                  <c:v>-1.2410909999999999</c:v>
                </c:pt>
                <c:pt idx="108">
                  <c:v>-1.6362650000000001</c:v>
                </c:pt>
                <c:pt idx="109">
                  <c:v>-1.733457</c:v>
                </c:pt>
                <c:pt idx="110">
                  <c:v>-1.716934</c:v>
                </c:pt>
                <c:pt idx="111">
                  <c:v>-1.5777289999999999</c:v>
                </c:pt>
                <c:pt idx="112">
                  <c:v>-1.2776460000000001</c:v>
                </c:pt>
                <c:pt idx="113">
                  <c:v>-1.112884</c:v>
                </c:pt>
                <c:pt idx="114">
                  <c:v>-0.86146299999999976</c:v>
                </c:pt>
                <c:pt idx="115">
                  <c:v>-0.68431099999999978</c:v>
                </c:pt>
                <c:pt idx="116">
                  <c:v>-0.59544999999999981</c:v>
                </c:pt>
                <c:pt idx="117">
                  <c:v>-0.48051399999999977</c:v>
                </c:pt>
                <c:pt idx="118">
                  <c:v>-0.37014099999999978</c:v>
                </c:pt>
                <c:pt idx="119">
                  <c:v>-0.34769499999999981</c:v>
                </c:pt>
                <c:pt idx="120">
                  <c:v>-0.35177299999999978</c:v>
                </c:pt>
                <c:pt idx="121">
                  <c:v>-0.31256999999999979</c:v>
                </c:pt>
                <c:pt idx="122">
                  <c:v>-0.24699099999999979</c:v>
                </c:pt>
                <c:pt idx="123">
                  <c:v>-0.16284799999999991</c:v>
                </c:pt>
                <c:pt idx="124">
                  <c:v>-8.5529999999999856E-2</c:v>
                </c:pt>
                <c:pt idx="125">
                  <c:v>-9.5634999999999859E-2</c:v>
                </c:pt>
                <c:pt idx="126">
                  <c:v>6.5830000000001443E-3</c:v>
                </c:pt>
                <c:pt idx="127">
                  <c:v>9.1124000000000149E-2</c:v>
                </c:pt>
                <c:pt idx="128">
                  <c:v>0.23890200000000009</c:v>
                </c:pt>
                <c:pt idx="129">
                  <c:v>0.27506100000000011</c:v>
                </c:pt>
                <c:pt idx="130">
                  <c:v>0.26413800000000009</c:v>
                </c:pt>
                <c:pt idx="131">
                  <c:v>0.2410250000000001</c:v>
                </c:pt>
                <c:pt idx="132">
                  <c:v>0.39801100000000011</c:v>
                </c:pt>
                <c:pt idx="133">
                  <c:v>0.45973700000000012</c:v>
                </c:pt>
                <c:pt idx="134">
                  <c:v>0.51548400000000016</c:v>
                </c:pt>
                <c:pt idx="135">
                  <c:v>0.29058600000000018</c:v>
                </c:pt>
                <c:pt idx="136">
                  <c:v>0.22026200000000021</c:v>
                </c:pt>
                <c:pt idx="137">
                  <c:v>4.0063000000000182E-2</c:v>
                </c:pt>
                <c:pt idx="138">
                  <c:v>-0.18795499999999979</c:v>
                </c:pt>
                <c:pt idx="139">
                  <c:v>-0.28900299999999979</c:v>
                </c:pt>
                <c:pt idx="140">
                  <c:v>-0.29651699999999981</c:v>
                </c:pt>
                <c:pt idx="141">
                  <c:v>-0.42535799999999979</c:v>
                </c:pt>
                <c:pt idx="142">
                  <c:v>-0.55796399999999979</c:v>
                </c:pt>
                <c:pt idx="143">
                  <c:v>-0.68758599999999981</c:v>
                </c:pt>
                <c:pt idx="144">
                  <c:v>-0.94108899999999984</c:v>
                </c:pt>
                <c:pt idx="145">
                  <c:v>-1.007676</c:v>
                </c:pt>
                <c:pt idx="146">
                  <c:v>-0.94444299999999981</c:v>
                </c:pt>
                <c:pt idx="147">
                  <c:v>-0.92607599999999979</c:v>
                </c:pt>
                <c:pt idx="148">
                  <c:v>1.7322340000000001</c:v>
                </c:pt>
                <c:pt idx="149">
                  <c:v>1.849979</c:v>
                </c:pt>
                <c:pt idx="150">
                  <c:v>2.0328940000000011</c:v>
                </c:pt>
                <c:pt idx="151">
                  <c:v>1.923882000000001</c:v>
                </c:pt>
                <c:pt idx="152">
                  <c:v>2.074145000000001</c:v>
                </c:pt>
                <c:pt idx="153">
                  <c:v>2.063933</c:v>
                </c:pt>
                <c:pt idx="154">
                  <c:v>2.1091959999999998</c:v>
                </c:pt>
                <c:pt idx="155">
                  <c:v>2.2982390000000001</c:v>
                </c:pt>
                <c:pt idx="156">
                  <c:v>2.3866839999999998</c:v>
                </c:pt>
                <c:pt idx="157">
                  <c:v>2.4582250000000001</c:v>
                </c:pt>
                <c:pt idx="158">
                  <c:v>2.4489130000000001</c:v>
                </c:pt>
                <c:pt idx="159">
                  <c:v>2.6408100000000001</c:v>
                </c:pt>
                <c:pt idx="160">
                  <c:v>2.767455</c:v>
                </c:pt>
                <c:pt idx="161">
                  <c:v>2.7985359999999999</c:v>
                </c:pt>
                <c:pt idx="162">
                  <c:v>2.8744730000000001</c:v>
                </c:pt>
                <c:pt idx="163">
                  <c:v>2.9057409999999999</c:v>
                </c:pt>
                <c:pt idx="164">
                  <c:v>2.9365009999999998</c:v>
                </c:pt>
                <c:pt idx="165">
                  <c:v>2.9365009999999998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EEC-4A55-AC11-82595BD9F6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26777792"/>
        <c:axId val="1726778272"/>
      </c:lineChart>
      <c:dateAx>
        <c:axId val="1726777792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726778272"/>
        <c:crosses val="autoZero"/>
        <c:auto val="1"/>
        <c:lblOffset val="100"/>
        <c:baseTimeUnit val="days"/>
        <c:majorUnit val="1"/>
        <c:majorTimeUnit val="months"/>
      </c:dateAx>
      <c:valAx>
        <c:axId val="172677827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726777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4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80347823556682"/>
          <c:y val="0.1071022394035057"/>
          <c:w val="0.84196521764433174"/>
          <c:h val="0.8834445737250219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'[Bolsas e Moedas.xlsx]Bolsas - Nova versão'!$K$22</c:f>
              <c:strCache>
                <c:ptCount val="1"/>
                <c:pt idx="0">
                  <c:v>No mês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'[Bolsas e Moedas.xlsx]Bolsas - Nova versão'!$J$23:$J$36</c:f>
              <c:strCache>
                <c:ptCount val="12"/>
                <c:pt idx="0">
                  <c:v>Ibovespa</c:v>
                </c:pt>
                <c:pt idx="1">
                  <c:v>HSI</c:v>
                </c:pt>
                <c:pt idx="2">
                  <c:v>Dow Jones</c:v>
                </c:pt>
                <c:pt idx="3">
                  <c:v>CSI 300</c:v>
                </c:pt>
                <c:pt idx="4">
                  <c:v>Euro Stoxx 50</c:v>
                </c:pt>
                <c:pt idx="5">
                  <c:v>S&amp;P 500</c:v>
                </c:pt>
                <c:pt idx="6">
                  <c:v>Nikkei 225</c:v>
                </c:pt>
                <c:pt idx="7">
                  <c:v>ACWI</c:v>
                </c:pt>
                <c:pt idx="8">
                  <c:v>Pacific Asia </c:v>
                </c:pt>
                <c:pt idx="9">
                  <c:v>Nasdaq 100</c:v>
                </c:pt>
                <c:pt idx="10">
                  <c:v>Taiwan</c:v>
                </c:pt>
                <c:pt idx="11">
                  <c:v>Korea</c:v>
                </c:pt>
              </c:strCache>
              <c:extLst/>
            </c:strRef>
          </c:cat>
          <c:val>
            <c:numRef>
              <c:f>'[Bolsas e Moedas.xlsx]Bolsas - Nova versão'!$K$23:$K$36</c:f>
              <c:numCache>
                <c:formatCode>0.0%</c:formatCode>
                <c:ptCount val="12"/>
                <c:pt idx="0">
                  <c:v>-2.2617189999999999E-2</c:v>
                </c:pt>
                <c:pt idx="1">
                  <c:v>-9.6058719999999997E-3</c:v>
                </c:pt>
                <c:pt idx="2">
                  <c:v>1.4672920000000001E-2</c:v>
                </c:pt>
                <c:pt idx="3">
                  <c:v>1.5072140000000001E-2</c:v>
                </c:pt>
                <c:pt idx="4">
                  <c:v>1.9172579999999998E-2</c:v>
                </c:pt>
                <c:pt idx="5">
                  <c:v>2.7234219999999996E-2</c:v>
                </c:pt>
                <c:pt idx="6">
                  <c:v>2.8844539999999998E-2</c:v>
                </c:pt>
                <c:pt idx="7">
                  <c:v>3.0449150000000001E-2</c:v>
                </c:pt>
                <c:pt idx="8">
                  <c:v>3.2200399999999997E-2</c:v>
                </c:pt>
                <c:pt idx="9">
                  <c:v>4.2375959999999997E-2</c:v>
                </c:pt>
                <c:pt idx="10">
                  <c:v>6.5443540000000008E-2</c:v>
                </c:pt>
                <c:pt idx="11">
                  <c:v>6.9456759999999992E-2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4641-419F-ACA6-59CB1DA12DA4}"/>
            </c:ext>
          </c:extLst>
        </c:ser>
        <c:ser>
          <c:idx val="1"/>
          <c:order val="1"/>
          <c:tx>
            <c:strRef>
              <c:f>'[Bolsas e Moedas.xlsx]Bolsas - Nova versão'!$L$22</c:f>
              <c:strCache>
                <c:ptCount val="1"/>
                <c:pt idx="0">
                  <c:v>No ano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'[Bolsas e Moedas.xlsx]Bolsas - Nova versão'!$J$23:$J$36</c:f>
              <c:strCache>
                <c:ptCount val="12"/>
                <c:pt idx="0">
                  <c:v>Ibovespa</c:v>
                </c:pt>
                <c:pt idx="1">
                  <c:v>HSI</c:v>
                </c:pt>
                <c:pt idx="2">
                  <c:v>Dow Jones</c:v>
                </c:pt>
                <c:pt idx="3">
                  <c:v>CSI 300</c:v>
                </c:pt>
                <c:pt idx="4">
                  <c:v>Euro Stoxx 50</c:v>
                </c:pt>
                <c:pt idx="5">
                  <c:v>S&amp;P 500</c:v>
                </c:pt>
                <c:pt idx="6">
                  <c:v>Nikkei 225</c:v>
                </c:pt>
                <c:pt idx="7">
                  <c:v>ACWI</c:v>
                </c:pt>
                <c:pt idx="8">
                  <c:v>Pacific Asia </c:v>
                </c:pt>
                <c:pt idx="9">
                  <c:v>Nasdaq 100</c:v>
                </c:pt>
                <c:pt idx="10">
                  <c:v>Taiwan</c:v>
                </c:pt>
                <c:pt idx="11">
                  <c:v>Korea</c:v>
                </c:pt>
              </c:strCache>
              <c:extLst/>
            </c:strRef>
          </c:cat>
          <c:val>
            <c:numRef>
              <c:f>'[Bolsas e Moedas.xlsx]Bolsas - Nova versão'!$L$23:$L$36</c:f>
              <c:numCache>
                <c:formatCode>0.0%</c:formatCode>
                <c:ptCount val="12"/>
                <c:pt idx="0">
                  <c:v>0.1659783</c:v>
                </c:pt>
                <c:pt idx="1">
                  <c:v>3.1544419999999999E-3</c:v>
                </c:pt>
                <c:pt idx="2">
                  <c:v>0.1108859</c:v>
                </c:pt>
                <c:pt idx="3">
                  <c:v>5.2997810000000006E-2</c:v>
                </c:pt>
                <c:pt idx="4">
                  <c:v>0.12132030000000001</c:v>
                </c:pt>
                <c:pt idx="5">
                  <c:v>0.122934</c:v>
                </c:pt>
                <c:pt idx="6">
                  <c:v>0.30146699999999998</c:v>
                </c:pt>
                <c:pt idx="7">
                  <c:v>0.14399330000000002</c:v>
                </c:pt>
                <c:pt idx="8">
                  <c:v>0.23840710000000001</c:v>
                </c:pt>
                <c:pt idx="9">
                  <c:v>0.16167329999999999</c:v>
                </c:pt>
                <c:pt idx="10">
                  <c:v>0.65915980000000007</c:v>
                </c:pt>
                <c:pt idx="11">
                  <c:v>0.92221739999999996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4641-419F-ACA6-59CB1DA12D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269491183"/>
        <c:axId val="1269492143"/>
      </c:barChart>
      <c:catAx>
        <c:axId val="12694911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269492143"/>
        <c:crosses val="autoZero"/>
        <c:auto val="1"/>
        <c:lblAlgn val="ctr"/>
        <c:lblOffset val="500"/>
        <c:noMultiLvlLbl val="0"/>
      </c:catAx>
      <c:valAx>
        <c:axId val="1269492143"/>
        <c:scaling>
          <c:orientation val="minMax"/>
          <c:max val="1"/>
          <c:min val="-0.1"/>
        </c:scaling>
        <c:delete val="1"/>
        <c:axPos val="b"/>
        <c:numFmt formatCode="0.0%" sourceLinked="1"/>
        <c:majorTickMark val="out"/>
        <c:minorTickMark val="none"/>
        <c:tickLblPos val="nextTo"/>
        <c:crossAx val="1269491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4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99925494349837"/>
          <c:y val="7.4293374978725887E-2"/>
          <c:w val="0.80400074505650165"/>
          <c:h val="0.925706625021274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'Factor Chart'!$J$4</c:f>
              <c:strCache>
                <c:ptCount val="1"/>
                <c:pt idx="0">
                  <c:v>No mês</c:v>
                </c:pt>
              </c:strCache>
            </c:strRef>
          </c:tx>
          <c:spPr>
            <a:solidFill>
              <a:srgbClr val="8EB3D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'Factor Chart'!$I$5:$I$10</c:f>
              <c:strCache>
                <c:ptCount val="6"/>
                <c:pt idx="0">
                  <c:v>Short interest</c:v>
                </c:pt>
                <c:pt idx="1">
                  <c:v>Revisões do sell-side</c:v>
                </c:pt>
                <c:pt idx="2">
                  <c:v>Momentum</c:v>
                </c:pt>
                <c:pt idx="3">
                  <c:v>Qualidade</c:v>
                </c:pt>
                <c:pt idx="4">
                  <c:v>Baixo risco</c:v>
                </c:pt>
                <c:pt idx="5">
                  <c:v>Valor</c:v>
                </c:pt>
              </c:strCache>
            </c:strRef>
          </c:cat>
          <c:val>
            <c:numRef>
              <c:f>'Factor Chart'!$J$5:$J$10</c:f>
              <c:numCache>
                <c:formatCode>0.0%</c:formatCode>
                <c:ptCount val="6"/>
                <c:pt idx="0">
                  <c:v>-2.7931173601351555E-2</c:v>
                </c:pt>
                <c:pt idx="1">
                  <c:v>-1.6671969229364758E-2</c:v>
                </c:pt>
                <c:pt idx="2">
                  <c:v>7.9167506965898138E-3</c:v>
                </c:pt>
                <c:pt idx="3">
                  <c:v>1.5061996642866005E-2</c:v>
                </c:pt>
                <c:pt idx="4">
                  <c:v>4.7657264669764832E-2</c:v>
                </c:pt>
                <c:pt idx="5">
                  <c:v>5.1379760546224729E-2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52-44FD-8351-D00E606D0768}"/>
            </c:ext>
          </c:extLst>
        </c:ser>
        <c:ser>
          <c:idx val="1"/>
          <c:order val="1"/>
          <c:tx>
            <c:strRef>
              <c:f>'Factor Chart'!$K$4</c:f>
              <c:strCache>
                <c:ptCount val="1"/>
                <c:pt idx="0">
                  <c:v>No ano</c:v>
                </c:pt>
              </c:strCache>
            </c:strRef>
          </c:tx>
          <c:spPr>
            <a:solidFill>
              <a:srgbClr val="1F2F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'Factor Chart'!$I$5:$I$10</c:f>
              <c:strCache>
                <c:ptCount val="6"/>
                <c:pt idx="0">
                  <c:v>Short interest</c:v>
                </c:pt>
                <c:pt idx="1">
                  <c:v>Revisões do sell-side</c:v>
                </c:pt>
                <c:pt idx="2">
                  <c:v>Momentum</c:v>
                </c:pt>
                <c:pt idx="3">
                  <c:v>Qualidade</c:v>
                </c:pt>
                <c:pt idx="4">
                  <c:v>Baixo risco</c:v>
                </c:pt>
                <c:pt idx="5">
                  <c:v>Valor</c:v>
                </c:pt>
              </c:strCache>
            </c:strRef>
          </c:cat>
          <c:val>
            <c:numRef>
              <c:f>'Factor Chart'!$K$5:$K$10</c:f>
              <c:numCache>
                <c:formatCode>0.0%</c:formatCode>
                <c:ptCount val="6"/>
                <c:pt idx="0">
                  <c:v>0.12001456423323131</c:v>
                </c:pt>
                <c:pt idx="1">
                  <c:v>4.3369906013005943E-2</c:v>
                </c:pt>
                <c:pt idx="2">
                  <c:v>0.15239485808591446</c:v>
                </c:pt>
                <c:pt idx="3">
                  <c:v>0.31633271709388278</c:v>
                </c:pt>
                <c:pt idx="4">
                  <c:v>0.44749387935205442</c:v>
                </c:pt>
                <c:pt idx="5">
                  <c:v>0.19746750898999044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52-44FD-8351-D00E606D076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955730671"/>
        <c:axId val="1955731151"/>
      </c:barChart>
      <c:catAx>
        <c:axId val="19557306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955731151"/>
        <c:crosses val="autoZero"/>
        <c:auto val="1"/>
        <c:lblAlgn val="ctr"/>
        <c:lblOffset val="100"/>
        <c:noMultiLvlLbl val="0"/>
      </c:catAx>
      <c:valAx>
        <c:axId val="1955731151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955730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849273418343687E-2"/>
          <c:y val="3.0452029810618945E-2"/>
          <c:w val="0.92879250241044986"/>
          <c:h val="0.77410448503049945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Sheet1!$B$3:$B$81</c:f>
              <c:numCache>
                <c:formatCode>m/d/yyyy</c:formatCode>
                <c:ptCount val="79"/>
                <c:pt idx="0">
                  <c:v>43861</c:v>
                </c:pt>
                <c:pt idx="1">
                  <c:v>43890</c:v>
                </c:pt>
                <c:pt idx="2">
                  <c:v>43921</c:v>
                </c:pt>
                <c:pt idx="3">
                  <c:v>43951</c:v>
                </c:pt>
                <c:pt idx="4">
                  <c:v>43982</c:v>
                </c:pt>
                <c:pt idx="5">
                  <c:v>44012</c:v>
                </c:pt>
                <c:pt idx="6">
                  <c:v>44043</c:v>
                </c:pt>
                <c:pt idx="7">
                  <c:v>44074</c:v>
                </c:pt>
                <c:pt idx="8">
                  <c:v>44104</c:v>
                </c:pt>
                <c:pt idx="9">
                  <c:v>44135</c:v>
                </c:pt>
                <c:pt idx="10">
                  <c:v>44165</c:v>
                </c:pt>
                <c:pt idx="11">
                  <c:v>44196</c:v>
                </c:pt>
                <c:pt idx="12">
                  <c:v>44227</c:v>
                </c:pt>
                <c:pt idx="13">
                  <c:v>44255</c:v>
                </c:pt>
                <c:pt idx="14">
                  <c:v>44286</c:v>
                </c:pt>
                <c:pt idx="15">
                  <c:v>44316</c:v>
                </c:pt>
                <c:pt idx="16">
                  <c:v>44347</c:v>
                </c:pt>
                <c:pt idx="17">
                  <c:v>44377</c:v>
                </c:pt>
                <c:pt idx="18">
                  <c:v>44408</c:v>
                </c:pt>
                <c:pt idx="19">
                  <c:v>44439</c:v>
                </c:pt>
                <c:pt idx="20">
                  <c:v>44469</c:v>
                </c:pt>
                <c:pt idx="21">
                  <c:v>44500</c:v>
                </c:pt>
                <c:pt idx="22">
                  <c:v>44530</c:v>
                </c:pt>
                <c:pt idx="23">
                  <c:v>44561</c:v>
                </c:pt>
                <c:pt idx="24">
                  <c:v>44592</c:v>
                </c:pt>
                <c:pt idx="25">
                  <c:v>44620</c:v>
                </c:pt>
                <c:pt idx="26">
                  <c:v>44651</c:v>
                </c:pt>
                <c:pt idx="27">
                  <c:v>44681</c:v>
                </c:pt>
                <c:pt idx="28">
                  <c:v>44712</c:v>
                </c:pt>
                <c:pt idx="29">
                  <c:v>44742</c:v>
                </c:pt>
                <c:pt idx="30">
                  <c:v>44773</c:v>
                </c:pt>
                <c:pt idx="31">
                  <c:v>44804</c:v>
                </c:pt>
                <c:pt idx="32">
                  <c:v>44834</c:v>
                </c:pt>
                <c:pt idx="33">
                  <c:v>44865</c:v>
                </c:pt>
                <c:pt idx="34">
                  <c:v>44895</c:v>
                </c:pt>
                <c:pt idx="35">
                  <c:v>44926</c:v>
                </c:pt>
                <c:pt idx="36">
                  <c:v>44957</c:v>
                </c:pt>
                <c:pt idx="37">
                  <c:v>44985</c:v>
                </c:pt>
                <c:pt idx="38">
                  <c:v>45016</c:v>
                </c:pt>
                <c:pt idx="39">
                  <c:v>45046</c:v>
                </c:pt>
                <c:pt idx="40">
                  <c:v>45077</c:v>
                </c:pt>
                <c:pt idx="41">
                  <c:v>45107</c:v>
                </c:pt>
                <c:pt idx="42">
                  <c:v>45138</c:v>
                </c:pt>
                <c:pt idx="43">
                  <c:v>45169</c:v>
                </c:pt>
                <c:pt idx="44">
                  <c:v>45199</c:v>
                </c:pt>
                <c:pt idx="45">
                  <c:v>45230</c:v>
                </c:pt>
                <c:pt idx="46">
                  <c:v>45260</c:v>
                </c:pt>
                <c:pt idx="47">
                  <c:v>45291</c:v>
                </c:pt>
                <c:pt idx="48">
                  <c:v>45322</c:v>
                </c:pt>
                <c:pt idx="49">
                  <c:v>45351</c:v>
                </c:pt>
                <c:pt idx="50">
                  <c:v>45382</c:v>
                </c:pt>
                <c:pt idx="51">
                  <c:v>45412</c:v>
                </c:pt>
                <c:pt idx="52">
                  <c:v>45443</c:v>
                </c:pt>
                <c:pt idx="53">
                  <c:v>45473</c:v>
                </c:pt>
                <c:pt idx="54">
                  <c:v>45504</c:v>
                </c:pt>
                <c:pt idx="55">
                  <c:v>45535</c:v>
                </c:pt>
                <c:pt idx="56">
                  <c:v>45565</c:v>
                </c:pt>
                <c:pt idx="57">
                  <c:v>45596</c:v>
                </c:pt>
                <c:pt idx="58">
                  <c:v>45626</c:v>
                </c:pt>
                <c:pt idx="59">
                  <c:v>45657</c:v>
                </c:pt>
                <c:pt idx="60">
                  <c:v>45688</c:v>
                </c:pt>
                <c:pt idx="61">
                  <c:v>45716</c:v>
                </c:pt>
                <c:pt idx="62">
                  <c:v>45747</c:v>
                </c:pt>
                <c:pt idx="63">
                  <c:v>45777</c:v>
                </c:pt>
                <c:pt idx="64">
                  <c:v>45808</c:v>
                </c:pt>
                <c:pt idx="65">
                  <c:v>45838</c:v>
                </c:pt>
                <c:pt idx="66">
                  <c:v>45869</c:v>
                </c:pt>
                <c:pt idx="67">
                  <c:v>45900</c:v>
                </c:pt>
                <c:pt idx="68">
                  <c:v>45930</c:v>
                </c:pt>
                <c:pt idx="69">
                  <c:v>45961</c:v>
                </c:pt>
                <c:pt idx="70">
                  <c:v>45991</c:v>
                </c:pt>
                <c:pt idx="71">
                  <c:v>46022</c:v>
                </c:pt>
                <c:pt idx="72">
                  <c:v>46053</c:v>
                </c:pt>
                <c:pt idx="73">
                  <c:v>46081</c:v>
                </c:pt>
                <c:pt idx="74">
                  <c:v>46112</c:v>
                </c:pt>
                <c:pt idx="75">
                  <c:v>46142</c:v>
                </c:pt>
                <c:pt idx="76">
                  <c:v>46173</c:v>
                </c:pt>
                <c:pt idx="77">
                  <c:v>46203</c:v>
                </c:pt>
                <c:pt idx="78">
                  <c:v>46234</c:v>
                </c:pt>
              </c:numCache>
            </c:numRef>
          </c:cat>
          <c:val>
            <c:numRef>
              <c:f>Sheet1!$F$3:$F$81</c:f>
              <c:numCache>
                <c:formatCode>0.00</c:formatCode>
                <c:ptCount val="79"/>
                <c:pt idx="0">
                  <c:v>1.957992956495723</c:v>
                </c:pt>
                <c:pt idx="1">
                  <c:v>1.8812173589711294</c:v>
                </c:pt>
                <c:pt idx="2">
                  <c:v>1.8338941962466389</c:v>
                </c:pt>
                <c:pt idx="3">
                  <c:v>2.9153167884815434</c:v>
                </c:pt>
                <c:pt idx="4">
                  <c:v>2.5281276712723852</c:v>
                </c:pt>
                <c:pt idx="5">
                  <c:v>2.9805513761678313</c:v>
                </c:pt>
                <c:pt idx="6">
                  <c:v>3.1724649053718195</c:v>
                </c:pt>
                <c:pt idx="7">
                  <c:v>3.2826340935232881</c:v>
                </c:pt>
                <c:pt idx="8">
                  <c:v>2.9376135463583264</c:v>
                </c:pt>
                <c:pt idx="9">
                  <c:v>3.0920632326797008</c:v>
                </c:pt>
                <c:pt idx="10">
                  <c:v>2.9847710941035333</c:v>
                </c:pt>
                <c:pt idx="11">
                  <c:v>2.6447705646771911</c:v>
                </c:pt>
                <c:pt idx="12">
                  <c:v>2.812006881374614</c:v>
                </c:pt>
                <c:pt idx="13">
                  <c:v>2.9009148055029148</c:v>
                </c:pt>
                <c:pt idx="14">
                  <c:v>3.1641697790694678</c:v>
                </c:pt>
                <c:pt idx="15">
                  <c:v>3.3582949299050169</c:v>
                </c:pt>
                <c:pt idx="16">
                  <c:v>3.0811828013002787</c:v>
                </c:pt>
                <c:pt idx="17">
                  <c:v>3.1342905329009318</c:v>
                </c:pt>
                <c:pt idx="18">
                  <c:v>3.186136730272064</c:v>
                </c:pt>
                <c:pt idx="19">
                  <c:v>3.1368828648805165</c:v>
                </c:pt>
                <c:pt idx="20">
                  <c:v>2.9912808071640757</c:v>
                </c:pt>
                <c:pt idx="21">
                  <c:v>2.7774039254844816</c:v>
                </c:pt>
                <c:pt idx="22">
                  <c:v>3.0272295217642706</c:v>
                </c:pt>
                <c:pt idx="23">
                  <c:v>2.9727053443639262</c:v>
                </c:pt>
                <c:pt idx="24">
                  <c:v>2.7568685489224842</c:v>
                </c:pt>
                <c:pt idx="25">
                  <c:v>2.5540280528597044</c:v>
                </c:pt>
                <c:pt idx="26">
                  <c:v>2.7747527696301786</c:v>
                </c:pt>
                <c:pt idx="27">
                  <c:v>2.7031330307177686</c:v>
                </c:pt>
                <c:pt idx="28">
                  <c:v>2.5356737492091916</c:v>
                </c:pt>
                <c:pt idx="29">
                  <c:v>2.5464027851773015</c:v>
                </c:pt>
                <c:pt idx="30">
                  <c:v>2.5431605276663403</c:v>
                </c:pt>
                <c:pt idx="31">
                  <c:v>2.6545644039357352</c:v>
                </c:pt>
                <c:pt idx="32">
                  <c:v>2.4978798172813299</c:v>
                </c:pt>
                <c:pt idx="33">
                  <c:v>2.5965597539914409</c:v>
                </c:pt>
                <c:pt idx="34">
                  <c:v>2.3200497259923352</c:v>
                </c:pt>
                <c:pt idx="35">
                  <c:v>2.2694144296579055</c:v>
                </c:pt>
                <c:pt idx="36">
                  <c:v>2.2813697632696508</c:v>
                </c:pt>
                <c:pt idx="37">
                  <c:v>2.2626263981804597</c:v>
                </c:pt>
                <c:pt idx="38">
                  <c:v>2.3268924277988794</c:v>
                </c:pt>
                <c:pt idx="39">
                  <c:v>2.2697986323397941</c:v>
                </c:pt>
                <c:pt idx="40">
                  <c:v>2.2526816259624423</c:v>
                </c:pt>
                <c:pt idx="41">
                  <c:v>2.3055772667426697</c:v>
                </c:pt>
                <c:pt idx="42">
                  <c:v>2.0917955510968751</c:v>
                </c:pt>
                <c:pt idx="43">
                  <c:v>1.9584990544229377</c:v>
                </c:pt>
                <c:pt idx="44">
                  <c:v>1.8675022327336941</c:v>
                </c:pt>
                <c:pt idx="45">
                  <c:v>1.8411431074104199</c:v>
                </c:pt>
                <c:pt idx="46">
                  <c:v>1.8028862573746525</c:v>
                </c:pt>
                <c:pt idx="47">
                  <c:v>1.8071025952822293</c:v>
                </c:pt>
                <c:pt idx="48">
                  <c:v>1.6651882255911041</c:v>
                </c:pt>
                <c:pt idx="49">
                  <c:v>1.6896894512966125</c:v>
                </c:pt>
                <c:pt idx="50">
                  <c:v>1.7706547244589839</c:v>
                </c:pt>
                <c:pt idx="51">
                  <c:v>1.7040743619075291</c:v>
                </c:pt>
                <c:pt idx="52">
                  <c:v>1.6238375617319245</c:v>
                </c:pt>
                <c:pt idx="53">
                  <c:v>1.6207677416625472</c:v>
                </c:pt>
                <c:pt idx="54">
                  <c:v>1.8011403456747885</c:v>
                </c:pt>
                <c:pt idx="55">
                  <c:v>1.8128061026335147</c:v>
                </c:pt>
                <c:pt idx="56">
                  <c:v>1.7148539169939501</c:v>
                </c:pt>
                <c:pt idx="57">
                  <c:v>1.650567899335496</c:v>
                </c:pt>
                <c:pt idx="58">
                  <c:v>1.6586170981704031</c:v>
                </c:pt>
                <c:pt idx="59">
                  <c:v>1.5483727210543756</c:v>
                </c:pt>
                <c:pt idx="60">
                  <c:v>1.5819118324406587</c:v>
                </c:pt>
                <c:pt idx="61">
                  <c:v>1.5705102169575118</c:v>
                </c:pt>
                <c:pt idx="62">
                  <c:v>1.5038959522090423</c:v>
                </c:pt>
                <c:pt idx="63">
                  <c:v>1.4848202241996804</c:v>
                </c:pt>
                <c:pt idx="64">
                  <c:v>1.5051073781364697</c:v>
                </c:pt>
                <c:pt idx="65">
                  <c:v>1.5578744002873437</c:v>
                </c:pt>
                <c:pt idx="66">
                  <c:v>1.4802940203725976</c:v>
                </c:pt>
                <c:pt idx="67">
                  <c:v>1.4634974015692528</c:v>
                </c:pt>
                <c:pt idx="68">
                  <c:v>1.4093286349316112</c:v>
                </c:pt>
                <c:pt idx="69">
                  <c:v>1.3710458878041272</c:v>
                </c:pt>
                <c:pt idx="70">
                  <c:v>1.2713633337359267</c:v>
                </c:pt>
                <c:pt idx="71">
                  <c:v>1.217188085032519</c:v>
                </c:pt>
                <c:pt idx="72">
                  <c:v>1.2447169173740491</c:v>
                </c:pt>
                <c:pt idx="73">
                  <c:v>1.2072124689266501</c:v>
                </c:pt>
                <c:pt idx="74">
                  <c:v>1.1833120564475246</c:v>
                </c:pt>
                <c:pt idx="75">
                  <c:v>1.2479322174104654</c:v>
                </c:pt>
                <c:pt idx="76">
                  <c:v>1.1889614968374347</c:v>
                </c:pt>
                <c:pt idx="77">
                  <c:v>1.1928860365352429</c:v>
                </c:pt>
                <c:pt idx="78">
                  <c:v>1.1628736138823115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97-4629-A27A-F310B5BF51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2436800"/>
        <c:axId val="1020992176"/>
      </c:lineChart>
      <c:dateAx>
        <c:axId val="1012436800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020992176"/>
        <c:crosses val="autoZero"/>
        <c:auto val="1"/>
        <c:lblOffset val="100"/>
        <c:baseTimeUnit val="months"/>
      </c:dateAx>
      <c:valAx>
        <c:axId val="1020992176"/>
        <c:scaling>
          <c:orientation val="minMax"/>
          <c:min val="1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012436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1932566932176544E-2"/>
          <c:y val="0.30633613026435219"/>
          <c:w val="0.90815162515069747"/>
          <c:h val="0.56241442235306871"/>
        </c:manualLayout>
      </c:layout>
      <c:lineChart>
        <c:grouping val="standard"/>
        <c:varyColors val="0"/>
        <c:ser>
          <c:idx val="0"/>
          <c:order val="0"/>
          <c:tx>
            <c:strRef>
              <c:f>index_base100!$B$1</c:f>
              <c:strCache>
                <c:ptCount val="1"/>
                <c:pt idx="0">
                  <c:v>Commodities</c:v>
                </c:pt>
              </c:strCache>
            </c:strRef>
          </c:tx>
          <c:spPr>
            <a:ln w="22225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index_base100!$A$2:$A$166</c:f>
              <c:numCache>
                <c:formatCode>m/d/yyyy</c:formatCode>
                <c:ptCount val="165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46071</c:v>
                </c:pt>
                <c:pt idx="33">
                  <c:v>46072</c:v>
                </c:pt>
                <c:pt idx="34">
                  <c:v>46073</c:v>
                </c:pt>
                <c:pt idx="35">
                  <c:v>46076</c:v>
                </c:pt>
                <c:pt idx="36">
                  <c:v>46077</c:v>
                </c:pt>
                <c:pt idx="37">
                  <c:v>46078</c:v>
                </c:pt>
                <c:pt idx="38">
                  <c:v>46079</c:v>
                </c:pt>
                <c:pt idx="39">
                  <c:v>46080</c:v>
                </c:pt>
                <c:pt idx="40">
                  <c:v>46083</c:v>
                </c:pt>
                <c:pt idx="41">
                  <c:v>46084</c:v>
                </c:pt>
                <c:pt idx="42">
                  <c:v>46085</c:v>
                </c:pt>
                <c:pt idx="43">
                  <c:v>46086</c:v>
                </c:pt>
                <c:pt idx="44">
                  <c:v>46087</c:v>
                </c:pt>
                <c:pt idx="45">
                  <c:v>46090</c:v>
                </c:pt>
                <c:pt idx="46">
                  <c:v>46091</c:v>
                </c:pt>
                <c:pt idx="47">
                  <c:v>46092</c:v>
                </c:pt>
                <c:pt idx="48">
                  <c:v>46093</c:v>
                </c:pt>
                <c:pt idx="49">
                  <c:v>46094</c:v>
                </c:pt>
                <c:pt idx="50">
                  <c:v>46097</c:v>
                </c:pt>
                <c:pt idx="51">
                  <c:v>46098</c:v>
                </c:pt>
                <c:pt idx="52">
                  <c:v>46099</c:v>
                </c:pt>
                <c:pt idx="53">
                  <c:v>46100</c:v>
                </c:pt>
                <c:pt idx="54">
                  <c:v>46101</c:v>
                </c:pt>
                <c:pt idx="55">
                  <c:v>46104</c:v>
                </c:pt>
                <c:pt idx="56">
                  <c:v>46105</c:v>
                </c:pt>
                <c:pt idx="57">
                  <c:v>46106</c:v>
                </c:pt>
                <c:pt idx="58">
                  <c:v>46107</c:v>
                </c:pt>
                <c:pt idx="59">
                  <c:v>46108</c:v>
                </c:pt>
                <c:pt idx="60">
                  <c:v>46111</c:v>
                </c:pt>
                <c:pt idx="61">
                  <c:v>46112</c:v>
                </c:pt>
                <c:pt idx="62">
                  <c:v>46113</c:v>
                </c:pt>
                <c:pt idx="63">
                  <c:v>46114</c:v>
                </c:pt>
                <c:pt idx="64">
                  <c:v>46118</c:v>
                </c:pt>
                <c:pt idx="65">
                  <c:v>46119</c:v>
                </c:pt>
                <c:pt idx="66">
                  <c:v>46120</c:v>
                </c:pt>
                <c:pt idx="67">
                  <c:v>46121</c:v>
                </c:pt>
                <c:pt idx="68">
                  <c:v>46122</c:v>
                </c:pt>
                <c:pt idx="69">
                  <c:v>46125</c:v>
                </c:pt>
                <c:pt idx="70">
                  <c:v>46126</c:v>
                </c:pt>
                <c:pt idx="71">
                  <c:v>46127</c:v>
                </c:pt>
                <c:pt idx="72">
                  <c:v>46128</c:v>
                </c:pt>
                <c:pt idx="73">
                  <c:v>46129</c:v>
                </c:pt>
                <c:pt idx="74">
                  <c:v>46132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46147</c:v>
                </c:pt>
                <c:pt idx="84">
                  <c:v>46148</c:v>
                </c:pt>
                <c:pt idx="85">
                  <c:v>46149</c:v>
                </c:pt>
                <c:pt idx="86">
                  <c:v>46150</c:v>
                </c:pt>
                <c:pt idx="87">
                  <c:v>46153</c:v>
                </c:pt>
                <c:pt idx="88">
                  <c:v>46154</c:v>
                </c:pt>
                <c:pt idx="89">
                  <c:v>46155</c:v>
                </c:pt>
                <c:pt idx="90">
                  <c:v>46156</c:v>
                </c:pt>
                <c:pt idx="91">
                  <c:v>46157</c:v>
                </c:pt>
                <c:pt idx="92">
                  <c:v>46160</c:v>
                </c:pt>
                <c:pt idx="93">
                  <c:v>46161</c:v>
                </c:pt>
                <c:pt idx="94">
                  <c:v>46162</c:v>
                </c:pt>
                <c:pt idx="95">
                  <c:v>46163</c:v>
                </c:pt>
                <c:pt idx="96">
                  <c:v>46164</c:v>
                </c:pt>
                <c:pt idx="97">
                  <c:v>46167</c:v>
                </c:pt>
                <c:pt idx="98">
                  <c:v>46168</c:v>
                </c:pt>
                <c:pt idx="99">
                  <c:v>46169</c:v>
                </c:pt>
                <c:pt idx="100">
                  <c:v>46170</c:v>
                </c:pt>
                <c:pt idx="101">
                  <c:v>46171</c:v>
                </c:pt>
                <c:pt idx="102">
                  <c:v>46174</c:v>
                </c:pt>
                <c:pt idx="103">
                  <c:v>46175</c:v>
                </c:pt>
                <c:pt idx="104">
                  <c:v>46176</c:v>
                </c:pt>
                <c:pt idx="105">
                  <c:v>46178</c:v>
                </c:pt>
                <c:pt idx="106">
                  <c:v>46181</c:v>
                </c:pt>
                <c:pt idx="107">
                  <c:v>46182</c:v>
                </c:pt>
                <c:pt idx="108">
                  <c:v>46183</c:v>
                </c:pt>
                <c:pt idx="109">
                  <c:v>46184</c:v>
                </c:pt>
                <c:pt idx="110">
                  <c:v>46185</c:v>
                </c:pt>
                <c:pt idx="111">
                  <c:v>46188</c:v>
                </c:pt>
                <c:pt idx="112">
                  <c:v>46189</c:v>
                </c:pt>
                <c:pt idx="113">
                  <c:v>46190</c:v>
                </c:pt>
                <c:pt idx="114">
                  <c:v>46191</c:v>
                </c:pt>
                <c:pt idx="115">
                  <c:v>46192</c:v>
                </c:pt>
                <c:pt idx="116">
                  <c:v>46195</c:v>
                </c:pt>
                <c:pt idx="117">
                  <c:v>46196</c:v>
                </c:pt>
                <c:pt idx="118">
                  <c:v>46197</c:v>
                </c:pt>
                <c:pt idx="119">
                  <c:v>46198</c:v>
                </c:pt>
                <c:pt idx="120">
                  <c:v>46199</c:v>
                </c:pt>
                <c:pt idx="121">
                  <c:v>46202</c:v>
                </c:pt>
                <c:pt idx="122">
                  <c:v>46203</c:v>
                </c:pt>
                <c:pt idx="123">
                  <c:v>46204</c:v>
                </c:pt>
                <c:pt idx="124">
                  <c:v>46205</c:v>
                </c:pt>
                <c:pt idx="125">
                  <c:v>46206</c:v>
                </c:pt>
                <c:pt idx="126">
                  <c:v>46209</c:v>
                </c:pt>
                <c:pt idx="127">
                  <c:v>46210</c:v>
                </c:pt>
                <c:pt idx="128">
                  <c:v>46211</c:v>
                </c:pt>
                <c:pt idx="129">
                  <c:v>46212</c:v>
                </c:pt>
                <c:pt idx="130">
                  <c:v>46213</c:v>
                </c:pt>
                <c:pt idx="131">
                  <c:v>46216</c:v>
                </c:pt>
                <c:pt idx="132">
                  <c:v>46217</c:v>
                </c:pt>
                <c:pt idx="133">
                  <c:v>46218</c:v>
                </c:pt>
                <c:pt idx="134">
                  <c:v>46219</c:v>
                </c:pt>
                <c:pt idx="135">
                  <c:v>46220</c:v>
                </c:pt>
                <c:pt idx="136">
                  <c:v>46223</c:v>
                </c:pt>
                <c:pt idx="137">
                  <c:v>46224</c:v>
                </c:pt>
                <c:pt idx="138">
                  <c:v>46225</c:v>
                </c:pt>
                <c:pt idx="139">
                  <c:v>46226</c:v>
                </c:pt>
                <c:pt idx="140">
                  <c:v>46227</c:v>
                </c:pt>
                <c:pt idx="141">
                  <c:v>46230</c:v>
                </c:pt>
                <c:pt idx="142">
                  <c:v>46231</c:v>
                </c:pt>
                <c:pt idx="143">
                  <c:v>46232</c:v>
                </c:pt>
                <c:pt idx="144">
                  <c:v>46233</c:v>
                </c:pt>
                <c:pt idx="145">
                  <c:v>46234</c:v>
                </c:pt>
                <c:pt idx="146">
                  <c:v>46237</c:v>
                </c:pt>
                <c:pt idx="147">
                  <c:v>46238</c:v>
                </c:pt>
                <c:pt idx="148">
                  <c:v>46239</c:v>
                </c:pt>
                <c:pt idx="149">
                  <c:v>46240</c:v>
                </c:pt>
                <c:pt idx="150">
                  <c:v>46241</c:v>
                </c:pt>
                <c:pt idx="151">
                  <c:v>46244</c:v>
                </c:pt>
                <c:pt idx="152">
                  <c:v>46245</c:v>
                </c:pt>
                <c:pt idx="153">
                  <c:v>46246</c:v>
                </c:pt>
                <c:pt idx="154">
                  <c:v>46247</c:v>
                </c:pt>
                <c:pt idx="155">
                  <c:v>46248</c:v>
                </c:pt>
                <c:pt idx="156">
                  <c:v>46251</c:v>
                </c:pt>
                <c:pt idx="157">
                  <c:v>46252</c:v>
                </c:pt>
                <c:pt idx="158">
                  <c:v>46253</c:v>
                </c:pt>
                <c:pt idx="159">
                  <c:v>46254</c:v>
                </c:pt>
                <c:pt idx="160">
                  <c:v>46255</c:v>
                </c:pt>
                <c:pt idx="161">
                  <c:v>46258</c:v>
                </c:pt>
                <c:pt idx="162">
                  <c:v>46259</c:v>
                </c:pt>
                <c:pt idx="163">
                  <c:v>46260</c:v>
                </c:pt>
                <c:pt idx="164">
                  <c:v>46261</c:v>
                </c:pt>
              </c:numCache>
            </c:numRef>
          </c:cat>
          <c:val>
            <c:numRef>
              <c:f>index_base100!$B$2:$B$166</c:f>
              <c:numCache>
                <c:formatCode>General</c:formatCode>
                <c:ptCount val="165"/>
                <c:pt idx="0">
                  <c:v>100</c:v>
                </c:pt>
                <c:pt idx="1">
                  <c:v>100.1665612981412</c:v>
                </c:pt>
                <c:pt idx="2">
                  <c:v>99.828559748710887</c:v>
                </c:pt>
                <c:pt idx="3">
                  <c:v>100.802979580477</c:v>
                </c:pt>
                <c:pt idx="4">
                  <c:v>101.20661992898</c:v>
                </c:pt>
                <c:pt idx="5">
                  <c:v>101.53282268128071</c:v>
                </c:pt>
                <c:pt idx="6">
                  <c:v>101.3552681301737</c:v>
                </c:pt>
                <c:pt idx="7">
                  <c:v>101.78592373791631</c:v>
                </c:pt>
                <c:pt idx="8">
                  <c:v>103.0107821461675</c:v>
                </c:pt>
                <c:pt idx="9">
                  <c:v>106.5736526465549</c:v>
                </c:pt>
                <c:pt idx="10">
                  <c:v>106.18778114359721</c:v>
                </c:pt>
                <c:pt idx="11">
                  <c:v>106.0771908141856</c:v>
                </c:pt>
                <c:pt idx="12">
                  <c:v>106.04517938521521</c:v>
                </c:pt>
                <c:pt idx="13">
                  <c:v>107.2097899189652</c:v>
                </c:pt>
                <c:pt idx="14">
                  <c:v>110.80410677921</c:v>
                </c:pt>
                <c:pt idx="15">
                  <c:v>111.683183905786</c:v>
                </c:pt>
                <c:pt idx="16">
                  <c:v>114.94804764729361</c:v>
                </c:pt>
                <c:pt idx="17">
                  <c:v>113.9844391714246</c:v>
                </c:pt>
                <c:pt idx="18">
                  <c:v>116.4208590971203</c:v>
                </c:pt>
                <c:pt idx="19">
                  <c:v>119.3743281224467</c:v>
                </c:pt>
                <c:pt idx="20">
                  <c:v>119.26489795688479</c:v>
                </c:pt>
                <c:pt idx="21">
                  <c:v>117.46868838642381</c:v>
                </c:pt>
                <c:pt idx="22">
                  <c:v>117.2276967307823</c:v>
                </c:pt>
                <c:pt idx="23">
                  <c:v>120.34711839243791</c:v>
                </c:pt>
                <c:pt idx="24">
                  <c:v>120.01232456774299</c:v>
                </c:pt>
                <c:pt idx="25">
                  <c:v>117.7766022362832</c:v>
                </c:pt>
                <c:pt idx="26">
                  <c:v>117.2800612720729</c:v>
                </c:pt>
                <c:pt idx="27">
                  <c:v>119.384124195243</c:v>
                </c:pt>
                <c:pt idx="28">
                  <c:v>119.22193207038281</c:v>
                </c:pt>
                <c:pt idx="29">
                  <c:v>123.1715857239999</c:v>
                </c:pt>
                <c:pt idx="30">
                  <c:v>120.8800997780513</c:v>
                </c:pt>
                <c:pt idx="31">
                  <c:v>119.4068742004706</c:v>
                </c:pt>
                <c:pt idx="32">
                  <c:v>118.18198317987989</c:v>
                </c:pt>
                <c:pt idx="33">
                  <c:v>119.30734410846971</c:v>
                </c:pt>
                <c:pt idx="34">
                  <c:v>120.8739235038281</c:v>
                </c:pt>
                <c:pt idx="35">
                  <c:v>121.4355550324595</c:v>
                </c:pt>
                <c:pt idx="36">
                  <c:v>123.0689537162684</c:v>
                </c:pt>
                <c:pt idx="37">
                  <c:v>124.11543232430471</c:v>
                </c:pt>
                <c:pt idx="38">
                  <c:v>123.5729017571457</c:v>
                </c:pt>
                <c:pt idx="39">
                  <c:v>122.7186307230162</c:v>
                </c:pt>
                <c:pt idx="40">
                  <c:v>124.8287342008668</c:v>
                </c:pt>
                <c:pt idx="41">
                  <c:v>121.6035532311259</c:v>
                </c:pt>
                <c:pt idx="42">
                  <c:v>121.3039420666391</c:v>
                </c:pt>
                <c:pt idx="43">
                  <c:v>119.6817441824069</c:v>
                </c:pt>
                <c:pt idx="44">
                  <c:v>120.2583577767488</c:v>
                </c:pt>
                <c:pt idx="45">
                  <c:v>121.7071829251942</c:v>
                </c:pt>
                <c:pt idx="46">
                  <c:v>122.4460268639817</c:v>
                </c:pt>
                <c:pt idx="47">
                  <c:v>124.10910838318959</c:v>
                </c:pt>
                <c:pt idx="48">
                  <c:v>123.0117608046608</c:v>
                </c:pt>
                <c:pt idx="49">
                  <c:v>121.7585072544183</c:v>
                </c:pt>
                <c:pt idx="50">
                  <c:v>123.32852053073989</c:v>
                </c:pt>
                <c:pt idx="51">
                  <c:v>124.6125808747362</c:v>
                </c:pt>
                <c:pt idx="52">
                  <c:v>124.4003535074216</c:v>
                </c:pt>
                <c:pt idx="53">
                  <c:v>123.9111037337512</c:v>
                </c:pt>
                <c:pt idx="54">
                  <c:v>121.73788469469081</c:v>
                </c:pt>
                <c:pt idx="55">
                  <c:v>123.9342918537244</c:v>
                </c:pt>
                <c:pt idx="56">
                  <c:v>125.9702896714964</c:v>
                </c:pt>
                <c:pt idx="57">
                  <c:v>127.40643424782721</c:v>
                </c:pt>
                <c:pt idx="58">
                  <c:v>127.8430168303296</c:v>
                </c:pt>
                <c:pt idx="59">
                  <c:v>129.04431458295019</c:v>
                </c:pt>
                <c:pt idx="60">
                  <c:v>129.91912212448531</c:v>
                </c:pt>
                <c:pt idx="61">
                  <c:v>130.54351729098531</c:v>
                </c:pt>
                <c:pt idx="62">
                  <c:v>129.1231955463291</c:v>
                </c:pt>
                <c:pt idx="63">
                  <c:v>130.721000029149</c:v>
                </c:pt>
                <c:pt idx="64">
                  <c:v>130.95702713697861</c:v>
                </c:pt>
                <c:pt idx="65">
                  <c:v>130.8958695437567</c:v>
                </c:pt>
                <c:pt idx="66">
                  <c:v>129.53686862551251</c:v>
                </c:pt>
                <c:pt idx="67">
                  <c:v>131.37612647376719</c:v>
                </c:pt>
                <c:pt idx="68">
                  <c:v>133.52213193886749</c:v>
                </c:pt>
                <c:pt idx="69">
                  <c:v>135.1960640309965</c:v>
                </c:pt>
                <c:pt idx="70">
                  <c:v>133.40579028242479</c:v>
                </c:pt>
                <c:pt idx="71">
                  <c:v>132.35944438945981</c:v>
                </c:pt>
                <c:pt idx="72">
                  <c:v>133.56384268352249</c:v>
                </c:pt>
                <c:pt idx="73">
                  <c:v>131.6421625766707</c:v>
                </c:pt>
                <c:pt idx="74">
                  <c:v>132.08490995483999</c:v>
                </c:pt>
                <c:pt idx="75">
                  <c:v>132.0305885899563</c:v>
                </c:pt>
                <c:pt idx="76">
                  <c:v>131.83770389115131</c:v>
                </c:pt>
                <c:pt idx="77">
                  <c:v>131.0645606768893</c:v>
                </c:pt>
                <c:pt idx="78">
                  <c:v>131.14245506760881</c:v>
                </c:pt>
                <c:pt idx="79">
                  <c:v>131.10736885809479</c:v>
                </c:pt>
                <c:pt idx="80">
                  <c:v>129.9244841790503</c:v>
                </c:pt>
                <c:pt idx="81">
                  <c:v>131.35485949149859</c:v>
                </c:pt>
                <c:pt idx="82">
                  <c:v>130.18038090199599</c:v>
                </c:pt>
                <c:pt idx="83">
                  <c:v>129.56401046046031</c:v>
                </c:pt>
                <c:pt idx="84">
                  <c:v>129.43253293201241</c:v>
                </c:pt>
                <c:pt idx="85">
                  <c:v>127.14008722857351</c:v>
                </c:pt>
                <c:pt idx="86">
                  <c:v>127.76464600072499</c:v>
                </c:pt>
                <c:pt idx="87">
                  <c:v>129.27398802587521</c:v>
                </c:pt>
                <c:pt idx="88">
                  <c:v>128.7094388374081</c:v>
                </c:pt>
                <c:pt idx="89">
                  <c:v>127.8162310426958</c:v>
                </c:pt>
                <c:pt idx="90">
                  <c:v>127.96403674048361</c:v>
                </c:pt>
                <c:pt idx="91">
                  <c:v>128.69784789606129</c:v>
                </c:pt>
                <c:pt idx="92">
                  <c:v>128.84556427476079</c:v>
                </c:pt>
                <c:pt idx="93">
                  <c:v>127.55016418078201</c:v>
                </c:pt>
                <c:pt idx="94">
                  <c:v>127.1703352855811</c:v>
                </c:pt>
                <c:pt idx="95">
                  <c:v>127.9939544353944</c:v>
                </c:pt>
                <c:pt idx="96">
                  <c:v>127.83289949916519</c:v>
                </c:pt>
                <c:pt idx="97">
                  <c:v>126.3448812240967</c:v>
                </c:pt>
                <c:pt idx="98">
                  <c:v>125.84397397876489</c:v>
                </c:pt>
                <c:pt idx="99">
                  <c:v>124.99689703032131</c:v>
                </c:pt>
                <c:pt idx="100">
                  <c:v>124.71545874598679</c:v>
                </c:pt>
                <c:pt idx="101">
                  <c:v>122.7994319743654</c:v>
                </c:pt>
                <c:pt idx="102">
                  <c:v>122.6353802630511</c:v>
                </c:pt>
                <c:pt idx="103">
                  <c:v>124.83712270968419</c:v>
                </c:pt>
                <c:pt idx="104">
                  <c:v>122.16402596261101</c:v>
                </c:pt>
                <c:pt idx="105">
                  <c:v>119.69841398919</c:v>
                </c:pt>
                <c:pt idx="106">
                  <c:v>119.7858871837785</c:v>
                </c:pt>
                <c:pt idx="107">
                  <c:v>120.1416374762954</c:v>
                </c:pt>
                <c:pt idx="108">
                  <c:v>120.19003576653679</c:v>
                </c:pt>
                <c:pt idx="109">
                  <c:v>120.89453165065871</c:v>
                </c:pt>
                <c:pt idx="110">
                  <c:v>120.3414009709625</c:v>
                </c:pt>
                <c:pt idx="111">
                  <c:v>118.4284515794852</c:v>
                </c:pt>
                <c:pt idx="112">
                  <c:v>117.7393591653734</c:v>
                </c:pt>
                <c:pt idx="113">
                  <c:v>116.6515699530888</c:v>
                </c:pt>
                <c:pt idx="114">
                  <c:v>116.79742243365889</c:v>
                </c:pt>
                <c:pt idx="115">
                  <c:v>117.40877462712091</c:v>
                </c:pt>
                <c:pt idx="116">
                  <c:v>117.846898728715</c:v>
                </c:pt>
                <c:pt idx="117">
                  <c:v>117.2502134482932</c:v>
                </c:pt>
                <c:pt idx="118">
                  <c:v>114.86484255622329</c:v>
                </c:pt>
                <c:pt idx="119">
                  <c:v>115.40421608604839</c:v>
                </c:pt>
                <c:pt idx="120">
                  <c:v>114.5460332343478</c:v>
                </c:pt>
                <c:pt idx="121">
                  <c:v>114.6294879094264</c:v>
                </c:pt>
                <c:pt idx="122">
                  <c:v>113.7984037604818</c:v>
                </c:pt>
                <c:pt idx="123">
                  <c:v>113.81750015012349</c:v>
                </c:pt>
                <c:pt idx="124">
                  <c:v>114.47233282058789</c:v>
                </c:pt>
                <c:pt idx="125">
                  <c:v>115.54213939599749</c:v>
                </c:pt>
                <c:pt idx="126">
                  <c:v>114.6720245311204</c:v>
                </c:pt>
                <c:pt idx="127">
                  <c:v>115.2087182631486</c:v>
                </c:pt>
                <c:pt idx="128">
                  <c:v>114.9389335250338</c:v>
                </c:pt>
                <c:pt idx="129">
                  <c:v>115.02631089107081</c:v>
                </c:pt>
                <c:pt idx="130">
                  <c:v>116.80517912449631</c:v>
                </c:pt>
                <c:pt idx="131">
                  <c:v>117.4037348438266</c:v>
                </c:pt>
                <c:pt idx="132">
                  <c:v>117.99809140711361</c:v>
                </c:pt>
                <c:pt idx="133">
                  <c:v>118.75368352564359</c:v>
                </c:pt>
                <c:pt idx="134">
                  <c:v>117.2342318391227</c:v>
                </c:pt>
                <c:pt idx="135">
                  <c:v>118.5613498332412</c:v>
                </c:pt>
                <c:pt idx="136">
                  <c:v>117.9538483622172</c:v>
                </c:pt>
                <c:pt idx="137">
                  <c:v>118.751316547784</c:v>
                </c:pt>
                <c:pt idx="138">
                  <c:v>122.3334488005152</c:v>
                </c:pt>
                <c:pt idx="139">
                  <c:v>123.39650324796391</c:v>
                </c:pt>
                <c:pt idx="140">
                  <c:v>121.7632257489803</c:v>
                </c:pt>
                <c:pt idx="141">
                  <c:v>120.3557073394152</c:v>
                </c:pt>
                <c:pt idx="142">
                  <c:v>121.2578524247016</c:v>
                </c:pt>
                <c:pt idx="143">
                  <c:v>121.5523683490225</c:v>
                </c:pt>
                <c:pt idx="144">
                  <c:v>123.5092946809488</c:v>
                </c:pt>
                <c:pt idx="145">
                  <c:v>124.41010378733741</c:v>
                </c:pt>
                <c:pt idx="146">
                  <c:v>122.9991869260602</c:v>
                </c:pt>
                <c:pt idx="147">
                  <c:v>123.2187553226305</c:v>
                </c:pt>
                <c:pt idx="148">
                  <c:v>122.8007607297678</c:v>
                </c:pt>
                <c:pt idx="149">
                  <c:v>121.7909963194648</c:v>
                </c:pt>
                <c:pt idx="150">
                  <c:v>119.326995812326</c:v>
                </c:pt>
                <c:pt idx="151">
                  <c:v>121.4684785121681</c:v>
                </c:pt>
                <c:pt idx="152">
                  <c:v>119.2505884137662</c:v>
                </c:pt>
                <c:pt idx="153">
                  <c:v>119.6592306657849</c:v>
                </c:pt>
                <c:pt idx="154">
                  <c:v>119.6974245864278</c:v>
                </c:pt>
                <c:pt idx="155">
                  <c:v>119.4930352698493</c:v>
                </c:pt>
                <c:pt idx="156">
                  <c:v>120.5842384633204</c:v>
                </c:pt>
                <c:pt idx="157">
                  <c:v>120.6452200966303</c:v>
                </c:pt>
                <c:pt idx="158">
                  <c:v>121.8664175380719</c:v>
                </c:pt>
                <c:pt idx="159">
                  <c:v>124.0568636603135</c:v>
                </c:pt>
                <c:pt idx="160">
                  <c:v>125.0710609771882</c:v>
                </c:pt>
                <c:pt idx="161">
                  <c:v>125.18141996558739</c:v>
                </c:pt>
                <c:pt idx="162">
                  <c:v>125.274664830093</c:v>
                </c:pt>
                <c:pt idx="163">
                  <c:v>125.14970256963601</c:v>
                </c:pt>
                <c:pt idx="164">
                  <c:v>127.14018542146211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E4-42B7-A0E0-90F0CE9F5411}"/>
            </c:ext>
          </c:extLst>
        </c:ser>
        <c:ser>
          <c:idx val="1"/>
          <c:order val="1"/>
          <c:tx>
            <c:v>Cíclicos Domésticos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index_base100!$A$2:$A$166</c:f>
              <c:numCache>
                <c:formatCode>m/d/yyyy</c:formatCode>
                <c:ptCount val="165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46071</c:v>
                </c:pt>
                <c:pt idx="33">
                  <c:v>46072</c:v>
                </c:pt>
                <c:pt idx="34">
                  <c:v>46073</c:v>
                </c:pt>
                <c:pt idx="35">
                  <c:v>46076</c:v>
                </c:pt>
                <c:pt idx="36">
                  <c:v>46077</c:v>
                </c:pt>
                <c:pt idx="37">
                  <c:v>46078</c:v>
                </c:pt>
                <c:pt idx="38">
                  <c:v>46079</c:v>
                </c:pt>
                <c:pt idx="39">
                  <c:v>46080</c:v>
                </c:pt>
                <c:pt idx="40">
                  <c:v>46083</c:v>
                </c:pt>
                <c:pt idx="41">
                  <c:v>46084</c:v>
                </c:pt>
                <c:pt idx="42">
                  <c:v>46085</c:v>
                </c:pt>
                <c:pt idx="43">
                  <c:v>46086</c:v>
                </c:pt>
                <c:pt idx="44">
                  <c:v>46087</c:v>
                </c:pt>
                <c:pt idx="45">
                  <c:v>46090</c:v>
                </c:pt>
                <c:pt idx="46">
                  <c:v>46091</c:v>
                </c:pt>
                <c:pt idx="47">
                  <c:v>46092</c:v>
                </c:pt>
                <c:pt idx="48">
                  <c:v>46093</c:v>
                </c:pt>
                <c:pt idx="49">
                  <c:v>46094</c:v>
                </c:pt>
                <c:pt idx="50">
                  <c:v>46097</c:v>
                </c:pt>
                <c:pt idx="51">
                  <c:v>46098</c:v>
                </c:pt>
                <c:pt idx="52">
                  <c:v>46099</c:v>
                </c:pt>
                <c:pt idx="53">
                  <c:v>46100</c:v>
                </c:pt>
                <c:pt idx="54">
                  <c:v>46101</c:v>
                </c:pt>
                <c:pt idx="55">
                  <c:v>46104</c:v>
                </c:pt>
                <c:pt idx="56">
                  <c:v>46105</c:v>
                </c:pt>
                <c:pt idx="57">
                  <c:v>46106</c:v>
                </c:pt>
                <c:pt idx="58">
                  <c:v>46107</c:v>
                </c:pt>
                <c:pt idx="59">
                  <c:v>46108</c:v>
                </c:pt>
                <c:pt idx="60">
                  <c:v>46111</c:v>
                </c:pt>
                <c:pt idx="61">
                  <c:v>46112</c:v>
                </c:pt>
                <c:pt idx="62">
                  <c:v>46113</c:v>
                </c:pt>
                <c:pt idx="63">
                  <c:v>46114</c:v>
                </c:pt>
                <c:pt idx="64">
                  <c:v>46118</c:v>
                </c:pt>
                <c:pt idx="65">
                  <c:v>46119</c:v>
                </c:pt>
                <c:pt idx="66">
                  <c:v>46120</c:v>
                </c:pt>
                <c:pt idx="67">
                  <c:v>46121</c:v>
                </c:pt>
                <c:pt idx="68">
                  <c:v>46122</c:v>
                </c:pt>
                <c:pt idx="69">
                  <c:v>46125</c:v>
                </c:pt>
                <c:pt idx="70">
                  <c:v>46126</c:v>
                </c:pt>
                <c:pt idx="71">
                  <c:v>46127</c:v>
                </c:pt>
                <c:pt idx="72">
                  <c:v>46128</c:v>
                </c:pt>
                <c:pt idx="73">
                  <c:v>46129</c:v>
                </c:pt>
                <c:pt idx="74">
                  <c:v>46132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46147</c:v>
                </c:pt>
                <c:pt idx="84">
                  <c:v>46148</c:v>
                </c:pt>
                <c:pt idx="85">
                  <c:v>46149</c:v>
                </c:pt>
                <c:pt idx="86">
                  <c:v>46150</c:v>
                </c:pt>
                <c:pt idx="87">
                  <c:v>46153</c:v>
                </c:pt>
                <c:pt idx="88">
                  <c:v>46154</c:v>
                </c:pt>
                <c:pt idx="89">
                  <c:v>46155</c:v>
                </c:pt>
                <c:pt idx="90">
                  <c:v>46156</c:v>
                </c:pt>
                <c:pt idx="91">
                  <c:v>46157</c:v>
                </c:pt>
                <c:pt idx="92">
                  <c:v>46160</c:v>
                </c:pt>
                <c:pt idx="93">
                  <c:v>46161</c:v>
                </c:pt>
                <c:pt idx="94">
                  <c:v>46162</c:v>
                </c:pt>
                <c:pt idx="95">
                  <c:v>46163</c:v>
                </c:pt>
                <c:pt idx="96">
                  <c:v>46164</c:v>
                </c:pt>
                <c:pt idx="97">
                  <c:v>46167</c:v>
                </c:pt>
                <c:pt idx="98">
                  <c:v>46168</c:v>
                </c:pt>
                <c:pt idx="99">
                  <c:v>46169</c:v>
                </c:pt>
                <c:pt idx="100">
                  <c:v>46170</c:v>
                </c:pt>
                <c:pt idx="101">
                  <c:v>46171</c:v>
                </c:pt>
                <c:pt idx="102">
                  <c:v>46174</c:v>
                </c:pt>
                <c:pt idx="103">
                  <c:v>46175</c:v>
                </c:pt>
                <c:pt idx="104">
                  <c:v>46176</c:v>
                </c:pt>
                <c:pt idx="105">
                  <c:v>46178</c:v>
                </c:pt>
                <c:pt idx="106">
                  <c:v>46181</c:v>
                </c:pt>
                <c:pt idx="107">
                  <c:v>46182</c:v>
                </c:pt>
                <c:pt idx="108">
                  <c:v>46183</c:v>
                </c:pt>
                <c:pt idx="109">
                  <c:v>46184</c:v>
                </c:pt>
                <c:pt idx="110">
                  <c:v>46185</c:v>
                </c:pt>
                <c:pt idx="111">
                  <c:v>46188</c:v>
                </c:pt>
                <c:pt idx="112">
                  <c:v>46189</c:v>
                </c:pt>
                <c:pt idx="113">
                  <c:v>46190</c:v>
                </c:pt>
                <c:pt idx="114">
                  <c:v>46191</c:v>
                </c:pt>
                <c:pt idx="115">
                  <c:v>46192</c:v>
                </c:pt>
                <c:pt idx="116">
                  <c:v>46195</c:v>
                </c:pt>
                <c:pt idx="117">
                  <c:v>46196</c:v>
                </c:pt>
                <c:pt idx="118">
                  <c:v>46197</c:v>
                </c:pt>
                <c:pt idx="119">
                  <c:v>46198</c:v>
                </c:pt>
                <c:pt idx="120">
                  <c:v>46199</c:v>
                </c:pt>
                <c:pt idx="121">
                  <c:v>46202</c:v>
                </c:pt>
                <c:pt idx="122">
                  <c:v>46203</c:v>
                </c:pt>
                <c:pt idx="123">
                  <c:v>46204</c:v>
                </c:pt>
                <c:pt idx="124">
                  <c:v>46205</c:v>
                </c:pt>
                <c:pt idx="125">
                  <c:v>46206</c:v>
                </c:pt>
                <c:pt idx="126">
                  <c:v>46209</c:v>
                </c:pt>
                <c:pt idx="127">
                  <c:v>46210</c:v>
                </c:pt>
                <c:pt idx="128">
                  <c:v>46211</c:v>
                </c:pt>
                <c:pt idx="129">
                  <c:v>46212</c:v>
                </c:pt>
                <c:pt idx="130">
                  <c:v>46213</c:v>
                </c:pt>
                <c:pt idx="131">
                  <c:v>46216</c:v>
                </c:pt>
                <c:pt idx="132">
                  <c:v>46217</c:v>
                </c:pt>
                <c:pt idx="133">
                  <c:v>46218</c:v>
                </c:pt>
                <c:pt idx="134">
                  <c:v>46219</c:v>
                </c:pt>
                <c:pt idx="135">
                  <c:v>46220</c:v>
                </c:pt>
                <c:pt idx="136">
                  <c:v>46223</c:v>
                </c:pt>
                <c:pt idx="137">
                  <c:v>46224</c:v>
                </c:pt>
                <c:pt idx="138">
                  <c:v>46225</c:v>
                </c:pt>
                <c:pt idx="139">
                  <c:v>46226</c:v>
                </c:pt>
                <c:pt idx="140">
                  <c:v>46227</c:v>
                </c:pt>
                <c:pt idx="141">
                  <c:v>46230</c:v>
                </c:pt>
                <c:pt idx="142">
                  <c:v>46231</c:v>
                </c:pt>
                <c:pt idx="143">
                  <c:v>46232</c:v>
                </c:pt>
                <c:pt idx="144">
                  <c:v>46233</c:v>
                </c:pt>
                <c:pt idx="145">
                  <c:v>46234</c:v>
                </c:pt>
                <c:pt idx="146">
                  <c:v>46237</c:v>
                </c:pt>
                <c:pt idx="147">
                  <c:v>46238</c:v>
                </c:pt>
                <c:pt idx="148">
                  <c:v>46239</c:v>
                </c:pt>
                <c:pt idx="149">
                  <c:v>46240</c:v>
                </c:pt>
                <c:pt idx="150">
                  <c:v>46241</c:v>
                </c:pt>
                <c:pt idx="151">
                  <c:v>46244</c:v>
                </c:pt>
                <c:pt idx="152">
                  <c:v>46245</c:v>
                </c:pt>
                <c:pt idx="153">
                  <c:v>46246</c:v>
                </c:pt>
                <c:pt idx="154">
                  <c:v>46247</c:v>
                </c:pt>
                <c:pt idx="155">
                  <c:v>46248</c:v>
                </c:pt>
                <c:pt idx="156">
                  <c:v>46251</c:v>
                </c:pt>
                <c:pt idx="157">
                  <c:v>46252</c:v>
                </c:pt>
                <c:pt idx="158">
                  <c:v>46253</c:v>
                </c:pt>
                <c:pt idx="159">
                  <c:v>46254</c:v>
                </c:pt>
                <c:pt idx="160">
                  <c:v>46255</c:v>
                </c:pt>
                <c:pt idx="161">
                  <c:v>46258</c:v>
                </c:pt>
                <c:pt idx="162">
                  <c:v>46259</c:v>
                </c:pt>
                <c:pt idx="163">
                  <c:v>46260</c:v>
                </c:pt>
                <c:pt idx="164">
                  <c:v>46261</c:v>
                </c:pt>
              </c:numCache>
            </c:numRef>
          </c:cat>
          <c:val>
            <c:numRef>
              <c:f>index_base100!$C$2:$C$166</c:f>
              <c:numCache>
                <c:formatCode>General</c:formatCode>
                <c:ptCount val="165"/>
                <c:pt idx="0">
                  <c:v>100</c:v>
                </c:pt>
                <c:pt idx="1">
                  <c:v>99.381264411514664</c:v>
                </c:pt>
                <c:pt idx="2">
                  <c:v>100.65437889573241</c:v>
                </c:pt>
                <c:pt idx="3">
                  <c:v>101.3742474640011</c:v>
                </c:pt>
                <c:pt idx="4">
                  <c:v>100.8253914244407</c:v>
                </c:pt>
                <c:pt idx="5">
                  <c:v>100.61678034231009</c:v>
                </c:pt>
                <c:pt idx="6">
                  <c:v>101.4162225949861</c:v>
                </c:pt>
                <c:pt idx="7">
                  <c:v>101.9460521008082</c:v>
                </c:pt>
                <c:pt idx="8">
                  <c:v>100.152272764834</c:v>
                </c:pt>
                <c:pt idx="9">
                  <c:v>100.67270302509741</c:v>
                </c:pt>
                <c:pt idx="10">
                  <c:v>100.9537017307448</c:v>
                </c:pt>
                <c:pt idx="11">
                  <c:v>99.984764360173756</c:v>
                </c:pt>
                <c:pt idx="12">
                  <c:v>100.1296822336739</c:v>
                </c:pt>
                <c:pt idx="13">
                  <c:v>100.9068381172759</c:v>
                </c:pt>
                <c:pt idx="14">
                  <c:v>103.7495772421635</c:v>
                </c:pt>
                <c:pt idx="15">
                  <c:v>106.7070403478842</c:v>
                </c:pt>
                <c:pt idx="16">
                  <c:v>108.3559780309014</c:v>
                </c:pt>
                <c:pt idx="17">
                  <c:v>109.1895408677314</c:v>
                </c:pt>
                <c:pt idx="18">
                  <c:v>111.1381372349594</c:v>
                </c:pt>
                <c:pt idx="19">
                  <c:v>111.17973185719509</c:v>
                </c:pt>
                <c:pt idx="20">
                  <c:v>109.6986039482331</c:v>
                </c:pt>
                <c:pt idx="21">
                  <c:v>109.2188168406968</c:v>
                </c:pt>
                <c:pt idx="22">
                  <c:v>110.2470770671961</c:v>
                </c:pt>
                <c:pt idx="23">
                  <c:v>111.5934064217282</c:v>
                </c:pt>
                <c:pt idx="24">
                  <c:v>107.875419305504</c:v>
                </c:pt>
                <c:pt idx="25">
                  <c:v>108.64337442461139</c:v>
                </c:pt>
                <c:pt idx="26">
                  <c:v>109.1821372097186</c:v>
                </c:pt>
                <c:pt idx="27">
                  <c:v>110.9047271055998</c:v>
                </c:pt>
                <c:pt idx="28">
                  <c:v>110.47818569471769</c:v>
                </c:pt>
                <c:pt idx="29">
                  <c:v>111.8671345216022</c:v>
                </c:pt>
                <c:pt idx="30">
                  <c:v>111.49742626302201</c:v>
                </c:pt>
                <c:pt idx="31">
                  <c:v>110.82592647326329</c:v>
                </c:pt>
                <c:pt idx="32">
                  <c:v>111.10979922803629</c:v>
                </c:pt>
                <c:pt idx="33">
                  <c:v>111.4142258996243</c:v>
                </c:pt>
                <c:pt idx="34">
                  <c:v>112.34157330820619</c:v>
                </c:pt>
                <c:pt idx="35">
                  <c:v>111.46663934095839</c:v>
                </c:pt>
                <c:pt idx="36">
                  <c:v>112.6053709903196</c:v>
                </c:pt>
                <c:pt idx="37">
                  <c:v>110.717912596716</c:v>
                </c:pt>
                <c:pt idx="38">
                  <c:v>111.26351720675341</c:v>
                </c:pt>
                <c:pt idx="39">
                  <c:v>110.17905785651141</c:v>
                </c:pt>
                <c:pt idx="40">
                  <c:v>109.26731795338</c:v>
                </c:pt>
                <c:pt idx="41">
                  <c:v>106.0561740549492</c:v>
                </c:pt>
                <c:pt idx="42">
                  <c:v>107.6737810432633</c:v>
                </c:pt>
                <c:pt idx="43">
                  <c:v>104.0422356657289</c:v>
                </c:pt>
                <c:pt idx="44">
                  <c:v>101.8277505986855</c:v>
                </c:pt>
                <c:pt idx="45">
                  <c:v>102.43888693428519</c:v>
                </c:pt>
                <c:pt idx="46">
                  <c:v>104.678451299728</c:v>
                </c:pt>
                <c:pt idx="47">
                  <c:v>104.2095774042715</c:v>
                </c:pt>
                <c:pt idx="48">
                  <c:v>99.408030682009965</c:v>
                </c:pt>
                <c:pt idx="49">
                  <c:v>98.257191953233402</c:v>
                </c:pt>
                <c:pt idx="50">
                  <c:v>99.755060326298604</c:v>
                </c:pt>
                <c:pt idx="51">
                  <c:v>99.652663518819026</c:v>
                </c:pt>
                <c:pt idx="52">
                  <c:v>98.823330446876696</c:v>
                </c:pt>
                <c:pt idx="53">
                  <c:v>99.204419062390741</c:v>
                </c:pt>
                <c:pt idx="54">
                  <c:v>96.767473720432534</c:v>
                </c:pt>
                <c:pt idx="55">
                  <c:v>101.5537262490576</c:v>
                </c:pt>
                <c:pt idx="56">
                  <c:v>101.1360626584077</c:v>
                </c:pt>
                <c:pt idx="57">
                  <c:v>102.82476929091369</c:v>
                </c:pt>
                <c:pt idx="58">
                  <c:v>100.318002541201</c:v>
                </c:pt>
                <c:pt idx="59">
                  <c:v>98.815363486730348</c:v>
                </c:pt>
                <c:pt idx="60">
                  <c:v>99.422408127328211</c:v>
                </c:pt>
                <c:pt idx="61">
                  <c:v>103.47479372009241</c:v>
                </c:pt>
                <c:pt idx="62">
                  <c:v>104.9973342155352</c:v>
                </c:pt>
                <c:pt idx="63">
                  <c:v>104.1515915958271</c:v>
                </c:pt>
                <c:pt idx="64">
                  <c:v>103.8189532957155</c:v>
                </c:pt>
                <c:pt idx="65">
                  <c:v>103.68955696585451</c:v>
                </c:pt>
                <c:pt idx="66">
                  <c:v>107.4819529262827</c:v>
                </c:pt>
                <c:pt idx="67">
                  <c:v>108.2127470390609</c:v>
                </c:pt>
                <c:pt idx="68">
                  <c:v>108.2180008701567</c:v>
                </c:pt>
                <c:pt idx="69">
                  <c:v>107.63853075789051</c:v>
                </c:pt>
                <c:pt idx="70">
                  <c:v>108.8163380783835</c:v>
                </c:pt>
                <c:pt idx="71">
                  <c:v>108.2022106850728</c:v>
                </c:pt>
                <c:pt idx="72">
                  <c:v>105.68832860968161</c:v>
                </c:pt>
                <c:pt idx="73">
                  <c:v>106.87688015434981</c:v>
                </c:pt>
                <c:pt idx="74">
                  <c:v>106.8702248374945</c:v>
                </c:pt>
                <c:pt idx="75">
                  <c:v>103.3643841373018</c:v>
                </c:pt>
                <c:pt idx="76">
                  <c:v>102.4106120478726</c:v>
                </c:pt>
                <c:pt idx="77">
                  <c:v>101.8326493399331</c:v>
                </c:pt>
                <c:pt idx="78">
                  <c:v>100.59481113461641</c:v>
                </c:pt>
                <c:pt idx="79">
                  <c:v>99.510236345366465</c:v>
                </c:pt>
                <c:pt idx="80">
                  <c:v>96.066196244129046</c:v>
                </c:pt>
                <c:pt idx="81">
                  <c:v>97.834951720336932</c:v>
                </c:pt>
                <c:pt idx="82">
                  <c:v>97.501775545669531</c:v>
                </c:pt>
                <c:pt idx="83">
                  <c:v>98.131734192736516</c:v>
                </c:pt>
                <c:pt idx="84">
                  <c:v>100.71773973668699</c:v>
                </c:pt>
                <c:pt idx="85">
                  <c:v>99.722343647830129</c:v>
                </c:pt>
                <c:pt idx="86">
                  <c:v>99.238326072432514</c:v>
                </c:pt>
                <c:pt idx="87">
                  <c:v>96.032609037930541</c:v>
                </c:pt>
                <c:pt idx="88">
                  <c:v>94.803600430836113</c:v>
                </c:pt>
                <c:pt idx="89">
                  <c:v>92.38432194312125</c:v>
                </c:pt>
                <c:pt idx="90">
                  <c:v>93.298195372416259</c:v>
                </c:pt>
                <c:pt idx="91">
                  <c:v>92.009298962601676</c:v>
                </c:pt>
                <c:pt idx="92">
                  <c:v>91.430864518682441</c:v>
                </c:pt>
                <c:pt idx="93">
                  <c:v>89.89330740536198</c:v>
                </c:pt>
                <c:pt idx="94">
                  <c:v>93.028892586680996</c:v>
                </c:pt>
                <c:pt idx="95">
                  <c:v>92.781453020556199</c:v>
                </c:pt>
                <c:pt idx="96">
                  <c:v>92.089920219279819</c:v>
                </c:pt>
                <c:pt idx="97">
                  <c:v>93.948546945432625</c:v>
                </c:pt>
                <c:pt idx="98">
                  <c:v>93.005974047502193</c:v>
                </c:pt>
                <c:pt idx="99">
                  <c:v>92.639180145276356</c:v>
                </c:pt>
                <c:pt idx="100">
                  <c:v>92.730120529480203</c:v>
                </c:pt>
                <c:pt idx="101">
                  <c:v>92.443581520285136</c:v>
                </c:pt>
                <c:pt idx="102">
                  <c:v>91.508879827214841</c:v>
                </c:pt>
                <c:pt idx="103">
                  <c:v>91.575509163375827</c:v>
                </c:pt>
                <c:pt idx="104">
                  <c:v>89.449267712632533</c:v>
                </c:pt>
                <c:pt idx="105">
                  <c:v>89.926447192132557</c:v>
                </c:pt>
                <c:pt idx="106">
                  <c:v>90.398126622439051</c:v>
                </c:pt>
                <c:pt idx="107">
                  <c:v>90.283991362813126</c:v>
                </c:pt>
                <c:pt idx="108">
                  <c:v>88.199656701167058</c:v>
                </c:pt>
                <c:pt idx="109">
                  <c:v>90.193908570985045</c:v>
                </c:pt>
                <c:pt idx="110">
                  <c:v>90.179837678813016</c:v>
                </c:pt>
                <c:pt idx="111">
                  <c:v>90.95699637916438</c:v>
                </c:pt>
                <c:pt idx="112">
                  <c:v>90.256962839285691</c:v>
                </c:pt>
                <c:pt idx="113">
                  <c:v>90.083475719382378</c:v>
                </c:pt>
                <c:pt idx="114">
                  <c:v>90.520424107982834</c:v>
                </c:pt>
                <c:pt idx="115">
                  <c:v>90.433484025791685</c:v>
                </c:pt>
                <c:pt idx="116">
                  <c:v>91.380751916694848</c:v>
                </c:pt>
                <c:pt idx="117">
                  <c:v>92.446782294346491</c:v>
                </c:pt>
                <c:pt idx="118">
                  <c:v>93.326539242221301</c:v>
                </c:pt>
                <c:pt idx="119">
                  <c:v>94.23339658312932</c:v>
                </c:pt>
                <c:pt idx="120">
                  <c:v>95.575214855630122</c:v>
                </c:pt>
                <c:pt idx="121">
                  <c:v>94.926228650637924</c:v>
                </c:pt>
                <c:pt idx="122">
                  <c:v>94.7292096819656</c:v>
                </c:pt>
                <c:pt idx="123">
                  <c:v>94.214654844411982</c:v>
                </c:pt>
                <c:pt idx="124">
                  <c:v>95.129148971546655</c:v>
                </c:pt>
                <c:pt idx="125">
                  <c:v>96.015167138262541</c:v>
                </c:pt>
                <c:pt idx="126">
                  <c:v>94.823273186671244</c:v>
                </c:pt>
                <c:pt idx="127">
                  <c:v>93.767637859229851</c:v>
                </c:pt>
                <c:pt idx="128">
                  <c:v>92.173866169125276</c:v>
                </c:pt>
                <c:pt idx="129">
                  <c:v>94.001007563209271</c:v>
                </c:pt>
                <c:pt idx="130">
                  <c:v>96.677013026965469</c:v>
                </c:pt>
                <c:pt idx="131">
                  <c:v>94.167746971145888</c:v>
                </c:pt>
                <c:pt idx="132">
                  <c:v>94.575071178729786</c:v>
                </c:pt>
                <c:pt idx="133">
                  <c:v>94.265908721811428</c:v>
                </c:pt>
                <c:pt idx="134">
                  <c:v>92.818994673193274</c:v>
                </c:pt>
                <c:pt idx="135">
                  <c:v>92.052786857391752</c:v>
                </c:pt>
                <c:pt idx="136">
                  <c:v>91.546613575057052</c:v>
                </c:pt>
                <c:pt idx="137">
                  <c:v>90.552412369319782</c:v>
                </c:pt>
                <c:pt idx="138">
                  <c:v>93.154074899836843</c:v>
                </c:pt>
                <c:pt idx="139">
                  <c:v>91.643326644615385</c:v>
                </c:pt>
                <c:pt idx="140">
                  <c:v>91.365760316169528</c:v>
                </c:pt>
                <c:pt idx="141">
                  <c:v>93.699931144590522</c:v>
                </c:pt>
                <c:pt idx="142">
                  <c:v>94.082882361718575</c:v>
                </c:pt>
                <c:pt idx="143">
                  <c:v>91.578787273941771</c:v>
                </c:pt>
                <c:pt idx="144">
                  <c:v>93.386293076853903</c:v>
                </c:pt>
                <c:pt idx="145">
                  <c:v>93.443134645828451</c:v>
                </c:pt>
                <c:pt idx="146">
                  <c:v>94.783287371489436</c:v>
                </c:pt>
                <c:pt idx="147">
                  <c:v>95.314382508099499</c:v>
                </c:pt>
                <c:pt idx="148">
                  <c:v>95.493493321409261</c:v>
                </c:pt>
                <c:pt idx="149">
                  <c:v>93.972437061342831</c:v>
                </c:pt>
                <c:pt idx="150">
                  <c:v>93.35138022587401</c:v>
                </c:pt>
                <c:pt idx="151">
                  <c:v>92.722021810376646</c:v>
                </c:pt>
                <c:pt idx="152">
                  <c:v>90.706920887483093</c:v>
                </c:pt>
                <c:pt idx="153">
                  <c:v>90.95520764728829</c:v>
                </c:pt>
                <c:pt idx="154">
                  <c:v>91.087178455227004</c:v>
                </c:pt>
                <c:pt idx="155">
                  <c:v>91.203237666462186</c:v>
                </c:pt>
                <c:pt idx="156">
                  <c:v>91.712560210444877</c:v>
                </c:pt>
                <c:pt idx="157">
                  <c:v>91.246333776775813</c:v>
                </c:pt>
                <c:pt idx="158">
                  <c:v>91.947684882000729</c:v>
                </c:pt>
                <c:pt idx="159">
                  <c:v>90.837022049695562</c:v>
                </c:pt>
                <c:pt idx="160">
                  <c:v>92.622679529044021</c:v>
                </c:pt>
                <c:pt idx="161">
                  <c:v>92.831171033097391</c:v>
                </c:pt>
                <c:pt idx="162">
                  <c:v>94.363079516251744</c:v>
                </c:pt>
                <c:pt idx="163">
                  <c:v>94.674918182599356</c:v>
                </c:pt>
                <c:pt idx="164">
                  <c:v>94.696476873036687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0E4-42B7-A0E0-90F0CE9F5411}"/>
            </c:ext>
          </c:extLst>
        </c:ser>
        <c:ser>
          <c:idx val="2"/>
          <c:order val="2"/>
          <c:tx>
            <c:v>Defensivos Domésticos</c:v>
          </c:tx>
          <c:spPr>
            <a:ln w="28575" cap="rnd">
              <a:solidFill>
                <a:schemeClr val="bg1">
                  <a:lumMod val="8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index_base100!$A$2:$A$166</c:f>
              <c:numCache>
                <c:formatCode>m/d/yyyy</c:formatCode>
                <c:ptCount val="165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46071</c:v>
                </c:pt>
                <c:pt idx="33">
                  <c:v>46072</c:v>
                </c:pt>
                <c:pt idx="34">
                  <c:v>46073</c:v>
                </c:pt>
                <c:pt idx="35">
                  <c:v>46076</c:v>
                </c:pt>
                <c:pt idx="36">
                  <c:v>46077</c:v>
                </c:pt>
                <c:pt idx="37">
                  <c:v>46078</c:v>
                </c:pt>
                <c:pt idx="38">
                  <c:v>46079</c:v>
                </c:pt>
                <c:pt idx="39">
                  <c:v>46080</c:v>
                </c:pt>
                <c:pt idx="40">
                  <c:v>46083</c:v>
                </c:pt>
                <c:pt idx="41">
                  <c:v>46084</c:v>
                </c:pt>
                <c:pt idx="42">
                  <c:v>46085</c:v>
                </c:pt>
                <c:pt idx="43">
                  <c:v>46086</c:v>
                </c:pt>
                <c:pt idx="44">
                  <c:v>46087</c:v>
                </c:pt>
                <c:pt idx="45">
                  <c:v>46090</c:v>
                </c:pt>
                <c:pt idx="46">
                  <c:v>46091</c:v>
                </c:pt>
                <c:pt idx="47">
                  <c:v>46092</c:v>
                </c:pt>
                <c:pt idx="48">
                  <c:v>46093</c:v>
                </c:pt>
                <c:pt idx="49">
                  <c:v>46094</c:v>
                </c:pt>
                <c:pt idx="50">
                  <c:v>46097</c:v>
                </c:pt>
                <c:pt idx="51">
                  <c:v>46098</c:v>
                </c:pt>
                <c:pt idx="52">
                  <c:v>46099</c:v>
                </c:pt>
                <c:pt idx="53">
                  <c:v>46100</c:v>
                </c:pt>
                <c:pt idx="54">
                  <c:v>46101</c:v>
                </c:pt>
                <c:pt idx="55">
                  <c:v>46104</c:v>
                </c:pt>
                <c:pt idx="56">
                  <c:v>46105</c:v>
                </c:pt>
                <c:pt idx="57">
                  <c:v>46106</c:v>
                </c:pt>
                <c:pt idx="58">
                  <c:v>46107</c:v>
                </c:pt>
                <c:pt idx="59">
                  <c:v>46108</c:v>
                </c:pt>
                <c:pt idx="60">
                  <c:v>46111</c:v>
                </c:pt>
                <c:pt idx="61">
                  <c:v>46112</c:v>
                </c:pt>
                <c:pt idx="62">
                  <c:v>46113</c:v>
                </c:pt>
                <c:pt idx="63">
                  <c:v>46114</c:v>
                </c:pt>
                <c:pt idx="64">
                  <c:v>46118</c:v>
                </c:pt>
                <c:pt idx="65">
                  <c:v>46119</c:v>
                </c:pt>
                <c:pt idx="66">
                  <c:v>46120</c:v>
                </c:pt>
                <c:pt idx="67">
                  <c:v>46121</c:v>
                </c:pt>
                <c:pt idx="68">
                  <c:v>46122</c:v>
                </c:pt>
                <c:pt idx="69">
                  <c:v>46125</c:v>
                </c:pt>
                <c:pt idx="70">
                  <c:v>46126</c:v>
                </c:pt>
                <c:pt idx="71">
                  <c:v>46127</c:v>
                </c:pt>
                <c:pt idx="72">
                  <c:v>46128</c:v>
                </c:pt>
                <c:pt idx="73">
                  <c:v>46129</c:v>
                </c:pt>
                <c:pt idx="74">
                  <c:v>46132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46147</c:v>
                </c:pt>
                <c:pt idx="84">
                  <c:v>46148</c:v>
                </c:pt>
                <c:pt idx="85">
                  <c:v>46149</c:v>
                </c:pt>
                <c:pt idx="86">
                  <c:v>46150</c:v>
                </c:pt>
                <c:pt idx="87">
                  <c:v>46153</c:v>
                </c:pt>
                <c:pt idx="88">
                  <c:v>46154</c:v>
                </c:pt>
                <c:pt idx="89">
                  <c:v>46155</c:v>
                </c:pt>
                <c:pt idx="90">
                  <c:v>46156</c:v>
                </c:pt>
                <c:pt idx="91">
                  <c:v>46157</c:v>
                </c:pt>
                <c:pt idx="92">
                  <c:v>46160</c:v>
                </c:pt>
                <c:pt idx="93">
                  <c:v>46161</c:v>
                </c:pt>
                <c:pt idx="94">
                  <c:v>46162</c:v>
                </c:pt>
                <c:pt idx="95">
                  <c:v>46163</c:v>
                </c:pt>
                <c:pt idx="96">
                  <c:v>46164</c:v>
                </c:pt>
                <c:pt idx="97">
                  <c:v>46167</c:v>
                </c:pt>
                <c:pt idx="98">
                  <c:v>46168</c:v>
                </c:pt>
                <c:pt idx="99">
                  <c:v>46169</c:v>
                </c:pt>
                <c:pt idx="100">
                  <c:v>46170</c:v>
                </c:pt>
                <c:pt idx="101">
                  <c:v>46171</c:v>
                </c:pt>
                <c:pt idx="102">
                  <c:v>46174</c:v>
                </c:pt>
                <c:pt idx="103">
                  <c:v>46175</c:v>
                </c:pt>
                <c:pt idx="104">
                  <c:v>46176</c:v>
                </c:pt>
                <c:pt idx="105">
                  <c:v>46178</c:v>
                </c:pt>
                <c:pt idx="106">
                  <c:v>46181</c:v>
                </c:pt>
                <c:pt idx="107">
                  <c:v>46182</c:v>
                </c:pt>
                <c:pt idx="108">
                  <c:v>46183</c:v>
                </c:pt>
                <c:pt idx="109">
                  <c:v>46184</c:v>
                </c:pt>
                <c:pt idx="110">
                  <c:v>46185</c:v>
                </c:pt>
                <c:pt idx="111">
                  <c:v>46188</c:v>
                </c:pt>
                <c:pt idx="112">
                  <c:v>46189</c:v>
                </c:pt>
                <c:pt idx="113">
                  <c:v>46190</c:v>
                </c:pt>
                <c:pt idx="114">
                  <c:v>46191</c:v>
                </c:pt>
                <c:pt idx="115">
                  <c:v>46192</c:v>
                </c:pt>
                <c:pt idx="116">
                  <c:v>46195</c:v>
                </c:pt>
                <c:pt idx="117">
                  <c:v>46196</c:v>
                </c:pt>
                <c:pt idx="118">
                  <c:v>46197</c:v>
                </c:pt>
                <c:pt idx="119">
                  <c:v>46198</c:v>
                </c:pt>
                <c:pt idx="120">
                  <c:v>46199</c:v>
                </c:pt>
                <c:pt idx="121">
                  <c:v>46202</c:v>
                </c:pt>
                <c:pt idx="122">
                  <c:v>46203</c:v>
                </c:pt>
                <c:pt idx="123">
                  <c:v>46204</c:v>
                </c:pt>
                <c:pt idx="124">
                  <c:v>46205</c:v>
                </c:pt>
                <c:pt idx="125">
                  <c:v>46206</c:v>
                </c:pt>
                <c:pt idx="126">
                  <c:v>46209</c:v>
                </c:pt>
                <c:pt idx="127">
                  <c:v>46210</c:v>
                </c:pt>
                <c:pt idx="128">
                  <c:v>46211</c:v>
                </c:pt>
                <c:pt idx="129">
                  <c:v>46212</c:v>
                </c:pt>
                <c:pt idx="130">
                  <c:v>46213</c:v>
                </c:pt>
                <c:pt idx="131">
                  <c:v>46216</c:v>
                </c:pt>
                <c:pt idx="132">
                  <c:v>46217</c:v>
                </c:pt>
                <c:pt idx="133">
                  <c:v>46218</c:v>
                </c:pt>
                <c:pt idx="134">
                  <c:v>46219</c:v>
                </c:pt>
                <c:pt idx="135">
                  <c:v>46220</c:v>
                </c:pt>
                <c:pt idx="136">
                  <c:v>46223</c:v>
                </c:pt>
                <c:pt idx="137">
                  <c:v>46224</c:v>
                </c:pt>
                <c:pt idx="138">
                  <c:v>46225</c:v>
                </c:pt>
                <c:pt idx="139">
                  <c:v>46226</c:v>
                </c:pt>
                <c:pt idx="140">
                  <c:v>46227</c:v>
                </c:pt>
                <c:pt idx="141">
                  <c:v>46230</c:v>
                </c:pt>
                <c:pt idx="142">
                  <c:v>46231</c:v>
                </c:pt>
                <c:pt idx="143">
                  <c:v>46232</c:v>
                </c:pt>
                <c:pt idx="144">
                  <c:v>46233</c:v>
                </c:pt>
                <c:pt idx="145">
                  <c:v>46234</c:v>
                </c:pt>
                <c:pt idx="146">
                  <c:v>46237</c:v>
                </c:pt>
                <c:pt idx="147">
                  <c:v>46238</c:v>
                </c:pt>
                <c:pt idx="148">
                  <c:v>46239</c:v>
                </c:pt>
                <c:pt idx="149">
                  <c:v>46240</c:v>
                </c:pt>
                <c:pt idx="150">
                  <c:v>46241</c:v>
                </c:pt>
                <c:pt idx="151">
                  <c:v>46244</c:v>
                </c:pt>
                <c:pt idx="152">
                  <c:v>46245</c:v>
                </c:pt>
                <c:pt idx="153">
                  <c:v>46246</c:v>
                </c:pt>
                <c:pt idx="154">
                  <c:v>46247</c:v>
                </c:pt>
                <c:pt idx="155">
                  <c:v>46248</c:v>
                </c:pt>
                <c:pt idx="156">
                  <c:v>46251</c:v>
                </c:pt>
                <c:pt idx="157">
                  <c:v>46252</c:v>
                </c:pt>
                <c:pt idx="158">
                  <c:v>46253</c:v>
                </c:pt>
                <c:pt idx="159">
                  <c:v>46254</c:v>
                </c:pt>
                <c:pt idx="160">
                  <c:v>46255</c:v>
                </c:pt>
                <c:pt idx="161">
                  <c:v>46258</c:v>
                </c:pt>
                <c:pt idx="162">
                  <c:v>46259</c:v>
                </c:pt>
                <c:pt idx="163">
                  <c:v>46260</c:v>
                </c:pt>
                <c:pt idx="164">
                  <c:v>46261</c:v>
                </c:pt>
              </c:numCache>
            </c:numRef>
          </c:cat>
          <c:val>
            <c:numRef>
              <c:f>index_base100!$D$2:$D$166</c:f>
              <c:numCache>
                <c:formatCode>General</c:formatCode>
                <c:ptCount val="165"/>
                <c:pt idx="0">
                  <c:v>100</c:v>
                </c:pt>
                <c:pt idx="1">
                  <c:v>99.248033885340419</c:v>
                </c:pt>
                <c:pt idx="2">
                  <c:v>99.603792629592263</c:v>
                </c:pt>
                <c:pt idx="3">
                  <c:v>101.1267424421608</c:v>
                </c:pt>
                <c:pt idx="4">
                  <c:v>98.735362507746544</c:v>
                </c:pt>
                <c:pt idx="5">
                  <c:v>100.0070443145049</c:v>
                </c:pt>
                <c:pt idx="6">
                  <c:v>100.5136085793693</c:v>
                </c:pt>
                <c:pt idx="7">
                  <c:v>99.866118325827756</c:v>
                </c:pt>
                <c:pt idx="8">
                  <c:v>97.986240055539781</c:v>
                </c:pt>
                <c:pt idx="9">
                  <c:v>99.49955639670371</c:v>
                </c:pt>
                <c:pt idx="10">
                  <c:v>99.600378994909732</c:v>
                </c:pt>
                <c:pt idx="11">
                  <c:v>98.946309380925541</c:v>
                </c:pt>
                <c:pt idx="12">
                  <c:v>99.090965041657398</c:v>
                </c:pt>
                <c:pt idx="13">
                  <c:v>100.0626984489961</c:v>
                </c:pt>
                <c:pt idx="14">
                  <c:v>102.7735662113494</c:v>
                </c:pt>
                <c:pt idx="15">
                  <c:v>105.6935218959318</c:v>
                </c:pt>
                <c:pt idx="16">
                  <c:v>106.93737680491699</c:v>
                </c:pt>
                <c:pt idx="17">
                  <c:v>106.26182722319309</c:v>
                </c:pt>
                <c:pt idx="18">
                  <c:v>106.9886512745432</c:v>
                </c:pt>
                <c:pt idx="19">
                  <c:v>107.8639908084245</c:v>
                </c:pt>
                <c:pt idx="20">
                  <c:v>106.0234432191023</c:v>
                </c:pt>
                <c:pt idx="21">
                  <c:v>105.9375730303758</c:v>
                </c:pt>
                <c:pt idx="22">
                  <c:v>107.4761335248017</c:v>
                </c:pt>
                <c:pt idx="23">
                  <c:v>109.120974990036</c:v>
                </c:pt>
                <c:pt idx="24">
                  <c:v>106.5142063047377</c:v>
                </c:pt>
                <c:pt idx="25">
                  <c:v>108.23218739715929</c:v>
                </c:pt>
                <c:pt idx="26">
                  <c:v>108.68588842019049</c:v>
                </c:pt>
                <c:pt idx="27">
                  <c:v>110.13881345951511</c:v>
                </c:pt>
                <c:pt idx="28">
                  <c:v>110.01468482043479</c:v>
                </c:pt>
                <c:pt idx="29">
                  <c:v>111.6930559114882</c:v>
                </c:pt>
                <c:pt idx="30">
                  <c:v>111.3707378763649</c:v>
                </c:pt>
                <c:pt idx="31">
                  <c:v>111.295476267914</c:v>
                </c:pt>
                <c:pt idx="32">
                  <c:v>110.9489980162874</c:v>
                </c:pt>
                <c:pt idx="33">
                  <c:v>113.48508641450709</c:v>
                </c:pt>
                <c:pt idx="34">
                  <c:v>113.8526256224097</c:v>
                </c:pt>
                <c:pt idx="35">
                  <c:v>112.9310735209967</c:v>
                </c:pt>
                <c:pt idx="36">
                  <c:v>114.676355760598</c:v>
                </c:pt>
                <c:pt idx="37">
                  <c:v>114.61215372727639</c:v>
                </c:pt>
                <c:pt idx="38">
                  <c:v>114.7862913776077</c:v>
                </c:pt>
                <c:pt idx="39">
                  <c:v>112.6899972311258</c:v>
                </c:pt>
                <c:pt idx="40">
                  <c:v>112.3388359278554</c:v>
                </c:pt>
                <c:pt idx="41">
                  <c:v>108.4872890580499</c:v>
                </c:pt>
                <c:pt idx="42">
                  <c:v>110.9217409338053</c:v>
                </c:pt>
                <c:pt idx="43">
                  <c:v>107.556358949101</c:v>
                </c:pt>
                <c:pt idx="44">
                  <c:v>107.1754007825419</c:v>
                </c:pt>
                <c:pt idx="45">
                  <c:v>108.26927953983289</c:v>
                </c:pt>
                <c:pt idx="46">
                  <c:v>109.59636623002891</c:v>
                </c:pt>
                <c:pt idx="47">
                  <c:v>109.1549942958445</c:v>
                </c:pt>
                <c:pt idx="48">
                  <c:v>105.96917640054581</c:v>
                </c:pt>
                <c:pt idx="49">
                  <c:v>105.630174853809</c:v>
                </c:pt>
                <c:pt idx="50">
                  <c:v>106.8652472059851</c:v>
                </c:pt>
                <c:pt idx="51">
                  <c:v>106.9380023886137</c:v>
                </c:pt>
                <c:pt idx="52">
                  <c:v>107.27491991114979</c:v>
                </c:pt>
                <c:pt idx="53">
                  <c:v>108.920648849271</c:v>
                </c:pt>
                <c:pt idx="54">
                  <c:v>106.00008547182649</c:v>
                </c:pt>
                <c:pt idx="55">
                  <c:v>109.8572248067275</c:v>
                </c:pt>
                <c:pt idx="56">
                  <c:v>109.4812481981896</c:v>
                </c:pt>
                <c:pt idx="57">
                  <c:v>111.7513293590028</c:v>
                </c:pt>
                <c:pt idx="58">
                  <c:v>109.0755068003908</c:v>
                </c:pt>
                <c:pt idx="59">
                  <c:v>107.8375689210488</c:v>
                </c:pt>
                <c:pt idx="60">
                  <c:v>108.8387079113141</c:v>
                </c:pt>
                <c:pt idx="61">
                  <c:v>112.13627407469851</c:v>
                </c:pt>
                <c:pt idx="62">
                  <c:v>112.42422970815539</c:v>
                </c:pt>
                <c:pt idx="63">
                  <c:v>112.36946584804311</c:v>
                </c:pt>
                <c:pt idx="64">
                  <c:v>112.2515364157458</c:v>
                </c:pt>
                <c:pt idx="65">
                  <c:v>112.6818444800419</c:v>
                </c:pt>
                <c:pt idx="66">
                  <c:v>116.4044270085321</c:v>
                </c:pt>
                <c:pt idx="67">
                  <c:v>118.92828094362309</c:v>
                </c:pt>
                <c:pt idx="68">
                  <c:v>120.8340286439507</c:v>
                </c:pt>
                <c:pt idx="69">
                  <c:v>120.9651761202841</c:v>
                </c:pt>
                <c:pt idx="70">
                  <c:v>122.5054426752251</c:v>
                </c:pt>
                <c:pt idx="71">
                  <c:v>121.5097953051302</c:v>
                </c:pt>
                <c:pt idx="72">
                  <c:v>119.78572870391341</c:v>
                </c:pt>
                <c:pt idx="73">
                  <c:v>118.8533712740871</c:v>
                </c:pt>
                <c:pt idx="74">
                  <c:v>119.9641207432359</c:v>
                </c:pt>
                <c:pt idx="75">
                  <c:v>117.8289706019012</c:v>
                </c:pt>
                <c:pt idx="76">
                  <c:v>117.2380838319832</c:v>
                </c:pt>
                <c:pt idx="77">
                  <c:v>117.0499868406002</c:v>
                </c:pt>
                <c:pt idx="78">
                  <c:v>116.052869120201</c:v>
                </c:pt>
                <c:pt idx="79">
                  <c:v>114.8599260923241</c:v>
                </c:pt>
                <c:pt idx="80">
                  <c:v>112.5140384051567</c:v>
                </c:pt>
                <c:pt idx="81">
                  <c:v>114.3688700087006</c:v>
                </c:pt>
                <c:pt idx="82">
                  <c:v>113.875565502242</c:v>
                </c:pt>
                <c:pt idx="83">
                  <c:v>116.3598196960078</c:v>
                </c:pt>
                <c:pt idx="84">
                  <c:v>116.9855748584324</c:v>
                </c:pt>
                <c:pt idx="85">
                  <c:v>112.649207229092</c:v>
                </c:pt>
                <c:pt idx="86">
                  <c:v>113.1143167737911</c:v>
                </c:pt>
                <c:pt idx="87">
                  <c:v>110.67031919702239</c:v>
                </c:pt>
                <c:pt idx="88">
                  <c:v>109.546284607296</c:v>
                </c:pt>
                <c:pt idx="89">
                  <c:v>106.4646472297915</c:v>
                </c:pt>
                <c:pt idx="90">
                  <c:v>107.113432841698</c:v>
                </c:pt>
                <c:pt idx="91">
                  <c:v>106.0173867847419</c:v>
                </c:pt>
                <c:pt idx="92">
                  <c:v>105.8485404212888</c:v>
                </c:pt>
                <c:pt idx="93">
                  <c:v>104.1831168941026</c:v>
                </c:pt>
                <c:pt idx="94">
                  <c:v>106.87884282929269</c:v>
                </c:pt>
                <c:pt idx="95">
                  <c:v>106.07428317815859</c:v>
                </c:pt>
                <c:pt idx="96">
                  <c:v>104.7085119511997</c:v>
                </c:pt>
                <c:pt idx="97">
                  <c:v>106.2547116695318</c:v>
                </c:pt>
                <c:pt idx="98">
                  <c:v>105.7054973899715</c:v>
                </c:pt>
                <c:pt idx="99">
                  <c:v>104.95241566278141</c:v>
                </c:pt>
                <c:pt idx="100">
                  <c:v>104.48060321009361</c:v>
                </c:pt>
                <c:pt idx="101">
                  <c:v>104.1735741421769</c:v>
                </c:pt>
                <c:pt idx="102">
                  <c:v>102.714100499753</c:v>
                </c:pt>
                <c:pt idx="103">
                  <c:v>104.3123355392362</c:v>
                </c:pt>
                <c:pt idx="104">
                  <c:v>102.3912459232145</c:v>
                </c:pt>
                <c:pt idx="105">
                  <c:v>101.8576399877014</c:v>
                </c:pt>
                <c:pt idx="106">
                  <c:v>101.45123817193431</c:v>
                </c:pt>
                <c:pt idx="107">
                  <c:v>102.48758675837369</c:v>
                </c:pt>
                <c:pt idx="108">
                  <c:v>101.5139930039162</c:v>
                </c:pt>
                <c:pt idx="109">
                  <c:v>103.5650129810796</c:v>
                </c:pt>
                <c:pt idx="110">
                  <c:v>103.2969637335723</c:v>
                </c:pt>
                <c:pt idx="111">
                  <c:v>103.73345508051101</c:v>
                </c:pt>
                <c:pt idx="112">
                  <c:v>103.09638624403669</c:v>
                </c:pt>
                <c:pt idx="113">
                  <c:v>101.47113402177681</c:v>
                </c:pt>
                <c:pt idx="114">
                  <c:v>100.992198365254</c:v>
                </c:pt>
                <c:pt idx="115">
                  <c:v>100.9653409769135</c:v>
                </c:pt>
                <c:pt idx="116">
                  <c:v>102.729257067281</c:v>
                </c:pt>
                <c:pt idx="117">
                  <c:v>104.3244843731518</c:v>
                </c:pt>
                <c:pt idx="118">
                  <c:v>104.6150832799153</c:v>
                </c:pt>
                <c:pt idx="119">
                  <c:v>105.93836422568251</c:v>
                </c:pt>
                <c:pt idx="120">
                  <c:v>107.61777997915949</c:v>
                </c:pt>
                <c:pt idx="121">
                  <c:v>107.4650387704758</c:v>
                </c:pt>
                <c:pt idx="122">
                  <c:v>106.5861521860016</c:v>
                </c:pt>
                <c:pt idx="123">
                  <c:v>106.15063820973501</c:v>
                </c:pt>
                <c:pt idx="124">
                  <c:v>106.70001087267811</c:v>
                </c:pt>
                <c:pt idx="125">
                  <c:v>107.0917743926984</c:v>
                </c:pt>
                <c:pt idx="126">
                  <c:v>105.73653552775311</c:v>
                </c:pt>
                <c:pt idx="127">
                  <c:v>105.2728721475747</c:v>
                </c:pt>
                <c:pt idx="128">
                  <c:v>104.5229861456146</c:v>
                </c:pt>
                <c:pt idx="129">
                  <c:v>105.80044808629481</c:v>
                </c:pt>
                <c:pt idx="130">
                  <c:v>109.4718355145922</c:v>
                </c:pt>
                <c:pt idx="131">
                  <c:v>107.2487061976386</c:v>
                </c:pt>
                <c:pt idx="132">
                  <c:v>107.9234688156716</c:v>
                </c:pt>
                <c:pt idx="133">
                  <c:v>106.05297155189881</c:v>
                </c:pt>
                <c:pt idx="134">
                  <c:v>104.60631662084489</c:v>
                </c:pt>
                <c:pt idx="135">
                  <c:v>104.5582731104567</c:v>
                </c:pt>
                <c:pt idx="136">
                  <c:v>104.46986741566749</c:v>
                </c:pt>
                <c:pt idx="137">
                  <c:v>103.5443816370714</c:v>
                </c:pt>
                <c:pt idx="138">
                  <c:v>105.6168323261675</c:v>
                </c:pt>
                <c:pt idx="139">
                  <c:v>104.5608935521613</c:v>
                </c:pt>
                <c:pt idx="140">
                  <c:v>102.2413854383711</c:v>
                </c:pt>
                <c:pt idx="141">
                  <c:v>103.98808283174429</c:v>
                </c:pt>
                <c:pt idx="142">
                  <c:v>104.8210528511808</c:v>
                </c:pt>
                <c:pt idx="143">
                  <c:v>102.42805649827331</c:v>
                </c:pt>
                <c:pt idx="144">
                  <c:v>104.8507128801751</c:v>
                </c:pt>
                <c:pt idx="145">
                  <c:v>105.12871412778711</c:v>
                </c:pt>
                <c:pt idx="146">
                  <c:v>105.50733011770249</c:v>
                </c:pt>
                <c:pt idx="147">
                  <c:v>106.1739927659207</c:v>
                </c:pt>
                <c:pt idx="148">
                  <c:v>106.07258511879181</c:v>
                </c:pt>
                <c:pt idx="149">
                  <c:v>104.86174608953471</c:v>
                </c:pt>
                <c:pt idx="150">
                  <c:v>103.6027129640819</c:v>
                </c:pt>
                <c:pt idx="151">
                  <c:v>101.6928533316981</c:v>
                </c:pt>
                <c:pt idx="152">
                  <c:v>98.949133257238202</c:v>
                </c:pt>
                <c:pt idx="153">
                  <c:v>98.590761354869031</c:v>
                </c:pt>
                <c:pt idx="154">
                  <c:v>97.653780455686231</c:v>
                </c:pt>
                <c:pt idx="155">
                  <c:v>96.833311731814177</c:v>
                </c:pt>
                <c:pt idx="156">
                  <c:v>96.559968449987409</c:v>
                </c:pt>
                <c:pt idx="157">
                  <c:v>96.190485744889429</c:v>
                </c:pt>
                <c:pt idx="158">
                  <c:v>97.618282342266767</c:v>
                </c:pt>
                <c:pt idx="159">
                  <c:v>97.546696980815796</c:v>
                </c:pt>
                <c:pt idx="160">
                  <c:v>99.452587485506612</c:v>
                </c:pt>
                <c:pt idx="161">
                  <c:v>100.3962491258024</c:v>
                </c:pt>
                <c:pt idx="162">
                  <c:v>103.0091432827469</c:v>
                </c:pt>
                <c:pt idx="163">
                  <c:v>102.66715728771661</c:v>
                </c:pt>
                <c:pt idx="164">
                  <c:v>102.056076899671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0E4-42B7-A0E0-90F0CE9F5411}"/>
            </c:ext>
          </c:extLst>
        </c:ser>
        <c:ser>
          <c:idx val="3"/>
          <c:order val="3"/>
          <c:tx>
            <c:strRef>
              <c:f>index_base100!$E$1</c:f>
              <c:strCache>
                <c:ptCount val="1"/>
                <c:pt idx="0">
                  <c:v>Financeiro</c:v>
                </c:pt>
              </c:strCache>
            </c:strRef>
          </c:tx>
          <c:spPr>
            <a:ln w="22225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index_base100!$A$2:$A$166</c:f>
              <c:numCache>
                <c:formatCode>m/d/yyyy</c:formatCode>
                <c:ptCount val="165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46071</c:v>
                </c:pt>
                <c:pt idx="33">
                  <c:v>46072</c:v>
                </c:pt>
                <c:pt idx="34">
                  <c:v>46073</c:v>
                </c:pt>
                <c:pt idx="35">
                  <c:v>46076</c:v>
                </c:pt>
                <c:pt idx="36">
                  <c:v>46077</c:v>
                </c:pt>
                <c:pt idx="37">
                  <c:v>46078</c:v>
                </c:pt>
                <c:pt idx="38">
                  <c:v>46079</c:v>
                </c:pt>
                <c:pt idx="39">
                  <c:v>46080</c:v>
                </c:pt>
                <c:pt idx="40">
                  <c:v>46083</c:v>
                </c:pt>
                <c:pt idx="41">
                  <c:v>46084</c:v>
                </c:pt>
                <c:pt idx="42">
                  <c:v>46085</c:v>
                </c:pt>
                <c:pt idx="43">
                  <c:v>46086</c:v>
                </c:pt>
                <c:pt idx="44">
                  <c:v>46087</c:v>
                </c:pt>
                <c:pt idx="45">
                  <c:v>46090</c:v>
                </c:pt>
                <c:pt idx="46">
                  <c:v>46091</c:v>
                </c:pt>
                <c:pt idx="47">
                  <c:v>46092</c:v>
                </c:pt>
                <c:pt idx="48">
                  <c:v>46093</c:v>
                </c:pt>
                <c:pt idx="49">
                  <c:v>46094</c:v>
                </c:pt>
                <c:pt idx="50">
                  <c:v>46097</c:v>
                </c:pt>
                <c:pt idx="51">
                  <c:v>46098</c:v>
                </c:pt>
                <c:pt idx="52">
                  <c:v>46099</c:v>
                </c:pt>
                <c:pt idx="53">
                  <c:v>46100</c:v>
                </c:pt>
                <c:pt idx="54">
                  <c:v>46101</c:v>
                </c:pt>
                <c:pt idx="55">
                  <c:v>46104</c:v>
                </c:pt>
                <c:pt idx="56">
                  <c:v>46105</c:v>
                </c:pt>
                <c:pt idx="57">
                  <c:v>46106</c:v>
                </c:pt>
                <c:pt idx="58">
                  <c:v>46107</c:v>
                </c:pt>
                <c:pt idx="59">
                  <c:v>46108</c:v>
                </c:pt>
                <c:pt idx="60">
                  <c:v>46111</c:v>
                </c:pt>
                <c:pt idx="61">
                  <c:v>46112</c:v>
                </c:pt>
                <c:pt idx="62">
                  <c:v>46113</c:v>
                </c:pt>
                <c:pt idx="63">
                  <c:v>46114</c:v>
                </c:pt>
                <c:pt idx="64">
                  <c:v>46118</c:v>
                </c:pt>
                <c:pt idx="65">
                  <c:v>46119</c:v>
                </c:pt>
                <c:pt idx="66">
                  <c:v>46120</c:v>
                </c:pt>
                <c:pt idx="67">
                  <c:v>46121</c:v>
                </c:pt>
                <c:pt idx="68">
                  <c:v>46122</c:v>
                </c:pt>
                <c:pt idx="69">
                  <c:v>46125</c:v>
                </c:pt>
                <c:pt idx="70">
                  <c:v>46126</c:v>
                </c:pt>
                <c:pt idx="71">
                  <c:v>46127</c:v>
                </c:pt>
                <c:pt idx="72">
                  <c:v>46128</c:v>
                </c:pt>
                <c:pt idx="73">
                  <c:v>46129</c:v>
                </c:pt>
                <c:pt idx="74">
                  <c:v>46132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46147</c:v>
                </c:pt>
                <c:pt idx="84">
                  <c:v>46148</c:v>
                </c:pt>
                <c:pt idx="85">
                  <c:v>46149</c:v>
                </c:pt>
                <c:pt idx="86">
                  <c:v>46150</c:v>
                </c:pt>
                <c:pt idx="87">
                  <c:v>46153</c:v>
                </c:pt>
                <c:pt idx="88">
                  <c:v>46154</c:v>
                </c:pt>
                <c:pt idx="89">
                  <c:v>46155</c:v>
                </c:pt>
                <c:pt idx="90">
                  <c:v>46156</c:v>
                </c:pt>
                <c:pt idx="91">
                  <c:v>46157</c:v>
                </c:pt>
                <c:pt idx="92">
                  <c:v>46160</c:v>
                </c:pt>
                <c:pt idx="93">
                  <c:v>46161</c:v>
                </c:pt>
                <c:pt idx="94">
                  <c:v>46162</c:v>
                </c:pt>
                <c:pt idx="95">
                  <c:v>46163</c:v>
                </c:pt>
                <c:pt idx="96">
                  <c:v>46164</c:v>
                </c:pt>
                <c:pt idx="97">
                  <c:v>46167</c:v>
                </c:pt>
                <c:pt idx="98">
                  <c:v>46168</c:v>
                </c:pt>
                <c:pt idx="99">
                  <c:v>46169</c:v>
                </c:pt>
                <c:pt idx="100">
                  <c:v>46170</c:v>
                </c:pt>
                <c:pt idx="101">
                  <c:v>46171</c:v>
                </c:pt>
                <c:pt idx="102">
                  <c:v>46174</c:v>
                </c:pt>
                <c:pt idx="103">
                  <c:v>46175</c:v>
                </c:pt>
                <c:pt idx="104">
                  <c:v>46176</c:v>
                </c:pt>
                <c:pt idx="105">
                  <c:v>46178</c:v>
                </c:pt>
                <c:pt idx="106">
                  <c:v>46181</c:v>
                </c:pt>
                <c:pt idx="107">
                  <c:v>46182</c:v>
                </c:pt>
                <c:pt idx="108">
                  <c:v>46183</c:v>
                </c:pt>
                <c:pt idx="109">
                  <c:v>46184</c:v>
                </c:pt>
                <c:pt idx="110">
                  <c:v>46185</c:v>
                </c:pt>
                <c:pt idx="111">
                  <c:v>46188</c:v>
                </c:pt>
                <c:pt idx="112">
                  <c:v>46189</c:v>
                </c:pt>
                <c:pt idx="113">
                  <c:v>46190</c:v>
                </c:pt>
                <c:pt idx="114">
                  <c:v>46191</c:v>
                </c:pt>
                <c:pt idx="115">
                  <c:v>46192</c:v>
                </c:pt>
                <c:pt idx="116">
                  <c:v>46195</c:v>
                </c:pt>
                <c:pt idx="117">
                  <c:v>46196</c:v>
                </c:pt>
                <c:pt idx="118">
                  <c:v>46197</c:v>
                </c:pt>
                <c:pt idx="119">
                  <c:v>46198</c:v>
                </c:pt>
                <c:pt idx="120">
                  <c:v>46199</c:v>
                </c:pt>
                <c:pt idx="121">
                  <c:v>46202</c:v>
                </c:pt>
                <c:pt idx="122">
                  <c:v>46203</c:v>
                </c:pt>
                <c:pt idx="123">
                  <c:v>46204</c:v>
                </c:pt>
                <c:pt idx="124">
                  <c:v>46205</c:v>
                </c:pt>
                <c:pt idx="125">
                  <c:v>46206</c:v>
                </c:pt>
                <c:pt idx="126">
                  <c:v>46209</c:v>
                </c:pt>
                <c:pt idx="127">
                  <c:v>46210</c:v>
                </c:pt>
                <c:pt idx="128">
                  <c:v>46211</c:v>
                </c:pt>
                <c:pt idx="129">
                  <c:v>46212</c:v>
                </c:pt>
                <c:pt idx="130">
                  <c:v>46213</c:v>
                </c:pt>
                <c:pt idx="131">
                  <c:v>46216</c:v>
                </c:pt>
                <c:pt idx="132">
                  <c:v>46217</c:v>
                </c:pt>
                <c:pt idx="133">
                  <c:v>46218</c:v>
                </c:pt>
                <c:pt idx="134">
                  <c:v>46219</c:v>
                </c:pt>
                <c:pt idx="135">
                  <c:v>46220</c:v>
                </c:pt>
                <c:pt idx="136">
                  <c:v>46223</c:v>
                </c:pt>
                <c:pt idx="137">
                  <c:v>46224</c:v>
                </c:pt>
                <c:pt idx="138">
                  <c:v>46225</c:v>
                </c:pt>
                <c:pt idx="139">
                  <c:v>46226</c:v>
                </c:pt>
                <c:pt idx="140">
                  <c:v>46227</c:v>
                </c:pt>
                <c:pt idx="141">
                  <c:v>46230</c:v>
                </c:pt>
                <c:pt idx="142">
                  <c:v>46231</c:v>
                </c:pt>
                <c:pt idx="143">
                  <c:v>46232</c:v>
                </c:pt>
                <c:pt idx="144">
                  <c:v>46233</c:v>
                </c:pt>
                <c:pt idx="145">
                  <c:v>46234</c:v>
                </c:pt>
                <c:pt idx="146">
                  <c:v>46237</c:v>
                </c:pt>
                <c:pt idx="147">
                  <c:v>46238</c:v>
                </c:pt>
                <c:pt idx="148">
                  <c:v>46239</c:v>
                </c:pt>
                <c:pt idx="149">
                  <c:v>46240</c:v>
                </c:pt>
                <c:pt idx="150">
                  <c:v>46241</c:v>
                </c:pt>
                <c:pt idx="151">
                  <c:v>46244</c:v>
                </c:pt>
                <c:pt idx="152">
                  <c:v>46245</c:v>
                </c:pt>
                <c:pt idx="153">
                  <c:v>46246</c:v>
                </c:pt>
                <c:pt idx="154">
                  <c:v>46247</c:v>
                </c:pt>
                <c:pt idx="155">
                  <c:v>46248</c:v>
                </c:pt>
                <c:pt idx="156">
                  <c:v>46251</c:v>
                </c:pt>
                <c:pt idx="157">
                  <c:v>46252</c:v>
                </c:pt>
                <c:pt idx="158">
                  <c:v>46253</c:v>
                </c:pt>
                <c:pt idx="159">
                  <c:v>46254</c:v>
                </c:pt>
                <c:pt idx="160">
                  <c:v>46255</c:v>
                </c:pt>
                <c:pt idx="161">
                  <c:v>46258</c:v>
                </c:pt>
                <c:pt idx="162">
                  <c:v>46259</c:v>
                </c:pt>
                <c:pt idx="163">
                  <c:v>46260</c:v>
                </c:pt>
                <c:pt idx="164">
                  <c:v>46261</c:v>
                </c:pt>
              </c:numCache>
            </c:numRef>
          </c:cat>
          <c:val>
            <c:numRef>
              <c:f>index_base100!$E$2:$E$166</c:f>
              <c:numCache>
                <c:formatCode>General</c:formatCode>
                <c:ptCount val="165"/>
                <c:pt idx="0">
                  <c:v>100</c:v>
                </c:pt>
                <c:pt idx="1">
                  <c:v>99.591440548707084</c:v>
                </c:pt>
                <c:pt idx="2">
                  <c:v>101.8850848571613</c:v>
                </c:pt>
                <c:pt idx="3">
                  <c:v>102.9915702923529</c:v>
                </c:pt>
                <c:pt idx="4">
                  <c:v>101.34245802989879</c:v>
                </c:pt>
                <c:pt idx="5">
                  <c:v>102.06363825964461</c:v>
                </c:pt>
                <c:pt idx="6">
                  <c:v>102.2869911550568</c:v>
                </c:pt>
                <c:pt idx="7">
                  <c:v>101.6263700432873</c:v>
                </c:pt>
                <c:pt idx="8">
                  <c:v>100.4670779932511</c:v>
                </c:pt>
                <c:pt idx="9">
                  <c:v>101.9711984910417</c:v>
                </c:pt>
                <c:pt idx="10">
                  <c:v>103.0848830562003</c:v>
                </c:pt>
                <c:pt idx="11">
                  <c:v>102.66274558664109</c:v>
                </c:pt>
                <c:pt idx="12">
                  <c:v>102.5870212650394</c:v>
                </c:pt>
                <c:pt idx="13">
                  <c:v>103.15047588202241</c:v>
                </c:pt>
                <c:pt idx="14">
                  <c:v>107.463325098952</c:v>
                </c:pt>
                <c:pt idx="15">
                  <c:v>110.49740188484991</c:v>
                </c:pt>
                <c:pt idx="16">
                  <c:v>112.1416371845707</c:v>
                </c:pt>
                <c:pt idx="17">
                  <c:v>113.0416882280928</c:v>
                </c:pt>
                <c:pt idx="18">
                  <c:v>115.7503215071397</c:v>
                </c:pt>
                <c:pt idx="19">
                  <c:v>117.9041192714799</c:v>
                </c:pt>
                <c:pt idx="20">
                  <c:v>117.1299303154001</c:v>
                </c:pt>
                <c:pt idx="21">
                  <c:v>115.47455833230831</c:v>
                </c:pt>
                <c:pt idx="22">
                  <c:v>116.8986156209515</c:v>
                </c:pt>
                <c:pt idx="23">
                  <c:v>117.6263965424816</c:v>
                </c:pt>
                <c:pt idx="24">
                  <c:v>113.7056120705696</c:v>
                </c:pt>
                <c:pt idx="25">
                  <c:v>115.0170729848851</c:v>
                </c:pt>
                <c:pt idx="26">
                  <c:v>116.66838596965751</c:v>
                </c:pt>
                <c:pt idx="27">
                  <c:v>119.393410308242</c:v>
                </c:pt>
                <c:pt idx="28">
                  <c:v>119.23579417887871</c:v>
                </c:pt>
                <c:pt idx="29">
                  <c:v>120.9976164114908</c:v>
                </c:pt>
                <c:pt idx="30">
                  <c:v>119.6751491342476</c:v>
                </c:pt>
                <c:pt idx="31">
                  <c:v>118.8190329959376</c:v>
                </c:pt>
                <c:pt idx="32">
                  <c:v>119.31690915901279</c:v>
                </c:pt>
                <c:pt idx="33">
                  <c:v>121.1684593784971</c:v>
                </c:pt>
                <c:pt idx="34">
                  <c:v>123.0699352649861</c:v>
                </c:pt>
                <c:pt idx="35">
                  <c:v>120.05047247656211</c:v>
                </c:pt>
                <c:pt idx="36">
                  <c:v>121.8976415589669</c:v>
                </c:pt>
                <c:pt idx="37">
                  <c:v>121.3652717981723</c:v>
                </c:pt>
                <c:pt idx="38">
                  <c:v>120.9284803534981</c:v>
                </c:pt>
                <c:pt idx="39">
                  <c:v>119.4959859718743</c:v>
                </c:pt>
                <c:pt idx="40">
                  <c:v>119.2269093251024</c:v>
                </c:pt>
                <c:pt idx="41">
                  <c:v>114.32673942622429</c:v>
                </c:pt>
                <c:pt idx="42">
                  <c:v>116.4937631655032</c:v>
                </c:pt>
                <c:pt idx="43">
                  <c:v>112.5401979473918</c:v>
                </c:pt>
                <c:pt idx="44">
                  <c:v>111.0839139907344</c:v>
                </c:pt>
                <c:pt idx="45">
                  <c:v>111.5918655573291</c:v>
                </c:pt>
                <c:pt idx="46">
                  <c:v>113.92085683186519</c:v>
                </c:pt>
                <c:pt idx="47">
                  <c:v>113.9652225579875</c:v>
                </c:pt>
                <c:pt idx="48">
                  <c:v>110.44633006504699</c:v>
                </c:pt>
                <c:pt idx="49">
                  <c:v>109.1374385471248</c:v>
                </c:pt>
                <c:pt idx="50">
                  <c:v>110.3753351904556</c:v>
                </c:pt>
                <c:pt idx="51">
                  <c:v>110.1622475449344</c:v>
                </c:pt>
                <c:pt idx="52">
                  <c:v>108.82194863744451</c:v>
                </c:pt>
                <c:pt idx="53">
                  <c:v>108.99106104313989</c:v>
                </c:pt>
                <c:pt idx="54">
                  <c:v>106.5211681614704</c:v>
                </c:pt>
                <c:pt idx="55">
                  <c:v>110.5352559220425</c:v>
                </c:pt>
                <c:pt idx="56">
                  <c:v>110.2093216559969</c:v>
                </c:pt>
                <c:pt idx="57">
                  <c:v>112.0814759908385</c:v>
                </c:pt>
                <c:pt idx="58">
                  <c:v>109.54013822102149</c:v>
                </c:pt>
                <c:pt idx="59">
                  <c:v>107.6348086220116</c:v>
                </c:pt>
                <c:pt idx="60">
                  <c:v>107.5438181147364</c:v>
                </c:pt>
                <c:pt idx="61">
                  <c:v>112.53076115680381</c:v>
                </c:pt>
                <c:pt idx="62">
                  <c:v>114.0561838705685</c:v>
                </c:pt>
                <c:pt idx="63">
                  <c:v>113.069582885374</c:v>
                </c:pt>
                <c:pt idx="64">
                  <c:v>113.36567645027191</c:v>
                </c:pt>
                <c:pt idx="65">
                  <c:v>113.3729802063675</c:v>
                </c:pt>
                <c:pt idx="66">
                  <c:v>118.0224793213949</c:v>
                </c:pt>
                <c:pt idx="67">
                  <c:v>119.7824873992918</c:v>
                </c:pt>
                <c:pt idx="68">
                  <c:v>120.5586099357085</c:v>
                </c:pt>
                <c:pt idx="69">
                  <c:v>120.45772565807439</c:v>
                </c:pt>
                <c:pt idx="70">
                  <c:v>121.7592827909782</c:v>
                </c:pt>
                <c:pt idx="71">
                  <c:v>122.1454417016777</c:v>
                </c:pt>
                <c:pt idx="72">
                  <c:v>121.8583918125554</c:v>
                </c:pt>
                <c:pt idx="73">
                  <c:v>121.7164277759921</c:v>
                </c:pt>
                <c:pt idx="74">
                  <c:v>121.0710214468226</c:v>
                </c:pt>
                <c:pt idx="75">
                  <c:v>117.88646633829509</c:v>
                </c:pt>
                <c:pt idx="76">
                  <c:v>115.93872724154819</c:v>
                </c:pt>
                <c:pt idx="77">
                  <c:v>115.8743257291935</c:v>
                </c:pt>
                <c:pt idx="78">
                  <c:v>114.831567488847</c:v>
                </c:pt>
                <c:pt idx="79">
                  <c:v>114.47799059858301</c:v>
                </c:pt>
                <c:pt idx="80">
                  <c:v>111.2883480876454</c:v>
                </c:pt>
                <c:pt idx="81">
                  <c:v>112.6009572731836</c:v>
                </c:pt>
                <c:pt idx="82">
                  <c:v>110.67819387251011</c:v>
                </c:pt>
                <c:pt idx="83">
                  <c:v>111.2096126850837</c:v>
                </c:pt>
                <c:pt idx="84">
                  <c:v>111.31299128146949</c:v>
                </c:pt>
                <c:pt idx="85">
                  <c:v>108.4297227924081</c:v>
                </c:pt>
                <c:pt idx="86">
                  <c:v>109.6058018246318</c:v>
                </c:pt>
                <c:pt idx="87">
                  <c:v>107.28158212515589</c:v>
                </c:pt>
                <c:pt idx="88">
                  <c:v>106.17508959239809</c:v>
                </c:pt>
                <c:pt idx="89">
                  <c:v>104.214906320531</c:v>
                </c:pt>
                <c:pt idx="90">
                  <c:v>105.7378369953404</c:v>
                </c:pt>
                <c:pt idx="91">
                  <c:v>104.3314395123368</c:v>
                </c:pt>
                <c:pt idx="92">
                  <c:v>103.98856755675099</c:v>
                </c:pt>
                <c:pt idx="93">
                  <c:v>101.8262373263908</c:v>
                </c:pt>
                <c:pt idx="94">
                  <c:v>104.71041460968689</c:v>
                </c:pt>
                <c:pt idx="95">
                  <c:v>105.3929892465502</c:v>
                </c:pt>
                <c:pt idx="96">
                  <c:v>104.03978142873019</c:v>
                </c:pt>
                <c:pt idx="97">
                  <c:v>106.66506079047009</c:v>
                </c:pt>
                <c:pt idx="98">
                  <c:v>105.5345483909347</c:v>
                </c:pt>
                <c:pt idx="99">
                  <c:v>105.478981364205</c:v>
                </c:pt>
                <c:pt idx="100">
                  <c:v>104.6495296946206</c:v>
                </c:pt>
                <c:pt idx="101">
                  <c:v>104.30557760993889</c:v>
                </c:pt>
                <c:pt idx="102">
                  <c:v>102.8600475856954</c:v>
                </c:pt>
                <c:pt idx="103">
                  <c:v>103.5841704113477</c:v>
                </c:pt>
                <c:pt idx="104">
                  <c:v>100.8634430140079</c:v>
                </c:pt>
                <c:pt idx="105">
                  <c:v>100.7539421285443</c:v>
                </c:pt>
                <c:pt idx="106">
                  <c:v>99.97623744763429</c:v>
                </c:pt>
                <c:pt idx="107">
                  <c:v>101.2477800469767</c:v>
                </c:pt>
                <c:pt idx="108">
                  <c:v>100.68723721970051</c:v>
                </c:pt>
                <c:pt idx="109">
                  <c:v>103.2498281792074</c:v>
                </c:pt>
                <c:pt idx="110">
                  <c:v>103.28532837390721</c:v>
                </c:pt>
                <c:pt idx="111">
                  <c:v>102.84449524298481</c:v>
                </c:pt>
                <c:pt idx="112">
                  <c:v>102.88545979749389</c:v>
                </c:pt>
                <c:pt idx="113">
                  <c:v>103.0098024440484</c:v>
                </c:pt>
                <c:pt idx="114">
                  <c:v>102.6508692075591</c:v>
                </c:pt>
                <c:pt idx="115">
                  <c:v>102.2744539383704</c:v>
                </c:pt>
                <c:pt idx="116">
                  <c:v>104.14264687865</c:v>
                </c:pt>
                <c:pt idx="117">
                  <c:v>104.6536078293116</c:v>
                </c:pt>
                <c:pt idx="118">
                  <c:v>104.74433544183459</c:v>
                </c:pt>
                <c:pt idx="119">
                  <c:v>105.7254730958711</c:v>
                </c:pt>
                <c:pt idx="120">
                  <c:v>107.1737817646212</c:v>
                </c:pt>
                <c:pt idx="121">
                  <c:v>107.4356677262266</c:v>
                </c:pt>
                <c:pt idx="122">
                  <c:v>106.62725746560579</c:v>
                </c:pt>
                <c:pt idx="123">
                  <c:v>106.5820162330493</c:v>
                </c:pt>
                <c:pt idx="124">
                  <c:v>107.28599352289309</c:v>
                </c:pt>
                <c:pt idx="125">
                  <c:v>108.1243043280888</c:v>
                </c:pt>
                <c:pt idx="126">
                  <c:v>107.4834740436368</c:v>
                </c:pt>
                <c:pt idx="127">
                  <c:v>107.022217423966</c:v>
                </c:pt>
                <c:pt idx="128">
                  <c:v>105.90176161439931</c:v>
                </c:pt>
                <c:pt idx="129">
                  <c:v>108.1999992231285</c:v>
                </c:pt>
                <c:pt idx="130">
                  <c:v>112.7199501006605</c:v>
                </c:pt>
                <c:pt idx="131">
                  <c:v>110.9194457583741</c:v>
                </c:pt>
                <c:pt idx="132">
                  <c:v>111.4233762147726</c:v>
                </c:pt>
                <c:pt idx="133">
                  <c:v>111.1781258537885</c:v>
                </c:pt>
                <c:pt idx="134">
                  <c:v>110.1366809205588</c:v>
                </c:pt>
                <c:pt idx="135">
                  <c:v>108.9631503572806</c:v>
                </c:pt>
                <c:pt idx="136">
                  <c:v>109.2309447617413</c:v>
                </c:pt>
                <c:pt idx="137">
                  <c:v>109.7602148789944</c:v>
                </c:pt>
                <c:pt idx="138">
                  <c:v>111.8942965713448</c:v>
                </c:pt>
                <c:pt idx="139">
                  <c:v>110.81365932448141</c:v>
                </c:pt>
                <c:pt idx="140">
                  <c:v>108.9152733385685</c:v>
                </c:pt>
                <c:pt idx="141">
                  <c:v>110.2647509098426</c:v>
                </c:pt>
                <c:pt idx="142">
                  <c:v>111.0433633684999</c:v>
                </c:pt>
                <c:pt idx="143">
                  <c:v>108.4844148264751</c:v>
                </c:pt>
                <c:pt idx="144">
                  <c:v>110.35345710886121</c:v>
                </c:pt>
                <c:pt idx="145">
                  <c:v>110.9821237671581</c:v>
                </c:pt>
                <c:pt idx="146">
                  <c:v>111.3353637628272</c:v>
                </c:pt>
                <c:pt idx="147">
                  <c:v>109.8977425675192</c:v>
                </c:pt>
                <c:pt idx="148">
                  <c:v>109.8886495234527</c:v>
                </c:pt>
                <c:pt idx="149">
                  <c:v>108.1338628938687</c:v>
                </c:pt>
                <c:pt idx="150">
                  <c:v>105.51869713106009</c:v>
                </c:pt>
                <c:pt idx="151">
                  <c:v>104.70424836455339</c:v>
                </c:pt>
                <c:pt idx="152">
                  <c:v>101.2498903055434</c:v>
                </c:pt>
                <c:pt idx="153">
                  <c:v>100.3178236234434</c:v>
                </c:pt>
                <c:pt idx="154">
                  <c:v>100.22760498776761</c:v>
                </c:pt>
                <c:pt idx="155">
                  <c:v>100.79307898834951</c:v>
                </c:pt>
                <c:pt idx="156">
                  <c:v>99.263491866498754</c:v>
                </c:pt>
                <c:pt idx="157">
                  <c:v>98.828442269493365</c:v>
                </c:pt>
                <c:pt idx="158">
                  <c:v>99.099760261928068</c:v>
                </c:pt>
                <c:pt idx="159">
                  <c:v>97.733474230099233</c:v>
                </c:pt>
                <c:pt idx="160">
                  <c:v>100.73049885350289</c:v>
                </c:pt>
                <c:pt idx="161">
                  <c:v>101.7003290528566</c:v>
                </c:pt>
                <c:pt idx="162">
                  <c:v>104.1680054673952</c:v>
                </c:pt>
                <c:pt idx="163">
                  <c:v>104.4635976675017</c:v>
                </c:pt>
                <c:pt idx="164">
                  <c:v>104.1967878221345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0E4-42B7-A0E0-90F0CE9F5411}"/>
            </c:ext>
          </c:extLst>
        </c:ser>
        <c:ser>
          <c:idx val="4"/>
          <c:order val="4"/>
          <c:tx>
            <c:v>Ibovespa</c:v>
          </c:tx>
          <c:spPr>
            <a:ln w="22225" cap="rnd" cmpd="sng">
              <a:solidFill>
                <a:srgbClr val="8EB3DF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index_base100!$A$2:$A$166</c:f>
              <c:numCache>
                <c:formatCode>m/d/yyyy</c:formatCode>
                <c:ptCount val="165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46071</c:v>
                </c:pt>
                <c:pt idx="33">
                  <c:v>46072</c:v>
                </c:pt>
                <c:pt idx="34">
                  <c:v>46073</c:v>
                </c:pt>
                <c:pt idx="35">
                  <c:v>46076</c:v>
                </c:pt>
                <c:pt idx="36">
                  <c:v>46077</c:v>
                </c:pt>
                <c:pt idx="37">
                  <c:v>46078</c:v>
                </c:pt>
                <c:pt idx="38">
                  <c:v>46079</c:v>
                </c:pt>
                <c:pt idx="39">
                  <c:v>46080</c:v>
                </c:pt>
                <c:pt idx="40">
                  <c:v>46083</c:v>
                </c:pt>
                <c:pt idx="41">
                  <c:v>46084</c:v>
                </c:pt>
                <c:pt idx="42">
                  <c:v>46085</c:v>
                </c:pt>
                <c:pt idx="43">
                  <c:v>46086</c:v>
                </c:pt>
                <c:pt idx="44">
                  <c:v>46087</c:v>
                </c:pt>
                <c:pt idx="45">
                  <c:v>46090</c:v>
                </c:pt>
                <c:pt idx="46">
                  <c:v>46091</c:v>
                </c:pt>
                <c:pt idx="47">
                  <c:v>46092</c:v>
                </c:pt>
                <c:pt idx="48">
                  <c:v>46093</c:v>
                </c:pt>
                <c:pt idx="49">
                  <c:v>46094</c:v>
                </c:pt>
                <c:pt idx="50">
                  <c:v>46097</c:v>
                </c:pt>
                <c:pt idx="51">
                  <c:v>46098</c:v>
                </c:pt>
                <c:pt idx="52">
                  <c:v>46099</c:v>
                </c:pt>
                <c:pt idx="53">
                  <c:v>46100</c:v>
                </c:pt>
                <c:pt idx="54">
                  <c:v>46101</c:v>
                </c:pt>
                <c:pt idx="55">
                  <c:v>46104</c:v>
                </c:pt>
                <c:pt idx="56">
                  <c:v>46105</c:v>
                </c:pt>
                <c:pt idx="57">
                  <c:v>46106</c:v>
                </c:pt>
                <c:pt idx="58">
                  <c:v>46107</c:v>
                </c:pt>
                <c:pt idx="59">
                  <c:v>46108</c:v>
                </c:pt>
                <c:pt idx="60">
                  <c:v>46111</c:v>
                </c:pt>
                <c:pt idx="61">
                  <c:v>46112</c:v>
                </c:pt>
                <c:pt idx="62">
                  <c:v>46113</c:v>
                </c:pt>
                <c:pt idx="63">
                  <c:v>46114</c:v>
                </c:pt>
                <c:pt idx="64">
                  <c:v>46118</c:v>
                </c:pt>
                <c:pt idx="65">
                  <c:v>46119</c:v>
                </c:pt>
                <c:pt idx="66">
                  <c:v>46120</c:v>
                </c:pt>
                <c:pt idx="67">
                  <c:v>46121</c:v>
                </c:pt>
                <c:pt idx="68">
                  <c:v>46122</c:v>
                </c:pt>
                <c:pt idx="69">
                  <c:v>46125</c:v>
                </c:pt>
                <c:pt idx="70">
                  <c:v>46126</c:v>
                </c:pt>
                <c:pt idx="71">
                  <c:v>46127</c:v>
                </c:pt>
                <c:pt idx="72">
                  <c:v>46128</c:v>
                </c:pt>
                <c:pt idx="73">
                  <c:v>46129</c:v>
                </c:pt>
                <c:pt idx="74">
                  <c:v>46132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46147</c:v>
                </c:pt>
                <c:pt idx="84">
                  <c:v>46148</c:v>
                </c:pt>
                <c:pt idx="85">
                  <c:v>46149</c:v>
                </c:pt>
                <c:pt idx="86">
                  <c:v>46150</c:v>
                </c:pt>
                <c:pt idx="87">
                  <c:v>46153</c:v>
                </c:pt>
                <c:pt idx="88">
                  <c:v>46154</c:v>
                </c:pt>
                <c:pt idx="89">
                  <c:v>46155</c:v>
                </c:pt>
                <c:pt idx="90">
                  <c:v>46156</c:v>
                </c:pt>
                <c:pt idx="91">
                  <c:v>46157</c:v>
                </c:pt>
                <c:pt idx="92">
                  <c:v>46160</c:v>
                </c:pt>
                <c:pt idx="93">
                  <c:v>46161</c:v>
                </c:pt>
                <c:pt idx="94">
                  <c:v>46162</c:v>
                </c:pt>
                <c:pt idx="95">
                  <c:v>46163</c:v>
                </c:pt>
                <c:pt idx="96">
                  <c:v>46164</c:v>
                </c:pt>
                <c:pt idx="97">
                  <c:v>46167</c:v>
                </c:pt>
                <c:pt idx="98">
                  <c:v>46168</c:v>
                </c:pt>
                <c:pt idx="99">
                  <c:v>46169</c:v>
                </c:pt>
                <c:pt idx="100">
                  <c:v>46170</c:v>
                </c:pt>
                <c:pt idx="101">
                  <c:v>46171</c:v>
                </c:pt>
                <c:pt idx="102">
                  <c:v>46174</c:v>
                </c:pt>
                <c:pt idx="103">
                  <c:v>46175</c:v>
                </c:pt>
                <c:pt idx="104">
                  <c:v>46176</c:v>
                </c:pt>
                <c:pt idx="105">
                  <c:v>46178</c:v>
                </c:pt>
                <c:pt idx="106">
                  <c:v>46181</c:v>
                </c:pt>
                <c:pt idx="107">
                  <c:v>46182</c:v>
                </c:pt>
                <c:pt idx="108">
                  <c:v>46183</c:v>
                </c:pt>
                <c:pt idx="109">
                  <c:v>46184</c:v>
                </c:pt>
                <c:pt idx="110">
                  <c:v>46185</c:v>
                </c:pt>
                <c:pt idx="111">
                  <c:v>46188</c:v>
                </c:pt>
                <c:pt idx="112">
                  <c:v>46189</c:v>
                </c:pt>
                <c:pt idx="113">
                  <c:v>46190</c:v>
                </c:pt>
                <c:pt idx="114">
                  <c:v>46191</c:v>
                </c:pt>
                <c:pt idx="115">
                  <c:v>46192</c:v>
                </c:pt>
                <c:pt idx="116">
                  <c:v>46195</c:v>
                </c:pt>
                <c:pt idx="117">
                  <c:v>46196</c:v>
                </c:pt>
                <c:pt idx="118">
                  <c:v>46197</c:v>
                </c:pt>
                <c:pt idx="119">
                  <c:v>46198</c:v>
                </c:pt>
                <c:pt idx="120">
                  <c:v>46199</c:v>
                </c:pt>
                <c:pt idx="121">
                  <c:v>46202</c:v>
                </c:pt>
                <c:pt idx="122">
                  <c:v>46203</c:v>
                </c:pt>
                <c:pt idx="123">
                  <c:v>46204</c:v>
                </c:pt>
                <c:pt idx="124">
                  <c:v>46205</c:v>
                </c:pt>
                <c:pt idx="125">
                  <c:v>46206</c:v>
                </c:pt>
                <c:pt idx="126">
                  <c:v>46209</c:v>
                </c:pt>
                <c:pt idx="127">
                  <c:v>46210</c:v>
                </c:pt>
                <c:pt idx="128">
                  <c:v>46211</c:v>
                </c:pt>
                <c:pt idx="129">
                  <c:v>46212</c:v>
                </c:pt>
                <c:pt idx="130">
                  <c:v>46213</c:v>
                </c:pt>
                <c:pt idx="131">
                  <c:v>46216</c:v>
                </c:pt>
                <c:pt idx="132">
                  <c:v>46217</c:v>
                </c:pt>
                <c:pt idx="133">
                  <c:v>46218</c:v>
                </c:pt>
                <c:pt idx="134">
                  <c:v>46219</c:v>
                </c:pt>
                <c:pt idx="135">
                  <c:v>46220</c:v>
                </c:pt>
                <c:pt idx="136">
                  <c:v>46223</c:v>
                </c:pt>
                <c:pt idx="137">
                  <c:v>46224</c:v>
                </c:pt>
                <c:pt idx="138">
                  <c:v>46225</c:v>
                </c:pt>
                <c:pt idx="139">
                  <c:v>46226</c:v>
                </c:pt>
                <c:pt idx="140">
                  <c:v>46227</c:v>
                </c:pt>
                <c:pt idx="141">
                  <c:v>46230</c:v>
                </c:pt>
                <c:pt idx="142">
                  <c:v>46231</c:v>
                </c:pt>
                <c:pt idx="143">
                  <c:v>46232</c:v>
                </c:pt>
                <c:pt idx="144">
                  <c:v>46233</c:v>
                </c:pt>
                <c:pt idx="145">
                  <c:v>46234</c:v>
                </c:pt>
                <c:pt idx="146">
                  <c:v>46237</c:v>
                </c:pt>
                <c:pt idx="147">
                  <c:v>46238</c:v>
                </c:pt>
                <c:pt idx="148">
                  <c:v>46239</c:v>
                </c:pt>
                <c:pt idx="149">
                  <c:v>46240</c:v>
                </c:pt>
                <c:pt idx="150">
                  <c:v>46241</c:v>
                </c:pt>
                <c:pt idx="151">
                  <c:v>46244</c:v>
                </c:pt>
                <c:pt idx="152">
                  <c:v>46245</c:v>
                </c:pt>
                <c:pt idx="153">
                  <c:v>46246</c:v>
                </c:pt>
                <c:pt idx="154">
                  <c:v>46247</c:v>
                </c:pt>
                <c:pt idx="155">
                  <c:v>46248</c:v>
                </c:pt>
                <c:pt idx="156">
                  <c:v>46251</c:v>
                </c:pt>
                <c:pt idx="157">
                  <c:v>46252</c:v>
                </c:pt>
                <c:pt idx="158">
                  <c:v>46253</c:v>
                </c:pt>
                <c:pt idx="159">
                  <c:v>46254</c:v>
                </c:pt>
                <c:pt idx="160">
                  <c:v>46255</c:v>
                </c:pt>
                <c:pt idx="161">
                  <c:v>46258</c:v>
                </c:pt>
                <c:pt idx="162">
                  <c:v>46259</c:v>
                </c:pt>
                <c:pt idx="163">
                  <c:v>46260</c:v>
                </c:pt>
                <c:pt idx="164">
                  <c:v>46261</c:v>
                </c:pt>
              </c:numCache>
            </c:numRef>
          </c:cat>
          <c:val>
            <c:numRef>
              <c:f>index_base100!$F$2:$F$166</c:f>
              <c:numCache>
                <c:formatCode>General</c:formatCode>
                <c:ptCount val="165"/>
                <c:pt idx="0">
                  <c:v>100</c:v>
                </c:pt>
                <c:pt idx="1">
                  <c:v>99.635886018446385</c:v>
                </c:pt>
                <c:pt idx="2">
                  <c:v>100.46199428432659</c:v>
                </c:pt>
                <c:pt idx="3">
                  <c:v>101.5754874604788</c:v>
                </c:pt>
                <c:pt idx="4">
                  <c:v>100.5274588353156</c:v>
                </c:pt>
                <c:pt idx="5">
                  <c:v>101.1240377601616</c:v>
                </c:pt>
                <c:pt idx="6">
                  <c:v>101.39328772371481</c:v>
                </c:pt>
                <c:pt idx="7">
                  <c:v>101.25677290919489</c:v>
                </c:pt>
                <c:pt idx="8">
                  <c:v>100.5260996452638</c:v>
                </c:pt>
                <c:pt idx="9">
                  <c:v>102.49533018915641</c:v>
                </c:pt>
                <c:pt idx="10">
                  <c:v>102.7574490596981</c:v>
                </c:pt>
                <c:pt idx="11">
                  <c:v>102.2805905736633</c:v>
                </c:pt>
                <c:pt idx="12">
                  <c:v>102.3111816593501</c:v>
                </c:pt>
                <c:pt idx="13">
                  <c:v>103.1972184144558</c:v>
                </c:pt>
                <c:pt idx="14">
                  <c:v>106.6353920552673</c:v>
                </c:pt>
                <c:pt idx="15">
                  <c:v>108.9768482765936</c:v>
                </c:pt>
                <c:pt idx="16">
                  <c:v>111.0058211192937</c:v>
                </c:pt>
                <c:pt idx="17">
                  <c:v>110.9202604158489</c:v>
                </c:pt>
                <c:pt idx="18">
                  <c:v>112.9053295579709</c:v>
                </c:pt>
                <c:pt idx="19">
                  <c:v>114.6256793700458</c:v>
                </c:pt>
                <c:pt idx="20">
                  <c:v>113.6591649099084</c:v>
                </c:pt>
                <c:pt idx="21">
                  <c:v>112.56073453857699</c:v>
                </c:pt>
                <c:pt idx="22">
                  <c:v>113.44793188062189</c:v>
                </c:pt>
                <c:pt idx="23">
                  <c:v>115.23599914774439</c:v>
                </c:pt>
                <c:pt idx="24">
                  <c:v>112.7744376940764</c:v>
                </c:pt>
                <c:pt idx="25">
                  <c:v>113.0344960573248</c:v>
                </c:pt>
                <c:pt idx="26">
                  <c:v>113.5449867392081</c:v>
                </c:pt>
                <c:pt idx="27">
                  <c:v>115.5877252601499</c:v>
                </c:pt>
                <c:pt idx="28">
                  <c:v>115.39419893962069</c:v>
                </c:pt>
                <c:pt idx="29">
                  <c:v>117.7338615265864</c:v>
                </c:pt>
                <c:pt idx="30">
                  <c:v>116.5343607899861</c:v>
                </c:pt>
                <c:pt idx="31">
                  <c:v>115.72621989944849</c:v>
                </c:pt>
                <c:pt idx="32">
                  <c:v>115.4481817481629</c:v>
                </c:pt>
                <c:pt idx="33">
                  <c:v>117.0110082602138</c:v>
                </c:pt>
                <c:pt idx="34">
                  <c:v>118.2522777139317</c:v>
                </c:pt>
                <c:pt idx="35">
                  <c:v>117.2090341825126</c:v>
                </c:pt>
                <c:pt idx="36">
                  <c:v>118.8455921001143</c:v>
                </c:pt>
                <c:pt idx="37">
                  <c:v>118.6948150995712</c:v>
                </c:pt>
                <c:pt idx="38">
                  <c:v>118.5443484163915</c:v>
                </c:pt>
                <c:pt idx="39">
                  <c:v>117.1677557668292</c:v>
                </c:pt>
                <c:pt idx="40">
                  <c:v>117.490510650185</c:v>
                </c:pt>
                <c:pt idx="41">
                  <c:v>113.64124097899671</c:v>
                </c:pt>
                <c:pt idx="42">
                  <c:v>115.0448498582191</c:v>
                </c:pt>
                <c:pt idx="43">
                  <c:v>112.0021260463203</c:v>
                </c:pt>
                <c:pt idx="44">
                  <c:v>111.3200360688078</c:v>
                </c:pt>
                <c:pt idx="45">
                  <c:v>112.2823550381917</c:v>
                </c:pt>
                <c:pt idx="46">
                  <c:v>113.8535787380969</c:v>
                </c:pt>
                <c:pt idx="47">
                  <c:v>114.1777672876717</c:v>
                </c:pt>
                <c:pt idx="48">
                  <c:v>111.2701804811992</c:v>
                </c:pt>
                <c:pt idx="49">
                  <c:v>110.2578135274414</c:v>
                </c:pt>
                <c:pt idx="50">
                  <c:v>111.6369445730365</c:v>
                </c:pt>
                <c:pt idx="51">
                  <c:v>111.96854350125</c:v>
                </c:pt>
                <c:pt idx="52">
                  <c:v>111.4907664758194</c:v>
                </c:pt>
                <c:pt idx="53">
                  <c:v>111.88220700439661</c:v>
                </c:pt>
                <c:pt idx="54">
                  <c:v>109.367879186251</c:v>
                </c:pt>
                <c:pt idx="55">
                  <c:v>112.9132736824747</c:v>
                </c:pt>
                <c:pt idx="56">
                  <c:v>113.27151025316491</c:v>
                </c:pt>
                <c:pt idx="57">
                  <c:v>115.0807473708206</c:v>
                </c:pt>
                <c:pt idx="58">
                  <c:v>113.41024073365971</c:v>
                </c:pt>
                <c:pt idx="59">
                  <c:v>112.680430151999</c:v>
                </c:pt>
                <c:pt idx="60">
                  <c:v>113.2746506648829</c:v>
                </c:pt>
                <c:pt idx="61">
                  <c:v>116.34532786487939</c:v>
                </c:pt>
                <c:pt idx="62">
                  <c:v>116.650102960198</c:v>
                </c:pt>
                <c:pt idx="63">
                  <c:v>116.711614067977</c:v>
                </c:pt>
                <c:pt idx="64">
                  <c:v>116.77985285619511</c:v>
                </c:pt>
                <c:pt idx="65">
                  <c:v>116.84001718661681</c:v>
                </c:pt>
                <c:pt idx="66">
                  <c:v>119.2867144385766</c:v>
                </c:pt>
                <c:pt idx="67">
                  <c:v>121.1039887759451</c:v>
                </c:pt>
                <c:pt idx="68">
                  <c:v>122.4660461602044</c:v>
                </c:pt>
                <c:pt idx="69">
                  <c:v>122.88611656873159</c:v>
                </c:pt>
                <c:pt idx="70">
                  <c:v>123.2936377430817</c:v>
                </c:pt>
                <c:pt idx="71">
                  <c:v>122.722827572095</c:v>
                </c:pt>
                <c:pt idx="72">
                  <c:v>122.152451845417</c:v>
                </c:pt>
                <c:pt idx="73">
                  <c:v>121.4790135159969</c:v>
                </c:pt>
                <c:pt idx="74">
                  <c:v>121.72636748638659</c:v>
                </c:pt>
                <c:pt idx="75">
                  <c:v>119.7135870037102</c:v>
                </c:pt>
                <c:pt idx="76">
                  <c:v>118.776099629748</c:v>
                </c:pt>
                <c:pt idx="77">
                  <c:v>118.3829833874082</c:v>
                </c:pt>
                <c:pt idx="78">
                  <c:v>117.6591805499035</c:v>
                </c:pt>
                <c:pt idx="79">
                  <c:v>117.0633091486462</c:v>
                </c:pt>
                <c:pt idx="80">
                  <c:v>114.66252645377951</c:v>
                </c:pt>
                <c:pt idx="81">
                  <c:v>116.2558323372664</c:v>
                </c:pt>
                <c:pt idx="82">
                  <c:v>115.18987978119161</c:v>
                </c:pt>
                <c:pt idx="83">
                  <c:v>115.9059060655687</c:v>
                </c:pt>
                <c:pt idx="84">
                  <c:v>116.4874656300246</c:v>
                </c:pt>
                <c:pt idx="85">
                  <c:v>113.7116147506752</c:v>
                </c:pt>
                <c:pt idx="86">
                  <c:v>114.26399827662151</c:v>
                </c:pt>
                <c:pt idx="87">
                  <c:v>112.8989618456734</c:v>
                </c:pt>
                <c:pt idx="88">
                  <c:v>111.92671272065969</c:v>
                </c:pt>
                <c:pt idx="89">
                  <c:v>109.91334884134019</c:v>
                </c:pt>
                <c:pt idx="90">
                  <c:v>110.7000468020648</c:v>
                </c:pt>
                <c:pt idx="91">
                  <c:v>110.0285014085616</c:v>
                </c:pt>
                <c:pt idx="92">
                  <c:v>109.83733970634169</c:v>
                </c:pt>
                <c:pt idx="93">
                  <c:v>108.1635126733922</c:v>
                </c:pt>
                <c:pt idx="94">
                  <c:v>110.0731250454227</c:v>
                </c:pt>
                <c:pt idx="95">
                  <c:v>110.2556723376338</c:v>
                </c:pt>
                <c:pt idx="96">
                  <c:v>109.3618031722751</c:v>
                </c:pt>
                <c:pt idx="97">
                  <c:v>110.3586108134306</c:v>
                </c:pt>
                <c:pt idx="98">
                  <c:v>109.59728440034</c:v>
                </c:pt>
                <c:pt idx="99">
                  <c:v>109.07305907195131</c:v>
                </c:pt>
                <c:pt idx="100">
                  <c:v>108.6504316483494</c:v>
                </c:pt>
                <c:pt idx="101">
                  <c:v>107.8585513876555</c:v>
                </c:pt>
                <c:pt idx="102">
                  <c:v>106.87172355290799</c:v>
                </c:pt>
                <c:pt idx="103">
                  <c:v>108.11310472087671</c:v>
                </c:pt>
                <c:pt idx="104">
                  <c:v>105.7131040257658</c:v>
                </c:pt>
                <c:pt idx="105">
                  <c:v>104.899135375143</c:v>
                </c:pt>
                <c:pt idx="106">
                  <c:v>104.6816649668516</c:v>
                </c:pt>
                <c:pt idx="107">
                  <c:v>105.3919379673108</c:v>
                </c:pt>
                <c:pt idx="108">
                  <c:v>104.65096837326119</c:v>
                </c:pt>
                <c:pt idx="109">
                  <c:v>106.43714270446669</c:v>
                </c:pt>
                <c:pt idx="110">
                  <c:v>106.21087169574849</c:v>
                </c:pt>
                <c:pt idx="111">
                  <c:v>105.7655476601854</c:v>
                </c:pt>
                <c:pt idx="112">
                  <c:v>105.2897318404917</c:v>
                </c:pt>
                <c:pt idx="113">
                  <c:v>104.5483588338696</c:v>
                </c:pt>
                <c:pt idx="114">
                  <c:v>104.4388912807462</c:v>
                </c:pt>
                <c:pt idx="115">
                  <c:v>104.4736840635339</c:v>
                </c:pt>
                <c:pt idx="116">
                  <c:v>105.7377742561585</c:v>
                </c:pt>
                <c:pt idx="117">
                  <c:v>106.28920200462539</c:v>
                </c:pt>
                <c:pt idx="118">
                  <c:v>105.82235435673481</c:v>
                </c:pt>
                <c:pt idx="119">
                  <c:v>106.74309079941921</c:v>
                </c:pt>
                <c:pt idx="120">
                  <c:v>107.5529818798865</c:v>
                </c:pt>
                <c:pt idx="121">
                  <c:v>107.4972550877618</c:v>
                </c:pt>
                <c:pt idx="122">
                  <c:v>106.76414272935421</c:v>
                </c:pt>
                <c:pt idx="123">
                  <c:v>106.5559135721458</c:v>
                </c:pt>
                <c:pt idx="124">
                  <c:v>107.23799734331099</c:v>
                </c:pt>
                <c:pt idx="125">
                  <c:v>108.0340544757167</c:v>
                </c:pt>
                <c:pt idx="126">
                  <c:v>107.0269567107899</c:v>
                </c:pt>
                <c:pt idx="127">
                  <c:v>106.7620077458938</c:v>
                </c:pt>
                <c:pt idx="128">
                  <c:v>105.91345732829051</c:v>
                </c:pt>
                <c:pt idx="129">
                  <c:v>107.209758463239</c:v>
                </c:pt>
                <c:pt idx="130">
                  <c:v>110.39004596234599</c:v>
                </c:pt>
                <c:pt idx="131">
                  <c:v>109.06977591424619</c:v>
                </c:pt>
                <c:pt idx="132">
                  <c:v>109.6296008505675</c:v>
                </c:pt>
                <c:pt idx="133">
                  <c:v>109.238476845701</c:v>
                </c:pt>
                <c:pt idx="134">
                  <c:v>107.88199896763631</c:v>
                </c:pt>
                <c:pt idx="135">
                  <c:v>107.8129905923568</c:v>
                </c:pt>
                <c:pt idx="136">
                  <c:v>107.60028045242041</c:v>
                </c:pt>
                <c:pt idx="137">
                  <c:v>107.571917445403</c:v>
                </c:pt>
                <c:pt idx="138">
                  <c:v>110.19218761142341</c:v>
                </c:pt>
                <c:pt idx="139">
                  <c:v>109.6808156282279</c:v>
                </c:pt>
                <c:pt idx="140">
                  <c:v>108.0164781002521</c:v>
                </c:pt>
                <c:pt idx="141">
                  <c:v>108.81865469106449</c:v>
                </c:pt>
                <c:pt idx="142">
                  <c:v>109.58221538917179</c:v>
                </c:pt>
                <c:pt idx="143">
                  <c:v>107.91928049567861</c:v>
                </c:pt>
                <c:pt idx="144">
                  <c:v>109.95094068674599</c:v>
                </c:pt>
                <c:pt idx="145">
                  <c:v>110.4723607461693</c:v>
                </c:pt>
                <c:pt idx="146">
                  <c:v>110.4731303332306</c:v>
                </c:pt>
                <c:pt idx="147">
                  <c:v>110.4077961155342</c:v>
                </c:pt>
                <c:pt idx="148">
                  <c:v>110.3030329736404</c:v>
                </c:pt>
                <c:pt idx="149">
                  <c:v>108.950167189686</c:v>
                </c:pt>
                <c:pt idx="150">
                  <c:v>107.0678193012063</c:v>
                </c:pt>
                <c:pt idx="151">
                  <c:v>106.86084382614609</c:v>
                </c:pt>
                <c:pt idx="152">
                  <c:v>104.18883134294749</c:v>
                </c:pt>
                <c:pt idx="153">
                  <c:v>103.9507744807662</c:v>
                </c:pt>
                <c:pt idx="154">
                  <c:v>103.7086524611239</c:v>
                </c:pt>
                <c:pt idx="155">
                  <c:v>103.6051616204202</c:v>
                </c:pt>
                <c:pt idx="156">
                  <c:v>103.51167541151349</c:v>
                </c:pt>
                <c:pt idx="157">
                  <c:v>103.2331904032246</c:v>
                </c:pt>
                <c:pt idx="158">
                  <c:v>104.16129378011669</c:v>
                </c:pt>
                <c:pt idx="159">
                  <c:v>104.2214208724549</c:v>
                </c:pt>
                <c:pt idx="160">
                  <c:v>106.1482310327667</c:v>
                </c:pt>
                <c:pt idx="161">
                  <c:v>106.69128021242101</c:v>
                </c:pt>
                <c:pt idx="162">
                  <c:v>108.3484245839126</c:v>
                </c:pt>
                <c:pt idx="163">
                  <c:v>108.3542957884287</c:v>
                </c:pt>
                <c:pt idx="164">
                  <c:v>108.6951173486833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0E4-42B7-A0E0-90F0CE9F5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3544303"/>
        <c:axId val="1253544783"/>
      </c:lineChart>
      <c:dateAx>
        <c:axId val="1253544303"/>
        <c:scaling>
          <c:orientation val="minMax"/>
          <c:max val="46265"/>
        </c:scaling>
        <c:delete val="0"/>
        <c:axPos val="b"/>
        <c:numFmt formatCode="[$-416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253544783"/>
        <c:crosses val="autoZero"/>
        <c:auto val="1"/>
        <c:lblOffset val="100"/>
        <c:baseTimeUnit val="days"/>
      </c:dateAx>
      <c:valAx>
        <c:axId val="1253544783"/>
        <c:scaling>
          <c:orientation val="minMax"/>
          <c:min val="80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253544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4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2400460382975803E-2"/>
          <c:y val="0.14014911828618457"/>
          <c:w val="0.96759953961702416"/>
          <c:h val="0.7393329709664278"/>
        </c:manualLayout>
      </c:layout>
      <c:lineChart>
        <c:grouping val="standard"/>
        <c:varyColors val="0"/>
        <c:ser>
          <c:idx val="0"/>
          <c:order val="0"/>
          <c:tx>
            <c:strRef>
              <c:f>Foreign!$D$2</c:f>
              <c:strCache>
                <c:ptCount val="1"/>
                <c:pt idx="0">
                  <c:v>Commodities</c:v>
                </c:pt>
              </c:strCache>
            </c:strRef>
          </c:tx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Foreign!$C$3:$C$658</c:f>
              <c:numCache>
                <c:formatCode>m/d/yyyy</c:formatCode>
                <c:ptCount val="656"/>
                <c:pt idx="0">
                  <c:v>46024</c:v>
                </c:pt>
                <c:pt idx="1">
                  <c:v>46027</c:v>
                </c:pt>
                <c:pt idx="2">
                  <c:v>46028</c:v>
                </c:pt>
                <c:pt idx="3">
                  <c:v>46029</c:v>
                </c:pt>
                <c:pt idx="4">
                  <c:v>46030</c:v>
                </c:pt>
                <c:pt idx="5">
                  <c:v>46031</c:v>
                </c:pt>
                <c:pt idx="6">
                  <c:v>46034</c:v>
                </c:pt>
                <c:pt idx="7">
                  <c:v>46035</c:v>
                </c:pt>
                <c:pt idx="8">
                  <c:v>46036</c:v>
                </c:pt>
                <c:pt idx="9">
                  <c:v>46037</c:v>
                </c:pt>
                <c:pt idx="10">
                  <c:v>46038</c:v>
                </c:pt>
                <c:pt idx="11">
                  <c:v>46041</c:v>
                </c:pt>
                <c:pt idx="12">
                  <c:v>46042</c:v>
                </c:pt>
                <c:pt idx="13">
                  <c:v>46043</c:v>
                </c:pt>
                <c:pt idx="14">
                  <c:v>46044</c:v>
                </c:pt>
                <c:pt idx="15">
                  <c:v>46045</c:v>
                </c:pt>
                <c:pt idx="16">
                  <c:v>46048</c:v>
                </c:pt>
                <c:pt idx="17">
                  <c:v>46049</c:v>
                </c:pt>
                <c:pt idx="18">
                  <c:v>46050</c:v>
                </c:pt>
                <c:pt idx="19">
                  <c:v>46051</c:v>
                </c:pt>
                <c:pt idx="20">
                  <c:v>46052</c:v>
                </c:pt>
                <c:pt idx="21">
                  <c:v>46055</c:v>
                </c:pt>
                <c:pt idx="22">
                  <c:v>46056</c:v>
                </c:pt>
                <c:pt idx="23">
                  <c:v>46057</c:v>
                </c:pt>
                <c:pt idx="24">
                  <c:v>46058</c:v>
                </c:pt>
                <c:pt idx="25">
                  <c:v>46059</c:v>
                </c:pt>
                <c:pt idx="26">
                  <c:v>46062</c:v>
                </c:pt>
                <c:pt idx="27">
                  <c:v>46063</c:v>
                </c:pt>
                <c:pt idx="28">
                  <c:v>46064</c:v>
                </c:pt>
                <c:pt idx="29">
                  <c:v>46065</c:v>
                </c:pt>
                <c:pt idx="30">
                  <c:v>46066</c:v>
                </c:pt>
                <c:pt idx="31">
                  <c:v>46071</c:v>
                </c:pt>
                <c:pt idx="32">
                  <c:v>46072</c:v>
                </c:pt>
                <c:pt idx="33">
                  <c:v>46073</c:v>
                </c:pt>
                <c:pt idx="34">
                  <c:v>46076</c:v>
                </c:pt>
                <c:pt idx="35">
                  <c:v>46077</c:v>
                </c:pt>
                <c:pt idx="36">
                  <c:v>46078</c:v>
                </c:pt>
                <c:pt idx="37">
                  <c:v>46079</c:v>
                </c:pt>
                <c:pt idx="38">
                  <c:v>46080</c:v>
                </c:pt>
                <c:pt idx="39">
                  <c:v>46083</c:v>
                </c:pt>
                <c:pt idx="40">
                  <c:v>46084</c:v>
                </c:pt>
                <c:pt idx="41">
                  <c:v>46085</c:v>
                </c:pt>
                <c:pt idx="42">
                  <c:v>46086</c:v>
                </c:pt>
                <c:pt idx="43">
                  <c:v>46087</c:v>
                </c:pt>
                <c:pt idx="44">
                  <c:v>46090</c:v>
                </c:pt>
                <c:pt idx="45">
                  <c:v>46091</c:v>
                </c:pt>
                <c:pt idx="46">
                  <c:v>46092</c:v>
                </c:pt>
                <c:pt idx="47">
                  <c:v>46093</c:v>
                </c:pt>
                <c:pt idx="48">
                  <c:v>46094</c:v>
                </c:pt>
                <c:pt idx="49">
                  <c:v>46097</c:v>
                </c:pt>
                <c:pt idx="50">
                  <c:v>46098</c:v>
                </c:pt>
                <c:pt idx="51">
                  <c:v>46099</c:v>
                </c:pt>
                <c:pt idx="52">
                  <c:v>46100</c:v>
                </c:pt>
                <c:pt idx="53">
                  <c:v>46101</c:v>
                </c:pt>
                <c:pt idx="54">
                  <c:v>46104</c:v>
                </c:pt>
                <c:pt idx="55">
                  <c:v>46105</c:v>
                </c:pt>
                <c:pt idx="56">
                  <c:v>46106</c:v>
                </c:pt>
                <c:pt idx="57">
                  <c:v>46107</c:v>
                </c:pt>
                <c:pt idx="58">
                  <c:v>46108</c:v>
                </c:pt>
                <c:pt idx="59">
                  <c:v>46111</c:v>
                </c:pt>
                <c:pt idx="60">
                  <c:v>46112</c:v>
                </c:pt>
                <c:pt idx="61">
                  <c:v>46113</c:v>
                </c:pt>
                <c:pt idx="62">
                  <c:v>46114</c:v>
                </c:pt>
                <c:pt idx="63">
                  <c:v>46118</c:v>
                </c:pt>
                <c:pt idx="64">
                  <c:v>46119</c:v>
                </c:pt>
                <c:pt idx="65">
                  <c:v>46120</c:v>
                </c:pt>
                <c:pt idx="66">
                  <c:v>46121</c:v>
                </c:pt>
                <c:pt idx="67">
                  <c:v>46122</c:v>
                </c:pt>
                <c:pt idx="68">
                  <c:v>46125</c:v>
                </c:pt>
                <c:pt idx="69">
                  <c:v>46126</c:v>
                </c:pt>
                <c:pt idx="70">
                  <c:v>46127</c:v>
                </c:pt>
                <c:pt idx="71">
                  <c:v>46128</c:v>
                </c:pt>
                <c:pt idx="72">
                  <c:v>46129</c:v>
                </c:pt>
                <c:pt idx="73">
                  <c:v>46132</c:v>
                </c:pt>
                <c:pt idx="74">
                  <c:v>46134</c:v>
                </c:pt>
                <c:pt idx="75">
                  <c:v>46135</c:v>
                </c:pt>
                <c:pt idx="76">
                  <c:v>46136</c:v>
                </c:pt>
                <c:pt idx="77">
                  <c:v>46139</c:v>
                </c:pt>
                <c:pt idx="78">
                  <c:v>46140</c:v>
                </c:pt>
                <c:pt idx="79">
                  <c:v>46141</c:v>
                </c:pt>
                <c:pt idx="80">
                  <c:v>46142</c:v>
                </c:pt>
                <c:pt idx="81">
                  <c:v>46146</c:v>
                </c:pt>
                <c:pt idx="82">
                  <c:v>46147</c:v>
                </c:pt>
                <c:pt idx="83">
                  <c:v>46148</c:v>
                </c:pt>
                <c:pt idx="84">
                  <c:v>46149</c:v>
                </c:pt>
                <c:pt idx="85">
                  <c:v>46150</c:v>
                </c:pt>
                <c:pt idx="86">
                  <c:v>46153</c:v>
                </c:pt>
                <c:pt idx="87">
                  <c:v>46154</c:v>
                </c:pt>
                <c:pt idx="88">
                  <c:v>46155</c:v>
                </c:pt>
                <c:pt idx="89">
                  <c:v>46156</c:v>
                </c:pt>
                <c:pt idx="90">
                  <c:v>46157</c:v>
                </c:pt>
                <c:pt idx="91">
                  <c:v>46160</c:v>
                </c:pt>
                <c:pt idx="92">
                  <c:v>46161</c:v>
                </c:pt>
                <c:pt idx="93">
                  <c:v>46162</c:v>
                </c:pt>
                <c:pt idx="94">
                  <c:v>46163</c:v>
                </c:pt>
                <c:pt idx="95">
                  <c:v>46164</c:v>
                </c:pt>
                <c:pt idx="96">
                  <c:v>46167</c:v>
                </c:pt>
                <c:pt idx="97">
                  <c:v>46168</c:v>
                </c:pt>
                <c:pt idx="98">
                  <c:v>46169</c:v>
                </c:pt>
                <c:pt idx="99">
                  <c:v>46170</c:v>
                </c:pt>
                <c:pt idx="100">
                  <c:v>46171</c:v>
                </c:pt>
                <c:pt idx="101">
                  <c:v>46174</c:v>
                </c:pt>
                <c:pt idx="102">
                  <c:v>46175</c:v>
                </c:pt>
                <c:pt idx="103">
                  <c:v>46176</c:v>
                </c:pt>
                <c:pt idx="104">
                  <c:v>46178</c:v>
                </c:pt>
                <c:pt idx="105">
                  <c:v>46181</c:v>
                </c:pt>
                <c:pt idx="106">
                  <c:v>46182</c:v>
                </c:pt>
                <c:pt idx="107">
                  <c:v>46183</c:v>
                </c:pt>
                <c:pt idx="108">
                  <c:v>46184</c:v>
                </c:pt>
                <c:pt idx="109">
                  <c:v>46185</c:v>
                </c:pt>
                <c:pt idx="110">
                  <c:v>46188</c:v>
                </c:pt>
                <c:pt idx="111">
                  <c:v>46189</c:v>
                </c:pt>
                <c:pt idx="112">
                  <c:v>46190</c:v>
                </c:pt>
                <c:pt idx="113">
                  <c:v>46191</c:v>
                </c:pt>
                <c:pt idx="114">
                  <c:v>46192</c:v>
                </c:pt>
                <c:pt idx="115">
                  <c:v>46195</c:v>
                </c:pt>
                <c:pt idx="116">
                  <c:v>46196</c:v>
                </c:pt>
                <c:pt idx="117">
                  <c:v>46197</c:v>
                </c:pt>
                <c:pt idx="118">
                  <c:v>46198</c:v>
                </c:pt>
                <c:pt idx="119">
                  <c:v>46199</c:v>
                </c:pt>
                <c:pt idx="120">
                  <c:v>46202</c:v>
                </c:pt>
                <c:pt idx="121">
                  <c:v>46203</c:v>
                </c:pt>
                <c:pt idx="122">
                  <c:v>46204</c:v>
                </c:pt>
                <c:pt idx="123">
                  <c:v>46205</c:v>
                </c:pt>
                <c:pt idx="124">
                  <c:v>46206</c:v>
                </c:pt>
                <c:pt idx="125">
                  <c:v>46209</c:v>
                </c:pt>
                <c:pt idx="126">
                  <c:v>46210</c:v>
                </c:pt>
                <c:pt idx="127">
                  <c:v>46211</c:v>
                </c:pt>
                <c:pt idx="128">
                  <c:v>46212</c:v>
                </c:pt>
                <c:pt idx="129">
                  <c:v>46213</c:v>
                </c:pt>
                <c:pt idx="130">
                  <c:v>46216</c:v>
                </c:pt>
                <c:pt idx="131">
                  <c:v>46217</c:v>
                </c:pt>
                <c:pt idx="132">
                  <c:v>46218</c:v>
                </c:pt>
                <c:pt idx="133">
                  <c:v>46219</c:v>
                </c:pt>
                <c:pt idx="134">
                  <c:v>46220</c:v>
                </c:pt>
                <c:pt idx="135">
                  <c:v>46223</c:v>
                </c:pt>
                <c:pt idx="136">
                  <c:v>46224</c:v>
                </c:pt>
                <c:pt idx="137">
                  <c:v>46225</c:v>
                </c:pt>
                <c:pt idx="138">
                  <c:v>46226</c:v>
                </c:pt>
                <c:pt idx="139">
                  <c:v>46227</c:v>
                </c:pt>
                <c:pt idx="140">
                  <c:v>46230</c:v>
                </c:pt>
                <c:pt idx="141">
                  <c:v>46231</c:v>
                </c:pt>
                <c:pt idx="142">
                  <c:v>46232</c:v>
                </c:pt>
                <c:pt idx="143">
                  <c:v>46233</c:v>
                </c:pt>
                <c:pt idx="144">
                  <c:v>46234</c:v>
                </c:pt>
                <c:pt idx="145">
                  <c:v>46237</c:v>
                </c:pt>
                <c:pt idx="146">
                  <c:v>46238</c:v>
                </c:pt>
                <c:pt idx="147">
                  <c:v>46239</c:v>
                </c:pt>
                <c:pt idx="148">
                  <c:v>46240</c:v>
                </c:pt>
                <c:pt idx="149">
                  <c:v>46241</c:v>
                </c:pt>
                <c:pt idx="150">
                  <c:v>46244</c:v>
                </c:pt>
                <c:pt idx="151">
                  <c:v>46245</c:v>
                </c:pt>
                <c:pt idx="152">
                  <c:v>46246</c:v>
                </c:pt>
                <c:pt idx="153">
                  <c:v>46247</c:v>
                </c:pt>
                <c:pt idx="154">
                  <c:v>46248</c:v>
                </c:pt>
                <c:pt idx="155">
                  <c:v>46251</c:v>
                </c:pt>
                <c:pt idx="156">
                  <c:v>46252</c:v>
                </c:pt>
                <c:pt idx="157">
                  <c:v>46253</c:v>
                </c:pt>
                <c:pt idx="158">
                  <c:v>46254</c:v>
                </c:pt>
                <c:pt idx="159">
                  <c:v>46255</c:v>
                </c:pt>
                <c:pt idx="160">
                  <c:v>46258</c:v>
                </c:pt>
                <c:pt idx="161">
                  <c:v>46259</c:v>
                </c:pt>
                <c:pt idx="162">
                  <c:v>46260</c:v>
                </c:pt>
                <c:pt idx="163">
                  <c:v>46261</c:v>
                </c:pt>
                <c:pt idx="164">
                  <c:v>46024</c:v>
                </c:pt>
                <c:pt idx="165">
                  <c:v>46027</c:v>
                </c:pt>
                <c:pt idx="166">
                  <c:v>46028</c:v>
                </c:pt>
                <c:pt idx="167">
                  <c:v>46029</c:v>
                </c:pt>
                <c:pt idx="168">
                  <c:v>46030</c:v>
                </c:pt>
                <c:pt idx="169">
                  <c:v>46031</c:v>
                </c:pt>
                <c:pt idx="170">
                  <c:v>46034</c:v>
                </c:pt>
                <c:pt idx="171">
                  <c:v>46035</c:v>
                </c:pt>
                <c:pt idx="172">
                  <c:v>46036</c:v>
                </c:pt>
                <c:pt idx="173">
                  <c:v>46037</c:v>
                </c:pt>
                <c:pt idx="174">
                  <c:v>46038</c:v>
                </c:pt>
                <c:pt idx="175">
                  <c:v>46041</c:v>
                </c:pt>
                <c:pt idx="176">
                  <c:v>46042</c:v>
                </c:pt>
                <c:pt idx="177">
                  <c:v>46043</c:v>
                </c:pt>
                <c:pt idx="178">
                  <c:v>46044</c:v>
                </c:pt>
                <c:pt idx="179">
                  <c:v>46045</c:v>
                </c:pt>
                <c:pt idx="180">
                  <c:v>46048</c:v>
                </c:pt>
                <c:pt idx="181">
                  <c:v>46049</c:v>
                </c:pt>
                <c:pt idx="182">
                  <c:v>46050</c:v>
                </c:pt>
                <c:pt idx="183">
                  <c:v>46051</c:v>
                </c:pt>
                <c:pt idx="184">
                  <c:v>46052</c:v>
                </c:pt>
                <c:pt idx="185">
                  <c:v>46055</c:v>
                </c:pt>
                <c:pt idx="186">
                  <c:v>46056</c:v>
                </c:pt>
                <c:pt idx="187">
                  <c:v>46057</c:v>
                </c:pt>
                <c:pt idx="188">
                  <c:v>46058</c:v>
                </c:pt>
                <c:pt idx="189">
                  <c:v>46059</c:v>
                </c:pt>
                <c:pt idx="190">
                  <c:v>46062</c:v>
                </c:pt>
                <c:pt idx="191">
                  <c:v>46063</c:v>
                </c:pt>
                <c:pt idx="192">
                  <c:v>46064</c:v>
                </c:pt>
                <c:pt idx="193">
                  <c:v>46065</c:v>
                </c:pt>
                <c:pt idx="194">
                  <c:v>46066</c:v>
                </c:pt>
                <c:pt idx="195">
                  <c:v>46071</c:v>
                </c:pt>
                <c:pt idx="196">
                  <c:v>46072</c:v>
                </c:pt>
                <c:pt idx="197">
                  <c:v>46073</c:v>
                </c:pt>
                <c:pt idx="198">
                  <c:v>46076</c:v>
                </c:pt>
                <c:pt idx="199">
                  <c:v>46077</c:v>
                </c:pt>
                <c:pt idx="200">
                  <c:v>46078</c:v>
                </c:pt>
                <c:pt idx="201">
                  <c:v>46079</c:v>
                </c:pt>
                <c:pt idx="202">
                  <c:v>46080</c:v>
                </c:pt>
                <c:pt idx="203">
                  <c:v>46083</c:v>
                </c:pt>
                <c:pt idx="204">
                  <c:v>46084</c:v>
                </c:pt>
                <c:pt idx="205">
                  <c:v>46085</c:v>
                </c:pt>
                <c:pt idx="206">
                  <c:v>46086</c:v>
                </c:pt>
                <c:pt idx="207">
                  <c:v>46087</c:v>
                </c:pt>
                <c:pt idx="208">
                  <c:v>46090</c:v>
                </c:pt>
                <c:pt idx="209">
                  <c:v>46091</c:v>
                </c:pt>
                <c:pt idx="210">
                  <c:v>46092</c:v>
                </c:pt>
                <c:pt idx="211">
                  <c:v>46093</c:v>
                </c:pt>
                <c:pt idx="212">
                  <c:v>46094</c:v>
                </c:pt>
                <c:pt idx="213">
                  <c:v>46097</c:v>
                </c:pt>
                <c:pt idx="214">
                  <c:v>46098</c:v>
                </c:pt>
                <c:pt idx="215">
                  <c:v>46099</c:v>
                </c:pt>
                <c:pt idx="216">
                  <c:v>46100</c:v>
                </c:pt>
                <c:pt idx="217">
                  <c:v>46101</c:v>
                </c:pt>
                <c:pt idx="218">
                  <c:v>46104</c:v>
                </c:pt>
                <c:pt idx="219">
                  <c:v>46105</c:v>
                </c:pt>
                <c:pt idx="220">
                  <c:v>46106</c:v>
                </c:pt>
                <c:pt idx="221">
                  <c:v>46107</c:v>
                </c:pt>
                <c:pt idx="222">
                  <c:v>46108</c:v>
                </c:pt>
                <c:pt idx="223">
                  <c:v>46111</c:v>
                </c:pt>
                <c:pt idx="224">
                  <c:v>46112</c:v>
                </c:pt>
                <c:pt idx="225">
                  <c:v>46113</c:v>
                </c:pt>
                <c:pt idx="226">
                  <c:v>46114</c:v>
                </c:pt>
                <c:pt idx="227">
                  <c:v>46118</c:v>
                </c:pt>
                <c:pt idx="228">
                  <c:v>46119</c:v>
                </c:pt>
                <c:pt idx="229">
                  <c:v>46120</c:v>
                </c:pt>
                <c:pt idx="230">
                  <c:v>46121</c:v>
                </c:pt>
                <c:pt idx="231">
                  <c:v>46122</c:v>
                </c:pt>
                <c:pt idx="232">
                  <c:v>46125</c:v>
                </c:pt>
                <c:pt idx="233">
                  <c:v>46126</c:v>
                </c:pt>
                <c:pt idx="234">
                  <c:v>46127</c:v>
                </c:pt>
                <c:pt idx="235">
                  <c:v>46128</c:v>
                </c:pt>
                <c:pt idx="236">
                  <c:v>46129</c:v>
                </c:pt>
                <c:pt idx="237">
                  <c:v>46132</c:v>
                </c:pt>
                <c:pt idx="238">
                  <c:v>46134</c:v>
                </c:pt>
                <c:pt idx="239">
                  <c:v>46135</c:v>
                </c:pt>
                <c:pt idx="240">
                  <c:v>46136</c:v>
                </c:pt>
                <c:pt idx="241">
                  <c:v>46139</c:v>
                </c:pt>
                <c:pt idx="242">
                  <c:v>46140</c:v>
                </c:pt>
                <c:pt idx="243">
                  <c:v>46141</c:v>
                </c:pt>
                <c:pt idx="244">
                  <c:v>46142</c:v>
                </c:pt>
                <c:pt idx="245">
                  <c:v>46146</c:v>
                </c:pt>
                <c:pt idx="246">
                  <c:v>46147</c:v>
                </c:pt>
                <c:pt idx="247">
                  <c:v>46148</c:v>
                </c:pt>
                <c:pt idx="248">
                  <c:v>46149</c:v>
                </c:pt>
                <c:pt idx="249">
                  <c:v>46150</c:v>
                </c:pt>
                <c:pt idx="250">
                  <c:v>46153</c:v>
                </c:pt>
                <c:pt idx="251">
                  <c:v>46154</c:v>
                </c:pt>
                <c:pt idx="252">
                  <c:v>46155</c:v>
                </c:pt>
                <c:pt idx="253">
                  <c:v>46156</c:v>
                </c:pt>
                <c:pt idx="254">
                  <c:v>46157</c:v>
                </c:pt>
                <c:pt idx="255">
                  <c:v>46160</c:v>
                </c:pt>
                <c:pt idx="256">
                  <c:v>46161</c:v>
                </c:pt>
                <c:pt idx="257">
                  <c:v>46162</c:v>
                </c:pt>
                <c:pt idx="258">
                  <c:v>46163</c:v>
                </c:pt>
                <c:pt idx="259">
                  <c:v>46164</c:v>
                </c:pt>
                <c:pt idx="260">
                  <c:v>46167</c:v>
                </c:pt>
                <c:pt idx="261">
                  <c:v>46168</c:v>
                </c:pt>
                <c:pt idx="262">
                  <c:v>46169</c:v>
                </c:pt>
                <c:pt idx="263">
                  <c:v>46170</c:v>
                </c:pt>
                <c:pt idx="264">
                  <c:v>46171</c:v>
                </c:pt>
                <c:pt idx="265">
                  <c:v>46174</c:v>
                </c:pt>
                <c:pt idx="266">
                  <c:v>46175</c:v>
                </c:pt>
                <c:pt idx="267">
                  <c:v>46176</c:v>
                </c:pt>
                <c:pt idx="268">
                  <c:v>46178</c:v>
                </c:pt>
                <c:pt idx="269">
                  <c:v>46181</c:v>
                </c:pt>
                <c:pt idx="270">
                  <c:v>46182</c:v>
                </c:pt>
                <c:pt idx="271">
                  <c:v>46183</c:v>
                </c:pt>
                <c:pt idx="272">
                  <c:v>46184</c:v>
                </c:pt>
                <c:pt idx="273">
                  <c:v>46185</c:v>
                </c:pt>
                <c:pt idx="274">
                  <c:v>46188</c:v>
                </c:pt>
                <c:pt idx="275">
                  <c:v>46189</c:v>
                </c:pt>
                <c:pt idx="276">
                  <c:v>46190</c:v>
                </c:pt>
                <c:pt idx="277">
                  <c:v>46191</c:v>
                </c:pt>
                <c:pt idx="278">
                  <c:v>46192</c:v>
                </c:pt>
                <c:pt idx="279">
                  <c:v>46195</c:v>
                </c:pt>
                <c:pt idx="280">
                  <c:v>46196</c:v>
                </c:pt>
                <c:pt idx="281">
                  <c:v>46197</c:v>
                </c:pt>
                <c:pt idx="282">
                  <c:v>46198</c:v>
                </c:pt>
                <c:pt idx="283">
                  <c:v>46199</c:v>
                </c:pt>
                <c:pt idx="284">
                  <c:v>46202</c:v>
                </c:pt>
                <c:pt idx="285">
                  <c:v>46203</c:v>
                </c:pt>
                <c:pt idx="286">
                  <c:v>46204</c:v>
                </c:pt>
                <c:pt idx="287">
                  <c:v>46205</c:v>
                </c:pt>
                <c:pt idx="288">
                  <c:v>46206</c:v>
                </c:pt>
                <c:pt idx="289">
                  <c:v>46209</c:v>
                </c:pt>
                <c:pt idx="290">
                  <c:v>46210</c:v>
                </c:pt>
                <c:pt idx="291">
                  <c:v>46211</c:v>
                </c:pt>
                <c:pt idx="292">
                  <c:v>46212</c:v>
                </c:pt>
                <c:pt idx="293">
                  <c:v>46213</c:v>
                </c:pt>
                <c:pt idx="294">
                  <c:v>46216</c:v>
                </c:pt>
                <c:pt idx="295">
                  <c:v>46217</c:v>
                </c:pt>
                <c:pt idx="296">
                  <c:v>46218</c:v>
                </c:pt>
                <c:pt idx="297">
                  <c:v>46219</c:v>
                </c:pt>
                <c:pt idx="298">
                  <c:v>46220</c:v>
                </c:pt>
                <c:pt idx="299">
                  <c:v>46223</c:v>
                </c:pt>
                <c:pt idx="300">
                  <c:v>46224</c:v>
                </c:pt>
                <c:pt idx="301">
                  <c:v>46225</c:v>
                </c:pt>
                <c:pt idx="302">
                  <c:v>46226</c:v>
                </c:pt>
                <c:pt idx="303">
                  <c:v>46227</c:v>
                </c:pt>
                <c:pt idx="304">
                  <c:v>46230</c:v>
                </c:pt>
                <c:pt idx="305">
                  <c:v>46231</c:v>
                </c:pt>
                <c:pt idx="306">
                  <c:v>46232</c:v>
                </c:pt>
                <c:pt idx="307">
                  <c:v>46233</c:v>
                </c:pt>
                <c:pt idx="308">
                  <c:v>46234</c:v>
                </c:pt>
                <c:pt idx="309">
                  <c:v>46237</c:v>
                </c:pt>
                <c:pt idx="310">
                  <c:v>46238</c:v>
                </c:pt>
                <c:pt idx="311">
                  <c:v>46239</c:v>
                </c:pt>
                <c:pt idx="312">
                  <c:v>46240</c:v>
                </c:pt>
                <c:pt idx="313">
                  <c:v>46241</c:v>
                </c:pt>
                <c:pt idx="314">
                  <c:v>46244</c:v>
                </c:pt>
                <c:pt idx="315">
                  <c:v>46245</c:v>
                </c:pt>
                <c:pt idx="316">
                  <c:v>46246</c:v>
                </c:pt>
                <c:pt idx="317">
                  <c:v>46247</c:v>
                </c:pt>
                <c:pt idx="318">
                  <c:v>46248</c:v>
                </c:pt>
                <c:pt idx="319">
                  <c:v>46251</c:v>
                </c:pt>
                <c:pt idx="320">
                  <c:v>46252</c:v>
                </c:pt>
                <c:pt idx="321">
                  <c:v>46253</c:v>
                </c:pt>
                <c:pt idx="322">
                  <c:v>46254</c:v>
                </c:pt>
                <c:pt idx="323">
                  <c:v>46255</c:v>
                </c:pt>
                <c:pt idx="324">
                  <c:v>46258</c:v>
                </c:pt>
                <c:pt idx="325">
                  <c:v>46259</c:v>
                </c:pt>
                <c:pt idx="326">
                  <c:v>46260</c:v>
                </c:pt>
                <c:pt idx="327">
                  <c:v>46261</c:v>
                </c:pt>
                <c:pt idx="328">
                  <c:v>46024</c:v>
                </c:pt>
                <c:pt idx="329">
                  <c:v>46027</c:v>
                </c:pt>
                <c:pt idx="330">
                  <c:v>46028</c:v>
                </c:pt>
                <c:pt idx="331">
                  <c:v>46029</c:v>
                </c:pt>
                <c:pt idx="332">
                  <c:v>46030</c:v>
                </c:pt>
                <c:pt idx="333">
                  <c:v>46031</c:v>
                </c:pt>
                <c:pt idx="334">
                  <c:v>46034</c:v>
                </c:pt>
                <c:pt idx="335">
                  <c:v>46035</c:v>
                </c:pt>
                <c:pt idx="336">
                  <c:v>46036</c:v>
                </c:pt>
                <c:pt idx="337">
                  <c:v>46037</c:v>
                </c:pt>
                <c:pt idx="338">
                  <c:v>46038</c:v>
                </c:pt>
                <c:pt idx="339">
                  <c:v>46041</c:v>
                </c:pt>
                <c:pt idx="340">
                  <c:v>46042</c:v>
                </c:pt>
                <c:pt idx="341">
                  <c:v>46043</c:v>
                </c:pt>
                <c:pt idx="342">
                  <c:v>46044</c:v>
                </c:pt>
                <c:pt idx="343">
                  <c:v>46045</c:v>
                </c:pt>
                <c:pt idx="344">
                  <c:v>46048</c:v>
                </c:pt>
                <c:pt idx="345">
                  <c:v>46049</c:v>
                </c:pt>
                <c:pt idx="346">
                  <c:v>46050</c:v>
                </c:pt>
                <c:pt idx="347">
                  <c:v>46051</c:v>
                </c:pt>
                <c:pt idx="348">
                  <c:v>46052</c:v>
                </c:pt>
                <c:pt idx="349">
                  <c:v>46055</c:v>
                </c:pt>
                <c:pt idx="350">
                  <c:v>46056</c:v>
                </c:pt>
                <c:pt idx="351">
                  <c:v>46057</c:v>
                </c:pt>
                <c:pt idx="352">
                  <c:v>46058</c:v>
                </c:pt>
                <c:pt idx="353">
                  <c:v>46059</c:v>
                </c:pt>
                <c:pt idx="354">
                  <c:v>46062</c:v>
                </c:pt>
                <c:pt idx="355">
                  <c:v>46063</c:v>
                </c:pt>
                <c:pt idx="356">
                  <c:v>46064</c:v>
                </c:pt>
                <c:pt idx="357">
                  <c:v>46065</c:v>
                </c:pt>
                <c:pt idx="358">
                  <c:v>46066</c:v>
                </c:pt>
                <c:pt idx="359">
                  <c:v>46071</c:v>
                </c:pt>
                <c:pt idx="360">
                  <c:v>46072</c:v>
                </c:pt>
                <c:pt idx="361">
                  <c:v>46073</c:v>
                </c:pt>
                <c:pt idx="362">
                  <c:v>46076</c:v>
                </c:pt>
                <c:pt idx="363">
                  <c:v>46077</c:v>
                </c:pt>
                <c:pt idx="364">
                  <c:v>46078</c:v>
                </c:pt>
                <c:pt idx="365">
                  <c:v>46079</c:v>
                </c:pt>
                <c:pt idx="366">
                  <c:v>46080</c:v>
                </c:pt>
                <c:pt idx="367">
                  <c:v>46083</c:v>
                </c:pt>
                <c:pt idx="368">
                  <c:v>46084</c:v>
                </c:pt>
                <c:pt idx="369">
                  <c:v>46085</c:v>
                </c:pt>
                <c:pt idx="370">
                  <c:v>46086</c:v>
                </c:pt>
                <c:pt idx="371">
                  <c:v>46087</c:v>
                </c:pt>
                <c:pt idx="372">
                  <c:v>46090</c:v>
                </c:pt>
                <c:pt idx="373">
                  <c:v>46091</c:v>
                </c:pt>
                <c:pt idx="374">
                  <c:v>46092</c:v>
                </c:pt>
                <c:pt idx="375">
                  <c:v>46093</c:v>
                </c:pt>
                <c:pt idx="376">
                  <c:v>46094</c:v>
                </c:pt>
                <c:pt idx="377">
                  <c:v>46097</c:v>
                </c:pt>
                <c:pt idx="378">
                  <c:v>46098</c:v>
                </c:pt>
                <c:pt idx="379">
                  <c:v>46099</c:v>
                </c:pt>
                <c:pt idx="380">
                  <c:v>46100</c:v>
                </c:pt>
                <c:pt idx="381">
                  <c:v>46101</c:v>
                </c:pt>
                <c:pt idx="382">
                  <c:v>46104</c:v>
                </c:pt>
                <c:pt idx="383">
                  <c:v>46105</c:v>
                </c:pt>
                <c:pt idx="384">
                  <c:v>46106</c:v>
                </c:pt>
                <c:pt idx="385">
                  <c:v>46107</c:v>
                </c:pt>
                <c:pt idx="386">
                  <c:v>46108</c:v>
                </c:pt>
                <c:pt idx="387">
                  <c:v>46111</c:v>
                </c:pt>
                <c:pt idx="388">
                  <c:v>46112</c:v>
                </c:pt>
                <c:pt idx="389">
                  <c:v>46113</c:v>
                </c:pt>
                <c:pt idx="390">
                  <c:v>46114</c:v>
                </c:pt>
                <c:pt idx="391">
                  <c:v>46118</c:v>
                </c:pt>
                <c:pt idx="392">
                  <c:v>46119</c:v>
                </c:pt>
                <c:pt idx="393">
                  <c:v>46120</c:v>
                </c:pt>
                <c:pt idx="394">
                  <c:v>46121</c:v>
                </c:pt>
                <c:pt idx="395">
                  <c:v>46122</c:v>
                </c:pt>
                <c:pt idx="396">
                  <c:v>46125</c:v>
                </c:pt>
                <c:pt idx="397">
                  <c:v>46126</c:v>
                </c:pt>
                <c:pt idx="398">
                  <c:v>46127</c:v>
                </c:pt>
                <c:pt idx="399">
                  <c:v>46128</c:v>
                </c:pt>
                <c:pt idx="400">
                  <c:v>46129</c:v>
                </c:pt>
                <c:pt idx="401">
                  <c:v>46132</c:v>
                </c:pt>
                <c:pt idx="402">
                  <c:v>46134</c:v>
                </c:pt>
                <c:pt idx="403">
                  <c:v>46135</c:v>
                </c:pt>
                <c:pt idx="404">
                  <c:v>46136</c:v>
                </c:pt>
                <c:pt idx="405">
                  <c:v>46139</c:v>
                </c:pt>
                <c:pt idx="406">
                  <c:v>46140</c:v>
                </c:pt>
                <c:pt idx="407">
                  <c:v>46141</c:v>
                </c:pt>
                <c:pt idx="408">
                  <c:v>46142</c:v>
                </c:pt>
                <c:pt idx="409">
                  <c:v>46146</c:v>
                </c:pt>
                <c:pt idx="410">
                  <c:v>46147</c:v>
                </c:pt>
                <c:pt idx="411">
                  <c:v>46148</c:v>
                </c:pt>
                <c:pt idx="412">
                  <c:v>46149</c:v>
                </c:pt>
                <c:pt idx="413">
                  <c:v>46150</c:v>
                </c:pt>
                <c:pt idx="414">
                  <c:v>46153</c:v>
                </c:pt>
                <c:pt idx="415">
                  <c:v>46154</c:v>
                </c:pt>
                <c:pt idx="416">
                  <c:v>46155</c:v>
                </c:pt>
                <c:pt idx="417">
                  <c:v>46156</c:v>
                </c:pt>
                <c:pt idx="418">
                  <c:v>46157</c:v>
                </c:pt>
                <c:pt idx="419">
                  <c:v>46160</c:v>
                </c:pt>
                <c:pt idx="420">
                  <c:v>46161</c:v>
                </c:pt>
                <c:pt idx="421">
                  <c:v>46162</c:v>
                </c:pt>
                <c:pt idx="422">
                  <c:v>46163</c:v>
                </c:pt>
                <c:pt idx="423">
                  <c:v>46164</c:v>
                </c:pt>
                <c:pt idx="424">
                  <c:v>46167</c:v>
                </c:pt>
                <c:pt idx="425">
                  <c:v>46168</c:v>
                </c:pt>
                <c:pt idx="426">
                  <c:v>46169</c:v>
                </c:pt>
                <c:pt idx="427">
                  <c:v>46170</c:v>
                </c:pt>
                <c:pt idx="428">
                  <c:v>46171</c:v>
                </c:pt>
                <c:pt idx="429">
                  <c:v>46174</c:v>
                </c:pt>
                <c:pt idx="430">
                  <c:v>46175</c:v>
                </c:pt>
                <c:pt idx="431">
                  <c:v>46176</c:v>
                </c:pt>
                <c:pt idx="432">
                  <c:v>46178</c:v>
                </c:pt>
                <c:pt idx="433">
                  <c:v>46181</c:v>
                </c:pt>
                <c:pt idx="434">
                  <c:v>46182</c:v>
                </c:pt>
                <c:pt idx="435">
                  <c:v>46183</c:v>
                </c:pt>
                <c:pt idx="436">
                  <c:v>46184</c:v>
                </c:pt>
                <c:pt idx="437">
                  <c:v>46185</c:v>
                </c:pt>
                <c:pt idx="438">
                  <c:v>46188</c:v>
                </c:pt>
                <c:pt idx="439">
                  <c:v>46189</c:v>
                </c:pt>
                <c:pt idx="440">
                  <c:v>46190</c:v>
                </c:pt>
                <c:pt idx="441">
                  <c:v>46191</c:v>
                </c:pt>
                <c:pt idx="442">
                  <c:v>46192</c:v>
                </c:pt>
                <c:pt idx="443">
                  <c:v>46195</c:v>
                </c:pt>
                <c:pt idx="444">
                  <c:v>46196</c:v>
                </c:pt>
                <c:pt idx="445">
                  <c:v>46197</c:v>
                </c:pt>
                <c:pt idx="446">
                  <c:v>46198</c:v>
                </c:pt>
                <c:pt idx="447">
                  <c:v>46199</c:v>
                </c:pt>
                <c:pt idx="448">
                  <c:v>46202</c:v>
                </c:pt>
                <c:pt idx="449">
                  <c:v>46203</c:v>
                </c:pt>
                <c:pt idx="450">
                  <c:v>46204</c:v>
                </c:pt>
                <c:pt idx="451">
                  <c:v>46205</c:v>
                </c:pt>
                <c:pt idx="452">
                  <c:v>46206</c:v>
                </c:pt>
                <c:pt idx="453">
                  <c:v>46209</c:v>
                </c:pt>
                <c:pt idx="454">
                  <c:v>46210</c:v>
                </c:pt>
                <c:pt idx="455">
                  <c:v>46211</c:v>
                </c:pt>
                <c:pt idx="456">
                  <c:v>46212</c:v>
                </c:pt>
                <c:pt idx="457">
                  <c:v>46213</c:v>
                </c:pt>
                <c:pt idx="458">
                  <c:v>46216</c:v>
                </c:pt>
                <c:pt idx="459">
                  <c:v>46217</c:v>
                </c:pt>
                <c:pt idx="460">
                  <c:v>46218</c:v>
                </c:pt>
                <c:pt idx="461">
                  <c:v>46219</c:v>
                </c:pt>
                <c:pt idx="462">
                  <c:v>46220</c:v>
                </c:pt>
                <c:pt idx="463">
                  <c:v>46223</c:v>
                </c:pt>
                <c:pt idx="464">
                  <c:v>46224</c:v>
                </c:pt>
                <c:pt idx="465">
                  <c:v>46225</c:v>
                </c:pt>
                <c:pt idx="466">
                  <c:v>46226</c:v>
                </c:pt>
                <c:pt idx="467">
                  <c:v>46227</c:v>
                </c:pt>
                <c:pt idx="468">
                  <c:v>46230</c:v>
                </c:pt>
                <c:pt idx="469">
                  <c:v>46231</c:v>
                </c:pt>
                <c:pt idx="470">
                  <c:v>46232</c:v>
                </c:pt>
                <c:pt idx="471">
                  <c:v>46233</c:v>
                </c:pt>
                <c:pt idx="472">
                  <c:v>46234</c:v>
                </c:pt>
                <c:pt idx="473">
                  <c:v>46237</c:v>
                </c:pt>
                <c:pt idx="474">
                  <c:v>46238</c:v>
                </c:pt>
                <c:pt idx="475">
                  <c:v>46239</c:v>
                </c:pt>
                <c:pt idx="476">
                  <c:v>46240</c:v>
                </c:pt>
                <c:pt idx="477">
                  <c:v>46241</c:v>
                </c:pt>
                <c:pt idx="478">
                  <c:v>46244</c:v>
                </c:pt>
                <c:pt idx="479">
                  <c:v>46245</c:v>
                </c:pt>
                <c:pt idx="480">
                  <c:v>46246</c:v>
                </c:pt>
                <c:pt idx="481">
                  <c:v>46247</c:v>
                </c:pt>
                <c:pt idx="482">
                  <c:v>46248</c:v>
                </c:pt>
                <c:pt idx="483">
                  <c:v>46251</c:v>
                </c:pt>
                <c:pt idx="484">
                  <c:v>46252</c:v>
                </c:pt>
                <c:pt idx="485">
                  <c:v>46253</c:v>
                </c:pt>
                <c:pt idx="486">
                  <c:v>46254</c:v>
                </c:pt>
                <c:pt idx="487">
                  <c:v>46255</c:v>
                </c:pt>
                <c:pt idx="488">
                  <c:v>46258</c:v>
                </c:pt>
                <c:pt idx="489">
                  <c:v>46259</c:v>
                </c:pt>
                <c:pt idx="490">
                  <c:v>46260</c:v>
                </c:pt>
                <c:pt idx="491">
                  <c:v>46261</c:v>
                </c:pt>
                <c:pt idx="492">
                  <c:v>46024</c:v>
                </c:pt>
                <c:pt idx="493">
                  <c:v>46027</c:v>
                </c:pt>
                <c:pt idx="494">
                  <c:v>46028</c:v>
                </c:pt>
                <c:pt idx="495">
                  <c:v>46029</c:v>
                </c:pt>
                <c:pt idx="496">
                  <c:v>46030</c:v>
                </c:pt>
                <c:pt idx="497">
                  <c:v>46031</c:v>
                </c:pt>
                <c:pt idx="498">
                  <c:v>46034</c:v>
                </c:pt>
                <c:pt idx="499">
                  <c:v>46035</c:v>
                </c:pt>
                <c:pt idx="500">
                  <c:v>46036</c:v>
                </c:pt>
                <c:pt idx="501">
                  <c:v>46037</c:v>
                </c:pt>
                <c:pt idx="502">
                  <c:v>46038</c:v>
                </c:pt>
                <c:pt idx="503">
                  <c:v>46041</c:v>
                </c:pt>
                <c:pt idx="504">
                  <c:v>46042</c:v>
                </c:pt>
                <c:pt idx="505">
                  <c:v>46043</c:v>
                </c:pt>
                <c:pt idx="506">
                  <c:v>46044</c:v>
                </c:pt>
                <c:pt idx="507">
                  <c:v>46045</c:v>
                </c:pt>
                <c:pt idx="508">
                  <c:v>46048</c:v>
                </c:pt>
                <c:pt idx="509">
                  <c:v>46049</c:v>
                </c:pt>
                <c:pt idx="510">
                  <c:v>46050</c:v>
                </c:pt>
                <c:pt idx="511">
                  <c:v>46051</c:v>
                </c:pt>
                <c:pt idx="512">
                  <c:v>46052</c:v>
                </c:pt>
                <c:pt idx="513">
                  <c:v>46055</c:v>
                </c:pt>
                <c:pt idx="514">
                  <c:v>46056</c:v>
                </c:pt>
                <c:pt idx="515">
                  <c:v>46057</c:v>
                </c:pt>
                <c:pt idx="516">
                  <c:v>46058</c:v>
                </c:pt>
                <c:pt idx="517">
                  <c:v>46059</c:v>
                </c:pt>
                <c:pt idx="518">
                  <c:v>46062</c:v>
                </c:pt>
                <c:pt idx="519">
                  <c:v>46063</c:v>
                </c:pt>
                <c:pt idx="520">
                  <c:v>46064</c:v>
                </c:pt>
                <c:pt idx="521">
                  <c:v>46065</c:v>
                </c:pt>
                <c:pt idx="522">
                  <c:v>46066</c:v>
                </c:pt>
                <c:pt idx="523">
                  <c:v>46071</c:v>
                </c:pt>
                <c:pt idx="524">
                  <c:v>46072</c:v>
                </c:pt>
                <c:pt idx="525">
                  <c:v>46073</c:v>
                </c:pt>
                <c:pt idx="526">
                  <c:v>46076</c:v>
                </c:pt>
                <c:pt idx="527">
                  <c:v>46077</c:v>
                </c:pt>
                <c:pt idx="528">
                  <c:v>46078</c:v>
                </c:pt>
                <c:pt idx="529">
                  <c:v>46079</c:v>
                </c:pt>
                <c:pt idx="530">
                  <c:v>46080</c:v>
                </c:pt>
                <c:pt idx="531">
                  <c:v>46083</c:v>
                </c:pt>
                <c:pt idx="532">
                  <c:v>46084</c:v>
                </c:pt>
                <c:pt idx="533">
                  <c:v>46085</c:v>
                </c:pt>
                <c:pt idx="534">
                  <c:v>46086</c:v>
                </c:pt>
                <c:pt idx="535">
                  <c:v>46087</c:v>
                </c:pt>
                <c:pt idx="536">
                  <c:v>46090</c:v>
                </c:pt>
                <c:pt idx="537">
                  <c:v>46091</c:v>
                </c:pt>
                <c:pt idx="538">
                  <c:v>46092</c:v>
                </c:pt>
                <c:pt idx="539">
                  <c:v>46093</c:v>
                </c:pt>
                <c:pt idx="540">
                  <c:v>46094</c:v>
                </c:pt>
                <c:pt idx="541">
                  <c:v>46097</c:v>
                </c:pt>
                <c:pt idx="542">
                  <c:v>46098</c:v>
                </c:pt>
                <c:pt idx="543">
                  <c:v>46099</c:v>
                </c:pt>
                <c:pt idx="544">
                  <c:v>46100</c:v>
                </c:pt>
                <c:pt idx="545">
                  <c:v>46101</c:v>
                </c:pt>
                <c:pt idx="546">
                  <c:v>46104</c:v>
                </c:pt>
                <c:pt idx="547">
                  <c:v>46105</c:v>
                </c:pt>
                <c:pt idx="548">
                  <c:v>46106</c:v>
                </c:pt>
                <c:pt idx="549">
                  <c:v>46107</c:v>
                </c:pt>
                <c:pt idx="550">
                  <c:v>46108</c:v>
                </c:pt>
                <c:pt idx="551">
                  <c:v>46111</c:v>
                </c:pt>
                <c:pt idx="552">
                  <c:v>46112</c:v>
                </c:pt>
                <c:pt idx="553">
                  <c:v>46113</c:v>
                </c:pt>
                <c:pt idx="554">
                  <c:v>46114</c:v>
                </c:pt>
                <c:pt idx="555">
                  <c:v>46118</c:v>
                </c:pt>
                <c:pt idx="556">
                  <c:v>46119</c:v>
                </c:pt>
                <c:pt idx="557">
                  <c:v>46120</c:v>
                </c:pt>
                <c:pt idx="558">
                  <c:v>46121</c:v>
                </c:pt>
                <c:pt idx="559">
                  <c:v>46122</c:v>
                </c:pt>
                <c:pt idx="560">
                  <c:v>46125</c:v>
                </c:pt>
                <c:pt idx="561">
                  <c:v>46126</c:v>
                </c:pt>
                <c:pt idx="562">
                  <c:v>46127</c:v>
                </c:pt>
                <c:pt idx="563">
                  <c:v>46128</c:v>
                </c:pt>
                <c:pt idx="564">
                  <c:v>46129</c:v>
                </c:pt>
                <c:pt idx="565">
                  <c:v>46132</c:v>
                </c:pt>
                <c:pt idx="566">
                  <c:v>46134</c:v>
                </c:pt>
                <c:pt idx="567">
                  <c:v>46135</c:v>
                </c:pt>
                <c:pt idx="568">
                  <c:v>46136</c:v>
                </c:pt>
                <c:pt idx="569">
                  <c:v>46139</c:v>
                </c:pt>
                <c:pt idx="570">
                  <c:v>46140</c:v>
                </c:pt>
                <c:pt idx="571">
                  <c:v>46141</c:v>
                </c:pt>
                <c:pt idx="572">
                  <c:v>46142</c:v>
                </c:pt>
                <c:pt idx="573">
                  <c:v>46146</c:v>
                </c:pt>
                <c:pt idx="574">
                  <c:v>46147</c:v>
                </c:pt>
                <c:pt idx="575">
                  <c:v>46148</c:v>
                </c:pt>
                <c:pt idx="576">
                  <c:v>46149</c:v>
                </c:pt>
                <c:pt idx="577">
                  <c:v>46150</c:v>
                </c:pt>
                <c:pt idx="578">
                  <c:v>46153</c:v>
                </c:pt>
                <c:pt idx="579">
                  <c:v>46154</c:v>
                </c:pt>
                <c:pt idx="580">
                  <c:v>46155</c:v>
                </c:pt>
                <c:pt idx="581">
                  <c:v>46156</c:v>
                </c:pt>
                <c:pt idx="582">
                  <c:v>46157</c:v>
                </c:pt>
                <c:pt idx="583">
                  <c:v>46160</c:v>
                </c:pt>
                <c:pt idx="584">
                  <c:v>46161</c:v>
                </c:pt>
                <c:pt idx="585">
                  <c:v>46162</c:v>
                </c:pt>
                <c:pt idx="586">
                  <c:v>46163</c:v>
                </c:pt>
                <c:pt idx="587">
                  <c:v>46164</c:v>
                </c:pt>
                <c:pt idx="588">
                  <c:v>46167</c:v>
                </c:pt>
                <c:pt idx="589">
                  <c:v>46168</c:v>
                </c:pt>
                <c:pt idx="590">
                  <c:v>46169</c:v>
                </c:pt>
                <c:pt idx="591">
                  <c:v>46170</c:v>
                </c:pt>
                <c:pt idx="592">
                  <c:v>46171</c:v>
                </c:pt>
                <c:pt idx="593">
                  <c:v>46174</c:v>
                </c:pt>
                <c:pt idx="594">
                  <c:v>46175</c:v>
                </c:pt>
                <c:pt idx="595">
                  <c:v>46176</c:v>
                </c:pt>
                <c:pt idx="596">
                  <c:v>46178</c:v>
                </c:pt>
                <c:pt idx="597">
                  <c:v>46181</c:v>
                </c:pt>
                <c:pt idx="598">
                  <c:v>46182</c:v>
                </c:pt>
                <c:pt idx="599">
                  <c:v>46183</c:v>
                </c:pt>
                <c:pt idx="600">
                  <c:v>46184</c:v>
                </c:pt>
                <c:pt idx="601">
                  <c:v>46185</c:v>
                </c:pt>
                <c:pt idx="602">
                  <c:v>46188</c:v>
                </c:pt>
                <c:pt idx="603">
                  <c:v>46189</c:v>
                </c:pt>
                <c:pt idx="604">
                  <c:v>46190</c:v>
                </c:pt>
                <c:pt idx="605">
                  <c:v>46191</c:v>
                </c:pt>
                <c:pt idx="606">
                  <c:v>46192</c:v>
                </c:pt>
                <c:pt idx="607">
                  <c:v>46195</c:v>
                </c:pt>
                <c:pt idx="608">
                  <c:v>46196</c:v>
                </c:pt>
                <c:pt idx="609">
                  <c:v>46197</c:v>
                </c:pt>
                <c:pt idx="610">
                  <c:v>46198</c:v>
                </c:pt>
                <c:pt idx="611">
                  <c:v>46199</c:v>
                </c:pt>
                <c:pt idx="612">
                  <c:v>46202</c:v>
                </c:pt>
                <c:pt idx="613">
                  <c:v>46203</c:v>
                </c:pt>
                <c:pt idx="614">
                  <c:v>46204</c:v>
                </c:pt>
                <c:pt idx="615">
                  <c:v>46205</c:v>
                </c:pt>
                <c:pt idx="616">
                  <c:v>46206</c:v>
                </c:pt>
                <c:pt idx="617">
                  <c:v>46209</c:v>
                </c:pt>
                <c:pt idx="618">
                  <c:v>46210</c:v>
                </c:pt>
                <c:pt idx="619">
                  <c:v>46211</c:v>
                </c:pt>
                <c:pt idx="620">
                  <c:v>46212</c:v>
                </c:pt>
                <c:pt idx="621">
                  <c:v>46213</c:v>
                </c:pt>
                <c:pt idx="622">
                  <c:v>46216</c:v>
                </c:pt>
                <c:pt idx="623">
                  <c:v>46217</c:v>
                </c:pt>
                <c:pt idx="624">
                  <c:v>46218</c:v>
                </c:pt>
                <c:pt idx="625">
                  <c:v>46219</c:v>
                </c:pt>
                <c:pt idx="626">
                  <c:v>46220</c:v>
                </c:pt>
                <c:pt idx="627">
                  <c:v>46223</c:v>
                </c:pt>
                <c:pt idx="628">
                  <c:v>46224</c:v>
                </c:pt>
                <c:pt idx="629">
                  <c:v>46225</c:v>
                </c:pt>
                <c:pt idx="630">
                  <c:v>46226</c:v>
                </c:pt>
                <c:pt idx="631">
                  <c:v>46227</c:v>
                </c:pt>
                <c:pt idx="632">
                  <c:v>46230</c:v>
                </c:pt>
                <c:pt idx="633">
                  <c:v>46231</c:v>
                </c:pt>
                <c:pt idx="634">
                  <c:v>46232</c:v>
                </c:pt>
                <c:pt idx="635">
                  <c:v>46233</c:v>
                </c:pt>
                <c:pt idx="636">
                  <c:v>46234</c:v>
                </c:pt>
                <c:pt idx="637">
                  <c:v>46237</c:v>
                </c:pt>
                <c:pt idx="638">
                  <c:v>46238</c:v>
                </c:pt>
                <c:pt idx="639">
                  <c:v>46239</c:v>
                </c:pt>
                <c:pt idx="640">
                  <c:v>46240</c:v>
                </c:pt>
                <c:pt idx="641">
                  <c:v>46241</c:v>
                </c:pt>
                <c:pt idx="642">
                  <c:v>46244</c:v>
                </c:pt>
                <c:pt idx="643">
                  <c:v>46245</c:v>
                </c:pt>
                <c:pt idx="644">
                  <c:v>46246</c:v>
                </c:pt>
                <c:pt idx="645">
                  <c:v>46247</c:v>
                </c:pt>
                <c:pt idx="646">
                  <c:v>46248</c:v>
                </c:pt>
                <c:pt idx="647">
                  <c:v>46251</c:v>
                </c:pt>
                <c:pt idx="648">
                  <c:v>46252</c:v>
                </c:pt>
                <c:pt idx="649">
                  <c:v>46253</c:v>
                </c:pt>
                <c:pt idx="650">
                  <c:v>46254</c:v>
                </c:pt>
                <c:pt idx="651">
                  <c:v>46255</c:v>
                </c:pt>
                <c:pt idx="652">
                  <c:v>46258</c:v>
                </c:pt>
                <c:pt idx="653">
                  <c:v>46259</c:v>
                </c:pt>
                <c:pt idx="654">
                  <c:v>46260</c:v>
                </c:pt>
                <c:pt idx="655">
                  <c:v>46261</c:v>
                </c:pt>
              </c:numCache>
            </c:numRef>
          </c:cat>
          <c:val>
            <c:numRef>
              <c:f>Foreign!$D$3:$D$658</c:f>
              <c:numCache>
                <c:formatCode>0.00</c:formatCode>
                <c:ptCount val="656"/>
                <c:pt idx="0">
                  <c:v>7.9358813038882495E-2</c:v>
                </c:pt>
                <c:pt idx="1">
                  <c:v>-4.7846417436304203E-3</c:v>
                </c:pt>
                <c:pt idx="2">
                  <c:v>8.5810981731243297E-2</c:v>
                </c:pt>
                <c:pt idx="3">
                  <c:v>0.22760231463761901</c:v>
                </c:pt>
                <c:pt idx="4">
                  <c:v>0.35115122197578402</c:v>
                </c:pt>
                <c:pt idx="5">
                  <c:v>0.51339081497331096</c:v>
                </c:pt>
                <c:pt idx="6">
                  <c:v>0.55166643828087403</c:v>
                </c:pt>
                <c:pt idx="7">
                  <c:v>0.79429294439478704</c:v>
                </c:pt>
                <c:pt idx="8">
                  <c:v>1.1324959600536799</c:v>
                </c:pt>
                <c:pt idx="9">
                  <c:v>1.0808708760165999</c:v>
                </c:pt>
                <c:pt idx="10">
                  <c:v>1.23875017455612</c:v>
                </c:pt>
                <c:pt idx="11">
                  <c:v>1.3452901500684999</c:v>
                </c:pt>
                <c:pt idx="12">
                  <c:v>1.48319759851508</c:v>
                </c:pt>
                <c:pt idx="13">
                  <c:v>2.0721456431205101</c:v>
                </c:pt>
                <c:pt idx="14">
                  <c:v>2.50235029662129</c:v>
                </c:pt>
                <c:pt idx="15">
                  <c:v>2.7668966555849899</c:v>
                </c:pt>
                <c:pt idx="16">
                  <c:v>2.8747527887427</c:v>
                </c:pt>
                <c:pt idx="17">
                  <c:v>3.0658717694600699</c:v>
                </c:pt>
                <c:pt idx="18">
                  <c:v>3.24396125323528</c:v>
                </c:pt>
                <c:pt idx="19">
                  <c:v>3.3463583643709298</c:v>
                </c:pt>
                <c:pt idx="20">
                  <c:v>3.49084618834824</c:v>
                </c:pt>
                <c:pt idx="21">
                  <c:v>3.5890630479560901</c:v>
                </c:pt>
                <c:pt idx="22">
                  <c:v>3.6256289880807802</c:v>
                </c:pt>
                <c:pt idx="23">
                  <c:v>3.7665348196178701</c:v>
                </c:pt>
                <c:pt idx="24">
                  <c:v>3.82361530403338</c:v>
                </c:pt>
                <c:pt idx="25">
                  <c:v>3.8378952582810202</c:v>
                </c:pt>
                <c:pt idx="26">
                  <c:v>3.93786837003461</c:v>
                </c:pt>
                <c:pt idx="27">
                  <c:v>3.9983624534860698</c:v>
                </c:pt>
                <c:pt idx="28">
                  <c:v>4.3798884161453202</c:v>
                </c:pt>
                <c:pt idx="29">
                  <c:v>4.41006086761102</c:v>
                </c:pt>
                <c:pt idx="30">
                  <c:v>4.3668227818014103</c:v>
                </c:pt>
                <c:pt idx="31">
                  <c:v>4.3537946452287102</c:v>
                </c:pt>
                <c:pt idx="32">
                  <c:v>4.5268392126502999</c:v>
                </c:pt>
                <c:pt idx="33">
                  <c:v>4.4478815418234197</c:v>
                </c:pt>
                <c:pt idx="34">
                  <c:v>4.5823051566573296</c:v>
                </c:pt>
                <c:pt idx="35">
                  <c:v>4.7245589417931697</c:v>
                </c:pt>
                <c:pt idx="36">
                  <c:v>4.8575372421139704</c:v>
                </c:pt>
                <c:pt idx="37">
                  <c:v>4.8996629892022101</c:v>
                </c:pt>
                <c:pt idx="38">
                  <c:v>4.9183950081674404</c:v>
                </c:pt>
                <c:pt idx="39">
                  <c:v>5.0432216769610196</c:v>
                </c:pt>
                <c:pt idx="40">
                  <c:v>5.1249124299309603</c:v>
                </c:pt>
                <c:pt idx="41">
                  <c:v>5.2276321247556297</c:v>
                </c:pt>
                <c:pt idx="42">
                  <c:v>5.2712448390824598</c:v>
                </c:pt>
                <c:pt idx="43">
                  <c:v>5.3853790444555196</c:v>
                </c:pt>
                <c:pt idx="44">
                  <c:v>5.5949705589755796</c:v>
                </c:pt>
                <c:pt idx="45">
                  <c:v>5.6897737487906896</c:v>
                </c:pt>
                <c:pt idx="46">
                  <c:v>5.7166134048862904</c:v>
                </c:pt>
                <c:pt idx="47">
                  <c:v>5.7478591020582597</c:v>
                </c:pt>
                <c:pt idx="48">
                  <c:v>5.7590874665837797</c:v>
                </c:pt>
                <c:pt idx="49">
                  <c:v>5.8207863638641699</c:v>
                </c:pt>
                <c:pt idx="50">
                  <c:v>5.8492135826401599</c:v>
                </c:pt>
                <c:pt idx="51">
                  <c:v>5.9063595697546898</c:v>
                </c:pt>
                <c:pt idx="52">
                  <c:v>6.0529015667319497</c:v>
                </c:pt>
                <c:pt idx="53">
                  <c:v>5.98423948558949</c:v>
                </c:pt>
                <c:pt idx="54">
                  <c:v>6.0933936243889004</c:v>
                </c:pt>
                <c:pt idx="55">
                  <c:v>6.2248858495319901</c:v>
                </c:pt>
                <c:pt idx="56">
                  <c:v>6.3205254414763701</c:v>
                </c:pt>
                <c:pt idx="57">
                  <c:v>6.3581019318895002</c:v>
                </c:pt>
                <c:pt idx="58">
                  <c:v>6.4144801579434496</c:v>
                </c:pt>
                <c:pt idx="59">
                  <c:v>6.4451701178919496</c:v>
                </c:pt>
                <c:pt idx="60">
                  <c:v>6.5566097506344097</c:v>
                </c:pt>
                <c:pt idx="61">
                  <c:v>6.6714131571961799</c:v>
                </c:pt>
                <c:pt idx="62">
                  <c:v>6.6748021815778902</c:v>
                </c:pt>
                <c:pt idx="63">
                  <c:v>6.6851605707874198</c:v>
                </c:pt>
                <c:pt idx="64">
                  <c:v>6.5492102892126001</c:v>
                </c:pt>
                <c:pt idx="65">
                  <c:v>6.6214730467581102</c:v>
                </c:pt>
                <c:pt idx="66">
                  <c:v>6.7489770495096097</c:v>
                </c:pt>
                <c:pt idx="67">
                  <c:v>6.9090886887014999</c:v>
                </c:pt>
                <c:pt idx="68">
                  <c:v>6.9236039911584397</c:v>
                </c:pt>
                <c:pt idx="69">
                  <c:v>6.9349758505363699</c:v>
                </c:pt>
                <c:pt idx="70">
                  <c:v>7.0006194501493004</c:v>
                </c:pt>
                <c:pt idx="71">
                  <c:v>6.9675687575685297</c:v>
                </c:pt>
                <c:pt idx="72">
                  <c:v>6.8919185409422301</c:v>
                </c:pt>
                <c:pt idx="73">
                  <c:v>6.8619678079191697</c:v>
                </c:pt>
                <c:pt idx="74">
                  <c:v>6.8602355030749704</c:v>
                </c:pt>
                <c:pt idx="75">
                  <c:v>6.8493941756892696</c:v>
                </c:pt>
                <c:pt idx="76">
                  <c:v>6.79113473609734</c:v>
                </c:pt>
                <c:pt idx="77">
                  <c:v>6.7980581765435</c:v>
                </c:pt>
                <c:pt idx="78">
                  <c:v>6.7854493760685504</c:v>
                </c:pt>
                <c:pt idx="79">
                  <c:v>6.66542497158723</c:v>
                </c:pt>
                <c:pt idx="80">
                  <c:v>6.7190310723698898</c:v>
                </c:pt>
                <c:pt idx="81">
                  <c:v>6.6268769495508799</c:v>
                </c:pt>
                <c:pt idx="82">
                  <c:v>6.6166353636410804</c:v>
                </c:pt>
                <c:pt idx="83">
                  <c:v>6.5972347267763798</c:v>
                </c:pt>
                <c:pt idx="84">
                  <c:v>6.5836262790178797</c:v>
                </c:pt>
                <c:pt idx="85">
                  <c:v>6.5891308392274999</c:v>
                </c:pt>
                <c:pt idx="86">
                  <c:v>6.5657558187556599</c:v>
                </c:pt>
                <c:pt idx="87">
                  <c:v>6.5596159588403404</c:v>
                </c:pt>
                <c:pt idx="88">
                  <c:v>6.4808638140760397</c:v>
                </c:pt>
                <c:pt idx="89">
                  <c:v>6.5611556530637998</c:v>
                </c:pt>
                <c:pt idx="90">
                  <c:v>6.6021348066054699</c:v>
                </c:pt>
                <c:pt idx="91">
                  <c:v>6.6219096379771596</c:v>
                </c:pt>
                <c:pt idx="92">
                  <c:v>6.6041943312986797</c:v>
                </c:pt>
                <c:pt idx="93">
                  <c:v>6.68368368986114</c:v>
                </c:pt>
                <c:pt idx="94">
                  <c:v>6.7847281270859501</c:v>
                </c:pt>
                <c:pt idx="95">
                  <c:v>6.8315275054403397</c:v>
                </c:pt>
                <c:pt idx="96">
                  <c:v>6.83729378886337</c:v>
                </c:pt>
                <c:pt idx="97">
                  <c:v>6.8757605996947397</c:v>
                </c:pt>
                <c:pt idx="98">
                  <c:v>6.9136326670516999</c:v>
                </c:pt>
                <c:pt idx="99">
                  <c:v>6.9312680439016496</c:v>
                </c:pt>
                <c:pt idx="100">
                  <c:v>6.9581032781956598</c:v>
                </c:pt>
                <c:pt idx="101">
                  <c:v>6.9548921618167903</c:v>
                </c:pt>
                <c:pt idx="102">
                  <c:v>7.0232503557007702</c:v>
                </c:pt>
                <c:pt idx="103">
                  <c:v>7.0091955445458902</c:v>
                </c:pt>
                <c:pt idx="104">
                  <c:v>7.0106785136701202</c:v>
                </c:pt>
                <c:pt idx="105">
                  <c:v>7.0554659687227703</c:v>
                </c:pt>
                <c:pt idx="106">
                  <c:v>7.0541324659083804</c:v>
                </c:pt>
                <c:pt idx="107">
                  <c:v>7.1366829805495096</c:v>
                </c:pt>
                <c:pt idx="108">
                  <c:v>7.2339084196839396</c:v>
                </c:pt>
                <c:pt idx="109">
                  <c:v>7.2793065331296303</c:v>
                </c:pt>
                <c:pt idx="110">
                  <c:v>7.2634343951831797</c:v>
                </c:pt>
                <c:pt idx="111">
                  <c:v>7.2409115513378399</c:v>
                </c:pt>
                <c:pt idx="112">
                  <c:v>7.2100983987207297</c:v>
                </c:pt>
                <c:pt idx="113">
                  <c:v>7.2267057292430996</c:v>
                </c:pt>
                <c:pt idx="114">
                  <c:v>7.1619026348977304</c:v>
                </c:pt>
                <c:pt idx="115">
                  <c:v>7.1376602902308903</c:v>
                </c:pt>
                <c:pt idx="116">
                  <c:v>7.0983531060549803</c:v>
                </c:pt>
                <c:pt idx="117">
                  <c:v>7.0592293927606002</c:v>
                </c:pt>
                <c:pt idx="118">
                  <c:v>7.0491559167629498</c:v>
                </c:pt>
                <c:pt idx="119">
                  <c:v>7.0242507661344904</c:v>
                </c:pt>
                <c:pt idx="120">
                  <c:v>7.0329122087468097</c:v>
                </c:pt>
                <c:pt idx="121">
                  <c:v>7.0373407810663204</c:v>
                </c:pt>
                <c:pt idx="122">
                  <c:v>6.9995212328375001</c:v>
                </c:pt>
                <c:pt idx="123">
                  <c:v>6.9933950844579504</c:v>
                </c:pt>
                <c:pt idx="124">
                  <c:v>7.00086735476446</c:v>
                </c:pt>
                <c:pt idx="125">
                  <c:v>6.90225365833727</c:v>
                </c:pt>
                <c:pt idx="126">
                  <c:v>6.8451913405832396</c:v>
                </c:pt>
                <c:pt idx="127">
                  <c:v>6.7276228641871096</c:v>
                </c:pt>
                <c:pt idx="128">
                  <c:v>6.73846139818715</c:v>
                </c:pt>
                <c:pt idx="129">
                  <c:v>6.7592527943095302</c:v>
                </c:pt>
                <c:pt idx="130">
                  <c:v>6.81075216216579</c:v>
                </c:pt>
                <c:pt idx="131">
                  <c:v>6.7741738347243796</c:v>
                </c:pt>
                <c:pt idx="132">
                  <c:v>6.8583684690587496</c:v>
                </c:pt>
                <c:pt idx="133">
                  <c:v>6.8591908910045198</c:v>
                </c:pt>
                <c:pt idx="134">
                  <c:v>6.8861480919981801</c:v>
                </c:pt>
                <c:pt idx="135">
                  <c:v>6.8788372954130796</c:v>
                </c:pt>
                <c:pt idx="136">
                  <c:v>6.9256865437797099</c:v>
                </c:pt>
                <c:pt idx="137">
                  <c:v>7.00676661407135</c:v>
                </c:pt>
                <c:pt idx="138">
                  <c:v>7.0415587432857798</c:v>
                </c:pt>
                <c:pt idx="139">
                  <c:v>7.06075855658879</c:v>
                </c:pt>
                <c:pt idx="140">
                  <c:v>7.1481235798528697</c:v>
                </c:pt>
                <c:pt idx="141">
                  <c:v>7.2189704375834101</c:v>
                </c:pt>
                <c:pt idx="142">
                  <c:v>7.2077660627132198</c:v>
                </c:pt>
                <c:pt idx="143">
                  <c:v>7.2668528808071997</c:v>
                </c:pt>
                <c:pt idx="144">
                  <c:v>7.3344018480919004</c:v>
                </c:pt>
                <c:pt idx="145">
                  <c:v>7.2717915688102899</c:v>
                </c:pt>
                <c:pt idx="146">
                  <c:v>7.25672295044712</c:v>
                </c:pt>
                <c:pt idx="147">
                  <c:v>7.2133045758841101</c:v>
                </c:pt>
                <c:pt idx="148">
                  <c:v>7.0810426425739204</c:v>
                </c:pt>
                <c:pt idx="149">
                  <c:v>6.87846669058285</c:v>
                </c:pt>
                <c:pt idx="150">
                  <c:v>6.7824167940297402</c:v>
                </c:pt>
                <c:pt idx="151">
                  <c:v>6.2870357945736002</c:v>
                </c:pt>
                <c:pt idx="152">
                  <c:v>6.18291421906018</c:v>
                </c:pt>
                <c:pt idx="153">
                  <c:v>6.0816383672997398</c:v>
                </c:pt>
                <c:pt idx="154">
                  <c:v>5.9479736411227497</c:v>
                </c:pt>
                <c:pt idx="155">
                  <c:v>5.8911478838576601</c:v>
                </c:pt>
                <c:pt idx="156">
                  <c:v>5.8342997939591204</c:v>
                </c:pt>
                <c:pt idx="157">
                  <c:v>5.6704315180137099</c:v>
                </c:pt>
                <c:pt idx="158">
                  <c:v>5.6758300983872196</c:v>
                </c:pt>
                <c:pt idx="159">
                  <c:v>5.6071436171359901</c:v>
                </c:pt>
                <c:pt idx="160">
                  <c:v>5.6763515278135204</c:v>
                </c:pt>
                <c:pt idx="161">
                  <c:v>5.8916656626695199</c:v>
                </c:pt>
                <c:pt idx="162">
                  <c:v>6.14131079865028</c:v>
                </c:pt>
                <c:pt idx="163">
                  <c:v>6.14131079865028</c:v>
                </c:pt>
                <c:pt idx="164">
                  <c:v>7.9358813038882495E-2</c:v>
                </c:pt>
                <c:pt idx="165">
                  <c:v>-4.7846417436304203E-3</c:v>
                </c:pt>
                <c:pt idx="166">
                  <c:v>8.5810981731243297E-2</c:v>
                </c:pt>
                <c:pt idx="167">
                  <c:v>0.22760231463761901</c:v>
                </c:pt>
                <c:pt idx="168">
                  <c:v>0.35115122197578402</c:v>
                </c:pt>
                <c:pt idx="169">
                  <c:v>0.51339081497331096</c:v>
                </c:pt>
                <c:pt idx="170">
                  <c:v>0.55166643828087403</c:v>
                </c:pt>
                <c:pt idx="171">
                  <c:v>0.79429294439478704</c:v>
                </c:pt>
                <c:pt idx="172">
                  <c:v>1.1324959600536799</c:v>
                </c:pt>
                <c:pt idx="173">
                  <c:v>1.0808708760165999</c:v>
                </c:pt>
                <c:pt idx="174">
                  <c:v>1.23875017455612</c:v>
                </c:pt>
                <c:pt idx="175">
                  <c:v>1.3452901500684999</c:v>
                </c:pt>
                <c:pt idx="176">
                  <c:v>1.48319759851508</c:v>
                </c:pt>
                <c:pt idx="177">
                  <c:v>2.0721456431205101</c:v>
                </c:pt>
                <c:pt idx="178">
                  <c:v>2.50235029662129</c:v>
                </c:pt>
                <c:pt idx="179">
                  <c:v>2.7668966555849899</c:v>
                </c:pt>
                <c:pt idx="180">
                  <c:v>2.8747527887427</c:v>
                </c:pt>
                <c:pt idx="181">
                  <c:v>3.0658717694600699</c:v>
                </c:pt>
                <c:pt idx="182">
                  <c:v>3.24396125323528</c:v>
                </c:pt>
                <c:pt idx="183">
                  <c:v>3.3463583643709298</c:v>
                </c:pt>
                <c:pt idx="184">
                  <c:v>3.49084618834824</c:v>
                </c:pt>
                <c:pt idx="185">
                  <c:v>3.5890630479560901</c:v>
                </c:pt>
                <c:pt idx="186">
                  <c:v>3.6256289880807802</c:v>
                </c:pt>
                <c:pt idx="187">
                  <c:v>3.7665348196178701</c:v>
                </c:pt>
                <c:pt idx="188">
                  <c:v>3.82361530403338</c:v>
                </c:pt>
                <c:pt idx="189">
                  <c:v>3.8378952582810202</c:v>
                </c:pt>
                <c:pt idx="190">
                  <c:v>3.93786837003461</c:v>
                </c:pt>
                <c:pt idx="191">
                  <c:v>3.9983624534860698</c:v>
                </c:pt>
                <c:pt idx="192">
                  <c:v>4.3798884161453202</c:v>
                </c:pt>
                <c:pt idx="193">
                  <c:v>4.41006086761102</c:v>
                </c:pt>
                <c:pt idx="194">
                  <c:v>4.3668227818014103</c:v>
                </c:pt>
                <c:pt idx="195">
                  <c:v>4.3537946452287102</c:v>
                </c:pt>
                <c:pt idx="196">
                  <c:v>4.5268392126502999</c:v>
                </c:pt>
                <c:pt idx="197">
                  <c:v>4.4478815418234197</c:v>
                </c:pt>
                <c:pt idx="198">
                  <c:v>4.5823051566573296</c:v>
                </c:pt>
                <c:pt idx="199">
                  <c:v>4.7245589417931697</c:v>
                </c:pt>
                <c:pt idx="200">
                  <c:v>4.8575372421139704</c:v>
                </c:pt>
                <c:pt idx="201">
                  <c:v>4.8996629892022101</c:v>
                </c:pt>
                <c:pt idx="202">
                  <c:v>4.9183950081674404</c:v>
                </c:pt>
                <c:pt idx="203">
                  <c:v>5.0432216769610196</c:v>
                </c:pt>
                <c:pt idx="204">
                  <c:v>5.1249124299309603</c:v>
                </c:pt>
                <c:pt idx="205">
                  <c:v>5.2276321247556297</c:v>
                </c:pt>
                <c:pt idx="206">
                  <c:v>5.2712448390824598</c:v>
                </c:pt>
                <c:pt idx="207">
                  <c:v>5.3853790444555196</c:v>
                </c:pt>
                <c:pt idx="208">
                  <c:v>5.5949705589755796</c:v>
                </c:pt>
                <c:pt idx="209">
                  <c:v>5.6897737487906896</c:v>
                </c:pt>
                <c:pt idx="210">
                  <c:v>5.7166134048862904</c:v>
                </c:pt>
                <c:pt idx="211">
                  <c:v>5.7478591020582597</c:v>
                </c:pt>
                <c:pt idx="212">
                  <c:v>5.7590874665837797</c:v>
                </c:pt>
                <c:pt idx="213">
                  <c:v>5.8207863638641699</c:v>
                </c:pt>
                <c:pt idx="214">
                  <c:v>5.8492135826401599</c:v>
                </c:pt>
                <c:pt idx="215">
                  <c:v>5.9063595697546898</c:v>
                </c:pt>
                <c:pt idx="216">
                  <c:v>6.0529015667319497</c:v>
                </c:pt>
                <c:pt idx="217">
                  <c:v>5.98423948558949</c:v>
                </c:pt>
                <c:pt idx="218">
                  <c:v>6.0933936243889004</c:v>
                </c:pt>
                <c:pt idx="219">
                  <c:v>6.2248858495319901</c:v>
                </c:pt>
                <c:pt idx="220">
                  <c:v>6.3205254414763701</c:v>
                </c:pt>
                <c:pt idx="221">
                  <c:v>6.3581019318895002</c:v>
                </c:pt>
                <c:pt idx="222">
                  <c:v>6.4144801579434496</c:v>
                </c:pt>
                <c:pt idx="223">
                  <c:v>6.4451701178919496</c:v>
                </c:pt>
                <c:pt idx="224">
                  <c:v>6.5566097506344097</c:v>
                </c:pt>
                <c:pt idx="225">
                  <c:v>6.6714131571961799</c:v>
                </c:pt>
                <c:pt idx="226">
                  <c:v>6.6748021815778902</c:v>
                </c:pt>
                <c:pt idx="227">
                  <c:v>6.6851605707874198</c:v>
                </c:pt>
                <c:pt idx="228">
                  <c:v>6.5492102892126001</c:v>
                </c:pt>
                <c:pt idx="229">
                  <c:v>6.6214730467581102</c:v>
                </c:pt>
                <c:pt idx="230">
                  <c:v>6.7489770495096097</c:v>
                </c:pt>
                <c:pt idx="231">
                  <c:v>6.9090886887014999</c:v>
                </c:pt>
                <c:pt idx="232">
                  <c:v>6.9236039911584397</c:v>
                </c:pt>
                <c:pt idx="233">
                  <c:v>6.9349758505363699</c:v>
                </c:pt>
                <c:pt idx="234">
                  <c:v>7.0006194501493004</c:v>
                </c:pt>
                <c:pt idx="235">
                  <c:v>6.9675687575685297</c:v>
                </c:pt>
                <c:pt idx="236">
                  <c:v>6.8919185409422301</c:v>
                </c:pt>
                <c:pt idx="237">
                  <c:v>6.8619678079191697</c:v>
                </c:pt>
                <c:pt idx="238">
                  <c:v>6.8602355030749704</c:v>
                </c:pt>
                <c:pt idx="239">
                  <c:v>6.8493941756892696</c:v>
                </c:pt>
                <c:pt idx="240">
                  <c:v>6.79113473609734</c:v>
                </c:pt>
                <c:pt idx="241">
                  <c:v>6.7980581765435</c:v>
                </c:pt>
                <c:pt idx="242">
                  <c:v>6.7854493760685504</c:v>
                </c:pt>
                <c:pt idx="243">
                  <c:v>6.66542497158723</c:v>
                </c:pt>
                <c:pt idx="244">
                  <c:v>6.7190310723698898</c:v>
                </c:pt>
                <c:pt idx="245">
                  <c:v>6.6268769495508799</c:v>
                </c:pt>
                <c:pt idx="246">
                  <c:v>6.6166353636410804</c:v>
                </c:pt>
                <c:pt idx="247">
                  <c:v>6.5972347267763798</c:v>
                </c:pt>
                <c:pt idx="248">
                  <c:v>6.5836262790178797</c:v>
                </c:pt>
                <c:pt idx="249">
                  <c:v>6.5891308392274999</c:v>
                </c:pt>
                <c:pt idx="250">
                  <c:v>6.5657558187556599</c:v>
                </c:pt>
                <c:pt idx="251">
                  <c:v>6.5596159588403404</c:v>
                </c:pt>
                <c:pt idx="252">
                  <c:v>6.4808638140760397</c:v>
                </c:pt>
                <c:pt idx="253">
                  <c:v>6.5611556530637998</c:v>
                </c:pt>
                <c:pt idx="254">
                  <c:v>6.6021348066054699</c:v>
                </c:pt>
                <c:pt idx="255">
                  <c:v>6.6219096379771596</c:v>
                </c:pt>
                <c:pt idx="256">
                  <c:v>6.6041943312986797</c:v>
                </c:pt>
                <c:pt idx="257">
                  <c:v>6.68368368986114</c:v>
                </c:pt>
                <c:pt idx="258">
                  <c:v>6.7847281270859501</c:v>
                </c:pt>
                <c:pt idx="259">
                  <c:v>6.8315275054403397</c:v>
                </c:pt>
                <c:pt idx="260">
                  <c:v>6.83729378886337</c:v>
                </c:pt>
                <c:pt idx="261">
                  <c:v>6.8757605996947397</c:v>
                </c:pt>
                <c:pt idx="262">
                  <c:v>6.9136326670516999</c:v>
                </c:pt>
                <c:pt idx="263">
                  <c:v>6.9312680439016496</c:v>
                </c:pt>
                <c:pt idx="264">
                  <c:v>6.9581032781956598</c:v>
                </c:pt>
                <c:pt idx="265">
                  <c:v>6.9548921618167903</c:v>
                </c:pt>
                <c:pt idx="266">
                  <c:v>7.0232503557007702</c:v>
                </c:pt>
                <c:pt idx="267">
                  <c:v>7.0091955445458902</c:v>
                </c:pt>
                <c:pt idx="268">
                  <c:v>7.0106785136701202</c:v>
                </c:pt>
                <c:pt idx="269">
                  <c:v>7.0554659687227703</c:v>
                </c:pt>
                <c:pt idx="270">
                  <c:v>7.0541324659083804</c:v>
                </c:pt>
                <c:pt idx="271">
                  <c:v>7.1366829805495096</c:v>
                </c:pt>
                <c:pt idx="272">
                  <c:v>7.2339084196839396</c:v>
                </c:pt>
                <c:pt idx="273">
                  <c:v>7.2793065331296303</c:v>
                </c:pt>
                <c:pt idx="274">
                  <c:v>7.2634343951831797</c:v>
                </c:pt>
                <c:pt idx="275">
                  <c:v>7.2409115513378399</c:v>
                </c:pt>
                <c:pt idx="276">
                  <c:v>7.2100983987207297</c:v>
                </c:pt>
                <c:pt idx="277">
                  <c:v>7.2267057292430996</c:v>
                </c:pt>
                <c:pt idx="278">
                  <c:v>7.1619026348977304</c:v>
                </c:pt>
                <c:pt idx="279">
                  <c:v>7.1376602902308903</c:v>
                </c:pt>
                <c:pt idx="280">
                  <c:v>7.0983531060549803</c:v>
                </c:pt>
                <c:pt idx="281">
                  <c:v>7.0592293927606002</c:v>
                </c:pt>
                <c:pt idx="282">
                  <c:v>7.0491559167629498</c:v>
                </c:pt>
                <c:pt idx="283">
                  <c:v>7.0242507661344904</c:v>
                </c:pt>
                <c:pt idx="284">
                  <c:v>7.0329122087468097</c:v>
                </c:pt>
                <c:pt idx="285">
                  <c:v>7.0373407810663204</c:v>
                </c:pt>
                <c:pt idx="286">
                  <c:v>6.9995212328375001</c:v>
                </c:pt>
                <c:pt idx="287">
                  <c:v>6.9933950844579504</c:v>
                </c:pt>
                <c:pt idx="288">
                  <c:v>7.00086735476446</c:v>
                </c:pt>
                <c:pt idx="289">
                  <c:v>6.90225365833727</c:v>
                </c:pt>
                <c:pt idx="290">
                  <c:v>6.8451913405832396</c:v>
                </c:pt>
                <c:pt idx="291">
                  <c:v>6.7276228641871096</c:v>
                </c:pt>
                <c:pt idx="292">
                  <c:v>6.73846139818715</c:v>
                </c:pt>
                <c:pt idx="293">
                  <c:v>6.7592527943095302</c:v>
                </c:pt>
                <c:pt idx="294">
                  <c:v>6.81075216216579</c:v>
                </c:pt>
                <c:pt idx="295">
                  <c:v>6.7741738347243796</c:v>
                </c:pt>
                <c:pt idx="296">
                  <c:v>6.8583684690587496</c:v>
                </c:pt>
                <c:pt idx="297">
                  <c:v>6.8591908910045198</c:v>
                </c:pt>
                <c:pt idx="298">
                  <c:v>6.8861480919981801</c:v>
                </c:pt>
                <c:pt idx="299">
                  <c:v>6.8788372954130796</c:v>
                </c:pt>
                <c:pt idx="300">
                  <c:v>6.9256865437797099</c:v>
                </c:pt>
                <c:pt idx="301">
                  <c:v>7.00676661407135</c:v>
                </c:pt>
                <c:pt idx="302">
                  <c:v>7.0415587432857798</c:v>
                </c:pt>
                <c:pt idx="303">
                  <c:v>7.06075855658879</c:v>
                </c:pt>
                <c:pt idx="304">
                  <c:v>7.1481235798528697</c:v>
                </c:pt>
                <c:pt idx="305">
                  <c:v>7.2189704375834101</c:v>
                </c:pt>
                <c:pt idx="306">
                  <c:v>7.2077660627132198</c:v>
                </c:pt>
                <c:pt idx="307">
                  <c:v>7.2668528808071997</c:v>
                </c:pt>
                <c:pt idx="308">
                  <c:v>7.3344018480919004</c:v>
                </c:pt>
                <c:pt idx="309">
                  <c:v>7.2717915688102899</c:v>
                </c:pt>
                <c:pt idx="310">
                  <c:v>7.25672295044712</c:v>
                </c:pt>
                <c:pt idx="311">
                  <c:v>7.2133045758841101</c:v>
                </c:pt>
                <c:pt idx="312">
                  <c:v>7.0810426425739204</c:v>
                </c:pt>
                <c:pt idx="313">
                  <c:v>6.87846669058285</c:v>
                </c:pt>
                <c:pt idx="314">
                  <c:v>6.7824167940297402</c:v>
                </c:pt>
                <c:pt idx="315">
                  <c:v>6.2870357945736002</c:v>
                </c:pt>
                <c:pt idx="316">
                  <c:v>6.18291421906018</c:v>
                </c:pt>
                <c:pt idx="317">
                  <c:v>6.0816383672997398</c:v>
                </c:pt>
                <c:pt idx="318">
                  <c:v>5.9479736411227497</c:v>
                </c:pt>
                <c:pt idx="319">
                  <c:v>5.8911478838576601</c:v>
                </c:pt>
                <c:pt idx="320">
                  <c:v>5.8342997939591204</c:v>
                </c:pt>
                <c:pt idx="321">
                  <c:v>5.6704315180137099</c:v>
                </c:pt>
                <c:pt idx="322">
                  <c:v>5.6758300983872196</c:v>
                </c:pt>
                <c:pt idx="323">
                  <c:v>5.6071436171359901</c:v>
                </c:pt>
                <c:pt idx="324">
                  <c:v>5.6763515278135204</c:v>
                </c:pt>
                <c:pt idx="325">
                  <c:v>5.8916656626695199</c:v>
                </c:pt>
                <c:pt idx="326">
                  <c:v>6.14131079865028</c:v>
                </c:pt>
                <c:pt idx="327">
                  <c:v>6.14131079865028</c:v>
                </c:pt>
                <c:pt idx="328">
                  <c:v>7.9358813038882495E-2</c:v>
                </c:pt>
                <c:pt idx="329">
                  <c:v>-4.7846417436304203E-3</c:v>
                </c:pt>
                <c:pt idx="330">
                  <c:v>8.5810981731243297E-2</c:v>
                </c:pt>
                <c:pt idx="331">
                  <c:v>0.22760231463761901</c:v>
                </c:pt>
                <c:pt idx="332">
                  <c:v>0.35115122197578402</c:v>
                </c:pt>
                <c:pt idx="333">
                  <c:v>0.51339081497331096</c:v>
                </c:pt>
                <c:pt idx="334">
                  <c:v>0.55166643828087403</c:v>
                </c:pt>
                <c:pt idx="335">
                  <c:v>0.79429294439478704</c:v>
                </c:pt>
                <c:pt idx="336">
                  <c:v>1.1324959600536799</c:v>
                </c:pt>
                <c:pt idx="337">
                  <c:v>1.0808708760165999</c:v>
                </c:pt>
                <c:pt idx="338">
                  <c:v>1.23875017455612</c:v>
                </c:pt>
                <c:pt idx="339">
                  <c:v>1.3452901500684999</c:v>
                </c:pt>
                <c:pt idx="340">
                  <c:v>1.48319759851508</c:v>
                </c:pt>
                <c:pt idx="341">
                  <c:v>2.0721456431205101</c:v>
                </c:pt>
                <c:pt idx="342">
                  <c:v>2.50235029662129</c:v>
                </c:pt>
                <c:pt idx="343">
                  <c:v>2.7668966555849899</c:v>
                </c:pt>
                <c:pt idx="344">
                  <c:v>2.8747527887427</c:v>
                </c:pt>
                <c:pt idx="345">
                  <c:v>3.0658717694600699</c:v>
                </c:pt>
                <c:pt idx="346">
                  <c:v>3.24396125323528</c:v>
                </c:pt>
                <c:pt idx="347">
                  <c:v>3.3463583643709298</c:v>
                </c:pt>
                <c:pt idx="348">
                  <c:v>3.49084618834824</c:v>
                </c:pt>
                <c:pt idx="349">
                  <c:v>3.5890630479560901</c:v>
                </c:pt>
                <c:pt idx="350">
                  <c:v>3.6256289880807802</c:v>
                </c:pt>
                <c:pt idx="351">
                  <c:v>3.7665348196178701</c:v>
                </c:pt>
                <c:pt idx="352">
                  <c:v>3.82361530403338</c:v>
                </c:pt>
                <c:pt idx="353">
                  <c:v>3.8378952582810202</c:v>
                </c:pt>
                <c:pt idx="354">
                  <c:v>3.93786837003461</c:v>
                </c:pt>
                <c:pt idx="355">
                  <c:v>3.9983624534860698</c:v>
                </c:pt>
                <c:pt idx="356">
                  <c:v>4.3798884161453202</c:v>
                </c:pt>
                <c:pt idx="357">
                  <c:v>4.41006086761102</c:v>
                </c:pt>
                <c:pt idx="358">
                  <c:v>4.3668227818014103</c:v>
                </c:pt>
                <c:pt idx="359">
                  <c:v>4.3537946452287102</c:v>
                </c:pt>
                <c:pt idx="360">
                  <c:v>4.5268392126502999</c:v>
                </c:pt>
                <c:pt idx="361">
                  <c:v>4.4478815418234197</c:v>
                </c:pt>
                <c:pt idx="362">
                  <c:v>4.5823051566573296</c:v>
                </c:pt>
                <c:pt idx="363">
                  <c:v>4.7245589417931697</c:v>
                </c:pt>
                <c:pt idx="364">
                  <c:v>4.8575372421139704</c:v>
                </c:pt>
                <c:pt idx="365">
                  <c:v>4.8996629892022101</c:v>
                </c:pt>
                <c:pt idx="366">
                  <c:v>4.9183950081674404</c:v>
                </c:pt>
                <c:pt idx="367">
                  <c:v>5.0432216769610196</c:v>
                </c:pt>
                <c:pt idx="368">
                  <c:v>5.1249124299309603</c:v>
                </c:pt>
                <c:pt idx="369">
                  <c:v>5.2276321247556297</c:v>
                </c:pt>
                <c:pt idx="370">
                  <c:v>5.2712448390824598</c:v>
                </c:pt>
                <c:pt idx="371">
                  <c:v>5.3853790444555196</c:v>
                </c:pt>
                <c:pt idx="372">
                  <c:v>5.5949705589755796</c:v>
                </c:pt>
                <c:pt idx="373">
                  <c:v>5.6897737487906896</c:v>
                </c:pt>
                <c:pt idx="374">
                  <c:v>5.7166134048862904</c:v>
                </c:pt>
                <c:pt idx="375">
                  <c:v>5.7478591020582597</c:v>
                </c:pt>
                <c:pt idx="376">
                  <c:v>5.7590874665837797</c:v>
                </c:pt>
                <c:pt idx="377">
                  <c:v>5.8207863638641699</c:v>
                </c:pt>
                <c:pt idx="378">
                  <c:v>5.8492135826401599</c:v>
                </c:pt>
                <c:pt idx="379">
                  <c:v>5.9063595697546898</c:v>
                </c:pt>
                <c:pt idx="380">
                  <c:v>6.0529015667319497</c:v>
                </c:pt>
                <c:pt idx="381">
                  <c:v>5.98423948558949</c:v>
                </c:pt>
                <c:pt idx="382">
                  <c:v>6.0933936243889004</c:v>
                </c:pt>
                <c:pt idx="383">
                  <c:v>6.2248858495319901</c:v>
                </c:pt>
                <c:pt idx="384">
                  <c:v>6.3205254414763701</c:v>
                </c:pt>
                <c:pt idx="385">
                  <c:v>6.3581019318895002</c:v>
                </c:pt>
                <c:pt idx="386">
                  <c:v>6.4144801579434496</c:v>
                </c:pt>
                <c:pt idx="387">
                  <c:v>6.4451701178919496</c:v>
                </c:pt>
                <c:pt idx="388">
                  <c:v>6.5566097506344097</c:v>
                </c:pt>
                <c:pt idx="389">
                  <c:v>6.6714131571961799</c:v>
                </c:pt>
                <c:pt idx="390">
                  <c:v>6.6748021815778902</c:v>
                </c:pt>
                <c:pt idx="391">
                  <c:v>6.6851605707874198</c:v>
                </c:pt>
                <c:pt idx="392">
                  <c:v>6.5492102892126001</c:v>
                </c:pt>
                <c:pt idx="393">
                  <c:v>6.6214730467581102</c:v>
                </c:pt>
                <c:pt idx="394">
                  <c:v>6.7489770495096097</c:v>
                </c:pt>
                <c:pt idx="395">
                  <c:v>6.9090886887014999</c:v>
                </c:pt>
                <c:pt idx="396">
                  <c:v>6.9236039911584397</c:v>
                </c:pt>
                <c:pt idx="397">
                  <c:v>6.9349758505363699</c:v>
                </c:pt>
                <c:pt idx="398">
                  <c:v>7.0006194501493004</c:v>
                </c:pt>
                <c:pt idx="399">
                  <c:v>6.9675687575685297</c:v>
                </c:pt>
                <c:pt idx="400">
                  <c:v>6.8919185409422301</c:v>
                </c:pt>
                <c:pt idx="401">
                  <c:v>6.8619678079191697</c:v>
                </c:pt>
                <c:pt idx="402">
                  <c:v>6.8602355030749704</c:v>
                </c:pt>
                <c:pt idx="403">
                  <c:v>6.8493941756892696</c:v>
                </c:pt>
                <c:pt idx="404">
                  <c:v>6.79113473609734</c:v>
                </c:pt>
                <c:pt idx="405">
                  <c:v>6.7980581765435</c:v>
                </c:pt>
                <c:pt idx="406">
                  <c:v>6.7854493760685504</c:v>
                </c:pt>
                <c:pt idx="407">
                  <c:v>6.66542497158723</c:v>
                </c:pt>
                <c:pt idx="408">
                  <c:v>6.7190310723698898</c:v>
                </c:pt>
                <c:pt idx="409">
                  <c:v>6.6268769495508799</c:v>
                </c:pt>
                <c:pt idx="410">
                  <c:v>6.6166353636410804</c:v>
                </c:pt>
                <c:pt idx="411">
                  <c:v>6.5972347267763798</c:v>
                </c:pt>
                <c:pt idx="412">
                  <c:v>6.5836262790178797</c:v>
                </c:pt>
                <c:pt idx="413">
                  <c:v>6.5891308392274999</c:v>
                </c:pt>
                <c:pt idx="414">
                  <c:v>6.5657558187556599</c:v>
                </c:pt>
                <c:pt idx="415">
                  <c:v>6.5596159588403404</c:v>
                </c:pt>
                <c:pt idx="416">
                  <c:v>6.4808638140760397</c:v>
                </c:pt>
                <c:pt idx="417">
                  <c:v>6.5611556530637998</c:v>
                </c:pt>
                <c:pt idx="418">
                  <c:v>6.6021348066054699</c:v>
                </c:pt>
                <c:pt idx="419">
                  <c:v>6.6219096379771596</c:v>
                </c:pt>
                <c:pt idx="420">
                  <c:v>6.6041943312986797</c:v>
                </c:pt>
                <c:pt idx="421">
                  <c:v>6.68368368986114</c:v>
                </c:pt>
                <c:pt idx="422">
                  <c:v>6.7847281270859501</c:v>
                </c:pt>
                <c:pt idx="423">
                  <c:v>6.8315275054403397</c:v>
                </c:pt>
                <c:pt idx="424">
                  <c:v>6.83729378886337</c:v>
                </c:pt>
                <c:pt idx="425">
                  <c:v>6.8757605996947397</c:v>
                </c:pt>
                <c:pt idx="426">
                  <c:v>6.9136326670516999</c:v>
                </c:pt>
                <c:pt idx="427">
                  <c:v>6.9312680439016496</c:v>
                </c:pt>
                <c:pt idx="428">
                  <c:v>6.9581032781956598</c:v>
                </c:pt>
                <c:pt idx="429">
                  <c:v>6.9548921618167903</c:v>
                </c:pt>
                <c:pt idx="430">
                  <c:v>7.0232503557007702</c:v>
                </c:pt>
                <c:pt idx="431">
                  <c:v>7.0091955445458902</c:v>
                </c:pt>
                <c:pt idx="432">
                  <c:v>7.0106785136701202</c:v>
                </c:pt>
                <c:pt idx="433">
                  <c:v>7.0554659687227703</c:v>
                </c:pt>
                <c:pt idx="434">
                  <c:v>7.0541324659083804</c:v>
                </c:pt>
                <c:pt idx="435">
                  <c:v>7.1366829805495096</c:v>
                </c:pt>
                <c:pt idx="436">
                  <c:v>7.2339084196839396</c:v>
                </c:pt>
                <c:pt idx="437">
                  <c:v>7.2793065331296303</c:v>
                </c:pt>
                <c:pt idx="438">
                  <c:v>7.2634343951831797</c:v>
                </c:pt>
                <c:pt idx="439">
                  <c:v>7.2409115513378399</c:v>
                </c:pt>
                <c:pt idx="440">
                  <c:v>7.2100983987207297</c:v>
                </c:pt>
                <c:pt idx="441">
                  <c:v>7.2267057292430996</c:v>
                </c:pt>
                <c:pt idx="442">
                  <c:v>7.1619026348977304</c:v>
                </c:pt>
                <c:pt idx="443">
                  <c:v>7.1376602902308903</c:v>
                </c:pt>
                <c:pt idx="444">
                  <c:v>7.0983531060549803</c:v>
                </c:pt>
                <c:pt idx="445">
                  <c:v>7.0592293927606002</c:v>
                </c:pt>
                <c:pt idx="446">
                  <c:v>7.0491559167629498</c:v>
                </c:pt>
                <c:pt idx="447">
                  <c:v>7.0242507661344904</c:v>
                </c:pt>
                <c:pt idx="448">
                  <c:v>7.0329122087468097</c:v>
                </c:pt>
                <c:pt idx="449">
                  <c:v>7.0373407810663204</c:v>
                </c:pt>
                <c:pt idx="450">
                  <c:v>6.9995212328375001</c:v>
                </c:pt>
                <c:pt idx="451">
                  <c:v>6.9933950844579504</c:v>
                </c:pt>
                <c:pt idx="452">
                  <c:v>7.00086735476446</c:v>
                </c:pt>
                <c:pt idx="453">
                  <c:v>6.90225365833727</c:v>
                </c:pt>
                <c:pt idx="454">
                  <c:v>6.8451913405832396</c:v>
                </c:pt>
                <c:pt idx="455">
                  <c:v>6.7276228641871096</c:v>
                </c:pt>
                <c:pt idx="456">
                  <c:v>6.73846139818715</c:v>
                </c:pt>
                <c:pt idx="457">
                  <c:v>6.7592527943095302</c:v>
                </c:pt>
                <c:pt idx="458">
                  <c:v>6.81075216216579</c:v>
                </c:pt>
                <c:pt idx="459">
                  <c:v>6.7741738347243796</c:v>
                </c:pt>
                <c:pt idx="460">
                  <c:v>6.8583684690587496</c:v>
                </c:pt>
                <c:pt idx="461">
                  <c:v>6.8591908910045198</c:v>
                </c:pt>
                <c:pt idx="462">
                  <c:v>6.8861480919981801</c:v>
                </c:pt>
                <c:pt idx="463">
                  <c:v>6.8788372954130796</c:v>
                </c:pt>
                <c:pt idx="464">
                  <c:v>6.9256865437797099</c:v>
                </c:pt>
                <c:pt idx="465">
                  <c:v>7.00676661407135</c:v>
                </c:pt>
                <c:pt idx="466">
                  <c:v>7.0415587432857798</c:v>
                </c:pt>
                <c:pt idx="467">
                  <c:v>7.06075855658879</c:v>
                </c:pt>
                <c:pt idx="468">
                  <c:v>7.1481235798528697</c:v>
                </c:pt>
                <c:pt idx="469">
                  <c:v>7.2189704375834101</c:v>
                </c:pt>
                <c:pt idx="470">
                  <c:v>7.2077660627132198</c:v>
                </c:pt>
                <c:pt idx="471">
                  <c:v>7.2668528808071997</c:v>
                </c:pt>
                <c:pt idx="472">
                  <c:v>7.3344018480919004</c:v>
                </c:pt>
                <c:pt idx="473">
                  <c:v>7.2717915688102899</c:v>
                </c:pt>
                <c:pt idx="474">
                  <c:v>7.25672295044712</c:v>
                </c:pt>
                <c:pt idx="475">
                  <c:v>7.2133045758841101</c:v>
                </c:pt>
                <c:pt idx="476">
                  <c:v>7.0810426425739204</c:v>
                </c:pt>
                <c:pt idx="477">
                  <c:v>6.87846669058285</c:v>
                </c:pt>
                <c:pt idx="478">
                  <c:v>6.7824167940297402</c:v>
                </c:pt>
                <c:pt idx="479">
                  <c:v>6.2870357945736002</c:v>
                </c:pt>
                <c:pt idx="480">
                  <c:v>6.18291421906018</c:v>
                </c:pt>
                <c:pt idx="481">
                  <c:v>6.0816383672997398</c:v>
                </c:pt>
                <c:pt idx="482">
                  <c:v>5.9479736411227497</c:v>
                </c:pt>
                <c:pt idx="483">
                  <c:v>5.8911478838576601</c:v>
                </c:pt>
                <c:pt idx="484">
                  <c:v>5.8342997939591204</c:v>
                </c:pt>
                <c:pt idx="485">
                  <c:v>5.6704315180137099</c:v>
                </c:pt>
                <c:pt idx="486">
                  <c:v>5.6758300983872196</c:v>
                </c:pt>
                <c:pt idx="487">
                  <c:v>5.6071436171359901</c:v>
                </c:pt>
                <c:pt idx="488">
                  <c:v>5.6763515278135204</c:v>
                </c:pt>
                <c:pt idx="489">
                  <c:v>5.8916656626695199</c:v>
                </c:pt>
                <c:pt idx="490">
                  <c:v>6.14131079865028</c:v>
                </c:pt>
                <c:pt idx="491">
                  <c:v>6.14131079865028</c:v>
                </c:pt>
                <c:pt idx="492">
                  <c:v>7.9358813038882495E-2</c:v>
                </c:pt>
                <c:pt idx="493">
                  <c:v>-4.7846417436304203E-3</c:v>
                </c:pt>
                <c:pt idx="494">
                  <c:v>8.5810981731243297E-2</c:v>
                </c:pt>
                <c:pt idx="495">
                  <c:v>0.22760231463761901</c:v>
                </c:pt>
                <c:pt idx="496">
                  <c:v>0.35115122197578402</c:v>
                </c:pt>
                <c:pt idx="497">
                  <c:v>0.51339081497331096</c:v>
                </c:pt>
                <c:pt idx="498">
                  <c:v>0.55166643828087403</c:v>
                </c:pt>
                <c:pt idx="499">
                  <c:v>0.79429294439478704</c:v>
                </c:pt>
                <c:pt idx="500">
                  <c:v>1.1324959600536799</c:v>
                </c:pt>
                <c:pt idx="501">
                  <c:v>1.0808708760165999</c:v>
                </c:pt>
                <c:pt idx="502">
                  <c:v>1.23875017455612</c:v>
                </c:pt>
                <c:pt idx="503">
                  <c:v>1.3452901500684999</c:v>
                </c:pt>
                <c:pt idx="504">
                  <c:v>1.48319759851508</c:v>
                </c:pt>
                <c:pt idx="505">
                  <c:v>2.0721456431205101</c:v>
                </c:pt>
                <c:pt idx="506">
                  <c:v>2.50235029662129</c:v>
                </c:pt>
                <c:pt idx="507">
                  <c:v>2.7668966555849899</c:v>
                </c:pt>
                <c:pt idx="508">
                  <c:v>2.8747527887427</c:v>
                </c:pt>
                <c:pt idx="509">
                  <c:v>3.0658717694600699</c:v>
                </c:pt>
                <c:pt idx="510">
                  <c:v>3.24396125323528</c:v>
                </c:pt>
                <c:pt idx="511">
                  <c:v>3.3463583643709298</c:v>
                </c:pt>
                <c:pt idx="512">
                  <c:v>3.49084618834824</c:v>
                </c:pt>
                <c:pt idx="513">
                  <c:v>3.5890630479560901</c:v>
                </c:pt>
                <c:pt idx="514">
                  <c:v>3.6256289880807802</c:v>
                </c:pt>
                <c:pt idx="515">
                  <c:v>3.7665348196178701</c:v>
                </c:pt>
                <c:pt idx="516">
                  <c:v>3.82361530403338</c:v>
                </c:pt>
                <c:pt idx="517">
                  <c:v>3.8378952582810202</c:v>
                </c:pt>
                <c:pt idx="518">
                  <c:v>3.93786837003461</c:v>
                </c:pt>
                <c:pt idx="519">
                  <c:v>3.9983624534860698</c:v>
                </c:pt>
                <c:pt idx="520">
                  <c:v>4.3798884161453202</c:v>
                </c:pt>
                <c:pt idx="521">
                  <c:v>4.41006086761102</c:v>
                </c:pt>
                <c:pt idx="522">
                  <c:v>4.3668227818014103</c:v>
                </c:pt>
                <c:pt idx="523">
                  <c:v>4.3537946452287102</c:v>
                </c:pt>
                <c:pt idx="524">
                  <c:v>4.5268392126502999</c:v>
                </c:pt>
                <c:pt idx="525">
                  <c:v>4.4478815418234197</c:v>
                </c:pt>
                <c:pt idx="526">
                  <c:v>4.5823051566573296</c:v>
                </c:pt>
                <c:pt idx="527">
                  <c:v>4.7245589417931697</c:v>
                </c:pt>
                <c:pt idx="528">
                  <c:v>4.8575372421139704</c:v>
                </c:pt>
                <c:pt idx="529">
                  <c:v>4.8996629892022101</c:v>
                </c:pt>
                <c:pt idx="530">
                  <c:v>4.9183950081674404</c:v>
                </c:pt>
                <c:pt idx="531">
                  <c:v>5.0432216769610196</c:v>
                </c:pt>
                <c:pt idx="532">
                  <c:v>5.1249124299309603</c:v>
                </c:pt>
                <c:pt idx="533">
                  <c:v>5.2276321247556297</c:v>
                </c:pt>
                <c:pt idx="534">
                  <c:v>5.2712448390824598</c:v>
                </c:pt>
                <c:pt idx="535">
                  <c:v>5.3853790444555196</c:v>
                </c:pt>
                <c:pt idx="536">
                  <c:v>5.5949705589755796</c:v>
                </c:pt>
                <c:pt idx="537">
                  <c:v>5.6897737487906896</c:v>
                </c:pt>
                <c:pt idx="538">
                  <c:v>5.7166134048862904</c:v>
                </c:pt>
                <c:pt idx="539">
                  <c:v>5.7478591020582597</c:v>
                </c:pt>
                <c:pt idx="540">
                  <c:v>5.7590874665837797</c:v>
                </c:pt>
                <c:pt idx="541">
                  <c:v>5.8207863638641699</c:v>
                </c:pt>
                <c:pt idx="542">
                  <c:v>5.8492135826401599</c:v>
                </c:pt>
                <c:pt idx="543">
                  <c:v>5.9063595697546898</c:v>
                </c:pt>
                <c:pt idx="544">
                  <c:v>6.0529015667319497</c:v>
                </c:pt>
                <c:pt idx="545">
                  <c:v>5.98423948558949</c:v>
                </c:pt>
                <c:pt idx="546">
                  <c:v>6.0933936243889004</c:v>
                </c:pt>
                <c:pt idx="547">
                  <c:v>6.2248858495319901</c:v>
                </c:pt>
                <c:pt idx="548">
                  <c:v>6.3205254414763701</c:v>
                </c:pt>
                <c:pt idx="549">
                  <c:v>6.3581019318895002</c:v>
                </c:pt>
                <c:pt idx="550">
                  <c:v>6.4144801579434496</c:v>
                </c:pt>
                <c:pt idx="551">
                  <c:v>6.4451701178919496</c:v>
                </c:pt>
                <c:pt idx="552">
                  <c:v>6.5566097506344097</c:v>
                </c:pt>
                <c:pt idx="553">
                  <c:v>6.6714131571961799</c:v>
                </c:pt>
                <c:pt idx="554">
                  <c:v>6.6748021815778902</c:v>
                </c:pt>
                <c:pt idx="555">
                  <c:v>6.6851605707874198</c:v>
                </c:pt>
                <c:pt idx="556">
                  <c:v>6.5492102892126001</c:v>
                </c:pt>
                <c:pt idx="557">
                  <c:v>6.6214730467581102</c:v>
                </c:pt>
                <c:pt idx="558">
                  <c:v>6.7489770495096097</c:v>
                </c:pt>
                <c:pt idx="559">
                  <c:v>6.9090886887014999</c:v>
                </c:pt>
                <c:pt idx="560">
                  <c:v>6.9236039911584397</c:v>
                </c:pt>
                <c:pt idx="561">
                  <c:v>6.9349758505363699</c:v>
                </c:pt>
                <c:pt idx="562">
                  <c:v>7.0006194501493004</c:v>
                </c:pt>
                <c:pt idx="563">
                  <c:v>6.9675687575685297</c:v>
                </c:pt>
                <c:pt idx="564">
                  <c:v>6.8919185409422301</c:v>
                </c:pt>
                <c:pt idx="565">
                  <c:v>6.8619678079191697</c:v>
                </c:pt>
                <c:pt idx="566">
                  <c:v>6.8602355030749704</c:v>
                </c:pt>
                <c:pt idx="567">
                  <c:v>6.8493941756892696</c:v>
                </c:pt>
                <c:pt idx="568">
                  <c:v>6.79113473609734</c:v>
                </c:pt>
                <c:pt idx="569">
                  <c:v>6.7980581765435</c:v>
                </c:pt>
                <c:pt idx="570">
                  <c:v>6.7854493760685504</c:v>
                </c:pt>
                <c:pt idx="571">
                  <c:v>6.66542497158723</c:v>
                </c:pt>
                <c:pt idx="572">
                  <c:v>6.7190310723698898</c:v>
                </c:pt>
                <c:pt idx="573">
                  <c:v>6.6268769495508799</c:v>
                </c:pt>
                <c:pt idx="574">
                  <c:v>6.6166353636410804</c:v>
                </c:pt>
                <c:pt idx="575">
                  <c:v>6.5972347267763798</c:v>
                </c:pt>
                <c:pt idx="576">
                  <c:v>6.5836262790178797</c:v>
                </c:pt>
                <c:pt idx="577">
                  <c:v>6.5891308392274999</c:v>
                </c:pt>
                <c:pt idx="578">
                  <c:v>6.5657558187556599</c:v>
                </c:pt>
                <c:pt idx="579">
                  <c:v>6.5596159588403404</c:v>
                </c:pt>
                <c:pt idx="580">
                  <c:v>6.4808638140760397</c:v>
                </c:pt>
                <c:pt idx="581">
                  <c:v>6.5611556530637998</c:v>
                </c:pt>
                <c:pt idx="582">
                  <c:v>6.6021348066054699</c:v>
                </c:pt>
                <c:pt idx="583">
                  <c:v>6.6219096379771596</c:v>
                </c:pt>
                <c:pt idx="584">
                  <c:v>6.6041943312986797</c:v>
                </c:pt>
                <c:pt idx="585">
                  <c:v>6.68368368986114</c:v>
                </c:pt>
                <c:pt idx="586">
                  <c:v>6.7847281270859501</c:v>
                </c:pt>
                <c:pt idx="587">
                  <c:v>6.8315275054403397</c:v>
                </c:pt>
                <c:pt idx="588">
                  <c:v>6.83729378886337</c:v>
                </c:pt>
                <c:pt idx="589">
                  <c:v>6.8757605996947397</c:v>
                </c:pt>
                <c:pt idx="590">
                  <c:v>6.9136326670516999</c:v>
                </c:pt>
                <c:pt idx="591">
                  <c:v>6.9312680439016496</c:v>
                </c:pt>
                <c:pt idx="592">
                  <c:v>6.9581032781956598</c:v>
                </c:pt>
                <c:pt idx="593">
                  <c:v>6.9548921618167903</c:v>
                </c:pt>
                <c:pt idx="594">
                  <c:v>7.0232503557007702</c:v>
                </c:pt>
                <c:pt idx="595">
                  <c:v>7.0091955445458902</c:v>
                </c:pt>
                <c:pt idx="596">
                  <c:v>7.0106785136701202</c:v>
                </c:pt>
                <c:pt idx="597">
                  <c:v>7.0554659687227703</c:v>
                </c:pt>
                <c:pt idx="598">
                  <c:v>7.0541324659083804</c:v>
                </c:pt>
                <c:pt idx="599">
                  <c:v>7.1366829805495096</c:v>
                </c:pt>
                <c:pt idx="600">
                  <c:v>7.2339084196839396</c:v>
                </c:pt>
                <c:pt idx="601">
                  <c:v>7.2793065331296303</c:v>
                </c:pt>
                <c:pt idx="602">
                  <c:v>7.2634343951831797</c:v>
                </c:pt>
                <c:pt idx="603">
                  <c:v>7.2409115513378399</c:v>
                </c:pt>
                <c:pt idx="604">
                  <c:v>7.2100983987207297</c:v>
                </c:pt>
                <c:pt idx="605">
                  <c:v>7.2267057292430996</c:v>
                </c:pt>
                <c:pt idx="606">
                  <c:v>7.1619026348977304</c:v>
                </c:pt>
                <c:pt idx="607">
                  <c:v>7.1376602902308903</c:v>
                </c:pt>
                <c:pt idx="608">
                  <c:v>7.0983531060549803</c:v>
                </c:pt>
                <c:pt idx="609">
                  <c:v>7.0592293927606002</c:v>
                </c:pt>
                <c:pt idx="610">
                  <c:v>7.0491559167629498</c:v>
                </c:pt>
                <c:pt idx="611">
                  <c:v>7.0242507661344904</c:v>
                </c:pt>
                <c:pt idx="612">
                  <c:v>7.0329122087468097</c:v>
                </c:pt>
                <c:pt idx="613">
                  <c:v>7.0373407810663204</c:v>
                </c:pt>
                <c:pt idx="614">
                  <c:v>6.9995212328375001</c:v>
                </c:pt>
                <c:pt idx="615">
                  <c:v>6.9933950844579504</c:v>
                </c:pt>
                <c:pt idx="616">
                  <c:v>7.00086735476446</c:v>
                </c:pt>
                <c:pt idx="617">
                  <c:v>6.90225365833727</c:v>
                </c:pt>
                <c:pt idx="618">
                  <c:v>6.8451913405832396</c:v>
                </c:pt>
                <c:pt idx="619">
                  <c:v>6.7276228641871096</c:v>
                </c:pt>
                <c:pt idx="620">
                  <c:v>6.73846139818715</c:v>
                </c:pt>
                <c:pt idx="621">
                  <c:v>6.7592527943095302</c:v>
                </c:pt>
                <c:pt idx="622">
                  <c:v>6.81075216216579</c:v>
                </c:pt>
                <c:pt idx="623">
                  <c:v>6.7741738347243796</c:v>
                </c:pt>
                <c:pt idx="624">
                  <c:v>6.8583684690587496</c:v>
                </c:pt>
                <c:pt idx="625">
                  <c:v>6.8591908910045198</c:v>
                </c:pt>
                <c:pt idx="626">
                  <c:v>6.8861480919981801</c:v>
                </c:pt>
                <c:pt idx="627">
                  <c:v>6.8788372954130796</c:v>
                </c:pt>
                <c:pt idx="628">
                  <c:v>6.9256865437797099</c:v>
                </c:pt>
                <c:pt idx="629">
                  <c:v>7.00676661407135</c:v>
                </c:pt>
                <c:pt idx="630">
                  <c:v>7.0415587432857798</c:v>
                </c:pt>
                <c:pt idx="631">
                  <c:v>7.06075855658879</c:v>
                </c:pt>
                <c:pt idx="632">
                  <c:v>7.1481235798528697</c:v>
                </c:pt>
                <c:pt idx="633">
                  <c:v>7.2189704375834101</c:v>
                </c:pt>
                <c:pt idx="634">
                  <c:v>7.2077660627132198</c:v>
                </c:pt>
                <c:pt idx="635">
                  <c:v>7.2668528808071997</c:v>
                </c:pt>
                <c:pt idx="636">
                  <c:v>7.3344018480919004</c:v>
                </c:pt>
                <c:pt idx="637">
                  <c:v>7.2717915688102899</c:v>
                </c:pt>
                <c:pt idx="638">
                  <c:v>7.25672295044712</c:v>
                </c:pt>
                <c:pt idx="639">
                  <c:v>7.2133045758841101</c:v>
                </c:pt>
                <c:pt idx="640">
                  <c:v>7.0810426425739204</c:v>
                </c:pt>
                <c:pt idx="641">
                  <c:v>6.87846669058285</c:v>
                </c:pt>
                <c:pt idx="642">
                  <c:v>6.7824167940297402</c:v>
                </c:pt>
                <c:pt idx="643">
                  <c:v>6.2870357945736002</c:v>
                </c:pt>
                <c:pt idx="644">
                  <c:v>6.18291421906018</c:v>
                </c:pt>
                <c:pt idx="645">
                  <c:v>6.0816383672997398</c:v>
                </c:pt>
                <c:pt idx="646">
                  <c:v>5.9479736411227497</c:v>
                </c:pt>
                <c:pt idx="647">
                  <c:v>5.8911478838576601</c:v>
                </c:pt>
                <c:pt idx="648">
                  <c:v>5.8342997939591204</c:v>
                </c:pt>
                <c:pt idx="649">
                  <c:v>5.6704315180137099</c:v>
                </c:pt>
                <c:pt idx="650">
                  <c:v>5.6758300983872196</c:v>
                </c:pt>
                <c:pt idx="651">
                  <c:v>5.6071436171359901</c:v>
                </c:pt>
                <c:pt idx="652">
                  <c:v>5.6763515278135204</c:v>
                </c:pt>
                <c:pt idx="653">
                  <c:v>5.8916656626695199</c:v>
                </c:pt>
                <c:pt idx="654">
                  <c:v>6.14131079865028</c:v>
                </c:pt>
                <c:pt idx="655">
                  <c:v>6.14131079865028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61-490C-8B2D-C1BBCCB68039}"/>
            </c:ext>
          </c:extLst>
        </c:ser>
        <c:ser>
          <c:idx val="1"/>
          <c:order val="1"/>
          <c:tx>
            <c:strRef>
              <c:f>Foreign!$E$2</c:f>
              <c:strCache>
                <c:ptCount val="1"/>
                <c:pt idx="0">
                  <c:v>Cíclicos</c:v>
                </c:pt>
              </c:strCache>
            </c:strRef>
          </c:tx>
          <c:spPr>
            <a:ln w="19050" cap="rnd">
              <a:solidFill>
                <a:srgbClr val="7E7E7E"/>
              </a:solidFill>
              <a:round/>
            </a:ln>
            <a:effectLst/>
          </c:spPr>
          <c:marker>
            <c:symbol val="none"/>
          </c:marker>
          <c:cat>
            <c:numRef>
              <c:f>Foreign!$C$3:$C$658</c:f>
              <c:numCache>
                <c:formatCode>m/d/yyyy</c:formatCode>
                <c:ptCount val="656"/>
                <c:pt idx="0">
                  <c:v>46024</c:v>
                </c:pt>
                <c:pt idx="1">
                  <c:v>46027</c:v>
                </c:pt>
                <c:pt idx="2">
                  <c:v>46028</c:v>
                </c:pt>
                <c:pt idx="3">
                  <c:v>46029</c:v>
                </c:pt>
                <c:pt idx="4">
                  <c:v>46030</c:v>
                </c:pt>
                <c:pt idx="5">
                  <c:v>46031</c:v>
                </c:pt>
                <c:pt idx="6">
                  <c:v>46034</c:v>
                </c:pt>
                <c:pt idx="7">
                  <c:v>46035</c:v>
                </c:pt>
                <c:pt idx="8">
                  <c:v>46036</c:v>
                </c:pt>
                <c:pt idx="9">
                  <c:v>46037</c:v>
                </c:pt>
                <c:pt idx="10">
                  <c:v>46038</c:v>
                </c:pt>
                <c:pt idx="11">
                  <c:v>46041</c:v>
                </c:pt>
                <c:pt idx="12">
                  <c:v>46042</c:v>
                </c:pt>
                <c:pt idx="13">
                  <c:v>46043</c:v>
                </c:pt>
                <c:pt idx="14">
                  <c:v>46044</c:v>
                </c:pt>
                <c:pt idx="15">
                  <c:v>46045</c:v>
                </c:pt>
                <c:pt idx="16">
                  <c:v>46048</c:v>
                </c:pt>
                <c:pt idx="17">
                  <c:v>46049</c:v>
                </c:pt>
                <c:pt idx="18">
                  <c:v>46050</c:v>
                </c:pt>
                <c:pt idx="19">
                  <c:v>46051</c:v>
                </c:pt>
                <c:pt idx="20">
                  <c:v>46052</c:v>
                </c:pt>
                <c:pt idx="21">
                  <c:v>46055</c:v>
                </c:pt>
                <c:pt idx="22">
                  <c:v>46056</c:v>
                </c:pt>
                <c:pt idx="23">
                  <c:v>46057</c:v>
                </c:pt>
                <c:pt idx="24">
                  <c:v>46058</c:v>
                </c:pt>
                <c:pt idx="25">
                  <c:v>46059</c:v>
                </c:pt>
                <c:pt idx="26">
                  <c:v>46062</c:v>
                </c:pt>
                <c:pt idx="27">
                  <c:v>46063</c:v>
                </c:pt>
                <c:pt idx="28">
                  <c:v>46064</c:v>
                </c:pt>
                <c:pt idx="29">
                  <c:v>46065</c:v>
                </c:pt>
                <c:pt idx="30">
                  <c:v>46066</c:v>
                </c:pt>
                <c:pt idx="31">
                  <c:v>46071</c:v>
                </c:pt>
                <c:pt idx="32">
                  <c:v>46072</c:v>
                </c:pt>
                <c:pt idx="33">
                  <c:v>46073</c:v>
                </c:pt>
                <c:pt idx="34">
                  <c:v>46076</c:v>
                </c:pt>
                <c:pt idx="35">
                  <c:v>46077</c:v>
                </c:pt>
                <c:pt idx="36">
                  <c:v>46078</c:v>
                </c:pt>
                <c:pt idx="37">
                  <c:v>46079</c:v>
                </c:pt>
                <c:pt idx="38">
                  <c:v>46080</c:v>
                </c:pt>
                <c:pt idx="39">
                  <c:v>46083</c:v>
                </c:pt>
                <c:pt idx="40">
                  <c:v>46084</c:v>
                </c:pt>
                <c:pt idx="41">
                  <c:v>46085</c:v>
                </c:pt>
                <c:pt idx="42">
                  <c:v>46086</c:v>
                </c:pt>
                <c:pt idx="43">
                  <c:v>46087</c:v>
                </c:pt>
                <c:pt idx="44">
                  <c:v>46090</c:v>
                </c:pt>
                <c:pt idx="45">
                  <c:v>46091</c:v>
                </c:pt>
                <c:pt idx="46">
                  <c:v>46092</c:v>
                </c:pt>
                <c:pt idx="47">
                  <c:v>46093</c:v>
                </c:pt>
                <c:pt idx="48">
                  <c:v>46094</c:v>
                </c:pt>
                <c:pt idx="49">
                  <c:v>46097</c:v>
                </c:pt>
                <c:pt idx="50">
                  <c:v>46098</c:v>
                </c:pt>
                <c:pt idx="51">
                  <c:v>46099</c:v>
                </c:pt>
                <c:pt idx="52">
                  <c:v>46100</c:v>
                </c:pt>
                <c:pt idx="53">
                  <c:v>46101</c:v>
                </c:pt>
                <c:pt idx="54">
                  <c:v>46104</c:v>
                </c:pt>
                <c:pt idx="55">
                  <c:v>46105</c:v>
                </c:pt>
                <c:pt idx="56">
                  <c:v>46106</c:v>
                </c:pt>
                <c:pt idx="57">
                  <c:v>46107</c:v>
                </c:pt>
                <c:pt idx="58">
                  <c:v>46108</c:v>
                </c:pt>
                <c:pt idx="59">
                  <c:v>46111</c:v>
                </c:pt>
                <c:pt idx="60">
                  <c:v>46112</c:v>
                </c:pt>
                <c:pt idx="61">
                  <c:v>46113</c:v>
                </c:pt>
                <c:pt idx="62">
                  <c:v>46114</c:v>
                </c:pt>
                <c:pt idx="63">
                  <c:v>46118</c:v>
                </c:pt>
                <c:pt idx="64">
                  <c:v>46119</c:v>
                </c:pt>
                <c:pt idx="65">
                  <c:v>46120</c:v>
                </c:pt>
                <c:pt idx="66">
                  <c:v>46121</c:v>
                </c:pt>
                <c:pt idx="67">
                  <c:v>46122</c:v>
                </c:pt>
                <c:pt idx="68">
                  <c:v>46125</c:v>
                </c:pt>
                <c:pt idx="69">
                  <c:v>46126</c:v>
                </c:pt>
                <c:pt idx="70">
                  <c:v>46127</c:v>
                </c:pt>
                <c:pt idx="71">
                  <c:v>46128</c:v>
                </c:pt>
                <c:pt idx="72">
                  <c:v>46129</c:v>
                </c:pt>
                <c:pt idx="73">
                  <c:v>46132</c:v>
                </c:pt>
                <c:pt idx="74">
                  <c:v>46134</c:v>
                </c:pt>
                <c:pt idx="75">
                  <c:v>46135</c:v>
                </c:pt>
                <c:pt idx="76">
                  <c:v>46136</c:v>
                </c:pt>
                <c:pt idx="77">
                  <c:v>46139</c:v>
                </c:pt>
                <c:pt idx="78">
                  <c:v>46140</c:v>
                </c:pt>
                <c:pt idx="79">
                  <c:v>46141</c:v>
                </c:pt>
                <c:pt idx="80">
                  <c:v>46142</c:v>
                </c:pt>
                <c:pt idx="81">
                  <c:v>46146</c:v>
                </c:pt>
                <c:pt idx="82">
                  <c:v>46147</c:v>
                </c:pt>
                <c:pt idx="83">
                  <c:v>46148</c:v>
                </c:pt>
                <c:pt idx="84">
                  <c:v>46149</c:v>
                </c:pt>
                <c:pt idx="85">
                  <c:v>46150</c:v>
                </c:pt>
                <c:pt idx="86">
                  <c:v>46153</c:v>
                </c:pt>
                <c:pt idx="87">
                  <c:v>46154</c:v>
                </c:pt>
                <c:pt idx="88">
                  <c:v>46155</c:v>
                </c:pt>
                <c:pt idx="89">
                  <c:v>46156</c:v>
                </c:pt>
                <c:pt idx="90">
                  <c:v>46157</c:v>
                </c:pt>
                <c:pt idx="91">
                  <c:v>46160</c:v>
                </c:pt>
                <c:pt idx="92">
                  <c:v>46161</c:v>
                </c:pt>
                <c:pt idx="93">
                  <c:v>46162</c:v>
                </c:pt>
                <c:pt idx="94">
                  <c:v>46163</c:v>
                </c:pt>
                <c:pt idx="95">
                  <c:v>46164</c:v>
                </c:pt>
                <c:pt idx="96">
                  <c:v>46167</c:v>
                </c:pt>
                <c:pt idx="97">
                  <c:v>46168</c:v>
                </c:pt>
                <c:pt idx="98">
                  <c:v>46169</c:v>
                </c:pt>
                <c:pt idx="99">
                  <c:v>46170</c:v>
                </c:pt>
                <c:pt idx="100">
                  <c:v>46171</c:v>
                </c:pt>
                <c:pt idx="101">
                  <c:v>46174</c:v>
                </c:pt>
                <c:pt idx="102">
                  <c:v>46175</c:v>
                </c:pt>
                <c:pt idx="103">
                  <c:v>46176</c:v>
                </c:pt>
                <c:pt idx="104">
                  <c:v>46178</c:v>
                </c:pt>
                <c:pt idx="105">
                  <c:v>46181</c:v>
                </c:pt>
                <c:pt idx="106">
                  <c:v>46182</c:v>
                </c:pt>
                <c:pt idx="107">
                  <c:v>46183</c:v>
                </c:pt>
                <c:pt idx="108">
                  <c:v>46184</c:v>
                </c:pt>
                <c:pt idx="109">
                  <c:v>46185</c:v>
                </c:pt>
                <c:pt idx="110">
                  <c:v>46188</c:v>
                </c:pt>
                <c:pt idx="111">
                  <c:v>46189</c:v>
                </c:pt>
                <c:pt idx="112">
                  <c:v>46190</c:v>
                </c:pt>
                <c:pt idx="113">
                  <c:v>46191</c:v>
                </c:pt>
                <c:pt idx="114">
                  <c:v>46192</c:v>
                </c:pt>
                <c:pt idx="115">
                  <c:v>46195</c:v>
                </c:pt>
                <c:pt idx="116">
                  <c:v>46196</c:v>
                </c:pt>
                <c:pt idx="117">
                  <c:v>46197</c:v>
                </c:pt>
                <c:pt idx="118">
                  <c:v>46198</c:v>
                </c:pt>
                <c:pt idx="119">
                  <c:v>46199</c:v>
                </c:pt>
                <c:pt idx="120">
                  <c:v>46202</c:v>
                </c:pt>
                <c:pt idx="121">
                  <c:v>46203</c:v>
                </c:pt>
                <c:pt idx="122">
                  <c:v>46204</c:v>
                </c:pt>
                <c:pt idx="123">
                  <c:v>46205</c:v>
                </c:pt>
                <c:pt idx="124">
                  <c:v>46206</c:v>
                </c:pt>
                <c:pt idx="125">
                  <c:v>46209</c:v>
                </c:pt>
                <c:pt idx="126">
                  <c:v>46210</c:v>
                </c:pt>
                <c:pt idx="127">
                  <c:v>46211</c:v>
                </c:pt>
                <c:pt idx="128">
                  <c:v>46212</c:v>
                </c:pt>
                <c:pt idx="129">
                  <c:v>46213</c:v>
                </c:pt>
                <c:pt idx="130">
                  <c:v>46216</c:v>
                </c:pt>
                <c:pt idx="131">
                  <c:v>46217</c:v>
                </c:pt>
                <c:pt idx="132">
                  <c:v>46218</c:v>
                </c:pt>
                <c:pt idx="133">
                  <c:v>46219</c:v>
                </c:pt>
                <c:pt idx="134">
                  <c:v>46220</c:v>
                </c:pt>
                <c:pt idx="135">
                  <c:v>46223</c:v>
                </c:pt>
                <c:pt idx="136">
                  <c:v>46224</c:v>
                </c:pt>
                <c:pt idx="137">
                  <c:v>46225</c:v>
                </c:pt>
                <c:pt idx="138">
                  <c:v>46226</c:v>
                </c:pt>
                <c:pt idx="139">
                  <c:v>46227</c:v>
                </c:pt>
                <c:pt idx="140">
                  <c:v>46230</c:v>
                </c:pt>
                <c:pt idx="141">
                  <c:v>46231</c:v>
                </c:pt>
                <c:pt idx="142">
                  <c:v>46232</c:v>
                </c:pt>
                <c:pt idx="143">
                  <c:v>46233</c:v>
                </c:pt>
                <c:pt idx="144">
                  <c:v>46234</c:v>
                </c:pt>
                <c:pt idx="145">
                  <c:v>46237</c:v>
                </c:pt>
                <c:pt idx="146">
                  <c:v>46238</c:v>
                </c:pt>
                <c:pt idx="147">
                  <c:v>46239</c:v>
                </c:pt>
                <c:pt idx="148">
                  <c:v>46240</c:v>
                </c:pt>
                <c:pt idx="149">
                  <c:v>46241</c:v>
                </c:pt>
                <c:pt idx="150">
                  <c:v>46244</c:v>
                </c:pt>
                <c:pt idx="151">
                  <c:v>46245</c:v>
                </c:pt>
                <c:pt idx="152">
                  <c:v>46246</c:v>
                </c:pt>
                <c:pt idx="153">
                  <c:v>46247</c:v>
                </c:pt>
                <c:pt idx="154">
                  <c:v>46248</c:v>
                </c:pt>
                <c:pt idx="155">
                  <c:v>46251</c:v>
                </c:pt>
                <c:pt idx="156">
                  <c:v>46252</c:v>
                </c:pt>
                <c:pt idx="157">
                  <c:v>46253</c:v>
                </c:pt>
                <c:pt idx="158">
                  <c:v>46254</c:v>
                </c:pt>
                <c:pt idx="159">
                  <c:v>46255</c:v>
                </c:pt>
                <c:pt idx="160">
                  <c:v>46258</c:v>
                </c:pt>
                <c:pt idx="161">
                  <c:v>46259</c:v>
                </c:pt>
                <c:pt idx="162">
                  <c:v>46260</c:v>
                </c:pt>
                <c:pt idx="163">
                  <c:v>46261</c:v>
                </c:pt>
                <c:pt idx="164">
                  <c:v>46024</c:v>
                </c:pt>
                <c:pt idx="165">
                  <c:v>46027</c:v>
                </c:pt>
                <c:pt idx="166">
                  <c:v>46028</c:v>
                </c:pt>
                <c:pt idx="167">
                  <c:v>46029</c:v>
                </c:pt>
                <c:pt idx="168">
                  <c:v>46030</c:v>
                </c:pt>
                <c:pt idx="169">
                  <c:v>46031</c:v>
                </c:pt>
                <c:pt idx="170">
                  <c:v>46034</c:v>
                </c:pt>
                <c:pt idx="171">
                  <c:v>46035</c:v>
                </c:pt>
                <c:pt idx="172">
                  <c:v>46036</c:v>
                </c:pt>
                <c:pt idx="173">
                  <c:v>46037</c:v>
                </c:pt>
                <c:pt idx="174">
                  <c:v>46038</c:v>
                </c:pt>
                <c:pt idx="175">
                  <c:v>46041</c:v>
                </c:pt>
                <c:pt idx="176">
                  <c:v>46042</c:v>
                </c:pt>
                <c:pt idx="177">
                  <c:v>46043</c:v>
                </c:pt>
                <c:pt idx="178">
                  <c:v>46044</c:v>
                </c:pt>
                <c:pt idx="179">
                  <c:v>46045</c:v>
                </c:pt>
                <c:pt idx="180">
                  <c:v>46048</c:v>
                </c:pt>
                <c:pt idx="181">
                  <c:v>46049</c:v>
                </c:pt>
                <c:pt idx="182">
                  <c:v>46050</c:v>
                </c:pt>
                <c:pt idx="183">
                  <c:v>46051</c:v>
                </c:pt>
                <c:pt idx="184">
                  <c:v>46052</c:v>
                </c:pt>
                <c:pt idx="185">
                  <c:v>46055</c:v>
                </c:pt>
                <c:pt idx="186">
                  <c:v>46056</c:v>
                </c:pt>
                <c:pt idx="187">
                  <c:v>46057</c:v>
                </c:pt>
                <c:pt idx="188">
                  <c:v>46058</c:v>
                </c:pt>
                <c:pt idx="189">
                  <c:v>46059</c:v>
                </c:pt>
                <c:pt idx="190">
                  <c:v>46062</c:v>
                </c:pt>
                <c:pt idx="191">
                  <c:v>46063</c:v>
                </c:pt>
                <c:pt idx="192">
                  <c:v>46064</c:v>
                </c:pt>
                <c:pt idx="193">
                  <c:v>46065</c:v>
                </c:pt>
                <c:pt idx="194">
                  <c:v>46066</c:v>
                </c:pt>
                <c:pt idx="195">
                  <c:v>46071</c:v>
                </c:pt>
                <c:pt idx="196">
                  <c:v>46072</c:v>
                </c:pt>
                <c:pt idx="197">
                  <c:v>46073</c:v>
                </c:pt>
                <c:pt idx="198">
                  <c:v>46076</c:v>
                </c:pt>
                <c:pt idx="199">
                  <c:v>46077</c:v>
                </c:pt>
                <c:pt idx="200">
                  <c:v>46078</c:v>
                </c:pt>
                <c:pt idx="201">
                  <c:v>46079</c:v>
                </c:pt>
                <c:pt idx="202">
                  <c:v>46080</c:v>
                </c:pt>
                <c:pt idx="203">
                  <c:v>46083</c:v>
                </c:pt>
                <c:pt idx="204">
                  <c:v>46084</c:v>
                </c:pt>
                <c:pt idx="205">
                  <c:v>46085</c:v>
                </c:pt>
                <c:pt idx="206">
                  <c:v>46086</c:v>
                </c:pt>
                <c:pt idx="207">
                  <c:v>46087</c:v>
                </c:pt>
                <c:pt idx="208">
                  <c:v>46090</c:v>
                </c:pt>
                <c:pt idx="209">
                  <c:v>46091</c:v>
                </c:pt>
                <c:pt idx="210">
                  <c:v>46092</c:v>
                </c:pt>
                <c:pt idx="211">
                  <c:v>46093</c:v>
                </c:pt>
                <c:pt idx="212">
                  <c:v>46094</c:v>
                </c:pt>
                <c:pt idx="213">
                  <c:v>46097</c:v>
                </c:pt>
                <c:pt idx="214">
                  <c:v>46098</c:v>
                </c:pt>
                <c:pt idx="215">
                  <c:v>46099</c:v>
                </c:pt>
                <c:pt idx="216">
                  <c:v>46100</c:v>
                </c:pt>
                <c:pt idx="217">
                  <c:v>46101</c:v>
                </c:pt>
                <c:pt idx="218">
                  <c:v>46104</c:v>
                </c:pt>
                <c:pt idx="219">
                  <c:v>46105</c:v>
                </c:pt>
                <c:pt idx="220">
                  <c:v>46106</c:v>
                </c:pt>
                <c:pt idx="221">
                  <c:v>46107</c:v>
                </c:pt>
                <c:pt idx="222">
                  <c:v>46108</c:v>
                </c:pt>
                <c:pt idx="223">
                  <c:v>46111</c:v>
                </c:pt>
                <c:pt idx="224">
                  <c:v>46112</c:v>
                </c:pt>
                <c:pt idx="225">
                  <c:v>46113</c:v>
                </c:pt>
                <c:pt idx="226">
                  <c:v>46114</c:v>
                </c:pt>
                <c:pt idx="227">
                  <c:v>46118</c:v>
                </c:pt>
                <c:pt idx="228">
                  <c:v>46119</c:v>
                </c:pt>
                <c:pt idx="229">
                  <c:v>46120</c:v>
                </c:pt>
                <c:pt idx="230">
                  <c:v>46121</c:v>
                </c:pt>
                <c:pt idx="231">
                  <c:v>46122</c:v>
                </c:pt>
                <c:pt idx="232">
                  <c:v>46125</c:v>
                </c:pt>
                <c:pt idx="233">
                  <c:v>46126</c:v>
                </c:pt>
                <c:pt idx="234">
                  <c:v>46127</c:v>
                </c:pt>
                <c:pt idx="235">
                  <c:v>46128</c:v>
                </c:pt>
                <c:pt idx="236">
                  <c:v>46129</c:v>
                </c:pt>
                <c:pt idx="237">
                  <c:v>46132</c:v>
                </c:pt>
                <c:pt idx="238">
                  <c:v>46134</c:v>
                </c:pt>
                <c:pt idx="239">
                  <c:v>46135</c:v>
                </c:pt>
                <c:pt idx="240">
                  <c:v>46136</c:v>
                </c:pt>
                <c:pt idx="241">
                  <c:v>46139</c:v>
                </c:pt>
                <c:pt idx="242">
                  <c:v>46140</c:v>
                </c:pt>
                <c:pt idx="243">
                  <c:v>46141</c:v>
                </c:pt>
                <c:pt idx="244">
                  <c:v>46142</c:v>
                </c:pt>
                <c:pt idx="245">
                  <c:v>46146</c:v>
                </c:pt>
                <c:pt idx="246">
                  <c:v>46147</c:v>
                </c:pt>
                <c:pt idx="247">
                  <c:v>46148</c:v>
                </c:pt>
                <c:pt idx="248">
                  <c:v>46149</c:v>
                </c:pt>
                <c:pt idx="249">
                  <c:v>46150</c:v>
                </c:pt>
                <c:pt idx="250">
                  <c:v>46153</c:v>
                </c:pt>
                <c:pt idx="251">
                  <c:v>46154</c:v>
                </c:pt>
                <c:pt idx="252">
                  <c:v>46155</c:v>
                </c:pt>
                <c:pt idx="253">
                  <c:v>46156</c:v>
                </c:pt>
                <c:pt idx="254">
                  <c:v>46157</c:v>
                </c:pt>
                <c:pt idx="255">
                  <c:v>46160</c:v>
                </c:pt>
                <c:pt idx="256">
                  <c:v>46161</c:v>
                </c:pt>
                <c:pt idx="257">
                  <c:v>46162</c:v>
                </c:pt>
                <c:pt idx="258">
                  <c:v>46163</c:v>
                </c:pt>
                <c:pt idx="259">
                  <c:v>46164</c:v>
                </c:pt>
                <c:pt idx="260">
                  <c:v>46167</c:v>
                </c:pt>
                <c:pt idx="261">
                  <c:v>46168</c:v>
                </c:pt>
                <c:pt idx="262">
                  <c:v>46169</c:v>
                </c:pt>
                <c:pt idx="263">
                  <c:v>46170</c:v>
                </c:pt>
                <c:pt idx="264">
                  <c:v>46171</c:v>
                </c:pt>
                <c:pt idx="265">
                  <c:v>46174</c:v>
                </c:pt>
                <c:pt idx="266">
                  <c:v>46175</c:v>
                </c:pt>
                <c:pt idx="267">
                  <c:v>46176</c:v>
                </c:pt>
                <c:pt idx="268">
                  <c:v>46178</c:v>
                </c:pt>
                <c:pt idx="269">
                  <c:v>46181</c:v>
                </c:pt>
                <c:pt idx="270">
                  <c:v>46182</c:v>
                </c:pt>
                <c:pt idx="271">
                  <c:v>46183</c:v>
                </c:pt>
                <c:pt idx="272">
                  <c:v>46184</c:v>
                </c:pt>
                <c:pt idx="273">
                  <c:v>46185</c:v>
                </c:pt>
                <c:pt idx="274">
                  <c:v>46188</c:v>
                </c:pt>
                <c:pt idx="275">
                  <c:v>46189</c:v>
                </c:pt>
                <c:pt idx="276">
                  <c:v>46190</c:v>
                </c:pt>
                <c:pt idx="277">
                  <c:v>46191</c:v>
                </c:pt>
                <c:pt idx="278">
                  <c:v>46192</c:v>
                </c:pt>
                <c:pt idx="279">
                  <c:v>46195</c:v>
                </c:pt>
                <c:pt idx="280">
                  <c:v>46196</c:v>
                </c:pt>
                <c:pt idx="281">
                  <c:v>46197</c:v>
                </c:pt>
                <c:pt idx="282">
                  <c:v>46198</c:v>
                </c:pt>
                <c:pt idx="283">
                  <c:v>46199</c:v>
                </c:pt>
                <c:pt idx="284">
                  <c:v>46202</c:v>
                </c:pt>
                <c:pt idx="285">
                  <c:v>46203</c:v>
                </c:pt>
                <c:pt idx="286">
                  <c:v>46204</c:v>
                </c:pt>
                <c:pt idx="287">
                  <c:v>46205</c:v>
                </c:pt>
                <c:pt idx="288">
                  <c:v>46206</c:v>
                </c:pt>
                <c:pt idx="289">
                  <c:v>46209</c:v>
                </c:pt>
                <c:pt idx="290">
                  <c:v>46210</c:v>
                </c:pt>
                <c:pt idx="291">
                  <c:v>46211</c:v>
                </c:pt>
                <c:pt idx="292">
                  <c:v>46212</c:v>
                </c:pt>
                <c:pt idx="293">
                  <c:v>46213</c:v>
                </c:pt>
                <c:pt idx="294">
                  <c:v>46216</c:v>
                </c:pt>
                <c:pt idx="295">
                  <c:v>46217</c:v>
                </c:pt>
                <c:pt idx="296">
                  <c:v>46218</c:v>
                </c:pt>
                <c:pt idx="297">
                  <c:v>46219</c:v>
                </c:pt>
                <c:pt idx="298">
                  <c:v>46220</c:v>
                </c:pt>
                <c:pt idx="299">
                  <c:v>46223</c:v>
                </c:pt>
                <c:pt idx="300">
                  <c:v>46224</c:v>
                </c:pt>
                <c:pt idx="301">
                  <c:v>46225</c:v>
                </c:pt>
                <c:pt idx="302">
                  <c:v>46226</c:v>
                </c:pt>
                <c:pt idx="303">
                  <c:v>46227</c:v>
                </c:pt>
                <c:pt idx="304">
                  <c:v>46230</c:v>
                </c:pt>
                <c:pt idx="305">
                  <c:v>46231</c:v>
                </c:pt>
                <c:pt idx="306">
                  <c:v>46232</c:v>
                </c:pt>
                <c:pt idx="307">
                  <c:v>46233</c:v>
                </c:pt>
                <c:pt idx="308">
                  <c:v>46234</c:v>
                </c:pt>
                <c:pt idx="309">
                  <c:v>46237</c:v>
                </c:pt>
                <c:pt idx="310">
                  <c:v>46238</c:v>
                </c:pt>
                <c:pt idx="311">
                  <c:v>46239</c:v>
                </c:pt>
                <c:pt idx="312">
                  <c:v>46240</c:v>
                </c:pt>
                <c:pt idx="313">
                  <c:v>46241</c:v>
                </c:pt>
                <c:pt idx="314">
                  <c:v>46244</c:v>
                </c:pt>
                <c:pt idx="315">
                  <c:v>46245</c:v>
                </c:pt>
                <c:pt idx="316">
                  <c:v>46246</c:v>
                </c:pt>
                <c:pt idx="317">
                  <c:v>46247</c:v>
                </c:pt>
                <c:pt idx="318">
                  <c:v>46248</c:v>
                </c:pt>
                <c:pt idx="319">
                  <c:v>46251</c:v>
                </c:pt>
                <c:pt idx="320">
                  <c:v>46252</c:v>
                </c:pt>
                <c:pt idx="321">
                  <c:v>46253</c:v>
                </c:pt>
                <c:pt idx="322">
                  <c:v>46254</c:v>
                </c:pt>
                <c:pt idx="323">
                  <c:v>46255</c:v>
                </c:pt>
                <c:pt idx="324">
                  <c:v>46258</c:v>
                </c:pt>
                <c:pt idx="325">
                  <c:v>46259</c:v>
                </c:pt>
                <c:pt idx="326">
                  <c:v>46260</c:v>
                </c:pt>
                <c:pt idx="327">
                  <c:v>46261</c:v>
                </c:pt>
                <c:pt idx="328">
                  <c:v>46024</c:v>
                </c:pt>
                <c:pt idx="329">
                  <c:v>46027</c:v>
                </c:pt>
                <c:pt idx="330">
                  <c:v>46028</c:v>
                </c:pt>
                <c:pt idx="331">
                  <c:v>46029</c:v>
                </c:pt>
                <c:pt idx="332">
                  <c:v>46030</c:v>
                </c:pt>
                <c:pt idx="333">
                  <c:v>46031</c:v>
                </c:pt>
                <c:pt idx="334">
                  <c:v>46034</c:v>
                </c:pt>
                <c:pt idx="335">
                  <c:v>46035</c:v>
                </c:pt>
                <c:pt idx="336">
                  <c:v>46036</c:v>
                </c:pt>
                <c:pt idx="337">
                  <c:v>46037</c:v>
                </c:pt>
                <c:pt idx="338">
                  <c:v>46038</c:v>
                </c:pt>
                <c:pt idx="339">
                  <c:v>46041</c:v>
                </c:pt>
                <c:pt idx="340">
                  <c:v>46042</c:v>
                </c:pt>
                <c:pt idx="341">
                  <c:v>46043</c:v>
                </c:pt>
                <c:pt idx="342">
                  <c:v>46044</c:v>
                </c:pt>
                <c:pt idx="343">
                  <c:v>46045</c:v>
                </c:pt>
                <c:pt idx="344">
                  <c:v>46048</c:v>
                </c:pt>
                <c:pt idx="345">
                  <c:v>46049</c:v>
                </c:pt>
                <c:pt idx="346">
                  <c:v>46050</c:v>
                </c:pt>
                <c:pt idx="347">
                  <c:v>46051</c:v>
                </c:pt>
                <c:pt idx="348">
                  <c:v>46052</c:v>
                </c:pt>
                <c:pt idx="349">
                  <c:v>46055</c:v>
                </c:pt>
                <c:pt idx="350">
                  <c:v>46056</c:v>
                </c:pt>
                <c:pt idx="351">
                  <c:v>46057</c:v>
                </c:pt>
                <c:pt idx="352">
                  <c:v>46058</c:v>
                </c:pt>
                <c:pt idx="353">
                  <c:v>46059</c:v>
                </c:pt>
                <c:pt idx="354">
                  <c:v>46062</c:v>
                </c:pt>
                <c:pt idx="355">
                  <c:v>46063</c:v>
                </c:pt>
                <c:pt idx="356">
                  <c:v>46064</c:v>
                </c:pt>
                <c:pt idx="357">
                  <c:v>46065</c:v>
                </c:pt>
                <c:pt idx="358">
                  <c:v>46066</c:v>
                </c:pt>
                <c:pt idx="359">
                  <c:v>46071</c:v>
                </c:pt>
                <c:pt idx="360">
                  <c:v>46072</c:v>
                </c:pt>
                <c:pt idx="361">
                  <c:v>46073</c:v>
                </c:pt>
                <c:pt idx="362">
                  <c:v>46076</c:v>
                </c:pt>
                <c:pt idx="363">
                  <c:v>46077</c:v>
                </c:pt>
                <c:pt idx="364">
                  <c:v>46078</c:v>
                </c:pt>
                <c:pt idx="365">
                  <c:v>46079</c:v>
                </c:pt>
                <c:pt idx="366">
                  <c:v>46080</c:v>
                </c:pt>
                <c:pt idx="367">
                  <c:v>46083</c:v>
                </c:pt>
                <c:pt idx="368">
                  <c:v>46084</c:v>
                </c:pt>
                <c:pt idx="369">
                  <c:v>46085</c:v>
                </c:pt>
                <c:pt idx="370">
                  <c:v>46086</c:v>
                </c:pt>
                <c:pt idx="371">
                  <c:v>46087</c:v>
                </c:pt>
                <c:pt idx="372">
                  <c:v>46090</c:v>
                </c:pt>
                <c:pt idx="373">
                  <c:v>46091</c:v>
                </c:pt>
                <c:pt idx="374">
                  <c:v>46092</c:v>
                </c:pt>
                <c:pt idx="375">
                  <c:v>46093</c:v>
                </c:pt>
                <c:pt idx="376">
                  <c:v>46094</c:v>
                </c:pt>
                <c:pt idx="377">
                  <c:v>46097</c:v>
                </c:pt>
                <c:pt idx="378">
                  <c:v>46098</c:v>
                </c:pt>
                <c:pt idx="379">
                  <c:v>46099</c:v>
                </c:pt>
                <c:pt idx="380">
                  <c:v>46100</c:v>
                </c:pt>
                <c:pt idx="381">
                  <c:v>46101</c:v>
                </c:pt>
                <c:pt idx="382">
                  <c:v>46104</c:v>
                </c:pt>
                <c:pt idx="383">
                  <c:v>46105</c:v>
                </c:pt>
                <c:pt idx="384">
                  <c:v>46106</c:v>
                </c:pt>
                <c:pt idx="385">
                  <c:v>46107</c:v>
                </c:pt>
                <c:pt idx="386">
                  <c:v>46108</c:v>
                </c:pt>
                <c:pt idx="387">
                  <c:v>46111</c:v>
                </c:pt>
                <c:pt idx="388">
                  <c:v>46112</c:v>
                </c:pt>
                <c:pt idx="389">
                  <c:v>46113</c:v>
                </c:pt>
                <c:pt idx="390">
                  <c:v>46114</c:v>
                </c:pt>
                <c:pt idx="391">
                  <c:v>46118</c:v>
                </c:pt>
                <c:pt idx="392">
                  <c:v>46119</c:v>
                </c:pt>
                <c:pt idx="393">
                  <c:v>46120</c:v>
                </c:pt>
                <c:pt idx="394">
                  <c:v>46121</c:v>
                </c:pt>
                <c:pt idx="395">
                  <c:v>46122</c:v>
                </c:pt>
                <c:pt idx="396">
                  <c:v>46125</c:v>
                </c:pt>
                <c:pt idx="397">
                  <c:v>46126</c:v>
                </c:pt>
                <c:pt idx="398">
                  <c:v>46127</c:v>
                </c:pt>
                <c:pt idx="399">
                  <c:v>46128</c:v>
                </c:pt>
                <c:pt idx="400">
                  <c:v>46129</c:v>
                </c:pt>
                <c:pt idx="401">
                  <c:v>46132</c:v>
                </c:pt>
                <c:pt idx="402">
                  <c:v>46134</c:v>
                </c:pt>
                <c:pt idx="403">
                  <c:v>46135</c:v>
                </c:pt>
                <c:pt idx="404">
                  <c:v>46136</c:v>
                </c:pt>
                <c:pt idx="405">
                  <c:v>46139</c:v>
                </c:pt>
                <c:pt idx="406">
                  <c:v>46140</c:v>
                </c:pt>
                <c:pt idx="407">
                  <c:v>46141</c:v>
                </c:pt>
                <c:pt idx="408">
                  <c:v>46142</c:v>
                </c:pt>
                <c:pt idx="409">
                  <c:v>46146</c:v>
                </c:pt>
                <c:pt idx="410">
                  <c:v>46147</c:v>
                </c:pt>
                <c:pt idx="411">
                  <c:v>46148</c:v>
                </c:pt>
                <c:pt idx="412">
                  <c:v>46149</c:v>
                </c:pt>
                <c:pt idx="413">
                  <c:v>46150</c:v>
                </c:pt>
                <c:pt idx="414">
                  <c:v>46153</c:v>
                </c:pt>
                <c:pt idx="415">
                  <c:v>46154</c:v>
                </c:pt>
                <c:pt idx="416">
                  <c:v>46155</c:v>
                </c:pt>
                <c:pt idx="417">
                  <c:v>46156</c:v>
                </c:pt>
                <c:pt idx="418">
                  <c:v>46157</c:v>
                </c:pt>
                <c:pt idx="419">
                  <c:v>46160</c:v>
                </c:pt>
                <c:pt idx="420">
                  <c:v>46161</c:v>
                </c:pt>
                <c:pt idx="421">
                  <c:v>46162</c:v>
                </c:pt>
                <c:pt idx="422">
                  <c:v>46163</c:v>
                </c:pt>
                <c:pt idx="423">
                  <c:v>46164</c:v>
                </c:pt>
                <c:pt idx="424">
                  <c:v>46167</c:v>
                </c:pt>
                <c:pt idx="425">
                  <c:v>46168</c:v>
                </c:pt>
                <c:pt idx="426">
                  <c:v>46169</c:v>
                </c:pt>
                <c:pt idx="427">
                  <c:v>46170</c:v>
                </c:pt>
                <c:pt idx="428">
                  <c:v>46171</c:v>
                </c:pt>
                <c:pt idx="429">
                  <c:v>46174</c:v>
                </c:pt>
                <c:pt idx="430">
                  <c:v>46175</c:v>
                </c:pt>
                <c:pt idx="431">
                  <c:v>46176</c:v>
                </c:pt>
                <c:pt idx="432">
                  <c:v>46178</c:v>
                </c:pt>
                <c:pt idx="433">
                  <c:v>46181</c:v>
                </c:pt>
                <c:pt idx="434">
                  <c:v>46182</c:v>
                </c:pt>
                <c:pt idx="435">
                  <c:v>46183</c:v>
                </c:pt>
                <c:pt idx="436">
                  <c:v>46184</c:v>
                </c:pt>
                <c:pt idx="437">
                  <c:v>46185</c:v>
                </c:pt>
                <c:pt idx="438">
                  <c:v>46188</c:v>
                </c:pt>
                <c:pt idx="439">
                  <c:v>46189</c:v>
                </c:pt>
                <c:pt idx="440">
                  <c:v>46190</c:v>
                </c:pt>
                <c:pt idx="441">
                  <c:v>46191</c:v>
                </c:pt>
                <c:pt idx="442">
                  <c:v>46192</c:v>
                </c:pt>
                <c:pt idx="443">
                  <c:v>46195</c:v>
                </c:pt>
                <c:pt idx="444">
                  <c:v>46196</c:v>
                </c:pt>
                <c:pt idx="445">
                  <c:v>46197</c:v>
                </c:pt>
                <c:pt idx="446">
                  <c:v>46198</c:v>
                </c:pt>
                <c:pt idx="447">
                  <c:v>46199</c:v>
                </c:pt>
                <c:pt idx="448">
                  <c:v>46202</c:v>
                </c:pt>
                <c:pt idx="449">
                  <c:v>46203</c:v>
                </c:pt>
                <c:pt idx="450">
                  <c:v>46204</c:v>
                </c:pt>
                <c:pt idx="451">
                  <c:v>46205</c:v>
                </c:pt>
                <c:pt idx="452">
                  <c:v>46206</c:v>
                </c:pt>
                <c:pt idx="453">
                  <c:v>46209</c:v>
                </c:pt>
                <c:pt idx="454">
                  <c:v>46210</c:v>
                </c:pt>
                <c:pt idx="455">
                  <c:v>46211</c:v>
                </c:pt>
                <c:pt idx="456">
                  <c:v>46212</c:v>
                </c:pt>
                <c:pt idx="457">
                  <c:v>46213</c:v>
                </c:pt>
                <c:pt idx="458">
                  <c:v>46216</c:v>
                </c:pt>
                <c:pt idx="459">
                  <c:v>46217</c:v>
                </c:pt>
                <c:pt idx="460">
                  <c:v>46218</c:v>
                </c:pt>
                <c:pt idx="461">
                  <c:v>46219</c:v>
                </c:pt>
                <c:pt idx="462">
                  <c:v>46220</c:v>
                </c:pt>
                <c:pt idx="463">
                  <c:v>46223</c:v>
                </c:pt>
                <c:pt idx="464">
                  <c:v>46224</c:v>
                </c:pt>
                <c:pt idx="465">
                  <c:v>46225</c:v>
                </c:pt>
                <c:pt idx="466">
                  <c:v>46226</c:v>
                </c:pt>
                <c:pt idx="467">
                  <c:v>46227</c:v>
                </c:pt>
                <c:pt idx="468">
                  <c:v>46230</c:v>
                </c:pt>
                <c:pt idx="469">
                  <c:v>46231</c:v>
                </c:pt>
                <c:pt idx="470">
                  <c:v>46232</c:v>
                </c:pt>
                <c:pt idx="471">
                  <c:v>46233</c:v>
                </c:pt>
                <c:pt idx="472">
                  <c:v>46234</c:v>
                </c:pt>
                <c:pt idx="473">
                  <c:v>46237</c:v>
                </c:pt>
                <c:pt idx="474">
                  <c:v>46238</c:v>
                </c:pt>
                <c:pt idx="475">
                  <c:v>46239</c:v>
                </c:pt>
                <c:pt idx="476">
                  <c:v>46240</c:v>
                </c:pt>
                <c:pt idx="477">
                  <c:v>46241</c:v>
                </c:pt>
                <c:pt idx="478">
                  <c:v>46244</c:v>
                </c:pt>
                <c:pt idx="479">
                  <c:v>46245</c:v>
                </c:pt>
                <c:pt idx="480">
                  <c:v>46246</c:v>
                </c:pt>
                <c:pt idx="481">
                  <c:v>46247</c:v>
                </c:pt>
                <c:pt idx="482">
                  <c:v>46248</c:v>
                </c:pt>
                <c:pt idx="483">
                  <c:v>46251</c:v>
                </c:pt>
                <c:pt idx="484">
                  <c:v>46252</c:v>
                </c:pt>
                <c:pt idx="485">
                  <c:v>46253</c:v>
                </c:pt>
                <c:pt idx="486">
                  <c:v>46254</c:v>
                </c:pt>
                <c:pt idx="487">
                  <c:v>46255</c:v>
                </c:pt>
                <c:pt idx="488">
                  <c:v>46258</c:v>
                </c:pt>
                <c:pt idx="489">
                  <c:v>46259</c:v>
                </c:pt>
                <c:pt idx="490">
                  <c:v>46260</c:v>
                </c:pt>
                <c:pt idx="491">
                  <c:v>46261</c:v>
                </c:pt>
                <c:pt idx="492">
                  <c:v>46024</c:v>
                </c:pt>
                <c:pt idx="493">
                  <c:v>46027</c:v>
                </c:pt>
                <c:pt idx="494">
                  <c:v>46028</c:v>
                </c:pt>
                <c:pt idx="495">
                  <c:v>46029</c:v>
                </c:pt>
                <c:pt idx="496">
                  <c:v>46030</c:v>
                </c:pt>
                <c:pt idx="497">
                  <c:v>46031</c:v>
                </c:pt>
                <c:pt idx="498">
                  <c:v>46034</c:v>
                </c:pt>
                <c:pt idx="499">
                  <c:v>46035</c:v>
                </c:pt>
                <c:pt idx="500">
                  <c:v>46036</c:v>
                </c:pt>
                <c:pt idx="501">
                  <c:v>46037</c:v>
                </c:pt>
                <c:pt idx="502">
                  <c:v>46038</c:v>
                </c:pt>
                <c:pt idx="503">
                  <c:v>46041</c:v>
                </c:pt>
                <c:pt idx="504">
                  <c:v>46042</c:v>
                </c:pt>
                <c:pt idx="505">
                  <c:v>46043</c:v>
                </c:pt>
                <c:pt idx="506">
                  <c:v>46044</c:v>
                </c:pt>
                <c:pt idx="507">
                  <c:v>46045</c:v>
                </c:pt>
                <c:pt idx="508">
                  <c:v>46048</c:v>
                </c:pt>
                <c:pt idx="509">
                  <c:v>46049</c:v>
                </c:pt>
                <c:pt idx="510">
                  <c:v>46050</c:v>
                </c:pt>
                <c:pt idx="511">
                  <c:v>46051</c:v>
                </c:pt>
                <c:pt idx="512">
                  <c:v>46052</c:v>
                </c:pt>
                <c:pt idx="513">
                  <c:v>46055</c:v>
                </c:pt>
                <c:pt idx="514">
                  <c:v>46056</c:v>
                </c:pt>
                <c:pt idx="515">
                  <c:v>46057</c:v>
                </c:pt>
                <c:pt idx="516">
                  <c:v>46058</c:v>
                </c:pt>
                <c:pt idx="517">
                  <c:v>46059</c:v>
                </c:pt>
                <c:pt idx="518">
                  <c:v>46062</c:v>
                </c:pt>
                <c:pt idx="519">
                  <c:v>46063</c:v>
                </c:pt>
                <c:pt idx="520">
                  <c:v>46064</c:v>
                </c:pt>
                <c:pt idx="521">
                  <c:v>46065</c:v>
                </c:pt>
                <c:pt idx="522">
                  <c:v>46066</c:v>
                </c:pt>
                <c:pt idx="523">
                  <c:v>46071</c:v>
                </c:pt>
                <c:pt idx="524">
                  <c:v>46072</c:v>
                </c:pt>
                <c:pt idx="525">
                  <c:v>46073</c:v>
                </c:pt>
                <c:pt idx="526">
                  <c:v>46076</c:v>
                </c:pt>
                <c:pt idx="527">
                  <c:v>46077</c:v>
                </c:pt>
                <c:pt idx="528">
                  <c:v>46078</c:v>
                </c:pt>
                <c:pt idx="529">
                  <c:v>46079</c:v>
                </c:pt>
                <c:pt idx="530">
                  <c:v>46080</c:v>
                </c:pt>
                <c:pt idx="531">
                  <c:v>46083</c:v>
                </c:pt>
                <c:pt idx="532">
                  <c:v>46084</c:v>
                </c:pt>
                <c:pt idx="533">
                  <c:v>46085</c:v>
                </c:pt>
                <c:pt idx="534">
                  <c:v>46086</c:v>
                </c:pt>
                <c:pt idx="535">
                  <c:v>46087</c:v>
                </c:pt>
                <c:pt idx="536">
                  <c:v>46090</c:v>
                </c:pt>
                <c:pt idx="537">
                  <c:v>46091</c:v>
                </c:pt>
                <c:pt idx="538">
                  <c:v>46092</c:v>
                </c:pt>
                <c:pt idx="539">
                  <c:v>46093</c:v>
                </c:pt>
                <c:pt idx="540">
                  <c:v>46094</c:v>
                </c:pt>
                <c:pt idx="541">
                  <c:v>46097</c:v>
                </c:pt>
                <c:pt idx="542">
                  <c:v>46098</c:v>
                </c:pt>
                <c:pt idx="543">
                  <c:v>46099</c:v>
                </c:pt>
                <c:pt idx="544">
                  <c:v>46100</c:v>
                </c:pt>
                <c:pt idx="545">
                  <c:v>46101</c:v>
                </c:pt>
                <c:pt idx="546">
                  <c:v>46104</c:v>
                </c:pt>
                <c:pt idx="547">
                  <c:v>46105</c:v>
                </c:pt>
                <c:pt idx="548">
                  <c:v>46106</c:v>
                </c:pt>
                <c:pt idx="549">
                  <c:v>46107</c:v>
                </c:pt>
                <c:pt idx="550">
                  <c:v>46108</c:v>
                </c:pt>
                <c:pt idx="551">
                  <c:v>46111</c:v>
                </c:pt>
                <c:pt idx="552">
                  <c:v>46112</c:v>
                </c:pt>
                <c:pt idx="553">
                  <c:v>46113</c:v>
                </c:pt>
                <c:pt idx="554">
                  <c:v>46114</c:v>
                </c:pt>
                <c:pt idx="555">
                  <c:v>46118</c:v>
                </c:pt>
                <c:pt idx="556">
                  <c:v>46119</c:v>
                </c:pt>
                <c:pt idx="557">
                  <c:v>46120</c:v>
                </c:pt>
                <c:pt idx="558">
                  <c:v>46121</c:v>
                </c:pt>
                <c:pt idx="559">
                  <c:v>46122</c:v>
                </c:pt>
                <c:pt idx="560">
                  <c:v>46125</c:v>
                </c:pt>
                <c:pt idx="561">
                  <c:v>46126</c:v>
                </c:pt>
                <c:pt idx="562">
                  <c:v>46127</c:v>
                </c:pt>
                <c:pt idx="563">
                  <c:v>46128</c:v>
                </c:pt>
                <c:pt idx="564">
                  <c:v>46129</c:v>
                </c:pt>
                <c:pt idx="565">
                  <c:v>46132</c:v>
                </c:pt>
                <c:pt idx="566">
                  <c:v>46134</c:v>
                </c:pt>
                <c:pt idx="567">
                  <c:v>46135</c:v>
                </c:pt>
                <c:pt idx="568">
                  <c:v>46136</c:v>
                </c:pt>
                <c:pt idx="569">
                  <c:v>46139</c:v>
                </c:pt>
                <c:pt idx="570">
                  <c:v>46140</c:v>
                </c:pt>
                <c:pt idx="571">
                  <c:v>46141</c:v>
                </c:pt>
                <c:pt idx="572">
                  <c:v>46142</c:v>
                </c:pt>
                <c:pt idx="573">
                  <c:v>46146</c:v>
                </c:pt>
                <c:pt idx="574">
                  <c:v>46147</c:v>
                </c:pt>
                <c:pt idx="575">
                  <c:v>46148</c:v>
                </c:pt>
                <c:pt idx="576">
                  <c:v>46149</c:v>
                </c:pt>
                <c:pt idx="577">
                  <c:v>46150</c:v>
                </c:pt>
                <c:pt idx="578">
                  <c:v>46153</c:v>
                </c:pt>
                <c:pt idx="579">
                  <c:v>46154</c:v>
                </c:pt>
                <c:pt idx="580">
                  <c:v>46155</c:v>
                </c:pt>
                <c:pt idx="581">
                  <c:v>46156</c:v>
                </c:pt>
                <c:pt idx="582">
                  <c:v>46157</c:v>
                </c:pt>
                <c:pt idx="583">
                  <c:v>46160</c:v>
                </c:pt>
                <c:pt idx="584">
                  <c:v>46161</c:v>
                </c:pt>
                <c:pt idx="585">
                  <c:v>46162</c:v>
                </c:pt>
                <c:pt idx="586">
                  <c:v>46163</c:v>
                </c:pt>
                <c:pt idx="587">
                  <c:v>46164</c:v>
                </c:pt>
                <c:pt idx="588">
                  <c:v>46167</c:v>
                </c:pt>
                <c:pt idx="589">
                  <c:v>46168</c:v>
                </c:pt>
                <c:pt idx="590">
                  <c:v>46169</c:v>
                </c:pt>
                <c:pt idx="591">
                  <c:v>46170</c:v>
                </c:pt>
                <c:pt idx="592">
                  <c:v>46171</c:v>
                </c:pt>
                <c:pt idx="593">
                  <c:v>46174</c:v>
                </c:pt>
                <c:pt idx="594">
                  <c:v>46175</c:v>
                </c:pt>
                <c:pt idx="595">
                  <c:v>46176</c:v>
                </c:pt>
                <c:pt idx="596">
                  <c:v>46178</c:v>
                </c:pt>
                <c:pt idx="597">
                  <c:v>46181</c:v>
                </c:pt>
                <c:pt idx="598">
                  <c:v>46182</c:v>
                </c:pt>
                <c:pt idx="599">
                  <c:v>46183</c:v>
                </c:pt>
                <c:pt idx="600">
                  <c:v>46184</c:v>
                </c:pt>
                <c:pt idx="601">
                  <c:v>46185</c:v>
                </c:pt>
                <c:pt idx="602">
                  <c:v>46188</c:v>
                </c:pt>
                <c:pt idx="603">
                  <c:v>46189</c:v>
                </c:pt>
                <c:pt idx="604">
                  <c:v>46190</c:v>
                </c:pt>
                <c:pt idx="605">
                  <c:v>46191</c:v>
                </c:pt>
                <c:pt idx="606">
                  <c:v>46192</c:v>
                </c:pt>
                <c:pt idx="607">
                  <c:v>46195</c:v>
                </c:pt>
                <c:pt idx="608">
                  <c:v>46196</c:v>
                </c:pt>
                <c:pt idx="609">
                  <c:v>46197</c:v>
                </c:pt>
                <c:pt idx="610">
                  <c:v>46198</c:v>
                </c:pt>
                <c:pt idx="611">
                  <c:v>46199</c:v>
                </c:pt>
                <c:pt idx="612">
                  <c:v>46202</c:v>
                </c:pt>
                <c:pt idx="613">
                  <c:v>46203</c:v>
                </c:pt>
                <c:pt idx="614">
                  <c:v>46204</c:v>
                </c:pt>
                <c:pt idx="615">
                  <c:v>46205</c:v>
                </c:pt>
                <c:pt idx="616">
                  <c:v>46206</c:v>
                </c:pt>
                <c:pt idx="617">
                  <c:v>46209</c:v>
                </c:pt>
                <c:pt idx="618">
                  <c:v>46210</c:v>
                </c:pt>
                <c:pt idx="619">
                  <c:v>46211</c:v>
                </c:pt>
                <c:pt idx="620">
                  <c:v>46212</c:v>
                </c:pt>
                <c:pt idx="621">
                  <c:v>46213</c:v>
                </c:pt>
                <c:pt idx="622">
                  <c:v>46216</c:v>
                </c:pt>
                <c:pt idx="623">
                  <c:v>46217</c:v>
                </c:pt>
                <c:pt idx="624">
                  <c:v>46218</c:v>
                </c:pt>
                <c:pt idx="625">
                  <c:v>46219</c:v>
                </c:pt>
                <c:pt idx="626">
                  <c:v>46220</c:v>
                </c:pt>
                <c:pt idx="627">
                  <c:v>46223</c:v>
                </c:pt>
                <c:pt idx="628">
                  <c:v>46224</c:v>
                </c:pt>
                <c:pt idx="629">
                  <c:v>46225</c:v>
                </c:pt>
                <c:pt idx="630">
                  <c:v>46226</c:v>
                </c:pt>
                <c:pt idx="631">
                  <c:v>46227</c:v>
                </c:pt>
                <c:pt idx="632">
                  <c:v>46230</c:v>
                </c:pt>
                <c:pt idx="633">
                  <c:v>46231</c:v>
                </c:pt>
                <c:pt idx="634">
                  <c:v>46232</c:v>
                </c:pt>
                <c:pt idx="635">
                  <c:v>46233</c:v>
                </c:pt>
                <c:pt idx="636">
                  <c:v>46234</c:v>
                </c:pt>
                <c:pt idx="637">
                  <c:v>46237</c:v>
                </c:pt>
                <c:pt idx="638">
                  <c:v>46238</c:v>
                </c:pt>
                <c:pt idx="639">
                  <c:v>46239</c:v>
                </c:pt>
                <c:pt idx="640">
                  <c:v>46240</c:v>
                </c:pt>
                <c:pt idx="641">
                  <c:v>46241</c:v>
                </c:pt>
                <c:pt idx="642">
                  <c:v>46244</c:v>
                </c:pt>
                <c:pt idx="643">
                  <c:v>46245</c:v>
                </c:pt>
                <c:pt idx="644">
                  <c:v>46246</c:v>
                </c:pt>
                <c:pt idx="645">
                  <c:v>46247</c:v>
                </c:pt>
                <c:pt idx="646">
                  <c:v>46248</c:v>
                </c:pt>
                <c:pt idx="647">
                  <c:v>46251</c:v>
                </c:pt>
                <c:pt idx="648">
                  <c:v>46252</c:v>
                </c:pt>
                <c:pt idx="649">
                  <c:v>46253</c:v>
                </c:pt>
                <c:pt idx="650">
                  <c:v>46254</c:v>
                </c:pt>
                <c:pt idx="651">
                  <c:v>46255</c:v>
                </c:pt>
                <c:pt idx="652">
                  <c:v>46258</c:v>
                </c:pt>
                <c:pt idx="653">
                  <c:v>46259</c:v>
                </c:pt>
                <c:pt idx="654">
                  <c:v>46260</c:v>
                </c:pt>
                <c:pt idx="655">
                  <c:v>46261</c:v>
                </c:pt>
              </c:numCache>
            </c:numRef>
          </c:cat>
          <c:val>
            <c:numRef>
              <c:f>Foreign!$E$3:$E$658</c:f>
              <c:numCache>
                <c:formatCode>0.00</c:formatCode>
                <c:ptCount val="656"/>
                <c:pt idx="0">
                  <c:v>-9.0058971572613403E-2</c:v>
                </c:pt>
                <c:pt idx="1">
                  <c:v>-6.7556933869109798E-2</c:v>
                </c:pt>
                <c:pt idx="2">
                  <c:v>-6.4194337616244296E-2</c:v>
                </c:pt>
                <c:pt idx="3">
                  <c:v>-1.69423914618917E-2</c:v>
                </c:pt>
                <c:pt idx="4">
                  <c:v>2.2407766608005001E-3</c:v>
                </c:pt>
                <c:pt idx="5">
                  <c:v>1.51512195658688E-2</c:v>
                </c:pt>
                <c:pt idx="6">
                  <c:v>5.4219158781410098E-3</c:v>
                </c:pt>
                <c:pt idx="7">
                  <c:v>-1.61466275184961E-2</c:v>
                </c:pt>
                <c:pt idx="8">
                  <c:v>-8.9915437255373293E-3</c:v>
                </c:pt>
                <c:pt idx="9">
                  <c:v>1.1809321998281499E-3</c:v>
                </c:pt>
                <c:pt idx="10">
                  <c:v>7.1528568358783197E-3</c:v>
                </c:pt>
                <c:pt idx="11">
                  <c:v>1.31313703350802E-3</c:v>
                </c:pt>
                <c:pt idx="12">
                  <c:v>2.9493816829747301E-2</c:v>
                </c:pt>
                <c:pt idx="13">
                  <c:v>4.0596664742438102E-2</c:v>
                </c:pt>
                <c:pt idx="14">
                  <c:v>6.1908183006445398E-2</c:v>
                </c:pt>
                <c:pt idx="15">
                  <c:v>3.6110735032648201E-4</c:v>
                </c:pt>
                <c:pt idx="16">
                  <c:v>8.4421427805041596E-2</c:v>
                </c:pt>
                <c:pt idx="17">
                  <c:v>9.4346978785859598E-2</c:v>
                </c:pt>
                <c:pt idx="18">
                  <c:v>0.11979125548003799</c:v>
                </c:pt>
                <c:pt idx="19">
                  <c:v>0.158934198510642</c:v>
                </c:pt>
                <c:pt idx="20">
                  <c:v>0.17498885514212201</c:v>
                </c:pt>
                <c:pt idx="21">
                  <c:v>0.19506251335230201</c:v>
                </c:pt>
                <c:pt idx="22">
                  <c:v>0.212452007531228</c:v>
                </c:pt>
                <c:pt idx="23">
                  <c:v>0.24693704122229901</c:v>
                </c:pt>
                <c:pt idx="24">
                  <c:v>0.25977698219696299</c:v>
                </c:pt>
                <c:pt idx="25">
                  <c:v>0.34672030533627601</c:v>
                </c:pt>
                <c:pt idx="26">
                  <c:v>0.37438953469119302</c:v>
                </c:pt>
                <c:pt idx="27">
                  <c:v>0.40924584422670601</c:v>
                </c:pt>
                <c:pt idx="28">
                  <c:v>0.43888786153970999</c:v>
                </c:pt>
                <c:pt idx="29">
                  <c:v>0.43621464509156299</c:v>
                </c:pt>
                <c:pt idx="30">
                  <c:v>0.404303472011734</c:v>
                </c:pt>
                <c:pt idx="31">
                  <c:v>0.43750799438200899</c:v>
                </c:pt>
                <c:pt idx="32">
                  <c:v>0.37290354128403502</c:v>
                </c:pt>
                <c:pt idx="33">
                  <c:v>0.35157704735281198</c:v>
                </c:pt>
                <c:pt idx="34">
                  <c:v>0.41046733222759602</c:v>
                </c:pt>
                <c:pt idx="35">
                  <c:v>0.53541597472645697</c:v>
                </c:pt>
                <c:pt idx="36">
                  <c:v>0.52025247750185799</c:v>
                </c:pt>
                <c:pt idx="37">
                  <c:v>0.58651244765209198</c:v>
                </c:pt>
                <c:pt idx="38">
                  <c:v>0.54392980352579201</c:v>
                </c:pt>
                <c:pt idx="39">
                  <c:v>0.56750413210739703</c:v>
                </c:pt>
                <c:pt idx="40">
                  <c:v>0.51133480914547702</c:v>
                </c:pt>
                <c:pt idx="41">
                  <c:v>0.51620061080506396</c:v>
                </c:pt>
                <c:pt idx="42">
                  <c:v>0.45407412630983901</c:v>
                </c:pt>
                <c:pt idx="43">
                  <c:v>0.39967504369249301</c:v>
                </c:pt>
                <c:pt idx="44">
                  <c:v>0.35803776262180798</c:v>
                </c:pt>
                <c:pt idx="45">
                  <c:v>0.36160219111197001</c:v>
                </c:pt>
                <c:pt idx="46">
                  <c:v>0.21382932727767401</c:v>
                </c:pt>
                <c:pt idx="47">
                  <c:v>0.14303989981391399</c:v>
                </c:pt>
                <c:pt idx="48">
                  <c:v>0.15161836210861299</c:v>
                </c:pt>
                <c:pt idx="49">
                  <c:v>0.12954960282485001</c:v>
                </c:pt>
                <c:pt idx="50">
                  <c:v>5.5474501766713799E-2</c:v>
                </c:pt>
                <c:pt idx="51">
                  <c:v>6.9485597069319602E-2</c:v>
                </c:pt>
                <c:pt idx="52">
                  <c:v>0.10696040692737201</c:v>
                </c:pt>
                <c:pt idx="53">
                  <c:v>5.8360599376319697E-2</c:v>
                </c:pt>
                <c:pt idx="54">
                  <c:v>3.1184020636481801E-2</c:v>
                </c:pt>
                <c:pt idx="55">
                  <c:v>-9.1546840260693998E-3</c:v>
                </c:pt>
                <c:pt idx="56">
                  <c:v>-3.7956732902576402E-2</c:v>
                </c:pt>
                <c:pt idx="57">
                  <c:v>-1.6055684018376998E-2</c:v>
                </c:pt>
                <c:pt idx="58">
                  <c:v>1.01859580990889E-2</c:v>
                </c:pt>
                <c:pt idx="59">
                  <c:v>6.5246402690376099E-2</c:v>
                </c:pt>
                <c:pt idx="60">
                  <c:v>8.1256543010289894E-2</c:v>
                </c:pt>
                <c:pt idx="61">
                  <c:v>5.5961431880726699E-2</c:v>
                </c:pt>
                <c:pt idx="62">
                  <c:v>4.2902574224622E-2</c:v>
                </c:pt>
                <c:pt idx="63">
                  <c:v>-8.7147479919043105E-3</c:v>
                </c:pt>
                <c:pt idx="64">
                  <c:v>6.9033149851565806E-2</c:v>
                </c:pt>
                <c:pt idx="65">
                  <c:v>0.158962443509296</c:v>
                </c:pt>
                <c:pt idx="66">
                  <c:v>0.23169951181885201</c:v>
                </c:pt>
                <c:pt idx="67">
                  <c:v>0.206304409720104</c:v>
                </c:pt>
                <c:pt idx="68">
                  <c:v>0.25973121368587099</c:v>
                </c:pt>
                <c:pt idx="69">
                  <c:v>0.316943784964551</c:v>
                </c:pt>
                <c:pt idx="70">
                  <c:v>0.34196376032099601</c:v>
                </c:pt>
                <c:pt idx="71">
                  <c:v>0.320401914124813</c:v>
                </c:pt>
                <c:pt idx="72">
                  <c:v>0.33301569247718499</c:v>
                </c:pt>
                <c:pt idx="73">
                  <c:v>0.34759456591009702</c:v>
                </c:pt>
                <c:pt idx="74">
                  <c:v>0.29607873249983202</c:v>
                </c:pt>
                <c:pt idx="75">
                  <c:v>0.28548360183751498</c:v>
                </c:pt>
                <c:pt idx="76">
                  <c:v>0.24790000494035599</c:v>
                </c:pt>
                <c:pt idx="77">
                  <c:v>0.24033375886069899</c:v>
                </c:pt>
                <c:pt idx="78">
                  <c:v>0.16352393321328601</c:v>
                </c:pt>
                <c:pt idx="79">
                  <c:v>0.105696701449343</c:v>
                </c:pt>
                <c:pt idx="80">
                  <c:v>1.6167819564659701E-3</c:v>
                </c:pt>
                <c:pt idx="81">
                  <c:v>-2.2793066935780301E-3</c:v>
                </c:pt>
                <c:pt idx="82">
                  <c:v>-0.15057168612895</c:v>
                </c:pt>
                <c:pt idx="83">
                  <c:v>-0.187258010709909</c:v>
                </c:pt>
                <c:pt idx="84">
                  <c:v>-0.202038077440342</c:v>
                </c:pt>
                <c:pt idx="85">
                  <c:v>-0.25545303775436701</c:v>
                </c:pt>
                <c:pt idx="86">
                  <c:v>-0.39057874581053798</c:v>
                </c:pt>
                <c:pt idx="87">
                  <c:v>-0.47223523278962498</c:v>
                </c:pt>
                <c:pt idx="88">
                  <c:v>-0.56652703369817203</c:v>
                </c:pt>
                <c:pt idx="89">
                  <c:v>-0.74217120800657199</c:v>
                </c:pt>
                <c:pt idx="90">
                  <c:v>-0.85075523313133405</c:v>
                </c:pt>
                <c:pt idx="91">
                  <c:v>-0.91714675521250999</c:v>
                </c:pt>
                <c:pt idx="92">
                  <c:v>-0.98945574267800596</c:v>
                </c:pt>
                <c:pt idx="93">
                  <c:v>-1.0155854187123301</c:v>
                </c:pt>
                <c:pt idx="94">
                  <c:v>-1.1026169198144999</c:v>
                </c:pt>
                <c:pt idx="95">
                  <c:v>-1.13504439242136</c:v>
                </c:pt>
                <c:pt idx="96">
                  <c:v>-1.1766460255667299</c:v>
                </c:pt>
                <c:pt idx="97">
                  <c:v>-1.20328002723547</c:v>
                </c:pt>
                <c:pt idx="98">
                  <c:v>-1.2404981104150801</c:v>
                </c:pt>
                <c:pt idx="99">
                  <c:v>-1.2372930635030499</c:v>
                </c:pt>
                <c:pt idx="100">
                  <c:v>-1.2440653716871599</c:v>
                </c:pt>
                <c:pt idx="101">
                  <c:v>-1.2387793183868301</c:v>
                </c:pt>
                <c:pt idx="102">
                  <c:v>-1.2502043184135601</c:v>
                </c:pt>
                <c:pt idx="103">
                  <c:v>-1.2196408834903401</c:v>
                </c:pt>
                <c:pt idx="104">
                  <c:v>-1.1444644014629199</c:v>
                </c:pt>
                <c:pt idx="105">
                  <c:v>-1.12145345172704</c:v>
                </c:pt>
                <c:pt idx="106">
                  <c:v>-1.1733783491362999</c:v>
                </c:pt>
                <c:pt idx="107">
                  <c:v>-1.1754375161183801</c:v>
                </c:pt>
                <c:pt idx="108">
                  <c:v>-1.2731750432345399</c:v>
                </c:pt>
                <c:pt idx="109">
                  <c:v>-1.29443792382547</c:v>
                </c:pt>
                <c:pt idx="110">
                  <c:v>-1.27316922642233</c:v>
                </c:pt>
                <c:pt idx="111">
                  <c:v>-1.33649741845422</c:v>
                </c:pt>
                <c:pt idx="112">
                  <c:v>-1.3033080042551199</c:v>
                </c:pt>
                <c:pt idx="113">
                  <c:v>-1.3239847902324</c:v>
                </c:pt>
                <c:pt idx="114">
                  <c:v>-1.2859811727509101</c:v>
                </c:pt>
                <c:pt idx="115">
                  <c:v>-1.49525536302006</c:v>
                </c:pt>
                <c:pt idx="116">
                  <c:v>-1.5579353309678401</c:v>
                </c:pt>
                <c:pt idx="117">
                  <c:v>-1.6068881955774601</c:v>
                </c:pt>
                <c:pt idx="118">
                  <c:v>-1.62712291845523</c:v>
                </c:pt>
                <c:pt idx="119">
                  <c:v>-1.67268415085853</c:v>
                </c:pt>
                <c:pt idx="120">
                  <c:v>-1.6527666776318699</c:v>
                </c:pt>
                <c:pt idx="121">
                  <c:v>-1.6325129461499099</c:v>
                </c:pt>
                <c:pt idx="122">
                  <c:v>-1.63363034936469</c:v>
                </c:pt>
                <c:pt idx="123">
                  <c:v>-1.62237267663636</c:v>
                </c:pt>
                <c:pt idx="124">
                  <c:v>-1.6017944555979999</c:v>
                </c:pt>
                <c:pt idx="125">
                  <c:v>-1.5992684024067001</c:v>
                </c:pt>
                <c:pt idx="126">
                  <c:v>-1.59409084212357</c:v>
                </c:pt>
                <c:pt idx="127">
                  <c:v>-1.59663565739785</c:v>
                </c:pt>
                <c:pt idx="128">
                  <c:v>-1.5984729847425501</c:v>
                </c:pt>
                <c:pt idx="129">
                  <c:v>-1.58450523517973</c:v>
                </c:pt>
                <c:pt idx="130">
                  <c:v>-1.64416092222854</c:v>
                </c:pt>
                <c:pt idx="131">
                  <c:v>-1.6293248029976799</c:v>
                </c:pt>
                <c:pt idx="132">
                  <c:v>-1.6555684144547</c:v>
                </c:pt>
                <c:pt idx="133">
                  <c:v>-1.6471022098133601</c:v>
                </c:pt>
                <c:pt idx="134">
                  <c:v>-1.6688124650202001</c:v>
                </c:pt>
                <c:pt idx="135">
                  <c:v>-1.6744838940592499</c:v>
                </c:pt>
                <c:pt idx="136">
                  <c:v>-1.7256880007664801</c:v>
                </c:pt>
                <c:pt idx="137">
                  <c:v>-1.7147184658771599</c:v>
                </c:pt>
                <c:pt idx="138">
                  <c:v>-1.7762637472834499</c:v>
                </c:pt>
                <c:pt idx="139">
                  <c:v>-1.81476300687506</c:v>
                </c:pt>
                <c:pt idx="140">
                  <c:v>-1.82735407533581</c:v>
                </c:pt>
                <c:pt idx="141">
                  <c:v>-1.8900045657717599</c:v>
                </c:pt>
                <c:pt idx="142">
                  <c:v>-1.93016593980491</c:v>
                </c:pt>
                <c:pt idx="143">
                  <c:v>-1.8923400266936099</c:v>
                </c:pt>
                <c:pt idx="144">
                  <c:v>-1.8753060280467599</c:v>
                </c:pt>
                <c:pt idx="145">
                  <c:v>-1.80373331263762</c:v>
                </c:pt>
                <c:pt idx="146">
                  <c:v>-1.8899582119225</c:v>
                </c:pt>
                <c:pt idx="147">
                  <c:v>-1.86371803243051</c:v>
                </c:pt>
                <c:pt idx="148">
                  <c:v>-1.9685338175779901</c:v>
                </c:pt>
                <c:pt idx="149">
                  <c:v>-2.0448255028593199</c:v>
                </c:pt>
                <c:pt idx="150">
                  <c:v>-2.0884951080175198</c:v>
                </c:pt>
                <c:pt idx="151">
                  <c:v>-2.1503710233326201</c:v>
                </c:pt>
                <c:pt idx="152">
                  <c:v>-2.13035736147358</c:v>
                </c:pt>
                <c:pt idx="153">
                  <c:v>-2.0959472943549899</c:v>
                </c:pt>
                <c:pt idx="154">
                  <c:v>-2.1191464684855101</c:v>
                </c:pt>
                <c:pt idx="155">
                  <c:v>-2.0562767880541202</c:v>
                </c:pt>
                <c:pt idx="156">
                  <c:v>-2.1013679314132498</c:v>
                </c:pt>
                <c:pt idx="157">
                  <c:v>-2.11273620021319</c:v>
                </c:pt>
                <c:pt idx="158">
                  <c:v>-2.11942954403741</c:v>
                </c:pt>
                <c:pt idx="159">
                  <c:v>-2.0431005163045102</c:v>
                </c:pt>
                <c:pt idx="160">
                  <c:v>-2.0609744362034501</c:v>
                </c:pt>
                <c:pt idx="161">
                  <c:v>-2.0648676568686</c:v>
                </c:pt>
                <c:pt idx="162">
                  <c:v>-2.0679730390230699</c:v>
                </c:pt>
                <c:pt idx="163">
                  <c:v>-2.0679730390230699</c:v>
                </c:pt>
                <c:pt idx="164">
                  <c:v>-9.0058971572613403E-2</c:v>
                </c:pt>
                <c:pt idx="165">
                  <c:v>-6.7556933869109798E-2</c:v>
                </c:pt>
                <c:pt idx="166">
                  <c:v>-6.4194337616244296E-2</c:v>
                </c:pt>
                <c:pt idx="167">
                  <c:v>-1.69423914618917E-2</c:v>
                </c:pt>
                <c:pt idx="168">
                  <c:v>2.2407766608005001E-3</c:v>
                </c:pt>
                <c:pt idx="169">
                  <c:v>1.51512195658688E-2</c:v>
                </c:pt>
                <c:pt idx="170">
                  <c:v>5.4219158781410098E-3</c:v>
                </c:pt>
                <c:pt idx="171">
                  <c:v>-1.61466275184961E-2</c:v>
                </c:pt>
                <c:pt idx="172">
                  <c:v>-8.9915437255373293E-3</c:v>
                </c:pt>
                <c:pt idx="173">
                  <c:v>1.1809321998281499E-3</c:v>
                </c:pt>
                <c:pt idx="174">
                  <c:v>7.1528568358783197E-3</c:v>
                </c:pt>
                <c:pt idx="175">
                  <c:v>1.31313703350802E-3</c:v>
                </c:pt>
                <c:pt idx="176">
                  <c:v>2.9493816829747301E-2</c:v>
                </c:pt>
                <c:pt idx="177">
                  <c:v>4.0596664742438102E-2</c:v>
                </c:pt>
                <c:pt idx="178">
                  <c:v>6.1908183006445398E-2</c:v>
                </c:pt>
                <c:pt idx="179">
                  <c:v>3.6110735032648201E-4</c:v>
                </c:pt>
                <c:pt idx="180">
                  <c:v>8.4421427805041596E-2</c:v>
                </c:pt>
                <c:pt idx="181">
                  <c:v>9.4346978785859598E-2</c:v>
                </c:pt>
                <c:pt idx="182">
                  <c:v>0.11979125548003799</c:v>
                </c:pt>
                <c:pt idx="183">
                  <c:v>0.158934198510642</c:v>
                </c:pt>
                <c:pt idx="184">
                  <c:v>0.17498885514212201</c:v>
                </c:pt>
                <c:pt idx="185">
                  <c:v>0.19506251335230201</c:v>
                </c:pt>
                <c:pt idx="186">
                  <c:v>0.212452007531228</c:v>
                </c:pt>
                <c:pt idx="187">
                  <c:v>0.24693704122229901</c:v>
                </c:pt>
                <c:pt idx="188">
                  <c:v>0.25977698219696299</c:v>
                </c:pt>
                <c:pt idx="189">
                  <c:v>0.34672030533627601</c:v>
                </c:pt>
                <c:pt idx="190">
                  <c:v>0.37438953469119302</c:v>
                </c:pt>
                <c:pt idx="191">
                  <c:v>0.40924584422670601</c:v>
                </c:pt>
                <c:pt idx="192">
                  <c:v>0.43888786153970999</c:v>
                </c:pt>
                <c:pt idx="193">
                  <c:v>0.43621464509156299</c:v>
                </c:pt>
                <c:pt idx="194">
                  <c:v>0.404303472011734</c:v>
                </c:pt>
                <c:pt idx="195">
                  <c:v>0.43750799438200899</c:v>
                </c:pt>
                <c:pt idx="196">
                  <c:v>0.37290354128403502</c:v>
                </c:pt>
                <c:pt idx="197">
                  <c:v>0.35157704735281198</c:v>
                </c:pt>
                <c:pt idx="198">
                  <c:v>0.41046733222759602</c:v>
                </c:pt>
                <c:pt idx="199">
                  <c:v>0.53541597472645697</c:v>
                </c:pt>
                <c:pt idx="200">
                  <c:v>0.52025247750185799</c:v>
                </c:pt>
                <c:pt idx="201">
                  <c:v>0.58651244765209198</c:v>
                </c:pt>
                <c:pt idx="202">
                  <c:v>0.54392980352579201</c:v>
                </c:pt>
                <c:pt idx="203">
                  <c:v>0.56750413210739703</c:v>
                </c:pt>
                <c:pt idx="204">
                  <c:v>0.51133480914547702</c:v>
                </c:pt>
                <c:pt idx="205">
                  <c:v>0.51620061080506396</c:v>
                </c:pt>
                <c:pt idx="206">
                  <c:v>0.45407412630983901</c:v>
                </c:pt>
                <c:pt idx="207">
                  <c:v>0.39967504369249301</c:v>
                </c:pt>
                <c:pt idx="208">
                  <c:v>0.35803776262180798</c:v>
                </c:pt>
                <c:pt idx="209">
                  <c:v>0.36160219111197001</c:v>
                </c:pt>
                <c:pt idx="210">
                  <c:v>0.21382932727767401</c:v>
                </c:pt>
                <c:pt idx="211">
                  <c:v>0.14303989981391399</c:v>
                </c:pt>
                <c:pt idx="212">
                  <c:v>0.15161836210861299</c:v>
                </c:pt>
                <c:pt idx="213">
                  <c:v>0.12954960282485001</c:v>
                </c:pt>
                <c:pt idx="214">
                  <c:v>5.5474501766713799E-2</c:v>
                </c:pt>
                <c:pt idx="215">
                  <c:v>6.9485597069319602E-2</c:v>
                </c:pt>
                <c:pt idx="216">
                  <c:v>0.10696040692737201</c:v>
                </c:pt>
                <c:pt idx="217">
                  <c:v>5.8360599376319697E-2</c:v>
                </c:pt>
                <c:pt idx="218">
                  <c:v>3.1184020636481801E-2</c:v>
                </c:pt>
                <c:pt idx="219">
                  <c:v>-9.1546840260693998E-3</c:v>
                </c:pt>
                <c:pt idx="220">
                  <c:v>-3.7956732902576402E-2</c:v>
                </c:pt>
                <c:pt idx="221">
                  <c:v>-1.6055684018376998E-2</c:v>
                </c:pt>
                <c:pt idx="222">
                  <c:v>1.01859580990889E-2</c:v>
                </c:pt>
                <c:pt idx="223">
                  <c:v>6.5246402690376099E-2</c:v>
                </c:pt>
                <c:pt idx="224">
                  <c:v>8.1256543010289894E-2</c:v>
                </c:pt>
                <c:pt idx="225">
                  <c:v>5.5961431880726699E-2</c:v>
                </c:pt>
                <c:pt idx="226">
                  <c:v>4.2902574224622E-2</c:v>
                </c:pt>
                <c:pt idx="227">
                  <c:v>-8.7147479919043105E-3</c:v>
                </c:pt>
                <c:pt idx="228">
                  <c:v>6.9033149851565806E-2</c:v>
                </c:pt>
                <c:pt idx="229">
                  <c:v>0.158962443509296</c:v>
                </c:pt>
                <c:pt idx="230">
                  <c:v>0.23169951181885201</c:v>
                </c:pt>
                <c:pt idx="231">
                  <c:v>0.206304409720104</c:v>
                </c:pt>
                <c:pt idx="232">
                  <c:v>0.25973121368587099</c:v>
                </c:pt>
                <c:pt idx="233">
                  <c:v>0.316943784964551</c:v>
                </c:pt>
                <c:pt idx="234">
                  <c:v>0.34196376032099601</c:v>
                </c:pt>
                <c:pt idx="235">
                  <c:v>0.320401914124813</c:v>
                </c:pt>
                <c:pt idx="236">
                  <c:v>0.33301569247718499</c:v>
                </c:pt>
                <c:pt idx="237">
                  <c:v>0.34759456591009702</c:v>
                </c:pt>
                <c:pt idx="238">
                  <c:v>0.29607873249983202</c:v>
                </c:pt>
                <c:pt idx="239">
                  <c:v>0.28548360183751498</c:v>
                </c:pt>
                <c:pt idx="240">
                  <c:v>0.24790000494035599</c:v>
                </c:pt>
                <c:pt idx="241">
                  <c:v>0.24033375886069899</c:v>
                </c:pt>
                <c:pt idx="242">
                  <c:v>0.16352393321328601</c:v>
                </c:pt>
                <c:pt idx="243">
                  <c:v>0.105696701449343</c:v>
                </c:pt>
                <c:pt idx="244">
                  <c:v>1.6167819564659701E-3</c:v>
                </c:pt>
                <c:pt idx="245">
                  <c:v>-2.2793066935780301E-3</c:v>
                </c:pt>
                <c:pt idx="246">
                  <c:v>-0.15057168612895</c:v>
                </c:pt>
                <c:pt idx="247">
                  <c:v>-0.187258010709909</c:v>
                </c:pt>
                <c:pt idx="248">
                  <c:v>-0.202038077440342</c:v>
                </c:pt>
                <c:pt idx="249">
                  <c:v>-0.25545303775436701</c:v>
                </c:pt>
                <c:pt idx="250">
                  <c:v>-0.39057874581053798</c:v>
                </c:pt>
                <c:pt idx="251">
                  <c:v>-0.47223523278962498</c:v>
                </c:pt>
                <c:pt idx="252">
                  <c:v>-0.56652703369817203</c:v>
                </c:pt>
                <c:pt idx="253">
                  <c:v>-0.74217120800657199</c:v>
                </c:pt>
                <c:pt idx="254">
                  <c:v>-0.85075523313133405</c:v>
                </c:pt>
                <c:pt idx="255">
                  <c:v>-0.91714675521250999</c:v>
                </c:pt>
                <c:pt idx="256">
                  <c:v>-0.98945574267800596</c:v>
                </c:pt>
                <c:pt idx="257">
                  <c:v>-1.0155854187123301</c:v>
                </c:pt>
                <c:pt idx="258">
                  <c:v>-1.1026169198144999</c:v>
                </c:pt>
                <c:pt idx="259">
                  <c:v>-1.13504439242136</c:v>
                </c:pt>
                <c:pt idx="260">
                  <c:v>-1.1766460255667299</c:v>
                </c:pt>
                <c:pt idx="261">
                  <c:v>-1.20328002723547</c:v>
                </c:pt>
                <c:pt idx="262">
                  <c:v>-1.2404981104150801</c:v>
                </c:pt>
                <c:pt idx="263">
                  <c:v>-1.2372930635030499</c:v>
                </c:pt>
                <c:pt idx="264">
                  <c:v>-1.2440653716871599</c:v>
                </c:pt>
                <c:pt idx="265">
                  <c:v>-1.2387793183868301</c:v>
                </c:pt>
                <c:pt idx="266">
                  <c:v>-1.2502043184135601</c:v>
                </c:pt>
                <c:pt idx="267">
                  <c:v>-1.2196408834903401</c:v>
                </c:pt>
                <c:pt idx="268">
                  <c:v>-1.1444644014629199</c:v>
                </c:pt>
                <c:pt idx="269">
                  <c:v>-1.12145345172704</c:v>
                </c:pt>
                <c:pt idx="270">
                  <c:v>-1.1733783491362999</c:v>
                </c:pt>
                <c:pt idx="271">
                  <c:v>-1.1754375161183801</c:v>
                </c:pt>
                <c:pt idx="272">
                  <c:v>-1.2731750432345399</c:v>
                </c:pt>
                <c:pt idx="273">
                  <c:v>-1.29443792382547</c:v>
                </c:pt>
                <c:pt idx="274">
                  <c:v>-1.27316922642233</c:v>
                </c:pt>
                <c:pt idx="275">
                  <c:v>-1.33649741845422</c:v>
                </c:pt>
                <c:pt idx="276">
                  <c:v>-1.3033080042551199</c:v>
                </c:pt>
                <c:pt idx="277">
                  <c:v>-1.3239847902324</c:v>
                </c:pt>
                <c:pt idx="278">
                  <c:v>-1.2859811727509101</c:v>
                </c:pt>
                <c:pt idx="279">
                  <c:v>-1.49525536302006</c:v>
                </c:pt>
                <c:pt idx="280">
                  <c:v>-1.5579353309678401</c:v>
                </c:pt>
                <c:pt idx="281">
                  <c:v>-1.6068881955774601</c:v>
                </c:pt>
                <c:pt idx="282">
                  <c:v>-1.62712291845523</c:v>
                </c:pt>
                <c:pt idx="283">
                  <c:v>-1.67268415085853</c:v>
                </c:pt>
                <c:pt idx="284">
                  <c:v>-1.6527666776318699</c:v>
                </c:pt>
                <c:pt idx="285">
                  <c:v>-1.6325129461499099</c:v>
                </c:pt>
                <c:pt idx="286">
                  <c:v>-1.63363034936469</c:v>
                </c:pt>
                <c:pt idx="287">
                  <c:v>-1.62237267663636</c:v>
                </c:pt>
                <c:pt idx="288">
                  <c:v>-1.6017944555979999</c:v>
                </c:pt>
                <c:pt idx="289">
                  <c:v>-1.5992684024067001</c:v>
                </c:pt>
                <c:pt idx="290">
                  <c:v>-1.59409084212357</c:v>
                </c:pt>
                <c:pt idx="291">
                  <c:v>-1.59663565739785</c:v>
                </c:pt>
                <c:pt idx="292">
                  <c:v>-1.5984729847425501</c:v>
                </c:pt>
                <c:pt idx="293">
                  <c:v>-1.58450523517973</c:v>
                </c:pt>
                <c:pt idx="294">
                  <c:v>-1.64416092222854</c:v>
                </c:pt>
                <c:pt idx="295">
                  <c:v>-1.6293248029976799</c:v>
                </c:pt>
                <c:pt idx="296">
                  <c:v>-1.6555684144547</c:v>
                </c:pt>
                <c:pt idx="297">
                  <c:v>-1.6471022098133601</c:v>
                </c:pt>
                <c:pt idx="298">
                  <c:v>-1.6688124650202001</c:v>
                </c:pt>
                <c:pt idx="299">
                  <c:v>-1.6744838940592499</c:v>
                </c:pt>
                <c:pt idx="300">
                  <c:v>-1.7256880007664801</c:v>
                </c:pt>
                <c:pt idx="301">
                  <c:v>-1.7147184658771599</c:v>
                </c:pt>
                <c:pt idx="302">
                  <c:v>-1.7762637472834499</c:v>
                </c:pt>
                <c:pt idx="303">
                  <c:v>-1.81476300687506</c:v>
                </c:pt>
                <c:pt idx="304">
                  <c:v>-1.82735407533581</c:v>
                </c:pt>
                <c:pt idx="305">
                  <c:v>-1.8900045657717599</c:v>
                </c:pt>
                <c:pt idx="306">
                  <c:v>-1.93016593980491</c:v>
                </c:pt>
                <c:pt idx="307">
                  <c:v>-1.8923400266936099</c:v>
                </c:pt>
                <c:pt idx="308">
                  <c:v>-1.8753060280467599</c:v>
                </c:pt>
                <c:pt idx="309">
                  <c:v>-1.80373331263762</c:v>
                </c:pt>
                <c:pt idx="310">
                  <c:v>-1.8899582119225</c:v>
                </c:pt>
                <c:pt idx="311">
                  <c:v>-1.86371803243051</c:v>
                </c:pt>
                <c:pt idx="312">
                  <c:v>-1.9685338175779901</c:v>
                </c:pt>
                <c:pt idx="313">
                  <c:v>-2.0448255028593199</c:v>
                </c:pt>
                <c:pt idx="314">
                  <c:v>-2.0884951080175198</c:v>
                </c:pt>
                <c:pt idx="315">
                  <c:v>-2.1503710233326201</c:v>
                </c:pt>
                <c:pt idx="316">
                  <c:v>-2.13035736147358</c:v>
                </c:pt>
                <c:pt idx="317">
                  <c:v>-2.0959472943549899</c:v>
                </c:pt>
                <c:pt idx="318">
                  <c:v>-2.1191464684855101</c:v>
                </c:pt>
                <c:pt idx="319">
                  <c:v>-2.0562767880541202</c:v>
                </c:pt>
                <c:pt idx="320">
                  <c:v>-2.1013679314132498</c:v>
                </c:pt>
                <c:pt idx="321">
                  <c:v>-2.11273620021319</c:v>
                </c:pt>
                <c:pt idx="322">
                  <c:v>-2.11942954403741</c:v>
                </c:pt>
                <c:pt idx="323">
                  <c:v>-2.0431005163045102</c:v>
                </c:pt>
                <c:pt idx="324">
                  <c:v>-2.0609744362034501</c:v>
                </c:pt>
                <c:pt idx="325">
                  <c:v>-2.0648676568686</c:v>
                </c:pt>
                <c:pt idx="326">
                  <c:v>-2.0679730390230699</c:v>
                </c:pt>
                <c:pt idx="327">
                  <c:v>-2.0679730390230699</c:v>
                </c:pt>
                <c:pt idx="328">
                  <c:v>-9.0058971572613403E-2</c:v>
                </c:pt>
                <c:pt idx="329">
                  <c:v>-6.7556933869109798E-2</c:v>
                </c:pt>
                <c:pt idx="330">
                  <c:v>-6.4194337616244296E-2</c:v>
                </c:pt>
                <c:pt idx="331">
                  <c:v>-1.69423914618917E-2</c:v>
                </c:pt>
                <c:pt idx="332">
                  <c:v>2.2407766608005001E-3</c:v>
                </c:pt>
                <c:pt idx="333">
                  <c:v>1.51512195658688E-2</c:v>
                </c:pt>
                <c:pt idx="334">
                  <c:v>5.4219158781410098E-3</c:v>
                </c:pt>
                <c:pt idx="335">
                  <c:v>-1.61466275184961E-2</c:v>
                </c:pt>
                <c:pt idx="336">
                  <c:v>-8.9915437255373293E-3</c:v>
                </c:pt>
                <c:pt idx="337">
                  <c:v>1.1809321998281499E-3</c:v>
                </c:pt>
                <c:pt idx="338">
                  <c:v>7.1528568358783197E-3</c:v>
                </c:pt>
                <c:pt idx="339">
                  <c:v>1.31313703350802E-3</c:v>
                </c:pt>
                <c:pt idx="340">
                  <c:v>2.9493816829747301E-2</c:v>
                </c:pt>
                <c:pt idx="341">
                  <c:v>4.0596664742438102E-2</c:v>
                </c:pt>
                <c:pt idx="342">
                  <c:v>6.1908183006445398E-2</c:v>
                </c:pt>
                <c:pt idx="343">
                  <c:v>3.6110735032648201E-4</c:v>
                </c:pt>
                <c:pt idx="344">
                  <c:v>8.4421427805041596E-2</c:v>
                </c:pt>
                <c:pt idx="345">
                  <c:v>9.4346978785859598E-2</c:v>
                </c:pt>
                <c:pt idx="346">
                  <c:v>0.11979125548003799</c:v>
                </c:pt>
                <c:pt idx="347">
                  <c:v>0.158934198510642</c:v>
                </c:pt>
                <c:pt idx="348">
                  <c:v>0.17498885514212201</c:v>
                </c:pt>
                <c:pt idx="349">
                  <c:v>0.19506251335230201</c:v>
                </c:pt>
                <c:pt idx="350">
                  <c:v>0.212452007531228</c:v>
                </c:pt>
                <c:pt idx="351">
                  <c:v>0.24693704122229901</c:v>
                </c:pt>
                <c:pt idx="352">
                  <c:v>0.25977698219696299</c:v>
                </c:pt>
                <c:pt idx="353">
                  <c:v>0.34672030533627601</c:v>
                </c:pt>
                <c:pt idx="354">
                  <c:v>0.37438953469119302</c:v>
                </c:pt>
                <c:pt idx="355">
                  <c:v>0.40924584422670601</c:v>
                </c:pt>
                <c:pt idx="356">
                  <c:v>0.43888786153970999</c:v>
                </c:pt>
                <c:pt idx="357">
                  <c:v>0.43621464509156299</c:v>
                </c:pt>
                <c:pt idx="358">
                  <c:v>0.404303472011734</c:v>
                </c:pt>
                <c:pt idx="359">
                  <c:v>0.43750799438200899</c:v>
                </c:pt>
                <c:pt idx="360">
                  <c:v>0.37290354128403502</c:v>
                </c:pt>
                <c:pt idx="361">
                  <c:v>0.35157704735281198</c:v>
                </c:pt>
                <c:pt idx="362">
                  <c:v>0.41046733222759602</c:v>
                </c:pt>
                <c:pt idx="363">
                  <c:v>0.53541597472645697</c:v>
                </c:pt>
                <c:pt idx="364">
                  <c:v>0.52025247750185799</c:v>
                </c:pt>
                <c:pt idx="365">
                  <c:v>0.58651244765209198</c:v>
                </c:pt>
                <c:pt idx="366">
                  <c:v>0.54392980352579201</c:v>
                </c:pt>
                <c:pt idx="367">
                  <c:v>0.56750413210739703</c:v>
                </c:pt>
                <c:pt idx="368">
                  <c:v>0.51133480914547702</c:v>
                </c:pt>
                <c:pt idx="369">
                  <c:v>0.51620061080506396</c:v>
                </c:pt>
                <c:pt idx="370">
                  <c:v>0.45407412630983901</c:v>
                </c:pt>
                <c:pt idx="371">
                  <c:v>0.39967504369249301</c:v>
                </c:pt>
                <c:pt idx="372">
                  <c:v>0.35803776262180798</c:v>
                </c:pt>
                <c:pt idx="373">
                  <c:v>0.36160219111197001</c:v>
                </c:pt>
                <c:pt idx="374">
                  <c:v>0.21382932727767401</c:v>
                </c:pt>
                <c:pt idx="375">
                  <c:v>0.14303989981391399</c:v>
                </c:pt>
                <c:pt idx="376">
                  <c:v>0.15161836210861299</c:v>
                </c:pt>
                <c:pt idx="377">
                  <c:v>0.12954960282485001</c:v>
                </c:pt>
                <c:pt idx="378">
                  <c:v>5.5474501766713799E-2</c:v>
                </c:pt>
                <c:pt idx="379">
                  <c:v>6.9485597069319602E-2</c:v>
                </c:pt>
                <c:pt idx="380">
                  <c:v>0.10696040692737201</c:v>
                </c:pt>
                <c:pt idx="381">
                  <c:v>5.8360599376319697E-2</c:v>
                </c:pt>
                <c:pt idx="382">
                  <c:v>3.1184020636481801E-2</c:v>
                </c:pt>
                <c:pt idx="383">
                  <c:v>-9.1546840260693998E-3</c:v>
                </c:pt>
                <c:pt idx="384">
                  <c:v>-3.7956732902576402E-2</c:v>
                </c:pt>
                <c:pt idx="385">
                  <c:v>-1.6055684018376998E-2</c:v>
                </c:pt>
                <c:pt idx="386">
                  <c:v>1.01859580990889E-2</c:v>
                </c:pt>
                <c:pt idx="387">
                  <c:v>6.5246402690376099E-2</c:v>
                </c:pt>
                <c:pt idx="388">
                  <c:v>8.1256543010289894E-2</c:v>
                </c:pt>
                <c:pt idx="389">
                  <c:v>5.5961431880726699E-2</c:v>
                </c:pt>
                <c:pt idx="390">
                  <c:v>4.2902574224622E-2</c:v>
                </c:pt>
                <c:pt idx="391">
                  <c:v>-8.7147479919043105E-3</c:v>
                </c:pt>
                <c:pt idx="392">
                  <c:v>6.9033149851565806E-2</c:v>
                </c:pt>
                <c:pt idx="393">
                  <c:v>0.158962443509296</c:v>
                </c:pt>
                <c:pt idx="394">
                  <c:v>0.23169951181885201</c:v>
                </c:pt>
                <c:pt idx="395">
                  <c:v>0.206304409720104</c:v>
                </c:pt>
                <c:pt idx="396">
                  <c:v>0.25973121368587099</c:v>
                </c:pt>
                <c:pt idx="397">
                  <c:v>0.316943784964551</c:v>
                </c:pt>
                <c:pt idx="398">
                  <c:v>0.34196376032099601</c:v>
                </c:pt>
                <c:pt idx="399">
                  <c:v>0.320401914124813</c:v>
                </c:pt>
                <c:pt idx="400">
                  <c:v>0.33301569247718499</c:v>
                </c:pt>
                <c:pt idx="401">
                  <c:v>0.34759456591009702</c:v>
                </c:pt>
                <c:pt idx="402">
                  <c:v>0.29607873249983202</c:v>
                </c:pt>
                <c:pt idx="403">
                  <c:v>0.28548360183751498</c:v>
                </c:pt>
                <c:pt idx="404">
                  <c:v>0.24790000494035599</c:v>
                </c:pt>
                <c:pt idx="405">
                  <c:v>0.24033375886069899</c:v>
                </c:pt>
                <c:pt idx="406">
                  <c:v>0.16352393321328601</c:v>
                </c:pt>
                <c:pt idx="407">
                  <c:v>0.105696701449343</c:v>
                </c:pt>
                <c:pt idx="408">
                  <c:v>1.6167819564659701E-3</c:v>
                </c:pt>
                <c:pt idx="409">
                  <c:v>-2.2793066935780301E-3</c:v>
                </c:pt>
                <c:pt idx="410">
                  <c:v>-0.15057168612895</c:v>
                </c:pt>
                <c:pt idx="411">
                  <c:v>-0.187258010709909</c:v>
                </c:pt>
                <c:pt idx="412">
                  <c:v>-0.202038077440342</c:v>
                </c:pt>
                <c:pt idx="413">
                  <c:v>-0.25545303775436701</c:v>
                </c:pt>
                <c:pt idx="414">
                  <c:v>-0.39057874581053798</c:v>
                </c:pt>
                <c:pt idx="415">
                  <c:v>-0.47223523278962498</c:v>
                </c:pt>
                <c:pt idx="416">
                  <c:v>-0.56652703369817203</c:v>
                </c:pt>
                <c:pt idx="417">
                  <c:v>-0.74217120800657199</c:v>
                </c:pt>
                <c:pt idx="418">
                  <c:v>-0.85075523313133405</c:v>
                </c:pt>
                <c:pt idx="419">
                  <c:v>-0.91714675521250999</c:v>
                </c:pt>
                <c:pt idx="420">
                  <c:v>-0.98945574267800596</c:v>
                </c:pt>
                <c:pt idx="421">
                  <c:v>-1.0155854187123301</c:v>
                </c:pt>
                <c:pt idx="422">
                  <c:v>-1.1026169198144999</c:v>
                </c:pt>
                <c:pt idx="423">
                  <c:v>-1.13504439242136</c:v>
                </c:pt>
                <c:pt idx="424">
                  <c:v>-1.1766460255667299</c:v>
                </c:pt>
                <c:pt idx="425">
                  <c:v>-1.20328002723547</c:v>
                </c:pt>
                <c:pt idx="426">
                  <c:v>-1.2404981104150801</c:v>
                </c:pt>
                <c:pt idx="427">
                  <c:v>-1.2372930635030499</c:v>
                </c:pt>
                <c:pt idx="428">
                  <c:v>-1.2440653716871599</c:v>
                </c:pt>
                <c:pt idx="429">
                  <c:v>-1.2387793183868301</c:v>
                </c:pt>
                <c:pt idx="430">
                  <c:v>-1.2502043184135601</c:v>
                </c:pt>
                <c:pt idx="431">
                  <c:v>-1.2196408834903401</c:v>
                </c:pt>
                <c:pt idx="432">
                  <c:v>-1.1444644014629199</c:v>
                </c:pt>
                <c:pt idx="433">
                  <c:v>-1.12145345172704</c:v>
                </c:pt>
                <c:pt idx="434">
                  <c:v>-1.1733783491362999</c:v>
                </c:pt>
                <c:pt idx="435">
                  <c:v>-1.1754375161183801</c:v>
                </c:pt>
                <c:pt idx="436">
                  <c:v>-1.2731750432345399</c:v>
                </c:pt>
                <c:pt idx="437">
                  <c:v>-1.29443792382547</c:v>
                </c:pt>
                <c:pt idx="438">
                  <c:v>-1.27316922642233</c:v>
                </c:pt>
                <c:pt idx="439">
                  <c:v>-1.33649741845422</c:v>
                </c:pt>
                <c:pt idx="440">
                  <c:v>-1.3033080042551199</c:v>
                </c:pt>
                <c:pt idx="441">
                  <c:v>-1.3239847902324</c:v>
                </c:pt>
                <c:pt idx="442">
                  <c:v>-1.2859811727509101</c:v>
                </c:pt>
                <c:pt idx="443">
                  <c:v>-1.49525536302006</c:v>
                </c:pt>
                <c:pt idx="444">
                  <c:v>-1.5579353309678401</c:v>
                </c:pt>
                <c:pt idx="445">
                  <c:v>-1.6068881955774601</c:v>
                </c:pt>
                <c:pt idx="446">
                  <c:v>-1.62712291845523</c:v>
                </c:pt>
                <c:pt idx="447">
                  <c:v>-1.67268415085853</c:v>
                </c:pt>
                <c:pt idx="448">
                  <c:v>-1.6527666776318699</c:v>
                </c:pt>
                <c:pt idx="449">
                  <c:v>-1.6325129461499099</c:v>
                </c:pt>
                <c:pt idx="450">
                  <c:v>-1.63363034936469</c:v>
                </c:pt>
                <c:pt idx="451">
                  <c:v>-1.62237267663636</c:v>
                </c:pt>
                <c:pt idx="452">
                  <c:v>-1.6017944555979999</c:v>
                </c:pt>
                <c:pt idx="453">
                  <c:v>-1.5992684024067001</c:v>
                </c:pt>
                <c:pt idx="454">
                  <c:v>-1.59409084212357</c:v>
                </c:pt>
                <c:pt idx="455">
                  <c:v>-1.59663565739785</c:v>
                </c:pt>
                <c:pt idx="456">
                  <c:v>-1.5984729847425501</c:v>
                </c:pt>
                <c:pt idx="457">
                  <c:v>-1.58450523517973</c:v>
                </c:pt>
                <c:pt idx="458">
                  <c:v>-1.64416092222854</c:v>
                </c:pt>
                <c:pt idx="459">
                  <c:v>-1.6293248029976799</c:v>
                </c:pt>
                <c:pt idx="460">
                  <c:v>-1.6555684144547</c:v>
                </c:pt>
                <c:pt idx="461">
                  <c:v>-1.6471022098133601</c:v>
                </c:pt>
                <c:pt idx="462">
                  <c:v>-1.6688124650202001</c:v>
                </c:pt>
                <c:pt idx="463">
                  <c:v>-1.6744838940592499</c:v>
                </c:pt>
                <c:pt idx="464">
                  <c:v>-1.7256880007664801</c:v>
                </c:pt>
                <c:pt idx="465">
                  <c:v>-1.7147184658771599</c:v>
                </c:pt>
                <c:pt idx="466">
                  <c:v>-1.7762637472834499</c:v>
                </c:pt>
                <c:pt idx="467">
                  <c:v>-1.81476300687506</c:v>
                </c:pt>
                <c:pt idx="468">
                  <c:v>-1.82735407533581</c:v>
                </c:pt>
                <c:pt idx="469">
                  <c:v>-1.8900045657717599</c:v>
                </c:pt>
                <c:pt idx="470">
                  <c:v>-1.93016593980491</c:v>
                </c:pt>
                <c:pt idx="471">
                  <c:v>-1.8923400266936099</c:v>
                </c:pt>
                <c:pt idx="472">
                  <c:v>-1.8753060280467599</c:v>
                </c:pt>
                <c:pt idx="473">
                  <c:v>-1.80373331263762</c:v>
                </c:pt>
                <c:pt idx="474">
                  <c:v>-1.8899582119225</c:v>
                </c:pt>
                <c:pt idx="475">
                  <c:v>-1.86371803243051</c:v>
                </c:pt>
                <c:pt idx="476">
                  <c:v>-1.9685338175779901</c:v>
                </c:pt>
                <c:pt idx="477">
                  <c:v>-2.0448255028593199</c:v>
                </c:pt>
                <c:pt idx="478">
                  <c:v>-2.0884951080175198</c:v>
                </c:pt>
                <c:pt idx="479">
                  <c:v>-2.1503710233326201</c:v>
                </c:pt>
                <c:pt idx="480">
                  <c:v>-2.13035736147358</c:v>
                </c:pt>
                <c:pt idx="481">
                  <c:v>-2.0959472943549899</c:v>
                </c:pt>
                <c:pt idx="482">
                  <c:v>-2.1191464684855101</c:v>
                </c:pt>
                <c:pt idx="483">
                  <c:v>-2.0562767880541202</c:v>
                </c:pt>
                <c:pt idx="484">
                  <c:v>-2.1013679314132498</c:v>
                </c:pt>
                <c:pt idx="485">
                  <c:v>-2.11273620021319</c:v>
                </c:pt>
                <c:pt idx="486">
                  <c:v>-2.11942954403741</c:v>
                </c:pt>
                <c:pt idx="487">
                  <c:v>-2.0431005163045102</c:v>
                </c:pt>
                <c:pt idx="488">
                  <c:v>-2.0609744362034501</c:v>
                </c:pt>
                <c:pt idx="489">
                  <c:v>-2.0648676568686</c:v>
                </c:pt>
                <c:pt idx="490">
                  <c:v>-2.0679730390230699</c:v>
                </c:pt>
                <c:pt idx="491">
                  <c:v>-2.0679730390230699</c:v>
                </c:pt>
                <c:pt idx="492">
                  <c:v>-9.0058971572613403E-2</c:v>
                </c:pt>
                <c:pt idx="493">
                  <c:v>-6.7556933869109798E-2</c:v>
                </c:pt>
                <c:pt idx="494">
                  <c:v>-6.4194337616244296E-2</c:v>
                </c:pt>
                <c:pt idx="495">
                  <c:v>-1.69423914618917E-2</c:v>
                </c:pt>
                <c:pt idx="496">
                  <c:v>2.2407766608005001E-3</c:v>
                </c:pt>
                <c:pt idx="497">
                  <c:v>1.51512195658688E-2</c:v>
                </c:pt>
                <c:pt idx="498">
                  <c:v>5.4219158781410098E-3</c:v>
                </c:pt>
                <c:pt idx="499">
                  <c:v>-1.61466275184961E-2</c:v>
                </c:pt>
                <c:pt idx="500">
                  <c:v>-8.9915437255373293E-3</c:v>
                </c:pt>
                <c:pt idx="501">
                  <c:v>1.1809321998281499E-3</c:v>
                </c:pt>
                <c:pt idx="502">
                  <c:v>7.1528568358783197E-3</c:v>
                </c:pt>
                <c:pt idx="503">
                  <c:v>1.31313703350802E-3</c:v>
                </c:pt>
                <c:pt idx="504">
                  <c:v>2.9493816829747301E-2</c:v>
                </c:pt>
                <c:pt idx="505">
                  <c:v>4.0596664742438102E-2</c:v>
                </c:pt>
                <c:pt idx="506">
                  <c:v>6.1908183006445398E-2</c:v>
                </c:pt>
                <c:pt idx="507">
                  <c:v>3.6110735032648201E-4</c:v>
                </c:pt>
                <c:pt idx="508">
                  <c:v>8.4421427805041596E-2</c:v>
                </c:pt>
                <c:pt idx="509">
                  <c:v>9.4346978785859598E-2</c:v>
                </c:pt>
                <c:pt idx="510">
                  <c:v>0.11979125548003799</c:v>
                </c:pt>
                <c:pt idx="511">
                  <c:v>0.158934198510642</c:v>
                </c:pt>
                <c:pt idx="512">
                  <c:v>0.17498885514212201</c:v>
                </c:pt>
                <c:pt idx="513">
                  <c:v>0.19506251335230201</c:v>
                </c:pt>
                <c:pt idx="514">
                  <c:v>0.212452007531228</c:v>
                </c:pt>
                <c:pt idx="515">
                  <c:v>0.24693704122229901</c:v>
                </c:pt>
                <c:pt idx="516">
                  <c:v>0.25977698219696299</c:v>
                </c:pt>
                <c:pt idx="517">
                  <c:v>0.34672030533627601</c:v>
                </c:pt>
                <c:pt idx="518">
                  <c:v>0.37438953469119302</c:v>
                </c:pt>
                <c:pt idx="519">
                  <c:v>0.40924584422670601</c:v>
                </c:pt>
                <c:pt idx="520">
                  <c:v>0.43888786153970999</c:v>
                </c:pt>
                <c:pt idx="521">
                  <c:v>0.43621464509156299</c:v>
                </c:pt>
                <c:pt idx="522">
                  <c:v>0.404303472011734</c:v>
                </c:pt>
                <c:pt idx="523">
                  <c:v>0.43750799438200899</c:v>
                </c:pt>
                <c:pt idx="524">
                  <c:v>0.37290354128403502</c:v>
                </c:pt>
                <c:pt idx="525">
                  <c:v>0.35157704735281198</c:v>
                </c:pt>
                <c:pt idx="526">
                  <c:v>0.41046733222759602</c:v>
                </c:pt>
                <c:pt idx="527">
                  <c:v>0.53541597472645697</c:v>
                </c:pt>
                <c:pt idx="528">
                  <c:v>0.52025247750185799</c:v>
                </c:pt>
                <c:pt idx="529">
                  <c:v>0.58651244765209198</c:v>
                </c:pt>
                <c:pt idx="530">
                  <c:v>0.54392980352579201</c:v>
                </c:pt>
                <c:pt idx="531">
                  <c:v>0.56750413210739703</c:v>
                </c:pt>
                <c:pt idx="532">
                  <c:v>0.51133480914547702</c:v>
                </c:pt>
                <c:pt idx="533">
                  <c:v>0.51620061080506396</c:v>
                </c:pt>
                <c:pt idx="534">
                  <c:v>0.45407412630983901</c:v>
                </c:pt>
                <c:pt idx="535">
                  <c:v>0.39967504369249301</c:v>
                </c:pt>
                <c:pt idx="536">
                  <c:v>0.35803776262180798</c:v>
                </c:pt>
                <c:pt idx="537">
                  <c:v>0.36160219111197001</c:v>
                </c:pt>
                <c:pt idx="538">
                  <c:v>0.21382932727767401</c:v>
                </c:pt>
                <c:pt idx="539">
                  <c:v>0.14303989981391399</c:v>
                </c:pt>
                <c:pt idx="540">
                  <c:v>0.15161836210861299</c:v>
                </c:pt>
                <c:pt idx="541">
                  <c:v>0.12954960282485001</c:v>
                </c:pt>
                <c:pt idx="542">
                  <c:v>5.5474501766713799E-2</c:v>
                </c:pt>
                <c:pt idx="543">
                  <c:v>6.9485597069319602E-2</c:v>
                </c:pt>
                <c:pt idx="544">
                  <c:v>0.10696040692737201</c:v>
                </c:pt>
                <c:pt idx="545">
                  <c:v>5.8360599376319697E-2</c:v>
                </c:pt>
                <c:pt idx="546">
                  <c:v>3.1184020636481801E-2</c:v>
                </c:pt>
                <c:pt idx="547">
                  <c:v>-9.1546840260693998E-3</c:v>
                </c:pt>
                <c:pt idx="548">
                  <c:v>-3.7956732902576402E-2</c:v>
                </c:pt>
                <c:pt idx="549">
                  <c:v>-1.6055684018376998E-2</c:v>
                </c:pt>
                <c:pt idx="550">
                  <c:v>1.01859580990889E-2</c:v>
                </c:pt>
                <c:pt idx="551">
                  <c:v>6.5246402690376099E-2</c:v>
                </c:pt>
                <c:pt idx="552">
                  <c:v>8.1256543010289894E-2</c:v>
                </c:pt>
                <c:pt idx="553">
                  <c:v>5.5961431880726699E-2</c:v>
                </c:pt>
                <c:pt idx="554">
                  <c:v>4.2902574224622E-2</c:v>
                </c:pt>
                <c:pt idx="555">
                  <c:v>-8.7147479919043105E-3</c:v>
                </c:pt>
                <c:pt idx="556">
                  <c:v>6.9033149851565806E-2</c:v>
                </c:pt>
                <c:pt idx="557">
                  <c:v>0.158962443509296</c:v>
                </c:pt>
                <c:pt idx="558">
                  <c:v>0.23169951181885201</c:v>
                </c:pt>
                <c:pt idx="559">
                  <c:v>0.206304409720104</c:v>
                </c:pt>
                <c:pt idx="560">
                  <c:v>0.25973121368587099</c:v>
                </c:pt>
                <c:pt idx="561">
                  <c:v>0.316943784964551</c:v>
                </c:pt>
                <c:pt idx="562">
                  <c:v>0.34196376032099601</c:v>
                </c:pt>
                <c:pt idx="563">
                  <c:v>0.320401914124813</c:v>
                </c:pt>
                <c:pt idx="564">
                  <c:v>0.33301569247718499</c:v>
                </c:pt>
                <c:pt idx="565">
                  <c:v>0.34759456591009702</c:v>
                </c:pt>
                <c:pt idx="566">
                  <c:v>0.29607873249983202</c:v>
                </c:pt>
                <c:pt idx="567">
                  <c:v>0.28548360183751498</c:v>
                </c:pt>
                <c:pt idx="568">
                  <c:v>0.24790000494035599</c:v>
                </c:pt>
                <c:pt idx="569">
                  <c:v>0.24033375886069899</c:v>
                </c:pt>
                <c:pt idx="570">
                  <c:v>0.16352393321328601</c:v>
                </c:pt>
                <c:pt idx="571">
                  <c:v>0.105696701449343</c:v>
                </c:pt>
                <c:pt idx="572">
                  <c:v>1.6167819564659701E-3</c:v>
                </c:pt>
                <c:pt idx="573">
                  <c:v>-2.2793066935780301E-3</c:v>
                </c:pt>
                <c:pt idx="574">
                  <c:v>-0.15057168612895</c:v>
                </c:pt>
                <c:pt idx="575">
                  <c:v>-0.187258010709909</c:v>
                </c:pt>
                <c:pt idx="576">
                  <c:v>-0.202038077440342</c:v>
                </c:pt>
                <c:pt idx="577">
                  <c:v>-0.25545303775436701</c:v>
                </c:pt>
                <c:pt idx="578">
                  <c:v>-0.39057874581053798</c:v>
                </c:pt>
                <c:pt idx="579">
                  <c:v>-0.47223523278962498</c:v>
                </c:pt>
                <c:pt idx="580">
                  <c:v>-0.56652703369817203</c:v>
                </c:pt>
                <c:pt idx="581">
                  <c:v>-0.74217120800657199</c:v>
                </c:pt>
                <c:pt idx="582">
                  <c:v>-0.85075523313133405</c:v>
                </c:pt>
                <c:pt idx="583">
                  <c:v>-0.91714675521250999</c:v>
                </c:pt>
                <c:pt idx="584">
                  <c:v>-0.98945574267800596</c:v>
                </c:pt>
                <c:pt idx="585">
                  <c:v>-1.0155854187123301</c:v>
                </c:pt>
                <c:pt idx="586">
                  <c:v>-1.1026169198144999</c:v>
                </c:pt>
                <c:pt idx="587">
                  <c:v>-1.13504439242136</c:v>
                </c:pt>
                <c:pt idx="588">
                  <c:v>-1.1766460255667299</c:v>
                </c:pt>
                <c:pt idx="589">
                  <c:v>-1.20328002723547</c:v>
                </c:pt>
                <c:pt idx="590">
                  <c:v>-1.2404981104150801</c:v>
                </c:pt>
                <c:pt idx="591">
                  <c:v>-1.2372930635030499</c:v>
                </c:pt>
                <c:pt idx="592">
                  <c:v>-1.2440653716871599</c:v>
                </c:pt>
                <c:pt idx="593">
                  <c:v>-1.2387793183868301</c:v>
                </c:pt>
                <c:pt idx="594">
                  <c:v>-1.2502043184135601</c:v>
                </c:pt>
                <c:pt idx="595">
                  <c:v>-1.2196408834903401</c:v>
                </c:pt>
                <c:pt idx="596">
                  <c:v>-1.1444644014629199</c:v>
                </c:pt>
                <c:pt idx="597">
                  <c:v>-1.12145345172704</c:v>
                </c:pt>
                <c:pt idx="598">
                  <c:v>-1.1733783491362999</c:v>
                </c:pt>
                <c:pt idx="599">
                  <c:v>-1.1754375161183801</c:v>
                </c:pt>
                <c:pt idx="600">
                  <c:v>-1.2731750432345399</c:v>
                </c:pt>
                <c:pt idx="601">
                  <c:v>-1.29443792382547</c:v>
                </c:pt>
                <c:pt idx="602">
                  <c:v>-1.27316922642233</c:v>
                </c:pt>
                <c:pt idx="603">
                  <c:v>-1.33649741845422</c:v>
                </c:pt>
                <c:pt idx="604">
                  <c:v>-1.3033080042551199</c:v>
                </c:pt>
                <c:pt idx="605">
                  <c:v>-1.3239847902324</c:v>
                </c:pt>
                <c:pt idx="606">
                  <c:v>-1.2859811727509101</c:v>
                </c:pt>
                <c:pt idx="607">
                  <c:v>-1.49525536302006</c:v>
                </c:pt>
                <c:pt idx="608">
                  <c:v>-1.5579353309678401</c:v>
                </c:pt>
                <c:pt idx="609">
                  <c:v>-1.6068881955774601</c:v>
                </c:pt>
                <c:pt idx="610">
                  <c:v>-1.62712291845523</c:v>
                </c:pt>
                <c:pt idx="611">
                  <c:v>-1.67268415085853</c:v>
                </c:pt>
                <c:pt idx="612">
                  <c:v>-1.6527666776318699</c:v>
                </c:pt>
                <c:pt idx="613">
                  <c:v>-1.6325129461499099</c:v>
                </c:pt>
                <c:pt idx="614">
                  <c:v>-1.63363034936469</c:v>
                </c:pt>
                <c:pt idx="615">
                  <c:v>-1.62237267663636</c:v>
                </c:pt>
                <c:pt idx="616">
                  <c:v>-1.6017944555979999</c:v>
                </c:pt>
                <c:pt idx="617">
                  <c:v>-1.5992684024067001</c:v>
                </c:pt>
                <c:pt idx="618">
                  <c:v>-1.59409084212357</c:v>
                </c:pt>
                <c:pt idx="619">
                  <c:v>-1.59663565739785</c:v>
                </c:pt>
                <c:pt idx="620">
                  <c:v>-1.5984729847425501</c:v>
                </c:pt>
                <c:pt idx="621">
                  <c:v>-1.58450523517973</c:v>
                </c:pt>
                <c:pt idx="622">
                  <c:v>-1.64416092222854</c:v>
                </c:pt>
                <c:pt idx="623">
                  <c:v>-1.6293248029976799</c:v>
                </c:pt>
                <c:pt idx="624">
                  <c:v>-1.6555684144547</c:v>
                </c:pt>
                <c:pt idx="625">
                  <c:v>-1.6471022098133601</c:v>
                </c:pt>
                <c:pt idx="626">
                  <c:v>-1.6688124650202001</c:v>
                </c:pt>
                <c:pt idx="627">
                  <c:v>-1.6744838940592499</c:v>
                </c:pt>
                <c:pt idx="628">
                  <c:v>-1.7256880007664801</c:v>
                </c:pt>
                <c:pt idx="629">
                  <c:v>-1.7147184658771599</c:v>
                </c:pt>
                <c:pt idx="630">
                  <c:v>-1.7762637472834499</c:v>
                </c:pt>
                <c:pt idx="631">
                  <c:v>-1.81476300687506</c:v>
                </c:pt>
                <c:pt idx="632">
                  <c:v>-1.82735407533581</c:v>
                </c:pt>
                <c:pt idx="633">
                  <c:v>-1.8900045657717599</c:v>
                </c:pt>
                <c:pt idx="634">
                  <c:v>-1.93016593980491</c:v>
                </c:pt>
                <c:pt idx="635">
                  <c:v>-1.8923400266936099</c:v>
                </c:pt>
                <c:pt idx="636">
                  <c:v>-1.8753060280467599</c:v>
                </c:pt>
                <c:pt idx="637">
                  <c:v>-1.80373331263762</c:v>
                </c:pt>
                <c:pt idx="638">
                  <c:v>-1.8899582119225</c:v>
                </c:pt>
                <c:pt idx="639">
                  <c:v>-1.86371803243051</c:v>
                </c:pt>
                <c:pt idx="640">
                  <c:v>-1.9685338175779901</c:v>
                </c:pt>
                <c:pt idx="641">
                  <c:v>-2.0448255028593199</c:v>
                </c:pt>
                <c:pt idx="642">
                  <c:v>-2.0884951080175198</c:v>
                </c:pt>
                <c:pt idx="643">
                  <c:v>-2.1503710233326201</c:v>
                </c:pt>
                <c:pt idx="644">
                  <c:v>-2.13035736147358</c:v>
                </c:pt>
                <c:pt idx="645">
                  <c:v>-2.0959472943549899</c:v>
                </c:pt>
                <c:pt idx="646">
                  <c:v>-2.1191464684855101</c:v>
                </c:pt>
                <c:pt idx="647">
                  <c:v>-2.0562767880541202</c:v>
                </c:pt>
                <c:pt idx="648">
                  <c:v>-2.1013679314132498</c:v>
                </c:pt>
                <c:pt idx="649">
                  <c:v>-2.11273620021319</c:v>
                </c:pt>
                <c:pt idx="650">
                  <c:v>-2.11942954403741</c:v>
                </c:pt>
                <c:pt idx="651">
                  <c:v>-2.0431005163045102</c:v>
                </c:pt>
                <c:pt idx="652">
                  <c:v>-2.0609744362034501</c:v>
                </c:pt>
                <c:pt idx="653">
                  <c:v>-2.0648676568686</c:v>
                </c:pt>
                <c:pt idx="654">
                  <c:v>-2.0679730390230699</c:v>
                </c:pt>
                <c:pt idx="655">
                  <c:v>-2.0679730390230699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61-490C-8B2D-C1BBCCB68039}"/>
            </c:ext>
          </c:extLst>
        </c:ser>
        <c:ser>
          <c:idx val="2"/>
          <c:order val="2"/>
          <c:tx>
            <c:strRef>
              <c:f>Foreign!$F$2</c:f>
              <c:strCache>
                <c:ptCount val="1"/>
                <c:pt idx="0">
                  <c:v>Defensivos</c:v>
                </c:pt>
              </c:strCache>
            </c:strRef>
          </c:tx>
          <c:spPr>
            <a:ln w="19050" cap="rnd">
              <a:solidFill>
                <a:srgbClr val="8EB3DF"/>
              </a:solidFill>
              <a:round/>
            </a:ln>
            <a:effectLst/>
          </c:spPr>
          <c:marker>
            <c:symbol val="none"/>
          </c:marker>
          <c:cat>
            <c:numRef>
              <c:f>Foreign!$C$3:$C$658</c:f>
              <c:numCache>
                <c:formatCode>m/d/yyyy</c:formatCode>
                <c:ptCount val="656"/>
                <c:pt idx="0">
                  <c:v>46024</c:v>
                </c:pt>
                <c:pt idx="1">
                  <c:v>46027</c:v>
                </c:pt>
                <c:pt idx="2">
                  <c:v>46028</c:v>
                </c:pt>
                <c:pt idx="3">
                  <c:v>46029</c:v>
                </c:pt>
                <c:pt idx="4">
                  <c:v>46030</c:v>
                </c:pt>
                <c:pt idx="5">
                  <c:v>46031</c:v>
                </c:pt>
                <c:pt idx="6">
                  <c:v>46034</c:v>
                </c:pt>
                <c:pt idx="7">
                  <c:v>46035</c:v>
                </c:pt>
                <c:pt idx="8">
                  <c:v>46036</c:v>
                </c:pt>
                <c:pt idx="9">
                  <c:v>46037</c:v>
                </c:pt>
                <c:pt idx="10">
                  <c:v>46038</c:v>
                </c:pt>
                <c:pt idx="11">
                  <c:v>46041</c:v>
                </c:pt>
                <c:pt idx="12">
                  <c:v>46042</c:v>
                </c:pt>
                <c:pt idx="13">
                  <c:v>46043</c:v>
                </c:pt>
                <c:pt idx="14">
                  <c:v>46044</c:v>
                </c:pt>
                <c:pt idx="15">
                  <c:v>46045</c:v>
                </c:pt>
                <c:pt idx="16">
                  <c:v>46048</c:v>
                </c:pt>
                <c:pt idx="17">
                  <c:v>46049</c:v>
                </c:pt>
                <c:pt idx="18">
                  <c:v>46050</c:v>
                </c:pt>
                <c:pt idx="19">
                  <c:v>46051</c:v>
                </c:pt>
                <c:pt idx="20">
                  <c:v>46052</c:v>
                </c:pt>
                <c:pt idx="21">
                  <c:v>46055</c:v>
                </c:pt>
                <c:pt idx="22">
                  <c:v>46056</c:v>
                </c:pt>
                <c:pt idx="23">
                  <c:v>46057</c:v>
                </c:pt>
                <c:pt idx="24">
                  <c:v>46058</c:v>
                </c:pt>
                <c:pt idx="25">
                  <c:v>46059</c:v>
                </c:pt>
                <c:pt idx="26">
                  <c:v>46062</c:v>
                </c:pt>
                <c:pt idx="27">
                  <c:v>46063</c:v>
                </c:pt>
                <c:pt idx="28">
                  <c:v>46064</c:v>
                </c:pt>
                <c:pt idx="29">
                  <c:v>46065</c:v>
                </c:pt>
                <c:pt idx="30">
                  <c:v>46066</c:v>
                </c:pt>
                <c:pt idx="31">
                  <c:v>46071</c:v>
                </c:pt>
                <c:pt idx="32">
                  <c:v>46072</c:v>
                </c:pt>
                <c:pt idx="33">
                  <c:v>46073</c:v>
                </c:pt>
                <c:pt idx="34">
                  <c:v>46076</c:v>
                </c:pt>
                <c:pt idx="35">
                  <c:v>46077</c:v>
                </c:pt>
                <c:pt idx="36">
                  <c:v>46078</c:v>
                </c:pt>
                <c:pt idx="37">
                  <c:v>46079</c:v>
                </c:pt>
                <c:pt idx="38">
                  <c:v>46080</c:v>
                </c:pt>
                <c:pt idx="39">
                  <c:v>46083</c:v>
                </c:pt>
                <c:pt idx="40">
                  <c:v>46084</c:v>
                </c:pt>
                <c:pt idx="41">
                  <c:v>46085</c:v>
                </c:pt>
                <c:pt idx="42">
                  <c:v>46086</c:v>
                </c:pt>
                <c:pt idx="43">
                  <c:v>46087</c:v>
                </c:pt>
                <c:pt idx="44">
                  <c:v>46090</c:v>
                </c:pt>
                <c:pt idx="45">
                  <c:v>46091</c:v>
                </c:pt>
                <c:pt idx="46">
                  <c:v>46092</c:v>
                </c:pt>
                <c:pt idx="47">
                  <c:v>46093</c:v>
                </c:pt>
                <c:pt idx="48">
                  <c:v>46094</c:v>
                </c:pt>
                <c:pt idx="49">
                  <c:v>46097</c:v>
                </c:pt>
                <c:pt idx="50">
                  <c:v>46098</c:v>
                </c:pt>
                <c:pt idx="51">
                  <c:v>46099</c:v>
                </c:pt>
                <c:pt idx="52">
                  <c:v>46100</c:v>
                </c:pt>
                <c:pt idx="53">
                  <c:v>46101</c:v>
                </c:pt>
                <c:pt idx="54">
                  <c:v>46104</c:v>
                </c:pt>
                <c:pt idx="55">
                  <c:v>46105</c:v>
                </c:pt>
                <c:pt idx="56">
                  <c:v>46106</c:v>
                </c:pt>
                <c:pt idx="57">
                  <c:v>46107</c:v>
                </c:pt>
                <c:pt idx="58">
                  <c:v>46108</c:v>
                </c:pt>
                <c:pt idx="59">
                  <c:v>46111</c:v>
                </c:pt>
                <c:pt idx="60">
                  <c:v>46112</c:v>
                </c:pt>
                <c:pt idx="61">
                  <c:v>46113</c:v>
                </c:pt>
                <c:pt idx="62">
                  <c:v>46114</c:v>
                </c:pt>
                <c:pt idx="63">
                  <c:v>46118</c:v>
                </c:pt>
                <c:pt idx="64">
                  <c:v>46119</c:v>
                </c:pt>
                <c:pt idx="65">
                  <c:v>46120</c:v>
                </c:pt>
                <c:pt idx="66">
                  <c:v>46121</c:v>
                </c:pt>
                <c:pt idx="67">
                  <c:v>46122</c:v>
                </c:pt>
                <c:pt idx="68">
                  <c:v>46125</c:v>
                </c:pt>
                <c:pt idx="69">
                  <c:v>46126</c:v>
                </c:pt>
                <c:pt idx="70">
                  <c:v>46127</c:v>
                </c:pt>
                <c:pt idx="71">
                  <c:v>46128</c:v>
                </c:pt>
                <c:pt idx="72">
                  <c:v>46129</c:v>
                </c:pt>
                <c:pt idx="73">
                  <c:v>46132</c:v>
                </c:pt>
                <c:pt idx="74">
                  <c:v>46134</c:v>
                </c:pt>
                <c:pt idx="75">
                  <c:v>46135</c:v>
                </c:pt>
                <c:pt idx="76">
                  <c:v>46136</c:v>
                </c:pt>
                <c:pt idx="77">
                  <c:v>46139</c:v>
                </c:pt>
                <c:pt idx="78">
                  <c:v>46140</c:v>
                </c:pt>
                <c:pt idx="79">
                  <c:v>46141</c:v>
                </c:pt>
                <c:pt idx="80">
                  <c:v>46142</c:v>
                </c:pt>
                <c:pt idx="81">
                  <c:v>46146</c:v>
                </c:pt>
                <c:pt idx="82">
                  <c:v>46147</c:v>
                </c:pt>
                <c:pt idx="83">
                  <c:v>46148</c:v>
                </c:pt>
                <c:pt idx="84">
                  <c:v>46149</c:v>
                </c:pt>
                <c:pt idx="85">
                  <c:v>46150</c:v>
                </c:pt>
                <c:pt idx="86">
                  <c:v>46153</c:v>
                </c:pt>
                <c:pt idx="87">
                  <c:v>46154</c:v>
                </c:pt>
                <c:pt idx="88">
                  <c:v>46155</c:v>
                </c:pt>
                <c:pt idx="89">
                  <c:v>46156</c:v>
                </c:pt>
                <c:pt idx="90">
                  <c:v>46157</c:v>
                </c:pt>
                <c:pt idx="91">
                  <c:v>46160</c:v>
                </c:pt>
                <c:pt idx="92">
                  <c:v>46161</c:v>
                </c:pt>
                <c:pt idx="93">
                  <c:v>46162</c:v>
                </c:pt>
                <c:pt idx="94">
                  <c:v>46163</c:v>
                </c:pt>
                <c:pt idx="95">
                  <c:v>46164</c:v>
                </c:pt>
                <c:pt idx="96">
                  <c:v>46167</c:v>
                </c:pt>
                <c:pt idx="97">
                  <c:v>46168</c:v>
                </c:pt>
                <c:pt idx="98">
                  <c:v>46169</c:v>
                </c:pt>
                <c:pt idx="99">
                  <c:v>46170</c:v>
                </c:pt>
                <c:pt idx="100">
                  <c:v>46171</c:v>
                </c:pt>
                <c:pt idx="101">
                  <c:v>46174</c:v>
                </c:pt>
                <c:pt idx="102">
                  <c:v>46175</c:v>
                </c:pt>
                <c:pt idx="103">
                  <c:v>46176</c:v>
                </c:pt>
                <c:pt idx="104">
                  <c:v>46178</c:v>
                </c:pt>
                <c:pt idx="105">
                  <c:v>46181</c:v>
                </c:pt>
                <c:pt idx="106">
                  <c:v>46182</c:v>
                </c:pt>
                <c:pt idx="107">
                  <c:v>46183</c:v>
                </c:pt>
                <c:pt idx="108">
                  <c:v>46184</c:v>
                </c:pt>
                <c:pt idx="109">
                  <c:v>46185</c:v>
                </c:pt>
                <c:pt idx="110">
                  <c:v>46188</c:v>
                </c:pt>
                <c:pt idx="111">
                  <c:v>46189</c:v>
                </c:pt>
                <c:pt idx="112">
                  <c:v>46190</c:v>
                </c:pt>
                <c:pt idx="113">
                  <c:v>46191</c:v>
                </c:pt>
                <c:pt idx="114">
                  <c:v>46192</c:v>
                </c:pt>
                <c:pt idx="115">
                  <c:v>46195</c:v>
                </c:pt>
                <c:pt idx="116">
                  <c:v>46196</c:v>
                </c:pt>
                <c:pt idx="117">
                  <c:v>46197</c:v>
                </c:pt>
                <c:pt idx="118">
                  <c:v>46198</c:v>
                </c:pt>
                <c:pt idx="119">
                  <c:v>46199</c:v>
                </c:pt>
                <c:pt idx="120">
                  <c:v>46202</c:v>
                </c:pt>
                <c:pt idx="121">
                  <c:v>46203</c:v>
                </c:pt>
                <c:pt idx="122">
                  <c:v>46204</c:v>
                </c:pt>
                <c:pt idx="123">
                  <c:v>46205</c:v>
                </c:pt>
                <c:pt idx="124">
                  <c:v>46206</c:v>
                </c:pt>
                <c:pt idx="125">
                  <c:v>46209</c:v>
                </c:pt>
                <c:pt idx="126">
                  <c:v>46210</c:v>
                </c:pt>
                <c:pt idx="127">
                  <c:v>46211</c:v>
                </c:pt>
                <c:pt idx="128">
                  <c:v>46212</c:v>
                </c:pt>
                <c:pt idx="129">
                  <c:v>46213</c:v>
                </c:pt>
                <c:pt idx="130">
                  <c:v>46216</c:v>
                </c:pt>
                <c:pt idx="131">
                  <c:v>46217</c:v>
                </c:pt>
                <c:pt idx="132">
                  <c:v>46218</c:v>
                </c:pt>
                <c:pt idx="133">
                  <c:v>46219</c:v>
                </c:pt>
                <c:pt idx="134">
                  <c:v>46220</c:v>
                </c:pt>
                <c:pt idx="135">
                  <c:v>46223</c:v>
                </c:pt>
                <c:pt idx="136">
                  <c:v>46224</c:v>
                </c:pt>
                <c:pt idx="137">
                  <c:v>46225</c:v>
                </c:pt>
                <c:pt idx="138">
                  <c:v>46226</c:v>
                </c:pt>
                <c:pt idx="139">
                  <c:v>46227</c:v>
                </c:pt>
                <c:pt idx="140">
                  <c:v>46230</c:v>
                </c:pt>
                <c:pt idx="141">
                  <c:v>46231</c:v>
                </c:pt>
                <c:pt idx="142">
                  <c:v>46232</c:v>
                </c:pt>
                <c:pt idx="143">
                  <c:v>46233</c:v>
                </c:pt>
                <c:pt idx="144">
                  <c:v>46234</c:v>
                </c:pt>
                <c:pt idx="145">
                  <c:v>46237</c:v>
                </c:pt>
                <c:pt idx="146">
                  <c:v>46238</c:v>
                </c:pt>
                <c:pt idx="147">
                  <c:v>46239</c:v>
                </c:pt>
                <c:pt idx="148">
                  <c:v>46240</c:v>
                </c:pt>
                <c:pt idx="149">
                  <c:v>46241</c:v>
                </c:pt>
                <c:pt idx="150">
                  <c:v>46244</c:v>
                </c:pt>
                <c:pt idx="151">
                  <c:v>46245</c:v>
                </c:pt>
                <c:pt idx="152">
                  <c:v>46246</c:v>
                </c:pt>
                <c:pt idx="153">
                  <c:v>46247</c:v>
                </c:pt>
                <c:pt idx="154">
                  <c:v>46248</c:v>
                </c:pt>
                <c:pt idx="155">
                  <c:v>46251</c:v>
                </c:pt>
                <c:pt idx="156">
                  <c:v>46252</c:v>
                </c:pt>
                <c:pt idx="157">
                  <c:v>46253</c:v>
                </c:pt>
                <c:pt idx="158">
                  <c:v>46254</c:v>
                </c:pt>
                <c:pt idx="159">
                  <c:v>46255</c:v>
                </c:pt>
                <c:pt idx="160">
                  <c:v>46258</c:v>
                </c:pt>
                <c:pt idx="161">
                  <c:v>46259</c:v>
                </c:pt>
                <c:pt idx="162">
                  <c:v>46260</c:v>
                </c:pt>
                <c:pt idx="163">
                  <c:v>46261</c:v>
                </c:pt>
                <c:pt idx="164">
                  <c:v>46024</c:v>
                </c:pt>
                <c:pt idx="165">
                  <c:v>46027</c:v>
                </c:pt>
                <c:pt idx="166">
                  <c:v>46028</c:v>
                </c:pt>
                <c:pt idx="167">
                  <c:v>46029</c:v>
                </c:pt>
                <c:pt idx="168">
                  <c:v>46030</c:v>
                </c:pt>
                <c:pt idx="169">
                  <c:v>46031</c:v>
                </c:pt>
                <c:pt idx="170">
                  <c:v>46034</c:v>
                </c:pt>
                <c:pt idx="171">
                  <c:v>46035</c:v>
                </c:pt>
                <c:pt idx="172">
                  <c:v>46036</c:v>
                </c:pt>
                <c:pt idx="173">
                  <c:v>46037</c:v>
                </c:pt>
                <c:pt idx="174">
                  <c:v>46038</c:v>
                </c:pt>
                <c:pt idx="175">
                  <c:v>46041</c:v>
                </c:pt>
                <c:pt idx="176">
                  <c:v>46042</c:v>
                </c:pt>
                <c:pt idx="177">
                  <c:v>46043</c:v>
                </c:pt>
                <c:pt idx="178">
                  <c:v>46044</c:v>
                </c:pt>
                <c:pt idx="179">
                  <c:v>46045</c:v>
                </c:pt>
                <c:pt idx="180">
                  <c:v>46048</c:v>
                </c:pt>
                <c:pt idx="181">
                  <c:v>46049</c:v>
                </c:pt>
                <c:pt idx="182">
                  <c:v>46050</c:v>
                </c:pt>
                <c:pt idx="183">
                  <c:v>46051</c:v>
                </c:pt>
                <c:pt idx="184">
                  <c:v>46052</c:v>
                </c:pt>
                <c:pt idx="185">
                  <c:v>46055</c:v>
                </c:pt>
                <c:pt idx="186">
                  <c:v>46056</c:v>
                </c:pt>
                <c:pt idx="187">
                  <c:v>46057</c:v>
                </c:pt>
                <c:pt idx="188">
                  <c:v>46058</c:v>
                </c:pt>
                <c:pt idx="189">
                  <c:v>46059</c:v>
                </c:pt>
                <c:pt idx="190">
                  <c:v>46062</c:v>
                </c:pt>
                <c:pt idx="191">
                  <c:v>46063</c:v>
                </c:pt>
                <c:pt idx="192">
                  <c:v>46064</c:v>
                </c:pt>
                <c:pt idx="193">
                  <c:v>46065</c:v>
                </c:pt>
                <c:pt idx="194">
                  <c:v>46066</c:v>
                </c:pt>
                <c:pt idx="195">
                  <c:v>46071</c:v>
                </c:pt>
                <c:pt idx="196">
                  <c:v>46072</c:v>
                </c:pt>
                <c:pt idx="197">
                  <c:v>46073</c:v>
                </c:pt>
                <c:pt idx="198">
                  <c:v>46076</c:v>
                </c:pt>
                <c:pt idx="199">
                  <c:v>46077</c:v>
                </c:pt>
                <c:pt idx="200">
                  <c:v>46078</c:v>
                </c:pt>
                <c:pt idx="201">
                  <c:v>46079</c:v>
                </c:pt>
                <c:pt idx="202">
                  <c:v>46080</c:v>
                </c:pt>
                <c:pt idx="203">
                  <c:v>46083</c:v>
                </c:pt>
                <c:pt idx="204">
                  <c:v>46084</c:v>
                </c:pt>
                <c:pt idx="205">
                  <c:v>46085</c:v>
                </c:pt>
                <c:pt idx="206">
                  <c:v>46086</c:v>
                </c:pt>
                <c:pt idx="207">
                  <c:v>46087</c:v>
                </c:pt>
                <c:pt idx="208">
                  <c:v>46090</c:v>
                </c:pt>
                <c:pt idx="209">
                  <c:v>46091</c:v>
                </c:pt>
                <c:pt idx="210">
                  <c:v>46092</c:v>
                </c:pt>
                <c:pt idx="211">
                  <c:v>46093</c:v>
                </c:pt>
                <c:pt idx="212">
                  <c:v>46094</c:v>
                </c:pt>
                <c:pt idx="213">
                  <c:v>46097</c:v>
                </c:pt>
                <c:pt idx="214">
                  <c:v>46098</c:v>
                </c:pt>
                <c:pt idx="215">
                  <c:v>46099</c:v>
                </c:pt>
                <c:pt idx="216">
                  <c:v>46100</c:v>
                </c:pt>
                <c:pt idx="217">
                  <c:v>46101</c:v>
                </c:pt>
                <c:pt idx="218">
                  <c:v>46104</c:v>
                </c:pt>
                <c:pt idx="219">
                  <c:v>46105</c:v>
                </c:pt>
                <c:pt idx="220">
                  <c:v>46106</c:v>
                </c:pt>
                <c:pt idx="221">
                  <c:v>46107</c:v>
                </c:pt>
                <c:pt idx="222">
                  <c:v>46108</c:v>
                </c:pt>
                <c:pt idx="223">
                  <c:v>46111</c:v>
                </c:pt>
                <c:pt idx="224">
                  <c:v>46112</c:v>
                </c:pt>
                <c:pt idx="225">
                  <c:v>46113</c:v>
                </c:pt>
                <c:pt idx="226">
                  <c:v>46114</c:v>
                </c:pt>
                <c:pt idx="227">
                  <c:v>46118</c:v>
                </c:pt>
                <c:pt idx="228">
                  <c:v>46119</c:v>
                </c:pt>
                <c:pt idx="229">
                  <c:v>46120</c:v>
                </c:pt>
                <c:pt idx="230">
                  <c:v>46121</c:v>
                </c:pt>
                <c:pt idx="231">
                  <c:v>46122</c:v>
                </c:pt>
                <c:pt idx="232">
                  <c:v>46125</c:v>
                </c:pt>
                <c:pt idx="233">
                  <c:v>46126</c:v>
                </c:pt>
                <c:pt idx="234">
                  <c:v>46127</c:v>
                </c:pt>
                <c:pt idx="235">
                  <c:v>46128</c:v>
                </c:pt>
                <c:pt idx="236">
                  <c:v>46129</c:v>
                </c:pt>
                <c:pt idx="237">
                  <c:v>46132</c:v>
                </c:pt>
                <c:pt idx="238">
                  <c:v>46134</c:v>
                </c:pt>
                <c:pt idx="239">
                  <c:v>46135</c:v>
                </c:pt>
                <c:pt idx="240">
                  <c:v>46136</c:v>
                </c:pt>
                <c:pt idx="241">
                  <c:v>46139</c:v>
                </c:pt>
                <c:pt idx="242">
                  <c:v>46140</c:v>
                </c:pt>
                <c:pt idx="243">
                  <c:v>46141</c:v>
                </c:pt>
                <c:pt idx="244">
                  <c:v>46142</c:v>
                </c:pt>
                <c:pt idx="245">
                  <c:v>46146</c:v>
                </c:pt>
                <c:pt idx="246">
                  <c:v>46147</c:v>
                </c:pt>
                <c:pt idx="247">
                  <c:v>46148</c:v>
                </c:pt>
                <c:pt idx="248">
                  <c:v>46149</c:v>
                </c:pt>
                <c:pt idx="249">
                  <c:v>46150</c:v>
                </c:pt>
                <c:pt idx="250">
                  <c:v>46153</c:v>
                </c:pt>
                <c:pt idx="251">
                  <c:v>46154</c:v>
                </c:pt>
                <c:pt idx="252">
                  <c:v>46155</c:v>
                </c:pt>
                <c:pt idx="253">
                  <c:v>46156</c:v>
                </c:pt>
                <c:pt idx="254">
                  <c:v>46157</c:v>
                </c:pt>
                <c:pt idx="255">
                  <c:v>46160</c:v>
                </c:pt>
                <c:pt idx="256">
                  <c:v>46161</c:v>
                </c:pt>
                <c:pt idx="257">
                  <c:v>46162</c:v>
                </c:pt>
                <c:pt idx="258">
                  <c:v>46163</c:v>
                </c:pt>
                <c:pt idx="259">
                  <c:v>46164</c:v>
                </c:pt>
                <c:pt idx="260">
                  <c:v>46167</c:v>
                </c:pt>
                <c:pt idx="261">
                  <c:v>46168</c:v>
                </c:pt>
                <c:pt idx="262">
                  <c:v>46169</c:v>
                </c:pt>
                <c:pt idx="263">
                  <c:v>46170</c:v>
                </c:pt>
                <c:pt idx="264">
                  <c:v>46171</c:v>
                </c:pt>
                <c:pt idx="265">
                  <c:v>46174</c:v>
                </c:pt>
                <c:pt idx="266">
                  <c:v>46175</c:v>
                </c:pt>
                <c:pt idx="267">
                  <c:v>46176</c:v>
                </c:pt>
                <c:pt idx="268">
                  <c:v>46178</c:v>
                </c:pt>
                <c:pt idx="269">
                  <c:v>46181</c:v>
                </c:pt>
                <c:pt idx="270">
                  <c:v>46182</c:v>
                </c:pt>
                <c:pt idx="271">
                  <c:v>46183</c:v>
                </c:pt>
                <c:pt idx="272">
                  <c:v>46184</c:v>
                </c:pt>
                <c:pt idx="273">
                  <c:v>46185</c:v>
                </c:pt>
                <c:pt idx="274">
                  <c:v>46188</c:v>
                </c:pt>
                <c:pt idx="275">
                  <c:v>46189</c:v>
                </c:pt>
                <c:pt idx="276">
                  <c:v>46190</c:v>
                </c:pt>
                <c:pt idx="277">
                  <c:v>46191</c:v>
                </c:pt>
                <c:pt idx="278">
                  <c:v>46192</c:v>
                </c:pt>
                <c:pt idx="279">
                  <c:v>46195</c:v>
                </c:pt>
                <c:pt idx="280">
                  <c:v>46196</c:v>
                </c:pt>
                <c:pt idx="281">
                  <c:v>46197</c:v>
                </c:pt>
                <c:pt idx="282">
                  <c:v>46198</c:v>
                </c:pt>
                <c:pt idx="283">
                  <c:v>46199</c:v>
                </c:pt>
                <c:pt idx="284">
                  <c:v>46202</c:v>
                </c:pt>
                <c:pt idx="285">
                  <c:v>46203</c:v>
                </c:pt>
                <c:pt idx="286">
                  <c:v>46204</c:v>
                </c:pt>
                <c:pt idx="287">
                  <c:v>46205</c:v>
                </c:pt>
                <c:pt idx="288">
                  <c:v>46206</c:v>
                </c:pt>
                <c:pt idx="289">
                  <c:v>46209</c:v>
                </c:pt>
                <c:pt idx="290">
                  <c:v>46210</c:v>
                </c:pt>
                <c:pt idx="291">
                  <c:v>46211</c:v>
                </c:pt>
                <c:pt idx="292">
                  <c:v>46212</c:v>
                </c:pt>
                <c:pt idx="293">
                  <c:v>46213</c:v>
                </c:pt>
                <c:pt idx="294">
                  <c:v>46216</c:v>
                </c:pt>
                <c:pt idx="295">
                  <c:v>46217</c:v>
                </c:pt>
                <c:pt idx="296">
                  <c:v>46218</c:v>
                </c:pt>
                <c:pt idx="297">
                  <c:v>46219</c:v>
                </c:pt>
                <c:pt idx="298">
                  <c:v>46220</c:v>
                </c:pt>
                <c:pt idx="299">
                  <c:v>46223</c:v>
                </c:pt>
                <c:pt idx="300">
                  <c:v>46224</c:v>
                </c:pt>
                <c:pt idx="301">
                  <c:v>46225</c:v>
                </c:pt>
                <c:pt idx="302">
                  <c:v>46226</c:v>
                </c:pt>
                <c:pt idx="303">
                  <c:v>46227</c:v>
                </c:pt>
                <c:pt idx="304">
                  <c:v>46230</c:v>
                </c:pt>
                <c:pt idx="305">
                  <c:v>46231</c:v>
                </c:pt>
                <c:pt idx="306">
                  <c:v>46232</c:v>
                </c:pt>
                <c:pt idx="307">
                  <c:v>46233</c:v>
                </c:pt>
                <c:pt idx="308">
                  <c:v>46234</c:v>
                </c:pt>
                <c:pt idx="309">
                  <c:v>46237</c:v>
                </c:pt>
                <c:pt idx="310">
                  <c:v>46238</c:v>
                </c:pt>
                <c:pt idx="311">
                  <c:v>46239</c:v>
                </c:pt>
                <c:pt idx="312">
                  <c:v>46240</c:v>
                </c:pt>
                <c:pt idx="313">
                  <c:v>46241</c:v>
                </c:pt>
                <c:pt idx="314">
                  <c:v>46244</c:v>
                </c:pt>
                <c:pt idx="315">
                  <c:v>46245</c:v>
                </c:pt>
                <c:pt idx="316">
                  <c:v>46246</c:v>
                </c:pt>
                <c:pt idx="317">
                  <c:v>46247</c:v>
                </c:pt>
                <c:pt idx="318">
                  <c:v>46248</c:v>
                </c:pt>
                <c:pt idx="319">
                  <c:v>46251</c:v>
                </c:pt>
                <c:pt idx="320">
                  <c:v>46252</c:v>
                </c:pt>
                <c:pt idx="321">
                  <c:v>46253</c:v>
                </c:pt>
                <c:pt idx="322">
                  <c:v>46254</c:v>
                </c:pt>
                <c:pt idx="323">
                  <c:v>46255</c:v>
                </c:pt>
                <c:pt idx="324">
                  <c:v>46258</c:v>
                </c:pt>
                <c:pt idx="325">
                  <c:v>46259</c:v>
                </c:pt>
                <c:pt idx="326">
                  <c:v>46260</c:v>
                </c:pt>
                <c:pt idx="327">
                  <c:v>46261</c:v>
                </c:pt>
                <c:pt idx="328">
                  <c:v>46024</c:v>
                </c:pt>
                <c:pt idx="329">
                  <c:v>46027</c:v>
                </c:pt>
                <c:pt idx="330">
                  <c:v>46028</c:v>
                </c:pt>
                <c:pt idx="331">
                  <c:v>46029</c:v>
                </c:pt>
                <c:pt idx="332">
                  <c:v>46030</c:v>
                </c:pt>
                <c:pt idx="333">
                  <c:v>46031</c:v>
                </c:pt>
                <c:pt idx="334">
                  <c:v>46034</c:v>
                </c:pt>
                <c:pt idx="335">
                  <c:v>46035</c:v>
                </c:pt>
                <c:pt idx="336">
                  <c:v>46036</c:v>
                </c:pt>
                <c:pt idx="337">
                  <c:v>46037</c:v>
                </c:pt>
                <c:pt idx="338">
                  <c:v>46038</c:v>
                </c:pt>
                <c:pt idx="339">
                  <c:v>46041</c:v>
                </c:pt>
                <c:pt idx="340">
                  <c:v>46042</c:v>
                </c:pt>
                <c:pt idx="341">
                  <c:v>46043</c:v>
                </c:pt>
                <c:pt idx="342">
                  <c:v>46044</c:v>
                </c:pt>
                <c:pt idx="343">
                  <c:v>46045</c:v>
                </c:pt>
                <c:pt idx="344">
                  <c:v>46048</c:v>
                </c:pt>
                <c:pt idx="345">
                  <c:v>46049</c:v>
                </c:pt>
                <c:pt idx="346">
                  <c:v>46050</c:v>
                </c:pt>
                <c:pt idx="347">
                  <c:v>46051</c:v>
                </c:pt>
                <c:pt idx="348">
                  <c:v>46052</c:v>
                </c:pt>
                <c:pt idx="349">
                  <c:v>46055</c:v>
                </c:pt>
                <c:pt idx="350">
                  <c:v>46056</c:v>
                </c:pt>
                <c:pt idx="351">
                  <c:v>46057</c:v>
                </c:pt>
                <c:pt idx="352">
                  <c:v>46058</c:v>
                </c:pt>
                <c:pt idx="353">
                  <c:v>46059</c:v>
                </c:pt>
                <c:pt idx="354">
                  <c:v>46062</c:v>
                </c:pt>
                <c:pt idx="355">
                  <c:v>46063</c:v>
                </c:pt>
                <c:pt idx="356">
                  <c:v>46064</c:v>
                </c:pt>
                <c:pt idx="357">
                  <c:v>46065</c:v>
                </c:pt>
                <c:pt idx="358">
                  <c:v>46066</c:v>
                </c:pt>
                <c:pt idx="359">
                  <c:v>46071</c:v>
                </c:pt>
                <c:pt idx="360">
                  <c:v>46072</c:v>
                </c:pt>
                <c:pt idx="361">
                  <c:v>46073</c:v>
                </c:pt>
                <c:pt idx="362">
                  <c:v>46076</c:v>
                </c:pt>
                <c:pt idx="363">
                  <c:v>46077</c:v>
                </c:pt>
                <c:pt idx="364">
                  <c:v>46078</c:v>
                </c:pt>
                <c:pt idx="365">
                  <c:v>46079</c:v>
                </c:pt>
                <c:pt idx="366">
                  <c:v>46080</c:v>
                </c:pt>
                <c:pt idx="367">
                  <c:v>46083</c:v>
                </c:pt>
                <c:pt idx="368">
                  <c:v>46084</c:v>
                </c:pt>
                <c:pt idx="369">
                  <c:v>46085</c:v>
                </c:pt>
                <c:pt idx="370">
                  <c:v>46086</c:v>
                </c:pt>
                <c:pt idx="371">
                  <c:v>46087</c:v>
                </c:pt>
                <c:pt idx="372">
                  <c:v>46090</c:v>
                </c:pt>
                <c:pt idx="373">
                  <c:v>46091</c:v>
                </c:pt>
                <c:pt idx="374">
                  <c:v>46092</c:v>
                </c:pt>
                <c:pt idx="375">
                  <c:v>46093</c:v>
                </c:pt>
                <c:pt idx="376">
                  <c:v>46094</c:v>
                </c:pt>
                <c:pt idx="377">
                  <c:v>46097</c:v>
                </c:pt>
                <c:pt idx="378">
                  <c:v>46098</c:v>
                </c:pt>
                <c:pt idx="379">
                  <c:v>46099</c:v>
                </c:pt>
                <c:pt idx="380">
                  <c:v>46100</c:v>
                </c:pt>
                <c:pt idx="381">
                  <c:v>46101</c:v>
                </c:pt>
                <c:pt idx="382">
                  <c:v>46104</c:v>
                </c:pt>
                <c:pt idx="383">
                  <c:v>46105</c:v>
                </c:pt>
                <c:pt idx="384">
                  <c:v>46106</c:v>
                </c:pt>
                <c:pt idx="385">
                  <c:v>46107</c:v>
                </c:pt>
                <c:pt idx="386">
                  <c:v>46108</c:v>
                </c:pt>
                <c:pt idx="387">
                  <c:v>46111</c:v>
                </c:pt>
                <c:pt idx="388">
                  <c:v>46112</c:v>
                </c:pt>
                <c:pt idx="389">
                  <c:v>46113</c:v>
                </c:pt>
                <c:pt idx="390">
                  <c:v>46114</c:v>
                </c:pt>
                <c:pt idx="391">
                  <c:v>46118</c:v>
                </c:pt>
                <c:pt idx="392">
                  <c:v>46119</c:v>
                </c:pt>
                <c:pt idx="393">
                  <c:v>46120</c:v>
                </c:pt>
                <c:pt idx="394">
                  <c:v>46121</c:v>
                </c:pt>
                <c:pt idx="395">
                  <c:v>46122</c:v>
                </c:pt>
                <c:pt idx="396">
                  <c:v>46125</c:v>
                </c:pt>
                <c:pt idx="397">
                  <c:v>46126</c:v>
                </c:pt>
                <c:pt idx="398">
                  <c:v>46127</c:v>
                </c:pt>
                <c:pt idx="399">
                  <c:v>46128</c:v>
                </c:pt>
                <c:pt idx="400">
                  <c:v>46129</c:v>
                </c:pt>
                <c:pt idx="401">
                  <c:v>46132</c:v>
                </c:pt>
                <c:pt idx="402">
                  <c:v>46134</c:v>
                </c:pt>
                <c:pt idx="403">
                  <c:v>46135</c:v>
                </c:pt>
                <c:pt idx="404">
                  <c:v>46136</c:v>
                </c:pt>
                <c:pt idx="405">
                  <c:v>46139</c:v>
                </c:pt>
                <c:pt idx="406">
                  <c:v>46140</c:v>
                </c:pt>
                <c:pt idx="407">
                  <c:v>46141</c:v>
                </c:pt>
                <c:pt idx="408">
                  <c:v>46142</c:v>
                </c:pt>
                <c:pt idx="409">
                  <c:v>46146</c:v>
                </c:pt>
                <c:pt idx="410">
                  <c:v>46147</c:v>
                </c:pt>
                <c:pt idx="411">
                  <c:v>46148</c:v>
                </c:pt>
                <c:pt idx="412">
                  <c:v>46149</c:v>
                </c:pt>
                <c:pt idx="413">
                  <c:v>46150</c:v>
                </c:pt>
                <c:pt idx="414">
                  <c:v>46153</c:v>
                </c:pt>
                <c:pt idx="415">
                  <c:v>46154</c:v>
                </c:pt>
                <c:pt idx="416">
                  <c:v>46155</c:v>
                </c:pt>
                <c:pt idx="417">
                  <c:v>46156</c:v>
                </c:pt>
                <c:pt idx="418">
                  <c:v>46157</c:v>
                </c:pt>
                <c:pt idx="419">
                  <c:v>46160</c:v>
                </c:pt>
                <c:pt idx="420">
                  <c:v>46161</c:v>
                </c:pt>
                <c:pt idx="421">
                  <c:v>46162</c:v>
                </c:pt>
                <c:pt idx="422">
                  <c:v>46163</c:v>
                </c:pt>
                <c:pt idx="423">
                  <c:v>46164</c:v>
                </c:pt>
                <c:pt idx="424">
                  <c:v>46167</c:v>
                </c:pt>
                <c:pt idx="425">
                  <c:v>46168</c:v>
                </c:pt>
                <c:pt idx="426">
                  <c:v>46169</c:v>
                </c:pt>
                <c:pt idx="427">
                  <c:v>46170</c:v>
                </c:pt>
                <c:pt idx="428">
                  <c:v>46171</c:v>
                </c:pt>
                <c:pt idx="429">
                  <c:v>46174</c:v>
                </c:pt>
                <c:pt idx="430">
                  <c:v>46175</c:v>
                </c:pt>
                <c:pt idx="431">
                  <c:v>46176</c:v>
                </c:pt>
                <c:pt idx="432">
                  <c:v>46178</c:v>
                </c:pt>
                <c:pt idx="433">
                  <c:v>46181</c:v>
                </c:pt>
                <c:pt idx="434">
                  <c:v>46182</c:v>
                </c:pt>
                <c:pt idx="435">
                  <c:v>46183</c:v>
                </c:pt>
                <c:pt idx="436">
                  <c:v>46184</c:v>
                </c:pt>
                <c:pt idx="437">
                  <c:v>46185</c:v>
                </c:pt>
                <c:pt idx="438">
                  <c:v>46188</c:v>
                </c:pt>
                <c:pt idx="439">
                  <c:v>46189</c:v>
                </c:pt>
                <c:pt idx="440">
                  <c:v>46190</c:v>
                </c:pt>
                <c:pt idx="441">
                  <c:v>46191</c:v>
                </c:pt>
                <c:pt idx="442">
                  <c:v>46192</c:v>
                </c:pt>
                <c:pt idx="443">
                  <c:v>46195</c:v>
                </c:pt>
                <c:pt idx="444">
                  <c:v>46196</c:v>
                </c:pt>
                <c:pt idx="445">
                  <c:v>46197</c:v>
                </c:pt>
                <c:pt idx="446">
                  <c:v>46198</c:v>
                </c:pt>
                <c:pt idx="447">
                  <c:v>46199</c:v>
                </c:pt>
                <c:pt idx="448">
                  <c:v>46202</c:v>
                </c:pt>
                <c:pt idx="449">
                  <c:v>46203</c:v>
                </c:pt>
                <c:pt idx="450">
                  <c:v>46204</c:v>
                </c:pt>
                <c:pt idx="451">
                  <c:v>46205</c:v>
                </c:pt>
                <c:pt idx="452">
                  <c:v>46206</c:v>
                </c:pt>
                <c:pt idx="453">
                  <c:v>46209</c:v>
                </c:pt>
                <c:pt idx="454">
                  <c:v>46210</c:v>
                </c:pt>
                <c:pt idx="455">
                  <c:v>46211</c:v>
                </c:pt>
                <c:pt idx="456">
                  <c:v>46212</c:v>
                </c:pt>
                <c:pt idx="457">
                  <c:v>46213</c:v>
                </c:pt>
                <c:pt idx="458">
                  <c:v>46216</c:v>
                </c:pt>
                <c:pt idx="459">
                  <c:v>46217</c:v>
                </c:pt>
                <c:pt idx="460">
                  <c:v>46218</c:v>
                </c:pt>
                <c:pt idx="461">
                  <c:v>46219</c:v>
                </c:pt>
                <c:pt idx="462">
                  <c:v>46220</c:v>
                </c:pt>
                <c:pt idx="463">
                  <c:v>46223</c:v>
                </c:pt>
                <c:pt idx="464">
                  <c:v>46224</c:v>
                </c:pt>
                <c:pt idx="465">
                  <c:v>46225</c:v>
                </c:pt>
                <c:pt idx="466">
                  <c:v>46226</c:v>
                </c:pt>
                <c:pt idx="467">
                  <c:v>46227</c:v>
                </c:pt>
                <c:pt idx="468">
                  <c:v>46230</c:v>
                </c:pt>
                <c:pt idx="469">
                  <c:v>46231</c:v>
                </c:pt>
                <c:pt idx="470">
                  <c:v>46232</c:v>
                </c:pt>
                <c:pt idx="471">
                  <c:v>46233</c:v>
                </c:pt>
                <c:pt idx="472">
                  <c:v>46234</c:v>
                </c:pt>
                <c:pt idx="473">
                  <c:v>46237</c:v>
                </c:pt>
                <c:pt idx="474">
                  <c:v>46238</c:v>
                </c:pt>
                <c:pt idx="475">
                  <c:v>46239</c:v>
                </c:pt>
                <c:pt idx="476">
                  <c:v>46240</c:v>
                </c:pt>
                <c:pt idx="477">
                  <c:v>46241</c:v>
                </c:pt>
                <c:pt idx="478">
                  <c:v>46244</c:v>
                </c:pt>
                <c:pt idx="479">
                  <c:v>46245</c:v>
                </c:pt>
                <c:pt idx="480">
                  <c:v>46246</c:v>
                </c:pt>
                <c:pt idx="481">
                  <c:v>46247</c:v>
                </c:pt>
                <c:pt idx="482">
                  <c:v>46248</c:v>
                </c:pt>
                <c:pt idx="483">
                  <c:v>46251</c:v>
                </c:pt>
                <c:pt idx="484">
                  <c:v>46252</c:v>
                </c:pt>
                <c:pt idx="485">
                  <c:v>46253</c:v>
                </c:pt>
                <c:pt idx="486">
                  <c:v>46254</c:v>
                </c:pt>
                <c:pt idx="487">
                  <c:v>46255</c:v>
                </c:pt>
                <c:pt idx="488">
                  <c:v>46258</c:v>
                </c:pt>
                <c:pt idx="489">
                  <c:v>46259</c:v>
                </c:pt>
                <c:pt idx="490">
                  <c:v>46260</c:v>
                </c:pt>
                <c:pt idx="491">
                  <c:v>46261</c:v>
                </c:pt>
                <c:pt idx="492">
                  <c:v>46024</c:v>
                </c:pt>
                <c:pt idx="493">
                  <c:v>46027</c:v>
                </c:pt>
                <c:pt idx="494">
                  <c:v>46028</c:v>
                </c:pt>
                <c:pt idx="495">
                  <c:v>46029</c:v>
                </c:pt>
                <c:pt idx="496">
                  <c:v>46030</c:v>
                </c:pt>
                <c:pt idx="497">
                  <c:v>46031</c:v>
                </c:pt>
                <c:pt idx="498">
                  <c:v>46034</c:v>
                </c:pt>
                <c:pt idx="499">
                  <c:v>46035</c:v>
                </c:pt>
                <c:pt idx="500">
                  <c:v>46036</c:v>
                </c:pt>
                <c:pt idx="501">
                  <c:v>46037</c:v>
                </c:pt>
                <c:pt idx="502">
                  <c:v>46038</c:v>
                </c:pt>
                <c:pt idx="503">
                  <c:v>46041</c:v>
                </c:pt>
                <c:pt idx="504">
                  <c:v>46042</c:v>
                </c:pt>
                <c:pt idx="505">
                  <c:v>46043</c:v>
                </c:pt>
                <c:pt idx="506">
                  <c:v>46044</c:v>
                </c:pt>
                <c:pt idx="507">
                  <c:v>46045</c:v>
                </c:pt>
                <c:pt idx="508">
                  <c:v>46048</c:v>
                </c:pt>
                <c:pt idx="509">
                  <c:v>46049</c:v>
                </c:pt>
                <c:pt idx="510">
                  <c:v>46050</c:v>
                </c:pt>
                <c:pt idx="511">
                  <c:v>46051</c:v>
                </c:pt>
                <c:pt idx="512">
                  <c:v>46052</c:v>
                </c:pt>
                <c:pt idx="513">
                  <c:v>46055</c:v>
                </c:pt>
                <c:pt idx="514">
                  <c:v>46056</c:v>
                </c:pt>
                <c:pt idx="515">
                  <c:v>46057</c:v>
                </c:pt>
                <c:pt idx="516">
                  <c:v>46058</c:v>
                </c:pt>
                <c:pt idx="517">
                  <c:v>46059</c:v>
                </c:pt>
                <c:pt idx="518">
                  <c:v>46062</c:v>
                </c:pt>
                <c:pt idx="519">
                  <c:v>46063</c:v>
                </c:pt>
                <c:pt idx="520">
                  <c:v>46064</c:v>
                </c:pt>
                <c:pt idx="521">
                  <c:v>46065</c:v>
                </c:pt>
                <c:pt idx="522">
                  <c:v>46066</c:v>
                </c:pt>
                <c:pt idx="523">
                  <c:v>46071</c:v>
                </c:pt>
                <c:pt idx="524">
                  <c:v>46072</c:v>
                </c:pt>
                <c:pt idx="525">
                  <c:v>46073</c:v>
                </c:pt>
                <c:pt idx="526">
                  <c:v>46076</c:v>
                </c:pt>
                <c:pt idx="527">
                  <c:v>46077</c:v>
                </c:pt>
                <c:pt idx="528">
                  <c:v>46078</c:v>
                </c:pt>
                <c:pt idx="529">
                  <c:v>46079</c:v>
                </c:pt>
                <c:pt idx="530">
                  <c:v>46080</c:v>
                </c:pt>
                <c:pt idx="531">
                  <c:v>46083</c:v>
                </c:pt>
                <c:pt idx="532">
                  <c:v>46084</c:v>
                </c:pt>
                <c:pt idx="533">
                  <c:v>46085</c:v>
                </c:pt>
                <c:pt idx="534">
                  <c:v>46086</c:v>
                </c:pt>
                <c:pt idx="535">
                  <c:v>46087</c:v>
                </c:pt>
                <c:pt idx="536">
                  <c:v>46090</c:v>
                </c:pt>
                <c:pt idx="537">
                  <c:v>46091</c:v>
                </c:pt>
                <c:pt idx="538">
                  <c:v>46092</c:v>
                </c:pt>
                <c:pt idx="539">
                  <c:v>46093</c:v>
                </c:pt>
                <c:pt idx="540">
                  <c:v>46094</c:v>
                </c:pt>
                <c:pt idx="541">
                  <c:v>46097</c:v>
                </c:pt>
                <c:pt idx="542">
                  <c:v>46098</c:v>
                </c:pt>
                <c:pt idx="543">
                  <c:v>46099</c:v>
                </c:pt>
                <c:pt idx="544">
                  <c:v>46100</c:v>
                </c:pt>
                <c:pt idx="545">
                  <c:v>46101</c:v>
                </c:pt>
                <c:pt idx="546">
                  <c:v>46104</c:v>
                </c:pt>
                <c:pt idx="547">
                  <c:v>46105</c:v>
                </c:pt>
                <c:pt idx="548">
                  <c:v>46106</c:v>
                </c:pt>
                <c:pt idx="549">
                  <c:v>46107</c:v>
                </c:pt>
                <c:pt idx="550">
                  <c:v>46108</c:v>
                </c:pt>
                <c:pt idx="551">
                  <c:v>46111</c:v>
                </c:pt>
                <c:pt idx="552">
                  <c:v>46112</c:v>
                </c:pt>
                <c:pt idx="553">
                  <c:v>46113</c:v>
                </c:pt>
                <c:pt idx="554">
                  <c:v>46114</c:v>
                </c:pt>
                <c:pt idx="555">
                  <c:v>46118</c:v>
                </c:pt>
                <c:pt idx="556">
                  <c:v>46119</c:v>
                </c:pt>
                <c:pt idx="557">
                  <c:v>46120</c:v>
                </c:pt>
                <c:pt idx="558">
                  <c:v>46121</c:v>
                </c:pt>
                <c:pt idx="559">
                  <c:v>46122</c:v>
                </c:pt>
                <c:pt idx="560">
                  <c:v>46125</c:v>
                </c:pt>
                <c:pt idx="561">
                  <c:v>46126</c:v>
                </c:pt>
                <c:pt idx="562">
                  <c:v>46127</c:v>
                </c:pt>
                <c:pt idx="563">
                  <c:v>46128</c:v>
                </c:pt>
                <c:pt idx="564">
                  <c:v>46129</c:v>
                </c:pt>
                <c:pt idx="565">
                  <c:v>46132</c:v>
                </c:pt>
                <c:pt idx="566">
                  <c:v>46134</c:v>
                </c:pt>
                <c:pt idx="567">
                  <c:v>46135</c:v>
                </c:pt>
                <c:pt idx="568">
                  <c:v>46136</c:v>
                </c:pt>
                <c:pt idx="569">
                  <c:v>46139</c:v>
                </c:pt>
                <c:pt idx="570">
                  <c:v>46140</c:v>
                </c:pt>
                <c:pt idx="571">
                  <c:v>46141</c:v>
                </c:pt>
                <c:pt idx="572">
                  <c:v>46142</c:v>
                </c:pt>
                <c:pt idx="573">
                  <c:v>46146</c:v>
                </c:pt>
                <c:pt idx="574">
                  <c:v>46147</c:v>
                </c:pt>
                <c:pt idx="575">
                  <c:v>46148</c:v>
                </c:pt>
                <c:pt idx="576">
                  <c:v>46149</c:v>
                </c:pt>
                <c:pt idx="577">
                  <c:v>46150</c:v>
                </c:pt>
                <c:pt idx="578">
                  <c:v>46153</c:v>
                </c:pt>
                <c:pt idx="579">
                  <c:v>46154</c:v>
                </c:pt>
                <c:pt idx="580">
                  <c:v>46155</c:v>
                </c:pt>
                <c:pt idx="581">
                  <c:v>46156</c:v>
                </c:pt>
                <c:pt idx="582">
                  <c:v>46157</c:v>
                </c:pt>
                <c:pt idx="583">
                  <c:v>46160</c:v>
                </c:pt>
                <c:pt idx="584">
                  <c:v>46161</c:v>
                </c:pt>
                <c:pt idx="585">
                  <c:v>46162</c:v>
                </c:pt>
                <c:pt idx="586">
                  <c:v>46163</c:v>
                </c:pt>
                <c:pt idx="587">
                  <c:v>46164</c:v>
                </c:pt>
                <c:pt idx="588">
                  <c:v>46167</c:v>
                </c:pt>
                <c:pt idx="589">
                  <c:v>46168</c:v>
                </c:pt>
                <c:pt idx="590">
                  <c:v>46169</c:v>
                </c:pt>
                <c:pt idx="591">
                  <c:v>46170</c:v>
                </c:pt>
                <c:pt idx="592">
                  <c:v>46171</c:v>
                </c:pt>
                <c:pt idx="593">
                  <c:v>46174</c:v>
                </c:pt>
                <c:pt idx="594">
                  <c:v>46175</c:v>
                </c:pt>
                <c:pt idx="595">
                  <c:v>46176</c:v>
                </c:pt>
                <c:pt idx="596">
                  <c:v>46178</c:v>
                </c:pt>
                <c:pt idx="597">
                  <c:v>46181</c:v>
                </c:pt>
                <c:pt idx="598">
                  <c:v>46182</c:v>
                </c:pt>
                <c:pt idx="599">
                  <c:v>46183</c:v>
                </c:pt>
                <c:pt idx="600">
                  <c:v>46184</c:v>
                </c:pt>
                <c:pt idx="601">
                  <c:v>46185</c:v>
                </c:pt>
                <c:pt idx="602">
                  <c:v>46188</c:v>
                </c:pt>
                <c:pt idx="603">
                  <c:v>46189</c:v>
                </c:pt>
                <c:pt idx="604">
                  <c:v>46190</c:v>
                </c:pt>
                <c:pt idx="605">
                  <c:v>46191</c:v>
                </c:pt>
                <c:pt idx="606">
                  <c:v>46192</c:v>
                </c:pt>
                <c:pt idx="607">
                  <c:v>46195</c:v>
                </c:pt>
                <c:pt idx="608">
                  <c:v>46196</c:v>
                </c:pt>
                <c:pt idx="609">
                  <c:v>46197</c:v>
                </c:pt>
                <c:pt idx="610">
                  <c:v>46198</c:v>
                </c:pt>
                <c:pt idx="611">
                  <c:v>46199</c:v>
                </c:pt>
                <c:pt idx="612">
                  <c:v>46202</c:v>
                </c:pt>
                <c:pt idx="613">
                  <c:v>46203</c:v>
                </c:pt>
                <c:pt idx="614">
                  <c:v>46204</c:v>
                </c:pt>
                <c:pt idx="615">
                  <c:v>46205</c:v>
                </c:pt>
                <c:pt idx="616">
                  <c:v>46206</c:v>
                </c:pt>
                <c:pt idx="617">
                  <c:v>46209</c:v>
                </c:pt>
                <c:pt idx="618">
                  <c:v>46210</c:v>
                </c:pt>
                <c:pt idx="619">
                  <c:v>46211</c:v>
                </c:pt>
                <c:pt idx="620">
                  <c:v>46212</c:v>
                </c:pt>
                <c:pt idx="621">
                  <c:v>46213</c:v>
                </c:pt>
                <c:pt idx="622">
                  <c:v>46216</c:v>
                </c:pt>
                <c:pt idx="623">
                  <c:v>46217</c:v>
                </c:pt>
                <c:pt idx="624">
                  <c:v>46218</c:v>
                </c:pt>
                <c:pt idx="625">
                  <c:v>46219</c:v>
                </c:pt>
                <c:pt idx="626">
                  <c:v>46220</c:v>
                </c:pt>
                <c:pt idx="627">
                  <c:v>46223</c:v>
                </c:pt>
                <c:pt idx="628">
                  <c:v>46224</c:v>
                </c:pt>
                <c:pt idx="629">
                  <c:v>46225</c:v>
                </c:pt>
                <c:pt idx="630">
                  <c:v>46226</c:v>
                </c:pt>
                <c:pt idx="631">
                  <c:v>46227</c:v>
                </c:pt>
                <c:pt idx="632">
                  <c:v>46230</c:v>
                </c:pt>
                <c:pt idx="633">
                  <c:v>46231</c:v>
                </c:pt>
                <c:pt idx="634">
                  <c:v>46232</c:v>
                </c:pt>
                <c:pt idx="635">
                  <c:v>46233</c:v>
                </c:pt>
                <c:pt idx="636">
                  <c:v>46234</c:v>
                </c:pt>
                <c:pt idx="637">
                  <c:v>46237</c:v>
                </c:pt>
                <c:pt idx="638">
                  <c:v>46238</c:v>
                </c:pt>
                <c:pt idx="639">
                  <c:v>46239</c:v>
                </c:pt>
                <c:pt idx="640">
                  <c:v>46240</c:v>
                </c:pt>
                <c:pt idx="641">
                  <c:v>46241</c:v>
                </c:pt>
                <c:pt idx="642">
                  <c:v>46244</c:v>
                </c:pt>
                <c:pt idx="643">
                  <c:v>46245</c:v>
                </c:pt>
                <c:pt idx="644">
                  <c:v>46246</c:v>
                </c:pt>
                <c:pt idx="645">
                  <c:v>46247</c:v>
                </c:pt>
                <c:pt idx="646">
                  <c:v>46248</c:v>
                </c:pt>
                <c:pt idx="647">
                  <c:v>46251</c:v>
                </c:pt>
                <c:pt idx="648">
                  <c:v>46252</c:v>
                </c:pt>
                <c:pt idx="649">
                  <c:v>46253</c:v>
                </c:pt>
                <c:pt idx="650">
                  <c:v>46254</c:v>
                </c:pt>
                <c:pt idx="651">
                  <c:v>46255</c:v>
                </c:pt>
                <c:pt idx="652">
                  <c:v>46258</c:v>
                </c:pt>
                <c:pt idx="653">
                  <c:v>46259</c:v>
                </c:pt>
                <c:pt idx="654">
                  <c:v>46260</c:v>
                </c:pt>
                <c:pt idx="655">
                  <c:v>46261</c:v>
                </c:pt>
              </c:numCache>
            </c:numRef>
          </c:cat>
          <c:val>
            <c:numRef>
              <c:f>Foreign!$F$3:$F$658</c:f>
              <c:numCache>
                <c:formatCode>0.00</c:formatCode>
                <c:ptCount val="656"/>
                <c:pt idx="0">
                  <c:v>-0.12489098579471999</c:v>
                </c:pt>
                <c:pt idx="1">
                  <c:v>-0.218698151329315</c:v>
                </c:pt>
                <c:pt idx="2">
                  <c:v>-0.24295554717516199</c:v>
                </c:pt>
                <c:pt idx="3">
                  <c:v>-9.8088391558937602E-2</c:v>
                </c:pt>
                <c:pt idx="4">
                  <c:v>-4.3642285725028103E-2</c:v>
                </c:pt>
                <c:pt idx="5">
                  <c:v>-4.8431645168840999E-2</c:v>
                </c:pt>
                <c:pt idx="6">
                  <c:v>4.8147994570751897E-2</c:v>
                </c:pt>
                <c:pt idx="7">
                  <c:v>3.5487862822773497E-2</c:v>
                </c:pt>
                <c:pt idx="8">
                  <c:v>9.3746179743863494E-3</c:v>
                </c:pt>
                <c:pt idx="9">
                  <c:v>0.106208263745125</c:v>
                </c:pt>
                <c:pt idx="10">
                  <c:v>0.213212378254794</c:v>
                </c:pt>
                <c:pt idx="11">
                  <c:v>0.190520062492683</c:v>
                </c:pt>
                <c:pt idx="12">
                  <c:v>0.209117026433287</c:v>
                </c:pt>
                <c:pt idx="13">
                  <c:v>0.21065708583307299</c:v>
                </c:pt>
                <c:pt idx="14">
                  <c:v>0.306071089301509</c:v>
                </c:pt>
                <c:pt idx="15">
                  <c:v>0.33407555542128398</c:v>
                </c:pt>
                <c:pt idx="16">
                  <c:v>0.45591618345413099</c:v>
                </c:pt>
                <c:pt idx="17">
                  <c:v>0.49323238814266401</c:v>
                </c:pt>
                <c:pt idx="18">
                  <c:v>0.45876606844454998</c:v>
                </c:pt>
                <c:pt idx="19">
                  <c:v>0.51068781373342498</c:v>
                </c:pt>
                <c:pt idx="20">
                  <c:v>0.52981555368396804</c:v>
                </c:pt>
                <c:pt idx="21">
                  <c:v>0.55030537817976199</c:v>
                </c:pt>
                <c:pt idx="22">
                  <c:v>0.55886355670091903</c:v>
                </c:pt>
                <c:pt idx="23">
                  <c:v>0.52202246570662703</c:v>
                </c:pt>
                <c:pt idx="24">
                  <c:v>0.55534986910106698</c:v>
                </c:pt>
                <c:pt idx="25">
                  <c:v>0.53782804520363103</c:v>
                </c:pt>
                <c:pt idx="26">
                  <c:v>0.61776445377170597</c:v>
                </c:pt>
                <c:pt idx="27">
                  <c:v>0.60137870100171298</c:v>
                </c:pt>
                <c:pt idx="28">
                  <c:v>0.67238137184987201</c:v>
                </c:pt>
                <c:pt idx="29">
                  <c:v>0.769271841312961</c:v>
                </c:pt>
                <c:pt idx="30">
                  <c:v>0.72688696575827405</c:v>
                </c:pt>
                <c:pt idx="31">
                  <c:v>0.75883742879790494</c:v>
                </c:pt>
                <c:pt idx="32">
                  <c:v>0.89539640881531302</c:v>
                </c:pt>
                <c:pt idx="33">
                  <c:v>0.97423316479379996</c:v>
                </c:pt>
                <c:pt idx="34">
                  <c:v>1.0564358047667399</c:v>
                </c:pt>
                <c:pt idx="35">
                  <c:v>1.1305923777028499</c:v>
                </c:pt>
                <c:pt idx="36">
                  <c:v>1.1357042477416499</c:v>
                </c:pt>
                <c:pt idx="37">
                  <c:v>1.1483986818373</c:v>
                </c:pt>
                <c:pt idx="38">
                  <c:v>1.1164359222592199</c:v>
                </c:pt>
                <c:pt idx="39">
                  <c:v>1.1012265583934999</c:v>
                </c:pt>
                <c:pt idx="40">
                  <c:v>1.0778060086605199</c:v>
                </c:pt>
                <c:pt idx="41">
                  <c:v>1.0733482302316399</c:v>
                </c:pt>
                <c:pt idx="42">
                  <c:v>1.0486956893830099</c:v>
                </c:pt>
                <c:pt idx="43">
                  <c:v>1.06921852598056</c:v>
                </c:pt>
                <c:pt idx="44">
                  <c:v>1.0815201376191499</c:v>
                </c:pt>
                <c:pt idx="45">
                  <c:v>1.06891981378583</c:v>
                </c:pt>
                <c:pt idx="46">
                  <c:v>1.04283088828208</c:v>
                </c:pt>
                <c:pt idx="47">
                  <c:v>1.08686345999639</c:v>
                </c:pt>
                <c:pt idx="48">
                  <c:v>1.1843630663050599</c:v>
                </c:pt>
                <c:pt idx="49">
                  <c:v>1.2168719429802299</c:v>
                </c:pt>
                <c:pt idx="50">
                  <c:v>1.3099994039734499</c:v>
                </c:pt>
                <c:pt idx="51">
                  <c:v>1.3181618504653101</c:v>
                </c:pt>
                <c:pt idx="52">
                  <c:v>1.3104383479750099</c:v>
                </c:pt>
                <c:pt idx="53">
                  <c:v>1.2064468221123199</c:v>
                </c:pt>
                <c:pt idx="54">
                  <c:v>1.1833270387491399</c:v>
                </c:pt>
                <c:pt idx="55">
                  <c:v>1.2048183869957301</c:v>
                </c:pt>
                <c:pt idx="56">
                  <c:v>1.2788750135413001</c:v>
                </c:pt>
                <c:pt idx="57">
                  <c:v>1.2905367520603701</c:v>
                </c:pt>
                <c:pt idx="58">
                  <c:v>1.3486933269567001</c:v>
                </c:pt>
                <c:pt idx="59">
                  <c:v>1.40785977290278</c:v>
                </c:pt>
                <c:pt idx="60">
                  <c:v>1.4484002526537101</c:v>
                </c:pt>
                <c:pt idx="61">
                  <c:v>1.50520198628685</c:v>
                </c:pt>
                <c:pt idx="62">
                  <c:v>1.4873181215615401</c:v>
                </c:pt>
                <c:pt idx="63">
                  <c:v>1.4689513496415001</c:v>
                </c:pt>
                <c:pt idx="64">
                  <c:v>1.379084476464</c:v>
                </c:pt>
                <c:pt idx="65">
                  <c:v>1.49213151216372</c:v>
                </c:pt>
                <c:pt idx="66">
                  <c:v>1.6431665574573</c:v>
                </c:pt>
                <c:pt idx="67">
                  <c:v>1.79849028537143</c:v>
                </c:pt>
                <c:pt idx="68">
                  <c:v>1.78342761956505</c:v>
                </c:pt>
                <c:pt idx="69">
                  <c:v>1.8302751480694399</c:v>
                </c:pt>
                <c:pt idx="70">
                  <c:v>1.6696717331181701</c:v>
                </c:pt>
                <c:pt idx="71">
                  <c:v>1.60482761611626</c:v>
                </c:pt>
                <c:pt idx="72">
                  <c:v>1.5293336884669599</c:v>
                </c:pt>
                <c:pt idx="73">
                  <c:v>1.5042106768369801</c:v>
                </c:pt>
                <c:pt idx="74">
                  <c:v>1.47490150401994</c:v>
                </c:pt>
                <c:pt idx="75">
                  <c:v>1.48957319605398</c:v>
                </c:pt>
                <c:pt idx="76">
                  <c:v>1.4349718707438099</c:v>
                </c:pt>
                <c:pt idx="77">
                  <c:v>1.3614008518751499</c:v>
                </c:pt>
                <c:pt idx="78">
                  <c:v>1.34146453410725</c:v>
                </c:pt>
                <c:pt idx="79">
                  <c:v>1.30973236417505</c:v>
                </c:pt>
                <c:pt idx="80">
                  <c:v>1.18467335053672</c:v>
                </c:pt>
                <c:pt idx="81">
                  <c:v>1.12265041728451</c:v>
                </c:pt>
                <c:pt idx="82">
                  <c:v>1.2363436775294601</c:v>
                </c:pt>
                <c:pt idx="83">
                  <c:v>1.2321091456467601</c:v>
                </c:pt>
                <c:pt idx="84">
                  <c:v>1.04132194920599</c:v>
                </c:pt>
                <c:pt idx="85">
                  <c:v>1.09398475128115</c:v>
                </c:pt>
                <c:pt idx="86">
                  <c:v>1.08077105425944</c:v>
                </c:pt>
                <c:pt idx="87">
                  <c:v>1.06704532961885</c:v>
                </c:pt>
                <c:pt idx="88">
                  <c:v>1.09940509125915</c:v>
                </c:pt>
                <c:pt idx="89">
                  <c:v>1.0564937156685601</c:v>
                </c:pt>
                <c:pt idx="90">
                  <c:v>1.0386907900558799</c:v>
                </c:pt>
                <c:pt idx="91">
                  <c:v>0.98791735753496601</c:v>
                </c:pt>
                <c:pt idx="92">
                  <c:v>0.98133422908797896</c:v>
                </c:pt>
                <c:pt idx="93">
                  <c:v>0.92732037808557</c:v>
                </c:pt>
                <c:pt idx="94">
                  <c:v>0.80161590342440203</c:v>
                </c:pt>
                <c:pt idx="95">
                  <c:v>0.75476828103718696</c:v>
                </c:pt>
                <c:pt idx="96">
                  <c:v>0.72993601728709101</c:v>
                </c:pt>
                <c:pt idx="97">
                  <c:v>0.64996030533223004</c:v>
                </c:pt>
                <c:pt idx="98">
                  <c:v>0.56715976393300505</c:v>
                </c:pt>
                <c:pt idx="99">
                  <c:v>0.52974337917890102</c:v>
                </c:pt>
                <c:pt idx="100">
                  <c:v>0.45973777343386202</c:v>
                </c:pt>
                <c:pt idx="101">
                  <c:v>0.39619134099434899</c:v>
                </c:pt>
                <c:pt idx="102">
                  <c:v>0.38856040822273902</c:v>
                </c:pt>
                <c:pt idx="103">
                  <c:v>0.35277240643232999</c:v>
                </c:pt>
                <c:pt idx="104">
                  <c:v>0.38679883812993898</c:v>
                </c:pt>
                <c:pt idx="105">
                  <c:v>0.36268491117315999</c:v>
                </c:pt>
                <c:pt idx="106">
                  <c:v>0.30019346691482501</c:v>
                </c:pt>
                <c:pt idx="107">
                  <c:v>0.24825585933074801</c:v>
                </c:pt>
                <c:pt idx="108">
                  <c:v>0.156533663593072</c:v>
                </c:pt>
                <c:pt idx="109">
                  <c:v>0.12032780723011199</c:v>
                </c:pt>
                <c:pt idx="110">
                  <c:v>0.24231520254677899</c:v>
                </c:pt>
                <c:pt idx="111">
                  <c:v>0.20704305332761999</c:v>
                </c:pt>
                <c:pt idx="112">
                  <c:v>0.22752731150811001</c:v>
                </c:pt>
                <c:pt idx="113">
                  <c:v>0.26356561025015701</c:v>
                </c:pt>
                <c:pt idx="114">
                  <c:v>0.26016465439122699</c:v>
                </c:pt>
                <c:pt idx="115">
                  <c:v>0.22754303436357901</c:v>
                </c:pt>
                <c:pt idx="116">
                  <c:v>0.231319082337969</c:v>
                </c:pt>
                <c:pt idx="117">
                  <c:v>0.22227651536273599</c:v>
                </c:pt>
                <c:pt idx="118">
                  <c:v>0.230351034236978</c:v>
                </c:pt>
                <c:pt idx="119">
                  <c:v>0.233717622809582</c:v>
                </c:pt>
                <c:pt idx="120">
                  <c:v>0.24179004061627599</c:v>
                </c:pt>
                <c:pt idx="121">
                  <c:v>0.247823944774407</c:v>
                </c:pt>
                <c:pt idx="122">
                  <c:v>0.188687410247215</c:v>
                </c:pt>
                <c:pt idx="123">
                  <c:v>0.25158154634228702</c:v>
                </c:pt>
                <c:pt idx="124">
                  <c:v>0.28351816923307399</c:v>
                </c:pt>
                <c:pt idx="125">
                  <c:v>0.28642087684157502</c:v>
                </c:pt>
                <c:pt idx="126">
                  <c:v>0.32289574672618399</c:v>
                </c:pt>
                <c:pt idx="127">
                  <c:v>0.36022631019613899</c:v>
                </c:pt>
                <c:pt idx="128">
                  <c:v>0.33599233619042901</c:v>
                </c:pt>
                <c:pt idx="129">
                  <c:v>0.429305013835519</c:v>
                </c:pt>
                <c:pt idx="130">
                  <c:v>0.41732682628656298</c:v>
                </c:pt>
                <c:pt idx="131">
                  <c:v>0.50582289796021795</c:v>
                </c:pt>
                <c:pt idx="132">
                  <c:v>0.50766786795961605</c:v>
                </c:pt>
                <c:pt idx="133">
                  <c:v>0.53474135445784998</c:v>
                </c:pt>
                <c:pt idx="134">
                  <c:v>0.56605457632343703</c:v>
                </c:pt>
                <c:pt idx="135">
                  <c:v>0.53732939721196504</c:v>
                </c:pt>
                <c:pt idx="136">
                  <c:v>0.53593529479587498</c:v>
                </c:pt>
                <c:pt idx="137">
                  <c:v>0.52593276384371901</c:v>
                </c:pt>
                <c:pt idx="138">
                  <c:v>0.51777344003061898</c:v>
                </c:pt>
                <c:pt idx="139">
                  <c:v>0.42346722119646901</c:v>
                </c:pt>
                <c:pt idx="140">
                  <c:v>0.40647390633519997</c:v>
                </c:pt>
                <c:pt idx="141">
                  <c:v>0.42842247619938301</c:v>
                </c:pt>
                <c:pt idx="142">
                  <c:v>0.40393882998719899</c:v>
                </c:pt>
                <c:pt idx="143">
                  <c:v>0.45383850280760102</c:v>
                </c:pt>
                <c:pt idx="144">
                  <c:v>0.455777854535934</c:v>
                </c:pt>
                <c:pt idx="145">
                  <c:v>0.41779560110104302</c:v>
                </c:pt>
                <c:pt idx="146">
                  <c:v>0.371527593291822</c:v>
                </c:pt>
                <c:pt idx="147">
                  <c:v>0.382565532508511</c:v>
                </c:pt>
                <c:pt idx="148">
                  <c:v>0.33114459060656398</c:v>
                </c:pt>
                <c:pt idx="149">
                  <c:v>0.32443310322298902</c:v>
                </c:pt>
                <c:pt idx="150">
                  <c:v>0.225385699490984</c:v>
                </c:pt>
                <c:pt idx="151">
                  <c:v>0.186796670603606</c:v>
                </c:pt>
                <c:pt idx="152">
                  <c:v>0.15873802182317501</c:v>
                </c:pt>
                <c:pt idx="153">
                  <c:v>-5.5887279437461503E-2</c:v>
                </c:pt>
                <c:pt idx="154">
                  <c:v>-0.34637890546998401</c:v>
                </c:pt>
                <c:pt idx="155">
                  <c:v>-0.39249691746903298</c:v>
                </c:pt>
                <c:pt idx="156">
                  <c:v>-0.48301897206105299</c:v>
                </c:pt>
                <c:pt idx="157">
                  <c:v>-0.56023140423731899</c:v>
                </c:pt>
                <c:pt idx="158">
                  <c:v>-0.71296540349220305</c:v>
                </c:pt>
                <c:pt idx="159">
                  <c:v>-0.82455147329988798</c:v>
                </c:pt>
                <c:pt idx="160">
                  <c:v>-0.81447746985586</c:v>
                </c:pt>
                <c:pt idx="161">
                  <c:v>-0.74984798979004397</c:v>
                </c:pt>
                <c:pt idx="162">
                  <c:v>-0.68560488040755996</c:v>
                </c:pt>
                <c:pt idx="163">
                  <c:v>-0.68560488040755996</c:v>
                </c:pt>
                <c:pt idx="164">
                  <c:v>-0.12489098579471999</c:v>
                </c:pt>
                <c:pt idx="165">
                  <c:v>-0.218698151329315</c:v>
                </c:pt>
                <c:pt idx="166">
                  <c:v>-0.24295554717516199</c:v>
                </c:pt>
                <c:pt idx="167">
                  <c:v>-9.8088391558937602E-2</c:v>
                </c:pt>
                <c:pt idx="168">
                  <c:v>-4.3642285725028103E-2</c:v>
                </c:pt>
                <c:pt idx="169">
                  <c:v>-4.8431645168840999E-2</c:v>
                </c:pt>
                <c:pt idx="170">
                  <c:v>4.8147994570751897E-2</c:v>
                </c:pt>
                <c:pt idx="171">
                  <c:v>3.5487862822773497E-2</c:v>
                </c:pt>
                <c:pt idx="172">
                  <c:v>9.3746179743863494E-3</c:v>
                </c:pt>
                <c:pt idx="173">
                  <c:v>0.106208263745125</c:v>
                </c:pt>
                <c:pt idx="174">
                  <c:v>0.213212378254794</c:v>
                </c:pt>
                <c:pt idx="175">
                  <c:v>0.190520062492683</c:v>
                </c:pt>
                <c:pt idx="176">
                  <c:v>0.209117026433287</c:v>
                </c:pt>
                <c:pt idx="177">
                  <c:v>0.21065708583307299</c:v>
                </c:pt>
                <c:pt idx="178">
                  <c:v>0.306071089301509</c:v>
                </c:pt>
                <c:pt idx="179">
                  <c:v>0.33407555542128398</c:v>
                </c:pt>
                <c:pt idx="180">
                  <c:v>0.45591618345413099</c:v>
                </c:pt>
                <c:pt idx="181">
                  <c:v>0.49323238814266401</c:v>
                </c:pt>
                <c:pt idx="182">
                  <c:v>0.45876606844454998</c:v>
                </c:pt>
                <c:pt idx="183">
                  <c:v>0.51068781373342498</c:v>
                </c:pt>
                <c:pt idx="184">
                  <c:v>0.52981555368396804</c:v>
                </c:pt>
                <c:pt idx="185">
                  <c:v>0.55030537817976199</c:v>
                </c:pt>
                <c:pt idx="186">
                  <c:v>0.55886355670091903</c:v>
                </c:pt>
                <c:pt idx="187">
                  <c:v>0.52202246570662703</c:v>
                </c:pt>
                <c:pt idx="188">
                  <c:v>0.55534986910106698</c:v>
                </c:pt>
                <c:pt idx="189">
                  <c:v>0.53782804520363103</c:v>
                </c:pt>
                <c:pt idx="190">
                  <c:v>0.61776445377170597</c:v>
                </c:pt>
                <c:pt idx="191">
                  <c:v>0.60137870100171298</c:v>
                </c:pt>
                <c:pt idx="192">
                  <c:v>0.67238137184987201</c:v>
                </c:pt>
                <c:pt idx="193">
                  <c:v>0.769271841312961</c:v>
                </c:pt>
                <c:pt idx="194">
                  <c:v>0.72688696575827405</c:v>
                </c:pt>
                <c:pt idx="195">
                  <c:v>0.75883742879790494</c:v>
                </c:pt>
                <c:pt idx="196">
                  <c:v>0.89539640881531302</c:v>
                </c:pt>
                <c:pt idx="197">
                  <c:v>0.97423316479379996</c:v>
                </c:pt>
                <c:pt idx="198">
                  <c:v>1.0564358047667399</c:v>
                </c:pt>
                <c:pt idx="199">
                  <c:v>1.1305923777028499</c:v>
                </c:pt>
                <c:pt idx="200">
                  <c:v>1.1357042477416499</c:v>
                </c:pt>
                <c:pt idx="201">
                  <c:v>1.1483986818373</c:v>
                </c:pt>
                <c:pt idx="202">
                  <c:v>1.1164359222592199</c:v>
                </c:pt>
                <c:pt idx="203">
                  <c:v>1.1012265583934999</c:v>
                </c:pt>
                <c:pt idx="204">
                  <c:v>1.0778060086605199</c:v>
                </c:pt>
                <c:pt idx="205">
                  <c:v>1.0733482302316399</c:v>
                </c:pt>
                <c:pt idx="206">
                  <c:v>1.0486956893830099</c:v>
                </c:pt>
                <c:pt idx="207">
                  <c:v>1.06921852598056</c:v>
                </c:pt>
                <c:pt idx="208">
                  <c:v>1.0815201376191499</c:v>
                </c:pt>
                <c:pt idx="209">
                  <c:v>1.06891981378583</c:v>
                </c:pt>
                <c:pt idx="210">
                  <c:v>1.04283088828208</c:v>
                </c:pt>
                <c:pt idx="211">
                  <c:v>1.08686345999639</c:v>
                </c:pt>
                <c:pt idx="212">
                  <c:v>1.1843630663050599</c:v>
                </c:pt>
                <c:pt idx="213">
                  <c:v>1.2168719429802299</c:v>
                </c:pt>
                <c:pt idx="214">
                  <c:v>1.3099994039734499</c:v>
                </c:pt>
                <c:pt idx="215">
                  <c:v>1.3181618504653101</c:v>
                </c:pt>
                <c:pt idx="216">
                  <c:v>1.3104383479750099</c:v>
                </c:pt>
                <c:pt idx="217">
                  <c:v>1.2064468221123199</c:v>
                </c:pt>
                <c:pt idx="218">
                  <c:v>1.1833270387491399</c:v>
                </c:pt>
                <c:pt idx="219">
                  <c:v>1.2048183869957301</c:v>
                </c:pt>
                <c:pt idx="220">
                  <c:v>1.2788750135413001</c:v>
                </c:pt>
                <c:pt idx="221">
                  <c:v>1.2905367520603701</c:v>
                </c:pt>
                <c:pt idx="222">
                  <c:v>1.3486933269567001</c:v>
                </c:pt>
                <c:pt idx="223">
                  <c:v>1.40785977290278</c:v>
                </c:pt>
                <c:pt idx="224">
                  <c:v>1.4484002526537101</c:v>
                </c:pt>
                <c:pt idx="225">
                  <c:v>1.50520198628685</c:v>
                </c:pt>
                <c:pt idx="226">
                  <c:v>1.4873181215615401</c:v>
                </c:pt>
                <c:pt idx="227">
                  <c:v>1.4689513496415001</c:v>
                </c:pt>
                <c:pt idx="228">
                  <c:v>1.379084476464</c:v>
                </c:pt>
                <c:pt idx="229">
                  <c:v>1.49213151216372</c:v>
                </c:pt>
                <c:pt idx="230">
                  <c:v>1.6431665574573</c:v>
                </c:pt>
                <c:pt idx="231">
                  <c:v>1.79849028537143</c:v>
                </c:pt>
                <c:pt idx="232">
                  <c:v>1.78342761956505</c:v>
                </c:pt>
                <c:pt idx="233">
                  <c:v>1.8302751480694399</c:v>
                </c:pt>
                <c:pt idx="234">
                  <c:v>1.6696717331181701</c:v>
                </c:pt>
                <c:pt idx="235">
                  <c:v>1.60482761611626</c:v>
                </c:pt>
                <c:pt idx="236">
                  <c:v>1.5293336884669599</c:v>
                </c:pt>
                <c:pt idx="237">
                  <c:v>1.5042106768369801</c:v>
                </c:pt>
                <c:pt idx="238">
                  <c:v>1.47490150401994</c:v>
                </c:pt>
                <c:pt idx="239">
                  <c:v>1.48957319605398</c:v>
                </c:pt>
                <c:pt idx="240">
                  <c:v>1.4349718707438099</c:v>
                </c:pt>
                <c:pt idx="241">
                  <c:v>1.3614008518751499</c:v>
                </c:pt>
                <c:pt idx="242">
                  <c:v>1.34146453410725</c:v>
                </c:pt>
                <c:pt idx="243">
                  <c:v>1.30973236417505</c:v>
                </c:pt>
                <c:pt idx="244">
                  <c:v>1.18467335053672</c:v>
                </c:pt>
                <c:pt idx="245">
                  <c:v>1.12265041728451</c:v>
                </c:pt>
                <c:pt idx="246">
                  <c:v>1.2363436775294601</c:v>
                </c:pt>
                <c:pt idx="247">
                  <c:v>1.2321091456467601</c:v>
                </c:pt>
                <c:pt idx="248">
                  <c:v>1.04132194920599</c:v>
                </c:pt>
                <c:pt idx="249">
                  <c:v>1.09398475128115</c:v>
                </c:pt>
                <c:pt idx="250">
                  <c:v>1.08077105425944</c:v>
                </c:pt>
                <c:pt idx="251">
                  <c:v>1.06704532961885</c:v>
                </c:pt>
                <c:pt idx="252">
                  <c:v>1.09940509125915</c:v>
                </c:pt>
                <c:pt idx="253">
                  <c:v>1.0564937156685601</c:v>
                </c:pt>
                <c:pt idx="254">
                  <c:v>1.0386907900558799</c:v>
                </c:pt>
                <c:pt idx="255">
                  <c:v>0.98791735753496601</c:v>
                </c:pt>
                <c:pt idx="256">
                  <c:v>0.98133422908797896</c:v>
                </c:pt>
                <c:pt idx="257">
                  <c:v>0.92732037808557</c:v>
                </c:pt>
                <c:pt idx="258">
                  <c:v>0.80161590342440203</c:v>
                </c:pt>
                <c:pt idx="259">
                  <c:v>0.75476828103718696</c:v>
                </c:pt>
                <c:pt idx="260">
                  <c:v>0.72993601728709101</c:v>
                </c:pt>
                <c:pt idx="261">
                  <c:v>0.64996030533223004</c:v>
                </c:pt>
                <c:pt idx="262">
                  <c:v>0.56715976393300505</c:v>
                </c:pt>
                <c:pt idx="263">
                  <c:v>0.52974337917890102</c:v>
                </c:pt>
                <c:pt idx="264">
                  <c:v>0.45973777343386202</c:v>
                </c:pt>
                <c:pt idx="265">
                  <c:v>0.39619134099434899</c:v>
                </c:pt>
                <c:pt idx="266">
                  <c:v>0.38856040822273902</c:v>
                </c:pt>
                <c:pt idx="267">
                  <c:v>0.35277240643232999</c:v>
                </c:pt>
                <c:pt idx="268">
                  <c:v>0.38679883812993898</c:v>
                </c:pt>
                <c:pt idx="269">
                  <c:v>0.36268491117315999</c:v>
                </c:pt>
                <c:pt idx="270">
                  <c:v>0.30019346691482501</c:v>
                </c:pt>
                <c:pt idx="271">
                  <c:v>0.24825585933074801</c:v>
                </c:pt>
                <c:pt idx="272">
                  <c:v>0.156533663593072</c:v>
                </c:pt>
                <c:pt idx="273">
                  <c:v>0.12032780723011199</c:v>
                </c:pt>
                <c:pt idx="274">
                  <c:v>0.24231520254677899</c:v>
                </c:pt>
                <c:pt idx="275">
                  <c:v>0.20704305332761999</c:v>
                </c:pt>
                <c:pt idx="276">
                  <c:v>0.22752731150811001</c:v>
                </c:pt>
                <c:pt idx="277">
                  <c:v>0.26356561025015701</c:v>
                </c:pt>
                <c:pt idx="278">
                  <c:v>0.26016465439122699</c:v>
                </c:pt>
                <c:pt idx="279">
                  <c:v>0.22754303436357901</c:v>
                </c:pt>
                <c:pt idx="280">
                  <c:v>0.231319082337969</c:v>
                </c:pt>
                <c:pt idx="281">
                  <c:v>0.22227651536273599</c:v>
                </c:pt>
                <c:pt idx="282">
                  <c:v>0.230351034236978</c:v>
                </c:pt>
                <c:pt idx="283">
                  <c:v>0.233717622809582</c:v>
                </c:pt>
                <c:pt idx="284">
                  <c:v>0.24179004061627599</c:v>
                </c:pt>
                <c:pt idx="285">
                  <c:v>0.247823944774407</c:v>
                </c:pt>
                <c:pt idx="286">
                  <c:v>0.188687410247215</c:v>
                </c:pt>
                <c:pt idx="287">
                  <c:v>0.25158154634228702</c:v>
                </c:pt>
                <c:pt idx="288">
                  <c:v>0.28351816923307399</c:v>
                </c:pt>
                <c:pt idx="289">
                  <c:v>0.28642087684157502</c:v>
                </c:pt>
                <c:pt idx="290">
                  <c:v>0.32289574672618399</c:v>
                </c:pt>
                <c:pt idx="291">
                  <c:v>0.36022631019613899</c:v>
                </c:pt>
                <c:pt idx="292">
                  <c:v>0.33599233619042901</c:v>
                </c:pt>
                <c:pt idx="293">
                  <c:v>0.429305013835519</c:v>
                </c:pt>
                <c:pt idx="294">
                  <c:v>0.41732682628656298</c:v>
                </c:pt>
                <c:pt idx="295">
                  <c:v>0.50582289796021795</c:v>
                </c:pt>
                <c:pt idx="296">
                  <c:v>0.50766786795961605</c:v>
                </c:pt>
                <c:pt idx="297">
                  <c:v>0.53474135445784998</c:v>
                </c:pt>
                <c:pt idx="298">
                  <c:v>0.56605457632343703</c:v>
                </c:pt>
                <c:pt idx="299">
                  <c:v>0.53732939721196504</c:v>
                </c:pt>
                <c:pt idx="300">
                  <c:v>0.53593529479587498</c:v>
                </c:pt>
                <c:pt idx="301">
                  <c:v>0.52593276384371901</c:v>
                </c:pt>
                <c:pt idx="302">
                  <c:v>0.51777344003061898</c:v>
                </c:pt>
                <c:pt idx="303">
                  <c:v>0.42346722119646901</c:v>
                </c:pt>
                <c:pt idx="304">
                  <c:v>0.40647390633519997</c:v>
                </c:pt>
                <c:pt idx="305">
                  <c:v>0.42842247619938301</c:v>
                </c:pt>
                <c:pt idx="306">
                  <c:v>0.40393882998719899</c:v>
                </c:pt>
                <c:pt idx="307">
                  <c:v>0.45383850280760102</c:v>
                </c:pt>
                <c:pt idx="308">
                  <c:v>0.455777854535934</c:v>
                </c:pt>
                <c:pt idx="309">
                  <c:v>0.41779560110104302</c:v>
                </c:pt>
                <c:pt idx="310">
                  <c:v>0.371527593291822</c:v>
                </c:pt>
                <c:pt idx="311">
                  <c:v>0.382565532508511</c:v>
                </c:pt>
                <c:pt idx="312">
                  <c:v>0.33114459060656398</c:v>
                </c:pt>
                <c:pt idx="313">
                  <c:v>0.32443310322298902</c:v>
                </c:pt>
                <c:pt idx="314">
                  <c:v>0.225385699490984</c:v>
                </c:pt>
                <c:pt idx="315">
                  <c:v>0.186796670603606</c:v>
                </c:pt>
                <c:pt idx="316">
                  <c:v>0.15873802182317501</c:v>
                </c:pt>
                <c:pt idx="317">
                  <c:v>-5.5887279437461503E-2</c:v>
                </c:pt>
                <c:pt idx="318">
                  <c:v>-0.34637890546998401</c:v>
                </c:pt>
                <c:pt idx="319">
                  <c:v>-0.39249691746903298</c:v>
                </c:pt>
                <c:pt idx="320">
                  <c:v>-0.48301897206105299</c:v>
                </c:pt>
                <c:pt idx="321">
                  <c:v>-0.56023140423731899</c:v>
                </c:pt>
                <c:pt idx="322">
                  <c:v>-0.71296540349220305</c:v>
                </c:pt>
                <c:pt idx="323">
                  <c:v>-0.82455147329988798</c:v>
                </c:pt>
                <c:pt idx="324">
                  <c:v>-0.81447746985586</c:v>
                </c:pt>
                <c:pt idx="325">
                  <c:v>-0.74984798979004397</c:v>
                </c:pt>
                <c:pt idx="326">
                  <c:v>-0.68560488040755996</c:v>
                </c:pt>
                <c:pt idx="327">
                  <c:v>-0.68560488040755996</c:v>
                </c:pt>
                <c:pt idx="328">
                  <c:v>-0.12489098579471999</c:v>
                </c:pt>
                <c:pt idx="329">
                  <c:v>-0.218698151329315</c:v>
                </c:pt>
                <c:pt idx="330">
                  <c:v>-0.24295554717516199</c:v>
                </c:pt>
                <c:pt idx="331">
                  <c:v>-9.8088391558937602E-2</c:v>
                </c:pt>
                <c:pt idx="332">
                  <c:v>-4.3642285725028103E-2</c:v>
                </c:pt>
                <c:pt idx="333">
                  <c:v>-4.8431645168840999E-2</c:v>
                </c:pt>
                <c:pt idx="334">
                  <c:v>4.8147994570751897E-2</c:v>
                </c:pt>
                <c:pt idx="335">
                  <c:v>3.5487862822773497E-2</c:v>
                </c:pt>
                <c:pt idx="336">
                  <c:v>9.3746179743863494E-3</c:v>
                </c:pt>
                <c:pt idx="337">
                  <c:v>0.106208263745125</c:v>
                </c:pt>
                <c:pt idx="338">
                  <c:v>0.213212378254794</c:v>
                </c:pt>
                <c:pt idx="339">
                  <c:v>0.190520062492683</c:v>
                </c:pt>
                <c:pt idx="340">
                  <c:v>0.209117026433287</c:v>
                </c:pt>
                <c:pt idx="341">
                  <c:v>0.21065708583307299</c:v>
                </c:pt>
                <c:pt idx="342">
                  <c:v>0.306071089301509</c:v>
                </c:pt>
                <c:pt idx="343">
                  <c:v>0.33407555542128398</c:v>
                </c:pt>
                <c:pt idx="344">
                  <c:v>0.45591618345413099</c:v>
                </c:pt>
                <c:pt idx="345">
                  <c:v>0.49323238814266401</c:v>
                </c:pt>
                <c:pt idx="346">
                  <c:v>0.45876606844454998</c:v>
                </c:pt>
                <c:pt idx="347">
                  <c:v>0.51068781373342498</c:v>
                </c:pt>
                <c:pt idx="348">
                  <c:v>0.52981555368396804</c:v>
                </c:pt>
                <c:pt idx="349">
                  <c:v>0.55030537817976199</c:v>
                </c:pt>
                <c:pt idx="350">
                  <c:v>0.55886355670091903</c:v>
                </c:pt>
                <c:pt idx="351">
                  <c:v>0.52202246570662703</c:v>
                </c:pt>
                <c:pt idx="352">
                  <c:v>0.55534986910106698</c:v>
                </c:pt>
                <c:pt idx="353">
                  <c:v>0.53782804520363103</c:v>
                </c:pt>
                <c:pt idx="354">
                  <c:v>0.61776445377170597</c:v>
                </c:pt>
                <c:pt idx="355">
                  <c:v>0.60137870100171298</c:v>
                </c:pt>
                <c:pt idx="356">
                  <c:v>0.67238137184987201</c:v>
                </c:pt>
                <c:pt idx="357">
                  <c:v>0.769271841312961</c:v>
                </c:pt>
                <c:pt idx="358">
                  <c:v>0.72688696575827405</c:v>
                </c:pt>
                <c:pt idx="359">
                  <c:v>0.75883742879790494</c:v>
                </c:pt>
                <c:pt idx="360">
                  <c:v>0.89539640881531302</c:v>
                </c:pt>
                <c:pt idx="361">
                  <c:v>0.97423316479379996</c:v>
                </c:pt>
                <c:pt idx="362">
                  <c:v>1.0564358047667399</c:v>
                </c:pt>
                <c:pt idx="363">
                  <c:v>1.1305923777028499</c:v>
                </c:pt>
                <c:pt idx="364">
                  <c:v>1.1357042477416499</c:v>
                </c:pt>
                <c:pt idx="365">
                  <c:v>1.1483986818373</c:v>
                </c:pt>
                <c:pt idx="366">
                  <c:v>1.1164359222592199</c:v>
                </c:pt>
                <c:pt idx="367">
                  <c:v>1.1012265583934999</c:v>
                </c:pt>
                <c:pt idx="368">
                  <c:v>1.0778060086605199</c:v>
                </c:pt>
                <c:pt idx="369">
                  <c:v>1.0733482302316399</c:v>
                </c:pt>
                <c:pt idx="370">
                  <c:v>1.0486956893830099</c:v>
                </c:pt>
                <c:pt idx="371">
                  <c:v>1.06921852598056</c:v>
                </c:pt>
                <c:pt idx="372">
                  <c:v>1.0815201376191499</c:v>
                </c:pt>
                <c:pt idx="373">
                  <c:v>1.06891981378583</c:v>
                </c:pt>
                <c:pt idx="374">
                  <c:v>1.04283088828208</c:v>
                </c:pt>
                <c:pt idx="375">
                  <c:v>1.08686345999639</c:v>
                </c:pt>
                <c:pt idx="376">
                  <c:v>1.1843630663050599</c:v>
                </c:pt>
                <c:pt idx="377">
                  <c:v>1.2168719429802299</c:v>
                </c:pt>
                <c:pt idx="378">
                  <c:v>1.3099994039734499</c:v>
                </c:pt>
                <c:pt idx="379">
                  <c:v>1.3181618504653101</c:v>
                </c:pt>
                <c:pt idx="380">
                  <c:v>1.3104383479750099</c:v>
                </c:pt>
                <c:pt idx="381">
                  <c:v>1.2064468221123199</c:v>
                </c:pt>
                <c:pt idx="382">
                  <c:v>1.1833270387491399</c:v>
                </c:pt>
                <c:pt idx="383">
                  <c:v>1.2048183869957301</c:v>
                </c:pt>
                <c:pt idx="384">
                  <c:v>1.2788750135413001</c:v>
                </c:pt>
                <c:pt idx="385">
                  <c:v>1.2905367520603701</c:v>
                </c:pt>
                <c:pt idx="386">
                  <c:v>1.3486933269567001</c:v>
                </c:pt>
                <c:pt idx="387">
                  <c:v>1.40785977290278</c:v>
                </c:pt>
                <c:pt idx="388">
                  <c:v>1.4484002526537101</c:v>
                </c:pt>
                <c:pt idx="389">
                  <c:v>1.50520198628685</c:v>
                </c:pt>
                <c:pt idx="390">
                  <c:v>1.4873181215615401</c:v>
                </c:pt>
                <c:pt idx="391">
                  <c:v>1.4689513496415001</c:v>
                </c:pt>
                <c:pt idx="392">
                  <c:v>1.379084476464</c:v>
                </c:pt>
                <c:pt idx="393">
                  <c:v>1.49213151216372</c:v>
                </c:pt>
                <c:pt idx="394">
                  <c:v>1.6431665574573</c:v>
                </c:pt>
                <c:pt idx="395">
                  <c:v>1.79849028537143</c:v>
                </c:pt>
                <c:pt idx="396">
                  <c:v>1.78342761956505</c:v>
                </c:pt>
                <c:pt idx="397">
                  <c:v>1.8302751480694399</c:v>
                </c:pt>
                <c:pt idx="398">
                  <c:v>1.6696717331181701</c:v>
                </c:pt>
                <c:pt idx="399">
                  <c:v>1.60482761611626</c:v>
                </c:pt>
                <c:pt idx="400">
                  <c:v>1.5293336884669599</c:v>
                </c:pt>
                <c:pt idx="401">
                  <c:v>1.5042106768369801</c:v>
                </c:pt>
                <c:pt idx="402">
                  <c:v>1.47490150401994</c:v>
                </c:pt>
                <c:pt idx="403">
                  <c:v>1.48957319605398</c:v>
                </c:pt>
                <c:pt idx="404">
                  <c:v>1.4349718707438099</c:v>
                </c:pt>
                <c:pt idx="405">
                  <c:v>1.3614008518751499</c:v>
                </c:pt>
                <c:pt idx="406">
                  <c:v>1.34146453410725</c:v>
                </c:pt>
                <c:pt idx="407">
                  <c:v>1.30973236417505</c:v>
                </c:pt>
                <c:pt idx="408">
                  <c:v>1.18467335053672</c:v>
                </c:pt>
                <c:pt idx="409">
                  <c:v>1.12265041728451</c:v>
                </c:pt>
                <c:pt idx="410">
                  <c:v>1.2363436775294601</c:v>
                </c:pt>
                <c:pt idx="411">
                  <c:v>1.2321091456467601</c:v>
                </c:pt>
                <c:pt idx="412">
                  <c:v>1.04132194920599</c:v>
                </c:pt>
                <c:pt idx="413">
                  <c:v>1.09398475128115</c:v>
                </c:pt>
                <c:pt idx="414">
                  <c:v>1.08077105425944</c:v>
                </c:pt>
                <c:pt idx="415">
                  <c:v>1.06704532961885</c:v>
                </c:pt>
                <c:pt idx="416">
                  <c:v>1.09940509125915</c:v>
                </c:pt>
                <c:pt idx="417">
                  <c:v>1.0564937156685601</c:v>
                </c:pt>
                <c:pt idx="418">
                  <c:v>1.0386907900558799</c:v>
                </c:pt>
                <c:pt idx="419">
                  <c:v>0.98791735753496601</c:v>
                </c:pt>
                <c:pt idx="420">
                  <c:v>0.98133422908797896</c:v>
                </c:pt>
                <c:pt idx="421">
                  <c:v>0.92732037808557</c:v>
                </c:pt>
                <c:pt idx="422">
                  <c:v>0.80161590342440203</c:v>
                </c:pt>
                <c:pt idx="423">
                  <c:v>0.75476828103718696</c:v>
                </c:pt>
                <c:pt idx="424">
                  <c:v>0.72993601728709101</c:v>
                </c:pt>
                <c:pt idx="425">
                  <c:v>0.64996030533223004</c:v>
                </c:pt>
                <c:pt idx="426">
                  <c:v>0.56715976393300505</c:v>
                </c:pt>
                <c:pt idx="427">
                  <c:v>0.52974337917890102</c:v>
                </c:pt>
                <c:pt idx="428">
                  <c:v>0.45973777343386202</c:v>
                </c:pt>
                <c:pt idx="429">
                  <c:v>0.39619134099434899</c:v>
                </c:pt>
                <c:pt idx="430">
                  <c:v>0.38856040822273902</c:v>
                </c:pt>
                <c:pt idx="431">
                  <c:v>0.35277240643232999</c:v>
                </c:pt>
                <c:pt idx="432">
                  <c:v>0.38679883812993898</c:v>
                </c:pt>
                <c:pt idx="433">
                  <c:v>0.36268491117315999</c:v>
                </c:pt>
                <c:pt idx="434">
                  <c:v>0.30019346691482501</c:v>
                </c:pt>
                <c:pt idx="435">
                  <c:v>0.24825585933074801</c:v>
                </c:pt>
                <c:pt idx="436">
                  <c:v>0.156533663593072</c:v>
                </c:pt>
                <c:pt idx="437">
                  <c:v>0.12032780723011199</c:v>
                </c:pt>
                <c:pt idx="438">
                  <c:v>0.24231520254677899</c:v>
                </c:pt>
                <c:pt idx="439">
                  <c:v>0.20704305332761999</c:v>
                </c:pt>
                <c:pt idx="440">
                  <c:v>0.22752731150811001</c:v>
                </c:pt>
                <c:pt idx="441">
                  <c:v>0.26356561025015701</c:v>
                </c:pt>
                <c:pt idx="442">
                  <c:v>0.26016465439122699</c:v>
                </c:pt>
                <c:pt idx="443">
                  <c:v>0.22754303436357901</c:v>
                </c:pt>
                <c:pt idx="444">
                  <c:v>0.231319082337969</c:v>
                </c:pt>
                <c:pt idx="445">
                  <c:v>0.22227651536273599</c:v>
                </c:pt>
                <c:pt idx="446">
                  <c:v>0.230351034236978</c:v>
                </c:pt>
                <c:pt idx="447">
                  <c:v>0.233717622809582</c:v>
                </c:pt>
                <c:pt idx="448">
                  <c:v>0.24179004061627599</c:v>
                </c:pt>
                <c:pt idx="449">
                  <c:v>0.247823944774407</c:v>
                </c:pt>
                <c:pt idx="450">
                  <c:v>0.188687410247215</c:v>
                </c:pt>
                <c:pt idx="451">
                  <c:v>0.25158154634228702</c:v>
                </c:pt>
                <c:pt idx="452">
                  <c:v>0.28351816923307399</c:v>
                </c:pt>
                <c:pt idx="453">
                  <c:v>0.28642087684157502</c:v>
                </c:pt>
                <c:pt idx="454">
                  <c:v>0.32289574672618399</c:v>
                </c:pt>
                <c:pt idx="455">
                  <c:v>0.36022631019613899</c:v>
                </c:pt>
                <c:pt idx="456">
                  <c:v>0.33599233619042901</c:v>
                </c:pt>
                <c:pt idx="457">
                  <c:v>0.429305013835519</c:v>
                </c:pt>
                <c:pt idx="458">
                  <c:v>0.41732682628656298</c:v>
                </c:pt>
                <c:pt idx="459">
                  <c:v>0.50582289796021795</c:v>
                </c:pt>
                <c:pt idx="460">
                  <c:v>0.50766786795961605</c:v>
                </c:pt>
                <c:pt idx="461">
                  <c:v>0.53474135445784998</c:v>
                </c:pt>
                <c:pt idx="462">
                  <c:v>0.56605457632343703</c:v>
                </c:pt>
                <c:pt idx="463">
                  <c:v>0.53732939721196504</c:v>
                </c:pt>
                <c:pt idx="464">
                  <c:v>0.53593529479587498</c:v>
                </c:pt>
                <c:pt idx="465">
                  <c:v>0.52593276384371901</c:v>
                </c:pt>
                <c:pt idx="466">
                  <c:v>0.51777344003061898</c:v>
                </c:pt>
                <c:pt idx="467">
                  <c:v>0.42346722119646901</c:v>
                </c:pt>
                <c:pt idx="468">
                  <c:v>0.40647390633519997</c:v>
                </c:pt>
                <c:pt idx="469">
                  <c:v>0.42842247619938301</c:v>
                </c:pt>
                <c:pt idx="470">
                  <c:v>0.40393882998719899</c:v>
                </c:pt>
                <c:pt idx="471">
                  <c:v>0.45383850280760102</c:v>
                </c:pt>
                <c:pt idx="472">
                  <c:v>0.455777854535934</c:v>
                </c:pt>
                <c:pt idx="473">
                  <c:v>0.41779560110104302</c:v>
                </c:pt>
                <c:pt idx="474">
                  <c:v>0.371527593291822</c:v>
                </c:pt>
                <c:pt idx="475">
                  <c:v>0.382565532508511</c:v>
                </c:pt>
                <c:pt idx="476">
                  <c:v>0.33114459060656398</c:v>
                </c:pt>
                <c:pt idx="477">
                  <c:v>0.32443310322298902</c:v>
                </c:pt>
                <c:pt idx="478">
                  <c:v>0.225385699490984</c:v>
                </c:pt>
                <c:pt idx="479">
                  <c:v>0.186796670603606</c:v>
                </c:pt>
                <c:pt idx="480">
                  <c:v>0.15873802182317501</c:v>
                </c:pt>
                <c:pt idx="481">
                  <c:v>-5.5887279437461503E-2</c:v>
                </c:pt>
                <c:pt idx="482">
                  <c:v>-0.34637890546998401</c:v>
                </c:pt>
                <c:pt idx="483">
                  <c:v>-0.39249691746903298</c:v>
                </c:pt>
                <c:pt idx="484">
                  <c:v>-0.48301897206105299</c:v>
                </c:pt>
                <c:pt idx="485">
                  <c:v>-0.56023140423731899</c:v>
                </c:pt>
                <c:pt idx="486">
                  <c:v>-0.71296540349220305</c:v>
                </c:pt>
                <c:pt idx="487">
                  <c:v>-0.82455147329988798</c:v>
                </c:pt>
                <c:pt idx="488">
                  <c:v>-0.81447746985586</c:v>
                </c:pt>
                <c:pt idx="489">
                  <c:v>-0.74984798979004397</c:v>
                </c:pt>
                <c:pt idx="490">
                  <c:v>-0.68560488040755996</c:v>
                </c:pt>
                <c:pt idx="491">
                  <c:v>-0.68560488040755996</c:v>
                </c:pt>
                <c:pt idx="492">
                  <c:v>-0.12489098579471999</c:v>
                </c:pt>
                <c:pt idx="493">
                  <c:v>-0.218698151329315</c:v>
                </c:pt>
                <c:pt idx="494">
                  <c:v>-0.24295554717516199</c:v>
                </c:pt>
                <c:pt idx="495">
                  <c:v>-9.8088391558937602E-2</c:v>
                </c:pt>
                <c:pt idx="496">
                  <c:v>-4.3642285725028103E-2</c:v>
                </c:pt>
                <c:pt idx="497">
                  <c:v>-4.8431645168840999E-2</c:v>
                </c:pt>
                <c:pt idx="498">
                  <c:v>4.8147994570751897E-2</c:v>
                </c:pt>
                <c:pt idx="499">
                  <c:v>3.5487862822773497E-2</c:v>
                </c:pt>
                <c:pt idx="500">
                  <c:v>9.3746179743863494E-3</c:v>
                </c:pt>
                <c:pt idx="501">
                  <c:v>0.106208263745125</c:v>
                </c:pt>
                <c:pt idx="502">
                  <c:v>0.213212378254794</c:v>
                </c:pt>
                <c:pt idx="503">
                  <c:v>0.190520062492683</c:v>
                </c:pt>
                <c:pt idx="504">
                  <c:v>0.209117026433287</c:v>
                </c:pt>
                <c:pt idx="505">
                  <c:v>0.21065708583307299</c:v>
                </c:pt>
                <c:pt idx="506">
                  <c:v>0.306071089301509</c:v>
                </c:pt>
                <c:pt idx="507">
                  <c:v>0.33407555542128398</c:v>
                </c:pt>
                <c:pt idx="508">
                  <c:v>0.45591618345413099</c:v>
                </c:pt>
                <c:pt idx="509">
                  <c:v>0.49323238814266401</c:v>
                </c:pt>
                <c:pt idx="510">
                  <c:v>0.45876606844454998</c:v>
                </c:pt>
                <c:pt idx="511">
                  <c:v>0.51068781373342498</c:v>
                </c:pt>
                <c:pt idx="512">
                  <c:v>0.52981555368396804</c:v>
                </c:pt>
                <c:pt idx="513">
                  <c:v>0.55030537817976199</c:v>
                </c:pt>
                <c:pt idx="514">
                  <c:v>0.55886355670091903</c:v>
                </c:pt>
                <c:pt idx="515">
                  <c:v>0.52202246570662703</c:v>
                </c:pt>
                <c:pt idx="516">
                  <c:v>0.55534986910106698</c:v>
                </c:pt>
                <c:pt idx="517">
                  <c:v>0.53782804520363103</c:v>
                </c:pt>
                <c:pt idx="518">
                  <c:v>0.61776445377170597</c:v>
                </c:pt>
                <c:pt idx="519">
                  <c:v>0.60137870100171298</c:v>
                </c:pt>
                <c:pt idx="520">
                  <c:v>0.67238137184987201</c:v>
                </c:pt>
                <c:pt idx="521">
                  <c:v>0.769271841312961</c:v>
                </c:pt>
                <c:pt idx="522">
                  <c:v>0.72688696575827405</c:v>
                </c:pt>
                <c:pt idx="523">
                  <c:v>0.75883742879790494</c:v>
                </c:pt>
                <c:pt idx="524">
                  <c:v>0.89539640881531302</c:v>
                </c:pt>
                <c:pt idx="525">
                  <c:v>0.97423316479379996</c:v>
                </c:pt>
                <c:pt idx="526">
                  <c:v>1.0564358047667399</c:v>
                </c:pt>
                <c:pt idx="527">
                  <c:v>1.1305923777028499</c:v>
                </c:pt>
                <c:pt idx="528">
                  <c:v>1.1357042477416499</c:v>
                </c:pt>
                <c:pt idx="529">
                  <c:v>1.1483986818373</c:v>
                </c:pt>
                <c:pt idx="530">
                  <c:v>1.1164359222592199</c:v>
                </c:pt>
                <c:pt idx="531">
                  <c:v>1.1012265583934999</c:v>
                </c:pt>
                <c:pt idx="532">
                  <c:v>1.0778060086605199</c:v>
                </c:pt>
                <c:pt idx="533">
                  <c:v>1.0733482302316399</c:v>
                </c:pt>
                <c:pt idx="534">
                  <c:v>1.0486956893830099</c:v>
                </c:pt>
                <c:pt idx="535">
                  <c:v>1.06921852598056</c:v>
                </c:pt>
                <c:pt idx="536">
                  <c:v>1.0815201376191499</c:v>
                </c:pt>
                <c:pt idx="537">
                  <c:v>1.06891981378583</c:v>
                </c:pt>
                <c:pt idx="538">
                  <c:v>1.04283088828208</c:v>
                </c:pt>
                <c:pt idx="539">
                  <c:v>1.08686345999639</c:v>
                </c:pt>
                <c:pt idx="540">
                  <c:v>1.1843630663050599</c:v>
                </c:pt>
                <c:pt idx="541">
                  <c:v>1.2168719429802299</c:v>
                </c:pt>
                <c:pt idx="542">
                  <c:v>1.3099994039734499</c:v>
                </c:pt>
                <c:pt idx="543">
                  <c:v>1.3181618504653101</c:v>
                </c:pt>
                <c:pt idx="544">
                  <c:v>1.3104383479750099</c:v>
                </c:pt>
                <c:pt idx="545">
                  <c:v>1.2064468221123199</c:v>
                </c:pt>
                <c:pt idx="546">
                  <c:v>1.1833270387491399</c:v>
                </c:pt>
                <c:pt idx="547">
                  <c:v>1.2048183869957301</c:v>
                </c:pt>
                <c:pt idx="548">
                  <c:v>1.2788750135413001</c:v>
                </c:pt>
                <c:pt idx="549">
                  <c:v>1.2905367520603701</c:v>
                </c:pt>
                <c:pt idx="550">
                  <c:v>1.3486933269567001</c:v>
                </c:pt>
                <c:pt idx="551">
                  <c:v>1.40785977290278</c:v>
                </c:pt>
                <c:pt idx="552">
                  <c:v>1.4484002526537101</c:v>
                </c:pt>
                <c:pt idx="553">
                  <c:v>1.50520198628685</c:v>
                </c:pt>
                <c:pt idx="554">
                  <c:v>1.4873181215615401</c:v>
                </c:pt>
                <c:pt idx="555">
                  <c:v>1.4689513496415001</c:v>
                </c:pt>
                <c:pt idx="556">
                  <c:v>1.379084476464</c:v>
                </c:pt>
                <c:pt idx="557">
                  <c:v>1.49213151216372</c:v>
                </c:pt>
                <c:pt idx="558">
                  <c:v>1.6431665574573</c:v>
                </c:pt>
                <c:pt idx="559">
                  <c:v>1.79849028537143</c:v>
                </c:pt>
                <c:pt idx="560">
                  <c:v>1.78342761956505</c:v>
                </c:pt>
                <c:pt idx="561">
                  <c:v>1.8302751480694399</c:v>
                </c:pt>
                <c:pt idx="562">
                  <c:v>1.6696717331181701</c:v>
                </c:pt>
                <c:pt idx="563">
                  <c:v>1.60482761611626</c:v>
                </c:pt>
                <c:pt idx="564">
                  <c:v>1.5293336884669599</c:v>
                </c:pt>
                <c:pt idx="565">
                  <c:v>1.5042106768369801</c:v>
                </c:pt>
                <c:pt idx="566">
                  <c:v>1.47490150401994</c:v>
                </c:pt>
                <c:pt idx="567">
                  <c:v>1.48957319605398</c:v>
                </c:pt>
                <c:pt idx="568">
                  <c:v>1.4349718707438099</c:v>
                </c:pt>
                <c:pt idx="569">
                  <c:v>1.3614008518751499</c:v>
                </c:pt>
                <c:pt idx="570">
                  <c:v>1.34146453410725</c:v>
                </c:pt>
                <c:pt idx="571">
                  <c:v>1.30973236417505</c:v>
                </c:pt>
                <c:pt idx="572">
                  <c:v>1.18467335053672</c:v>
                </c:pt>
                <c:pt idx="573">
                  <c:v>1.12265041728451</c:v>
                </c:pt>
                <c:pt idx="574">
                  <c:v>1.2363436775294601</c:v>
                </c:pt>
                <c:pt idx="575">
                  <c:v>1.2321091456467601</c:v>
                </c:pt>
                <c:pt idx="576">
                  <c:v>1.04132194920599</c:v>
                </c:pt>
                <c:pt idx="577">
                  <c:v>1.09398475128115</c:v>
                </c:pt>
                <c:pt idx="578">
                  <c:v>1.08077105425944</c:v>
                </c:pt>
                <c:pt idx="579">
                  <c:v>1.06704532961885</c:v>
                </c:pt>
                <c:pt idx="580">
                  <c:v>1.09940509125915</c:v>
                </c:pt>
                <c:pt idx="581">
                  <c:v>1.0564937156685601</c:v>
                </c:pt>
                <c:pt idx="582">
                  <c:v>1.0386907900558799</c:v>
                </c:pt>
                <c:pt idx="583">
                  <c:v>0.98791735753496601</c:v>
                </c:pt>
                <c:pt idx="584">
                  <c:v>0.98133422908797896</c:v>
                </c:pt>
                <c:pt idx="585">
                  <c:v>0.92732037808557</c:v>
                </c:pt>
                <c:pt idx="586">
                  <c:v>0.80161590342440203</c:v>
                </c:pt>
                <c:pt idx="587">
                  <c:v>0.75476828103718696</c:v>
                </c:pt>
                <c:pt idx="588">
                  <c:v>0.72993601728709101</c:v>
                </c:pt>
                <c:pt idx="589">
                  <c:v>0.64996030533223004</c:v>
                </c:pt>
                <c:pt idx="590">
                  <c:v>0.56715976393300505</c:v>
                </c:pt>
                <c:pt idx="591">
                  <c:v>0.52974337917890102</c:v>
                </c:pt>
                <c:pt idx="592">
                  <c:v>0.45973777343386202</c:v>
                </c:pt>
                <c:pt idx="593">
                  <c:v>0.39619134099434899</c:v>
                </c:pt>
                <c:pt idx="594">
                  <c:v>0.38856040822273902</c:v>
                </c:pt>
                <c:pt idx="595">
                  <c:v>0.35277240643232999</c:v>
                </c:pt>
                <c:pt idx="596">
                  <c:v>0.38679883812993898</c:v>
                </c:pt>
                <c:pt idx="597">
                  <c:v>0.36268491117315999</c:v>
                </c:pt>
                <c:pt idx="598">
                  <c:v>0.30019346691482501</c:v>
                </c:pt>
                <c:pt idx="599">
                  <c:v>0.24825585933074801</c:v>
                </c:pt>
                <c:pt idx="600">
                  <c:v>0.156533663593072</c:v>
                </c:pt>
                <c:pt idx="601">
                  <c:v>0.12032780723011199</c:v>
                </c:pt>
                <c:pt idx="602">
                  <c:v>0.24231520254677899</c:v>
                </c:pt>
                <c:pt idx="603">
                  <c:v>0.20704305332761999</c:v>
                </c:pt>
                <c:pt idx="604">
                  <c:v>0.22752731150811001</c:v>
                </c:pt>
                <c:pt idx="605">
                  <c:v>0.26356561025015701</c:v>
                </c:pt>
                <c:pt idx="606">
                  <c:v>0.26016465439122699</c:v>
                </c:pt>
                <c:pt idx="607">
                  <c:v>0.22754303436357901</c:v>
                </c:pt>
                <c:pt idx="608">
                  <c:v>0.231319082337969</c:v>
                </c:pt>
                <c:pt idx="609">
                  <c:v>0.22227651536273599</c:v>
                </c:pt>
                <c:pt idx="610">
                  <c:v>0.230351034236978</c:v>
                </c:pt>
                <c:pt idx="611">
                  <c:v>0.233717622809582</c:v>
                </c:pt>
                <c:pt idx="612">
                  <c:v>0.24179004061627599</c:v>
                </c:pt>
                <c:pt idx="613">
                  <c:v>0.247823944774407</c:v>
                </c:pt>
                <c:pt idx="614">
                  <c:v>0.188687410247215</c:v>
                </c:pt>
                <c:pt idx="615">
                  <c:v>0.25158154634228702</c:v>
                </c:pt>
                <c:pt idx="616">
                  <c:v>0.28351816923307399</c:v>
                </c:pt>
                <c:pt idx="617">
                  <c:v>0.28642087684157502</c:v>
                </c:pt>
                <c:pt idx="618">
                  <c:v>0.32289574672618399</c:v>
                </c:pt>
                <c:pt idx="619">
                  <c:v>0.36022631019613899</c:v>
                </c:pt>
                <c:pt idx="620">
                  <c:v>0.33599233619042901</c:v>
                </c:pt>
                <c:pt idx="621">
                  <c:v>0.429305013835519</c:v>
                </c:pt>
                <c:pt idx="622">
                  <c:v>0.41732682628656298</c:v>
                </c:pt>
                <c:pt idx="623">
                  <c:v>0.50582289796021795</c:v>
                </c:pt>
                <c:pt idx="624">
                  <c:v>0.50766786795961605</c:v>
                </c:pt>
                <c:pt idx="625">
                  <c:v>0.53474135445784998</c:v>
                </c:pt>
                <c:pt idx="626">
                  <c:v>0.56605457632343703</c:v>
                </c:pt>
                <c:pt idx="627">
                  <c:v>0.53732939721196504</c:v>
                </c:pt>
                <c:pt idx="628">
                  <c:v>0.53593529479587498</c:v>
                </c:pt>
                <c:pt idx="629">
                  <c:v>0.52593276384371901</c:v>
                </c:pt>
                <c:pt idx="630">
                  <c:v>0.51777344003061898</c:v>
                </c:pt>
                <c:pt idx="631">
                  <c:v>0.42346722119646901</c:v>
                </c:pt>
                <c:pt idx="632">
                  <c:v>0.40647390633519997</c:v>
                </c:pt>
                <c:pt idx="633">
                  <c:v>0.42842247619938301</c:v>
                </c:pt>
                <c:pt idx="634">
                  <c:v>0.40393882998719899</c:v>
                </c:pt>
                <c:pt idx="635">
                  <c:v>0.45383850280760102</c:v>
                </c:pt>
                <c:pt idx="636">
                  <c:v>0.455777854535934</c:v>
                </c:pt>
                <c:pt idx="637">
                  <c:v>0.41779560110104302</c:v>
                </c:pt>
                <c:pt idx="638">
                  <c:v>0.371527593291822</c:v>
                </c:pt>
                <c:pt idx="639">
                  <c:v>0.382565532508511</c:v>
                </c:pt>
                <c:pt idx="640">
                  <c:v>0.33114459060656398</c:v>
                </c:pt>
                <c:pt idx="641">
                  <c:v>0.32443310322298902</c:v>
                </c:pt>
                <c:pt idx="642">
                  <c:v>0.225385699490984</c:v>
                </c:pt>
                <c:pt idx="643">
                  <c:v>0.186796670603606</c:v>
                </c:pt>
                <c:pt idx="644">
                  <c:v>0.15873802182317501</c:v>
                </c:pt>
                <c:pt idx="645">
                  <c:v>-5.5887279437461503E-2</c:v>
                </c:pt>
                <c:pt idx="646">
                  <c:v>-0.34637890546998401</c:v>
                </c:pt>
                <c:pt idx="647">
                  <c:v>-0.39249691746903298</c:v>
                </c:pt>
                <c:pt idx="648">
                  <c:v>-0.48301897206105299</c:v>
                </c:pt>
                <c:pt idx="649">
                  <c:v>-0.56023140423731899</c:v>
                </c:pt>
                <c:pt idx="650">
                  <c:v>-0.71296540349220305</c:v>
                </c:pt>
                <c:pt idx="651">
                  <c:v>-0.82455147329988798</c:v>
                </c:pt>
                <c:pt idx="652">
                  <c:v>-0.81447746985586</c:v>
                </c:pt>
                <c:pt idx="653">
                  <c:v>-0.74984798979004397</c:v>
                </c:pt>
                <c:pt idx="654">
                  <c:v>-0.68560488040755996</c:v>
                </c:pt>
                <c:pt idx="655">
                  <c:v>-0.68560488040755996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61-490C-8B2D-C1BBCCB68039}"/>
            </c:ext>
          </c:extLst>
        </c:ser>
        <c:ser>
          <c:idx val="3"/>
          <c:order val="3"/>
          <c:tx>
            <c:strRef>
              <c:f>Foreign!$G$2</c:f>
              <c:strCache>
                <c:ptCount val="1"/>
                <c:pt idx="0">
                  <c:v>Financeiro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Foreign!$C$3:$C$658</c:f>
              <c:numCache>
                <c:formatCode>m/d/yyyy</c:formatCode>
                <c:ptCount val="656"/>
                <c:pt idx="0">
                  <c:v>46024</c:v>
                </c:pt>
                <c:pt idx="1">
                  <c:v>46027</c:v>
                </c:pt>
                <c:pt idx="2">
                  <c:v>46028</c:v>
                </c:pt>
                <c:pt idx="3">
                  <c:v>46029</c:v>
                </c:pt>
                <c:pt idx="4">
                  <c:v>46030</c:v>
                </c:pt>
                <c:pt idx="5">
                  <c:v>46031</c:v>
                </c:pt>
                <c:pt idx="6">
                  <c:v>46034</c:v>
                </c:pt>
                <c:pt idx="7">
                  <c:v>46035</c:v>
                </c:pt>
                <c:pt idx="8">
                  <c:v>46036</c:v>
                </c:pt>
                <c:pt idx="9">
                  <c:v>46037</c:v>
                </c:pt>
                <c:pt idx="10">
                  <c:v>46038</c:v>
                </c:pt>
                <c:pt idx="11">
                  <c:v>46041</c:v>
                </c:pt>
                <c:pt idx="12">
                  <c:v>46042</c:v>
                </c:pt>
                <c:pt idx="13">
                  <c:v>46043</c:v>
                </c:pt>
                <c:pt idx="14">
                  <c:v>46044</c:v>
                </c:pt>
                <c:pt idx="15">
                  <c:v>46045</c:v>
                </c:pt>
                <c:pt idx="16">
                  <c:v>46048</c:v>
                </c:pt>
                <c:pt idx="17">
                  <c:v>46049</c:v>
                </c:pt>
                <c:pt idx="18">
                  <c:v>46050</c:v>
                </c:pt>
                <c:pt idx="19">
                  <c:v>46051</c:v>
                </c:pt>
                <c:pt idx="20">
                  <c:v>46052</c:v>
                </c:pt>
                <c:pt idx="21">
                  <c:v>46055</c:v>
                </c:pt>
                <c:pt idx="22">
                  <c:v>46056</c:v>
                </c:pt>
                <c:pt idx="23">
                  <c:v>46057</c:v>
                </c:pt>
                <c:pt idx="24">
                  <c:v>46058</c:v>
                </c:pt>
                <c:pt idx="25">
                  <c:v>46059</c:v>
                </c:pt>
                <c:pt idx="26">
                  <c:v>46062</c:v>
                </c:pt>
                <c:pt idx="27">
                  <c:v>46063</c:v>
                </c:pt>
                <c:pt idx="28">
                  <c:v>46064</c:v>
                </c:pt>
                <c:pt idx="29">
                  <c:v>46065</c:v>
                </c:pt>
                <c:pt idx="30">
                  <c:v>46066</c:v>
                </c:pt>
                <c:pt idx="31">
                  <c:v>46071</c:v>
                </c:pt>
                <c:pt idx="32">
                  <c:v>46072</c:v>
                </c:pt>
                <c:pt idx="33">
                  <c:v>46073</c:v>
                </c:pt>
                <c:pt idx="34">
                  <c:v>46076</c:v>
                </c:pt>
                <c:pt idx="35">
                  <c:v>46077</c:v>
                </c:pt>
                <c:pt idx="36">
                  <c:v>46078</c:v>
                </c:pt>
                <c:pt idx="37">
                  <c:v>46079</c:v>
                </c:pt>
                <c:pt idx="38">
                  <c:v>46080</c:v>
                </c:pt>
                <c:pt idx="39">
                  <c:v>46083</c:v>
                </c:pt>
                <c:pt idx="40">
                  <c:v>46084</c:v>
                </c:pt>
                <c:pt idx="41">
                  <c:v>46085</c:v>
                </c:pt>
                <c:pt idx="42">
                  <c:v>46086</c:v>
                </c:pt>
                <c:pt idx="43">
                  <c:v>46087</c:v>
                </c:pt>
                <c:pt idx="44">
                  <c:v>46090</c:v>
                </c:pt>
                <c:pt idx="45">
                  <c:v>46091</c:v>
                </c:pt>
                <c:pt idx="46">
                  <c:v>46092</c:v>
                </c:pt>
                <c:pt idx="47">
                  <c:v>46093</c:v>
                </c:pt>
                <c:pt idx="48">
                  <c:v>46094</c:v>
                </c:pt>
                <c:pt idx="49">
                  <c:v>46097</c:v>
                </c:pt>
                <c:pt idx="50">
                  <c:v>46098</c:v>
                </c:pt>
                <c:pt idx="51">
                  <c:v>46099</c:v>
                </c:pt>
                <c:pt idx="52">
                  <c:v>46100</c:v>
                </c:pt>
                <c:pt idx="53">
                  <c:v>46101</c:v>
                </c:pt>
                <c:pt idx="54">
                  <c:v>46104</c:v>
                </c:pt>
                <c:pt idx="55">
                  <c:v>46105</c:v>
                </c:pt>
                <c:pt idx="56">
                  <c:v>46106</c:v>
                </c:pt>
                <c:pt idx="57">
                  <c:v>46107</c:v>
                </c:pt>
                <c:pt idx="58">
                  <c:v>46108</c:v>
                </c:pt>
                <c:pt idx="59">
                  <c:v>46111</c:v>
                </c:pt>
                <c:pt idx="60">
                  <c:v>46112</c:v>
                </c:pt>
                <c:pt idx="61">
                  <c:v>46113</c:v>
                </c:pt>
                <c:pt idx="62">
                  <c:v>46114</c:v>
                </c:pt>
                <c:pt idx="63">
                  <c:v>46118</c:v>
                </c:pt>
                <c:pt idx="64">
                  <c:v>46119</c:v>
                </c:pt>
                <c:pt idx="65">
                  <c:v>46120</c:v>
                </c:pt>
                <c:pt idx="66">
                  <c:v>46121</c:v>
                </c:pt>
                <c:pt idx="67">
                  <c:v>46122</c:v>
                </c:pt>
                <c:pt idx="68">
                  <c:v>46125</c:v>
                </c:pt>
                <c:pt idx="69">
                  <c:v>46126</c:v>
                </c:pt>
                <c:pt idx="70">
                  <c:v>46127</c:v>
                </c:pt>
                <c:pt idx="71">
                  <c:v>46128</c:v>
                </c:pt>
                <c:pt idx="72">
                  <c:v>46129</c:v>
                </c:pt>
                <c:pt idx="73">
                  <c:v>46132</c:v>
                </c:pt>
                <c:pt idx="74">
                  <c:v>46134</c:v>
                </c:pt>
                <c:pt idx="75">
                  <c:v>46135</c:v>
                </c:pt>
                <c:pt idx="76">
                  <c:v>46136</c:v>
                </c:pt>
                <c:pt idx="77">
                  <c:v>46139</c:v>
                </c:pt>
                <c:pt idx="78">
                  <c:v>46140</c:v>
                </c:pt>
                <c:pt idx="79">
                  <c:v>46141</c:v>
                </c:pt>
                <c:pt idx="80">
                  <c:v>46142</c:v>
                </c:pt>
                <c:pt idx="81">
                  <c:v>46146</c:v>
                </c:pt>
                <c:pt idx="82">
                  <c:v>46147</c:v>
                </c:pt>
                <c:pt idx="83">
                  <c:v>46148</c:v>
                </c:pt>
                <c:pt idx="84">
                  <c:v>46149</c:v>
                </c:pt>
                <c:pt idx="85">
                  <c:v>46150</c:v>
                </c:pt>
                <c:pt idx="86">
                  <c:v>46153</c:v>
                </c:pt>
                <c:pt idx="87">
                  <c:v>46154</c:v>
                </c:pt>
                <c:pt idx="88">
                  <c:v>46155</c:v>
                </c:pt>
                <c:pt idx="89">
                  <c:v>46156</c:v>
                </c:pt>
                <c:pt idx="90">
                  <c:v>46157</c:v>
                </c:pt>
                <c:pt idx="91">
                  <c:v>46160</c:v>
                </c:pt>
                <c:pt idx="92">
                  <c:v>46161</c:v>
                </c:pt>
                <c:pt idx="93">
                  <c:v>46162</c:v>
                </c:pt>
                <c:pt idx="94">
                  <c:v>46163</c:v>
                </c:pt>
                <c:pt idx="95">
                  <c:v>46164</c:v>
                </c:pt>
                <c:pt idx="96">
                  <c:v>46167</c:v>
                </c:pt>
                <c:pt idx="97">
                  <c:v>46168</c:v>
                </c:pt>
                <c:pt idx="98">
                  <c:v>46169</c:v>
                </c:pt>
                <c:pt idx="99">
                  <c:v>46170</c:v>
                </c:pt>
                <c:pt idx="100">
                  <c:v>46171</c:v>
                </c:pt>
                <c:pt idx="101">
                  <c:v>46174</c:v>
                </c:pt>
                <c:pt idx="102">
                  <c:v>46175</c:v>
                </c:pt>
                <c:pt idx="103">
                  <c:v>46176</c:v>
                </c:pt>
                <c:pt idx="104">
                  <c:v>46178</c:v>
                </c:pt>
                <c:pt idx="105">
                  <c:v>46181</c:v>
                </c:pt>
                <c:pt idx="106">
                  <c:v>46182</c:v>
                </c:pt>
                <c:pt idx="107">
                  <c:v>46183</c:v>
                </c:pt>
                <c:pt idx="108">
                  <c:v>46184</c:v>
                </c:pt>
                <c:pt idx="109">
                  <c:v>46185</c:v>
                </c:pt>
                <c:pt idx="110">
                  <c:v>46188</c:v>
                </c:pt>
                <c:pt idx="111">
                  <c:v>46189</c:v>
                </c:pt>
                <c:pt idx="112">
                  <c:v>46190</c:v>
                </c:pt>
                <c:pt idx="113">
                  <c:v>46191</c:v>
                </c:pt>
                <c:pt idx="114">
                  <c:v>46192</c:v>
                </c:pt>
                <c:pt idx="115">
                  <c:v>46195</c:v>
                </c:pt>
                <c:pt idx="116">
                  <c:v>46196</c:v>
                </c:pt>
                <c:pt idx="117">
                  <c:v>46197</c:v>
                </c:pt>
                <c:pt idx="118">
                  <c:v>46198</c:v>
                </c:pt>
                <c:pt idx="119">
                  <c:v>46199</c:v>
                </c:pt>
                <c:pt idx="120">
                  <c:v>46202</c:v>
                </c:pt>
                <c:pt idx="121">
                  <c:v>46203</c:v>
                </c:pt>
                <c:pt idx="122">
                  <c:v>46204</c:v>
                </c:pt>
                <c:pt idx="123">
                  <c:v>46205</c:v>
                </c:pt>
                <c:pt idx="124">
                  <c:v>46206</c:v>
                </c:pt>
                <c:pt idx="125">
                  <c:v>46209</c:v>
                </c:pt>
                <c:pt idx="126">
                  <c:v>46210</c:v>
                </c:pt>
                <c:pt idx="127">
                  <c:v>46211</c:v>
                </c:pt>
                <c:pt idx="128">
                  <c:v>46212</c:v>
                </c:pt>
                <c:pt idx="129">
                  <c:v>46213</c:v>
                </c:pt>
                <c:pt idx="130">
                  <c:v>46216</c:v>
                </c:pt>
                <c:pt idx="131">
                  <c:v>46217</c:v>
                </c:pt>
                <c:pt idx="132">
                  <c:v>46218</c:v>
                </c:pt>
                <c:pt idx="133">
                  <c:v>46219</c:v>
                </c:pt>
                <c:pt idx="134">
                  <c:v>46220</c:v>
                </c:pt>
                <c:pt idx="135">
                  <c:v>46223</c:v>
                </c:pt>
                <c:pt idx="136">
                  <c:v>46224</c:v>
                </c:pt>
                <c:pt idx="137">
                  <c:v>46225</c:v>
                </c:pt>
                <c:pt idx="138">
                  <c:v>46226</c:v>
                </c:pt>
                <c:pt idx="139">
                  <c:v>46227</c:v>
                </c:pt>
                <c:pt idx="140">
                  <c:v>46230</c:v>
                </c:pt>
                <c:pt idx="141">
                  <c:v>46231</c:v>
                </c:pt>
                <c:pt idx="142">
                  <c:v>46232</c:v>
                </c:pt>
                <c:pt idx="143">
                  <c:v>46233</c:v>
                </c:pt>
                <c:pt idx="144">
                  <c:v>46234</c:v>
                </c:pt>
                <c:pt idx="145">
                  <c:v>46237</c:v>
                </c:pt>
                <c:pt idx="146">
                  <c:v>46238</c:v>
                </c:pt>
                <c:pt idx="147">
                  <c:v>46239</c:v>
                </c:pt>
                <c:pt idx="148">
                  <c:v>46240</c:v>
                </c:pt>
                <c:pt idx="149">
                  <c:v>46241</c:v>
                </c:pt>
                <c:pt idx="150">
                  <c:v>46244</c:v>
                </c:pt>
                <c:pt idx="151">
                  <c:v>46245</c:v>
                </c:pt>
                <c:pt idx="152">
                  <c:v>46246</c:v>
                </c:pt>
                <c:pt idx="153">
                  <c:v>46247</c:v>
                </c:pt>
                <c:pt idx="154">
                  <c:v>46248</c:v>
                </c:pt>
                <c:pt idx="155">
                  <c:v>46251</c:v>
                </c:pt>
                <c:pt idx="156">
                  <c:v>46252</c:v>
                </c:pt>
                <c:pt idx="157">
                  <c:v>46253</c:v>
                </c:pt>
                <c:pt idx="158">
                  <c:v>46254</c:v>
                </c:pt>
                <c:pt idx="159">
                  <c:v>46255</c:v>
                </c:pt>
                <c:pt idx="160">
                  <c:v>46258</c:v>
                </c:pt>
                <c:pt idx="161">
                  <c:v>46259</c:v>
                </c:pt>
                <c:pt idx="162">
                  <c:v>46260</c:v>
                </c:pt>
                <c:pt idx="163">
                  <c:v>46261</c:v>
                </c:pt>
                <c:pt idx="164">
                  <c:v>46024</c:v>
                </c:pt>
                <c:pt idx="165">
                  <c:v>46027</c:v>
                </c:pt>
                <c:pt idx="166">
                  <c:v>46028</c:v>
                </c:pt>
                <c:pt idx="167">
                  <c:v>46029</c:v>
                </c:pt>
                <c:pt idx="168">
                  <c:v>46030</c:v>
                </c:pt>
                <c:pt idx="169">
                  <c:v>46031</c:v>
                </c:pt>
                <c:pt idx="170">
                  <c:v>46034</c:v>
                </c:pt>
                <c:pt idx="171">
                  <c:v>46035</c:v>
                </c:pt>
                <c:pt idx="172">
                  <c:v>46036</c:v>
                </c:pt>
                <c:pt idx="173">
                  <c:v>46037</c:v>
                </c:pt>
                <c:pt idx="174">
                  <c:v>46038</c:v>
                </c:pt>
                <c:pt idx="175">
                  <c:v>46041</c:v>
                </c:pt>
                <c:pt idx="176">
                  <c:v>46042</c:v>
                </c:pt>
                <c:pt idx="177">
                  <c:v>46043</c:v>
                </c:pt>
                <c:pt idx="178">
                  <c:v>46044</c:v>
                </c:pt>
                <c:pt idx="179">
                  <c:v>46045</c:v>
                </c:pt>
                <c:pt idx="180">
                  <c:v>46048</c:v>
                </c:pt>
                <c:pt idx="181">
                  <c:v>46049</c:v>
                </c:pt>
                <c:pt idx="182">
                  <c:v>46050</c:v>
                </c:pt>
                <c:pt idx="183">
                  <c:v>46051</c:v>
                </c:pt>
                <c:pt idx="184">
                  <c:v>46052</c:v>
                </c:pt>
                <c:pt idx="185">
                  <c:v>46055</c:v>
                </c:pt>
                <c:pt idx="186">
                  <c:v>46056</c:v>
                </c:pt>
                <c:pt idx="187">
                  <c:v>46057</c:v>
                </c:pt>
                <c:pt idx="188">
                  <c:v>46058</c:v>
                </c:pt>
                <c:pt idx="189">
                  <c:v>46059</c:v>
                </c:pt>
                <c:pt idx="190">
                  <c:v>46062</c:v>
                </c:pt>
                <c:pt idx="191">
                  <c:v>46063</c:v>
                </c:pt>
                <c:pt idx="192">
                  <c:v>46064</c:v>
                </c:pt>
                <c:pt idx="193">
                  <c:v>46065</c:v>
                </c:pt>
                <c:pt idx="194">
                  <c:v>46066</c:v>
                </c:pt>
                <c:pt idx="195">
                  <c:v>46071</c:v>
                </c:pt>
                <c:pt idx="196">
                  <c:v>46072</c:v>
                </c:pt>
                <c:pt idx="197">
                  <c:v>46073</c:v>
                </c:pt>
                <c:pt idx="198">
                  <c:v>46076</c:v>
                </c:pt>
                <c:pt idx="199">
                  <c:v>46077</c:v>
                </c:pt>
                <c:pt idx="200">
                  <c:v>46078</c:v>
                </c:pt>
                <c:pt idx="201">
                  <c:v>46079</c:v>
                </c:pt>
                <c:pt idx="202">
                  <c:v>46080</c:v>
                </c:pt>
                <c:pt idx="203">
                  <c:v>46083</c:v>
                </c:pt>
                <c:pt idx="204">
                  <c:v>46084</c:v>
                </c:pt>
                <c:pt idx="205">
                  <c:v>46085</c:v>
                </c:pt>
                <c:pt idx="206">
                  <c:v>46086</c:v>
                </c:pt>
                <c:pt idx="207">
                  <c:v>46087</c:v>
                </c:pt>
                <c:pt idx="208">
                  <c:v>46090</c:v>
                </c:pt>
                <c:pt idx="209">
                  <c:v>46091</c:v>
                </c:pt>
                <c:pt idx="210">
                  <c:v>46092</c:v>
                </c:pt>
                <c:pt idx="211">
                  <c:v>46093</c:v>
                </c:pt>
                <c:pt idx="212">
                  <c:v>46094</c:v>
                </c:pt>
                <c:pt idx="213">
                  <c:v>46097</c:v>
                </c:pt>
                <c:pt idx="214">
                  <c:v>46098</c:v>
                </c:pt>
                <c:pt idx="215">
                  <c:v>46099</c:v>
                </c:pt>
                <c:pt idx="216">
                  <c:v>46100</c:v>
                </c:pt>
                <c:pt idx="217">
                  <c:v>46101</c:v>
                </c:pt>
                <c:pt idx="218">
                  <c:v>46104</c:v>
                </c:pt>
                <c:pt idx="219">
                  <c:v>46105</c:v>
                </c:pt>
                <c:pt idx="220">
                  <c:v>46106</c:v>
                </c:pt>
                <c:pt idx="221">
                  <c:v>46107</c:v>
                </c:pt>
                <c:pt idx="222">
                  <c:v>46108</c:v>
                </c:pt>
                <c:pt idx="223">
                  <c:v>46111</c:v>
                </c:pt>
                <c:pt idx="224">
                  <c:v>46112</c:v>
                </c:pt>
                <c:pt idx="225">
                  <c:v>46113</c:v>
                </c:pt>
                <c:pt idx="226">
                  <c:v>46114</c:v>
                </c:pt>
                <c:pt idx="227">
                  <c:v>46118</c:v>
                </c:pt>
                <c:pt idx="228">
                  <c:v>46119</c:v>
                </c:pt>
                <c:pt idx="229">
                  <c:v>46120</c:v>
                </c:pt>
                <c:pt idx="230">
                  <c:v>46121</c:v>
                </c:pt>
                <c:pt idx="231">
                  <c:v>46122</c:v>
                </c:pt>
                <c:pt idx="232">
                  <c:v>46125</c:v>
                </c:pt>
                <c:pt idx="233">
                  <c:v>46126</c:v>
                </c:pt>
                <c:pt idx="234">
                  <c:v>46127</c:v>
                </c:pt>
                <c:pt idx="235">
                  <c:v>46128</c:v>
                </c:pt>
                <c:pt idx="236">
                  <c:v>46129</c:v>
                </c:pt>
                <c:pt idx="237">
                  <c:v>46132</c:v>
                </c:pt>
                <c:pt idx="238">
                  <c:v>46134</c:v>
                </c:pt>
                <c:pt idx="239">
                  <c:v>46135</c:v>
                </c:pt>
                <c:pt idx="240">
                  <c:v>46136</c:v>
                </c:pt>
                <c:pt idx="241">
                  <c:v>46139</c:v>
                </c:pt>
                <c:pt idx="242">
                  <c:v>46140</c:v>
                </c:pt>
                <c:pt idx="243">
                  <c:v>46141</c:v>
                </c:pt>
                <c:pt idx="244">
                  <c:v>46142</c:v>
                </c:pt>
                <c:pt idx="245">
                  <c:v>46146</c:v>
                </c:pt>
                <c:pt idx="246">
                  <c:v>46147</c:v>
                </c:pt>
                <c:pt idx="247">
                  <c:v>46148</c:v>
                </c:pt>
                <c:pt idx="248">
                  <c:v>46149</c:v>
                </c:pt>
                <c:pt idx="249">
                  <c:v>46150</c:v>
                </c:pt>
                <c:pt idx="250">
                  <c:v>46153</c:v>
                </c:pt>
                <c:pt idx="251">
                  <c:v>46154</c:v>
                </c:pt>
                <c:pt idx="252">
                  <c:v>46155</c:v>
                </c:pt>
                <c:pt idx="253">
                  <c:v>46156</c:v>
                </c:pt>
                <c:pt idx="254">
                  <c:v>46157</c:v>
                </c:pt>
                <c:pt idx="255">
                  <c:v>46160</c:v>
                </c:pt>
                <c:pt idx="256">
                  <c:v>46161</c:v>
                </c:pt>
                <c:pt idx="257">
                  <c:v>46162</c:v>
                </c:pt>
                <c:pt idx="258">
                  <c:v>46163</c:v>
                </c:pt>
                <c:pt idx="259">
                  <c:v>46164</c:v>
                </c:pt>
                <c:pt idx="260">
                  <c:v>46167</c:v>
                </c:pt>
                <c:pt idx="261">
                  <c:v>46168</c:v>
                </c:pt>
                <c:pt idx="262">
                  <c:v>46169</c:v>
                </c:pt>
                <c:pt idx="263">
                  <c:v>46170</c:v>
                </c:pt>
                <c:pt idx="264">
                  <c:v>46171</c:v>
                </c:pt>
                <c:pt idx="265">
                  <c:v>46174</c:v>
                </c:pt>
                <c:pt idx="266">
                  <c:v>46175</c:v>
                </c:pt>
                <c:pt idx="267">
                  <c:v>46176</c:v>
                </c:pt>
                <c:pt idx="268">
                  <c:v>46178</c:v>
                </c:pt>
                <c:pt idx="269">
                  <c:v>46181</c:v>
                </c:pt>
                <c:pt idx="270">
                  <c:v>46182</c:v>
                </c:pt>
                <c:pt idx="271">
                  <c:v>46183</c:v>
                </c:pt>
                <c:pt idx="272">
                  <c:v>46184</c:v>
                </c:pt>
                <c:pt idx="273">
                  <c:v>46185</c:v>
                </c:pt>
                <c:pt idx="274">
                  <c:v>46188</c:v>
                </c:pt>
                <c:pt idx="275">
                  <c:v>46189</c:v>
                </c:pt>
                <c:pt idx="276">
                  <c:v>46190</c:v>
                </c:pt>
                <c:pt idx="277">
                  <c:v>46191</c:v>
                </c:pt>
                <c:pt idx="278">
                  <c:v>46192</c:v>
                </c:pt>
                <c:pt idx="279">
                  <c:v>46195</c:v>
                </c:pt>
                <c:pt idx="280">
                  <c:v>46196</c:v>
                </c:pt>
                <c:pt idx="281">
                  <c:v>46197</c:v>
                </c:pt>
                <c:pt idx="282">
                  <c:v>46198</c:v>
                </c:pt>
                <c:pt idx="283">
                  <c:v>46199</c:v>
                </c:pt>
                <c:pt idx="284">
                  <c:v>46202</c:v>
                </c:pt>
                <c:pt idx="285">
                  <c:v>46203</c:v>
                </c:pt>
                <c:pt idx="286">
                  <c:v>46204</c:v>
                </c:pt>
                <c:pt idx="287">
                  <c:v>46205</c:v>
                </c:pt>
                <c:pt idx="288">
                  <c:v>46206</c:v>
                </c:pt>
                <c:pt idx="289">
                  <c:v>46209</c:v>
                </c:pt>
                <c:pt idx="290">
                  <c:v>46210</c:v>
                </c:pt>
                <c:pt idx="291">
                  <c:v>46211</c:v>
                </c:pt>
                <c:pt idx="292">
                  <c:v>46212</c:v>
                </c:pt>
                <c:pt idx="293">
                  <c:v>46213</c:v>
                </c:pt>
                <c:pt idx="294">
                  <c:v>46216</c:v>
                </c:pt>
                <c:pt idx="295">
                  <c:v>46217</c:v>
                </c:pt>
                <c:pt idx="296">
                  <c:v>46218</c:v>
                </c:pt>
                <c:pt idx="297">
                  <c:v>46219</c:v>
                </c:pt>
                <c:pt idx="298">
                  <c:v>46220</c:v>
                </c:pt>
                <c:pt idx="299">
                  <c:v>46223</c:v>
                </c:pt>
                <c:pt idx="300">
                  <c:v>46224</c:v>
                </c:pt>
                <c:pt idx="301">
                  <c:v>46225</c:v>
                </c:pt>
                <c:pt idx="302">
                  <c:v>46226</c:v>
                </c:pt>
                <c:pt idx="303">
                  <c:v>46227</c:v>
                </c:pt>
                <c:pt idx="304">
                  <c:v>46230</c:v>
                </c:pt>
                <c:pt idx="305">
                  <c:v>46231</c:v>
                </c:pt>
                <c:pt idx="306">
                  <c:v>46232</c:v>
                </c:pt>
                <c:pt idx="307">
                  <c:v>46233</c:v>
                </c:pt>
                <c:pt idx="308">
                  <c:v>46234</c:v>
                </c:pt>
                <c:pt idx="309">
                  <c:v>46237</c:v>
                </c:pt>
                <c:pt idx="310">
                  <c:v>46238</c:v>
                </c:pt>
                <c:pt idx="311">
                  <c:v>46239</c:v>
                </c:pt>
                <c:pt idx="312">
                  <c:v>46240</c:v>
                </c:pt>
                <c:pt idx="313">
                  <c:v>46241</c:v>
                </c:pt>
                <c:pt idx="314">
                  <c:v>46244</c:v>
                </c:pt>
                <c:pt idx="315">
                  <c:v>46245</c:v>
                </c:pt>
                <c:pt idx="316">
                  <c:v>46246</c:v>
                </c:pt>
                <c:pt idx="317">
                  <c:v>46247</c:v>
                </c:pt>
                <c:pt idx="318">
                  <c:v>46248</c:v>
                </c:pt>
                <c:pt idx="319">
                  <c:v>46251</c:v>
                </c:pt>
                <c:pt idx="320">
                  <c:v>46252</c:v>
                </c:pt>
                <c:pt idx="321">
                  <c:v>46253</c:v>
                </c:pt>
                <c:pt idx="322">
                  <c:v>46254</c:v>
                </c:pt>
                <c:pt idx="323">
                  <c:v>46255</c:v>
                </c:pt>
                <c:pt idx="324">
                  <c:v>46258</c:v>
                </c:pt>
                <c:pt idx="325">
                  <c:v>46259</c:v>
                </c:pt>
                <c:pt idx="326">
                  <c:v>46260</c:v>
                </c:pt>
                <c:pt idx="327">
                  <c:v>46261</c:v>
                </c:pt>
                <c:pt idx="328">
                  <c:v>46024</c:v>
                </c:pt>
                <c:pt idx="329">
                  <c:v>46027</c:v>
                </c:pt>
                <c:pt idx="330">
                  <c:v>46028</c:v>
                </c:pt>
                <c:pt idx="331">
                  <c:v>46029</c:v>
                </c:pt>
                <c:pt idx="332">
                  <c:v>46030</c:v>
                </c:pt>
                <c:pt idx="333">
                  <c:v>46031</c:v>
                </c:pt>
                <c:pt idx="334">
                  <c:v>46034</c:v>
                </c:pt>
                <c:pt idx="335">
                  <c:v>46035</c:v>
                </c:pt>
                <c:pt idx="336">
                  <c:v>46036</c:v>
                </c:pt>
                <c:pt idx="337">
                  <c:v>46037</c:v>
                </c:pt>
                <c:pt idx="338">
                  <c:v>46038</c:v>
                </c:pt>
                <c:pt idx="339">
                  <c:v>46041</c:v>
                </c:pt>
                <c:pt idx="340">
                  <c:v>46042</c:v>
                </c:pt>
                <c:pt idx="341">
                  <c:v>46043</c:v>
                </c:pt>
                <c:pt idx="342">
                  <c:v>46044</c:v>
                </c:pt>
                <c:pt idx="343">
                  <c:v>46045</c:v>
                </c:pt>
                <c:pt idx="344">
                  <c:v>46048</c:v>
                </c:pt>
                <c:pt idx="345">
                  <c:v>46049</c:v>
                </c:pt>
                <c:pt idx="346">
                  <c:v>46050</c:v>
                </c:pt>
                <c:pt idx="347">
                  <c:v>46051</c:v>
                </c:pt>
                <c:pt idx="348">
                  <c:v>46052</c:v>
                </c:pt>
                <c:pt idx="349">
                  <c:v>46055</c:v>
                </c:pt>
                <c:pt idx="350">
                  <c:v>46056</c:v>
                </c:pt>
                <c:pt idx="351">
                  <c:v>46057</c:v>
                </c:pt>
                <c:pt idx="352">
                  <c:v>46058</c:v>
                </c:pt>
                <c:pt idx="353">
                  <c:v>46059</c:v>
                </c:pt>
                <c:pt idx="354">
                  <c:v>46062</c:v>
                </c:pt>
                <c:pt idx="355">
                  <c:v>46063</c:v>
                </c:pt>
                <c:pt idx="356">
                  <c:v>46064</c:v>
                </c:pt>
                <c:pt idx="357">
                  <c:v>46065</c:v>
                </c:pt>
                <c:pt idx="358">
                  <c:v>46066</c:v>
                </c:pt>
                <c:pt idx="359">
                  <c:v>46071</c:v>
                </c:pt>
                <c:pt idx="360">
                  <c:v>46072</c:v>
                </c:pt>
                <c:pt idx="361">
                  <c:v>46073</c:v>
                </c:pt>
                <c:pt idx="362">
                  <c:v>46076</c:v>
                </c:pt>
                <c:pt idx="363">
                  <c:v>46077</c:v>
                </c:pt>
                <c:pt idx="364">
                  <c:v>46078</c:v>
                </c:pt>
                <c:pt idx="365">
                  <c:v>46079</c:v>
                </c:pt>
                <c:pt idx="366">
                  <c:v>46080</c:v>
                </c:pt>
                <c:pt idx="367">
                  <c:v>46083</c:v>
                </c:pt>
                <c:pt idx="368">
                  <c:v>46084</c:v>
                </c:pt>
                <c:pt idx="369">
                  <c:v>46085</c:v>
                </c:pt>
                <c:pt idx="370">
                  <c:v>46086</c:v>
                </c:pt>
                <c:pt idx="371">
                  <c:v>46087</c:v>
                </c:pt>
                <c:pt idx="372">
                  <c:v>46090</c:v>
                </c:pt>
                <c:pt idx="373">
                  <c:v>46091</c:v>
                </c:pt>
                <c:pt idx="374">
                  <c:v>46092</c:v>
                </c:pt>
                <c:pt idx="375">
                  <c:v>46093</c:v>
                </c:pt>
                <c:pt idx="376">
                  <c:v>46094</c:v>
                </c:pt>
                <c:pt idx="377">
                  <c:v>46097</c:v>
                </c:pt>
                <c:pt idx="378">
                  <c:v>46098</c:v>
                </c:pt>
                <c:pt idx="379">
                  <c:v>46099</c:v>
                </c:pt>
                <c:pt idx="380">
                  <c:v>46100</c:v>
                </c:pt>
                <c:pt idx="381">
                  <c:v>46101</c:v>
                </c:pt>
                <c:pt idx="382">
                  <c:v>46104</c:v>
                </c:pt>
                <c:pt idx="383">
                  <c:v>46105</c:v>
                </c:pt>
                <c:pt idx="384">
                  <c:v>46106</c:v>
                </c:pt>
                <c:pt idx="385">
                  <c:v>46107</c:v>
                </c:pt>
                <c:pt idx="386">
                  <c:v>46108</c:v>
                </c:pt>
                <c:pt idx="387">
                  <c:v>46111</c:v>
                </c:pt>
                <c:pt idx="388">
                  <c:v>46112</c:v>
                </c:pt>
                <c:pt idx="389">
                  <c:v>46113</c:v>
                </c:pt>
                <c:pt idx="390">
                  <c:v>46114</c:v>
                </c:pt>
                <c:pt idx="391">
                  <c:v>46118</c:v>
                </c:pt>
                <c:pt idx="392">
                  <c:v>46119</c:v>
                </c:pt>
                <c:pt idx="393">
                  <c:v>46120</c:v>
                </c:pt>
                <c:pt idx="394">
                  <c:v>46121</c:v>
                </c:pt>
                <c:pt idx="395">
                  <c:v>46122</c:v>
                </c:pt>
                <c:pt idx="396">
                  <c:v>46125</c:v>
                </c:pt>
                <c:pt idx="397">
                  <c:v>46126</c:v>
                </c:pt>
                <c:pt idx="398">
                  <c:v>46127</c:v>
                </c:pt>
                <c:pt idx="399">
                  <c:v>46128</c:v>
                </c:pt>
                <c:pt idx="400">
                  <c:v>46129</c:v>
                </c:pt>
                <c:pt idx="401">
                  <c:v>46132</c:v>
                </c:pt>
                <c:pt idx="402">
                  <c:v>46134</c:v>
                </c:pt>
                <c:pt idx="403">
                  <c:v>46135</c:v>
                </c:pt>
                <c:pt idx="404">
                  <c:v>46136</c:v>
                </c:pt>
                <c:pt idx="405">
                  <c:v>46139</c:v>
                </c:pt>
                <c:pt idx="406">
                  <c:v>46140</c:v>
                </c:pt>
                <c:pt idx="407">
                  <c:v>46141</c:v>
                </c:pt>
                <c:pt idx="408">
                  <c:v>46142</c:v>
                </c:pt>
                <c:pt idx="409">
                  <c:v>46146</c:v>
                </c:pt>
                <c:pt idx="410">
                  <c:v>46147</c:v>
                </c:pt>
                <c:pt idx="411">
                  <c:v>46148</c:v>
                </c:pt>
                <c:pt idx="412">
                  <c:v>46149</c:v>
                </c:pt>
                <c:pt idx="413">
                  <c:v>46150</c:v>
                </c:pt>
                <c:pt idx="414">
                  <c:v>46153</c:v>
                </c:pt>
                <c:pt idx="415">
                  <c:v>46154</c:v>
                </c:pt>
                <c:pt idx="416">
                  <c:v>46155</c:v>
                </c:pt>
                <c:pt idx="417">
                  <c:v>46156</c:v>
                </c:pt>
                <c:pt idx="418">
                  <c:v>46157</c:v>
                </c:pt>
                <c:pt idx="419">
                  <c:v>46160</c:v>
                </c:pt>
                <c:pt idx="420">
                  <c:v>46161</c:v>
                </c:pt>
                <c:pt idx="421">
                  <c:v>46162</c:v>
                </c:pt>
                <c:pt idx="422">
                  <c:v>46163</c:v>
                </c:pt>
                <c:pt idx="423">
                  <c:v>46164</c:v>
                </c:pt>
                <c:pt idx="424">
                  <c:v>46167</c:v>
                </c:pt>
                <c:pt idx="425">
                  <c:v>46168</c:v>
                </c:pt>
                <c:pt idx="426">
                  <c:v>46169</c:v>
                </c:pt>
                <c:pt idx="427">
                  <c:v>46170</c:v>
                </c:pt>
                <c:pt idx="428">
                  <c:v>46171</c:v>
                </c:pt>
                <c:pt idx="429">
                  <c:v>46174</c:v>
                </c:pt>
                <c:pt idx="430">
                  <c:v>46175</c:v>
                </c:pt>
                <c:pt idx="431">
                  <c:v>46176</c:v>
                </c:pt>
                <c:pt idx="432">
                  <c:v>46178</c:v>
                </c:pt>
                <c:pt idx="433">
                  <c:v>46181</c:v>
                </c:pt>
                <c:pt idx="434">
                  <c:v>46182</c:v>
                </c:pt>
                <c:pt idx="435">
                  <c:v>46183</c:v>
                </c:pt>
                <c:pt idx="436">
                  <c:v>46184</c:v>
                </c:pt>
                <c:pt idx="437">
                  <c:v>46185</c:v>
                </c:pt>
                <c:pt idx="438">
                  <c:v>46188</c:v>
                </c:pt>
                <c:pt idx="439">
                  <c:v>46189</c:v>
                </c:pt>
                <c:pt idx="440">
                  <c:v>46190</c:v>
                </c:pt>
                <c:pt idx="441">
                  <c:v>46191</c:v>
                </c:pt>
                <c:pt idx="442">
                  <c:v>46192</c:v>
                </c:pt>
                <c:pt idx="443">
                  <c:v>46195</c:v>
                </c:pt>
                <c:pt idx="444">
                  <c:v>46196</c:v>
                </c:pt>
                <c:pt idx="445">
                  <c:v>46197</c:v>
                </c:pt>
                <c:pt idx="446">
                  <c:v>46198</c:v>
                </c:pt>
                <c:pt idx="447">
                  <c:v>46199</c:v>
                </c:pt>
                <c:pt idx="448">
                  <c:v>46202</c:v>
                </c:pt>
                <c:pt idx="449">
                  <c:v>46203</c:v>
                </c:pt>
                <c:pt idx="450">
                  <c:v>46204</c:v>
                </c:pt>
                <c:pt idx="451">
                  <c:v>46205</c:v>
                </c:pt>
                <c:pt idx="452">
                  <c:v>46206</c:v>
                </c:pt>
                <c:pt idx="453">
                  <c:v>46209</c:v>
                </c:pt>
                <c:pt idx="454">
                  <c:v>46210</c:v>
                </c:pt>
                <c:pt idx="455">
                  <c:v>46211</c:v>
                </c:pt>
                <c:pt idx="456">
                  <c:v>46212</c:v>
                </c:pt>
                <c:pt idx="457">
                  <c:v>46213</c:v>
                </c:pt>
                <c:pt idx="458">
                  <c:v>46216</c:v>
                </c:pt>
                <c:pt idx="459">
                  <c:v>46217</c:v>
                </c:pt>
                <c:pt idx="460">
                  <c:v>46218</c:v>
                </c:pt>
                <c:pt idx="461">
                  <c:v>46219</c:v>
                </c:pt>
                <c:pt idx="462">
                  <c:v>46220</c:v>
                </c:pt>
                <c:pt idx="463">
                  <c:v>46223</c:v>
                </c:pt>
                <c:pt idx="464">
                  <c:v>46224</c:v>
                </c:pt>
                <c:pt idx="465">
                  <c:v>46225</c:v>
                </c:pt>
                <c:pt idx="466">
                  <c:v>46226</c:v>
                </c:pt>
                <c:pt idx="467">
                  <c:v>46227</c:v>
                </c:pt>
                <c:pt idx="468">
                  <c:v>46230</c:v>
                </c:pt>
                <c:pt idx="469">
                  <c:v>46231</c:v>
                </c:pt>
                <c:pt idx="470">
                  <c:v>46232</c:v>
                </c:pt>
                <c:pt idx="471">
                  <c:v>46233</c:v>
                </c:pt>
                <c:pt idx="472">
                  <c:v>46234</c:v>
                </c:pt>
                <c:pt idx="473">
                  <c:v>46237</c:v>
                </c:pt>
                <c:pt idx="474">
                  <c:v>46238</c:v>
                </c:pt>
                <c:pt idx="475">
                  <c:v>46239</c:v>
                </c:pt>
                <c:pt idx="476">
                  <c:v>46240</c:v>
                </c:pt>
                <c:pt idx="477">
                  <c:v>46241</c:v>
                </c:pt>
                <c:pt idx="478">
                  <c:v>46244</c:v>
                </c:pt>
                <c:pt idx="479">
                  <c:v>46245</c:v>
                </c:pt>
                <c:pt idx="480">
                  <c:v>46246</c:v>
                </c:pt>
                <c:pt idx="481">
                  <c:v>46247</c:v>
                </c:pt>
                <c:pt idx="482">
                  <c:v>46248</c:v>
                </c:pt>
                <c:pt idx="483">
                  <c:v>46251</c:v>
                </c:pt>
                <c:pt idx="484">
                  <c:v>46252</c:v>
                </c:pt>
                <c:pt idx="485">
                  <c:v>46253</c:v>
                </c:pt>
                <c:pt idx="486">
                  <c:v>46254</c:v>
                </c:pt>
                <c:pt idx="487">
                  <c:v>46255</c:v>
                </c:pt>
                <c:pt idx="488">
                  <c:v>46258</c:v>
                </c:pt>
                <c:pt idx="489">
                  <c:v>46259</c:v>
                </c:pt>
                <c:pt idx="490">
                  <c:v>46260</c:v>
                </c:pt>
                <c:pt idx="491">
                  <c:v>46261</c:v>
                </c:pt>
                <c:pt idx="492">
                  <c:v>46024</c:v>
                </c:pt>
                <c:pt idx="493">
                  <c:v>46027</c:v>
                </c:pt>
                <c:pt idx="494">
                  <c:v>46028</c:v>
                </c:pt>
                <c:pt idx="495">
                  <c:v>46029</c:v>
                </c:pt>
                <c:pt idx="496">
                  <c:v>46030</c:v>
                </c:pt>
                <c:pt idx="497">
                  <c:v>46031</c:v>
                </c:pt>
                <c:pt idx="498">
                  <c:v>46034</c:v>
                </c:pt>
                <c:pt idx="499">
                  <c:v>46035</c:v>
                </c:pt>
                <c:pt idx="500">
                  <c:v>46036</c:v>
                </c:pt>
                <c:pt idx="501">
                  <c:v>46037</c:v>
                </c:pt>
                <c:pt idx="502">
                  <c:v>46038</c:v>
                </c:pt>
                <c:pt idx="503">
                  <c:v>46041</c:v>
                </c:pt>
                <c:pt idx="504">
                  <c:v>46042</c:v>
                </c:pt>
                <c:pt idx="505">
                  <c:v>46043</c:v>
                </c:pt>
                <c:pt idx="506">
                  <c:v>46044</c:v>
                </c:pt>
                <c:pt idx="507">
                  <c:v>46045</c:v>
                </c:pt>
                <c:pt idx="508">
                  <c:v>46048</c:v>
                </c:pt>
                <c:pt idx="509">
                  <c:v>46049</c:v>
                </c:pt>
                <c:pt idx="510">
                  <c:v>46050</c:v>
                </c:pt>
                <c:pt idx="511">
                  <c:v>46051</c:v>
                </c:pt>
                <c:pt idx="512">
                  <c:v>46052</c:v>
                </c:pt>
                <c:pt idx="513">
                  <c:v>46055</c:v>
                </c:pt>
                <c:pt idx="514">
                  <c:v>46056</c:v>
                </c:pt>
                <c:pt idx="515">
                  <c:v>46057</c:v>
                </c:pt>
                <c:pt idx="516">
                  <c:v>46058</c:v>
                </c:pt>
                <c:pt idx="517">
                  <c:v>46059</c:v>
                </c:pt>
                <c:pt idx="518">
                  <c:v>46062</c:v>
                </c:pt>
                <c:pt idx="519">
                  <c:v>46063</c:v>
                </c:pt>
                <c:pt idx="520">
                  <c:v>46064</c:v>
                </c:pt>
                <c:pt idx="521">
                  <c:v>46065</c:v>
                </c:pt>
                <c:pt idx="522">
                  <c:v>46066</c:v>
                </c:pt>
                <c:pt idx="523">
                  <c:v>46071</c:v>
                </c:pt>
                <c:pt idx="524">
                  <c:v>46072</c:v>
                </c:pt>
                <c:pt idx="525">
                  <c:v>46073</c:v>
                </c:pt>
                <c:pt idx="526">
                  <c:v>46076</c:v>
                </c:pt>
                <c:pt idx="527">
                  <c:v>46077</c:v>
                </c:pt>
                <c:pt idx="528">
                  <c:v>46078</c:v>
                </c:pt>
                <c:pt idx="529">
                  <c:v>46079</c:v>
                </c:pt>
                <c:pt idx="530">
                  <c:v>46080</c:v>
                </c:pt>
                <c:pt idx="531">
                  <c:v>46083</c:v>
                </c:pt>
                <c:pt idx="532">
                  <c:v>46084</c:v>
                </c:pt>
                <c:pt idx="533">
                  <c:v>46085</c:v>
                </c:pt>
                <c:pt idx="534">
                  <c:v>46086</c:v>
                </c:pt>
                <c:pt idx="535">
                  <c:v>46087</c:v>
                </c:pt>
                <c:pt idx="536">
                  <c:v>46090</c:v>
                </c:pt>
                <c:pt idx="537">
                  <c:v>46091</c:v>
                </c:pt>
                <c:pt idx="538">
                  <c:v>46092</c:v>
                </c:pt>
                <c:pt idx="539">
                  <c:v>46093</c:v>
                </c:pt>
                <c:pt idx="540">
                  <c:v>46094</c:v>
                </c:pt>
                <c:pt idx="541">
                  <c:v>46097</c:v>
                </c:pt>
                <c:pt idx="542">
                  <c:v>46098</c:v>
                </c:pt>
                <c:pt idx="543">
                  <c:v>46099</c:v>
                </c:pt>
                <c:pt idx="544">
                  <c:v>46100</c:v>
                </c:pt>
                <c:pt idx="545">
                  <c:v>46101</c:v>
                </c:pt>
                <c:pt idx="546">
                  <c:v>46104</c:v>
                </c:pt>
                <c:pt idx="547">
                  <c:v>46105</c:v>
                </c:pt>
                <c:pt idx="548">
                  <c:v>46106</c:v>
                </c:pt>
                <c:pt idx="549">
                  <c:v>46107</c:v>
                </c:pt>
                <c:pt idx="550">
                  <c:v>46108</c:v>
                </c:pt>
                <c:pt idx="551">
                  <c:v>46111</c:v>
                </c:pt>
                <c:pt idx="552">
                  <c:v>46112</c:v>
                </c:pt>
                <c:pt idx="553">
                  <c:v>46113</c:v>
                </c:pt>
                <c:pt idx="554">
                  <c:v>46114</c:v>
                </c:pt>
                <c:pt idx="555">
                  <c:v>46118</c:v>
                </c:pt>
                <c:pt idx="556">
                  <c:v>46119</c:v>
                </c:pt>
                <c:pt idx="557">
                  <c:v>46120</c:v>
                </c:pt>
                <c:pt idx="558">
                  <c:v>46121</c:v>
                </c:pt>
                <c:pt idx="559">
                  <c:v>46122</c:v>
                </c:pt>
                <c:pt idx="560">
                  <c:v>46125</c:v>
                </c:pt>
                <c:pt idx="561">
                  <c:v>46126</c:v>
                </c:pt>
                <c:pt idx="562">
                  <c:v>46127</c:v>
                </c:pt>
                <c:pt idx="563">
                  <c:v>46128</c:v>
                </c:pt>
                <c:pt idx="564">
                  <c:v>46129</c:v>
                </c:pt>
                <c:pt idx="565">
                  <c:v>46132</c:v>
                </c:pt>
                <c:pt idx="566">
                  <c:v>46134</c:v>
                </c:pt>
                <c:pt idx="567">
                  <c:v>46135</c:v>
                </c:pt>
                <c:pt idx="568">
                  <c:v>46136</c:v>
                </c:pt>
                <c:pt idx="569">
                  <c:v>46139</c:v>
                </c:pt>
                <c:pt idx="570">
                  <c:v>46140</c:v>
                </c:pt>
                <c:pt idx="571">
                  <c:v>46141</c:v>
                </c:pt>
                <c:pt idx="572">
                  <c:v>46142</c:v>
                </c:pt>
                <c:pt idx="573">
                  <c:v>46146</c:v>
                </c:pt>
                <c:pt idx="574">
                  <c:v>46147</c:v>
                </c:pt>
                <c:pt idx="575">
                  <c:v>46148</c:v>
                </c:pt>
                <c:pt idx="576">
                  <c:v>46149</c:v>
                </c:pt>
                <c:pt idx="577">
                  <c:v>46150</c:v>
                </c:pt>
                <c:pt idx="578">
                  <c:v>46153</c:v>
                </c:pt>
                <c:pt idx="579">
                  <c:v>46154</c:v>
                </c:pt>
                <c:pt idx="580">
                  <c:v>46155</c:v>
                </c:pt>
                <c:pt idx="581">
                  <c:v>46156</c:v>
                </c:pt>
                <c:pt idx="582">
                  <c:v>46157</c:v>
                </c:pt>
                <c:pt idx="583">
                  <c:v>46160</c:v>
                </c:pt>
                <c:pt idx="584">
                  <c:v>46161</c:v>
                </c:pt>
                <c:pt idx="585">
                  <c:v>46162</c:v>
                </c:pt>
                <c:pt idx="586">
                  <c:v>46163</c:v>
                </c:pt>
                <c:pt idx="587">
                  <c:v>46164</c:v>
                </c:pt>
                <c:pt idx="588">
                  <c:v>46167</c:v>
                </c:pt>
                <c:pt idx="589">
                  <c:v>46168</c:v>
                </c:pt>
                <c:pt idx="590">
                  <c:v>46169</c:v>
                </c:pt>
                <c:pt idx="591">
                  <c:v>46170</c:v>
                </c:pt>
                <c:pt idx="592">
                  <c:v>46171</c:v>
                </c:pt>
                <c:pt idx="593">
                  <c:v>46174</c:v>
                </c:pt>
                <c:pt idx="594">
                  <c:v>46175</c:v>
                </c:pt>
                <c:pt idx="595">
                  <c:v>46176</c:v>
                </c:pt>
                <c:pt idx="596">
                  <c:v>46178</c:v>
                </c:pt>
                <c:pt idx="597">
                  <c:v>46181</c:v>
                </c:pt>
                <c:pt idx="598">
                  <c:v>46182</c:v>
                </c:pt>
                <c:pt idx="599">
                  <c:v>46183</c:v>
                </c:pt>
                <c:pt idx="600">
                  <c:v>46184</c:v>
                </c:pt>
                <c:pt idx="601">
                  <c:v>46185</c:v>
                </c:pt>
                <c:pt idx="602">
                  <c:v>46188</c:v>
                </c:pt>
                <c:pt idx="603">
                  <c:v>46189</c:v>
                </c:pt>
                <c:pt idx="604">
                  <c:v>46190</c:v>
                </c:pt>
                <c:pt idx="605">
                  <c:v>46191</c:v>
                </c:pt>
                <c:pt idx="606">
                  <c:v>46192</c:v>
                </c:pt>
                <c:pt idx="607">
                  <c:v>46195</c:v>
                </c:pt>
                <c:pt idx="608">
                  <c:v>46196</c:v>
                </c:pt>
                <c:pt idx="609">
                  <c:v>46197</c:v>
                </c:pt>
                <c:pt idx="610">
                  <c:v>46198</c:v>
                </c:pt>
                <c:pt idx="611">
                  <c:v>46199</c:v>
                </c:pt>
                <c:pt idx="612">
                  <c:v>46202</c:v>
                </c:pt>
                <c:pt idx="613">
                  <c:v>46203</c:v>
                </c:pt>
                <c:pt idx="614">
                  <c:v>46204</c:v>
                </c:pt>
                <c:pt idx="615">
                  <c:v>46205</c:v>
                </c:pt>
                <c:pt idx="616">
                  <c:v>46206</c:v>
                </c:pt>
                <c:pt idx="617">
                  <c:v>46209</c:v>
                </c:pt>
                <c:pt idx="618">
                  <c:v>46210</c:v>
                </c:pt>
                <c:pt idx="619">
                  <c:v>46211</c:v>
                </c:pt>
                <c:pt idx="620">
                  <c:v>46212</c:v>
                </c:pt>
                <c:pt idx="621">
                  <c:v>46213</c:v>
                </c:pt>
                <c:pt idx="622">
                  <c:v>46216</c:v>
                </c:pt>
                <c:pt idx="623">
                  <c:v>46217</c:v>
                </c:pt>
                <c:pt idx="624">
                  <c:v>46218</c:v>
                </c:pt>
                <c:pt idx="625">
                  <c:v>46219</c:v>
                </c:pt>
                <c:pt idx="626">
                  <c:v>46220</c:v>
                </c:pt>
                <c:pt idx="627">
                  <c:v>46223</c:v>
                </c:pt>
                <c:pt idx="628">
                  <c:v>46224</c:v>
                </c:pt>
                <c:pt idx="629">
                  <c:v>46225</c:v>
                </c:pt>
                <c:pt idx="630">
                  <c:v>46226</c:v>
                </c:pt>
                <c:pt idx="631">
                  <c:v>46227</c:v>
                </c:pt>
                <c:pt idx="632">
                  <c:v>46230</c:v>
                </c:pt>
                <c:pt idx="633">
                  <c:v>46231</c:v>
                </c:pt>
                <c:pt idx="634">
                  <c:v>46232</c:v>
                </c:pt>
                <c:pt idx="635">
                  <c:v>46233</c:v>
                </c:pt>
                <c:pt idx="636">
                  <c:v>46234</c:v>
                </c:pt>
                <c:pt idx="637">
                  <c:v>46237</c:v>
                </c:pt>
                <c:pt idx="638">
                  <c:v>46238</c:v>
                </c:pt>
                <c:pt idx="639">
                  <c:v>46239</c:v>
                </c:pt>
                <c:pt idx="640">
                  <c:v>46240</c:v>
                </c:pt>
                <c:pt idx="641">
                  <c:v>46241</c:v>
                </c:pt>
                <c:pt idx="642">
                  <c:v>46244</c:v>
                </c:pt>
                <c:pt idx="643">
                  <c:v>46245</c:v>
                </c:pt>
                <c:pt idx="644">
                  <c:v>46246</c:v>
                </c:pt>
                <c:pt idx="645">
                  <c:v>46247</c:v>
                </c:pt>
                <c:pt idx="646">
                  <c:v>46248</c:v>
                </c:pt>
                <c:pt idx="647">
                  <c:v>46251</c:v>
                </c:pt>
                <c:pt idx="648">
                  <c:v>46252</c:v>
                </c:pt>
                <c:pt idx="649">
                  <c:v>46253</c:v>
                </c:pt>
                <c:pt idx="650">
                  <c:v>46254</c:v>
                </c:pt>
                <c:pt idx="651">
                  <c:v>46255</c:v>
                </c:pt>
                <c:pt idx="652">
                  <c:v>46258</c:v>
                </c:pt>
                <c:pt idx="653">
                  <c:v>46259</c:v>
                </c:pt>
                <c:pt idx="654">
                  <c:v>46260</c:v>
                </c:pt>
                <c:pt idx="655">
                  <c:v>46261</c:v>
                </c:pt>
              </c:numCache>
            </c:numRef>
          </c:cat>
          <c:val>
            <c:numRef>
              <c:f>Foreign!$G$3:$G$658</c:f>
              <c:numCache>
                <c:formatCode>0.00</c:formatCode>
                <c:ptCount val="656"/>
                <c:pt idx="0">
                  <c:v>-0.10305355461338001</c:v>
                </c:pt>
                <c:pt idx="1">
                  <c:v>3.7259080525307501E-3</c:v>
                </c:pt>
                <c:pt idx="2">
                  <c:v>4.1853935539234902E-2</c:v>
                </c:pt>
                <c:pt idx="3">
                  <c:v>3.9962664762260403E-2</c:v>
                </c:pt>
                <c:pt idx="4">
                  <c:v>-0.14574236279809499</c:v>
                </c:pt>
                <c:pt idx="5">
                  <c:v>-0.19618484578814899</c:v>
                </c:pt>
                <c:pt idx="6">
                  <c:v>-0.226468453504206</c:v>
                </c:pt>
                <c:pt idx="7">
                  <c:v>-0.24185788020061499</c:v>
                </c:pt>
                <c:pt idx="8">
                  <c:v>-0.16916027839921899</c:v>
                </c:pt>
                <c:pt idx="9">
                  <c:v>-4.8154366579610301E-2</c:v>
                </c:pt>
                <c:pt idx="10">
                  <c:v>-0.115518239906616</c:v>
                </c:pt>
                <c:pt idx="11">
                  <c:v>-0.12598240859093399</c:v>
                </c:pt>
                <c:pt idx="12">
                  <c:v>-5.8736387426298498E-2</c:v>
                </c:pt>
                <c:pt idx="13">
                  <c:v>0.16044894847177499</c:v>
                </c:pt>
                <c:pt idx="14">
                  <c:v>0.33090006938989502</c:v>
                </c:pt>
                <c:pt idx="15">
                  <c:v>0.47062153817230701</c:v>
                </c:pt>
                <c:pt idx="16">
                  <c:v>0.66122059908166497</c:v>
                </c:pt>
                <c:pt idx="17">
                  <c:v>0.80645272548300095</c:v>
                </c:pt>
                <c:pt idx="18">
                  <c:v>0.88989617522045095</c:v>
                </c:pt>
                <c:pt idx="19">
                  <c:v>1.2883357410212899</c:v>
                </c:pt>
                <c:pt idx="20">
                  <c:v>1.25989423315918</c:v>
                </c:pt>
                <c:pt idx="21">
                  <c:v>1.3910472860621901</c:v>
                </c:pt>
                <c:pt idx="22">
                  <c:v>1.44170159224203</c:v>
                </c:pt>
                <c:pt idx="23">
                  <c:v>1.5192474059721699</c:v>
                </c:pt>
                <c:pt idx="24">
                  <c:v>1.48439300754728</c:v>
                </c:pt>
                <c:pt idx="25">
                  <c:v>1.41133115010432</c:v>
                </c:pt>
                <c:pt idx="26">
                  <c:v>1.4107072574512001</c:v>
                </c:pt>
                <c:pt idx="27">
                  <c:v>1.4517156600824399</c:v>
                </c:pt>
                <c:pt idx="28">
                  <c:v>1.4033854930768399</c:v>
                </c:pt>
                <c:pt idx="29">
                  <c:v>1.5402195181241001</c:v>
                </c:pt>
                <c:pt idx="30">
                  <c:v>1.66016427054967</c:v>
                </c:pt>
                <c:pt idx="31">
                  <c:v>1.66173738208425</c:v>
                </c:pt>
                <c:pt idx="32">
                  <c:v>1.8316765052292401</c:v>
                </c:pt>
                <c:pt idx="33">
                  <c:v>1.8464698323739599</c:v>
                </c:pt>
                <c:pt idx="34">
                  <c:v>1.8779181987403599</c:v>
                </c:pt>
                <c:pt idx="35">
                  <c:v>1.89936702486482</c:v>
                </c:pt>
                <c:pt idx="36">
                  <c:v>1.9587532360416999</c:v>
                </c:pt>
                <c:pt idx="37">
                  <c:v>2.0262425494731202</c:v>
                </c:pt>
                <c:pt idx="38">
                  <c:v>1.9637469875292699</c:v>
                </c:pt>
                <c:pt idx="39">
                  <c:v>1.9471204951538701</c:v>
                </c:pt>
                <c:pt idx="40">
                  <c:v>1.89355444088916</c:v>
                </c:pt>
                <c:pt idx="41">
                  <c:v>1.9638505020386701</c:v>
                </c:pt>
                <c:pt idx="42">
                  <c:v>1.91905688239735</c:v>
                </c:pt>
                <c:pt idx="43">
                  <c:v>1.91735818080578</c:v>
                </c:pt>
                <c:pt idx="44">
                  <c:v>1.9309041395871001</c:v>
                </c:pt>
                <c:pt idx="45">
                  <c:v>1.9533211251039599</c:v>
                </c:pt>
                <c:pt idx="46">
                  <c:v>1.9468999659917501</c:v>
                </c:pt>
                <c:pt idx="47">
                  <c:v>1.9306064213615299</c:v>
                </c:pt>
                <c:pt idx="48">
                  <c:v>1.98572064062149</c:v>
                </c:pt>
                <c:pt idx="49">
                  <c:v>2.0865956885593002</c:v>
                </c:pt>
                <c:pt idx="50">
                  <c:v>2.1199080762552902</c:v>
                </c:pt>
                <c:pt idx="51">
                  <c:v>2.1211261953931202</c:v>
                </c:pt>
                <c:pt idx="52">
                  <c:v>2.1785342247536201</c:v>
                </c:pt>
                <c:pt idx="53">
                  <c:v>2.1462372879328999</c:v>
                </c:pt>
                <c:pt idx="54">
                  <c:v>2.0807868603395399</c:v>
                </c:pt>
                <c:pt idx="55">
                  <c:v>2.0536721092232</c:v>
                </c:pt>
                <c:pt idx="56">
                  <c:v>2.0808849835652401</c:v>
                </c:pt>
                <c:pt idx="57">
                  <c:v>1.9731288464982899</c:v>
                </c:pt>
                <c:pt idx="58">
                  <c:v>2.0309492822144799</c:v>
                </c:pt>
                <c:pt idx="59">
                  <c:v>1.9803026580490199</c:v>
                </c:pt>
                <c:pt idx="60">
                  <c:v>2.0978669882926599</c:v>
                </c:pt>
                <c:pt idx="61">
                  <c:v>2.16469658981018</c:v>
                </c:pt>
                <c:pt idx="62">
                  <c:v>2.17542780846669</c:v>
                </c:pt>
                <c:pt idx="63">
                  <c:v>2.1799583229798198</c:v>
                </c:pt>
                <c:pt idx="64">
                  <c:v>2.1418276851120601</c:v>
                </c:pt>
                <c:pt idx="65">
                  <c:v>2.34985970375224</c:v>
                </c:pt>
                <c:pt idx="66">
                  <c:v>2.4648353329350101</c:v>
                </c:pt>
                <c:pt idx="67">
                  <c:v>2.5121721877508101</c:v>
                </c:pt>
                <c:pt idx="68">
                  <c:v>2.5489193114671398</c:v>
                </c:pt>
                <c:pt idx="69">
                  <c:v>2.6431635631025601</c:v>
                </c:pt>
                <c:pt idx="70">
                  <c:v>2.6854255419379598</c:v>
                </c:pt>
                <c:pt idx="71">
                  <c:v>2.73127001675606</c:v>
                </c:pt>
                <c:pt idx="72">
                  <c:v>2.7471535346869098</c:v>
                </c:pt>
                <c:pt idx="73">
                  <c:v>2.7422572603838602</c:v>
                </c:pt>
                <c:pt idx="74">
                  <c:v>2.6981345618719801</c:v>
                </c:pt>
                <c:pt idx="75">
                  <c:v>2.6501927692465101</c:v>
                </c:pt>
                <c:pt idx="76">
                  <c:v>2.5375754524379501</c:v>
                </c:pt>
                <c:pt idx="77">
                  <c:v>2.5323328352078098</c:v>
                </c:pt>
                <c:pt idx="78">
                  <c:v>2.53426872086929</c:v>
                </c:pt>
                <c:pt idx="79">
                  <c:v>2.4371616438105699</c:v>
                </c:pt>
                <c:pt idx="80">
                  <c:v>2.33371975587086</c:v>
                </c:pt>
                <c:pt idx="81">
                  <c:v>2.2758164361349298</c:v>
                </c:pt>
                <c:pt idx="82">
                  <c:v>2.2337321925121398</c:v>
                </c:pt>
                <c:pt idx="83">
                  <c:v>2.2194995584816901</c:v>
                </c:pt>
                <c:pt idx="84">
                  <c:v>2.2363515450932399</c:v>
                </c:pt>
                <c:pt idx="85">
                  <c:v>2.3320740943294802</c:v>
                </c:pt>
                <c:pt idx="86">
                  <c:v>2.3000379094234198</c:v>
                </c:pt>
                <c:pt idx="87">
                  <c:v>2.2634203588032702</c:v>
                </c:pt>
                <c:pt idx="88">
                  <c:v>2.3227216948590099</c:v>
                </c:pt>
                <c:pt idx="89">
                  <c:v>2.3031806904874799</c:v>
                </c:pt>
                <c:pt idx="90">
                  <c:v>2.2541835246416699</c:v>
                </c:pt>
                <c:pt idx="91">
                  <c:v>2.2426583503530102</c:v>
                </c:pt>
                <c:pt idx="92">
                  <c:v>2.180884473256</c:v>
                </c:pt>
                <c:pt idx="93">
                  <c:v>2.11103782229412</c:v>
                </c:pt>
                <c:pt idx="94">
                  <c:v>2.0115214076626202</c:v>
                </c:pt>
                <c:pt idx="95">
                  <c:v>1.9738613637179701</c:v>
                </c:pt>
                <c:pt idx="96">
                  <c:v>1.9447484082744699</c:v>
                </c:pt>
                <c:pt idx="97">
                  <c:v>1.9197684759884599</c:v>
                </c:pt>
                <c:pt idx="98">
                  <c:v>1.92318802858928</c:v>
                </c:pt>
                <c:pt idx="99">
                  <c:v>1.88981295603452</c:v>
                </c:pt>
                <c:pt idx="100">
                  <c:v>1.8453725843678801</c:v>
                </c:pt>
                <c:pt idx="101">
                  <c:v>1.7403019408889799</c:v>
                </c:pt>
                <c:pt idx="102">
                  <c:v>1.7210592517263399</c:v>
                </c:pt>
                <c:pt idx="103">
                  <c:v>1.6733147151485199</c:v>
                </c:pt>
                <c:pt idx="104">
                  <c:v>1.64075717942382</c:v>
                </c:pt>
                <c:pt idx="105">
                  <c:v>1.54984485914248</c:v>
                </c:pt>
                <c:pt idx="106">
                  <c:v>1.29847027191397</c:v>
                </c:pt>
                <c:pt idx="107">
                  <c:v>1.21306825243889</c:v>
                </c:pt>
                <c:pt idx="108">
                  <c:v>1.1567977305188699</c:v>
                </c:pt>
                <c:pt idx="109">
                  <c:v>1.1159159499554701</c:v>
                </c:pt>
                <c:pt idx="110">
                  <c:v>1.13855692416163</c:v>
                </c:pt>
                <c:pt idx="111">
                  <c:v>1.05948126955553</c:v>
                </c:pt>
                <c:pt idx="112">
                  <c:v>1.1416468376990501</c:v>
                </c:pt>
                <c:pt idx="113">
                  <c:v>1.1313532797181001</c:v>
                </c:pt>
                <c:pt idx="114">
                  <c:v>1.2451471251236601</c:v>
                </c:pt>
                <c:pt idx="115">
                  <c:v>1.1532483352268901</c:v>
                </c:pt>
                <c:pt idx="116">
                  <c:v>1.0538683123994399</c:v>
                </c:pt>
                <c:pt idx="117">
                  <c:v>0.94307389339106196</c:v>
                </c:pt>
                <c:pt idx="118">
                  <c:v>0.85975509855251897</c:v>
                </c:pt>
                <c:pt idx="119">
                  <c:v>0.872977393652003</c:v>
                </c:pt>
                <c:pt idx="120">
                  <c:v>0.97559584912025099</c:v>
                </c:pt>
                <c:pt idx="121">
                  <c:v>0.97123460169058495</c:v>
                </c:pt>
                <c:pt idx="122">
                  <c:v>0.94442442983463204</c:v>
                </c:pt>
                <c:pt idx="123">
                  <c:v>1.00380099528615</c:v>
                </c:pt>
                <c:pt idx="124">
                  <c:v>1.0648042409285401</c:v>
                </c:pt>
                <c:pt idx="125">
                  <c:v>1.13920651749656</c:v>
                </c:pt>
                <c:pt idx="126">
                  <c:v>1.2226994724703799</c:v>
                </c:pt>
                <c:pt idx="127">
                  <c:v>1.24749147846221</c:v>
                </c:pt>
                <c:pt idx="128">
                  <c:v>1.2814172523671099</c:v>
                </c:pt>
                <c:pt idx="129">
                  <c:v>1.45004784366351</c:v>
                </c:pt>
                <c:pt idx="130">
                  <c:v>1.4506755353034699</c:v>
                </c:pt>
                <c:pt idx="131">
                  <c:v>1.5216319849992499</c:v>
                </c:pt>
                <c:pt idx="132">
                  <c:v>1.55920784624933</c:v>
                </c:pt>
                <c:pt idx="133">
                  <c:v>1.5727295287832599</c:v>
                </c:pt>
                <c:pt idx="134">
                  <c:v>1.5718099795054701</c:v>
                </c:pt>
                <c:pt idx="135">
                  <c:v>1.57757311069714</c:v>
                </c:pt>
                <c:pt idx="136">
                  <c:v>1.5874907526694899</c:v>
                </c:pt>
                <c:pt idx="137">
                  <c:v>1.5624359712648299</c:v>
                </c:pt>
                <c:pt idx="138">
                  <c:v>1.5579786250479399</c:v>
                </c:pt>
                <c:pt idx="139">
                  <c:v>1.5180482365277399</c:v>
                </c:pt>
                <c:pt idx="140">
                  <c:v>1.5691780240209401</c:v>
                </c:pt>
                <c:pt idx="141">
                  <c:v>1.5676456314707199</c:v>
                </c:pt>
                <c:pt idx="142">
                  <c:v>1.5290516602114601</c:v>
                </c:pt>
                <c:pt idx="143">
                  <c:v>1.5841114692697</c:v>
                </c:pt>
                <c:pt idx="144">
                  <c:v>1.6478135330608901</c:v>
                </c:pt>
                <c:pt idx="145">
                  <c:v>1.6592613885762799</c:v>
                </c:pt>
                <c:pt idx="146">
                  <c:v>1.6864362231580501</c:v>
                </c:pt>
                <c:pt idx="147">
                  <c:v>1.6205668185506801</c:v>
                </c:pt>
                <c:pt idx="148">
                  <c:v>1.3383023368613201</c:v>
                </c:pt>
                <c:pt idx="149">
                  <c:v>1.19779602561831</c:v>
                </c:pt>
                <c:pt idx="150">
                  <c:v>1.22120708560683</c:v>
                </c:pt>
                <c:pt idx="151">
                  <c:v>1.0413290425437001</c:v>
                </c:pt>
                <c:pt idx="152">
                  <c:v>0.99225891133427302</c:v>
                </c:pt>
                <c:pt idx="153">
                  <c:v>0.96766940126448997</c:v>
                </c:pt>
                <c:pt idx="154">
                  <c:v>0.79062850417680197</c:v>
                </c:pt>
                <c:pt idx="155">
                  <c:v>0.77639653648675</c:v>
                </c:pt>
                <c:pt idx="156">
                  <c:v>0.71407987200085499</c:v>
                </c:pt>
                <c:pt idx="157">
                  <c:v>0.696240081369629</c:v>
                </c:pt>
                <c:pt idx="158">
                  <c:v>0.57357873344801402</c:v>
                </c:pt>
                <c:pt idx="159">
                  <c:v>0.32321631544546597</c:v>
                </c:pt>
                <c:pt idx="160">
                  <c:v>0.31972764566663098</c:v>
                </c:pt>
                <c:pt idx="161">
                  <c:v>0.41907204760758598</c:v>
                </c:pt>
                <c:pt idx="162">
                  <c:v>0.47961882307061399</c:v>
                </c:pt>
                <c:pt idx="163">
                  <c:v>0.47961882307061399</c:v>
                </c:pt>
                <c:pt idx="164">
                  <c:v>-0.10305355461338001</c:v>
                </c:pt>
                <c:pt idx="165">
                  <c:v>3.7259080525307501E-3</c:v>
                </c:pt>
                <c:pt idx="166">
                  <c:v>4.1853935539234902E-2</c:v>
                </c:pt>
                <c:pt idx="167">
                  <c:v>3.9962664762260403E-2</c:v>
                </c:pt>
                <c:pt idx="168">
                  <c:v>-0.14574236279809499</c:v>
                </c:pt>
                <c:pt idx="169">
                  <c:v>-0.19618484578814899</c:v>
                </c:pt>
                <c:pt idx="170">
                  <c:v>-0.226468453504206</c:v>
                </c:pt>
                <c:pt idx="171">
                  <c:v>-0.24185788020061499</c:v>
                </c:pt>
                <c:pt idx="172">
                  <c:v>-0.16916027839921899</c:v>
                </c:pt>
                <c:pt idx="173">
                  <c:v>-4.8154366579610301E-2</c:v>
                </c:pt>
                <c:pt idx="174">
                  <c:v>-0.115518239906616</c:v>
                </c:pt>
                <c:pt idx="175">
                  <c:v>-0.12598240859093399</c:v>
                </c:pt>
                <c:pt idx="176">
                  <c:v>-5.8736387426298498E-2</c:v>
                </c:pt>
                <c:pt idx="177">
                  <c:v>0.16044894847177499</c:v>
                </c:pt>
                <c:pt idx="178">
                  <c:v>0.33090006938989502</c:v>
                </c:pt>
                <c:pt idx="179">
                  <c:v>0.47062153817230701</c:v>
                </c:pt>
                <c:pt idx="180">
                  <c:v>0.66122059908166497</c:v>
                </c:pt>
                <c:pt idx="181">
                  <c:v>0.80645272548300095</c:v>
                </c:pt>
                <c:pt idx="182">
                  <c:v>0.88989617522045095</c:v>
                </c:pt>
                <c:pt idx="183">
                  <c:v>1.2883357410212899</c:v>
                </c:pt>
                <c:pt idx="184">
                  <c:v>1.25989423315918</c:v>
                </c:pt>
                <c:pt idx="185">
                  <c:v>1.3910472860621901</c:v>
                </c:pt>
                <c:pt idx="186">
                  <c:v>1.44170159224203</c:v>
                </c:pt>
                <c:pt idx="187">
                  <c:v>1.5192474059721699</c:v>
                </c:pt>
                <c:pt idx="188">
                  <c:v>1.48439300754728</c:v>
                </c:pt>
                <c:pt idx="189">
                  <c:v>1.41133115010432</c:v>
                </c:pt>
                <c:pt idx="190">
                  <c:v>1.4107072574512001</c:v>
                </c:pt>
                <c:pt idx="191">
                  <c:v>1.4517156600824399</c:v>
                </c:pt>
                <c:pt idx="192">
                  <c:v>1.4033854930768399</c:v>
                </c:pt>
                <c:pt idx="193">
                  <c:v>1.5402195181241001</c:v>
                </c:pt>
                <c:pt idx="194">
                  <c:v>1.66016427054967</c:v>
                </c:pt>
                <c:pt idx="195">
                  <c:v>1.66173738208425</c:v>
                </c:pt>
                <c:pt idx="196">
                  <c:v>1.8316765052292401</c:v>
                </c:pt>
                <c:pt idx="197">
                  <c:v>1.8464698323739599</c:v>
                </c:pt>
                <c:pt idx="198">
                  <c:v>1.8779181987403599</c:v>
                </c:pt>
                <c:pt idx="199">
                  <c:v>1.89936702486482</c:v>
                </c:pt>
                <c:pt idx="200">
                  <c:v>1.9587532360416999</c:v>
                </c:pt>
                <c:pt idx="201">
                  <c:v>2.0262425494731202</c:v>
                </c:pt>
                <c:pt idx="202">
                  <c:v>1.9637469875292699</c:v>
                </c:pt>
                <c:pt idx="203">
                  <c:v>1.9471204951538701</c:v>
                </c:pt>
                <c:pt idx="204">
                  <c:v>1.89355444088916</c:v>
                </c:pt>
                <c:pt idx="205">
                  <c:v>1.9638505020386701</c:v>
                </c:pt>
                <c:pt idx="206">
                  <c:v>1.91905688239735</c:v>
                </c:pt>
                <c:pt idx="207">
                  <c:v>1.91735818080578</c:v>
                </c:pt>
                <c:pt idx="208">
                  <c:v>1.9309041395871001</c:v>
                </c:pt>
                <c:pt idx="209">
                  <c:v>1.9533211251039599</c:v>
                </c:pt>
                <c:pt idx="210">
                  <c:v>1.9468999659917501</c:v>
                </c:pt>
                <c:pt idx="211">
                  <c:v>1.9306064213615299</c:v>
                </c:pt>
                <c:pt idx="212">
                  <c:v>1.98572064062149</c:v>
                </c:pt>
                <c:pt idx="213">
                  <c:v>2.0865956885593002</c:v>
                </c:pt>
                <c:pt idx="214">
                  <c:v>2.1199080762552902</c:v>
                </c:pt>
                <c:pt idx="215">
                  <c:v>2.1211261953931202</c:v>
                </c:pt>
                <c:pt idx="216">
                  <c:v>2.1785342247536201</c:v>
                </c:pt>
                <c:pt idx="217">
                  <c:v>2.1462372879328999</c:v>
                </c:pt>
                <c:pt idx="218">
                  <c:v>2.0807868603395399</c:v>
                </c:pt>
                <c:pt idx="219">
                  <c:v>2.0536721092232</c:v>
                </c:pt>
                <c:pt idx="220">
                  <c:v>2.0808849835652401</c:v>
                </c:pt>
                <c:pt idx="221">
                  <c:v>1.9731288464982899</c:v>
                </c:pt>
                <c:pt idx="222">
                  <c:v>2.0309492822144799</c:v>
                </c:pt>
                <c:pt idx="223">
                  <c:v>1.9803026580490199</c:v>
                </c:pt>
                <c:pt idx="224">
                  <c:v>2.0978669882926599</c:v>
                </c:pt>
                <c:pt idx="225">
                  <c:v>2.16469658981018</c:v>
                </c:pt>
                <c:pt idx="226">
                  <c:v>2.17542780846669</c:v>
                </c:pt>
                <c:pt idx="227">
                  <c:v>2.1799583229798198</c:v>
                </c:pt>
                <c:pt idx="228">
                  <c:v>2.1418276851120601</c:v>
                </c:pt>
                <c:pt idx="229">
                  <c:v>2.34985970375224</c:v>
                </c:pt>
                <c:pt idx="230">
                  <c:v>2.4648353329350101</c:v>
                </c:pt>
                <c:pt idx="231">
                  <c:v>2.5121721877508101</c:v>
                </c:pt>
                <c:pt idx="232">
                  <c:v>2.5489193114671398</c:v>
                </c:pt>
                <c:pt idx="233">
                  <c:v>2.6431635631025601</c:v>
                </c:pt>
                <c:pt idx="234">
                  <c:v>2.6854255419379598</c:v>
                </c:pt>
                <c:pt idx="235">
                  <c:v>2.73127001675606</c:v>
                </c:pt>
                <c:pt idx="236">
                  <c:v>2.7471535346869098</c:v>
                </c:pt>
                <c:pt idx="237">
                  <c:v>2.7422572603838602</c:v>
                </c:pt>
                <c:pt idx="238">
                  <c:v>2.6981345618719801</c:v>
                </c:pt>
                <c:pt idx="239">
                  <c:v>2.6501927692465101</c:v>
                </c:pt>
                <c:pt idx="240">
                  <c:v>2.5375754524379501</c:v>
                </c:pt>
                <c:pt idx="241">
                  <c:v>2.5323328352078098</c:v>
                </c:pt>
                <c:pt idx="242">
                  <c:v>2.53426872086929</c:v>
                </c:pt>
                <c:pt idx="243">
                  <c:v>2.4371616438105699</c:v>
                </c:pt>
                <c:pt idx="244">
                  <c:v>2.33371975587086</c:v>
                </c:pt>
                <c:pt idx="245">
                  <c:v>2.2758164361349298</c:v>
                </c:pt>
                <c:pt idx="246">
                  <c:v>2.2337321925121398</c:v>
                </c:pt>
                <c:pt idx="247">
                  <c:v>2.2194995584816901</c:v>
                </c:pt>
                <c:pt idx="248">
                  <c:v>2.2363515450932399</c:v>
                </c:pt>
                <c:pt idx="249">
                  <c:v>2.3320740943294802</c:v>
                </c:pt>
                <c:pt idx="250">
                  <c:v>2.3000379094234198</c:v>
                </c:pt>
                <c:pt idx="251">
                  <c:v>2.2634203588032702</c:v>
                </c:pt>
                <c:pt idx="252">
                  <c:v>2.3227216948590099</c:v>
                </c:pt>
                <c:pt idx="253">
                  <c:v>2.3031806904874799</c:v>
                </c:pt>
                <c:pt idx="254">
                  <c:v>2.2541835246416699</c:v>
                </c:pt>
                <c:pt idx="255">
                  <c:v>2.2426583503530102</c:v>
                </c:pt>
                <c:pt idx="256">
                  <c:v>2.180884473256</c:v>
                </c:pt>
                <c:pt idx="257">
                  <c:v>2.11103782229412</c:v>
                </c:pt>
                <c:pt idx="258">
                  <c:v>2.0115214076626202</c:v>
                </c:pt>
                <c:pt idx="259">
                  <c:v>1.9738613637179701</c:v>
                </c:pt>
                <c:pt idx="260">
                  <c:v>1.9447484082744699</c:v>
                </c:pt>
                <c:pt idx="261">
                  <c:v>1.9197684759884599</c:v>
                </c:pt>
                <c:pt idx="262">
                  <c:v>1.92318802858928</c:v>
                </c:pt>
                <c:pt idx="263">
                  <c:v>1.88981295603452</c:v>
                </c:pt>
                <c:pt idx="264">
                  <c:v>1.8453725843678801</c:v>
                </c:pt>
                <c:pt idx="265">
                  <c:v>1.7403019408889799</c:v>
                </c:pt>
                <c:pt idx="266">
                  <c:v>1.7210592517263399</c:v>
                </c:pt>
                <c:pt idx="267">
                  <c:v>1.6733147151485199</c:v>
                </c:pt>
                <c:pt idx="268">
                  <c:v>1.64075717942382</c:v>
                </c:pt>
                <c:pt idx="269">
                  <c:v>1.54984485914248</c:v>
                </c:pt>
                <c:pt idx="270">
                  <c:v>1.29847027191397</c:v>
                </c:pt>
                <c:pt idx="271">
                  <c:v>1.21306825243889</c:v>
                </c:pt>
                <c:pt idx="272">
                  <c:v>1.1567977305188699</c:v>
                </c:pt>
                <c:pt idx="273">
                  <c:v>1.1159159499554701</c:v>
                </c:pt>
                <c:pt idx="274">
                  <c:v>1.13855692416163</c:v>
                </c:pt>
                <c:pt idx="275">
                  <c:v>1.05948126955553</c:v>
                </c:pt>
                <c:pt idx="276">
                  <c:v>1.1416468376990501</c:v>
                </c:pt>
                <c:pt idx="277">
                  <c:v>1.1313532797181001</c:v>
                </c:pt>
                <c:pt idx="278">
                  <c:v>1.2451471251236601</c:v>
                </c:pt>
                <c:pt idx="279">
                  <c:v>1.1532483352268901</c:v>
                </c:pt>
                <c:pt idx="280">
                  <c:v>1.0538683123994399</c:v>
                </c:pt>
                <c:pt idx="281">
                  <c:v>0.94307389339106196</c:v>
                </c:pt>
                <c:pt idx="282">
                  <c:v>0.85975509855251897</c:v>
                </c:pt>
                <c:pt idx="283">
                  <c:v>0.872977393652003</c:v>
                </c:pt>
                <c:pt idx="284">
                  <c:v>0.97559584912025099</c:v>
                </c:pt>
                <c:pt idx="285">
                  <c:v>0.97123460169058495</c:v>
                </c:pt>
                <c:pt idx="286">
                  <c:v>0.94442442983463204</c:v>
                </c:pt>
                <c:pt idx="287">
                  <c:v>1.00380099528615</c:v>
                </c:pt>
                <c:pt idx="288">
                  <c:v>1.0648042409285401</c:v>
                </c:pt>
                <c:pt idx="289">
                  <c:v>1.13920651749656</c:v>
                </c:pt>
                <c:pt idx="290">
                  <c:v>1.2226994724703799</c:v>
                </c:pt>
                <c:pt idx="291">
                  <c:v>1.24749147846221</c:v>
                </c:pt>
                <c:pt idx="292">
                  <c:v>1.2814172523671099</c:v>
                </c:pt>
                <c:pt idx="293">
                  <c:v>1.45004784366351</c:v>
                </c:pt>
                <c:pt idx="294">
                  <c:v>1.4506755353034699</c:v>
                </c:pt>
                <c:pt idx="295">
                  <c:v>1.5216319849992499</c:v>
                </c:pt>
                <c:pt idx="296">
                  <c:v>1.55920784624933</c:v>
                </c:pt>
                <c:pt idx="297">
                  <c:v>1.5727295287832599</c:v>
                </c:pt>
                <c:pt idx="298">
                  <c:v>1.5718099795054701</c:v>
                </c:pt>
                <c:pt idx="299">
                  <c:v>1.57757311069714</c:v>
                </c:pt>
                <c:pt idx="300">
                  <c:v>1.5874907526694899</c:v>
                </c:pt>
                <c:pt idx="301">
                  <c:v>1.5624359712648299</c:v>
                </c:pt>
                <c:pt idx="302">
                  <c:v>1.5579786250479399</c:v>
                </c:pt>
                <c:pt idx="303">
                  <c:v>1.5180482365277399</c:v>
                </c:pt>
                <c:pt idx="304">
                  <c:v>1.5691780240209401</c:v>
                </c:pt>
                <c:pt idx="305">
                  <c:v>1.5676456314707199</c:v>
                </c:pt>
                <c:pt idx="306">
                  <c:v>1.5290516602114601</c:v>
                </c:pt>
                <c:pt idx="307">
                  <c:v>1.5841114692697</c:v>
                </c:pt>
                <c:pt idx="308">
                  <c:v>1.6478135330608901</c:v>
                </c:pt>
                <c:pt idx="309">
                  <c:v>1.6592613885762799</c:v>
                </c:pt>
                <c:pt idx="310">
                  <c:v>1.6864362231580501</c:v>
                </c:pt>
                <c:pt idx="311">
                  <c:v>1.6205668185506801</c:v>
                </c:pt>
                <c:pt idx="312">
                  <c:v>1.3383023368613201</c:v>
                </c:pt>
                <c:pt idx="313">
                  <c:v>1.19779602561831</c:v>
                </c:pt>
                <c:pt idx="314">
                  <c:v>1.22120708560683</c:v>
                </c:pt>
                <c:pt idx="315">
                  <c:v>1.0413290425437001</c:v>
                </c:pt>
                <c:pt idx="316">
                  <c:v>0.99225891133427302</c:v>
                </c:pt>
                <c:pt idx="317">
                  <c:v>0.96766940126448997</c:v>
                </c:pt>
                <c:pt idx="318">
                  <c:v>0.79062850417680197</c:v>
                </c:pt>
                <c:pt idx="319">
                  <c:v>0.77639653648675</c:v>
                </c:pt>
                <c:pt idx="320">
                  <c:v>0.71407987200085499</c:v>
                </c:pt>
                <c:pt idx="321">
                  <c:v>0.696240081369629</c:v>
                </c:pt>
                <c:pt idx="322">
                  <c:v>0.57357873344801402</c:v>
                </c:pt>
                <c:pt idx="323">
                  <c:v>0.32321631544546597</c:v>
                </c:pt>
                <c:pt idx="324">
                  <c:v>0.31972764566663098</c:v>
                </c:pt>
                <c:pt idx="325">
                  <c:v>0.41907204760758598</c:v>
                </c:pt>
                <c:pt idx="326">
                  <c:v>0.47961882307061399</c:v>
                </c:pt>
                <c:pt idx="327">
                  <c:v>0.47961882307061399</c:v>
                </c:pt>
                <c:pt idx="328">
                  <c:v>-0.10305355461338001</c:v>
                </c:pt>
                <c:pt idx="329">
                  <c:v>3.7259080525307501E-3</c:v>
                </c:pt>
                <c:pt idx="330">
                  <c:v>4.1853935539234902E-2</c:v>
                </c:pt>
                <c:pt idx="331">
                  <c:v>3.9962664762260403E-2</c:v>
                </c:pt>
                <c:pt idx="332">
                  <c:v>-0.14574236279809499</c:v>
                </c:pt>
                <c:pt idx="333">
                  <c:v>-0.19618484578814899</c:v>
                </c:pt>
                <c:pt idx="334">
                  <c:v>-0.226468453504206</c:v>
                </c:pt>
                <c:pt idx="335">
                  <c:v>-0.24185788020061499</c:v>
                </c:pt>
                <c:pt idx="336">
                  <c:v>-0.16916027839921899</c:v>
                </c:pt>
                <c:pt idx="337">
                  <c:v>-4.8154366579610301E-2</c:v>
                </c:pt>
                <c:pt idx="338">
                  <c:v>-0.115518239906616</c:v>
                </c:pt>
                <c:pt idx="339">
                  <c:v>-0.12598240859093399</c:v>
                </c:pt>
                <c:pt idx="340">
                  <c:v>-5.8736387426298498E-2</c:v>
                </c:pt>
                <c:pt idx="341">
                  <c:v>0.16044894847177499</c:v>
                </c:pt>
                <c:pt idx="342">
                  <c:v>0.33090006938989502</c:v>
                </c:pt>
                <c:pt idx="343">
                  <c:v>0.47062153817230701</c:v>
                </c:pt>
                <c:pt idx="344">
                  <c:v>0.66122059908166497</c:v>
                </c:pt>
                <c:pt idx="345">
                  <c:v>0.80645272548300095</c:v>
                </c:pt>
                <c:pt idx="346">
                  <c:v>0.88989617522045095</c:v>
                </c:pt>
                <c:pt idx="347">
                  <c:v>1.2883357410212899</c:v>
                </c:pt>
                <c:pt idx="348">
                  <c:v>1.25989423315918</c:v>
                </c:pt>
                <c:pt idx="349">
                  <c:v>1.3910472860621901</c:v>
                </c:pt>
                <c:pt idx="350">
                  <c:v>1.44170159224203</c:v>
                </c:pt>
                <c:pt idx="351">
                  <c:v>1.5192474059721699</c:v>
                </c:pt>
                <c:pt idx="352">
                  <c:v>1.48439300754728</c:v>
                </c:pt>
                <c:pt idx="353">
                  <c:v>1.41133115010432</c:v>
                </c:pt>
                <c:pt idx="354">
                  <c:v>1.4107072574512001</c:v>
                </c:pt>
                <c:pt idx="355">
                  <c:v>1.4517156600824399</c:v>
                </c:pt>
                <c:pt idx="356">
                  <c:v>1.4033854930768399</c:v>
                </c:pt>
                <c:pt idx="357">
                  <c:v>1.5402195181241001</c:v>
                </c:pt>
                <c:pt idx="358">
                  <c:v>1.66016427054967</c:v>
                </c:pt>
                <c:pt idx="359">
                  <c:v>1.66173738208425</c:v>
                </c:pt>
                <c:pt idx="360">
                  <c:v>1.8316765052292401</c:v>
                </c:pt>
                <c:pt idx="361">
                  <c:v>1.8464698323739599</c:v>
                </c:pt>
                <c:pt idx="362">
                  <c:v>1.8779181987403599</c:v>
                </c:pt>
                <c:pt idx="363">
                  <c:v>1.89936702486482</c:v>
                </c:pt>
                <c:pt idx="364">
                  <c:v>1.9587532360416999</c:v>
                </c:pt>
                <c:pt idx="365">
                  <c:v>2.0262425494731202</c:v>
                </c:pt>
                <c:pt idx="366">
                  <c:v>1.9637469875292699</c:v>
                </c:pt>
                <c:pt idx="367">
                  <c:v>1.9471204951538701</c:v>
                </c:pt>
                <c:pt idx="368">
                  <c:v>1.89355444088916</c:v>
                </c:pt>
                <c:pt idx="369">
                  <c:v>1.9638505020386701</c:v>
                </c:pt>
                <c:pt idx="370">
                  <c:v>1.91905688239735</c:v>
                </c:pt>
                <c:pt idx="371">
                  <c:v>1.91735818080578</c:v>
                </c:pt>
                <c:pt idx="372">
                  <c:v>1.9309041395871001</c:v>
                </c:pt>
                <c:pt idx="373">
                  <c:v>1.9533211251039599</c:v>
                </c:pt>
                <c:pt idx="374">
                  <c:v>1.9468999659917501</c:v>
                </c:pt>
                <c:pt idx="375">
                  <c:v>1.9306064213615299</c:v>
                </c:pt>
                <c:pt idx="376">
                  <c:v>1.98572064062149</c:v>
                </c:pt>
                <c:pt idx="377">
                  <c:v>2.0865956885593002</c:v>
                </c:pt>
                <c:pt idx="378">
                  <c:v>2.1199080762552902</c:v>
                </c:pt>
                <c:pt idx="379">
                  <c:v>2.1211261953931202</c:v>
                </c:pt>
                <c:pt idx="380">
                  <c:v>2.1785342247536201</c:v>
                </c:pt>
                <c:pt idx="381">
                  <c:v>2.1462372879328999</c:v>
                </c:pt>
                <c:pt idx="382">
                  <c:v>2.0807868603395399</c:v>
                </c:pt>
                <c:pt idx="383">
                  <c:v>2.0536721092232</c:v>
                </c:pt>
                <c:pt idx="384">
                  <c:v>2.0808849835652401</c:v>
                </c:pt>
                <c:pt idx="385">
                  <c:v>1.9731288464982899</c:v>
                </c:pt>
                <c:pt idx="386">
                  <c:v>2.0309492822144799</c:v>
                </c:pt>
                <c:pt idx="387">
                  <c:v>1.9803026580490199</c:v>
                </c:pt>
                <c:pt idx="388">
                  <c:v>2.0978669882926599</c:v>
                </c:pt>
                <c:pt idx="389">
                  <c:v>2.16469658981018</c:v>
                </c:pt>
                <c:pt idx="390">
                  <c:v>2.17542780846669</c:v>
                </c:pt>
                <c:pt idx="391">
                  <c:v>2.1799583229798198</c:v>
                </c:pt>
                <c:pt idx="392">
                  <c:v>2.1418276851120601</c:v>
                </c:pt>
                <c:pt idx="393">
                  <c:v>2.34985970375224</c:v>
                </c:pt>
                <c:pt idx="394">
                  <c:v>2.4648353329350101</c:v>
                </c:pt>
                <c:pt idx="395">
                  <c:v>2.5121721877508101</c:v>
                </c:pt>
                <c:pt idx="396">
                  <c:v>2.5489193114671398</c:v>
                </c:pt>
                <c:pt idx="397">
                  <c:v>2.6431635631025601</c:v>
                </c:pt>
                <c:pt idx="398">
                  <c:v>2.6854255419379598</c:v>
                </c:pt>
                <c:pt idx="399">
                  <c:v>2.73127001675606</c:v>
                </c:pt>
                <c:pt idx="400">
                  <c:v>2.7471535346869098</c:v>
                </c:pt>
                <c:pt idx="401">
                  <c:v>2.7422572603838602</c:v>
                </c:pt>
                <c:pt idx="402">
                  <c:v>2.6981345618719801</c:v>
                </c:pt>
                <c:pt idx="403">
                  <c:v>2.6501927692465101</c:v>
                </c:pt>
                <c:pt idx="404">
                  <c:v>2.5375754524379501</c:v>
                </c:pt>
                <c:pt idx="405">
                  <c:v>2.5323328352078098</c:v>
                </c:pt>
                <c:pt idx="406">
                  <c:v>2.53426872086929</c:v>
                </c:pt>
                <c:pt idx="407">
                  <c:v>2.4371616438105699</c:v>
                </c:pt>
                <c:pt idx="408">
                  <c:v>2.33371975587086</c:v>
                </c:pt>
                <c:pt idx="409">
                  <c:v>2.2758164361349298</c:v>
                </c:pt>
                <c:pt idx="410">
                  <c:v>2.2337321925121398</c:v>
                </c:pt>
                <c:pt idx="411">
                  <c:v>2.2194995584816901</c:v>
                </c:pt>
                <c:pt idx="412">
                  <c:v>2.2363515450932399</c:v>
                </c:pt>
                <c:pt idx="413">
                  <c:v>2.3320740943294802</c:v>
                </c:pt>
                <c:pt idx="414">
                  <c:v>2.3000379094234198</c:v>
                </c:pt>
                <c:pt idx="415">
                  <c:v>2.2634203588032702</c:v>
                </c:pt>
                <c:pt idx="416">
                  <c:v>2.3227216948590099</c:v>
                </c:pt>
                <c:pt idx="417">
                  <c:v>2.3031806904874799</c:v>
                </c:pt>
                <c:pt idx="418">
                  <c:v>2.2541835246416699</c:v>
                </c:pt>
                <c:pt idx="419">
                  <c:v>2.2426583503530102</c:v>
                </c:pt>
                <c:pt idx="420">
                  <c:v>2.180884473256</c:v>
                </c:pt>
                <c:pt idx="421">
                  <c:v>2.11103782229412</c:v>
                </c:pt>
                <c:pt idx="422">
                  <c:v>2.0115214076626202</c:v>
                </c:pt>
                <c:pt idx="423">
                  <c:v>1.9738613637179701</c:v>
                </c:pt>
                <c:pt idx="424">
                  <c:v>1.9447484082744699</c:v>
                </c:pt>
                <c:pt idx="425">
                  <c:v>1.9197684759884599</c:v>
                </c:pt>
                <c:pt idx="426">
                  <c:v>1.92318802858928</c:v>
                </c:pt>
                <c:pt idx="427">
                  <c:v>1.88981295603452</c:v>
                </c:pt>
                <c:pt idx="428">
                  <c:v>1.8453725843678801</c:v>
                </c:pt>
                <c:pt idx="429">
                  <c:v>1.7403019408889799</c:v>
                </c:pt>
                <c:pt idx="430">
                  <c:v>1.7210592517263399</c:v>
                </c:pt>
                <c:pt idx="431">
                  <c:v>1.6733147151485199</c:v>
                </c:pt>
                <c:pt idx="432">
                  <c:v>1.64075717942382</c:v>
                </c:pt>
                <c:pt idx="433">
                  <c:v>1.54984485914248</c:v>
                </c:pt>
                <c:pt idx="434">
                  <c:v>1.29847027191397</c:v>
                </c:pt>
                <c:pt idx="435">
                  <c:v>1.21306825243889</c:v>
                </c:pt>
                <c:pt idx="436">
                  <c:v>1.1567977305188699</c:v>
                </c:pt>
                <c:pt idx="437">
                  <c:v>1.1159159499554701</c:v>
                </c:pt>
                <c:pt idx="438">
                  <c:v>1.13855692416163</c:v>
                </c:pt>
                <c:pt idx="439">
                  <c:v>1.05948126955553</c:v>
                </c:pt>
                <c:pt idx="440">
                  <c:v>1.1416468376990501</c:v>
                </c:pt>
                <c:pt idx="441">
                  <c:v>1.1313532797181001</c:v>
                </c:pt>
                <c:pt idx="442">
                  <c:v>1.2451471251236601</c:v>
                </c:pt>
                <c:pt idx="443">
                  <c:v>1.1532483352268901</c:v>
                </c:pt>
                <c:pt idx="444">
                  <c:v>1.0538683123994399</c:v>
                </c:pt>
                <c:pt idx="445">
                  <c:v>0.94307389339106196</c:v>
                </c:pt>
                <c:pt idx="446">
                  <c:v>0.85975509855251897</c:v>
                </c:pt>
                <c:pt idx="447">
                  <c:v>0.872977393652003</c:v>
                </c:pt>
                <c:pt idx="448">
                  <c:v>0.97559584912025099</c:v>
                </c:pt>
                <c:pt idx="449">
                  <c:v>0.97123460169058495</c:v>
                </c:pt>
                <c:pt idx="450">
                  <c:v>0.94442442983463204</c:v>
                </c:pt>
                <c:pt idx="451">
                  <c:v>1.00380099528615</c:v>
                </c:pt>
                <c:pt idx="452">
                  <c:v>1.0648042409285401</c:v>
                </c:pt>
                <c:pt idx="453">
                  <c:v>1.13920651749656</c:v>
                </c:pt>
                <c:pt idx="454">
                  <c:v>1.2226994724703799</c:v>
                </c:pt>
                <c:pt idx="455">
                  <c:v>1.24749147846221</c:v>
                </c:pt>
                <c:pt idx="456">
                  <c:v>1.2814172523671099</c:v>
                </c:pt>
                <c:pt idx="457">
                  <c:v>1.45004784366351</c:v>
                </c:pt>
                <c:pt idx="458">
                  <c:v>1.4506755353034699</c:v>
                </c:pt>
                <c:pt idx="459">
                  <c:v>1.5216319849992499</c:v>
                </c:pt>
                <c:pt idx="460">
                  <c:v>1.55920784624933</c:v>
                </c:pt>
                <c:pt idx="461">
                  <c:v>1.5727295287832599</c:v>
                </c:pt>
                <c:pt idx="462">
                  <c:v>1.5718099795054701</c:v>
                </c:pt>
                <c:pt idx="463">
                  <c:v>1.57757311069714</c:v>
                </c:pt>
                <c:pt idx="464">
                  <c:v>1.5874907526694899</c:v>
                </c:pt>
                <c:pt idx="465">
                  <c:v>1.5624359712648299</c:v>
                </c:pt>
                <c:pt idx="466">
                  <c:v>1.5579786250479399</c:v>
                </c:pt>
                <c:pt idx="467">
                  <c:v>1.5180482365277399</c:v>
                </c:pt>
                <c:pt idx="468">
                  <c:v>1.5691780240209401</c:v>
                </c:pt>
                <c:pt idx="469">
                  <c:v>1.5676456314707199</c:v>
                </c:pt>
                <c:pt idx="470">
                  <c:v>1.5290516602114601</c:v>
                </c:pt>
                <c:pt idx="471">
                  <c:v>1.5841114692697</c:v>
                </c:pt>
                <c:pt idx="472">
                  <c:v>1.6478135330608901</c:v>
                </c:pt>
                <c:pt idx="473">
                  <c:v>1.6592613885762799</c:v>
                </c:pt>
                <c:pt idx="474">
                  <c:v>1.6864362231580501</c:v>
                </c:pt>
                <c:pt idx="475">
                  <c:v>1.6205668185506801</c:v>
                </c:pt>
                <c:pt idx="476">
                  <c:v>1.3383023368613201</c:v>
                </c:pt>
                <c:pt idx="477">
                  <c:v>1.19779602561831</c:v>
                </c:pt>
                <c:pt idx="478">
                  <c:v>1.22120708560683</c:v>
                </c:pt>
                <c:pt idx="479">
                  <c:v>1.0413290425437001</c:v>
                </c:pt>
                <c:pt idx="480">
                  <c:v>0.99225891133427302</c:v>
                </c:pt>
                <c:pt idx="481">
                  <c:v>0.96766940126448997</c:v>
                </c:pt>
                <c:pt idx="482">
                  <c:v>0.79062850417680197</c:v>
                </c:pt>
                <c:pt idx="483">
                  <c:v>0.77639653648675</c:v>
                </c:pt>
                <c:pt idx="484">
                  <c:v>0.71407987200085499</c:v>
                </c:pt>
                <c:pt idx="485">
                  <c:v>0.696240081369629</c:v>
                </c:pt>
                <c:pt idx="486">
                  <c:v>0.57357873344801402</c:v>
                </c:pt>
                <c:pt idx="487">
                  <c:v>0.32321631544546597</c:v>
                </c:pt>
                <c:pt idx="488">
                  <c:v>0.31972764566663098</c:v>
                </c:pt>
                <c:pt idx="489">
                  <c:v>0.41907204760758598</c:v>
                </c:pt>
                <c:pt idx="490">
                  <c:v>0.47961882307061399</c:v>
                </c:pt>
                <c:pt idx="491">
                  <c:v>0.47961882307061399</c:v>
                </c:pt>
                <c:pt idx="492">
                  <c:v>-0.10305355461338001</c:v>
                </c:pt>
                <c:pt idx="493">
                  <c:v>3.7259080525307501E-3</c:v>
                </c:pt>
                <c:pt idx="494">
                  <c:v>4.1853935539234902E-2</c:v>
                </c:pt>
                <c:pt idx="495">
                  <c:v>3.9962664762260403E-2</c:v>
                </c:pt>
                <c:pt idx="496">
                  <c:v>-0.14574236279809499</c:v>
                </c:pt>
                <c:pt idx="497">
                  <c:v>-0.19618484578814899</c:v>
                </c:pt>
                <c:pt idx="498">
                  <c:v>-0.226468453504206</c:v>
                </c:pt>
                <c:pt idx="499">
                  <c:v>-0.24185788020061499</c:v>
                </c:pt>
                <c:pt idx="500">
                  <c:v>-0.16916027839921899</c:v>
                </c:pt>
                <c:pt idx="501">
                  <c:v>-4.8154366579610301E-2</c:v>
                </c:pt>
                <c:pt idx="502">
                  <c:v>-0.115518239906616</c:v>
                </c:pt>
                <c:pt idx="503">
                  <c:v>-0.12598240859093399</c:v>
                </c:pt>
                <c:pt idx="504">
                  <c:v>-5.8736387426298498E-2</c:v>
                </c:pt>
                <c:pt idx="505">
                  <c:v>0.16044894847177499</c:v>
                </c:pt>
                <c:pt idx="506">
                  <c:v>0.33090006938989502</c:v>
                </c:pt>
                <c:pt idx="507">
                  <c:v>0.47062153817230701</c:v>
                </c:pt>
                <c:pt idx="508">
                  <c:v>0.66122059908166497</c:v>
                </c:pt>
                <c:pt idx="509">
                  <c:v>0.80645272548300095</c:v>
                </c:pt>
                <c:pt idx="510">
                  <c:v>0.88989617522045095</c:v>
                </c:pt>
                <c:pt idx="511">
                  <c:v>1.2883357410212899</c:v>
                </c:pt>
                <c:pt idx="512">
                  <c:v>1.25989423315918</c:v>
                </c:pt>
                <c:pt idx="513">
                  <c:v>1.3910472860621901</c:v>
                </c:pt>
                <c:pt idx="514">
                  <c:v>1.44170159224203</c:v>
                </c:pt>
                <c:pt idx="515">
                  <c:v>1.5192474059721699</c:v>
                </c:pt>
                <c:pt idx="516">
                  <c:v>1.48439300754728</c:v>
                </c:pt>
                <c:pt idx="517">
                  <c:v>1.41133115010432</c:v>
                </c:pt>
                <c:pt idx="518">
                  <c:v>1.4107072574512001</c:v>
                </c:pt>
                <c:pt idx="519">
                  <c:v>1.4517156600824399</c:v>
                </c:pt>
                <c:pt idx="520">
                  <c:v>1.4033854930768399</c:v>
                </c:pt>
                <c:pt idx="521">
                  <c:v>1.5402195181241001</c:v>
                </c:pt>
                <c:pt idx="522">
                  <c:v>1.66016427054967</c:v>
                </c:pt>
                <c:pt idx="523">
                  <c:v>1.66173738208425</c:v>
                </c:pt>
                <c:pt idx="524">
                  <c:v>1.8316765052292401</c:v>
                </c:pt>
                <c:pt idx="525">
                  <c:v>1.8464698323739599</c:v>
                </c:pt>
                <c:pt idx="526">
                  <c:v>1.8779181987403599</c:v>
                </c:pt>
                <c:pt idx="527">
                  <c:v>1.89936702486482</c:v>
                </c:pt>
                <c:pt idx="528">
                  <c:v>1.9587532360416999</c:v>
                </c:pt>
                <c:pt idx="529">
                  <c:v>2.0262425494731202</c:v>
                </c:pt>
                <c:pt idx="530">
                  <c:v>1.9637469875292699</c:v>
                </c:pt>
                <c:pt idx="531">
                  <c:v>1.9471204951538701</c:v>
                </c:pt>
                <c:pt idx="532">
                  <c:v>1.89355444088916</c:v>
                </c:pt>
                <c:pt idx="533">
                  <c:v>1.9638505020386701</c:v>
                </c:pt>
                <c:pt idx="534">
                  <c:v>1.91905688239735</c:v>
                </c:pt>
                <c:pt idx="535">
                  <c:v>1.91735818080578</c:v>
                </c:pt>
                <c:pt idx="536">
                  <c:v>1.9309041395871001</c:v>
                </c:pt>
                <c:pt idx="537">
                  <c:v>1.9533211251039599</c:v>
                </c:pt>
                <c:pt idx="538">
                  <c:v>1.9468999659917501</c:v>
                </c:pt>
                <c:pt idx="539">
                  <c:v>1.9306064213615299</c:v>
                </c:pt>
                <c:pt idx="540">
                  <c:v>1.98572064062149</c:v>
                </c:pt>
                <c:pt idx="541">
                  <c:v>2.0865956885593002</c:v>
                </c:pt>
                <c:pt idx="542">
                  <c:v>2.1199080762552902</c:v>
                </c:pt>
                <c:pt idx="543">
                  <c:v>2.1211261953931202</c:v>
                </c:pt>
                <c:pt idx="544">
                  <c:v>2.1785342247536201</c:v>
                </c:pt>
                <c:pt idx="545">
                  <c:v>2.1462372879328999</c:v>
                </c:pt>
                <c:pt idx="546">
                  <c:v>2.0807868603395399</c:v>
                </c:pt>
                <c:pt idx="547">
                  <c:v>2.0536721092232</c:v>
                </c:pt>
                <c:pt idx="548">
                  <c:v>2.0808849835652401</c:v>
                </c:pt>
                <c:pt idx="549">
                  <c:v>1.9731288464982899</c:v>
                </c:pt>
                <c:pt idx="550">
                  <c:v>2.0309492822144799</c:v>
                </c:pt>
                <c:pt idx="551">
                  <c:v>1.9803026580490199</c:v>
                </c:pt>
                <c:pt idx="552">
                  <c:v>2.0978669882926599</c:v>
                </c:pt>
                <c:pt idx="553">
                  <c:v>2.16469658981018</c:v>
                </c:pt>
                <c:pt idx="554">
                  <c:v>2.17542780846669</c:v>
                </c:pt>
                <c:pt idx="555">
                  <c:v>2.1799583229798198</c:v>
                </c:pt>
                <c:pt idx="556">
                  <c:v>2.1418276851120601</c:v>
                </c:pt>
                <c:pt idx="557">
                  <c:v>2.34985970375224</c:v>
                </c:pt>
                <c:pt idx="558">
                  <c:v>2.4648353329350101</c:v>
                </c:pt>
                <c:pt idx="559">
                  <c:v>2.5121721877508101</c:v>
                </c:pt>
                <c:pt idx="560">
                  <c:v>2.5489193114671398</c:v>
                </c:pt>
                <c:pt idx="561">
                  <c:v>2.6431635631025601</c:v>
                </c:pt>
                <c:pt idx="562">
                  <c:v>2.6854255419379598</c:v>
                </c:pt>
                <c:pt idx="563">
                  <c:v>2.73127001675606</c:v>
                </c:pt>
                <c:pt idx="564">
                  <c:v>2.7471535346869098</c:v>
                </c:pt>
                <c:pt idx="565">
                  <c:v>2.7422572603838602</c:v>
                </c:pt>
                <c:pt idx="566">
                  <c:v>2.6981345618719801</c:v>
                </c:pt>
                <c:pt idx="567">
                  <c:v>2.6501927692465101</c:v>
                </c:pt>
                <c:pt idx="568">
                  <c:v>2.5375754524379501</c:v>
                </c:pt>
                <c:pt idx="569">
                  <c:v>2.5323328352078098</c:v>
                </c:pt>
                <c:pt idx="570">
                  <c:v>2.53426872086929</c:v>
                </c:pt>
                <c:pt idx="571">
                  <c:v>2.4371616438105699</c:v>
                </c:pt>
                <c:pt idx="572">
                  <c:v>2.33371975587086</c:v>
                </c:pt>
                <c:pt idx="573">
                  <c:v>2.2758164361349298</c:v>
                </c:pt>
                <c:pt idx="574">
                  <c:v>2.2337321925121398</c:v>
                </c:pt>
                <c:pt idx="575">
                  <c:v>2.2194995584816901</c:v>
                </c:pt>
                <c:pt idx="576">
                  <c:v>2.2363515450932399</c:v>
                </c:pt>
                <c:pt idx="577">
                  <c:v>2.3320740943294802</c:v>
                </c:pt>
                <c:pt idx="578">
                  <c:v>2.3000379094234198</c:v>
                </c:pt>
                <c:pt idx="579">
                  <c:v>2.2634203588032702</c:v>
                </c:pt>
                <c:pt idx="580">
                  <c:v>2.3227216948590099</c:v>
                </c:pt>
                <c:pt idx="581">
                  <c:v>2.3031806904874799</c:v>
                </c:pt>
                <c:pt idx="582">
                  <c:v>2.2541835246416699</c:v>
                </c:pt>
                <c:pt idx="583">
                  <c:v>2.2426583503530102</c:v>
                </c:pt>
                <c:pt idx="584">
                  <c:v>2.180884473256</c:v>
                </c:pt>
                <c:pt idx="585">
                  <c:v>2.11103782229412</c:v>
                </c:pt>
                <c:pt idx="586">
                  <c:v>2.0115214076626202</c:v>
                </c:pt>
                <c:pt idx="587">
                  <c:v>1.9738613637179701</c:v>
                </c:pt>
                <c:pt idx="588">
                  <c:v>1.9447484082744699</c:v>
                </c:pt>
                <c:pt idx="589">
                  <c:v>1.9197684759884599</c:v>
                </c:pt>
                <c:pt idx="590">
                  <c:v>1.92318802858928</c:v>
                </c:pt>
                <c:pt idx="591">
                  <c:v>1.88981295603452</c:v>
                </c:pt>
                <c:pt idx="592">
                  <c:v>1.8453725843678801</c:v>
                </c:pt>
                <c:pt idx="593">
                  <c:v>1.7403019408889799</c:v>
                </c:pt>
                <c:pt idx="594">
                  <c:v>1.7210592517263399</c:v>
                </c:pt>
                <c:pt idx="595">
                  <c:v>1.6733147151485199</c:v>
                </c:pt>
                <c:pt idx="596">
                  <c:v>1.64075717942382</c:v>
                </c:pt>
                <c:pt idx="597">
                  <c:v>1.54984485914248</c:v>
                </c:pt>
                <c:pt idx="598">
                  <c:v>1.29847027191397</c:v>
                </c:pt>
                <c:pt idx="599">
                  <c:v>1.21306825243889</c:v>
                </c:pt>
                <c:pt idx="600">
                  <c:v>1.1567977305188699</c:v>
                </c:pt>
                <c:pt idx="601">
                  <c:v>1.1159159499554701</c:v>
                </c:pt>
                <c:pt idx="602">
                  <c:v>1.13855692416163</c:v>
                </c:pt>
                <c:pt idx="603">
                  <c:v>1.05948126955553</c:v>
                </c:pt>
                <c:pt idx="604">
                  <c:v>1.1416468376990501</c:v>
                </c:pt>
                <c:pt idx="605">
                  <c:v>1.1313532797181001</c:v>
                </c:pt>
                <c:pt idx="606">
                  <c:v>1.2451471251236601</c:v>
                </c:pt>
                <c:pt idx="607">
                  <c:v>1.1532483352268901</c:v>
                </c:pt>
                <c:pt idx="608">
                  <c:v>1.0538683123994399</c:v>
                </c:pt>
                <c:pt idx="609">
                  <c:v>0.94307389339106196</c:v>
                </c:pt>
                <c:pt idx="610">
                  <c:v>0.85975509855251897</c:v>
                </c:pt>
                <c:pt idx="611">
                  <c:v>0.872977393652003</c:v>
                </c:pt>
                <c:pt idx="612">
                  <c:v>0.97559584912025099</c:v>
                </c:pt>
                <c:pt idx="613">
                  <c:v>0.97123460169058495</c:v>
                </c:pt>
                <c:pt idx="614">
                  <c:v>0.94442442983463204</c:v>
                </c:pt>
                <c:pt idx="615">
                  <c:v>1.00380099528615</c:v>
                </c:pt>
                <c:pt idx="616">
                  <c:v>1.0648042409285401</c:v>
                </c:pt>
                <c:pt idx="617">
                  <c:v>1.13920651749656</c:v>
                </c:pt>
                <c:pt idx="618">
                  <c:v>1.2226994724703799</c:v>
                </c:pt>
                <c:pt idx="619">
                  <c:v>1.24749147846221</c:v>
                </c:pt>
                <c:pt idx="620">
                  <c:v>1.2814172523671099</c:v>
                </c:pt>
                <c:pt idx="621">
                  <c:v>1.45004784366351</c:v>
                </c:pt>
                <c:pt idx="622">
                  <c:v>1.4506755353034699</c:v>
                </c:pt>
                <c:pt idx="623">
                  <c:v>1.5216319849992499</c:v>
                </c:pt>
                <c:pt idx="624">
                  <c:v>1.55920784624933</c:v>
                </c:pt>
                <c:pt idx="625">
                  <c:v>1.5727295287832599</c:v>
                </c:pt>
                <c:pt idx="626">
                  <c:v>1.5718099795054701</c:v>
                </c:pt>
                <c:pt idx="627">
                  <c:v>1.57757311069714</c:v>
                </c:pt>
                <c:pt idx="628">
                  <c:v>1.5874907526694899</c:v>
                </c:pt>
                <c:pt idx="629">
                  <c:v>1.5624359712648299</c:v>
                </c:pt>
                <c:pt idx="630">
                  <c:v>1.5579786250479399</c:v>
                </c:pt>
                <c:pt idx="631">
                  <c:v>1.5180482365277399</c:v>
                </c:pt>
                <c:pt idx="632">
                  <c:v>1.5691780240209401</c:v>
                </c:pt>
                <c:pt idx="633">
                  <c:v>1.5676456314707199</c:v>
                </c:pt>
                <c:pt idx="634">
                  <c:v>1.5290516602114601</c:v>
                </c:pt>
                <c:pt idx="635">
                  <c:v>1.5841114692697</c:v>
                </c:pt>
                <c:pt idx="636">
                  <c:v>1.6478135330608901</c:v>
                </c:pt>
                <c:pt idx="637">
                  <c:v>1.6592613885762799</c:v>
                </c:pt>
                <c:pt idx="638">
                  <c:v>1.6864362231580501</c:v>
                </c:pt>
                <c:pt idx="639">
                  <c:v>1.6205668185506801</c:v>
                </c:pt>
                <c:pt idx="640">
                  <c:v>1.3383023368613201</c:v>
                </c:pt>
                <c:pt idx="641">
                  <c:v>1.19779602561831</c:v>
                </c:pt>
                <c:pt idx="642">
                  <c:v>1.22120708560683</c:v>
                </c:pt>
                <c:pt idx="643">
                  <c:v>1.0413290425437001</c:v>
                </c:pt>
                <c:pt idx="644">
                  <c:v>0.99225891133427302</c:v>
                </c:pt>
                <c:pt idx="645">
                  <c:v>0.96766940126448997</c:v>
                </c:pt>
                <c:pt idx="646">
                  <c:v>0.79062850417680197</c:v>
                </c:pt>
                <c:pt idx="647">
                  <c:v>0.77639653648675</c:v>
                </c:pt>
                <c:pt idx="648">
                  <c:v>0.71407987200085499</c:v>
                </c:pt>
                <c:pt idx="649">
                  <c:v>0.696240081369629</c:v>
                </c:pt>
                <c:pt idx="650">
                  <c:v>0.57357873344801402</c:v>
                </c:pt>
                <c:pt idx="651">
                  <c:v>0.32321631544546597</c:v>
                </c:pt>
                <c:pt idx="652">
                  <c:v>0.31972764566663098</c:v>
                </c:pt>
                <c:pt idx="653">
                  <c:v>0.41907204760758598</c:v>
                </c:pt>
                <c:pt idx="654">
                  <c:v>0.47961882307061399</c:v>
                </c:pt>
                <c:pt idx="655">
                  <c:v>0.47961882307061399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761-490C-8B2D-C1BBCCB680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2624720"/>
        <c:axId val="1020972976"/>
      </c:lineChart>
      <c:dateAx>
        <c:axId val="1012624720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020972976"/>
        <c:crosses val="autoZero"/>
        <c:auto val="1"/>
        <c:lblOffset val="100"/>
        <c:baseTimeUnit val="days"/>
        <c:majorUnit val="1"/>
        <c:majorTimeUnit val="months"/>
      </c:dateAx>
      <c:valAx>
        <c:axId val="102097297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012624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9020838413216842"/>
          <c:y val="0"/>
          <c:w val="0.66690235686370902"/>
          <c:h val="0.117925593638777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4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774416166985929E-2"/>
          <c:y val="5.6281424850686455E-2"/>
          <c:w val="0.95622558383301404"/>
          <c:h val="0.72500258512556215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Sheet3!$F$4:$F$1736</c:f>
              <c:numCache>
                <c:formatCode>m/d/yyyy</c:formatCode>
                <c:ptCount val="1733"/>
                <c:pt idx="0">
                  <c:v>43831</c:v>
                </c:pt>
                <c:pt idx="1">
                  <c:v>43832</c:v>
                </c:pt>
                <c:pt idx="2">
                  <c:v>43833</c:v>
                </c:pt>
                <c:pt idx="3">
                  <c:v>43836</c:v>
                </c:pt>
                <c:pt idx="4">
                  <c:v>43837</c:v>
                </c:pt>
                <c:pt idx="5">
                  <c:v>43838</c:v>
                </c:pt>
                <c:pt idx="6">
                  <c:v>43839</c:v>
                </c:pt>
                <c:pt idx="7">
                  <c:v>43840</c:v>
                </c:pt>
                <c:pt idx="8">
                  <c:v>43843</c:v>
                </c:pt>
                <c:pt idx="9">
                  <c:v>43844</c:v>
                </c:pt>
                <c:pt idx="10">
                  <c:v>43845</c:v>
                </c:pt>
                <c:pt idx="11">
                  <c:v>43846</c:v>
                </c:pt>
                <c:pt idx="12">
                  <c:v>43847</c:v>
                </c:pt>
                <c:pt idx="13">
                  <c:v>43850</c:v>
                </c:pt>
                <c:pt idx="14">
                  <c:v>43851</c:v>
                </c:pt>
                <c:pt idx="15">
                  <c:v>43852</c:v>
                </c:pt>
                <c:pt idx="16">
                  <c:v>43853</c:v>
                </c:pt>
                <c:pt idx="17">
                  <c:v>43854</c:v>
                </c:pt>
                <c:pt idx="18">
                  <c:v>43857</c:v>
                </c:pt>
                <c:pt idx="19">
                  <c:v>43858</c:v>
                </c:pt>
                <c:pt idx="20">
                  <c:v>43859</c:v>
                </c:pt>
                <c:pt idx="21">
                  <c:v>43860</c:v>
                </c:pt>
                <c:pt idx="22">
                  <c:v>43861</c:v>
                </c:pt>
                <c:pt idx="23">
                  <c:v>43864</c:v>
                </c:pt>
                <c:pt idx="24">
                  <c:v>43865</c:v>
                </c:pt>
                <c:pt idx="25">
                  <c:v>43866</c:v>
                </c:pt>
                <c:pt idx="26">
                  <c:v>43867</c:v>
                </c:pt>
                <c:pt idx="27">
                  <c:v>43868</c:v>
                </c:pt>
                <c:pt idx="28">
                  <c:v>43871</c:v>
                </c:pt>
                <c:pt idx="29">
                  <c:v>43872</c:v>
                </c:pt>
                <c:pt idx="30">
                  <c:v>43873</c:v>
                </c:pt>
                <c:pt idx="31">
                  <c:v>43874</c:v>
                </c:pt>
                <c:pt idx="32">
                  <c:v>43875</c:v>
                </c:pt>
                <c:pt idx="33">
                  <c:v>43878</c:v>
                </c:pt>
                <c:pt idx="34">
                  <c:v>43879</c:v>
                </c:pt>
                <c:pt idx="35">
                  <c:v>43880</c:v>
                </c:pt>
                <c:pt idx="36">
                  <c:v>43881</c:v>
                </c:pt>
                <c:pt idx="37">
                  <c:v>43882</c:v>
                </c:pt>
                <c:pt idx="38">
                  <c:v>43885</c:v>
                </c:pt>
                <c:pt idx="39">
                  <c:v>43886</c:v>
                </c:pt>
                <c:pt idx="40">
                  <c:v>43887</c:v>
                </c:pt>
                <c:pt idx="41">
                  <c:v>43888</c:v>
                </c:pt>
                <c:pt idx="42">
                  <c:v>43889</c:v>
                </c:pt>
                <c:pt idx="43">
                  <c:v>43892</c:v>
                </c:pt>
                <c:pt idx="44">
                  <c:v>43893</c:v>
                </c:pt>
                <c:pt idx="45">
                  <c:v>43894</c:v>
                </c:pt>
                <c:pt idx="46">
                  <c:v>43895</c:v>
                </c:pt>
                <c:pt idx="47">
                  <c:v>43896</c:v>
                </c:pt>
                <c:pt idx="48">
                  <c:v>43899</c:v>
                </c:pt>
                <c:pt idx="49">
                  <c:v>43900</c:v>
                </c:pt>
                <c:pt idx="50">
                  <c:v>43901</c:v>
                </c:pt>
                <c:pt idx="51">
                  <c:v>43902</c:v>
                </c:pt>
                <c:pt idx="52">
                  <c:v>43903</c:v>
                </c:pt>
                <c:pt idx="53">
                  <c:v>43906</c:v>
                </c:pt>
                <c:pt idx="54">
                  <c:v>43907</c:v>
                </c:pt>
                <c:pt idx="55">
                  <c:v>43908</c:v>
                </c:pt>
                <c:pt idx="56">
                  <c:v>43909</c:v>
                </c:pt>
                <c:pt idx="57">
                  <c:v>43910</c:v>
                </c:pt>
                <c:pt idx="58">
                  <c:v>43913</c:v>
                </c:pt>
                <c:pt idx="59">
                  <c:v>43914</c:v>
                </c:pt>
                <c:pt idx="60">
                  <c:v>43915</c:v>
                </c:pt>
                <c:pt idx="61">
                  <c:v>43916</c:v>
                </c:pt>
                <c:pt idx="62">
                  <c:v>43917</c:v>
                </c:pt>
                <c:pt idx="63">
                  <c:v>43920</c:v>
                </c:pt>
                <c:pt idx="64">
                  <c:v>43921</c:v>
                </c:pt>
                <c:pt idx="65">
                  <c:v>43922</c:v>
                </c:pt>
                <c:pt idx="66">
                  <c:v>43923</c:v>
                </c:pt>
                <c:pt idx="67">
                  <c:v>43924</c:v>
                </c:pt>
                <c:pt idx="68">
                  <c:v>43927</c:v>
                </c:pt>
                <c:pt idx="69">
                  <c:v>43928</c:v>
                </c:pt>
                <c:pt idx="70">
                  <c:v>43929</c:v>
                </c:pt>
                <c:pt idx="71">
                  <c:v>43930</c:v>
                </c:pt>
                <c:pt idx="72">
                  <c:v>43931</c:v>
                </c:pt>
                <c:pt idx="73">
                  <c:v>43934</c:v>
                </c:pt>
                <c:pt idx="74">
                  <c:v>43935</c:v>
                </c:pt>
                <c:pt idx="75">
                  <c:v>43936</c:v>
                </c:pt>
                <c:pt idx="76">
                  <c:v>43937</c:v>
                </c:pt>
                <c:pt idx="77">
                  <c:v>43938</c:v>
                </c:pt>
                <c:pt idx="78">
                  <c:v>43941</c:v>
                </c:pt>
                <c:pt idx="79">
                  <c:v>43942</c:v>
                </c:pt>
                <c:pt idx="80">
                  <c:v>43943</c:v>
                </c:pt>
                <c:pt idx="81">
                  <c:v>43944</c:v>
                </c:pt>
                <c:pt idx="82">
                  <c:v>43945</c:v>
                </c:pt>
                <c:pt idx="83">
                  <c:v>43948</c:v>
                </c:pt>
                <c:pt idx="84">
                  <c:v>43949</c:v>
                </c:pt>
                <c:pt idx="85">
                  <c:v>43950</c:v>
                </c:pt>
                <c:pt idx="86">
                  <c:v>43951</c:v>
                </c:pt>
                <c:pt idx="87">
                  <c:v>43952</c:v>
                </c:pt>
                <c:pt idx="88">
                  <c:v>43955</c:v>
                </c:pt>
                <c:pt idx="89">
                  <c:v>43956</c:v>
                </c:pt>
                <c:pt idx="90">
                  <c:v>43957</c:v>
                </c:pt>
                <c:pt idx="91">
                  <c:v>43958</c:v>
                </c:pt>
                <c:pt idx="92">
                  <c:v>43959</c:v>
                </c:pt>
                <c:pt idx="93">
                  <c:v>43962</c:v>
                </c:pt>
                <c:pt idx="94">
                  <c:v>43963</c:v>
                </c:pt>
                <c:pt idx="95">
                  <c:v>43964</c:v>
                </c:pt>
                <c:pt idx="96">
                  <c:v>43965</c:v>
                </c:pt>
                <c:pt idx="97">
                  <c:v>43966</c:v>
                </c:pt>
                <c:pt idx="98">
                  <c:v>43969</c:v>
                </c:pt>
                <c:pt idx="99">
                  <c:v>43970</c:v>
                </c:pt>
                <c:pt idx="100">
                  <c:v>43971</c:v>
                </c:pt>
                <c:pt idx="101">
                  <c:v>43972</c:v>
                </c:pt>
                <c:pt idx="102">
                  <c:v>43973</c:v>
                </c:pt>
                <c:pt idx="103">
                  <c:v>43976</c:v>
                </c:pt>
                <c:pt idx="104">
                  <c:v>43977</c:v>
                </c:pt>
                <c:pt idx="105">
                  <c:v>43978</c:v>
                </c:pt>
                <c:pt idx="106">
                  <c:v>43979</c:v>
                </c:pt>
                <c:pt idx="107">
                  <c:v>43980</c:v>
                </c:pt>
                <c:pt idx="108">
                  <c:v>43983</c:v>
                </c:pt>
                <c:pt idx="109">
                  <c:v>43984</c:v>
                </c:pt>
                <c:pt idx="110">
                  <c:v>43985</c:v>
                </c:pt>
                <c:pt idx="111">
                  <c:v>43986</c:v>
                </c:pt>
                <c:pt idx="112">
                  <c:v>43987</c:v>
                </c:pt>
                <c:pt idx="113">
                  <c:v>43990</c:v>
                </c:pt>
                <c:pt idx="114">
                  <c:v>43991</c:v>
                </c:pt>
                <c:pt idx="115">
                  <c:v>43992</c:v>
                </c:pt>
                <c:pt idx="116">
                  <c:v>43993</c:v>
                </c:pt>
                <c:pt idx="117">
                  <c:v>43994</c:v>
                </c:pt>
                <c:pt idx="118">
                  <c:v>43997</c:v>
                </c:pt>
                <c:pt idx="119">
                  <c:v>43998</c:v>
                </c:pt>
                <c:pt idx="120">
                  <c:v>43999</c:v>
                </c:pt>
                <c:pt idx="121">
                  <c:v>44000</c:v>
                </c:pt>
                <c:pt idx="122">
                  <c:v>44001</c:v>
                </c:pt>
                <c:pt idx="123">
                  <c:v>44004</c:v>
                </c:pt>
                <c:pt idx="124">
                  <c:v>44005</c:v>
                </c:pt>
                <c:pt idx="125">
                  <c:v>44006</c:v>
                </c:pt>
                <c:pt idx="126">
                  <c:v>44007</c:v>
                </c:pt>
                <c:pt idx="127">
                  <c:v>44008</c:v>
                </c:pt>
                <c:pt idx="128">
                  <c:v>44011</c:v>
                </c:pt>
                <c:pt idx="129">
                  <c:v>44012</c:v>
                </c:pt>
                <c:pt idx="130">
                  <c:v>44013</c:v>
                </c:pt>
                <c:pt idx="131">
                  <c:v>44014</c:v>
                </c:pt>
                <c:pt idx="132">
                  <c:v>44015</c:v>
                </c:pt>
                <c:pt idx="133">
                  <c:v>44018</c:v>
                </c:pt>
                <c:pt idx="134">
                  <c:v>44019</c:v>
                </c:pt>
                <c:pt idx="135">
                  <c:v>44020</c:v>
                </c:pt>
                <c:pt idx="136">
                  <c:v>44021</c:v>
                </c:pt>
                <c:pt idx="137">
                  <c:v>44022</c:v>
                </c:pt>
                <c:pt idx="138">
                  <c:v>44025</c:v>
                </c:pt>
                <c:pt idx="139">
                  <c:v>44026</c:v>
                </c:pt>
                <c:pt idx="140">
                  <c:v>44027</c:v>
                </c:pt>
                <c:pt idx="141">
                  <c:v>44028</c:v>
                </c:pt>
                <c:pt idx="142">
                  <c:v>44029</c:v>
                </c:pt>
                <c:pt idx="143">
                  <c:v>44032</c:v>
                </c:pt>
                <c:pt idx="144">
                  <c:v>44033</c:v>
                </c:pt>
                <c:pt idx="145">
                  <c:v>44034</c:v>
                </c:pt>
                <c:pt idx="146">
                  <c:v>44035</c:v>
                </c:pt>
                <c:pt idx="147">
                  <c:v>44036</c:v>
                </c:pt>
                <c:pt idx="148">
                  <c:v>44039</c:v>
                </c:pt>
                <c:pt idx="149">
                  <c:v>44040</c:v>
                </c:pt>
                <c:pt idx="150">
                  <c:v>44041</c:v>
                </c:pt>
                <c:pt idx="151">
                  <c:v>44042</c:v>
                </c:pt>
                <c:pt idx="152">
                  <c:v>44043</c:v>
                </c:pt>
                <c:pt idx="153">
                  <c:v>44046</c:v>
                </c:pt>
                <c:pt idx="154">
                  <c:v>44047</c:v>
                </c:pt>
                <c:pt idx="155">
                  <c:v>44048</c:v>
                </c:pt>
                <c:pt idx="156">
                  <c:v>44049</c:v>
                </c:pt>
                <c:pt idx="157">
                  <c:v>44050</c:v>
                </c:pt>
                <c:pt idx="158">
                  <c:v>44053</c:v>
                </c:pt>
                <c:pt idx="159">
                  <c:v>44054</c:v>
                </c:pt>
                <c:pt idx="160">
                  <c:v>44055</c:v>
                </c:pt>
                <c:pt idx="161">
                  <c:v>44056</c:v>
                </c:pt>
                <c:pt idx="162">
                  <c:v>44057</c:v>
                </c:pt>
                <c:pt idx="163">
                  <c:v>44060</c:v>
                </c:pt>
                <c:pt idx="164">
                  <c:v>44061</c:v>
                </c:pt>
                <c:pt idx="165">
                  <c:v>44062</c:v>
                </c:pt>
                <c:pt idx="166">
                  <c:v>44063</c:v>
                </c:pt>
                <c:pt idx="167">
                  <c:v>44064</c:v>
                </c:pt>
                <c:pt idx="168">
                  <c:v>44067</c:v>
                </c:pt>
                <c:pt idx="169">
                  <c:v>44068</c:v>
                </c:pt>
                <c:pt idx="170">
                  <c:v>44069</c:v>
                </c:pt>
                <c:pt idx="171">
                  <c:v>44070</c:v>
                </c:pt>
                <c:pt idx="172">
                  <c:v>44071</c:v>
                </c:pt>
                <c:pt idx="173">
                  <c:v>44074</c:v>
                </c:pt>
                <c:pt idx="174">
                  <c:v>44075</c:v>
                </c:pt>
                <c:pt idx="175">
                  <c:v>44076</c:v>
                </c:pt>
                <c:pt idx="176">
                  <c:v>44077</c:v>
                </c:pt>
                <c:pt idx="177">
                  <c:v>44078</c:v>
                </c:pt>
                <c:pt idx="178">
                  <c:v>44081</c:v>
                </c:pt>
                <c:pt idx="179">
                  <c:v>44082</c:v>
                </c:pt>
                <c:pt idx="180">
                  <c:v>44083</c:v>
                </c:pt>
                <c:pt idx="181">
                  <c:v>44084</c:v>
                </c:pt>
                <c:pt idx="182">
                  <c:v>44085</c:v>
                </c:pt>
                <c:pt idx="183">
                  <c:v>44088</c:v>
                </c:pt>
                <c:pt idx="184">
                  <c:v>44089</c:v>
                </c:pt>
                <c:pt idx="185">
                  <c:v>44090</c:v>
                </c:pt>
                <c:pt idx="186">
                  <c:v>44091</c:v>
                </c:pt>
                <c:pt idx="187">
                  <c:v>44092</c:v>
                </c:pt>
                <c:pt idx="188">
                  <c:v>44095</c:v>
                </c:pt>
                <c:pt idx="189">
                  <c:v>44096</c:v>
                </c:pt>
                <c:pt idx="190">
                  <c:v>44097</c:v>
                </c:pt>
                <c:pt idx="191">
                  <c:v>44098</c:v>
                </c:pt>
                <c:pt idx="192">
                  <c:v>44099</c:v>
                </c:pt>
                <c:pt idx="193">
                  <c:v>44102</c:v>
                </c:pt>
                <c:pt idx="194">
                  <c:v>44103</c:v>
                </c:pt>
                <c:pt idx="195">
                  <c:v>44104</c:v>
                </c:pt>
                <c:pt idx="196">
                  <c:v>44105</c:v>
                </c:pt>
                <c:pt idx="197">
                  <c:v>44106</c:v>
                </c:pt>
                <c:pt idx="198">
                  <c:v>44109</c:v>
                </c:pt>
                <c:pt idx="199">
                  <c:v>44110</c:v>
                </c:pt>
                <c:pt idx="200">
                  <c:v>44111</c:v>
                </c:pt>
                <c:pt idx="201">
                  <c:v>44112</c:v>
                </c:pt>
                <c:pt idx="202">
                  <c:v>44113</c:v>
                </c:pt>
                <c:pt idx="203">
                  <c:v>44116</c:v>
                </c:pt>
                <c:pt idx="204">
                  <c:v>44117</c:v>
                </c:pt>
                <c:pt idx="205">
                  <c:v>44118</c:v>
                </c:pt>
                <c:pt idx="206">
                  <c:v>44119</c:v>
                </c:pt>
                <c:pt idx="207">
                  <c:v>44120</c:v>
                </c:pt>
                <c:pt idx="208">
                  <c:v>44123</c:v>
                </c:pt>
                <c:pt idx="209">
                  <c:v>44124</c:v>
                </c:pt>
                <c:pt idx="210">
                  <c:v>44125</c:v>
                </c:pt>
                <c:pt idx="211">
                  <c:v>44126</c:v>
                </c:pt>
                <c:pt idx="212">
                  <c:v>44127</c:v>
                </c:pt>
                <c:pt idx="213">
                  <c:v>44130</c:v>
                </c:pt>
                <c:pt idx="214">
                  <c:v>44131</c:v>
                </c:pt>
                <c:pt idx="215">
                  <c:v>44132</c:v>
                </c:pt>
                <c:pt idx="216">
                  <c:v>44133</c:v>
                </c:pt>
                <c:pt idx="217">
                  <c:v>44134</c:v>
                </c:pt>
                <c:pt idx="218">
                  <c:v>44137</c:v>
                </c:pt>
                <c:pt idx="219">
                  <c:v>44138</c:v>
                </c:pt>
                <c:pt idx="220">
                  <c:v>44139</c:v>
                </c:pt>
                <c:pt idx="221">
                  <c:v>44140</c:v>
                </c:pt>
                <c:pt idx="222">
                  <c:v>44141</c:v>
                </c:pt>
                <c:pt idx="223">
                  <c:v>44144</c:v>
                </c:pt>
                <c:pt idx="224">
                  <c:v>44145</c:v>
                </c:pt>
                <c:pt idx="225">
                  <c:v>44146</c:v>
                </c:pt>
                <c:pt idx="226">
                  <c:v>44147</c:v>
                </c:pt>
                <c:pt idx="227">
                  <c:v>44148</c:v>
                </c:pt>
                <c:pt idx="228">
                  <c:v>44151</c:v>
                </c:pt>
                <c:pt idx="229">
                  <c:v>44152</c:v>
                </c:pt>
                <c:pt idx="230">
                  <c:v>44153</c:v>
                </c:pt>
                <c:pt idx="231">
                  <c:v>44154</c:v>
                </c:pt>
                <c:pt idx="232">
                  <c:v>44155</c:v>
                </c:pt>
                <c:pt idx="233">
                  <c:v>44158</c:v>
                </c:pt>
                <c:pt idx="234">
                  <c:v>44159</c:v>
                </c:pt>
                <c:pt idx="235">
                  <c:v>44160</c:v>
                </c:pt>
                <c:pt idx="236">
                  <c:v>44161</c:v>
                </c:pt>
                <c:pt idx="237">
                  <c:v>44162</c:v>
                </c:pt>
                <c:pt idx="238">
                  <c:v>44165</c:v>
                </c:pt>
                <c:pt idx="239">
                  <c:v>44166</c:v>
                </c:pt>
                <c:pt idx="240">
                  <c:v>44167</c:v>
                </c:pt>
                <c:pt idx="241">
                  <c:v>44168</c:v>
                </c:pt>
                <c:pt idx="242">
                  <c:v>44169</c:v>
                </c:pt>
                <c:pt idx="243">
                  <c:v>44172</c:v>
                </c:pt>
                <c:pt idx="244">
                  <c:v>44173</c:v>
                </c:pt>
                <c:pt idx="245">
                  <c:v>44174</c:v>
                </c:pt>
                <c:pt idx="246">
                  <c:v>44175</c:v>
                </c:pt>
                <c:pt idx="247">
                  <c:v>44176</c:v>
                </c:pt>
                <c:pt idx="248">
                  <c:v>44179</c:v>
                </c:pt>
                <c:pt idx="249">
                  <c:v>44180</c:v>
                </c:pt>
                <c:pt idx="250">
                  <c:v>44181</c:v>
                </c:pt>
                <c:pt idx="251">
                  <c:v>44182</c:v>
                </c:pt>
                <c:pt idx="252">
                  <c:v>44183</c:v>
                </c:pt>
                <c:pt idx="253">
                  <c:v>44186</c:v>
                </c:pt>
                <c:pt idx="254">
                  <c:v>44187</c:v>
                </c:pt>
                <c:pt idx="255">
                  <c:v>44188</c:v>
                </c:pt>
                <c:pt idx="256">
                  <c:v>44189</c:v>
                </c:pt>
                <c:pt idx="257">
                  <c:v>44190</c:v>
                </c:pt>
                <c:pt idx="258">
                  <c:v>44193</c:v>
                </c:pt>
                <c:pt idx="259">
                  <c:v>44194</c:v>
                </c:pt>
                <c:pt idx="260">
                  <c:v>44195</c:v>
                </c:pt>
                <c:pt idx="261">
                  <c:v>44196</c:v>
                </c:pt>
                <c:pt idx="262">
                  <c:v>44197</c:v>
                </c:pt>
                <c:pt idx="263">
                  <c:v>44200</c:v>
                </c:pt>
                <c:pt idx="264">
                  <c:v>44201</c:v>
                </c:pt>
                <c:pt idx="265">
                  <c:v>44202</c:v>
                </c:pt>
                <c:pt idx="266">
                  <c:v>44203</c:v>
                </c:pt>
                <c:pt idx="267">
                  <c:v>44204</c:v>
                </c:pt>
                <c:pt idx="268">
                  <c:v>44207</c:v>
                </c:pt>
                <c:pt idx="269">
                  <c:v>44208</c:v>
                </c:pt>
                <c:pt idx="270">
                  <c:v>44209</c:v>
                </c:pt>
                <c:pt idx="271">
                  <c:v>44210</c:v>
                </c:pt>
                <c:pt idx="272">
                  <c:v>44211</c:v>
                </c:pt>
                <c:pt idx="273">
                  <c:v>44214</c:v>
                </c:pt>
                <c:pt idx="274">
                  <c:v>44215</c:v>
                </c:pt>
                <c:pt idx="275">
                  <c:v>44216</c:v>
                </c:pt>
                <c:pt idx="276">
                  <c:v>44217</c:v>
                </c:pt>
                <c:pt idx="277">
                  <c:v>44218</c:v>
                </c:pt>
                <c:pt idx="278">
                  <c:v>44221</c:v>
                </c:pt>
                <c:pt idx="279">
                  <c:v>44222</c:v>
                </c:pt>
                <c:pt idx="280">
                  <c:v>44223</c:v>
                </c:pt>
                <c:pt idx="281">
                  <c:v>44224</c:v>
                </c:pt>
                <c:pt idx="282">
                  <c:v>44225</c:v>
                </c:pt>
                <c:pt idx="283">
                  <c:v>44228</c:v>
                </c:pt>
                <c:pt idx="284">
                  <c:v>44229</c:v>
                </c:pt>
                <c:pt idx="285">
                  <c:v>44230</c:v>
                </c:pt>
                <c:pt idx="286">
                  <c:v>44231</c:v>
                </c:pt>
                <c:pt idx="287">
                  <c:v>44232</c:v>
                </c:pt>
                <c:pt idx="288">
                  <c:v>44235</c:v>
                </c:pt>
                <c:pt idx="289">
                  <c:v>44236</c:v>
                </c:pt>
                <c:pt idx="290">
                  <c:v>44237</c:v>
                </c:pt>
                <c:pt idx="291">
                  <c:v>44238</c:v>
                </c:pt>
                <c:pt idx="292">
                  <c:v>44239</c:v>
                </c:pt>
                <c:pt idx="293">
                  <c:v>44242</c:v>
                </c:pt>
                <c:pt idx="294">
                  <c:v>44243</c:v>
                </c:pt>
                <c:pt idx="295">
                  <c:v>44244</c:v>
                </c:pt>
                <c:pt idx="296">
                  <c:v>44245</c:v>
                </c:pt>
                <c:pt idx="297">
                  <c:v>44246</c:v>
                </c:pt>
                <c:pt idx="298">
                  <c:v>44249</c:v>
                </c:pt>
                <c:pt idx="299">
                  <c:v>44250</c:v>
                </c:pt>
                <c:pt idx="300">
                  <c:v>44251</c:v>
                </c:pt>
                <c:pt idx="301">
                  <c:v>44252</c:v>
                </c:pt>
                <c:pt idx="302">
                  <c:v>44253</c:v>
                </c:pt>
                <c:pt idx="303">
                  <c:v>44256</c:v>
                </c:pt>
                <c:pt idx="304">
                  <c:v>44257</c:v>
                </c:pt>
                <c:pt idx="305">
                  <c:v>44258</c:v>
                </c:pt>
                <c:pt idx="306">
                  <c:v>44259</c:v>
                </c:pt>
                <c:pt idx="307">
                  <c:v>44260</c:v>
                </c:pt>
                <c:pt idx="308">
                  <c:v>44263</c:v>
                </c:pt>
                <c:pt idx="309">
                  <c:v>44264</c:v>
                </c:pt>
                <c:pt idx="310">
                  <c:v>44265</c:v>
                </c:pt>
                <c:pt idx="311">
                  <c:v>44266</c:v>
                </c:pt>
                <c:pt idx="312">
                  <c:v>44267</c:v>
                </c:pt>
                <c:pt idx="313">
                  <c:v>44270</c:v>
                </c:pt>
                <c:pt idx="314">
                  <c:v>44271</c:v>
                </c:pt>
                <c:pt idx="315">
                  <c:v>44272</c:v>
                </c:pt>
                <c:pt idx="316">
                  <c:v>44273</c:v>
                </c:pt>
                <c:pt idx="317">
                  <c:v>44274</c:v>
                </c:pt>
                <c:pt idx="318">
                  <c:v>44277</c:v>
                </c:pt>
                <c:pt idx="319">
                  <c:v>44278</c:v>
                </c:pt>
                <c:pt idx="320">
                  <c:v>44279</c:v>
                </c:pt>
                <c:pt idx="321">
                  <c:v>44280</c:v>
                </c:pt>
                <c:pt idx="322">
                  <c:v>44281</c:v>
                </c:pt>
                <c:pt idx="323">
                  <c:v>44284</c:v>
                </c:pt>
                <c:pt idx="324">
                  <c:v>44285</c:v>
                </c:pt>
                <c:pt idx="325">
                  <c:v>44286</c:v>
                </c:pt>
                <c:pt idx="326">
                  <c:v>44287</c:v>
                </c:pt>
                <c:pt idx="327">
                  <c:v>44288</c:v>
                </c:pt>
                <c:pt idx="328">
                  <c:v>44291</c:v>
                </c:pt>
                <c:pt idx="329">
                  <c:v>44292</c:v>
                </c:pt>
                <c:pt idx="330">
                  <c:v>44293</c:v>
                </c:pt>
                <c:pt idx="331">
                  <c:v>44294</c:v>
                </c:pt>
                <c:pt idx="332">
                  <c:v>44295</c:v>
                </c:pt>
                <c:pt idx="333">
                  <c:v>44298</c:v>
                </c:pt>
                <c:pt idx="334">
                  <c:v>44299</c:v>
                </c:pt>
                <c:pt idx="335">
                  <c:v>44300</c:v>
                </c:pt>
                <c:pt idx="336">
                  <c:v>44301</c:v>
                </c:pt>
                <c:pt idx="337">
                  <c:v>44302</c:v>
                </c:pt>
                <c:pt idx="338">
                  <c:v>44305</c:v>
                </c:pt>
                <c:pt idx="339">
                  <c:v>44306</c:v>
                </c:pt>
                <c:pt idx="340">
                  <c:v>44307</c:v>
                </c:pt>
                <c:pt idx="341">
                  <c:v>44308</c:v>
                </c:pt>
                <c:pt idx="342">
                  <c:v>44309</c:v>
                </c:pt>
                <c:pt idx="343">
                  <c:v>44312</c:v>
                </c:pt>
                <c:pt idx="344">
                  <c:v>44313</c:v>
                </c:pt>
                <c:pt idx="345">
                  <c:v>44314</c:v>
                </c:pt>
                <c:pt idx="346">
                  <c:v>44315</c:v>
                </c:pt>
                <c:pt idx="347">
                  <c:v>44316</c:v>
                </c:pt>
                <c:pt idx="348">
                  <c:v>44319</c:v>
                </c:pt>
                <c:pt idx="349">
                  <c:v>44320</c:v>
                </c:pt>
                <c:pt idx="350">
                  <c:v>44321</c:v>
                </c:pt>
                <c:pt idx="351">
                  <c:v>44322</c:v>
                </c:pt>
                <c:pt idx="352">
                  <c:v>44323</c:v>
                </c:pt>
                <c:pt idx="353">
                  <c:v>44326</c:v>
                </c:pt>
                <c:pt idx="354">
                  <c:v>44327</c:v>
                </c:pt>
                <c:pt idx="355">
                  <c:v>44328</c:v>
                </c:pt>
                <c:pt idx="356">
                  <c:v>44329</c:v>
                </c:pt>
                <c:pt idx="357">
                  <c:v>44330</c:v>
                </c:pt>
                <c:pt idx="358">
                  <c:v>44333</c:v>
                </c:pt>
                <c:pt idx="359">
                  <c:v>44334</c:v>
                </c:pt>
                <c:pt idx="360">
                  <c:v>44335</c:v>
                </c:pt>
                <c:pt idx="361">
                  <c:v>44336</c:v>
                </c:pt>
                <c:pt idx="362">
                  <c:v>44337</c:v>
                </c:pt>
                <c:pt idx="363">
                  <c:v>44340</c:v>
                </c:pt>
                <c:pt idx="364">
                  <c:v>44341</c:v>
                </c:pt>
                <c:pt idx="365">
                  <c:v>44342</c:v>
                </c:pt>
                <c:pt idx="366">
                  <c:v>44343</c:v>
                </c:pt>
                <c:pt idx="367">
                  <c:v>44344</c:v>
                </c:pt>
                <c:pt idx="368">
                  <c:v>44347</c:v>
                </c:pt>
                <c:pt idx="369">
                  <c:v>44348</c:v>
                </c:pt>
                <c:pt idx="370">
                  <c:v>44349</c:v>
                </c:pt>
                <c:pt idx="371">
                  <c:v>44350</c:v>
                </c:pt>
                <c:pt idx="372">
                  <c:v>44351</c:v>
                </c:pt>
                <c:pt idx="373">
                  <c:v>44354</c:v>
                </c:pt>
                <c:pt idx="374">
                  <c:v>44355</c:v>
                </c:pt>
                <c:pt idx="375">
                  <c:v>44356</c:v>
                </c:pt>
                <c:pt idx="376">
                  <c:v>44357</c:v>
                </c:pt>
                <c:pt idx="377">
                  <c:v>44358</c:v>
                </c:pt>
                <c:pt idx="378">
                  <c:v>44361</c:v>
                </c:pt>
                <c:pt idx="379">
                  <c:v>44362</c:v>
                </c:pt>
                <c:pt idx="380">
                  <c:v>44363</c:v>
                </c:pt>
                <c:pt idx="381">
                  <c:v>44364</c:v>
                </c:pt>
                <c:pt idx="382">
                  <c:v>44365</c:v>
                </c:pt>
                <c:pt idx="383">
                  <c:v>44368</c:v>
                </c:pt>
                <c:pt idx="384">
                  <c:v>44369</c:v>
                </c:pt>
                <c:pt idx="385">
                  <c:v>44370</c:v>
                </c:pt>
                <c:pt idx="386">
                  <c:v>44371</c:v>
                </c:pt>
                <c:pt idx="387">
                  <c:v>44372</c:v>
                </c:pt>
                <c:pt idx="388">
                  <c:v>44375</c:v>
                </c:pt>
                <c:pt idx="389">
                  <c:v>44376</c:v>
                </c:pt>
                <c:pt idx="390">
                  <c:v>44377</c:v>
                </c:pt>
                <c:pt idx="391">
                  <c:v>44378</c:v>
                </c:pt>
                <c:pt idx="392">
                  <c:v>44379</c:v>
                </c:pt>
                <c:pt idx="393">
                  <c:v>44382</c:v>
                </c:pt>
                <c:pt idx="394">
                  <c:v>44383</c:v>
                </c:pt>
                <c:pt idx="395">
                  <c:v>44384</c:v>
                </c:pt>
                <c:pt idx="396">
                  <c:v>44385</c:v>
                </c:pt>
                <c:pt idx="397">
                  <c:v>44386</c:v>
                </c:pt>
                <c:pt idx="398">
                  <c:v>44389</c:v>
                </c:pt>
                <c:pt idx="399">
                  <c:v>44390</c:v>
                </c:pt>
                <c:pt idx="400">
                  <c:v>44391</c:v>
                </c:pt>
                <c:pt idx="401">
                  <c:v>44392</c:v>
                </c:pt>
                <c:pt idx="402">
                  <c:v>44393</c:v>
                </c:pt>
                <c:pt idx="403">
                  <c:v>44396</c:v>
                </c:pt>
                <c:pt idx="404">
                  <c:v>44397</c:v>
                </c:pt>
                <c:pt idx="405">
                  <c:v>44398</c:v>
                </c:pt>
                <c:pt idx="406">
                  <c:v>44399</c:v>
                </c:pt>
                <c:pt idx="407">
                  <c:v>44400</c:v>
                </c:pt>
                <c:pt idx="408">
                  <c:v>44403</c:v>
                </c:pt>
                <c:pt idx="409">
                  <c:v>44404</c:v>
                </c:pt>
                <c:pt idx="410">
                  <c:v>44405</c:v>
                </c:pt>
                <c:pt idx="411">
                  <c:v>44406</c:v>
                </c:pt>
                <c:pt idx="412">
                  <c:v>44407</c:v>
                </c:pt>
                <c:pt idx="413">
                  <c:v>44410</c:v>
                </c:pt>
                <c:pt idx="414">
                  <c:v>44411</c:v>
                </c:pt>
                <c:pt idx="415">
                  <c:v>44412</c:v>
                </c:pt>
                <c:pt idx="416">
                  <c:v>44413</c:v>
                </c:pt>
                <c:pt idx="417">
                  <c:v>44414</c:v>
                </c:pt>
                <c:pt idx="418">
                  <c:v>44417</c:v>
                </c:pt>
                <c:pt idx="419">
                  <c:v>44418</c:v>
                </c:pt>
                <c:pt idx="420">
                  <c:v>44419</c:v>
                </c:pt>
                <c:pt idx="421">
                  <c:v>44420</c:v>
                </c:pt>
                <c:pt idx="422">
                  <c:v>44421</c:v>
                </c:pt>
                <c:pt idx="423">
                  <c:v>44424</c:v>
                </c:pt>
                <c:pt idx="424">
                  <c:v>44425</c:v>
                </c:pt>
                <c:pt idx="425">
                  <c:v>44426</c:v>
                </c:pt>
                <c:pt idx="426">
                  <c:v>44427</c:v>
                </c:pt>
                <c:pt idx="427">
                  <c:v>44428</c:v>
                </c:pt>
                <c:pt idx="428">
                  <c:v>44431</c:v>
                </c:pt>
                <c:pt idx="429">
                  <c:v>44432</c:v>
                </c:pt>
                <c:pt idx="430">
                  <c:v>44433</c:v>
                </c:pt>
                <c:pt idx="431">
                  <c:v>44434</c:v>
                </c:pt>
                <c:pt idx="432">
                  <c:v>44435</c:v>
                </c:pt>
                <c:pt idx="433">
                  <c:v>44438</c:v>
                </c:pt>
                <c:pt idx="434">
                  <c:v>44439</c:v>
                </c:pt>
                <c:pt idx="435">
                  <c:v>44440</c:v>
                </c:pt>
                <c:pt idx="436">
                  <c:v>44441</c:v>
                </c:pt>
                <c:pt idx="437">
                  <c:v>44442</c:v>
                </c:pt>
                <c:pt idx="438">
                  <c:v>44445</c:v>
                </c:pt>
                <c:pt idx="439">
                  <c:v>44446</c:v>
                </c:pt>
                <c:pt idx="440">
                  <c:v>44447</c:v>
                </c:pt>
                <c:pt idx="441">
                  <c:v>44448</c:v>
                </c:pt>
                <c:pt idx="442">
                  <c:v>44449</c:v>
                </c:pt>
                <c:pt idx="443">
                  <c:v>44452</c:v>
                </c:pt>
                <c:pt idx="444">
                  <c:v>44453</c:v>
                </c:pt>
                <c:pt idx="445">
                  <c:v>44454</c:v>
                </c:pt>
                <c:pt idx="446">
                  <c:v>44455</c:v>
                </c:pt>
                <c:pt idx="447">
                  <c:v>44456</c:v>
                </c:pt>
                <c:pt idx="448">
                  <c:v>44459</c:v>
                </c:pt>
                <c:pt idx="449">
                  <c:v>44460</c:v>
                </c:pt>
                <c:pt idx="450">
                  <c:v>44461</c:v>
                </c:pt>
                <c:pt idx="451">
                  <c:v>44462</c:v>
                </c:pt>
                <c:pt idx="452">
                  <c:v>44463</c:v>
                </c:pt>
                <c:pt idx="453">
                  <c:v>44466</c:v>
                </c:pt>
                <c:pt idx="454">
                  <c:v>44467</c:v>
                </c:pt>
                <c:pt idx="455">
                  <c:v>44468</c:v>
                </c:pt>
                <c:pt idx="456">
                  <c:v>44469</c:v>
                </c:pt>
                <c:pt idx="457">
                  <c:v>44470</c:v>
                </c:pt>
                <c:pt idx="458">
                  <c:v>44473</c:v>
                </c:pt>
                <c:pt idx="459">
                  <c:v>44474</c:v>
                </c:pt>
                <c:pt idx="460">
                  <c:v>44475</c:v>
                </c:pt>
                <c:pt idx="461">
                  <c:v>44476</c:v>
                </c:pt>
                <c:pt idx="462">
                  <c:v>44477</c:v>
                </c:pt>
                <c:pt idx="463">
                  <c:v>44480</c:v>
                </c:pt>
                <c:pt idx="464">
                  <c:v>44481</c:v>
                </c:pt>
                <c:pt idx="465">
                  <c:v>44482</c:v>
                </c:pt>
                <c:pt idx="466">
                  <c:v>44483</c:v>
                </c:pt>
                <c:pt idx="467">
                  <c:v>44484</c:v>
                </c:pt>
                <c:pt idx="468">
                  <c:v>44487</c:v>
                </c:pt>
                <c:pt idx="469">
                  <c:v>44488</c:v>
                </c:pt>
                <c:pt idx="470">
                  <c:v>44489</c:v>
                </c:pt>
                <c:pt idx="471">
                  <c:v>44490</c:v>
                </c:pt>
                <c:pt idx="472">
                  <c:v>44491</c:v>
                </c:pt>
                <c:pt idx="473">
                  <c:v>44494</c:v>
                </c:pt>
                <c:pt idx="474">
                  <c:v>44495</c:v>
                </c:pt>
                <c:pt idx="475">
                  <c:v>44496</c:v>
                </c:pt>
                <c:pt idx="476">
                  <c:v>44497</c:v>
                </c:pt>
                <c:pt idx="477">
                  <c:v>44498</c:v>
                </c:pt>
                <c:pt idx="478">
                  <c:v>44501</c:v>
                </c:pt>
                <c:pt idx="479">
                  <c:v>44502</c:v>
                </c:pt>
                <c:pt idx="480">
                  <c:v>44503</c:v>
                </c:pt>
                <c:pt idx="481">
                  <c:v>44504</c:v>
                </c:pt>
                <c:pt idx="482">
                  <c:v>44505</c:v>
                </c:pt>
                <c:pt idx="483">
                  <c:v>44508</c:v>
                </c:pt>
                <c:pt idx="484">
                  <c:v>44509</c:v>
                </c:pt>
                <c:pt idx="485">
                  <c:v>44510</c:v>
                </c:pt>
                <c:pt idx="486">
                  <c:v>44511</c:v>
                </c:pt>
                <c:pt idx="487">
                  <c:v>44512</c:v>
                </c:pt>
                <c:pt idx="488">
                  <c:v>44515</c:v>
                </c:pt>
                <c:pt idx="489">
                  <c:v>44516</c:v>
                </c:pt>
                <c:pt idx="490">
                  <c:v>44517</c:v>
                </c:pt>
                <c:pt idx="491">
                  <c:v>44518</c:v>
                </c:pt>
                <c:pt idx="492">
                  <c:v>44519</c:v>
                </c:pt>
                <c:pt idx="493">
                  <c:v>44522</c:v>
                </c:pt>
                <c:pt idx="494">
                  <c:v>44523</c:v>
                </c:pt>
                <c:pt idx="495">
                  <c:v>44524</c:v>
                </c:pt>
                <c:pt idx="496">
                  <c:v>44525</c:v>
                </c:pt>
                <c:pt idx="497">
                  <c:v>44526</c:v>
                </c:pt>
                <c:pt idx="498">
                  <c:v>44529</c:v>
                </c:pt>
                <c:pt idx="499">
                  <c:v>44530</c:v>
                </c:pt>
                <c:pt idx="500">
                  <c:v>44531</c:v>
                </c:pt>
                <c:pt idx="501">
                  <c:v>44532</c:v>
                </c:pt>
                <c:pt idx="502">
                  <c:v>44533</c:v>
                </c:pt>
                <c:pt idx="503">
                  <c:v>44536</c:v>
                </c:pt>
                <c:pt idx="504">
                  <c:v>44537</c:v>
                </c:pt>
                <c:pt idx="505">
                  <c:v>44538</c:v>
                </c:pt>
                <c:pt idx="506">
                  <c:v>44539</c:v>
                </c:pt>
                <c:pt idx="507">
                  <c:v>44540</c:v>
                </c:pt>
                <c:pt idx="508">
                  <c:v>44543</c:v>
                </c:pt>
                <c:pt idx="509">
                  <c:v>44544</c:v>
                </c:pt>
                <c:pt idx="510">
                  <c:v>44545</c:v>
                </c:pt>
                <c:pt idx="511">
                  <c:v>44546</c:v>
                </c:pt>
                <c:pt idx="512">
                  <c:v>44547</c:v>
                </c:pt>
                <c:pt idx="513">
                  <c:v>44550</c:v>
                </c:pt>
                <c:pt idx="514">
                  <c:v>44551</c:v>
                </c:pt>
                <c:pt idx="515">
                  <c:v>44552</c:v>
                </c:pt>
                <c:pt idx="516">
                  <c:v>44553</c:v>
                </c:pt>
                <c:pt idx="517">
                  <c:v>44554</c:v>
                </c:pt>
                <c:pt idx="518">
                  <c:v>44557</c:v>
                </c:pt>
                <c:pt idx="519">
                  <c:v>44558</c:v>
                </c:pt>
                <c:pt idx="520">
                  <c:v>44559</c:v>
                </c:pt>
                <c:pt idx="521">
                  <c:v>44560</c:v>
                </c:pt>
                <c:pt idx="522">
                  <c:v>44561</c:v>
                </c:pt>
                <c:pt idx="523">
                  <c:v>44564</c:v>
                </c:pt>
                <c:pt idx="524">
                  <c:v>44565</c:v>
                </c:pt>
                <c:pt idx="525">
                  <c:v>44566</c:v>
                </c:pt>
                <c:pt idx="526">
                  <c:v>44567</c:v>
                </c:pt>
                <c:pt idx="527">
                  <c:v>44568</c:v>
                </c:pt>
                <c:pt idx="528">
                  <c:v>44571</c:v>
                </c:pt>
                <c:pt idx="529">
                  <c:v>44572</c:v>
                </c:pt>
                <c:pt idx="530">
                  <c:v>44573</c:v>
                </c:pt>
                <c:pt idx="531">
                  <c:v>44574</c:v>
                </c:pt>
                <c:pt idx="532">
                  <c:v>44575</c:v>
                </c:pt>
                <c:pt idx="533">
                  <c:v>44578</c:v>
                </c:pt>
                <c:pt idx="534">
                  <c:v>44579</c:v>
                </c:pt>
                <c:pt idx="535">
                  <c:v>44580</c:v>
                </c:pt>
                <c:pt idx="536">
                  <c:v>44581</c:v>
                </c:pt>
                <c:pt idx="537">
                  <c:v>44582</c:v>
                </c:pt>
                <c:pt idx="538">
                  <c:v>44585</c:v>
                </c:pt>
                <c:pt idx="539">
                  <c:v>44586</c:v>
                </c:pt>
                <c:pt idx="540">
                  <c:v>44587</c:v>
                </c:pt>
                <c:pt idx="541">
                  <c:v>44588</c:v>
                </c:pt>
                <c:pt idx="542">
                  <c:v>44589</c:v>
                </c:pt>
                <c:pt idx="543">
                  <c:v>44592</c:v>
                </c:pt>
                <c:pt idx="544">
                  <c:v>44593</c:v>
                </c:pt>
                <c:pt idx="545">
                  <c:v>44594</c:v>
                </c:pt>
                <c:pt idx="546">
                  <c:v>44595</c:v>
                </c:pt>
                <c:pt idx="547">
                  <c:v>44596</c:v>
                </c:pt>
                <c:pt idx="548">
                  <c:v>44599</c:v>
                </c:pt>
                <c:pt idx="549">
                  <c:v>44600</c:v>
                </c:pt>
                <c:pt idx="550">
                  <c:v>44601</c:v>
                </c:pt>
                <c:pt idx="551">
                  <c:v>44602</c:v>
                </c:pt>
                <c:pt idx="552">
                  <c:v>44603</c:v>
                </c:pt>
                <c:pt idx="553">
                  <c:v>44606</c:v>
                </c:pt>
                <c:pt idx="554">
                  <c:v>44607</c:v>
                </c:pt>
                <c:pt idx="555">
                  <c:v>44608</c:v>
                </c:pt>
                <c:pt idx="556">
                  <c:v>44609</c:v>
                </c:pt>
                <c:pt idx="557">
                  <c:v>44610</c:v>
                </c:pt>
                <c:pt idx="558">
                  <c:v>44613</c:v>
                </c:pt>
                <c:pt idx="559">
                  <c:v>44614</c:v>
                </c:pt>
                <c:pt idx="560">
                  <c:v>44615</c:v>
                </c:pt>
                <c:pt idx="561">
                  <c:v>44616</c:v>
                </c:pt>
                <c:pt idx="562">
                  <c:v>44617</c:v>
                </c:pt>
                <c:pt idx="563">
                  <c:v>44620</c:v>
                </c:pt>
                <c:pt idx="564">
                  <c:v>44621</c:v>
                </c:pt>
                <c:pt idx="565">
                  <c:v>44622</c:v>
                </c:pt>
                <c:pt idx="566">
                  <c:v>44623</c:v>
                </c:pt>
                <c:pt idx="567">
                  <c:v>44624</c:v>
                </c:pt>
                <c:pt idx="568">
                  <c:v>44627</c:v>
                </c:pt>
                <c:pt idx="569">
                  <c:v>44628</c:v>
                </c:pt>
                <c:pt idx="570">
                  <c:v>44629</c:v>
                </c:pt>
                <c:pt idx="571">
                  <c:v>44630</c:v>
                </c:pt>
                <c:pt idx="572">
                  <c:v>44631</c:v>
                </c:pt>
                <c:pt idx="573">
                  <c:v>44634</c:v>
                </c:pt>
                <c:pt idx="574">
                  <c:v>44635</c:v>
                </c:pt>
                <c:pt idx="575">
                  <c:v>44636</c:v>
                </c:pt>
                <c:pt idx="576">
                  <c:v>44637</c:v>
                </c:pt>
                <c:pt idx="577">
                  <c:v>44638</c:v>
                </c:pt>
                <c:pt idx="578">
                  <c:v>44641</c:v>
                </c:pt>
                <c:pt idx="579">
                  <c:v>44642</c:v>
                </c:pt>
                <c:pt idx="580">
                  <c:v>44643</c:v>
                </c:pt>
                <c:pt idx="581">
                  <c:v>44644</c:v>
                </c:pt>
                <c:pt idx="582">
                  <c:v>44645</c:v>
                </c:pt>
                <c:pt idx="583">
                  <c:v>44648</c:v>
                </c:pt>
                <c:pt idx="584">
                  <c:v>44649</c:v>
                </c:pt>
                <c:pt idx="585">
                  <c:v>44650</c:v>
                </c:pt>
                <c:pt idx="586">
                  <c:v>44651</c:v>
                </c:pt>
                <c:pt idx="587">
                  <c:v>44652</c:v>
                </c:pt>
                <c:pt idx="588">
                  <c:v>44655</c:v>
                </c:pt>
                <c:pt idx="589">
                  <c:v>44656</c:v>
                </c:pt>
                <c:pt idx="590">
                  <c:v>44657</c:v>
                </c:pt>
                <c:pt idx="591">
                  <c:v>44658</c:v>
                </c:pt>
                <c:pt idx="592">
                  <c:v>44659</c:v>
                </c:pt>
                <c:pt idx="593">
                  <c:v>44662</c:v>
                </c:pt>
                <c:pt idx="594">
                  <c:v>44663</c:v>
                </c:pt>
                <c:pt idx="595">
                  <c:v>44664</c:v>
                </c:pt>
                <c:pt idx="596">
                  <c:v>44665</c:v>
                </c:pt>
                <c:pt idx="597">
                  <c:v>44666</c:v>
                </c:pt>
                <c:pt idx="598">
                  <c:v>44669</c:v>
                </c:pt>
                <c:pt idx="599">
                  <c:v>44670</c:v>
                </c:pt>
                <c:pt idx="600">
                  <c:v>44671</c:v>
                </c:pt>
                <c:pt idx="601">
                  <c:v>44672</c:v>
                </c:pt>
                <c:pt idx="602">
                  <c:v>44673</c:v>
                </c:pt>
                <c:pt idx="603">
                  <c:v>44676</c:v>
                </c:pt>
                <c:pt idx="604">
                  <c:v>44677</c:v>
                </c:pt>
                <c:pt idx="605">
                  <c:v>44678</c:v>
                </c:pt>
                <c:pt idx="606">
                  <c:v>44679</c:v>
                </c:pt>
                <c:pt idx="607">
                  <c:v>44680</c:v>
                </c:pt>
                <c:pt idx="608">
                  <c:v>44683</c:v>
                </c:pt>
                <c:pt idx="609">
                  <c:v>44684</c:v>
                </c:pt>
                <c:pt idx="610">
                  <c:v>44685</c:v>
                </c:pt>
                <c:pt idx="611">
                  <c:v>44686</c:v>
                </c:pt>
                <c:pt idx="612">
                  <c:v>44687</c:v>
                </c:pt>
                <c:pt idx="613">
                  <c:v>44690</c:v>
                </c:pt>
                <c:pt idx="614">
                  <c:v>44691</c:v>
                </c:pt>
                <c:pt idx="615">
                  <c:v>44692</c:v>
                </c:pt>
                <c:pt idx="616">
                  <c:v>44693</c:v>
                </c:pt>
                <c:pt idx="617">
                  <c:v>44694</c:v>
                </c:pt>
                <c:pt idx="618">
                  <c:v>44697</c:v>
                </c:pt>
                <c:pt idx="619">
                  <c:v>44698</c:v>
                </c:pt>
                <c:pt idx="620">
                  <c:v>44699</c:v>
                </c:pt>
                <c:pt idx="621">
                  <c:v>44700</c:v>
                </c:pt>
                <c:pt idx="622">
                  <c:v>44701</c:v>
                </c:pt>
                <c:pt idx="623">
                  <c:v>44704</c:v>
                </c:pt>
                <c:pt idx="624">
                  <c:v>44705</c:v>
                </c:pt>
                <c:pt idx="625">
                  <c:v>44706</c:v>
                </c:pt>
                <c:pt idx="626">
                  <c:v>44707</c:v>
                </c:pt>
                <c:pt idx="627">
                  <c:v>44708</c:v>
                </c:pt>
                <c:pt idx="628">
                  <c:v>44711</c:v>
                </c:pt>
                <c:pt idx="629">
                  <c:v>44712</c:v>
                </c:pt>
                <c:pt idx="630">
                  <c:v>44713</c:v>
                </c:pt>
                <c:pt idx="631">
                  <c:v>44714</c:v>
                </c:pt>
                <c:pt idx="632">
                  <c:v>44715</c:v>
                </c:pt>
                <c:pt idx="633">
                  <c:v>44718</c:v>
                </c:pt>
                <c:pt idx="634">
                  <c:v>44719</c:v>
                </c:pt>
                <c:pt idx="635">
                  <c:v>44720</c:v>
                </c:pt>
                <c:pt idx="636">
                  <c:v>44721</c:v>
                </c:pt>
                <c:pt idx="637">
                  <c:v>44722</c:v>
                </c:pt>
                <c:pt idx="638">
                  <c:v>44725</c:v>
                </c:pt>
                <c:pt idx="639">
                  <c:v>44726</c:v>
                </c:pt>
                <c:pt idx="640">
                  <c:v>44727</c:v>
                </c:pt>
                <c:pt idx="641">
                  <c:v>44728</c:v>
                </c:pt>
                <c:pt idx="642">
                  <c:v>44729</c:v>
                </c:pt>
                <c:pt idx="643">
                  <c:v>44732</c:v>
                </c:pt>
                <c:pt idx="644">
                  <c:v>44733</c:v>
                </c:pt>
                <c:pt idx="645">
                  <c:v>44734</c:v>
                </c:pt>
                <c:pt idx="646">
                  <c:v>44735</c:v>
                </c:pt>
                <c:pt idx="647">
                  <c:v>44736</c:v>
                </c:pt>
                <c:pt idx="648">
                  <c:v>44739</c:v>
                </c:pt>
                <c:pt idx="649">
                  <c:v>44740</c:v>
                </c:pt>
                <c:pt idx="650">
                  <c:v>44741</c:v>
                </c:pt>
                <c:pt idx="651">
                  <c:v>44742</c:v>
                </c:pt>
                <c:pt idx="652">
                  <c:v>44743</c:v>
                </c:pt>
                <c:pt idx="653">
                  <c:v>44746</c:v>
                </c:pt>
                <c:pt idx="654">
                  <c:v>44747</c:v>
                </c:pt>
                <c:pt idx="655">
                  <c:v>44748</c:v>
                </c:pt>
                <c:pt idx="656">
                  <c:v>44749</c:v>
                </c:pt>
                <c:pt idx="657">
                  <c:v>44750</c:v>
                </c:pt>
                <c:pt idx="658">
                  <c:v>44753</c:v>
                </c:pt>
                <c:pt idx="659">
                  <c:v>44754</c:v>
                </c:pt>
                <c:pt idx="660">
                  <c:v>44755</c:v>
                </c:pt>
                <c:pt idx="661">
                  <c:v>44756</c:v>
                </c:pt>
                <c:pt idx="662">
                  <c:v>44757</c:v>
                </c:pt>
                <c:pt idx="663">
                  <c:v>44760</c:v>
                </c:pt>
                <c:pt idx="664">
                  <c:v>44761</c:v>
                </c:pt>
                <c:pt idx="665">
                  <c:v>44762</c:v>
                </c:pt>
                <c:pt idx="666">
                  <c:v>44763</c:v>
                </c:pt>
                <c:pt idx="667">
                  <c:v>44764</c:v>
                </c:pt>
                <c:pt idx="668">
                  <c:v>44767</c:v>
                </c:pt>
                <c:pt idx="669">
                  <c:v>44768</c:v>
                </c:pt>
                <c:pt idx="670">
                  <c:v>44769</c:v>
                </c:pt>
                <c:pt idx="671">
                  <c:v>44770</c:v>
                </c:pt>
                <c:pt idx="672">
                  <c:v>44771</c:v>
                </c:pt>
                <c:pt idx="673">
                  <c:v>44774</c:v>
                </c:pt>
                <c:pt idx="674">
                  <c:v>44775</c:v>
                </c:pt>
                <c:pt idx="675">
                  <c:v>44776</c:v>
                </c:pt>
                <c:pt idx="676">
                  <c:v>44777</c:v>
                </c:pt>
                <c:pt idx="677">
                  <c:v>44778</c:v>
                </c:pt>
                <c:pt idx="678">
                  <c:v>44781</c:v>
                </c:pt>
                <c:pt idx="679">
                  <c:v>44782</c:v>
                </c:pt>
                <c:pt idx="680">
                  <c:v>44783</c:v>
                </c:pt>
                <c:pt idx="681">
                  <c:v>44784</c:v>
                </c:pt>
                <c:pt idx="682">
                  <c:v>44785</c:v>
                </c:pt>
                <c:pt idx="683">
                  <c:v>44788</c:v>
                </c:pt>
                <c:pt idx="684">
                  <c:v>44789</c:v>
                </c:pt>
                <c:pt idx="685">
                  <c:v>44790</c:v>
                </c:pt>
                <c:pt idx="686">
                  <c:v>44791</c:v>
                </c:pt>
                <c:pt idx="687">
                  <c:v>44792</c:v>
                </c:pt>
                <c:pt idx="688">
                  <c:v>44795</c:v>
                </c:pt>
                <c:pt idx="689">
                  <c:v>44796</c:v>
                </c:pt>
                <c:pt idx="690">
                  <c:v>44797</c:v>
                </c:pt>
                <c:pt idx="691">
                  <c:v>44798</c:v>
                </c:pt>
                <c:pt idx="692">
                  <c:v>44799</c:v>
                </c:pt>
                <c:pt idx="693">
                  <c:v>44802</c:v>
                </c:pt>
                <c:pt idx="694">
                  <c:v>44803</c:v>
                </c:pt>
                <c:pt idx="695">
                  <c:v>44804</c:v>
                </c:pt>
                <c:pt idx="696">
                  <c:v>44805</c:v>
                </c:pt>
                <c:pt idx="697">
                  <c:v>44806</c:v>
                </c:pt>
                <c:pt idx="698">
                  <c:v>44809</c:v>
                </c:pt>
                <c:pt idx="699">
                  <c:v>44810</c:v>
                </c:pt>
                <c:pt idx="700">
                  <c:v>44811</c:v>
                </c:pt>
                <c:pt idx="701">
                  <c:v>44812</c:v>
                </c:pt>
                <c:pt idx="702">
                  <c:v>44813</c:v>
                </c:pt>
                <c:pt idx="703">
                  <c:v>44816</c:v>
                </c:pt>
                <c:pt idx="704">
                  <c:v>44817</c:v>
                </c:pt>
                <c:pt idx="705">
                  <c:v>44818</c:v>
                </c:pt>
                <c:pt idx="706">
                  <c:v>44819</c:v>
                </c:pt>
                <c:pt idx="707">
                  <c:v>44820</c:v>
                </c:pt>
                <c:pt idx="708">
                  <c:v>44823</c:v>
                </c:pt>
                <c:pt idx="709">
                  <c:v>44824</c:v>
                </c:pt>
                <c:pt idx="710">
                  <c:v>44825</c:v>
                </c:pt>
                <c:pt idx="711">
                  <c:v>44826</c:v>
                </c:pt>
                <c:pt idx="712">
                  <c:v>44827</c:v>
                </c:pt>
                <c:pt idx="713">
                  <c:v>44830</c:v>
                </c:pt>
                <c:pt idx="714">
                  <c:v>44831</c:v>
                </c:pt>
                <c:pt idx="715">
                  <c:v>44832</c:v>
                </c:pt>
                <c:pt idx="716">
                  <c:v>44833</c:v>
                </c:pt>
                <c:pt idx="717">
                  <c:v>44834</c:v>
                </c:pt>
                <c:pt idx="718">
                  <c:v>44837</c:v>
                </c:pt>
                <c:pt idx="719">
                  <c:v>44838</c:v>
                </c:pt>
                <c:pt idx="720">
                  <c:v>44839</c:v>
                </c:pt>
                <c:pt idx="721">
                  <c:v>44840</c:v>
                </c:pt>
                <c:pt idx="722">
                  <c:v>44841</c:v>
                </c:pt>
                <c:pt idx="723">
                  <c:v>44844</c:v>
                </c:pt>
                <c:pt idx="724">
                  <c:v>44845</c:v>
                </c:pt>
                <c:pt idx="725">
                  <c:v>44846</c:v>
                </c:pt>
                <c:pt idx="726">
                  <c:v>44847</c:v>
                </c:pt>
                <c:pt idx="727">
                  <c:v>44848</c:v>
                </c:pt>
                <c:pt idx="728">
                  <c:v>44851</c:v>
                </c:pt>
                <c:pt idx="729">
                  <c:v>44852</c:v>
                </c:pt>
                <c:pt idx="730">
                  <c:v>44853</c:v>
                </c:pt>
                <c:pt idx="731">
                  <c:v>44854</c:v>
                </c:pt>
                <c:pt idx="732">
                  <c:v>44855</c:v>
                </c:pt>
                <c:pt idx="733">
                  <c:v>44858</c:v>
                </c:pt>
                <c:pt idx="734">
                  <c:v>44859</c:v>
                </c:pt>
                <c:pt idx="735">
                  <c:v>44860</c:v>
                </c:pt>
                <c:pt idx="736">
                  <c:v>44861</c:v>
                </c:pt>
                <c:pt idx="737">
                  <c:v>44862</c:v>
                </c:pt>
                <c:pt idx="738">
                  <c:v>44865</c:v>
                </c:pt>
                <c:pt idx="739">
                  <c:v>44866</c:v>
                </c:pt>
                <c:pt idx="740">
                  <c:v>44867</c:v>
                </c:pt>
                <c:pt idx="741">
                  <c:v>44868</c:v>
                </c:pt>
                <c:pt idx="742">
                  <c:v>44869</c:v>
                </c:pt>
                <c:pt idx="743">
                  <c:v>44872</c:v>
                </c:pt>
                <c:pt idx="744">
                  <c:v>44873</c:v>
                </c:pt>
                <c:pt idx="745">
                  <c:v>44874</c:v>
                </c:pt>
                <c:pt idx="746">
                  <c:v>44875</c:v>
                </c:pt>
                <c:pt idx="747">
                  <c:v>44876</c:v>
                </c:pt>
                <c:pt idx="748">
                  <c:v>44879</c:v>
                </c:pt>
                <c:pt idx="749">
                  <c:v>44880</c:v>
                </c:pt>
                <c:pt idx="750">
                  <c:v>44881</c:v>
                </c:pt>
                <c:pt idx="751">
                  <c:v>44882</c:v>
                </c:pt>
                <c:pt idx="752">
                  <c:v>44883</c:v>
                </c:pt>
                <c:pt idx="753">
                  <c:v>44886</c:v>
                </c:pt>
                <c:pt idx="754">
                  <c:v>44887</c:v>
                </c:pt>
                <c:pt idx="755">
                  <c:v>44888</c:v>
                </c:pt>
                <c:pt idx="756">
                  <c:v>44889</c:v>
                </c:pt>
                <c:pt idx="757">
                  <c:v>44890</c:v>
                </c:pt>
                <c:pt idx="758">
                  <c:v>44893</c:v>
                </c:pt>
                <c:pt idx="759">
                  <c:v>44894</c:v>
                </c:pt>
                <c:pt idx="760">
                  <c:v>44895</c:v>
                </c:pt>
                <c:pt idx="761">
                  <c:v>44896</c:v>
                </c:pt>
                <c:pt idx="762">
                  <c:v>44897</c:v>
                </c:pt>
                <c:pt idx="763">
                  <c:v>44900</c:v>
                </c:pt>
                <c:pt idx="764">
                  <c:v>44901</c:v>
                </c:pt>
                <c:pt idx="765">
                  <c:v>44902</c:v>
                </c:pt>
                <c:pt idx="766">
                  <c:v>44903</c:v>
                </c:pt>
                <c:pt idx="767">
                  <c:v>44904</c:v>
                </c:pt>
                <c:pt idx="768">
                  <c:v>44907</c:v>
                </c:pt>
                <c:pt idx="769">
                  <c:v>44908</c:v>
                </c:pt>
                <c:pt idx="770">
                  <c:v>44909</c:v>
                </c:pt>
                <c:pt idx="771">
                  <c:v>44910</c:v>
                </c:pt>
                <c:pt idx="772">
                  <c:v>44911</c:v>
                </c:pt>
                <c:pt idx="773">
                  <c:v>44914</c:v>
                </c:pt>
                <c:pt idx="774">
                  <c:v>44915</c:v>
                </c:pt>
                <c:pt idx="775">
                  <c:v>44916</c:v>
                </c:pt>
                <c:pt idx="776">
                  <c:v>44917</c:v>
                </c:pt>
                <c:pt idx="777">
                  <c:v>44918</c:v>
                </c:pt>
                <c:pt idx="778">
                  <c:v>44921</c:v>
                </c:pt>
                <c:pt idx="779">
                  <c:v>44922</c:v>
                </c:pt>
                <c:pt idx="780">
                  <c:v>44923</c:v>
                </c:pt>
                <c:pt idx="781">
                  <c:v>44924</c:v>
                </c:pt>
                <c:pt idx="782">
                  <c:v>44925</c:v>
                </c:pt>
                <c:pt idx="783">
                  <c:v>44928</c:v>
                </c:pt>
                <c:pt idx="784">
                  <c:v>44929</c:v>
                </c:pt>
                <c:pt idx="785">
                  <c:v>44930</c:v>
                </c:pt>
                <c:pt idx="786">
                  <c:v>44931</c:v>
                </c:pt>
                <c:pt idx="787">
                  <c:v>44932</c:v>
                </c:pt>
                <c:pt idx="788">
                  <c:v>44935</c:v>
                </c:pt>
                <c:pt idx="789">
                  <c:v>44936</c:v>
                </c:pt>
                <c:pt idx="790">
                  <c:v>44937</c:v>
                </c:pt>
                <c:pt idx="791">
                  <c:v>44938</c:v>
                </c:pt>
                <c:pt idx="792">
                  <c:v>44939</c:v>
                </c:pt>
                <c:pt idx="793">
                  <c:v>44942</c:v>
                </c:pt>
                <c:pt idx="794">
                  <c:v>44943</c:v>
                </c:pt>
                <c:pt idx="795">
                  <c:v>44944</c:v>
                </c:pt>
                <c:pt idx="796">
                  <c:v>44945</c:v>
                </c:pt>
                <c:pt idx="797">
                  <c:v>44946</c:v>
                </c:pt>
                <c:pt idx="798">
                  <c:v>44949</c:v>
                </c:pt>
                <c:pt idx="799">
                  <c:v>44950</c:v>
                </c:pt>
                <c:pt idx="800">
                  <c:v>44951</c:v>
                </c:pt>
                <c:pt idx="801">
                  <c:v>44952</c:v>
                </c:pt>
                <c:pt idx="802">
                  <c:v>44953</c:v>
                </c:pt>
                <c:pt idx="803">
                  <c:v>44956</c:v>
                </c:pt>
                <c:pt idx="804">
                  <c:v>44957</c:v>
                </c:pt>
                <c:pt idx="805">
                  <c:v>44958</c:v>
                </c:pt>
                <c:pt idx="806">
                  <c:v>44959</c:v>
                </c:pt>
                <c:pt idx="807">
                  <c:v>44960</c:v>
                </c:pt>
                <c:pt idx="808">
                  <c:v>44963</c:v>
                </c:pt>
                <c:pt idx="809">
                  <c:v>44964</c:v>
                </c:pt>
                <c:pt idx="810">
                  <c:v>44965</c:v>
                </c:pt>
                <c:pt idx="811">
                  <c:v>44966</c:v>
                </c:pt>
                <c:pt idx="812">
                  <c:v>44967</c:v>
                </c:pt>
                <c:pt idx="813">
                  <c:v>44970</c:v>
                </c:pt>
                <c:pt idx="814">
                  <c:v>44971</c:v>
                </c:pt>
                <c:pt idx="815">
                  <c:v>44972</c:v>
                </c:pt>
                <c:pt idx="816">
                  <c:v>44973</c:v>
                </c:pt>
                <c:pt idx="817">
                  <c:v>44974</c:v>
                </c:pt>
                <c:pt idx="818">
                  <c:v>44977</c:v>
                </c:pt>
                <c:pt idx="819">
                  <c:v>44978</c:v>
                </c:pt>
                <c:pt idx="820">
                  <c:v>44979</c:v>
                </c:pt>
                <c:pt idx="821">
                  <c:v>44980</c:v>
                </c:pt>
                <c:pt idx="822">
                  <c:v>44981</c:v>
                </c:pt>
                <c:pt idx="823">
                  <c:v>44984</c:v>
                </c:pt>
                <c:pt idx="824">
                  <c:v>44985</c:v>
                </c:pt>
                <c:pt idx="825">
                  <c:v>44986</c:v>
                </c:pt>
                <c:pt idx="826">
                  <c:v>44987</c:v>
                </c:pt>
                <c:pt idx="827">
                  <c:v>44988</c:v>
                </c:pt>
                <c:pt idx="828">
                  <c:v>44991</c:v>
                </c:pt>
                <c:pt idx="829">
                  <c:v>44992</c:v>
                </c:pt>
                <c:pt idx="830">
                  <c:v>44993</c:v>
                </c:pt>
                <c:pt idx="831">
                  <c:v>44994</c:v>
                </c:pt>
                <c:pt idx="832">
                  <c:v>44995</c:v>
                </c:pt>
                <c:pt idx="833">
                  <c:v>44998</c:v>
                </c:pt>
                <c:pt idx="834">
                  <c:v>44999</c:v>
                </c:pt>
                <c:pt idx="835">
                  <c:v>45000</c:v>
                </c:pt>
                <c:pt idx="836">
                  <c:v>45001</c:v>
                </c:pt>
                <c:pt idx="837">
                  <c:v>45002</c:v>
                </c:pt>
                <c:pt idx="838">
                  <c:v>45005</c:v>
                </c:pt>
                <c:pt idx="839">
                  <c:v>45006</c:v>
                </c:pt>
                <c:pt idx="840">
                  <c:v>45007</c:v>
                </c:pt>
                <c:pt idx="841">
                  <c:v>45008</c:v>
                </c:pt>
                <c:pt idx="842">
                  <c:v>45009</c:v>
                </c:pt>
                <c:pt idx="843">
                  <c:v>45012</c:v>
                </c:pt>
                <c:pt idx="844">
                  <c:v>45013</c:v>
                </c:pt>
                <c:pt idx="845">
                  <c:v>45014</c:v>
                </c:pt>
                <c:pt idx="846">
                  <c:v>45015</c:v>
                </c:pt>
                <c:pt idx="847">
                  <c:v>45016</c:v>
                </c:pt>
                <c:pt idx="848">
                  <c:v>45019</c:v>
                </c:pt>
                <c:pt idx="849">
                  <c:v>45020</c:v>
                </c:pt>
                <c:pt idx="850">
                  <c:v>45021</c:v>
                </c:pt>
                <c:pt idx="851">
                  <c:v>45022</c:v>
                </c:pt>
                <c:pt idx="852">
                  <c:v>45023</c:v>
                </c:pt>
                <c:pt idx="853">
                  <c:v>45026</c:v>
                </c:pt>
                <c:pt idx="854">
                  <c:v>45027</c:v>
                </c:pt>
                <c:pt idx="855">
                  <c:v>45028</c:v>
                </c:pt>
                <c:pt idx="856">
                  <c:v>45029</c:v>
                </c:pt>
                <c:pt idx="857">
                  <c:v>45030</c:v>
                </c:pt>
                <c:pt idx="858">
                  <c:v>45033</c:v>
                </c:pt>
                <c:pt idx="859">
                  <c:v>45034</c:v>
                </c:pt>
                <c:pt idx="860">
                  <c:v>45035</c:v>
                </c:pt>
                <c:pt idx="861">
                  <c:v>45036</c:v>
                </c:pt>
                <c:pt idx="862">
                  <c:v>45037</c:v>
                </c:pt>
                <c:pt idx="863">
                  <c:v>45040</c:v>
                </c:pt>
                <c:pt idx="864">
                  <c:v>45041</c:v>
                </c:pt>
                <c:pt idx="865">
                  <c:v>45042</c:v>
                </c:pt>
                <c:pt idx="866">
                  <c:v>45043</c:v>
                </c:pt>
                <c:pt idx="867">
                  <c:v>45044</c:v>
                </c:pt>
                <c:pt idx="868">
                  <c:v>45047</c:v>
                </c:pt>
                <c:pt idx="869">
                  <c:v>45048</c:v>
                </c:pt>
                <c:pt idx="870">
                  <c:v>45049</c:v>
                </c:pt>
                <c:pt idx="871">
                  <c:v>45050</c:v>
                </c:pt>
                <c:pt idx="872">
                  <c:v>45051</c:v>
                </c:pt>
                <c:pt idx="873">
                  <c:v>45054</c:v>
                </c:pt>
                <c:pt idx="874">
                  <c:v>45055</c:v>
                </c:pt>
                <c:pt idx="875">
                  <c:v>45056</c:v>
                </c:pt>
                <c:pt idx="876">
                  <c:v>45057</c:v>
                </c:pt>
                <c:pt idx="877">
                  <c:v>45058</c:v>
                </c:pt>
                <c:pt idx="878">
                  <c:v>45061</c:v>
                </c:pt>
                <c:pt idx="879">
                  <c:v>45062</c:v>
                </c:pt>
                <c:pt idx="880">
                  <c:v>45063</c:v>
                </c:pt>
                <c:pt idx="881">
                  <c:v>45064</c:v>
                </c:pt>
                <c:pt idx="882">
                  <c:v>45065</c:v>
                </c:pt>
                <c:pt idx="883">
                  <c:v>45068</c:v>
                </c:pt>
                <c:pt idx="884">
                  <c:v>45069</c:v>
                </c:pt>
                <c:pt idx="885">
                  <c:v>45070</c:v>
                </c:pt>
                <c:pt idx="886">
                  <c:v>45071</c:v>
                </c:pt>
                <c:pt idx="887">
                  <c:v>45072</c:v>
                </c:pt>
                <c:pt idx="888">
                  <c:v>45075</c:v>
                </c:pt>
                <c:pt idx="889">
                  <c:v>45076</c:v>
                </c:pt>
                <c:pt idx="890">
                  <c:v>45077</c:v>
                </c:pt>
                <c:pt idx="891">
                  <c:v>45078</c:v>
                </c:pt>
                <c:pt idx="892">
                  <c:v>45079</c:v>
                </c:pt>
                <c:pt idx="893">
                  <c:v>45082</c:v>
                </c:pt>
                <c:pt idx="894">
                  <c:v>45083</c:v>
                </c:pt>
                <c:pt idx="895">
                  <c:v>45084</c:v>
                </c:pt>
                <c:pt idx="896">
                  <c:v>45085</c:v>
                </c:pt>
                <c:pt idx="897">
                  <c:v>45086</c:v>
                </c:pt>
                <c:pt idx="898">
                  <c:v>45089</c:v>
                </c:pt>
                <c:pt idx="899">
                  <c:v>45090</c:v>
                </c:pt>
                <c:pt idx="900">
                  <c:v>45091</c:v>
                </c:pt>
                <c:pt idx="901">
                  <c:v>45092</c:v>
                </c:pt>
                <c:pt idx="902">
                  <c:v>45093</c:v>
                </c:pt>
                <c:pt idx="903">
                  <c:v>45096</c:v>
                </c:pt>
                <c:pt idx="904">
                  <c:v>45097</c:v>
                </c:pt>
                <c:pt idx="905">
                  <c:v>45098</c:v>
                </c:pt>
                <c:pt idx="906">
                  <c:v>45099</c:v>
                </c:pt>
                <c:pt idx="907">
                  <c:v>45100</c:v>
                </c:pt>
                <c:pt idx="908">
                  <c:v>45103</c:v>
                </c:pt>
                <c:pt idx="909">
                  <c:v>45104</c:v>
                </c:pt>
                <c:pt idx="910">
                  <c:v>45105</c:v>
                </c:pt>
                <c:pt idx="911">
                  <c:v>45106</c:v>
                </c:pt>
                <c:pt idx="912">
                  <c:v>45107</c:v>
                </c:pt>
                <c:pt idx="913">
                  <c:v>45110</c:v>
                </c:pt>
                <c:pt idx="914">
                  <c:v>45111</c:v>
                </c:pt>
                <c:pt idx="915">
                  <c:v>45112</c:v>
                </c:pt>
                <c:pt idx="916">
                  <c:v>45113</c:v>
                </c:pt>
                <c:pt idx="917">
                  <c:v>45114</c:v>
                </c:pt>
                <c:pt idx="918">
                  <c:v>45117</c:v>
                </c:pt>
                <c:pt idx="919">
                  <c:v>45118</c:v>
                </c:pt>
                <c:pt idx="920">
                  <c:v>45119</c:v>
                </c:pt>
                <c:pt idx="921">
                  <c:v>45120</c:v>
                </c:pt>
                <c:pt idx="922">
                  <c:v>45121</c:v>
                </c:pt>
                <c:pt idx="923">
                  <c:v>45124</c:v>
                </c:pt>
                <c:pt idx="924">
                  <c:v>45125</c:v>
                </c:pt>
                <c:pt idx="925">
                  <c:v>45126</c:v>
                </c:pt>
                <c:pt idx="926">
                  <c:v>45127</c:v>
                </c:pt>
                <c:pt idx="927">
                  <c:v>45128</c:v>
                </c:pt>
                <c:pt idx="928">
                  <c:v>45131</c:v>
                </c:pt>
                <c:pt idx="929">
                  <c:v>45132</c:v>
                </c:pt>
                <c:pt idx="930">
                  <c:v>45133</c:v>
                </c:pt>
                <c:pt idx="931">
                  <c:v>45134</c:v>
                </c:pt>
                <c:pt idx="932">
                  <c:v>45135</c:v>
                </c:pt>
                <c:pt idx="933">
                  <c:v>45138</c:v>
                </c:pt>
                <c:pt idx="934">
                  <c:v>45139</c:v>
                </c:pt>
                <c:pt idx="935">
                  <c:v>45140</c:v>
                </c:pt>
                <c:pt idx="936">
                  <c:v>45141</c:v>
                </c:pt>
                <c:pt idx="937">
                  <c:v>45142</c:v>
                </c:pt>
                <c:pt idx="938">
                  <c:v>45145</c:v>
                </c:pt>
                <c:pt idx="939">
                  <c:v>45146</c:v>
                </c:pt>
                <c:pt idx="940">
                  <c:v>45147</c:v>
                </c:pt>
                <c:pt idx="941">
                  <c:v>45148</c:v>
                </c:pt>
                <c:pt idx="942">
                  <c:v>45149</c:v>
                </c:pt>
                <c:pt idx="943">
                  <c:v>45152</c:v>
                </c:pt>
                <c:pt idx="944">
                  <c:v>45153</c:v>
                </c:pt>
                <c:pt idx="945">
                  <c:v>45154</c:v>
                </c:pt>
                <c:pt idx="946">
                  <c:v>45155</c:v>
                </c:pt>
                <c:pt idx="947">
                  <c:v>45156</c:v>
                </c:pt>
                <c:pt idx="948">
                  <c:v>45159</c:v>
                </c:pt>
                <c:pt idx="949">
                  <c:v>45160</c:v>
                </c:pt>
                <c:pt idx="950">
                  <c:v>45161</c:v>
                </c:pt>
                <c:pt idx="951">
                  <c:v>45162</c:v>
                </c:pt>
                <c:pt idx="952">
                  <c:v>45163</c:v>
                </c:pt>
                <c:pt idx="953">
                  <c:v>45166</c:v>
                </c:pt>
                <c:pt idx="954">
                  <c:v>45167</c:v>
                </c:pt>
                <c:pt idx="955">
                  <c:v>45168</c:v>
                </c:pt>
                <c:pt idx="956">
                  <c:v>45169</c:v>
                </c:pt>
                <c:pt idx="957">
                  <c:v>45170</c:v>
                </c:pt>
                <c:pt idx="958">
                  <c:v>45173</c:v>
                </c:pt>
                <c:pt idx="959">
                  <c:v>45174</c:v>
                </c:pt>
                <c:pt idx="960">
                  <c:v>45175</c:v>
                </c:pt>
                <c:pt idx="961">
                  <c:v>45176</c:v>
                </c:pt>
                <c:pt idx="962">
                  <c:v>45177</c:v>
                </c:pt>
                <c:pt idx="963">
                  <c:v>45180</c:v>
                </c:pt>
                <c:pt idx="964">
                  <c:v>45181</c:v>
                </c:pt>
                <c:pt idx="965">
                  <c:v>45182</c:v>
                </c:pt>
                <c:pt idx="966">
                  <c:v>45183</c:v>
                </c:pt>
                <c:pt idx="967">
                  <c:v>45184</c:v>
                </c:pt>
                <c:pt idx="968">
                  <c:v>45187</c:v>
                </c:pt>
                <c:pt idx="969">
                  <c:v>45188</c:v>
                </c:pt>
                <c:pt idx="970">
                  <c:v>45189</c:v>
                </c:pt>
                <c:pt idx="971">
                  <c:v>45190</c:v>
                </c:pt>
                <c:pt idx="972">
                  <c:v>45191</c:v>
                </c:pt>
                <c:pt idx="973">
                  <c:v>45194</c:v>
                </c:pt>
                <c:pt idx="974">
                  <c:v>45195</c:v>
                </c:pt>
                <c:pt idx="975">
                  <c:v>45196</c:v>
                </c:pt>
                <c:pt idx="976">
                  <c:v>45197</c:v>
                </c:pt>
                <c:pt idx="977">
                  <c:v>45198</c:v>
                </c:pt>
                <c:pt idx="978">
                  <c:v>45201</c:v>
                </c:pt>
                <c:pt idx="979">
                  <c:v>45202</c:v>
                </c:pt>
                <c:pt idx="980">
                  <c:v>45203</c:v>
                </c:pt>
                <c:pt idx="981">
                  <c:v>45204</c:v>
                </c:pt>
                <c:pt idx="982">
                  <c:v>45205</c:v>
                </c:pt>
                <c:pt idx="983">
                  <c:v>45208</c:v>
                </c:pt>
                <c:pt idx="984">
                  <c:v>45209</c:v>
                </c:pt>
                <c:pt idx="985">
                  <c:v>45210</c:v>
                </c:pt>
                <c:pt idx="986">
                  <c:v>45211</c:v>
                </c:pt>
                <c:pt idx="987">
                  <c:v>45212</c:v>
                </c:pt>
                <c:pt idx="988">
                  <c:v>45215</c:v>
                </c:pt>
                <c:pt idx="989">
                  <c:v>45216</c:v>
                </c:pt>
                <c:pt idx="990">
                  <c:v>45217</c:v>
                </c:pt>
                <c:pt idx="991">
                  <c:v>45218</c:v>
                </c:pt>
                <c:pt idx="992">
                  <c:v>45219</c:v>
                </c:pt>
                <c:pt idx="993">
                  <c:v>45222</c:v>
                </c:pt>
                <c:pt idx="994">
                  <c:v>45223</c:v>
                </c:pt>
                <c:pt idx="995">
                  <c:v>45224</c:v>
                </c:pt>
                <c:pt idx="996">
                  <c:v>45225</c:v>
                </c:pt>
                <c:pt idx="997">
                  <c:v>45226</c:v>
                </c:pt>
                <c:pt idx="998">
                  <c:v>45229</c:v>
                </c:pt>
                <c:pt idx="999">
                  <c:v>45230</c:v>
                </c:pt>
                <c:pt idx="1000">
                  <c:v>45231</c:v>
                </c:pt>
                <c:pt idx="1001">
                  <c:v>45232</c:v>
                </c:pt>
                <c:pt idx="1002">
                  <c:v>45233</c:v>
                </c:pt>
                <c:pt idx="1003">
                  <c:v>45236</c:v>
                </c:pt>
                <c:pt idx="1004">
                  <c:v>45237</c:v>
                </c:pt>
                <c:pt idx="1005">
                  <c:v>45238</c:v>
                </c:pt>
                <c:pt idx="1006">
                  <c:v>45239</c:v>
                </c:pt>
                <c:pt idx="1007">
                  <c:v>45240</c:v>
                </c:pt>
                <c:pt idx="1008">
                  <c:v>45243</c:v>
                </c:pt>
                <c:pt idx="1009">
                  <c:v>45244</c:v>
                </c:pt>
                <c:pt idx="1010">
                  <c:v>45245</c:v>
                </c:pt>
                <c:pt idx="1011">
                  <c:v>45246</c:v>
                </c:pt>
                <c:pt idx="1012">
                  <c:v>45247</c:v>
                </c:pt>
                <c:pt idx="1013">
                  <c:v>45250</c:v>
                </c:pt>
                <c:pt idx="1014">
                  <c:v>45251</c:v>
                </c:pt>
                <c:pt idx="1015">
                  <c:v>45252</c:v>
                </c:pt>
                <c:pt idx="1016">
                  <c:v>45253</c:v>
                </c:pt>
                <c:pt idx="1017">
                  <c:v>45254</c:v>
                </c:pt>
                <c:pt idx="1018">
                  <c:v>45257</c:v>
                </c:pt>
                <c:pt idx="1019">
                  <c:v>45258</c:v>
                </c:pt>
                <c:pt idx="1020">
                  <c:v>45259</c:v>
                </c:pt>
                <c:pt idx="1021">
                  <c:v>45260</c:v>
                </c:pt>
                <c:pt idx="1022">
                  <c:v>45261</c:v>
                </c:pt>
                <c:pt idx="1023">
                  <c:v>45264</c:v>
                </c:pt>
                <c:pt idx="1024">
                  <c:v>45265</c:v>
                </c:pt>
                <c:pt idx="1025">
                  <c:v>45266</c:v>
                </c:pt>
                <c:pt idx="1026">
                  <c:v>45267</c:v>
                </c:pt>
                <c:pt idx="1027">
                  <c:v>45268</c:v>
                </c:pt>
                <c:pt idx="1028">
                  <c:v>45271</c:v>
                </c:pt>
                <c:pt idx="1029">
                  <c:v>45272</c:v>
                </c:pt>
                <c:pt idx="1030">
                  <c:v>45273</c:v>
                </c:pt>
                <c:pt idx="1031">
                  <c:v>45274</c:v>
                </c:pt>
                <c:pt idx="1032">
                  <c:v>45275</c:v>
                </c:pt>
                <c:pt idx="1033">
                  <c:v>45278</c:v>
                </c:pt>
                <c:pt idx="1034">
                  <c:v>45279</c:v>
                </c:pt>
                <c:pt idx="1035">
                  <c:v>45280</c:v>
                </c:pt>
                <c:pt idx="1036">
                  <c:v>45281</c:v>
                </c:pt>
                <c:pt idx="1037">
                  <c:v>45282</c:v>
                </c:pt>
                <c:pt idx="1038">
                  <c:v>45285</c:v>
                </c:pt>
                <c:pt idx="1039">
                  <c:v>45286</c:v>
                </c:pt>
                <c:pt idx="1040">
                  <c:v>45287</c:v>
                </c:pt>
                <c:pt idx="1041">
                  <c:v>45288</c:v>
                </c:pt>
                <c:pt idx="1042">
                  <c:v>45289</c:v>
                </c:pt>
                <c:pt idx="1043">
                  <c:v>45292</c:v>
                </c:pt>
                <c:pt idx="1044">
                  <c:v>45293</c:v>
                </c:pt>
                <c:pt idx="1045">
                  <c:v>45294</c:v>
                </c:pt>
                <c:pt idx="1046">
                  <c:v>45295</c:v>
                </c:pt>
                <c:pt idx="1047">
                  <c:v>45296</c:v>
                </c:pt>
                <c:pt idx="1048">
                  <c:v>45299</c:v>
                </c:pt>
                <c:pt idx="1049">
                  <c:v>45300</c:v>
                </c:pt>
                <c:pt idx="1050">
                  <c:v>45301</c:v>
                </c:pt>
                <c:pt idx="1051">
                  <c:v>45302</c:v>
                </c:pt>
                <c:pt idx="1052">
                  <c:v>45303</c:v>
                </c:pt>
                <c:pt idx="1053">
                  <c:v>45306</c:v>
                </c:pt>
                <c:pt idx="1054">
                  <c:v>45307</c:v>
                </c:pt>
                <c:pt idx="1055">
                  <c:v>45308</c:v>
                </c:pt>
                <c:pt idx="1056">
                  <c:v>45309</c:v>
                </c:pt>
                <c:pt idx="1057">
                  <c:v>45310</c:v>
                </c:pt>
                <c:pt idx="1058">
                  <c:v>45313</c:v>
                </c:pt>
                <c:pt idx="1059">
                  <c:v>45314</c:v>
                </c:pt>
                <c:pt idx="1060">
                  <c:v>45315</c:v>
                </c:pt>
                <c:pt idx="1061">
                  <c:v>45316</c:v>
                </c:pt>
                <c:pt idx="1062">
                  <c:v>45317</c:v>
                </c:pt>
                <c:pt idx="1063">
                  <c:v>45320</c:v>
                </c:pt>
                <c:pt idx="1064">
                  <c:v>45321</c:v>
                </c:pt>
                <c:pt idx="1065">
                  <c:v>45322</c:v>
                </c:pt>
                <c:pt idx="1066">
                  <c:v>45323</c:v>
                </c:pt>
                <c:pt idx="1067">
                  <c:v>45324</c:v>
                </c:pt>
                <c:pt idx="1068">
                  <c:v>45327</c:v>
                </c:pt>
                <c:pt idx="1069">
                  <c:v>45328</c:v>
                </c:pt>
                <c:pt idx="1070">
                  <c:v>45329</c:v>
                </c:pt>
                <c:pt idx="1071">
                  <c:v>45330</c:v>
                </c:pt>
                <c:pt idx="1072">
                  <c:v>45331</c:v>
                </c:pt>
                <c:pt idx="1073">
                  <c:v>45334</c:v>
                </c:pt>
                <c:pt idx="1074">
                  <c:v>45335</c:v>
                </c:pt>
                <c:pt idx="1075">
                  <c:v>45336</c:v>
                </c:pt>
                <c:pt idx="1076">
                  <c:v>45337</c:v>
                </c:pt>
                <c:pt idx="1077">
                  <c:v>45338</c:v>
                </c:pt>
                <c:pt idx="1078">
                  <c:v>45341</c:v>
                </c:pt>
                <c:pt idx="1079">
                  <c:v>45342</c:v>
                </c:pt>
                <c:pt idx="1080">
                  <c:v>45343</c:v>
                </c:pt>
                <c:pt idx="1081">
                  <c:v>45344</c:v>
                </c:pt>
                <c:pt idx="1082">
                  <c:v>45345</c:v>
                </c:pt>
                <c:pt idx="1083">
                  <c:v>45348</c:v>
                </c:pt>
                <c:pt idx="1084">
                  <c:v>45349</c:v>
                </c:pt>
                <c:pt idx="1085">
                  <c:v>45350</c:v>
                </c:pt>
                <c:pt idx="1086">
                  <c:v>45351</c:v>
                </c:pt>
                <c:pt idx="1087">
                  <c:v>45352</c:v>
                </c:pt>
                <c:pt idx="1088">
                  <c:v>45355</c:v>
                </c:pt>
                <c:pt idx="1089">
                  <c:v>45356</c:v>
                </c:pt>
                <c:pt idx="1090">
                  <c:v>45357</c:v>
                </c:pt>
                <c:pt idx="1091">
                  <c:v>45358</c:v>
                </c:pt>
                <c:pt idx="1092">
                  <c:v>45359</c:v>
                </c:pt>
                <c:pt idx="1093">
                  <c:v>45362</c:v>
                </c:pt>
                <c:pt idx="1094">
                  <c:v>45363</c:v>
                </c:pt>
                <c:pt idx="1095">
                  <c:v>45364</c:v>
                </c:pt>
                <c:pt idx="1096">
                  <c:v>45365</c:v>
                </c:pt>
                <c:pt idx="1097">
                  <c:v>45366</c:v>
                </c:pt>
                <c:pt idx="1098">
                  <c:v>45369</c:v>
                </c:pt>
                <c:pt idx="1099">
                  <c:v>45370</c:v>
                </c:pt>
                <c:pt idx="1100">
                  <c:v>45371</c:v>
                </c:pt>
                <c:pt idx="1101">
                  <c:v>45372</c:v>
                </c:pt>
                <c:pt idx="1102">
                  <c:v>45373</c:v>
                </c:pt>
                <c:pt idx="1103">
                  <c:v>45376</c:v>
                </c:pt>
                <c:pt idx="1104">
                  <c:v>45377</c:v>
                </c:pt>
                <c:pt idx="1105">
                  <c:v>45378</c:v>
                </c:pt>
                <c:pt idx="1106">
                  <c:v>45379</c:v>
                </c:pt>
                <c:pt idx="1107">
                  <c:v>45380</c:v>
                </c:pt>
                <c:pt idx="1108">
                  <c:v>45383</c:v>
                </c:pt>
                <c:pt idx="1109">
                  <c:v>45384</c:v>
                </c:pt>
                <c:pt idx="1110">
                  <c:v>45385</c:v>
                </c:pt>
                <c:pt idx="1111">
                  <c:v>45386</c:v>
                </c:pt>
                <c:pt idx="1112">
                  <c:v>45387</c:v>
                </c:pt>
                <c:pt idx="1113">
                  <c:v>45390</c:v>
                </c:pt>
                <c:pt idx="1114">
                  <c:v>45391</c:v>
                </c:pt>
                <c:pt idx="1115">
                  <c:v>45392</c:v>
                </c:pt>
                <c:pt idx="1116">
                  <c:v>45393</c:v>
                </c:pt>
                <c:pt idx="1117">
                  <c:v>45394</c:v>
                </c:pt>
                <c:pt idx="1118">
                  <c:v>45397</c:v>
                </c:pt>
                <c:pt idx="1119">
                  <c:v>45398</c:v>
                </c:pt>
                <c:pt idx="1120">
                  <c:v>45399</c:v>
                </c:pt>
                <c:pt idx="1121">
                  <c:v>45400</c:v>
                </c:pt>
                <c:pt idx="1122">
                  <c:v>45401</c:v>
                </c:pt>
                <c:pt idx="1123">
                  <c:v>45404</c:v>
                </c:pt>
                <c:pt idx="1124">
                  <c:v>45405</c:v>
                </c:pt>
                <c:pt idx="1125">
                  <c:v>45406</c:v>
                </c:pt>
                <c:pt idx="1126">
                  <c:v>45407</c:v>
                </c:pt>
                <c:pt idx="1127">
                  <c:v>45408</c:v>
                </c:pt>
                <c:pt idx="1128">
                  <c:v>45411</c:v>
                </c:pt>
                <c:pt idx="1129">
                  <c:v>45412</c:v>
                </c:pt>
                <c:pt idx="1130">
                  <c:v>45413</c:v>
                </c:pt>
                <c:pt idx="1131">
                  <c:v>45414</c:v>
                </c:pt>
                <c:pt idx="1132">
                  <c:v>45415</c:v>
                </c:pt>
                <c:pt idx="1133">
                  <c:v>45418</c:v>
                </c:pt>
                <c:pt idx="1134">
                  <c:v>45419</c:v>
                </c:pt>
                <c:pt idx="1135">
                  <c:v>45420</c:v>
                </c:pt>
                <c:pt idx="1136">
                  <c:v>45421</c:v>
                </c:pt>
                <c:pt idx="1137">
                  <c:v>45422</c:v>
                </c:pt>
                <c:pt idx="1138">
                  <c:v>45425</c:v>
                </c:pt>
                <c:pt idx="1139">
                  <c:v>45426</c:v>
                </c:pt>
                <c:pt idx="1140">
                  <c:v>45427</c:v>
                </c:pt>
                <c:pt idx="1141">
                  <c:v>45428</c:v>
                </c:pt>
                <c:pt idx="1142">
                  <c:v>45429</c:v>
                </c:pt>
                <c:pt idx="1143">
                  <c:v>45432</c:v>
                </c:pt>
                <c:pt idx="1144">
                  <c:v>45433</c:v>
                </c:pt>
                <c:pt idx="1145">
                  <c:v>45434</c:v>
                </c:pt>
                <c:pt idx="1146">
                  <c:v>45435</c:v>
                </c:pt>
                <c:pt idx="1147">
                  <c:v>45436</c:v>
                </c:pt>
                <c:pt idx="1148">
                  <c:v>45439</c:v>
                </c:pt>
                <c:pt idx="1149">
                  <c:v>45440</c:v>
                </c:pt>
                <c:pt idx="1150">
                  <c:v>45441</c:v>
                </c:pt>
                <c:pt idx="1151">
                  <c:v>45442</c:v>
                </c:pt>
                <c:pt idx="1152">
                  <c:v>45443</c:v>
                </c:pt>
                <c:pt idx="1153">
                  <c:v>45446</c:v>
                </c:pt>
                <c:pt idx="1154">
                  <c:v>45447</c:v>
                </c:pt>
                <c:pt idx="1155">
                  <c:v>45448</c:v>
                </c:pt>
                <c:pt idx="1156">
                  <c:v>45449</c:v>
                </c:pt>
                <c:pt idx="1157">
                  <c:v>45450</c:v>
                </c:pt>
                <c:pt idx="1158">
                  <c:v>45453</c:v>
                </c:pt>
                <c:pt idx="1159">
                  <c:v>45454</c:v>
                </c:pt>
                <c:pt idx="1160">
                  <c:v>45455</c:v>
                </c:pt>
                <c:pt idx="1161">
                  <c:v>45456</c:v>
                </c:pt>
                <c:pt idx="1162">
                  <c:v>45457</c:v>
                </c:pt>
                <c:pt idx="1163">
                  <c:v>45460</c:v>
                </c:pt>
                <c:pt idx="1164">
                  <c:v>45461</c:v>
                </c:pt>
                <c:pt idx="1165">
                  <c:v>45462</c:v>
                </c:pt>
                <c:pt idx="1166">
                  <c:v>45463</c:v>
                </c:pt>
                <c:pt idx="1167">
                  <c:v>45464</c:v>
                </c:pt>
                <c:pt idx="1168">
                  <c:v>45467</c:v>
                </c:pt>
                <c:pt idx="1169">
                  <c:v>45468</c:v>
                </c:pt>
                <c:pt idx="1170">
                  <c:v>45469</c:v>
                </c:pt>
                <c:pt idx="1171">
                  <c:v>45470</c:v>
                </c:pt>
                <c:pt idx="1172">
                  <c:v>45471</c:v>
                </c:pt>
                <c:pt idx="1173">
                  <c:v>45474</c:v>
                </c:pt>
                <c:pt idx="1174">
                  <c:v>45475</c:v>
                </c:pt>
                <c:pt idx="1175">
                  <c:v>45476</c:v>
                </c:pt>
                <c:pt idx="1176">
                  <c:v>45477</c:v>
                </c:pt>
                <c:pt idx="1177">
                  <c:v>45478</c:v>
                </c:pt>
                <c:pt idx="1178">
                  <c:v>45481</c:v>
                </c:pt>
                <c:pt idx="1179">
                  <c:v>45482</c:v>
                </c:pt>
                <c:pt idx="1180">
                  <c:v>45483</c:v>
                </c:pt>
                <c:pt idx="1181">
                  <c:v>45484</c:v>
                </c:pt>
                <c:pt idx="1182">
                  <c:v>45485</c:v>
                </c:pt>
                <c:pt idx="1183">
                  <c:v>45488</c:v>
                </c:pt>
                <c:pt idx="1184">
                  <c:v>45489</c:v>
                </c:pt>
                <c:pt idx="1185">
                  <c:v>45490</c:v>
                </c:pt>
                <c:pt idx="1186">
                  <c:v>45491</c:v>
                </c:pt>
                <c:pt idx="1187">
                  <c:v>45492</c:v>
                </c:pt>
                <c:pt idx="1188">
                  <c:v>45495</c:v>
                </c:pt>
                <c:pt idx="1189">
                  <c:v>45496</c:v>
                </c:pt>
                <c:pt idx="1190">
                  <c:v>45497</c:v>
                </c:pt>
                <c:pt idx="1191">
                  <c:v>45498</c:v>
                </c:pt>
                <c:pt idx="1192">
                  <c:v>45499</c:v>
                </c:pt>
                <c:pt idx="1193">
                  <c:v>45502</c:v>
                </c:pt>
                <c:pt idx="1194">
                  <c:v>45503</c:v>
                </c:pt>
                <c:pt idx="1195">
                  <c:v>45504</c:v>
                </c:pt>
                <c:pt idx="1196">
                  <c:v>45505</c:v>
                </c:pt>
                <c:pt idx="1197">
                  <c:v>45506</c:v>
                </c:pt>
                <c:pt idx="1198">
                  <c:v>45509</c:v>
                </c:pt>
                <c:pt idx="1199">
                  <c:v>45510</c:v>
                </c:pt>
                <c:pt idx="1200">
                  <c:v>45511</c:v>
                </c:pt>
                <c:pt idx="1201">
                  <c:v>45512</c:v>
                </c:pt>
                <c:pt idx="1202">
                  <c:v>45513</c:v>
                </c:pt>
                <c:pt idx="1203">
                  <c:v>45516</c:v>
                </c:pt>
                <c:pt idx="1204">
                  <c:v>45517</c:v>
                </c:pt>
                <c:pt idx="1205">
                  <c:v>45518</c:v>
                </c:pt>
                <c:pt idx="1206">
                  <c:v>45519</c:v>
                </c:pt>
                <c:pt idx="1207">
                  <c:v>45520</c:v>
                </c:pt>
                <c:pt idx="1208">
                  <c:v>45523</c:v>
                </c:pt>
                <c:pt idx="1209">
                  <c:v>45524</c:v>
                </c:pt>
                <c:pt idx="1210">
                  <c:v>45525</c:v>
                </c:pt>
                <c:pt idx="1211">
                  <c:v>45526</c:v>
                </c:pt>
                <c:pt idx="1212">
                  <c:v>45527</c:v>
                </c:pt>
                <c:pt idx="1213">
                  <c:v>45530</c:v>
                </c:pt>
                <c:pt idx="1214">
                  <c:v>45531</c:v>
                </c:pt>
                <c:pt idx="1215">
                  <c:v>45532</c:v>
                </c:pt>
                <c:pt idx="1216">
                  <c:v>45533</c:v>
                </c:pt>
                <c:pt idx="1217">
                  <c:v>45534</c:v>
                </c:pt>
                <c:pt idx="1218">
                  <c:v>45537</c:v>
                </c:pt>
                <c:pt idx="1219">
                  <c:v>45538</c:v>
                </c:pt>
                <c:pt idx="1220">
                  <c:v>45539</c:v>
                </c:pt>
                <c:pt idx="1221">
                  <c:v>45540</c:v>
                </c:pt>
                <c:pt idx="1222">
                  <c:v>45541</c:v>
                </c:pt>
                <c:pt idx="1223">
                  <c:v>45544</c:v>
                </c:pt>
                <c:pt idx="1224">
                  <c:v>45545</c:v>
                </c:pt>
                <c:pt idx="1225">
                  <c:v>45546</c:v>
                </c:pt>
                <c:pt idx="1226">
                  <c:v>45547</c:v>
                </c:pt>
                <c:pt idx="1227">
                  <c:v>45548</c:v>
                </c:pt>
                <c:pt idx="1228">
                  <c:v>45551</c:v>
                </c:pt>
                <c:pt idx="1229">
                  <c:v>45552</c:v>
                </c:pt>
                <c:pt idx="1230">
                  <c:v>45553</c:v>
                </c:pt>
                <c:pt idx="1231">
                  <c:v>45554</c:v>
                </c:pt>
                <c:pt idx="1232">
                  <c:v>45555</c:v>
                </c:pt>
                <c:pt idx="1233">
                  <c:v>45558</c:v>
                </c:pt>
                <c:pt idx="1234">
                  <c:v>45559</c:v>
                </c:pt>
                <c:pt idx="1235">
                  <c:v>45560</c:v>
                </c:pt>
                <c:pt idx="1236">
                  <c:v>45561</c:v>
                </c:pt>
                <c:pt idx="1237">
                  <c:v>45562</c:v>
                </c:pt>
                <c:pt idx="1238">
                  <c:v>45565</c:v>
                </c:pt>
                <c:pt idx="1239">
                  <c:v>45566</c:v>
                </c:pt>
                <c:pt idx="1240">
                  <c:v>45567</c:v>
                </c:pt>
                <c:pt idx="1241">
                  <c:v>45568</c:v>
                </c:pt>
                <c:pt idx="1242">
                  <c:v>45569</c:v>
                </c:pt>
                <c:pt idx="1243">
                  <c:v>45572</c:v>
                </c:pt>
                <c:pt idx="1244">
                  <c:v>45573</c:v>
                </c:pt>
                <c:pt idx="1245">
                  <c:v>45574</c:v>
                </c:pt>
                <c:pt idx="1246">
                  <c:v>45575</c:v>
                </c:pt>
                <c:pt idx="1247">
                  <c:v>45576</c:v>
                </c:pt>
                <c:pt idx="1248">
                  <c:v>45579</c:v>
                </c:pt>
                <c:pt idx="1249">
                  <c:v>45580</c:v>
                </c:pt>
                <c:pt idx="1250">
                  <c:v>45581</c:v>
                </c:pt>
                <c:pt idx="1251">
                  <c:v>45582</c:v>
                </c:pt>
                <c:pt idx="1252">
                  <c:v>45583</c:v>
                </c:pt>
                <c:pt idx="1253">
                  <c:v>45586</c:v>
                </c:pt>
                <c:pt idx="1254">
                  <c:v>45587</c:v>
                </c:pt>
                <c:pt idx="1255">
                  <c:v>45588</c:v>
                </c:pt>
                <c:pt idx="1256">
                  <c:v>45589</c:v>
                </c:pt>
                <c:pt idx="1257">
                  <c:v>45590</c:v>
                </c:pt>
                <c:pt idx="1258">
                  <c:v>45593</c:v>
                </c:pt>
                <c:pt idx="1259">
                  <c:v>45594</c:v>
                </c:pt>
                <c:pt idx="1260">
                  <c:v>45595</c:v>
                </c:pt>
                <c:pt idx="1261">
                  <c:v>45596</c:v>
                </c:pt>
                <c:pt idx="1262">
                  <c:v>45597</c:v>
                </c:pt>
                <c:pt idx="1263">
                  <c:v>45600</c:v>
                </c:pt>
                <c:pt idx="1264">
                  <c:v>45601</c:v>
                </c:pt>
                <c:pt idx="1265">
                  <c:v>45602</c:v>
                </c:pt>
                <c:pt idx="1266">
                  <c:v>45603</c:v>
                </c:pt>
                <c:pt idx="1267">
                  <c:v>45604</c:v>
                </c:pt>
                <c:pt idx="1268">
                  <c:v>45607</c:v>
                </c:pt>
                <c:pt idx="1269">
                  <c:v>45608</c:v>
                </c:pt>
                <c:pt idx="1270">
                  <c:v>45609</c:v>
                </c:pt>
                <c:pt idx="1271">
                  <c:v>45610</c:v>
                </c:pt>
                <c:pt idx="1272">
                  <c:v>45611</c:v>
                </c:pt>
                <c:pt idx="1273">
                  <c:v>45614</c:v>
                </c:pt>
                <c:pt idx="1274">
                  <c:v>45615</c:v>
                </c:pt>
                <c:pt idx="1275">
                  <c:v>45616</c:v>
                </c:pt>
                <c:pt idx="1276">
                  <c:v>45617</c:v>
                </c:pt>
                <c:pt idx="1277">
                  <c:v>45618</c:v>
                </c:pt>
                <c:pt idx="1278">
                  <c:v>45621</c:v>
                </c:pt>
                <c:pt idx="1279">
                  <c:v>45622</c:v>
                </c:pt>
                <c:pt idx="1280">
                  <c:v>45623</c:v>
                </c:pt>
                <c:pt idx="1281">
                  <c:v>45624</c:v>
                </c:pt>
                <c:pt idx="1282">
                  <c:v>45625</c:v>
                </c:pt>
                <c:pt idx="1283">
                  <c:v>45628</c:v>
                </c:pt>
                <c:pt idx="1284">
                  <c:v>45629</c:v>
                </c:pt>
                <c:pt idx="1285">
                  <c:v>45630</c:v>
                </c:pt>
                <c:pt idx="1286">
                  <c:v>45631</c:v>
                </c:pt>
                <c:pt idx="1287">
                  <c:v>45632</c:v>
                </c:pt>
                <c:pt idx="1288">
                  <c:v>45635</c:v>
                </c:pt>
                <c:pt idx="1289">
                  <c:v>45636</c:v>
                </c:pt>
                <c:pt idx="1290">
                  <c:v>45637</c:v>
                </c:pt>
                <c:pt idx="1291">
                  <c:v>45638</c:v>
                </c:pt>
                <c:pt idx="1292">
                  <c:v>45639</c:v>
                </c:pt>
                <c:pt idx="1293">
                  <c:v>45642</c:v>
                </c:pt>
                <c:pt idx="1294">
                  <c:v>45643</c:v>
                </c:pt>
                <c:pt idx="1295">
                  <c:v>45644</c:v>
                </c:pt>
                <c:pt idx="1296">
                  <c:v>45645</c:v>
                </c:pt>
                <c:pt idx="1297">
                  <c:v>45646</c:v>
                </c:pt>
                <c:pt idx="1298">
                  <c:v>45649</c:v>
                </c:pt>
                <c:pt idx="1299">
                  <c:v>45650</c:v>
                </c:pt>
                <c:pt idx="1300">
                  <c:v>45651</c:v>
                </c:pt>
                <c:pt idx="1301">
                  <c:v>45652</c:v>
                </c:pt>
                <c:pt idx="1302">
                  <c:v>45653</c:v>
                </c:pt>
                <c:pt idx="1303">
                  <c:v>45656</c:v>
                </c:pt>
                <c:pt idx="1304">
                  <c:v>45657</c:v>
                </c:pt>
                <c:pt idx="1305">
                  <c:v>45658</c:v>
                </c:pt>
                <c:pt idx="1306">
                  <c:v>45659</c:v>
                </c:pt>
                <c:pt idx="1307">
                  <c:v>45660</c:v>
                </c:pt>
                <c:pt idx="1308">
                  <c:v>45663</c:v>
                </c:pt>
                <c:pt idx="1309">
                  <c:v>45664</c:v>
                </c:pt>
                <c:pt idx="1310">
                  <c:v>45665</c:v>
                </c:pt>
                <c:pt idx="1311">
                  <c:v>45666</c:v>
                </c:pt>
                <c:pt idx="1312">
                  <c:v>45667</c:v>
                </c:pt>
                <c:pt idx="1313">
                  <c:v>45670</c:v>
                </c:pt>
                <c:pt idx="1314">
                  <c:v>45671</c:v>
                </c:pt>
                <c:pt idx="1315">
                  <c:v>45672</c:v>
                </c:pt>
                <c:pt idx="1316">
                  <c:v>45673</c:v>
                </c:pt>
                <c:pt idx="1317">
                  <c:v>45674</c:v>
                </c:pt>
                <c:pt idx="1318">
                  <c:v>45677</c:v>
                </c:pt>
                <c:pt idx="1319">
                  <c:v>45678</c:v>
                </c:pt>
                <c:pt idx="1320">
                  <c:v>45679</c:v>
                </c:pt>
                <c:pt idx="1321">
                  <c:v>45680</c:v>
                </c:pt>
                <c:pt idx="1322">
                  <c:v>45681</c:v>
                </c:pt>
                <c:pt idx="1323">
                  <c:v>45684</c:v>
                </c:pt>
                <c:pt idx="1324">
                  <c:v>45685</c:v>
                </c:pt>
                <c:pt idx="1325">
                  <c:v>45686</c:v>
                </c:pt>
                <c:pt idx="1326">
                  <c:v>45687</c:v>
                </c:pt>
                <c:pt idx="1327">
                  <c:v>45688</c:v>
                </c:pt>
                <c:pt idx="1328">
                  <c:v>45691</c:v>
                </c:pt>
                <c:pt idx="1329">
                  <c:v>45692</c:v>
                </c:pt>
                <c:pt idx="1330">
                  <c:v>45693</c:v>
                </c:pt>
                <c:pt idx="1331">
                  <c:v>45694</c:v>
                </c:pt>
                <c:pt idx="1332">
                  <c:v>45695</c:v>
                </c:pt>
                <c:pt idx="1333">
                  <c:v>45698</c:v>
                </c:pt>
                <c:pt idx="1334">
                  <c:v>45699</c:v>
                </c:pt>
                <c:pt idx="1335">
                  <c:v>45700</c:v>
                </c:pt>
                <c:pt idx="1336">
                  <c:v>45701</c:v>
                </c:pt>
                <c:pt idx="1337">
                  <c:v>45702</c:v>
                </c:pt>
                <c:pt idx="1338">
                  <c:v>45705</c:v>
                </c:pt>
                <c:pt idx="1339">
                  <c:v>45706</c:v>
                </c:pt>
                <c:pt idx="1340">
                  <c:v>45707</c:v>
                </c:pt>
                <c:pt idx="1341">
                  <c:v>45708</c:v>
                </c:pt>
                <c:pt idx="1342">
                  <c:v>45709</c:v>
                </c:pt>
                <c:pt idx="1343">
                  <c:v>45712</c:v>
                </c:pt>
                <c:pt idx="1344">
                  <c:v>45713</c:v>
                </c:pt>
                <c:pt idx="1345">
                  <c:v>45714</c:v>
                </c:pt>
                <c:pt idx="1346">
                  <c:v>45715</c:v>
                </c:pt>
                <c:pt idx="1347">
                  <c:v>45716</c:v>
                </c:pt>
                <c:pt idx="1348">
                  <c:v>45719</c:v>
                </c:pt>
                <c:pt idx="1349">
                  <c:v>45720</c:v>
                </c:pt>
                <c:pt idx="1350">
                  <c:v>45721</c:v>
                </c:pt>
                <c:pt idx="1351">
                  <c:v>45722</c:v>
                </c:pt>
                <c:pt idx="1352">
                  <c:v>45723</c:v>
                </c:pt>
                <c:pt idx="1353">
                  <c:v>45726</c:v>
                </c:pt>
                <c:pt idx="1354">
                  <c:v>45727</c:v>
                </c:pt>
                <c:pt idx="1355">
                  <c:v>45728</c:v>
                </c:pt>
                <c:pt idx="1356">
                  <c:v>45729</c:v>
                </c:pt>
                <c:pt idx="1357">
                  <c:v>45730</c:v>
                </c:pt>
                <c:pt idx="1358">
                  <c:v>45733</c:v>
                </c:pt>
                <c:pt idx="1359">
                  <c:v>45734</c:v>
                </c:pt>
                <c:pt idx="1360">
                  <c:v>45735</c:v>
                </c:pt>
                <c:pt idx="1361">
                  <c:v>45736</c:v>
                </c:pt>
                <c:pt idx="1362">
                  <c:v>45737</c:v>
                </c:pt>
                <c:pt idx="1363">
                  <c:v>45740</c:v>
                </c:pt>
                <c:pt idx="1364">
                  <c:v>45741</c:v>
                </c:pt>
                <c:pt idx="1365">
                  <c:v>45742</c:v>
                </c:pt>
                <c:pt idx="1366">
                  <c:v>45743</c:v>
                </c:pt>
                <c:pt idx="1367">
                  <c:v>45744</c:v>
                </c:pt>
                <c:pt idx="1368">
                  <c:v>45747</c:v>
                </c:pt>
                <c:pt idx="1369">
                  <c:v>45748</c:v>
                </c:pt>
                <c:pt idx="1370">
                  <c:v>45749</c:v>
                </c:pt>
                <c:pt idx="1371">
                  <c:v>45750</c:v>
                </c:pt>
                <c:pt idx="1372">
                  <c:v>45751</c:v>
                </c:pt>
                <c:pt idx="1373">
                  <c:v>45754</c:v>
                </c:pt>
                <c:pt idx="1374">
                  <c:v>45755</c:v>
                </c:pt>
                <c:pt idx="1375">
                  <c:v>45756</c:v>
                </c:pt>
                <c:pt idx="1376">
                  <c:v>45757</c:v>
                </c:pt>
                <c:pt idx="1377">
                  <c:v>45758</c:v>
                </c:pt>
                <c:pt idx="1378">
                  <c:v>45761</c:v>
                </c:pt>
                <c:pt idx="1379">
                  <c:v>45762</c:v>
                </c:pt>
                <c:pt idx="1380">
                  <c:v>45763</c:v>
                </c:pt>
                <c:pt idx="1381">
                  <c:v>45764</c:v>
                </c:pt>
                <c:pt idx="1382">
                  <c:v>45765</c:v>
                </c:pt>
                <c:pt idx="1383">
                  <c:v>45768</c:v>
                </c:pt>
                <c:pt idx="1384">
                  <c:v>45769</c:v>
                </c:pt>
                <c:pt idx="1385">
                  <c:v>45770</c:v>
                </c:pt>
                <c:pt idx="1386">
                  <c:v>45771</c:v>
                </c:pt>
                <c:pt idx="1387">
                  <c:v>45772</c:v>
                </c:pt>
                <c:pt idx="1388">
                  <c:v>45775</c:v>
                </c:pt>
                <c:pt idx="1389">
                  <c:v>45776</c:v>
                </c:pt>
                <c:pt idx="1390">
                  <c:v>45777</c:v>
                </c:pt>
                <c:pt idx="1391">
                  <c:v>45778</c:v>
                </c:pt>
                <c:pt idx="1392">
                  <c:v>45779</c:v>
                </c:pt>
                <c:pt idx="1393">
                  <c:v>45782</c:v>
                </c:pt>
                <c:pt idx="1394">
                  <c:v>45783</c:v>
                </c:pt>
                <c:pt idx="1395">
                  <c:v>45784</c:v>
                </c:pt>
                <c:pt idx="1396">
                  <c:v>45785</c:v>
                </c:pt>
                <c:pt idx="1397">
                  <c:v>45786</c:v>
                </c:pt>
                <c:pt idx="1398">
                  <c:v>45789</c:v>
                </c:pt>
                <c:pt idx="1399">
                  <c:v>45790</c:v>
                </c:pt>
                <c:pt idx="1400">
                  <c:v>45791</c:v>
                </c:pt>
                <c:pt idx="1401">
                  <c:v>45792</c:v>
                </c:pt>
                <c:pt idx="1402">
                  <c:v>45793</c:v>
                </c:pt>
                <c:pt idx="1403">
                  <c:v>45796</c:v>
                </c:pt>
                <c:pt idx="1404">
                  <c:v>45797</c:v>
                </c:pt>
                <c:pt idx="1405">
                  <c:v>45798</c:v>
                </c:pt>
                <c:pt idx="1406">
                  <c:v>45799</c:v>
                </c:pt>
                <c:pt idx="1407">
                  <c:v>45800</c:v>
                </c:pt>
                <c:pt idx="1408">
                  <c:v>45803</c:v>
                </c:pt>
                <c:pt idx="1409">
                  <c:v>45804</c:v>
                </c:pt>
                <c:pt idx="1410">
                  <c:v>45805</c:v>
                </c:pt>
                <c:pt idx="1411">
                  <c:v>45806</c:v>
                </c:pt>
                <c:pt idx="1412">
                  <c:v>45807</c:v>
                </c:pt>
                <c:pt idx="1413">
                  <c:v>45810</c:v>
                </c:pt>
                <c:pt idx="1414">
                  <c:v>45811</c:v>
                </c:pt>
                <c:pt idx="1415">
                  <c:v>45812</c:v>
                </c:pt>
                <c:pt idx="1416">
                  <c:v>45813</c:v>
                </c:pt>
                <c:pt idx="1417">
                  <c:v>45814</c:v>
                </c:pt>
                <c:pt idx="1418">
                  <c:v>45817</c:v>
                </c:pt>
                <c:pt idx="1419">
                  <c:v>45818</c:v>
                </c:pt>
                <c:pt idx="1420">
                  <c:v>45819</c:v>
                </c:pt>
                <c:pt idx="1421">
                  <c:v>45820</c:v>
                </c:pt>
                <c:pt idx="1422">
                  <c:v>45821</c:v>
                </c:pt>
                <c:pt idx="1423">
                  <c:v>45824</c:v>
                </c:pt>
                <c:pt idx="1424">
                  <c:v>45825</c:v>
                </c:pt>
                <c:pt idx="1425">
                  <c:v>45826</c:v>
                </c:pt>
                <c:pt idx="1426">
                  <c:v>45827</c:v>
                </c:pt>
                <c:pt idx="1427">
                  <c:v>45828</c:v>
                </c:pt>
                <c:pt idx="1428">
                  <c:v>45831</c:v>
                </c:pt>
                <c:pt idx="1429">
                  <c:v>45832</c:v>
                </c:pt>
                <c:pt idx="1430">
                  <c:v>45833</c:v>
                </c:pt>
                <c:pt idx="1431">
                  <c:v>45834</c:v>
                </c:pt>
                <c:pt idx="1432">
                  <c:v>45835</c:v>
                </c:pt>
                <c:pt idx="1433">
                  <c:v>45838</c:v>
                </c:pt>
                <c:pt idx="1434">
                  <c:v>45839</c:v>
                </c:pt>
                <c:pt idx="1435">
                  <c:v>45840</c:v>
                </c:pt>
                <c:pt idx="1436">
                  <c:v>45841</c:v>
                </c:pt>
                <c:pt idx="1437">
                  <c:v>45842</c:v>
                </c:pt>
                <c:pt idx="1438">
                  <c:v>45845</c:v>
                </c:pt>
                <c:pt idx="1439">
                  <c:v>45846</c:v>
                </c:pt>
                <c:pt idx="1440">
                  <c:v>45847</c:v>
                </c:pt>
                <c:pt idx="1441">
                  <c:v>45848</c:v>
                </c:pt>
                <c:pt idx="1442">
                  <c:v>45849</c:v>
                </c:pt>
                <c:pt idx="1443">
                  <c:v>45852</c:v>
                </c:pt>
                <c:pt idx="1444">
                  <c:v>45853</c:v>
                </c:pt>
                <c:pt idx="1445">
                  <c:v>45854</c:v>
                </c:pt>
                <c:pt idx="1446">
                  <c:v>45855</c:v>
                </c:pt>
                <c:pt idx="1447">
                  <c:v>45856</c:v>
                </c:pt>
                <c:pt idx="1448">
                  <c:v>45859</c:v>
                </c:pt>
                <c:pt idx="1449">
                  <c:v>45860</c:v>
                </c:pt>
                <c:pt idx="1450">
                  <c:v>45861</c:v>
                </c:pt>
                <c:pt idx="1451">
                  <c:v>45862</c:v>
                </c:pt>
                <c:pt idx="1452">
                  <c:v>45863</c:v>
                </c:pt>
                <c:pt idx="1453">
                  <c:v>45866</c:v>
                </c:pt>
                <c:pt idx="1454">
                  <c:v>45867</c:v>
                </c:pt>
                <c:pt idx="1455">
                  <c:v>45868</c:v>
                </c:pt>
                <c:pt idx="1456">
                  <c:v>45869</c:v>
                </c:pt>
                <c:pt idx="1457">
                  <c:v>45870</c:v>
                </c:pt>
                <c:pt idx="1458">
                  <c:v>45873</c:v>
                </c:pt>
                <c:pt idx="1459">
                  <c:v>45874</c:v>
                </c:pt>
                <c:pt idx="1460">
                  <c:v>45875</c:v>
                </c:pt>
                <c:pt idx="1461">
                  <c:v>45876</c:v>
                </c:pt>
                <c:pt idx="1462">
                  <c:v>45877</c:v>
                </c:pt>
                <c:pt idx="1463">
                  <c:v>45880</c:v>
                </c:pt>
                <c:pt idx="1464">
                  <c:v>45881</c:v>
                </c:pt>
                <c:pt idx="1465">
                  <c:v>45882</c:v>
                </c:pt>
                <c:pt idx="1466">
                  <c:v>45883</c:v>
                </c:pt>
                <c:pt idx="1467">
                  <c:v>45884</c:v>
                </c:pt>
                <c:pt idx="1468">
                  <c:v>45887</c:v>
                </c:pt>
                <c:pt idx="1469">
                  <c:v>45888</c:v>
                </c:pt>
                <c:pt idx="1470">
                  <c:v>45889</c:v>
                </c:pt>
                <c:pt idx="1471">
                  <c:v>45890</c:v>
                </c:pt>
                <c:pt idx="1472">
                  <c:v>45891</c:v>
                </c:pt>
                <c:pt idx="1473">
                  <c:v>45894</c:v>
                </c:pt>
                <c:pt idx="1474">
                  <c:v>45895</c:v>
                </c:pt>
                <c:pt idx="1475">
                  <c:v>45896</c:v>
                </c:pt>
                <c:pt idx="1476">
                  <c:v>45897</c:v>
                </c:pt>
                <c:pt idx="1477">
                  <c:v>45898</c:v>
                </c:pt>
                <c:pt idx="1478">
                  <c:v>45901</c:v>
                </c:pt>
                <c:pt idx="1479">
                  <c:v>45902</c:v>
                </c:pt>
                <c:pt idx="1480">
                  <c:v>45903</c:v>
                </c:pt>
                <c:pt idx="1481">
                  <c:v>45904</c:v>
                </c:pt>
                <c:pt idx="1482">
                  <c:v>45905</c:v>
                </c:pt>
                <c:pt idx="1483">
                  <c:v>45908</c:v>
                </c:pt>
                <c:pt idx="1484">
                  <c:v>45909</c:v>
                </c:pt>
                <c:pt idx="1485">
                  <c:v>45910</c:v>
                </c:pt>
                <c:pt idx="1486">
                  <c:v>45911</c:v>
                </c:pt>
                <c:pt idx="1487">
                  <c:v>45912</c:v>
                </c:pt>
                <c:pt idx="1488">
                  <c:v>45915</c:v>
                </c:pt>
                <c:pt idx="1489">
                  <c:v>45916</c:v>
                </c:pt>
                <c:pt idx="1490">
                  <c:v>45917</c:v>
                </c:pt>
                <c:pt idx="1491">
                  <c:v>45918</c:v>
                </c:pt>
                <c:pt idx="1492">
                  <c:v>45919</c:v>
                </c:pt>
                <c:pt idx="1493">
                  <c:v>45922</c:v>
                </c:pt>
                <c:pt idx="1494">
                  <c:v>45923</c:v>
                </c:pt>
                <c:pt idx="1495">
                  <c:v>45924</c:v>
                </c:pt>
                <c:pt idx="1496">
                  <c:v>45925</c:v>
                </c:pt>
                <c:pt idx="1497">
                  <c:v>45926</c:v>
                </c:pt>
                <c:pt idx="1498">
                  <c:v>45929</c:v>
                </c:pt>
                <c:pt idx="1499">
                  <c:v>45930</c:v>
                </c:pt>
                <c:pt idx="1500">
                  <c:v>45931</c:v>
                </c:pt>
                <c:pt idx="1501">
                  <c:v>45932</c:v>
                </c:pt>
                <c:pt idx="1502">
                  <c:v>45933</c:v>
                </c:pt>
                <c:pt idx="1503">
                  <c:v>45936</c:v>
                </c:pt>
                <c:pt idx="1504">
                  <c:v>45937</c:v>
                </c:pt>
                <c:pt idx="1505">
                  <c:v>45938</c:v>
                </c:pt>
                <c:pt idx="1506">
                  <c:v>45939</c:v>
                </c:pt>
                <c:pt idx="1507">
                  <c:v>45940</c:v>
                </c:pt>
                <c:pt idx="1508">
                  <c:v>45943</c:v>
                </c:pt>
                <c:pt idx="1509">
                  <c:v>45944</c:v>
                </c:pt>
                <c:pt idx="1510">
                  <c:v>45945</c:v>
                </c:pt>
                <c:pt idx="1511">
                  <c:v>45946</c:v>
                </c:pt>
                <c:pt idx="1512">
                  <c:v>45947</c:v>
                </c:pt>
                <c:pt idx="1513">
                  <c:v>45950</c:v>
                </c:pt>
                <c:pt idx="1514">
                  <c:v>45951</c:v>
                </c:pt>
                <c:pt idx="1515">
                  <c:v>45952</c:v>
                </c:pt>
                <c:pt idx="1516">
                  <c:v>45953</c:v>
                </c:pt>
                <c:pt idx="1517">
                  <c:v>45954</c:v>
                </c:pt>
                <c:pt idx="1518">
                  <c:v>45957</c:v>
                </c:pt>
                <c:pt idx="1519">
                  <c:v>45958</c:v>
                </c:pt>
                <c:pt idx="1520">
                  <c:v>45959</c:v>
                </c:pt>
                <c:pt idx="1521">
                  <c:v>45960</c:v>
                </c:pt>
                <c:pt idx="1522">
                  <c:v>45961</c:v>
                </c:pt>
                <c:pt idx="1523">
                  <c:v>45964</c:v>
                </c:pt>
                <c:pt idx="1524">
                  <c:v>45965</c:v>
                </c:pt>
                <c:pt idx="1525">
                  <c:v>45966</c:v>
                </c:pt>
                <c:pt idx="1526">
                  <c:v>45967</c:v>
                </c:pt>
                <c:pt idx="1527">
                  <c:v>45968</c:v>
                </c:pt>
                <c:pt idx="1528">
                  <c:v>45971</c:v>
                </c:pt>
                <c:pt idx="1529">
                  <c:v>45972</c:v>
                </c:pt>
                <c:pt idx="1530">
                  <c:v>45973</c:v>
                </c:pt>
                <c:pt idx="1531">
                  <c:v>45974</c:v>
                </c:pt>
                <c:pt idx="1532">
                  <c:v>45975</c:v>
                </c:pt>
                <c:pt idx="1533">
                  <c:v>45978</c:v>
                </c:pt>
                <c:pt idx="1534">
                  <c:v>45979</c:v>
                </c:pt>
                <c:pt idx="1535">
                  <c:v>45980</c:v>
                </c:pt>
                <c:pt idx="1536">
                  <c:v>45981</c:v>
                </c:pt>
                <c:pt idx="1537">
                  <c:v>45982</c:v>
                </c:pt>
                <c:pt idx="1538">
                  <c:v>45985</c:v>
                </c:pt>
                <c:pt idx="1539">
                  <c:v>45986</c:v>
                </c:pt>
                <c:pt idx="1540">
                  <c:v>45987</c:v>
                </c:pt>
                <c:pt idx="1541">
                  <c:v>45988</c:v>
                </c:pt>
                <c:pt idx="1542">
                  <c:v>45989</c:v>
                </c:pt>
                <c:pt idx="1543">
                  <c:v>45992</c:v>
                </c:pt>
                <c:pt idx="1544">
                  <c:v>45993</c:v>
                </c:pt>
                <c:pt idx="1545">
                  <c:v>45994</c:v>
                </c:pt>
                <c:pt idx="1546">
                  <c:v>45995</c:v>
                </c:pt>
                <c:pt idx="1547">
                  <c:v>45996</c:v>
                </c:pt>
                <c:pt idx="1548">
                  <c:v>45999</c:v>
                </c:pt>
                <c:pt idx="1549">
                  <c:v>46000</c:v>
                </c:pt>
                <c:pt idx="1550">
                  <c:v>46001</c:v>
                </c:pt>
                <c:pt idx="1551">
                  <c:v>46002</c:v>
                </c:pt>
                <c:pt idx="1552">
                  <c:v>46003</c:v>
                </c:pt>
                <c:pt idx="1553">
                  <c:v>46006</c:v>
                </c:pt>
                <c:pt idx="1554">
                  <c:v>46007</c:v>
                </c:pt>
                <c:pt idx="1555">
                  <c:v>46008</c:v>
                </c:pt>
                <c:pt idx="1556">
                  <c:v>46009</c:v>
                </c:pt>
                <c:pt idx="1557">
                  <c:v>46010</c:v>
                </c:pt>
                <c:pt idx="1558">
                  <c:v>46013</c:v>
                </c:pt>
                <c:pt idx="1559">
                  <c:v>46014</c:v>
                </c:pt>
                <c:pt idx="1560">
                  <c:v>46015</c:v>
                </c:pt>
                <c:pt idx="1561">
                  <c:v>46016</c:v>
                </c:pt>
                <c:pt idx="1562">
                  <c:v>46017</c:v>
                </c:pt>
                <c:pt idx="1563">
                  <c:v>46020</c:v>
                </c:pt>
                <c:pt idx="1564">
                  <c:v>46021</c:v>
                </c:pt>
                <c:pt idx="1565">
                  <c:v>46022</c:v>
                </c:pt>
                <c:pt idx="1566">
                  <c:v>46023</c:v>
                </c:pt>
                <c:pt idx="1567">
                  <c:v>46024</c:v>
                </c:pt>
                <c:pt idx="1568">
                  <c:v>46027</c:v>
                </c:pt>
                <c:pt idx="1569">
                  <c:v>46028</c:v>
                </c:pt>
                <c:pt idx="1570">
                  <c:v>46029</c:v>
                </c:pt>
                <c:pt idx="1571">
                  <c:v>46030</c:v>
                </c:pt>
                <c:pt idx="1572">
                  <c:v>46031</c:v>
                </c:pt>
                <c:pt idx="1573">
                  <c:v>46034</c:v>
                </c:pt>
                <c:pt idx="1574">
                  <c:v>46035</c:v>
                </c:pt>
                <c:pt idx="1575">
                  <c:v>46036</c:v>
                </c:pt>
                <c:pt idx="1576">
                  <c:v>46037</c:v>
                </c:pt>
                <c:pt idx="1577">
                  <c:v>46038</c:v>
                </c:pt>
                <c:pt idx="1578">
                  <c:v>46041</c:v>
                </c:pt>
                <c:pt idx="1579">
                  <c:v>46042</c:v>
                </c:pt>
                <c:pt idx="1580">
                  <c:v>46043</c:v>
                </c:pt>
                <c:pt idx="1581">
                  <c:v>46044</c:v>
                </c:pt>
                <c:pt idx="1582">
                  <c:v>46045</c:v>
                </c:pt>
                <c:pt idx="1583">
                  <c:v>46048</c:v>
                </c:pt>
                <c:pt idx="1584">
                  <c:v>46049</c:v>
                </c:pt>
                <c:pt idx="1585">
                  <c:v>46050</c:v>
                </c:pt>
                <c:pt idx="1586">
                  <c:v>46051</c:v>
                </c:pt>
                <c:pt idx="1587">
                  <c:v>46052</c:v>
                </c:pt>
                <c:pt idx="1588">
                  <c:v>46055</c:v>
                </c:pt>
                <c:pt idx="1589">
                  <c:v>46056</c:v>
                </c:pt>
                <c:pt idx="1590">
                  <c:v>46057</c:v>
                </c:pt>
                <c:pt idx="1591">
                  <c:v>46058</c:v>
                </c:pt>
                <c:pt idx="1592">
                  <c:v>46059</c:v>
                </c:pt>
                <c:pt idx="1593">
                  <c:v>46062</c:v>
                </c:pt>
                <c:pt idx="1594">
                  <c:v>46063</c:v>
                </c:pt>
                <c:pt idx="1595">
                  <c:v>46064</c:v>
                </c:pt>
                <c:pt idx="1596">
                  <c:v>46065</c:v>
                </c:pt>
                <c:pt idx="1597">
                  <c:v>46066</c:v>
                </c:pt>
                <c:pt idx="1598">
                  <c:v>46069</c:v>
                </c:pt>
                <c:pt idx="1599">
                  <c:v>46070</c:v>
                </c:pt>
                <c:pt idx="1600">
                  <c:v>46071</c:v>
                </c:pt>
                <c:pt idx="1601">
                  <c:v>46072</c:v>
                </c:pt>
                <c:pt idx="1602">
                  <c:v>46073</c:v>
                </c:pt>
                <c:pt idx="1603">
                  <c:v>46076</c:v>
                </c:pt>
                <c:pt idx="1604">
                  <c:v>46077</c:v>
                </c:pt>
                <c:pt idx="1605">
                  <c:v>46078</c:v>
                </c:pt>
                <c:pt idx="1606">
                  <c:v>46079</c:v>
                </c:pt>
                <c:pt idx="1607">
                  <c:v>46080</c:v>
                </c:pt>
                <c:pt idx="1608">
                  <c:v>46083</c:v>
                </c:pt>
                <c:pt idx="1609">
                  <c:v>46084</c:v>
                </c:pt>
                <c:pt idx="1610">
                  <c:v>46085</c:v>
                </c:pt>
                <c:pt idx="1611">
                  <c:v>46086</c:v>
                </c:pt>
                <c:pt idx="1612">
                  <c:v>46087</c:v>
                </c:pt>
                <c:pt idx="1613">
                  <c:v>46090</c:v>
                </c:pt>
                <c:pt idx="1614">
                  <c:v>46091</c:v>
                </c:pt>
                <c:pt idx="1615">
                  <c:v>46092</c:v>
                </c:pt>
                <c:pt idx="1616">
                  <c:v>46093</c:v>
                </c:pt>
                <c:pt idx="1617">
                  <c:v>46094</c:v>
                </c:pt>
                <c:pt idx="1618">
                  <c:v>46097</c:v>
                </c:pt>
                <c:pt idx="1619">
                  <c:v>46098</c:v>
                </c:pt>
                <c:pt idx="1620">
                  <c:v>46099</c:v>
                </c:pt>
                <c:pt idx="1621">
                  <c:v>46100</c:v>
                </c:pt>
                <c:pt idx="1622">
                  <c:v>46101</c:v>
                </c:pt>
                <c:pt idx="1623">
                  <c:v>46104</c:v>
                </c:pt>
                <c:pt idx="1624">
                  <c:v>46105</c:v>
                </c:pt>
                <c:pt idx="1625">
                  <c:v>46106</c:v>
                </c:pt>
                <c:pt idx="1626">
                  <c:v>46107</c:v>
                </c:pt>
                <c:pt idx="1627">
                  <c:v>46108</c:v>
                </c:pt>
                <c:pt idx="1628">
                  <c:v>46111</c:v>
                </c:pt>
                <c:pt idx="1629">
                  <c:v>46112</c:v>
                </c:pt>
                <c:pt idx="1630">
                  <c:v>46113</c:v>
                </c:pt>
                <c:pt idx="1631">
                  <c:v>46114</c:v>
                </c:pt>
                <c:pt idx="1632">
                  <c:v>46115</c:v>
                </c:pt>
                <c:pt idx="1633">
                  <c:v>46118</c:v>
                </c:pt>
                <c:pt idx="1634">
                  <c:v>46119</c:v>
                </c:pt>
                <c:pt idx="1635">
                  <c:v>46120</c:v>
                </c:pt>
                <c:pt idx="1636">
                  <c:v>46121</c:v>
                </c:pt>
                <c:pt idx="1637">
                  <c:v>46122</c:v>
                </c:pt>
                <c:pt idx="1638">
                  <c:v>46125</c:v>
                </c:pt>
                <c:pt idx="1639">
                  <c:v>46126</c:v>
                </c:pt>
                <c:pt idx="1640">
                  <c:v>46127</c:v>
                </c:pt>
                <c:pt idx="1641">
                  <c:v>46128</c:v>
                </c:pt>
                <c:pt idx="1642">
                  <c:v>46129</c:v>
                </c:pt>
                <c:pt idx="1643">
                  <c:v>46132</c:v>
                </c:pt>
                <c:pt idx="1644">
                  <c:v>46133</c:v>
                </c:pt>
                <c:pt idx="1645">
                  <c:v>46134</c:v>
                </c:pt>
                <c:pt idx="1646">
                  <c:v>46135</c:v>
                </c:pt>
                <c:pt idx="1647">
                  <c:v>46136</c:v>
                </c:pt>
                <c:pt idx="1648">
                  <c:v>46139</c:v>
                </c:pt>
                <c:pt idx="1649">
                  <c:v>46140</c:v>
                </c:pt>
                <c:pt idx="1650">
                  <c:v>46141</c:v>
                </c:pt>
                <c:pt idx="1651">
                  <c:v>46142</c:v>
                </c:pt>
                <c:pt idx="1652">
                  <c:v>46143</c:v>
                </c:pt>
                <c:pt idx="1653">
                  <c:v>46146</c:v>
                </c:pt>
                <c:pt idx="1654">
                  <c:v>46147</c:v>
                </c:pt>
                <c:pt idx="1655">
                  <c:v>46148</c:v>
                </c:pt>
                <c:pt idx="1656">
                  <c:v>46149</c:v>
                </c:pt>
                <c:pt idx="1657">
                  <c:v>46150</c:v>
                </c:pt>
                <c:pt idx="1658">
                  <c:v>46153</c:v>
                </c:pt>
                <c:pt idx="1659">
                  <c:v>46154</c:v>
                </c:pt>
                <c:pt idx="1660">
                  <c:v>46155</c:v>
                </c:pt>
                <c:pt idx="1661">
                  <c:v>46156</c:v>
                </c:pt>
                <c:pt idx="1662">
                  <c:v>46157</c:v>
                </c:pt>
                <c:pt idx="1663">
                  <c:v>46160</c:v>
                </c:pt>
                <c:pt idx="1664">
                  <c:v>46161</c:v>
                </c:pt>
                <c:pt idx="1665">
                  <c:v>46162</c:v>
                </c:pt>
                <c:pt idx="1666">
                  <c:v>46163</c:v>
                </c:pt>
                <c:pt idx="1667">
                  <c:v>46164</c:v>
                </c:pt>
                <c:pt idx="1668">
                  <c:v>46167</c:v>
                </c:pt>
                <c:pt idx="1669">
                  <c:v>46168</c:v>
                </c:pt>
                <c:pt idx="1670">
                  <c:v>46169</c:v>
                </c:pt>
                <c:pt idx="1671">
                  <c:v>46170</c:v>
                </c:pt>
                <c:pt idx="1672">
                  <c:v>46171</c:v>
                </c:pt>
                <c:pt idx="1673">
                  <c:v>46174</c:v>
                </c:pt>
                <c:pt idx="1674">
                  <c:v>46175</c:v>
                </c:pt>
                <c:pt idx="1675">
                  <c:v>46176</c:v>
                </c:pt>
                <c:pt idx="1676">
                  <c:v>46177</c:v>
                </c:pt>
                <c:pt idx="1677">
                  <c:v>46178</c:v>
                </c:pt>
                <c:pt idx="1678">
                  <c:v>46181</c:v>
                </c:pt>
                <c:pt idx="1679">
                  <c:v>46182</c:v>
                </c:pt>
                <c:pt idx="1680">
                  <c:v>46183</c:v>
                </c:pt>
                <c:pt idx="1681">
                  <c:v>46184</c:v>
                </c:pt>
                <c:pt idx="1682">
                  <c:v>46185</c:v>
                </c:pt>
                <c:pt idx="1683">
                  <c:v>46188</c:v>
                </c:pt>
                <c:pt idx="1684">
                  <c:v>46189</c:v>
                </c:pt>
                <c:pt idx="1685">
                  <c:v>46190</c:v>
                </c:pt>
                <c:pt idx="1686">
                  <c:v>46191</c:v>
                </c:pt>
                <c:pt idx="1687">
                  <c:v>46192</c:v>
                </c:pt>
                <c:pt idx="1688">
                  <c:v>46195</c:v>
                </c:pt>
                <c:pt idx="1689">
                  <c:v>46196</c:v>
                </c:pt>
                <c:pt idx="1690">
                  <c:v>46197</c:v>
                </c:pt>
                <c:pt idx="1691">
                  <c:v>46198</c:v>
                </c:pt>
                <c:pt idx="1692">
                  <c:v>46199</c:v>
                </c:pt>
                <c:pt idx="1693">
                  <c:v>46202</c:v>
                </c:pt>
                <c:pt idx="1694">
                  <c:v>46203</c:v>
                </c:pt>
                <c:pt idx="1695">
                  <c:v>46204</c:v>
                </c:pt>
                <c:pt idx="1696">
                  <c:v>46205</c:v>
                </c:pt>
                <c:pt idx="1697">
                  <c:v>46206</c:v>
                </c:pt>
                <c:pt idx="1698">
                  <c:v>46209</c:v>
                </c:pt>
                <c:pt idx="1699">
                  <c:v>46210</c:v>
                </c:pt>
                <c:pt idx="1700">
                  <c:v>46211</c:v>
                </c:pt>
                <c:pt idx="1701">
                  <c:v>46212</c:v>
                </c:pt>
                <c:pt idx="1702">
                  <c:v>46213</c:v>
                </c:pt>
                <c:pt idx="1703">
                  <c:v>46216</c:v>
                </c:pt>
                <c:pt idx="1704">
                  <c:v>46217</c:v>
                </c:pt>
                <c:pt idx="1705">
                  <c:v>46218</c:v>
                </c:pt>
                <c:pt idx="1706">
                  <c:v>46219</c:v>
                </c:pt>
                <c:pt idx="1707">
                  <c:v>46220</c:v>
                </c:pt>
                <c:pt idx="1708">
                  <c:v>46223</c:v>
                </c:pt>
                <c:pt idx="1709">
                  <c:v>46224</c:v>
                </c:pt>
                <c:pt idx="1710">
                  <c:v>46225</c:v>
                </c:pt>
                <c:pt idx="1711">
                  <c:v>46226</c:v>
                </c:pt>
                <c:pt idx="1712">
                  <c:v>46227</c:v>
                </c:pt>
                <c:pt idx="1713">
                  <c:v>46230</c:v>
                </c:pt>
                <c:pt idx="1714">
                  <c:v>46231</c:v>
                </c:pt>
                <c:pt idx="1715">
                  <c:v>46232</c:v>
                </c:pt>
                <c:pt idx="1716">
                  <c:v>46233</c:v>
                </c:pt>
                <c:pt idx="1717">
                  <c:v>46234</c:v>
                </c:pt>
                <c:pt idx="1718">
                  <c:v>46237</c:v>
                </c:pt>
                <c:pt idx="1719">
                  <c:v>46238</c:v>
                </c:pt>
                <c:pt idx="1720">
                  <c:v>46239</c:v>
                </c:pt>
                <c:pt idx="1721">
                  <c:v>46240</c:v>
                </c:pt>
                <c:pt idx="1722">
                  <c:v>46241</c:v>
                </c:pt>
                <c:pt idx="1723">
                  <c:v>46244</c:v>
                </c:pt>
                <c:pt idx="1724">
                  <c:v>46245</c:v>
                </c:pt>
                <c:pt idx="1725">
                  <c:v>46246</c:v>
                </c:pt>
                <c:pt idx="1726">
                  <c:v>46247</c:v>
                </c:pt>
                <c:pt idx="1727">
                  <c:v>46248</c:v>
                </c:pt>
                <c:pt idx="1728">
                  <c:v>46251</c:v>
                </c:pt>
                <c:pt idx="1729">
                  <c:v>46252</c:v>
                </c:pt>
                <c:pt idx="1730">
                  <c:v>46253</c:v>
                </c:pt>
                <c:pt idx="1731">
                  <c:v>46254</c:v>
                </c:pt>
                <c:pt idx="1732">
                  <c:v>46255</c:v>
                </c:pt>
              </c:numCache>
            </c:numRef>
          </c:cat>
          <c:val>
            <c:numRef>
              <c:f>Sheet3!$I$4:$I$1736</c:f>
              <c:numCache>
                <c:formatCode>General</c:formatCode>
                <c:ptCount val="1733"/>
                <c:pt idx="0">
                  <c:v>1.1109967828013638</c:v>
                </c:pt>
                <c:pt idx="1">
                  <c:v>1.1038572889991376</c:v>
                </c:pt>
                <c:pt idx="2">
                  <c:v>1.1258218305157892</c:v>
                </c:pt>
                <c:pt idx="3">
                  <c:v>1.1099717798696402</c:v>
                </c:pt>
                <c:pt idx="4">
                  <c:v>1.1116079497151732</c:v>
                </c:pt>
                <c:pt idx="5">
                  <c:v>1.1097269096825375</c:v>
                </c:pt>
                <c:pt idx="6">
                  <c:v>1.1133560586743252</c:v>
                </c:pt>
                <c:pt idx="7">
                  <c:v>1.1202110219859545</c:v>
                </c:pt>
                <c:pt idx="8">
                  <c:v>1.1189468078024098</c:v>
                </c:pt>
                <c:pt idx="9">
                  <c:v>1.1281353140792787</c:v>
                </c:pt>
                <c:pt idx="10">
                  <c:v>1.1358277634098009</c:v>
                </c:pt>
                <c:pt idx="11">
                  <c:v>1.1432823043946416</c:v>
                </c:pt>
                <c:pt idx="12">
                  <c:v>1.136195557433771</c:v>
                </c:pt>
                <c:pt idx="13">
                  <c:v>1.1633854125568794</c:v>
                </c:pt>
                <c:pt idx="14">
                  <c:v>1.1796273957914487</c:v>
                </c:pt>
                <c:pt idx="15">
                  <c:v>1.1783843214136691</c:v>
                </c:pt>
                <c:pt idx="16">
                  <c:v>1.1719674749908342</c:v>
                </c:pt>
                <c:pt idx="17">
                  <c:v>1.1697662887177283</c:v>
                </c:pt>
                <c:pt idx="18">
                  <c:v>1.1587995357770646</c:v>
                </c:pt>
                <c:pt idx="19">
                  <c:v>1.1563549000633988</c:v>
                </c:pt>
                <c:pt idx="20">
                  <c:v>1.1533009369882139</c:v>
                </c:pt>
                <c:pt idx="21">
                  <c:v>1.1449728462274447</c:v>
                </c:pt>
                <c:pt idx="22">
                  <c:v>1.1445263863614596</c:v>
                </c:pt>
                <c:pt idx="23">
                  <c:v>1.1551875046647171</c:v>
                </c:pt>
                <c:pt idx="24">
                  <c:v>1.1376646795225471</c:v>
                </c:pt>
                <c:pt idx="25">
                  <c:v>1.1432921921116179</c:v>
                </c:pt>
                <c:pt idx="26">
                  <c:v>1.1222995338782678</c:v>
                </c:pt>
                <c:pt idx="27">
                  <c:v>1.1071908716807819</c:v>
                </c:pt>
                <c:pt idx="28">
                  <c:v>1.0818117832153356</c:v>
                </c:pt>
                <c:pt idx="29">
                  <c:v>1.0874748538485426</c:v>
                </c:pt>
                <c:pt idx="30">
                  <c:v>1.0891776861716367</c:v>
                </c:pt>
                <c:pt idx="31">
                  <c:v>1.0955225494303515</c:v>
                </c:pt>
                <c:pt idx="32">
                  <c:v>1.1024405601105987</c:v>
                </c:pt>
                <c:pt idx="33">
                  <c:v>1.1090077041812012</c:v>
                </c:pt>
                <c:pt idx="34">
                  <c:v>1.1119996721960816</c:v>
                </c:pt>
                <c:pt idx="35">
                  <c:v>1.1128757646520453</c:v>
                </c:pt>
                <c:pt idx="36">
                  <c:v>1.1123163625420622</c:v>
                </c:pt>
                <c:pt idx="37">
                  <c:v>1.1175034987693981</c:v>
                </c:pt>
                <c:pt idx="38">
                  <c:v>1.1194475550578575</c:v>
                </c:pt>
                <c:pt idx="39">
                  <c:v>1.1178179604598719</c:v>
                </c:pt>
                <c:pt idx="40">
                  <c:v>1.1133684679334916</c:v>
                </c:pt>
                <c:pt idx="41">
                  <c:v>1.1020433030988448</c:v>
                </c:pt>
                <c:pt idx="42">
                  <c:v>1.0944710491946017</c:v>
                </c:pt>
                <c:pt idx="43">
                  <c:v>1.112673883984312</c:v>
                </c:pt>
                <c:pt idx="44">
                  <c:v>1.1076796696343332</c:v>
                </c:pt>
                <c:pt idx="45">
                  <c:v>1.1136426481931569</c:v>
                </c:pt>
                <c:pt idx="46">
                  <c:v>1.0964115471151281</c:v>
                </c:pt>
                <c:pt idx="47">
                  <c:v>1.1047085808948853</c:v>
                </c:pt>
                <c:pt idx="48">
                  <c:v>1.0684043409426602</c:v>
                </c:pt>
                <c:pt idx="49">
                  <c:v>1.0598110197570254</c:v>
                </c:pt>
                <c:pt idx="50">
                  <c:v>1.071605504182791</c:v>
                </c:pt>
                <c:pt idx="51">
                  <c:v>1.0402743671836954</c:v>
                </c:pt>
                <c:pt idx="52">
                  <c:v>1.0112587520266658</c:v>
                </c:pt>
                <c:pt idx="53">
                  <c:v>1.0005783092715368</c:v>
                </c:pt>
                <c:pt idx="54">
                  <c:v>0.97884177196460809</c:v>
                </c:pt>
                <c:pt idx="55">
                  <c:v>0.89833416049888881</c:v>
                </c:pt>
                <c:pt idx="56">
                  <c:v>0.91634668995045165</c:v>
                </c:pt>
                <c:pt idx="57">
                  <c:v>0.93052568505975886</c:v>
                </c:pt>
                <c:pt idx="58">
                  <c:v>0.93680721947287104</c:v>
                </c:pt>
                <c:pt idx="59">
                  <c:v>0.90403657270622062</c:v>
                </c:pt>
                <c:pt idx="60">
                  <c:v>0.9375878653348132</c:v>
                </c:pt>
                <c:pt idx="61">
                  <c:v>0.96389837003502343</c:v>
                </c:pt>
                <c:pt idx="62">
                  <c:v>0.97886930272425732</c:v>
                </c:pt>
                <c:pt idx="63">
                  <c:v>0.97155692698643192</c:v>
                </c:pt>
                <c:pt idx="64">
                  <c:v>0.96119872358137159</c:v>
                </c:pt>
                <c:pt idx="65">
                  <c:v>0.93684289788503716</c:v>
                </c:pt>
                <c:pt idx="66">
                  <c:v>0.91785115332801803</c:v>
                </c:pt>
                <c:pt idx="67">
                  <c:v>0.91136945291767779</c:v>
                </c:pt>
                <c:pt idx="68">
                  <c:v>0.8897854198231212</c:v>
                </c:pt>
                <c:pt idx="69">
                  <c:v>0.89810301784895463</c:v>
                </c:pt>
                <c:pt idx="70">
                  <c:v>0.90576650308948914</c:v>
                </c:pt>
                <c:pt idx="71">
                  <c:v>0.91930936991853318</c:v>
                </c:pt>
                <c:pt idx="72">
                  <c:v>0.91926065265396262</c:v>
                </c:pt>
                <c:pt idx="73">
                  <c:v>0.91627439147052914</c:v>
                </c:pt>
                <c:pt idx="74">
                  <c:v>0.94214229867083665</c:v>
                </c:pt>
                <c:pt idx="75">
                  <c:v>0.95805480349170602</c:v>
                </c:pt>
                <c:pt idx="76">
                  <c:v>0.93563678499947334</c:v>
                </c:pt>
                <c:pt idx="77">
                  <c:v>0.95202058064567041</c:v>
                </c:pt>
                <c:pt idx="78">
                  <c:v>0.94869427388701655</c:v>
                </c:pt>
                <c:pt idx="79">
                  <c:v>0.94114637033642645</c:v>
                </c:pt>
                <c:pt idx="80">
                  <c:v>0.9411681526576664</c:v>
                </c:pt>
                <c:pt idx="81">
                  <c:v>0.94111694294453041</c:v>
                </c:pt>
                <c:pt idx="82">
                  <c:v>0.93611080173744243</c:v>
                </c:pt>
                <c:pt idx="83">
                  <c:v>0.92293611291811017</c:v>
                </c:pt>
                <c:pt idx="84">
                  <c:v>0.960306658751647</c:v>
                </c:pt>
                <c:pt idx="85">
                  <c:v>0.94897336857084769</c:v>
                </c:pt>
                <c:pt idx="86">
                  <c:v>0.94950600528289786</c:v>
                </c:pt>
                <c:pt idx="87">
                  <c:v>1.1796125932372847</c:v>
                </c:pt>
                <c:pt idx="88">
                  <c:v>1.2206012770485988</c:v>
                </c:pt>
                <c:pt idx="89">
                  <c:v>1.1976269902544903</c:v>
                </c:pt>
                <c:pt idx="90">
                  <c:v>1.1771136601839989</c:v>
                </c:pt>
                <c:pt idx="91">
                  <c:v>1.1624328714204188</c:v>
                </c:pt>
                <c:pt idx="92">
                  <c:v>1.1388777955271565</c:v>
                </c:pt>
                <c:pt idx="93">
                  <c:v>1.131980863997698</c:v>
                </c:pt>
                <c:pt idx="94">
                  <c:v>1.1227142397378507</c:v>
                </c:pt>
                <c:pt idx="95">
                  <c:v>1.1090088704301901</c:v>
                </c:pt>
                <c:pt idx="96">
                  <c:v>1.2134179693122606</c:v>
                </c:pt>
                <c:pt idx="97">
                  <c:v>1.1562567028441508</c:v>
                </c:pt>
                <c:pt idx="98">
                  <c:v>1.1577899859590768</c:v>
                </c:pt>
                <c:pt idx="99">
                  <c:v>1.2558406398592747</c:v>
                </c:pt>
                <c:pt idx="100">
                  <c:v>1.3203788506746748</c:v>
                </c:pt>
                <c:pt idx="101">
                  <c:v>1.2978722022317195</c:v>
                </c:pt>
                <c:pt idx="102">
                  <c:v>1.2970055641847387</c:v>
                </c:pt>
                <c:pt idx="103">
                  <c:v>1.3119690778296376</c:v>
                </c:pt>
                <c:pt idx="104">
                  <c:v>1.3044759507759243</c:v>
                </c:pt>
                <c:pt idx="105">
                  <c:v>1.3991659439410993</c:v>
                </c:pt>
                <c:pt idx="106">
                  <c:v>1.4486959014044138</c:v>
                </c:pt>
                <c:pt idx="107">
                  <c:v>1.4593979633705101</c:v>
                </c:pt>
                <c:pt idx="108">
                  <c:v>1.502150809716599</c:v>
                </c:pt>
                <c:pt idx="109">
                  <c:v>1.5161547806999525</c:v>
                </c:pt>
                <c:pt idx="110">
                  <c:v>1.5489714619320718</c:v>
                </c:pt>
                <c:pt idx="111">
                  <c:v>1.5455847418133872</c:v>
                </c:pt>
                <c:pt idx="112">
                  <c:v>1.5607910032139447</c:v>
                </c:pt>
                <c:pt idx="113">
                  <c:v>1.5298128450249093</c:v>
                </c:pt>
                <c:pt idx="114">
                  <c:v>1.4999118368393776</c:v>
                </c:pt>
                <c:pt idx="115">
                  <c:v>1.4700826859075633</c:v>
                </c:pt>
                <c:pt idx="116">
                  <c:v>1.4833584440487604</c:v>
                </c:pt>
                <c:pt idx="117">
                  <c:v>1.4663495705212501</c:v>
                </c:pt>
                <c:pt idx="118">
                  <c:v>1.4983366787703825</c:v>
                </c:pt>
                <c:pt idx="119">
                  <c:v>1.4861467735605765</c:v>
                </c:pt>
                <c:pt idx="120">
                  <c:v>1.5011727998330064</c:v>
                </c:pt>
                <c:pt idx="121">
                  <c:v>1.4795252387448841</c:v>
                </c:pt>
                <c:pt idx="122">
                  <c:v>1.4835227887842373</c:v>
                </c:pt>
                <c:pt idx="123">
                  <c:v>1.4609668039476387</c:v>
                </c:pt>
                <c:pt idx="124">
                  <c:v>1.455263899149124</c:v>
                </c:pt>
                <c:pt idx="125">
                  <c:v>1.4416410026091793</c:v>
                </c:pt>
                <c:pt idx="126">
                  <c:v>1.4033546620322828</c:v>
                </c:pt>
                <c:pt idx="127">
                  <c:v>1.389347851944766</c:v>
                </c:pt>
                <c:pt idx="128">
                  <c:v>1.4226238700324065</c:v>
                </c:pt>
                <c:pt idx="129">
                  <c:v>1.4420179066685979</c:v>
                </c:pt>
                <c:pt idx="130">
                  <c:v>1.4286363223403289</c:v>
                </c:pt>
                <c:pt idx="131">
                  <c:v>1.4221398418582727</c:v>
                </c:pt>
                <c:pt idx="132">
                  <c:v>1.4364623722713739</c:v>
                </c:pt>
                <c:pt idx="133">
                  <c:v>1.4521326313454828</c:v>
                </c:pt>
                <c:pt idx="134">
                  <c:v>1.4549240358811519</c:v>
                </c:pt>
                <c:pt idx="135">
                  <c:v>1.4767688685456644</c:v>
                </c:pt>
                <c:pt idx="136">
                  <c:v>1.5060911846358827</c:v>
                </c:pt>
                <c:pt idx="137">
                  <c:v>1.5008897214989068</c:v>
                </c:pt>
                <c:pt idx="138">
                  <c:v>1.5174471228373161</c:v>
                </c:pt>
                <c:pt idx="139">
                  <c:v>1.5190861529180493</c:v>
                </c:pt>
                <c:pt idx="140">
                  <c:v>1.512439325083436</c:v>
                </c:pt>
                <c:pt idx="141">
                  <c:v>1.5195150489443277</c:v>
                </c:pt>
                <c:pt idx="142">
                  <c:v>1.5473462851061435</c:v>
                </c:pt>
                <c:pt idx="143">
                  <c:v>1.500115526209046</c:v>
                </c:pt>
                <c:pt idx="144">
                  <c:v>1.4901986051762084</c:v>
                </c:pt>
                <c:pt idx="145">
                  <c:v>1.4518715088042704</c:v>
                </c:pt>
                <c:pt idx="146">
                  <c:v>1.4470952260017311</c:v>
                </c:pt>
                <c:pt idx="147">
                  <c:v>1.440599870717518</c:v>
                </c:pt>
                <c:pt idx="148">
                  <c:v>1.4060647780246702</c:v>
                </c:pt>
                <c:pt idx="149">
                  <c:v>1.4059218217862046</c:v>
                </c:pt>
                <c:pt idx="150">
                  <c:v>1.3939026964011134</c:v>
                </c:pt>
                <c:pt idx="151">
                  <c:v>1.421176386396978</c:v>
                </c:pt>
                <c:pt idx="152">
                  <c:v>1.4749080906662435</c:v>
                </c:pt>
                <c:pt idx="153">
                  <c:v>1.4512602263394239</c:v>
                </c:pt>
                <c:pt idx="154">
                  <c:v>1.4530624067505753</c:v>
                </c:pt>
                <c:pt idx="155">
                  <c:v>1.4472299414651453</c:v>
                </c:pt>
                <c:pt idx="156">
                  <c:v>1.47614447599586</c:v>
                </c:pt>
                <c:pt idx="157">
                  <c:v>1.4838108511052053</c:v>
                </c:pt>
                <c:pt idx="158">
                  <c:v>1.5070743086902096</c:v>
                </c:pt>
                <c:pt idx="159">
                  <c:v>1.5296777375863204</c:v>
                </c:pt>
                <c:pt idx="160">
                  <c:v>1.5058274801854674</c:v>
                </c:pt>
                <c:pt idx="161">
                  <c:v>1.5575808112464185</c:v>
                </c:pt>
                <c:pt idx="162">
                  <c:v>1.5564514319059162</c:v>
                </c:pt>
                <c:pt idx="163">
                  <c:v>1.5217120371118318</c:v>
                </c:pt>
                <c:pt idx="164">
                  <c:v>1.5563371958871963</c:v>
                </c:pt>
                <c:pt idx="165">
                  <c:v>1.5654268987106337</c:v>
                </c:pt>
                <c:pt idx="166">
                  <c:v>1.573234043283898</c:v>
                </c:pt>
                <c:pt idx="167">
                  <c:v>1.6034938816818476</c:v>
                </c:pt>
                <c:pt idx="168">
                  <c:v>1.5779575480413894</c:v>
                </c:pt>
                <c:pt idx="169">
                  <c:v>1.5805348709182048</c:v>
                </c:pt>
                <c:pt idx="170">
                  <c:v>1.586437592714077</c:v>
                </c:pt>
                <c:pt idx="171">
                  <c:v>1.5756320746308565</c:v>
                </c:pt>
                <c:pt idx="172">
                  <c:v>1.5847162058394246</c:v>
                </c:pt>
                <c:pt idx="173">
                  <c:v>1.6150164122114161</c:v>
                </c:pt>
                <c:pt idx="174">
                  <c:v>1.5870594860547143</c:v>
                </c:pt>
                <c:pt idx="175">
                  <c:v>1.6033249599817745</c:v>
                </c:pt>
                <c:pt idx="176">
                  <c:v>1.6050640916498433</c:v>
                </c:pt>
                <c:pt idx="177">
                  <c:v>1.5996966939642099</c:v>
                </c:pt>
                <c:pt idx="178">
                  <c:v>1.5808623080969917</c:v>
                </c:pt>
                <c:pt idx="179">
                  <c:v>1.6060201561770004</c:v>
                </c:pt>
                <c:pt idx="180">
                  <c:v>1.5560172462521875</c:v>
                </c:pt>
                <c:pt idx="181">
                  <c:v>1.5614009034094423</c:v>
                </c:pt>
                <c:pt idx="182">
                  <c:v>1.5676741048002198</c:v>
                </c:pt>
                <c:pt idx="183">
                  <c:v>1.5927167058241622</c:v>
                </c:pt>
                <c:pt idx="184">
                  <c:v>1.5797215817314214</c:v>
                </c:pt>
                <c:pt idx="185">
                  <c:v>1.5886982292730307</c:v>
                </c:pt>
                <c:pt idx="186">
                  <c:v>1.5706097348002892</c:v>
                </c:pt>
                <c:pt idx="187">
                  <c:v>1.5668640254853059</c:v>
                </c:pt>
                <c:pt idx="188">
                  <c:v>1.5658343345131018</c:v>
                </c:pt>
                <c:pt idx="189">
                  <c:v>1.5644964658582454</c:v>
                </c:pt>
                <c:pt idx="190">
                  <c:v>1.5815628520843392</c:v>
                </c:pt>
                <c:pt idx="191">
                  <c:v>1.5733865187033742</c:v>
                </c:pt>
                <c:pt idx="192">
                  <c:v>1.5675524214262364</c:v>
                </c:pt>
                <c:pt idx="193">
                  <c:v>1.5787710500504235</c:v>
                </c:pt>
                <c:pt idx="194">
                  <c:v>1.5713446571050957</c:v>
                </c:pt>
                <c:pt idx="195">
                  <c:v>1.624700921267743</c:v>
                </c:pt>
                <c:pt idx="196">
                  <c:v>1.650738864628821</c:v>
                </c:pt>
                <c:pt idx="197">
                  <c:v>1.6509395672080722</c:v>
                </c:pt>
                <c:pt idx="198">
                  <c:v>1.673803686168414</c:v>
                </c:pt>
                <c:pt idx="199">
                  <c:v>1.6777345974262612</c:v>
                </c:pt>
                <c:pt idx="200">
                  <c:v>1.6636900084298962</c:v>
                </c:pt>
                <c:pt idx="201">
                  <c:v>1.6753925231019859</c:v>
                </c:pt>
                <c:pt idx="202">
                  <c:v>1.70941162239663</c:v>
                </c:pt>
                <c:pt idx="203">
                  <c:v>1.6993259716047611</c:v>
                </c:pt>
                <c:pt idx="204">
                  <c:v>1.6825951742627345</c:v>
                </c:pt>
                <c:pt idx="205">
                  <c:v>1.6827350597326591</c:v>
                </c:pt>
                <c:pt idx="206">
                  <c:v>1.8913203853192788</c:v>
                </c:pt>
                <c:pt idx="207">
                  <c:v>1.9082493033410899</c:v>
                </c:pt>
                <c:pt idx="208">
                  <c:v>1.8909652576848608</c:v>
                </c:pt>
                <c:pt idx="209">
                  <c:v>1.9087009145664584</c:v>
                </c:pt>
                <c:pt idx="210">
                  <c:v>1.9032889810494789</c:v>
                </c:pt>
                <c:pt idx="211">
                  <c:v>1.8955058825208153</c:v>
                </c:pt>
                <c:pt idx="212">
                  <c:v>1.9037710374504522</c:v>
                </c:pt>
                <c:pt idx="213">
                  <c:v>1.8587959434051295</c:v>
                </c:pt>
                <c:pt idx="214">
                  <c:v>1.8712843439128375</c:v>
                </c:pt>
                <c:pt idx="215">
                  <c:v>1.8439922330097087</c:v>
                </c:pt>
                <c:pt idx="216">
                  <c:v>1.8458041985117044</c:v>
                </c:pt>
                <c:pt idx="217">
                  <c:v>1.8230777852499438</c:v>
                </c:pt>
                <c:pt idx="218">
                  <c:v>1.8290033900483604</c:v>
                </c:pt>
                <c:pt idx="219">
                  <c:v>1.8534042955218242</c:v>
                </c:pt>
                <c:pt idx="220">
                  <c:v>1.8804216867469878</c:v>
                </c:pt>
                <c:pt idx="221">
                  <c:v>1.8683025969138125</c:v>
                </c:pt>
                <c:pt idx="222">
                  <c:v>1.881710017640656</c:v>
                </c:pt>
                <c:pt idx="223">
                  <c:v>1.8820870963658971</c:v>
                </c:pt>
                <c:pt idx="224">
                  <c:v>1.8460335982738503</c:v>
                </c:pt>
                <c:pt idx="225">
                  <c:v>1.8318214256810941</c:v>
                </c:pt>
                <c:pt idx="226">
                  <c:v>1.8350022293932273</c:v>
                </c:pt>
                <c:pt idx="227">
                  <c:v>1.8471631915856308</c:v>
                </c:pt>
                <c:pt idx="228">
                  <c:v>1.8410667727252639</c:v>
                </c:pt>
                <c:pt idx="229">
                  <c:v>1.8487879587290419</c:v>
                </c:pt>
                <c:pt idx="230">
                  <c:v>1.8510870533725388</c:v>
                </c:pt>
                <c:pt idx="231">
                  <c:v>1.8509315847708725</c:v>
                </c:pt>
                <c:pt idx="232">
                  <c:v>1.8416351871937766</c:v>
                </c:pt>
                <c:pt idx="233">
                  <c:v>1.8116709681291641</c:v>
                </c:pt>
                <c:pt idx="234">
                  <c:v>1.7875670939573101</c:v>
                </c:pt>
                <c:pt idx="235">
                  <c:v>1.7325814684231491</c:v>
                </c:pt>
                <c:pt idx="236">
                  <c:v>1.7290952177688808</c:v>
                </c:pt>
                <c:pt idx="237">
                  <c:v>1.7150978921200888</c:v>
                </c:pt>
                <c:pt idx="238">
                  <c:v>1.7365806308613008</c:v>
                </c:pt>
                <c:pt idx="239">
                  <c:v>1.7284557828722633</c:v>
                </c:pt>
                <c:pt idx="240">
                  <c:v>1.7225804047255246</c:v>
                </c:pt>
                <c:pt idx="241">
                  <c:v>1.721400048715318</c:v>
                </c:pt>
                <c:pt idx="242">
                  <c:v>1.7052046406703192</c:v>
                </c:pt>
                <c:pt idx="243">
                  <c:v>1.6377973803795778</c:v>
                </c:pt>
                <c:pt idx="244">
                  <c:v>1.631725018180739</c:v>
                </c:pt>
                <c:pt idx="245">
                  <c:v>1.6167442070894817</c:v>
                </c:pt>
                <c:pt idx="246">
                  <c:v>1.6022070258726533</c:v>
                </c:pt>
                <c:pt idx="247">
                  <c:v>1.6230781352002341</c:v>
                </c:pt>
                <c:pt idx="248">
                  <c:v>1.6343828253832531</c:v>
                </c:pt>
                <c:pt idx="249">
                  <c:v>1.6233658152766011</c:v>
                </c:pt>
                <c:pt idx="250">
                  <c:v>1.5865453782520083</c:v>
                </c:pt>
                <c:pt idx="251">
                  <c:v>1.6098618732261114</c:v>
                </c:pt>
                <c:pt idx="252">
                  <c:v>1.5860225290753027</c:v>
                </c:pt>
                <c:pt idx="253">
                  <c:v>1.6099071449210849</c:v>
                </c:pt>
                <c:pt idx="254">
                  <c:v>1.5821193700346696</c:v>
                </c:pt>
                <c:pt idx="255">
                  <c:v>1.6010174025311366</c:v>
                </c:pt>
                <c:pt idx="256">
                  <c:v>1.5812215998344841</c:v>
                </c:pt>
                <c:pt idx="257">
                  <c:v>1.579021333456204</c:v>
                </c:pt>
                <c:pt idx="258">
                  <c:v>1.5714198533842905</c:v>
                </c:pt>
                <c:pt idx="259">
                  <c:v>1.5747426616573506</c:v>
                </c:pt>
                <c:pt idx="260">
                  <c:v>1.5868653506413704</c:v>
                </c:pt>
                <c:pt idx="261">
                  <c:v>1.4126613454275139</c:v>
                </c:pt>
                <c:pt idx="262">
                  <c:v>1.4118163996484825</c:v>
                </c:pt>
                <c:pt idx="263">
                  <c:v>1.4009241559927152</c:v>
                </c:pt>
                <c:pt idx="264">
                  <c:v>1.3761948536280952</c:v>
                </c:pt>
                <c:pt idx="265">
                  <c:v>1.3542861881535204</c:v>
                </c:pt>
                <c:pt idx="266">
                  <c:v>1.317841970489614</c:v>
                </c:pt>
                <c:pt idx="267">
                  <c:v>1.3287153742845037</c:v>
                </c:pt>
                <c:pt idx="268">
                  <c:v>1.3174873793286688</c:v>
                </c:pt>
                <c:pt idx="269">
                  <c:v>1.3433157044219186</c:v>
                </c:pt>
                <c:pt idx="270">
                  <c:v>1.3739402958152958</c:v>
                </c:pt>
                <c:pt idx="271">
                  <c:v>1.4048343373493974</c:v>
                </c:pt>
                <c:pt idx="272">
                  <c:v>1.4150305612150398</c:v>
                </c:pt>
                <c:pt idx="273">
                  <c:v>1.4194303763001688</c:v>
                </c:pt>
                <c:pt idx="274">
                  <c:v>1.410428194632501</c:v>
                </c:pt>
                <c:pt idx="275">
                  <c:v>1.4474086908646333</c:v>
                </c:pt>
                <c:pt idx="276">
                  <c:v>1.4346461467859835</c:v>
                </c:pt>
                <c:pt idx="277">
                  <c:v>1.4207357914844003</c:v>
                </c:pt>
                <c:pt idx="278">
                  <c:v>1.4205548654244307</c:v>
                </c:pt>
                <c:pt idx="279">
                  <c:v>1.4271269705075791</c:v>
                </c:pt>
                <c:pt idx="280">
                  <c:v>1.4301643390930916</c:v>
                </c:pt>
                <c:pt idx="281">
                  <c:v>1.4388135732478844</c:v>
                </c:pt>
                <c:pt idx="282">
                  <c:v>1.44855970573994</c:v>
                </c:pt>
                <c:pt idx="283">
                  <c:v>1.4728354218315043</c:v>
                </c:pt>
                <c:pt idx="284">
                  <c:v>1.490096179714824</c:v>
                </c:pt>
                <c:pt idx="285">
                  <c:v>1.4921910563386109</c:v>
                </c:pt>
                <c:pt idx="286">
                  <c:v>1.5030533712564833</c:v>
                </c:pt>
                <c:pt idx="287">
                  <c:v>1.6094124900026661</c:v>
                </c:pt>
                <c:pt idx="288">
                  <c:v>1.632174766481657</c:v>
                </c:pt>
                <c:pt idx="289">
                  <c:v>1.6148281791307735</c:v>
                </c:pt>
                <c:pt idx="290">
                  <c:v>1.6019755707156735</c:v>
                </c:pt>
                <c:pt idx="291">
                  <c:v>1.6111346675712348</c:v>
                </c:pt>
                <c:pt idx="292">
                  <c:v>1.6033778515982511</c:v>
                </c:pt>
                <c:pt idx="293">
                  <c:v>1.5714995620241226</c:v>
                </c:pt>
                <c:pt idx="294">
                  <c:v>1.5694635140712787</c:v>
                </c:pt>
                <c:pt idx="295">
                  <c:v>1.5637236052363197</c:v>
                </c:pt>
                <c:pt idx="296">
                  <c:v>1.5622170706006322</c:v>
                </c:pt>
                <c:pt idx="297">
                  <c:v>1.5756613307290563</c:v>
                </c:pt>
                <c:pt idx="298">
                  <c:v>1.6043447389471606</c:v>
                </c:pt>
                <c:pt idx="299">
                  <c:v>1.5739047083032873</c:v>
                </c:pt>
                <c:pt idx="300">
                  <c:v>1.5708489607066494</c:v>
                </c:pt>
                <c:pt idx="301">
                  <c:v>1.5779089483085349</c:v>
                </c:pt>
                <c:pt idx="302">
                  <c:v>1.6167771403108115</c:v>
                </c:pt>
                <c:pt idx="303">
                  <c:v>1.6175686171755832</c:v>
                </c:pt>
                <c:pt idx="304">
                  <c:v>1.5850320806599449</c:v>
                </c:pt>
                <c:pt idx="305">
                  <c:v>1.5770098224231099</c:v>
                </c:pt>
                <c:pt idx="306">
                  <c:v>1.6194839865869768</c:v>
                </c:pt>
                <c:pt idx="307">
                  <c:v>1.6192706347909749</c:v>
                </c:pt>
                <c:pt idx="308">
                  <c:v>1.5792280755032122</c:v>
                </c:pt>
                <c:pt idx="309">
                  <c:v>1.5670030110531132</c:v>
                </c:pt>
                <c:pt idx="310">
                  <c:v>1.573248230113161</c:v>
                </c:pt>
                <c:pt idx="311">
                  <c:v>1.5934110231603633</c:v>
                </c:pt>
                <c:pt idx="312">
                  <c:v>1.6009556402143732</c:v>
                </c:pt>
                <c:pt idx="313">
                  <c:v>1.643324509730818</c:v>
                </c:pt>
                <c:pt idx="314">
                  <c:v>1.6287908699494238</c:v>
                </c:pt>
                <c:pt idx="315">
                  <c:v>1.6410054551685174</c:v>
                </c:pt>
                <c:pt idx="316">
                  <c:v>1.633219405677395</c:v>
                </c:pt>
                <c:pt idx="317">
                  <c:v>1.6586570451244083</c:v>
                </c:pt>
                <c:pt idx="318">
                  <c:v>1.6841133766567398</c:v>
                </c:pt>
                <c:pt idx="319">
                  <c:v>1.7152110120081854</c:v>
                </c:pt>
                <c:pt idx="320">
                  <c:v>1.7093678793116995</c:v>
                </c:pt>
                <c:pt idx="321">
                  <c:v>1.7253398294762485</c:v>
                </c:pt>
                <c:pt idx="322">
                  <c:v>1.7014058088718722</c:v>
                </c:pt>
                <c:pt idx="323">
                  <c:v>1.6769368571098355</c:v>
                </c:pt>
                <c:pt idx="324">
                  <c:v>1.7266220272454398</c:v>
                </c:pt>
                <c:pt idx="325">
                  <c:v>1.7268151503712095</c:v>
                </c:pt>
                <c:pt idx="326">
                  <c:v>1.7463075671596444</c:v>
                </c:pt>
                <c:pt idx="327">
                  <c:v>1.7443399000294031</c:v>
                </c:pt>
                <c:pt idx="328">
                  <c:v>1.716579594345421</c:v>
                </c:pt>
                <c:pt idx="329">
                  <c:v>1.7383971108037499</c:v>
                </c:pt>
                <c:pt idx="330">
                  <c:v>1.6915889652778444</c:v>
                </c:pt>
                <c:pt idx="331">
                  <c:v>1.7232877768567958</c:v>
                </c:pt>
                <c:pt idx="332">
                  <c:v>1.7355673748558915</c:v>
                </c:pt>
                <c:pt idx="333">
                  <c:v>1.7548113896325137</c:v>
                </c:pt>
                <c:pt idx="334">
                  <c:v>1.7734156799496481</c:v>
                </c:pt>
                <c:pt idx="335">
                  <c:v>1.7696372169908787</c:v>
                </c:pt>
                <c:pt idx="336">
                  <c:v>1.76606653505024</c:v>
                </c:pt>
                <c:pt idx="337">
                  <c:v>1.7745181697807857</c:v>
                </c:pt>
                <c:pt idx="338">
                  <c:v>1.7633057362507389</c:v>
                </c:pt>
                <c:pt idx="339">
                  <c:v>1.7599377465849841</c:v>
                </c:pt>
                <c:pt idx="340">
                  <c:v>1.7613776015857285</c:v>
                </c:pt>
                <c:pt idx="341">
                  <c:v>1.7820096997549641</c:v>
                </c:pt>
                <c:pt idx="342">
                  <c:v>1.746607838989453</c:v>
                </c:pt>
                <c:pt idx="343">
                  <c:v>1.76925814816698</c:v>
                </c:pt>
                <c:pt idx="344">
                  <c:v>1.8312433559360517</c:v>
                </c:pt>
                <c:pt idx="345">
                  <c:v>1.8092715366468721</c:v>
                </c:pt>
                <c:pt idx="346">
                  <c:v>1.8353143362868285</c:v>
                </c:pt>
                <c:pt idx="347">
                  <c:v>1.8375532246339183</c:v>
                </c:pt>
                <c:pt idx="348">
                  <c:v>1.9917446671755112</c:v>
                </c:pt>
                <c:pt idx="349">
                  <c:v>2.0081291725518486</c:v>
                </c:pt>
                <c:pt idx="350">
                  <c:v>2.0075568011210092</c:v>
                </c:pt>
                <c:pt idx="351">
                  <c:v>2.0357740627961847</c:v>
                </c:pt>
                <c:pt idx="352">
                  <c:v>2.0254086181277859</c:v>
                </c:pt>
                <c:pt idx="353">
                  <c:v>1.9905092730043743</c:v>
                </c:pt>
                <c:pt idx="354">
                  <c:v>1.9845312298712749</c:v>
                </c:pt>
                <c:pt idx="355">
                  <c:v>1.9646486739437838</c:v>
                </c:pt>
                <c:pt idx="356">
                  <c:v>1.9755087612987932</c:v>
                </c:pt>
                <c:pt idx="357">
                  <c:v>1.9822605169792196</c:v>
                </c:pt>
                <c:pt idx="358">
                  <c:v>1.9639587369331981</c:v>
                </c:pt>
                <c:pt idx="359">
                  <c:v>1.9870124715990831</c:v>
                </c:pt>
                <c:pt idx="360">
                  <c:v>1.9773652110756252</c:v>
                </c:pt>
                <c:pt idx="361">
                  <c:v>1.9942900344189562</c:v>
                </c:pt>
                <c:pt idx="362">
                  <c:v>1.9751751871317087</c:v>
                </c:pt>
                <c:pt idx="363">
                  <c:v>1.9936615755230187</c:v>
                </c:pt>
                <c:pt idx="364">
                  <c:v>2.026046076156137</c:v>
                </c:pt>
                <c:pt idx="365">
                  <c:v>2.0315645962794284</c:v>
                </c:pt>
                <c:pt idx="366">
                  <c:v>2.044704446827982</c:v>
                </c:pt>
                <c:pt idx="367">
                  <c:v>2.0198301386940938</c:v>
                </c:pt>
                <c:pt idx="368">
                  <c:v>1.9984508583213112</c:v>
                </c:pt>
                <c:pt idx="369">
                  <c:v>2.0086254762679738</c:v>
                </c:pt>
                <c:pt idx="370">
                  <c:v>2.0047442479558848</c:v>
                </c:pt>
                <c:pt idx="371">
                  <c:v>1.9961588436696798</c:v>
                </c:pt>
                <c:pt idx="372">
                  <c:v>2.0059614912230974</c:v>
                </c:pt>
                <c:pt idx="373">
                  <c:v>2.0299290313484044</c:v>
                </c:pt>
                <c:pt idx="374">
                  <c:v>2.038417094470439</c:v>
                </c:pt>
                <c:pt idx="375">
                  <c:v>2.0379075559427644</c:v>
                </c:pt>
                <c:pt idx="376">
                  <c:v>2.0563788934717677</c:v>
                </c:pt>
                <c:pt idx="377">
                  <c:v>2.0365335518042906</c:v>
                </c:pt>
                <c:pt idx="378">
                  <c:v>2.1474322260404732</c:v>
                </c:pt>
                <c:pt idx="379">
                  <c:v>2.1383332060777276</c:v>
                </c:pt>
                <c:pt idx="380">
                  <c:v>2.1524890762300695</c:v>
                </c:pt>
                <c:pt idx="381">
                  <c:v>2.156141548060051</c:v>
                </c:pt>
                <c:pt idx="382">
                  <c:v>2.1498612485688224</c:v>
                </c:pt>
                <c:pt idx="383">
                  <c:v>2.1762126206734163</c:v>
                </c:pt>
                <c:pt idx="384">
                  <c:v>2.1516506460762685</c:v>
                </c:pt>
                <c:pt idx="385">
                  <c:v>2.1523954342588572</c:v>
                </c:pt>
                <c:pt idx="386">
                  <c:v>2.1374883538469081</c:v>
                </c:pt>
                <c:pt idx="387">
                  <c:v>2.1342687372047737</c:v>
                </c:pt>
                <c:pt idx="388">
                  <c:v>2.0753273151192682</c:v>
                </c:pt>
                <c:pt idx="389">
                  <c:v>2.0616708033053239</c:v>
                </c:pt>
                <c:pt idx="390">
                  <c:v>2.0719554794863329</c:v>
                </c:pt>
                <c:pt idx="391">
                  <c:v>2.0792622234861566</c:v>
                </c:pt>
                <c:pt idx="392">
                  <c:v>2.0697667437182914</c:v>
                </c:pt>
                <c:pt idx="393">
                  <c:v>2.0630787678479661</c:v>
                </c:pt>
                <c:pt idx="394">
                  <c:v>2.0533779086410662</c:v>
                </c:pt>
                <c:pt idx="395">
                  <c:v>2.0322900338777368</c:v>
                </c:pt>
                <c:pt idx="396">
                  <c:v>2.0414885929596367</c:v>
                </c:pt>
                <c:pt idx="397">
                  <c:v>2.032336664739407</c:v>
                </c:pt>
                <c:pt idx="398">
                  <c:v>2.0377375824265562</c:v>
                </c:pt>
                <c:pt idx="399">
                  <c:v>2.0475560754793753</c:v>
                </c:pt>
                <c:pt idx="400">
                  <c:v>2.0575222592785241</c:v>
                </c:pt>
                <c:pt idx="401">
                  <c:v>2.0590893719064161</c:v>
                </c:pt>
                <c:pt idx="402">
                  <c:v>2.0548046101019741</c:v>
                </c:pt>
                <c:pt idx="403">
                  <c:v>2.0433712220417997</c:v>
                </c:pt>
                <c:pt idx="404">
                  <c:v>2.0723531329190457</c:v>
                </c:pt>
                <c:pt idx="405">
                  <c:v>2.0702120519327982</c:v>
                </c:pt>
                <c:pt idx="406">
                  <c:v>2.0623760101906567</c:v>
                </c:pt>
                <c:pt idx="407">
                  <c:v>2.0724852227427011</c:v>
                </c:pt>
                <c:pt idx="408">
                  <c:v>1.9956615133911093</c:v>
                </c:pt>
                <c:pt idx="409">
                  <c:v>1.9661751211080047</c:v>
                </c:pt>
                <c:pt idx="410">
                  <c:v>1.9428189107460831</c:v>
                </c:pt>
                <c:pt idx="411">
                  <c:v>1.9524852800219088</c:v>
                </c:pt>
                <c:pt idx="412">
                  <c:v>1.9611654702822456</c:v>
                </c:pt>
                <c:pt idx="413">
                  <c:v>1.9645057550918759</c:v>
                </c:pt>
                <c:pt idx="414">
                  <c:v>1.9494495835700429</c:v>
                </c:pt>
                <c:pt idx="415">
                  <c:v>1.9540737010356681</c:v>
                </c:pt>
                <c:pt idx="416">
                  <c:v>1.9594385317473393</c:v>
                </c:pt>
                <c:pt idx="417">
                  <c:v>1.9416072627998178</c:v>
                </c:pt>
                <c:pt idx="418">
                  <c:v>1.9705815030791869</c:v>
                </c:pt>
                <c:pt idx="419">
                  <c:v>1.9747565140052485</c:v>
                </c:pt>
                <c:pt idx="420">
                  <c:v>1.9531220721961973</c:v>
                </c:pt>
                <c:pt idx="421">
                  <c:v>1.9280517110942994</c:v>
                </c:pt>
                <c:pt idx="422">
                  <c:v>1.9100227159399412</c:v>
                </c:pt>
                <c:pt idx="423">
                  <c:v>1.9188274450716263</c:v>
                </c:pt>
                <c:pt idx="424">
                  <c:v>1.9116721409034207</c:v>
                </c:pt>
                <c:pt idx="425">
                  <c:v>1.9366050567905806</c:v>
                </c:pt>
                <c:pt idx="426">
                  <c:v>1.9753977233369506</c:v>
                </c:pt>
                <c:pt idx="427">
                  <c:v>1.9681717584247873</c:v>
                </c:pt>
                <c:pt idx="428">
                  <c:v>1.9643756006040363</c:v>
                </c:pt>
                <c:pt idx="429">
                  <c:v>1.9785713485600347</c:v>
                </c:pt>
                <c:pt idx="430">
                  <c:v>1.9786363282509813</c:v>
                </c:pt>
                <c:pt idx="431">
                  <c:v>1.954989595584909</c:v>
                </c:pt>
                <c:pt idx="432">
                  <c:v>1.9507202172896678</c:v>
                </c:pt>
                <c:pt idx="433">
                  <c:v>1.9384284706751598</c:v>
                </c:pt>
                <c:pt idx="434">
                  <c:v>1.922854692366722</c:v>
                </c:pt>
                <c:pt idx="435">
                  <c:v>1.9140984270117722</c:v>
                </c:pt>
                <c:pt idx="436">
                  <c:v>1.9172323188088458</c:v>
                </c:pt>
                <c:pt idx="437">
                  <c:v>1.8991535837745339</c:v>
                </c:pt>
                <c:pt idx="438">
                  <c:v>1.9427482242795733</c:v>
                </c:pt>
                <c:pt idx="439">
                  <c:v>1.9420192341156135</c:v>
                </c:pt>
                <c:pt idx="440">
                  <c:v>1.9299284837101784</c:v>
                </c:pt>
                <c:pt idx="441">
                  <c:v>1.8075450544470022</c:v>
                </c:pt>
                <c:pt idx="442">
                  <c:v>1.8187981473037511</c:v>
                </c:pt>
                <c:pt idx="443">
                  <c:v>1.8227892549891731</c:v>
                </c:pt>
                <c:pt idx="444">
                  <c:v>1.825020537495599</c:v>
                </c:pt>
                <c:pt idx="445">
                  <c:v>1.8888197047166311</c:v>
                </c:pt>
                <c:pt idx="446">
                  <c:v>1.8924239290450524</c:v>
                </c:pt>
                <c:pt idx="447">
                  <c:v>1.9027970297029702</c:v>
                </c:pt>
                <c:pt idx="448">
                  <c:v>1.8580570827436786</c:v>
                </c:pt>
                <c:pt idx="449">
                  <c:v>1.8517680166401564</c:v>
                </c:pt>
                <c:pt idx="450">
                  <c:v>1.8709902119738187</c:v>
                </c:pt>
                <c:pt idx="451">
                  <c:v>1.8866820188063711</c:v>
                </c:pt>
                <c:pt idx="452">
                  <c:v>1.9005241940365361</c:v>
                </c:pt>
                <c:pt idx="453">
                  <c:v>1.8571376759030902</c:v>
                </c:pt>
                <c:pt idx="454">
                  <c:v>1.8347078696343402</c:v>
                </c:pt>
                <c:pt idx="455">
                  <c:v>1.8253650999963213</c:v>
                </c:pt>
                <c:pt idx="456">
                  <c:v>1.8230610945078634</c:v>
                </c:pt>
                <c:pt idx="457">
                  <c:v>1.8322719407863117</c:v>
                </c:pt>
                <c:pt idx="458">
                  <c:v>1.8332004882058432</c:v>
                </c:pt>
                <c:pt idx="459">
                  <c:v>1.8075378321582674</c:v>
                </c:pt>
                <c:pt idx="460">
                  <c:v>1.7740154672765052</c:v>
                </c:pt>
                <c:pt idx="461">
                  <c:v>1.769146514060673</c:v>
                </c:pt>
                <c:pt idx="462">
                  <c:v>1.7802416437563302</c:v>
                </c:pt>
                <c:pt idx="463">
                  <c:v>1.7364441564052711</c:v>
                </c:pt>
                <c:pt idx="464">
                  <c:v>1.7387975383431897</c:v>
                </c:pt>
                <c:pt idx="465">
                  <c:v>1.7596616492224351</c:v>
                </c:pt>
                <c:pt idx="466">
                  <c:v>1.7520808206255001</c:v>
                </c:pt>
                <c:pt idx="467">
                  <c:v>1.745173198721502</c:v>
                </c:pt>
                <c:pt idx="468">
                  <c:v>1.7404210847688497</c:v>
                </c:pt>
                <c:pt idx="469">
                  <c:v>1.7226185838122139</c:v>
                </c:pt>
                <c:pt idx="470">
                  <c:v>1.7267379875739863</c:v>
                </c:pt>
                <c:pt idx="471">
                  <c:v>1.7649369139378468</c:v>
                </c:pt>
                <c:pt idx="472">
                  <c:v>1.7381118445634574</c:v>
                </c:pt>
                <c:pt idx="473">
                  <c:v>1.7425988645500841</c:v>
                </c:pt>
                <c:pt idx="474">
                  <c:v>1.7054079872957584</c:v>
                </c:pt>
                <c:pt idx="475">
                  <c:v>1.7053434924738671</c:v>
                </c:pt>
                <c:pt idx="476">
                  <c:v>1.6760850531582239</c:v>
                </c:pt>
                <c:pt idx="477">
                  <c:v>1.6688709656868366</c:v>
                </c:pt>
                <c:pt idx="478">
                  <c:v>1.6852583168787023</c:v>
                </c:pt>
                <c:pt idx="479">
                  <c:v>1.6833189671326314</c:v>
                </c:pt>
                <c:pt idx="480">
                  <c:v>1.731156560815605</c:v>
                </c:pt>
                <c:pt idx="481">
                  <c:v>1.7350651333197638</c:v>
                </c:pt>
                <c:pt idx="482">
                  <c:v>1.7582387254594494</c:v>
                </c:pt>
                <c:pt idx="483">
                  <c:v>1.7197668283122691</c:v>
                </c:pt>
                <c:pt idx="484">
                  <c:v>1.74840934842429</c:v>
                </c:pt>
                <c:pt idx="485">
                  <c:v>1.7745127361547282</c:v>
                </c:pt>
                <c:pt idx="486">
                  <c:v>1.822666503127683</c:v>
                </c:pt>
                <c:pt idx="487">
                  <c:v>1.8258103642461971</c:v>
                </c:pt>
                <c:pt idx="488">
                  <c:v>1.8270815063671062</c:v>
                </c:pt>
                <c:pt idx="489">
                  <c:v>1.7996717586163362</c:v>
                </c:pt>
                <c:pt idx="490">
                  <c:v>1.7840920742335691</c:v>
                </c:pt>
                <c:pt idx="491">
                  <c:v>1.7986559174130243</c:v>
                </c:pt>
                <c:pt idx="492">
                  <c:v>1.8112694316982956</c:v>
                </c:pt>
                <c:pt idx="493">
                  <c:v>1.7633272648016616</c:v>
                </c:pt>
                <c:pt idx="494">
                  <c:v>1.7409977375851564</c:v>
                </c:pt>
                <c:pt idx="495">
                  <c:v>1.7468040306813055</c:v>
                </c:pt>
                <c:pt idx="496">
                  <c:v>1.7701630482169326</c:v>
                </c:pt>
                <c:pt idx="497">
                  <c:v>1.7523908120349403</c:v>
                </c:pt>
                <c:pt idx="498">
                  <c:v>1.6486988847583641</c:v>
                </c:pt>
                <c:pt idx="499">
                  <c:v>1.6195776807225035</c:v>
                </c:pt>
                <c:pt idx="500">
                  <c:v>1.5847213199948031</c:v>
                </c:pt>
                <c:pt idx="501">
                  <c:v>1.6124772543469472</c:v>
                </c:pt>
                <c:pt idx="502">
                  <c:v>1.6438041431261772</c:v>
                </c:pt>
                <c:pt idx="503">
                  <c:v>1.6369565484907029</c:v>
                </c:pt>
                <c:pt idx="504">
                  <c:v>1.6046434778351653</c:v>
                </c:pt>
                <c:pt idx="505">
                  <c:v>1.6662493314532989</c:v>
                </c:pt>
                <c:pt idx="506">
                  <c:v>1.6442383018938309</c:v>
                </c:pt>
                <c:pt idx="507">
                  <c:v>1.6469648562300321</c:v>
                </c:pt>
                <c:pt idx="508">
                  <c:v>1.6283252979613814</c:v>
                </c:pt>
                <c:pt idx="509">
                  <c:v>1.6001776439964965</c:v>
                </c:pt>
                <c:pt idx="510">
                  <c:v>1.7071955106511281</c:v>
                </c:pt>
                <c:pt idx="511">
                  <c:v>1.6774505537018232</c:v>
                </c:pt>
                <c:pt idx="512">
                  <c:v>1.6940540935138886</c:v>
                </c:pt>
                <c:pt idx="513">
                  <c:v>1.6696746203904553</c:v>
                </c:pt>
                <c:pt idx="514">
                  <c:v>1.6886356371862015</c:v>
                </c:pt>
                <c:pt idx="515">
                  <c:v>1.6931426177804063</c:v>
                </c:pt>
                <c:pt idx="516">
                  <c:v>1.6841890740214667</c:v>
                </c:pt>
                <c:pt idx="517">
                  <c:v>1.6816217684387267</c:v>
                </c:pt>
                <c:pt idx="518">
                  <c:v>1.6934048309888465</c:v>
                </c:pt>
                <c:pt idx="519">
                  <c:v>1.7105691056910568</c:v>
                </c:pt>
                <c:pt idx="520">
                  <c:v>1.6931344837845881</c:v>
                </c:pt>
                <c:pt idx="521">
                  <c:v>1.710721718036178</c:v>
                </c:pt>
                <c:pt idx="522">
                  <c:v>1.7071175515425869</c:v>
                </c:pt>
                <c:pt idx="523">
                  <c:v>1.8302159348459563</c:v>
                </c:pt>
                <c:pt idx="524">
                  <c:v>1.7983956750804038</c:v>
                </c:pt>
                <c:pt idx="525">
                  <c:v>1.7672328315541421</c:v>
                </c:pt>
                <c:pt idx="526">
                  <c:v>1.7536831057124938</c:v>
                </c:pt>
                <c:pt idx="527">
                  <c:v>1.7423104683997923</c:v>
                </c:pt>
                <c:pt idx="528">
                  <c:v>1.7295188556566972</c:v>
                </c:pt>
                <c:pt idx="529">
                  <c:v>1.7380376327236715</c:v>
                </c:pt>
                <c:pt idx="530">
                  <c:v>1.754824189204147</c:v>
                </c:pt>
                <c:pt idx="531">
                  <c:v>1.7521743427554852</c:v>
                </c:pt>
                <c:pt idx="532">
                  <c:v>1.7421025691025205</c:v>
                </c:pt>
                <c:pt idx="533">
                  <c:v>1.7310179493484139</c:v>
                </c:pt>
                <c:pt idx="534">
                  <c:v>1.697655321183003</c:v>
                </c:pt>
                <c:pt idx="535">
                  <c:v>1.728883280144641</c:v>
                </c:pt>
                <c:pt idx="536">
                  <c:v>1.7707835197712283</c:v>
                </c:pt>
                <c:pt idx="537">
                  <c:v>1.7728753260177161</c:v>
                </c:pt>
                <c:pt idx="538">
                  <c:v>1.7027843046543054</c:v>
                </c:pt>
                <c:pt idx="539">
                  <c:v>1.7301798561151081</c:v>
                </c:pt>
                <c:pt idx="540">
                  <c:v>1.7461267521835357</c:v>
                </c:pt>
                <c:pt idx="541">
                  <c:v>1.737010054083225</c:v>
                </c:pt>
                <c:pt idx="542">
                  <c:v>1.7423172316050548</c:v>
                </c:pt>
                <c:pt idx="543">
                  <c:v>1.7711553653331447</c:v>
                </c:pt>
                <c:pt idx="544">
                  <c:v>1.7498565556973735</c:v>
                </c:pt>
                <c:pt idx="545">
                  <c:v>1.7539767331433997</c:v>
                </c:pt>
                <c:pt idx="546">
                  <c:v>1.7437733425315791</c:v>
                </c:pt>
                <c:pt idx="547">
                  <c:v>1.705673549074129</c:v>
                </c:pt>
                <c:pt idx="548">
                  <c:v>1.7065898271109998</c:v>
                </c:pt>
                <c:pt idx="549">
                  <c:v>1.6907156443176414</c:v>
                </c:pt>
                <c:pt idx="550">
                  <c:v>1.7000877421802747</c:v>
                </c:pt>
                <c:pt idx="551">
                  <c:v>1.6862489580765214</c:v>
                </c:pt>
                <c:pt idx="552">
                  <c:v>1.6680098500111933</c:v>
                </c:pt>
                <c:pt idx="553">
                  <c:v>1.6669873750410662</c:v>
                </c:pt>
                <c:pt idx="554">
                  <c:v>1.6897825051964186</c:v>
                </c:pt>
                <c:pt idx="555">
                  <c:v>1.6905932824107983</c:v>
                </c:pt>
                <c:pt idx="556">
                  <c:v>1.6924664480977429</c:v>
                </c:pt>
                <c:pt idx="557">
                  <c:v>1.6887469882378074</c:v>
                </c:pt>
                <c:pt idx="558">
                  <c:v>1.6540637736753774</c:v>
                </c:pt>
                <c:pt idx="559">
                  <c:v>1.6697852232656984</c:v>
                </c:pt>
                <c:pt idx="560">
                  <c:v>1.6771538627174196</c:v>
                </c:pt>
                <c:pt idx="561">
                  <c:v>1.6794013957838694</c:v>
                </c:pt>
                <c:pt idx="562">
                  <c:v>1.6389570552147237</c:v>
                </c:pt>
                <c:pt idx="563">
                  <c:v>1.6341241630156236</c:v>
                </c:pt>
                <c:pt idx="564">
                  <c:v>1.6323683992960822</c:v>
                </c:pt>
                <c:pt idx="565">
                  <c:v>1.6097360214243481</c:v>
                </c:pt>
                <c:pt idx="566">
                  <c:v>1.6178992932657157</c:v>
                </c:pt>
                <c:pt idx="567">
                  <c:v>1.5898841599551135</c:v>
                </c:pt>
                <c:pt idx="568">
                  <c:v>1.5769472970354583</c:v>
                </c:pt>
                <c:pt idx="569">
                  <c:v>1.6127191744683982</c:v>
                </c:pt>
                <c:pt idx="570">
                  <c:v>1.6594622581305465</c:v>
                </c:pt>
                <c:pt idx="571">
                  <c:v>1.6597139596435424</c:v>
                </c:pt>
                <c:pt idx="572">
                  <c:v>1.6321217953463123</c:v>
                </c:pt>
                <c:pt idx="573">
                  <c:v>1.6564846568671197</c:v>
                </c:pt>
                <c:pt idx="574">
                  <c:v>1.6816150428231051</c:v>
                </c:pt>
                <c:pt idx="575">
                  <c:v>1.6797451714025686</c:v>
                </c:pt>
                <c:pt idx="576">
                  <c:v>1.6674988200809799</c:v>
                </c:pt>
                <c:pt idx="577">
                  <c:v>1.699173432096343</c:v>
                </c:pt>
                <c:pt idx="578">
                  <c:v>1.6797036568453321</c:v>
                </c:pt>
                <c:pt idx="579">
                  <c:v>1.7035502673539189</c:v>
                </c:pt>
                <c:pt idx="580">
                  <c:v>1.7176527176527177</c:v>
                </c:pt>
                <c:pt idx="581">
                  <c:v>1.7612516435662675</c:v>
                </c:pt>
                <c:pt idx="582">
                  <c:v>1.8046250452843859</c:v>
                </c:pt>
                <c:pt idx="583">
                  <c:v>1.8125482625482625</c:v>
                </c:pt>
                <c:pt idx="584">
                  <c:v>1.83204776119403</c:v>
                </c:pt>
                <c:pt idx="585">
                  <c:v>1.802713713904508</c:v>
                </c:pt>
                <c:pt idx="586">
                  <c:v>1.8143044382718276</c:v>
                </c:pt>
                <c:pt idx="587">
                  <c:v>1.8290368120721769</c:v>
                </c:pt>
                <c:pt idx="588">
                  <c:v>1.8358255118185169</c:v>
                </c:pt>
                <c:pt idx="589">
                  <c:v>1.8177942944584109</c:v>
                </c:pt>
                <c:pt idx="590">
                  <c:v>1.7834175639053687</c:v>
                </c:pt>
                <c:pt idx="591">
                  <c:v>1.7900305064063453</c:v>
                </c:pt>
                <c:pt idx="592">
                  <c:v>1.7737280863062399</c:v>
                </c:pt>
                <c:pt idx="593">
                  <c:v>1.750405246550764</c:v>
                </c:pt>
                <c:pt idx="594">
                  <c:v>1.7555201315117626</c:v>
                </c:pt>
                <c:pt idx="595">
                  <c:v>1.7584918309579383</c:v>
                </c:pt>
                <c:pt idx="596">
                  <c:v>1.7598767303223197</c:v>
                </c:pt>
                <c:pt idx="597">
                  <c:v>1.7576163290052038</c:v>
                </c:pt>
                <c:pt idx="598">
                  <c:v>1.7788979004017282</c:v>
                </c:pt>
                <c:pt idx="599">
                  <c:v>1.8011182006902791</c:v>
                </c:pt>
                <c:pt idx="600">
                  <c:v>1.798035298035298</c:v>
                </c:pt>
                <c:pt idx="601">
                  <c:v>1.8047103999999998</c:v>
                </c:pt>
                <c:pt idx="602">
                  <c:v>1.7918712061229873</c:v>
                </c:pt>
                <c:pt idx="603">
                  <c:v>1.8087361723473347</c:v>
                </c:pt>
                <c:pt idx="604">
                  <c:v>1.836101641971452</c:v>
                </c:pt>
                <c:pt idx="605">
                  <c:v>1.834857689354652</c:v>
                </c:pt>
                <c:pt idx="606">
                  <c:v>1.8626564436394339</c:v>
                </c:pt>
                <c:pt idx="607">
                  <c:v>1.863295012703359</c:v>
                </c:pt>
                <c:pt idx="608">
                  <c:v>1.898288417962348</c:v>
                </c:pt>
                <c:pt idx="609">
                  <c:v>1.9015567765567765</c:v>
                </c:pt>
                <c:pt idx="610">
                  <c:v>1.9197812086954078</c:v>
                </c:pt>
                <c:pt idx="611">
                  <c:v>1.8976089443728368</c:v>
                </c:pt>
                <c:pt idx="612">
                  <c:v>1.8579198417776743</c:v>
                </c:pt>
                <c:pt idx="613">
                  <c:v>1.785051060839401</c:v>
                </c:pt>
                <c:pt idx="614">
                  <c:v>1.8311475656105878</c:v>
                </c:pt>
                <c:pt idx="615">
                  <c:v>1.7922149122807016</c:v>
                </c:pt>
                <c:pt idx="616">
                  <c:v>1.8087091076303228</c:v>
                </c:pt>
                <c:pt idx="617">
                  <c:v>1.8399352806911098</c:v>
                </c:pt>
                <c:pt idx="618">
                  <c:v>1.8176160637994871</c:v>
                </c:pt>
                <c:pt idx="619">
                  <c:v>1.8431732218525154</c:v>
                </c:pt>
                <c:pt idx="620">
                  <c:v>1.8390811324895748</c:v>
                </c:pt>
                <c:pt idx="621">
                  <c:v>1.8228317272053374</c:v>
                </c:pt>
                <c:pt idx="622">
                  <c:v>1.8004496505899874</c:v>
                </c:pt>
                <c:pt idx="623">
                  <c:v>1.7643795989439983</c:v>
                </c:pt>
                <c:pt idx="624">
                  <c:v>1.7579992955265937</c:v>
                </c:pt>
                <c:pt idx="625">
                  <c:v>1.7636052497595747</c:v>
                </c:pt>
                <c:pt idx="626">
                  <c:v>1.7899681663239149</c:v>
                </c:pt>
                <c:pt idx="627">
                  <c:v>1.795858112952887</c:v>
                </c:pt>
                <c:pt idx="628">
                  <c:v>1.779618537870099</c:v>
                </c:pt>
                <c:pt idx="629">
                  <c:v>1.7526071679550244</c:v>
                </c:pt>
                <c:pt idx="630">
                  <c:v>1.7551382397657527</c:v>
                </c:pt>
                <c:pt idx="631">
                  <c:v>1.7745588953204545</c:v>
                </c:pt>
                <c:pt idx="632">
                  <c:v>1.7826148330086671</c:v>
                </c:pt>
                <c:pt idx="633">
                  <c:v>1.7775556003107289</c:v>
                </c:pt>
                <c:pt idx="634">
                  <c:v>1.7426473763765924</c:v>
                </c:pt>
                <c:pt idx="635">
                  <c:v>1.7501316020354447</c:v>
                </c:pt>
                <c:pt idx="636">
                  <c:v>1.7615708897270912</c:v>
                </c:pt>
                <c:pt idx="637">
                  <c:v>1.6983064613163279</c:v>
                </c:pt>
                <c:pt idx="638">
                  <c:v>1.6953971754328343</c:v>
                </c:pt>
                <c:pt idx="639">
                  <c:v>1.6738874314708052</c:v>
                </c:pt>
                <c:pt idx="640">
                  <c:v>1.7129226204419459</c:v>
                </c:pt>
                <c:pt idx="641">
                  <c:v>1.7051428214458622</c:v>
                </c:pt>
                <c:pt idx="642">
                  <c:v>1.7358869994691035</c:v>
                </c:pt>
                <c:pt idx="643">
                  <c:v>1.7296993807950209</c:v>
                </c:pt>
                <c:pt idx="644">
                  <c:v>1.7339146943832155</c:v>
                </c:pt>
                <c:pt idx="645">
                  <c:v>1.7298636926889717</c:v>
                </c:pt>
                <c:pt idx="646">
                  <c:v>1.7574209761908646</c:v>
                </c:pt>
                <c:pt idx="647">
                  <c:v>1.7323710478517351</c:v>
                </c:pt>
                <c:pt idx="648">
                  <c:v>1.7195754604730855</c:v>
                </c:pt>
                <c:pt idx="649">
                  <c:v>1.7054708690893516</c:v>
                </c:pt>
                <c:pt idx="650">
                  <c:v>1.7080955434434111</c:v>
                </c:pt>
                <c:pt idx="651">
                  <c:v>1.7011341542449774</c:v>
                </c:pt>
                <c:pt idx="652">
                  <c:v>1.7016700282371924</c:v>
                </c:pt>
                <c:pt idx="653">
                  <c:v>1.6958041958041961</c:v>
                </c:pt>
                <c:pt idx="654">
                  <c:v>1.702318186979868</c:v>
                </c:pt>
                <c:pt idx="655">
                  <c:v>1.7208679086887733</c:v>
                </c:pt>
                <c:pt idx="656">
                  <c:v>1.720029736954493</c:v>
                </c:pt>
                <c:pt idx="657">
                  <c:v>1.7079373556808719</c:v>
                </c:pt>
                <c:pt idx="658">
                  <c:v>1.6776184978513247</c:v>
                </c:pt>
                <c:pt idx="659">
                  <c:v>1.6840545346769411</c:v>
                </c:pt>
                <c:pt idx="660">
                  <c:v>1.6756947677685552</c:v>
                </c:pt>
                <c:pt idx="661">
                  <c:v>1.6855528704852722</c:v>
                </c:pt>
                <c:pt idx="662">
                  <c:v>1.6827305311176279</c:v>
                </c:pt>
                <c:pt idx="663">
                  <c:v>1.6628387912996931</c:v>
                </c:pt>
                <c:pt idx="664">
                  <c:v>1.6800346359219409</c:v>
                </c:pt>
                <c:pt idx="665">
                  <c:v>1.7205665340690361</c:v>
                </c:pt>
                <c:pt idx="666">
                  <c:v>1.7104515717249082</c:v>
                </c:pt>
                <c:pt idx="667">
                  <c:v>1.7070294273808184</c:v>
                </c:pt>
                <c:pt idx="668">
                  <c:v>1.6893732537465076</c:v>
                </c:pt>
                <c:pt idx="669">
                  <c:v>1.6619012901385235</c:v>
                </c:pt>
                <c:pt idx="670">
                  <c:v>1.6912578959681821</c:v>
                </c:pt>
                <c:pt idx="671">
                  <c:v>1.6864301395520211</c:v>
                </c:pt>
                <c:pt idx="672">
                  <c:v>1.6580013658092418</c:v>
                </c:pt>
                <c:pt idx="673">
                  <c:v>1.700195798110393</c:v>
                </c:pt>
                <c:pt idx="674">
                  <c:v>1.6850808370821881</c:v>
                </c:pt>
                <c:pt idx="675">
                  <c:v>1.7231108408088796</c:v>
                </c:pt>
                <c:pt idx="676">
                  <c:v>1.7696236839362036</c:v>
                </c:pt>
                <c:pt idx="677">
                  <c:v>1.7569184298976857</c:v>
                </c:pt>
                <c:pt idx="678">
                  <c:v>1.7401817073524715</c:v>
                </c:pt>
                <c:pt idx="679">
                  <c:v>1.7067193216795402</c:v>
                </c:pt>
                <c:pt idx="680">
                  <c:v>1.7488520920622168</c:v>
                </c:pt>
                <c:pt idx="681">
                  <c:v>1.7480871782981682</c:v>
                </c:pt>
                <c:pt idx="682">
                  <c:v>1.8080022147426089</c:v>
                </c:pt>
                <c:pt idx="683">
                  <c:v>1.8284186578951183</c:v>
                </c:pt>
                <c:pt idx="684">
                  <c:v>1.7988572744412303</c:v>
                </c:pt>
                <c:pt idx="685">
                  <c:v>1.7739362457066621</c:v>
                </c:pt>
                <c:pt idx="686">
                  <c:v>1.7384539007092199</c:v>
                </c:pt>
                <c:pt idx="687">
                  <c:v>1.7245404904332209</c:v>
                </c:pt>
                <c:pt idx="688">
                  <c:v>1.7182166390278981</c:v>
                </c:pt>
                <c:pt idx="689">
                  <c:v>1.7096839051571857</c:v>
                </c:pt>
                <c:pt idx="690">
                  <c:v>1.7358666494527406</c:v>
                </c:pt>
                <c:pt idx="691">
                  <c:v>1.745991898214184</c:v>
                </c:pt>
                <c:pt idx="692">
                  <c:v>1.7437499098371299</c:v>
                </c:pt>
                <c:pt idx="693">
                  <c:v>1.7475377780333854</c:v>
                </c:pt>
                <c:pt idx="694">
                  <c:v>1.7520844913841025</c:v>
                </c:pt>
                <c:pt idx="695">
                  <c:v>1.7518222327146102</c:v>
                </c:pt>
                <c:pt idx="696">
                  <c:v>1.7565366418140005</c:v>
                </c:pt>
                <c:pt idx="697">
                  <c:v>1.7572380145490667</c:v>
                </c:pt>
                <c:pt idx="698">
                  <c:v>1.5963461426661241</c:v>
                </c:pt>
                <c:pt idx="699">
                  <c:v>1.5844130757800892</c:v>
                </c:pt>
                <c:pt idx="700">
                  <c:v>1.5828477136231196</c:v>
                </c:pt>
                <c:pt idx="701">
                  <c:v>1.5888230062259114</c:v>
                </c:pt>
                <c:pt idx="702">
                  <c:v>1.5834009269988414</c:v>
                </c:pt>
                <c:pt idx="703">
                  <c:v>1.5966038487815988</c:v>
                </c:pt>
                <c:pt idx="704">
                  <c:v>1.5857563221069806</c:v>
                </c:pt>
                <c:pt idx="705">
                  <c:v>1.5895415472779371</c:v>
                </c:pt>
                <c:pt idx="706">
                  <c:v>1.5790699377517394</c:v>
                </c:pt>
                <c:pt idx="707">
                  <c:v>1.5617137327351103</c:v>
                </c:pt>
                <c:pt idx="708">
                  <c:v>1.5474660445678465</c:v>
                </c:pt>
                <c:pt idx="709">
                  <c:v>1.5276586711950755</c:v>
                </c:pt>
                <c:pt idx="710">
                  <c:v>1.5370367737992012</c:v>
                </c:pt>
                <c:pt idx="711">
                  <c:v>1.5321546098499637</c:v>
                </c:pt>
                <c:pt idx="712">
                  <c:v>1.5402789638485623</c:v>
                </c:pt>
                <c:pt idx="713">
                  <c:v>1.5218125691653561</c:v>
                </c:pt>
                <c:pt idx="714">
                  <c:v>1.514268945785342</c:v>
                </c:pt>
                <c:pt idx="715">
                  <c:v>1.5244650781330091</c:v>
                </c:pt>
                <c:pt idx="716">
                  <c:v>1.5016336021663625</c:v>
                </c:pt>
                <c:pt idx="717">
                  <c:v>1.5003240347365239</c:v>
                </c:pt>
                <c:pt idx="718">
                  <c:v>1.491889749791607</c:v>
                </c:pt>
                <c:pt idx="719">
                  <c:v>1.4895873189396012</c:v>
                </c:pt>
                <c:pt idx="720">
                  <c:v>1.4659514673296221</c:v>
                </c:pt>
                <c:pt idx="721">
                  <c:v>1.4861883661732818</c:v>
                </c:pt>
                <c:pt idx="722">
                  <c:v>1.478054808658573</c:v>
                </c:pt>
                <c:pt idx="723">
                  <c:v>1.4209779717656685</c:v>
                </c:pt>
                <c:pt idx="724">
                  <c:v>1.4119591718666062</c:v>
                </c:pt>
                <c:pt idx="725">
                  <c:v>1.4111362009142479</c:v>
                </c:pt>
                <c:pt idx="726">
                  <c:v>1.4101191051244186</c:v>
                </c:pt>
                <c:pt idx="727">
                  <c:v>1.3995499613248013</c:v>
                </c:pt>
                <c:pt idx="728">
                  <c:v>1.3949963982933451</c:v>
                </c:pt>
                <c:pt idx="729">
                  <c:v>1.3884288545597698</c:v>
                </c:pt>
                <c:pt idx="730">
                  <c:v>1.3845053699606023</c:v>
                </c:pt>
                <c:pt idx="731">
                  <c:v>1.3667194758465133</c:v>
                </c:pt>
                <c:pt idx="732">
                  <c:v>1.3625674912310664</c:v>
                </c:pt>
                <c:pt idx="733">
                  <c:v>1.3765491971117578</c:v>
                </c:pt>
                <c:pt idx="734">
                  <c:v>1.3854566831175577</c:v>
                </c:pt>
                <c:pt idx="735">
                  <c:v>1.3642844239400804</c:v>
                </c:pt>
                <c:pt idx="736">
                  <c:v>1.3851538892762896</c:v>
                </c:pt>
                <c:pt idx="737">
                  <c:v>1.3997266826101811</c:v>
                </c:pt>
                <c:pt idx="738">
                  <c:v>1.4417029772423751</c:v>
                </c:pt>
                <c:pt idx="739">
                  <c:v>1.4377784575281616</c:v>
                </c:pt>
                <c:pt idx="740">
                  <c:v>1.440321016196968</c:v>
                </c:pt>
                <c:pt idx="741">
                  <c:v>1.4495622180949854</c:v>
                </c:pt>
                <c:pt idx="742">
                  <c:v>1.4405549598556373</c:v>
                </c:pt>
                <c:pt idx="743">
                  <c:v>1.4090805659291383</c:v>
                </c:pt>
                <c:pt idx="744">
                  <c:v>1.4020251415207166</c:v>
                </c:pt>
                <c:pt idx="745">
                  <c:v>1.4162288382953883</c:v>
                </c:pt>
                <c:pt idx="746">
                  <c:v>1.3698836738398805</c:v>
                </c:pt>
                <c:pt idx="747">
                  <c:v>1.3429168487762237</c:v>
                </c:pt>
                <c:pt idx="748">
                  <c:v>1.3402301963439405</c:v>
                </c:pt>
                <c:pt idx="749">
                  <c:v>1.3385281385281385</c:v>
                </c:pt>
                <c:pt idx="750">
                  <c:v>1.3254490436134476</c:v>
                </c:pt>
                <c:pt idx="751">
                  <c:v>1.3179967653783951</c:v>
                </c:pt>
                <c:pt idx="752">
                  <c:v>1.314070493001293</c:v>
                </c:pt>
                <c:pt idx="753">
                  <c:v>1.3152570037569122</c:v>
                </c:pt>
                <c:pt idx="754">
                  <c:v>1.3203222430871115</c:v>
                </c:pt>
                <c:pt idx="755">
                  <c:v>1.3072729098813436</c:v>
                </c:pt>
                <c:pt idx="756">
                  <c:v>1.3165111380786989</c:v>
                </c:pt>
                <c:pt idx="757">
                  <c:v>1.3056328978367959</c:v>
                </c:pt>
                <c:pt idx="758">
                  <c:v>1.2938742673255947</c:v>
                </c:pt>
                <c:pt idx="759">
                  <c:v>1.2909277135480972</c:v>
                </c:pt>
                <c:pt idx="760">
                  <c:v>1.2893248301677525</c:v>
                </c:pt>
                <c:pt idx="761">
                  <c:v>1.2852559162685124</c:v>
                </c:pt>
                <c:pt idx="762">
                  <c:v>1.2899769936524657</c:v>
                </c:pt>
                <c:pt idx="763">
                  <c:v>1.2699445513183205</c:v>
                </c:pt>
                <c:pt idx="764">
                  <c:v>1.2621697093863578</c:v>
                </c:pt>
                <c:pt idx="765">
                  <c:v>1.2693307978411028</c:v>
                </c:pt>
                <c:pt idx="766">
                  <c:v>1.2493502435698967</c:v>
                </c:pt>
                <c:pt idx="767">
                  <c:v>1.2536691480796123</c:v>
                </c:pt>
                <c:pt idx="768">
                  <c:v>1.2510727457987112</c:v>
                </c:pt>
                <c:pt idx="769">
                  <c:v>1.227709092980857</c:v>
                </c:pt>
                <c:pt idx="770">
                  <c:v>1.2411971080777808</c:v>
                </c:pt>
                <c:pt idx="771">
                  <c:v>1.2453547417094548</c:v>
                </c:pt>
                <c:pt idx="772">
                  <c:v>1.2328915800297042</c:v>
                </c:pt>
                <c:pt idx="773">
                  <c:v>1.2471034925598146</c:v>
                </c:pt>
                <c:pt idx="774">
                  <c:v>1.2677363943723414</c:v>
                </c:pt>
                <c:pt idx="775">
                  <c:v>1.2832163074243415</c:v>
                </c:pt>
                <c:pt idx="776">
                  <c:v>1.2738300618080554</c:v>
                </c:pt>
                <c:pt idx="777">
                  <c:v>1.2999999999999998</c:v>
                </c:pt>
                <c:pt idx="778">
                  <c:v>1.3142223844084933</c:v>
                </c:pt>
                <c:pt idx="779">
                  <c:v>1.2925901870044112</c:v>
                </c:pt>
                <c:pt idx="780">
                  <c:v>1.3023060517195415</c:v>
                </c:pt>
                <c:pt idx="781">
                  <c:v>1.2992315724651262</c:v>
                </c:pt>
                <c:pt idx="782">
                  <c:v>1.3010047763670176</c:v>
                </c:pt>
                <c:pt idx="783">
                  <c:v>1.2632873400308475</c:v>
                </c:pt>
                <c:pt idx="784">
                  <c:v>1.2513207975913196</c:v>
                </c:pt>
                <c:pt idx="785">
                  <c:v>1.2406337862356476</c:v>
                </c:pt>
                <c:pt idx="786">
                  <c:v>1.2435525029862091</c:v>
                </c:pt>
                <c:pt idx="787">
                  <c:v>1.2526424647783285</c:v>
                </c:pt>
                <c:pt idx="788">
                  <c:v>1.2790863572736082</c:v>
                </c:pt>
                <c:pt idx="789">
                  <c:v>1.2995422278245869</c:v>
                </c:pt>
                <c:pt idx="790">
                  <c:v>1.3061938127112118</c:v>
                </c:pt>
                <c:pt idx="791">
                  <c:v>1.331449004811611</c:v>
                </c:pt>
                <c:pt idx="792">
                  <c:v>1.3246046046046047</c:v>
                </c:pt>
                <c:pt idx="793">
                  <c:v>1.320318090377631</c:v>
                </c:pt>
                <c:pt idx="794">
                  <c:v>1.3107135267240462</c:v>
                </c:pt>
                <c:pt idx="795">
                  <c:v>1.3066344004972164</c:v>
                </c:pt>
                <c:pt idx="796">
                  <c:v>1.2983496613847065</c:v>
                </c:pt>
                <c:pt idx="797">
                  <c:v>1.2814350585548504</c:v>
                </c:pt>
                <c:pt idx="798">
                  <c:v>1.2906512716824519</c:v>
                </c:pt>
                <c:pt idx="799">
                  <c:v>1.3033825795822926</c:v>
                </c:pt>
                <c:pt idx="800">
                  <c:v>1.3039070389654677</c:v>
                </c:pt>
                <c:pt idx="801">
                  <c:v>1.2896161385380294</c:v>
                </c:pt>
                <c:pt idx="802">
                  <c:v>1.2756017846026146</c:v>
                </c:pt>
                <c:pt idx="803">
                  <c:v>1.2686142709410548</c:v>
                </c:pt>
                <c:pt idx="804">
                  <c:v>1.2804033329925366</c:v>
                </c:pt>
                <c:pt idx="805">
                  <c:v>1.2934682969026376</c:v>
                </c:pt>
                <c:pt idx="806">
                  <c:v>1.3051087798537346</c:v>
                </c:pt>
                <c:pt idx="807">
                  <c:v>1.2859712230215827</c:v>
                </c:pt>
                <c:pt idx="808">
                  <c:v>1.261236325293265</c:v>
                </c:pt>
                <c:pt idx="809">
                  <c:v>1.2640176365906133</c:v>
                </c:pt>
                <c:pt idx="810">
                  <c:v>1.2650993055829034</c:v>
                </c:pt>
                <c:pt idx="811">
                  <c:v>1.2558176922149431</c:v>
                </c:pt>
                <c:pt idx="812">
                  <c:v>1.254981037337749</c:v>
                </c:pt>
                <c:pt idx="813">
                  <c:v>1.249970199070211</c:v>
                </c:pt>
                <c:pt idx="814">
                  <c:v>1.2382293279239844</c:v>
                </c:pt>
                <c:pt idx="815">
                  <c:v>1.2433448579579065</c:v>
                </c:pt>
                <c:pt idx="816">
                  <c:v>1.2398061058273344</c:v>
                </c:pt>
                <c:pt idx="817">
                  <c:v>1.2476418526505177</c:v>
                </c:pt>
                <c:pt idx="818">
                  <c:v>1.2466063648041954</c:v>
                </c:pt>
                <c:pt idx="819">
                  <c:v>1.2437785946632112</c:v>
                </c:pt>
                <c:pt idx="820">
                  <c:v>1.2535610612300006</c:v>
                </c:pt>
                <c:pt idx="821">
                  <c:v>1.2490552335355112</c:v>
                </c:pt>
                <c:pt idx="822">
                  <c:v>1.2605273244989597</c:v>
                </c:pt>
                <c:pt idx="823">
                  <c:v>1.3103628332321935</c:v>
                </c:pt>
                <c:pt idx="824">
                  <c:v>1.3085118521265369</c:v>
                </c:pt>
                <c:pt idx="825">
                  <c:v>1.3022230519573772</c:v>
                </c:pt>
                <c:pt idx="826">
                  <c:v>1.3092814848059298</c:v>
                </c:pt>
                <c:pt idx="827">
                  <c:v>1.3072757647329916</c:v>
                </c:pt>
                <c:pt idx="828">
                  <c:v>1.32156303479749</c:v>
                </c:pt>
                <c:pt idx="829">
                  <c:v>1.3302124131621829</c:v>
                </c:pt>
                <c:pt idx="830">
                  <c:v>1.3406149545772188</c:v>
                </c:pt>
                <c:pt idx="831">
                  <c:v>1.3549368736907661</c:v>
                </c:pt>
                <c:pt idx="832">
                  <c:v>1.3408020899121549</c:v>
                </c:pt>
                <c:pt idx="833">
                  <c:v>1.3393557503748992</c:v>
                </c:pt>
                <c:pt idx="834">
                  <c:v>1.3361044613710553</c:v>
                </c:pt>
                <c:pt idx="835">
                  <c:v>1.3385074192609836</c:v>
                </c:pt>
                <c:pt idx="836">
                  <c:v>1.3428798382437896</c:v>
                </c:pt>
                <c:pt idx="837">
                  <c:v>1.3539771145590671</c:v>
                </c:pt>
                <c:pt idx="838">
                  <c:v>1.3514225735852425</c:v>
                </c:pt>
                <c:pt idx="839">
                  <c:v>1.3565837252217394</c:v>
                </c:pt>
                <c:pt idx="840">
                  <c:v>1.3595092574605119</c:v>
                </c:pt>
                <c:pt idx="841">
                  <c:v>1.339740164572615</c:v>
                </c:pt>
                <c:pt idx="842">
                  <c:v>1.3526917737944353</c:v>
                </c:pt>
                <c:pt idx="843">
                  <c:v>1.3422542152660584</c:v>
                </c:pt>
                <c:pt idx="844">
                  <c:v>1.3382307522611956</c:v>
                </c:pt>
                <c:pt idx="845">
                  <c:v>1.3229971518294019</c:v>
                </c:pt>
                <c:pt idx="846">
                  <c:v>1.3231964229413282</c:v>
                </c:pt>
                <c:pt idx="847">
                  <c:v>1.3305466800892896</c:v>
                </c:pt>
                <c:pt idx="848">
                  <c:v>1.3470245416739881</c:v>
                </c:pt>
                <c:pt idx="849">
                  <c:v>1.3560706627182679</c:v>
                </c:pt>
                <c:pt idx="850">
                  <c:v>1.3092052804110923</c:v>
                </c:pt>
                <c:pt idx="851">
                  <c:v>1.3177465121778198</c:v>
                </c:pt>
                <c:pt idx="852">
                  <c:v>1.316576006622125</c:v>
                </c:pt>
                <c:pt idx="853">
                  <c:v>1.316757992205585</c:v>
                </c:pt>
                <c:pt idx="854">
                  <c:v>1.3173729230164193</c:v>
                </c:pt>
                <c:pt idx="855">
                  <c:v>1.3175692607545595</c:v>
                </c:pt>
                <c:pt idx="856">
                  <c:v>1.3216842751671296</c:v>
                </c:pt>
                <c:pt idx="857">
                  <c:v>1.3220561347681057</c:v>
                </c:pt>
                <c:pt idx="858">
                  <c:v>1.3195975956621038</c:v>
                </c:pt>
                <c:pt idx="859">
                  <c:v>1.3045593725095423</c:v>
                </c:pt>
                <c:pt idx="860">
                  <c:v>1.291413579718824</c:v>
                </c:pt>
                <c:pt idx="861">
                  <c:v>1.2986565279689029</c:v>
                </c:pt>
                <c:pt idx="862">
                  <c:v>1.2935184923572458</c:v>
                </c:pt>
                <c:pt idx="863">
                  <c:v>1.2969381532483371</c:v>
                </c:pt>
                <c:pt idx="864">
                  <c:v>1.2845251500163912</c:v>
                </c:pt>
                <c:pt idx="865">
                  <c:v>1.3052973313120333</c:v>
                </c:pt>
                <c:pt idx="866">
                  <c:v>1.3124955752212391</c:v>
                </c:pt>
                <c:pt idx="867">
                  <c:v>1.3468309361666055</c:v>
                </c:pt>
                <c:pt idx="868">
                  <c:v>1.3434373368330441</c:v>
                </c:pt>
                <c:pt idx="869">
                  <c:v>1.3773843152101111</c:v>
                </c:pt>
                <c:pt idx="870">
                  <c:v>1.4104433987080933</c:v>
                </c:pt>
                <c:pt idx="871">
                  <c:v>1.4105448769327174</c:v>
                </c:pt>
                <c:pt idx="872">
                  <c:v>1.4208499674396218</c:v>
                </c:pt>
                <c:pt idx="873">
                  <c:v>1.4142675016461426</c:v>
                </c:pt>
                <c:pt idx="874">
                  <c:v>1.4133126075612057</c:v>
                </c:pt>
                <c:pt idx="875">
                  <c:v>1.4250031033198625</c:v>
                </c:pt>
                <c:pt idx="876">
                  <c:v>1.4356252821052922</c:v>
                </c:pt>
                <c:pt idx="877">
                  <c:v>1.4325733972027397</c:v>
                </c:pt>
                <c:pt idx="878">
                  <c:v>1.4312612809713943</c:v>
                </c:pt>
                <c:pt idx="879">
                  <c:v>1.4228937880164039</c:v>
                </c:pt>
                <c:pt idx="880">
                  <c:v>1.4497048646448198</c:v>
                </c:pt>
                <c:pt idx="881">
                  <c:v>1.4560908428073776</c:v>
                </c:pt>
                <c:pt idx="882">
                  <c:v>1.4601412170538459</c:v>
                </c:pt>
                <c:pt idx="883">
                  <c:v>1.4770142949967511</c:v>
                </c:pt>
                <c:pt idx="884">
                  <c:v>1.4690496238150854</c:v>
                </c:pt>
                <c:pt idx="885">
                  <c:v>1.465662559787301</c:v>
                </c:pt>
                <c:pt idx="886">
                  <c:v>1.4926367413663919</c:v>
                </c:pt>
                <c:pt idx="887">
                  <c:v>1.4828422230511002</c:v>
                </c:pt>
                <c:pt idx="888">
                  <c:v>1.4804953145917001</c:v>
                </c:pt>
                <c:pt idx="889">
                  <c:v>1.4760637936884968</c:v>
                </c:pt>
                <c:pt idx="890">
                  <c:v>1.485023797800755</c:v>
                </c:pt>
                <c:pt idx="891">
                  <c:v>1.4872983844026031</c:v>
                </c:pt>
                <c:pt idx="892">
                  <c:v>1.4653105037176668</c:v>
                </c:pt>
                <c:pt idx="893">
                  <c:v>1.4507999378689034</c:v>
                </c:pt>
                <c:pt idx="894">
                  <c:v>1.4390379887984996</c:v>
                </c:pt>
                <c:pt idx="895">
                  <c:v>1.4259514443915515</c:v>
                </c:pt>
                <c:pt idx="896">
                  <c:v>1.4267081758953566</c:v>
                </c:pt>
                <c:pt idx="897">
                  <c:v>1.4153642285685977</c:v>
                </c:pt>
                <c:pt idx="898">
                  <c:v>1.3491899430905445</c:v>
                </c:pt>
                <c:pt idx="899">
                  <c:v>1.336107223462067</c:v>
                </c:pt>
                <c:pt idx="900">
                  <c:v>1.358448561604868</c:v>
                </c:pt>
                <c:pt idx="901">
                  <c:v>1.3643404139500934</c:v>
                </c:pt>
                <c:pt idx="902">
                  <c:v>1.3678541736465275</c:v>
                </c:pt>
                <c:pt idx="903">
                  <c:v>1.3596367947010155</c:v>
                </c:pt>
                <c:pt idx="904">
                  <c:v>1.3804499157323953</c:v>
                </c:pt>
                <c:pt idx="905">
                  <c:v>1.3777670020608557</c:v>
                </c:pt>
                <c:pt idx="906">
                  <c:v>1.3712847584555889</c:v>
                </c:pt>
                <c:pt idx="907">
                  <c:v>1.3797603686635946</c:v>
                </c:pt>
                <c:pt idx="908">
                  <c:v>1.3542384986700819</c:v>
                </c:pt>
                <c:pt idx="909">
                  <c:v>1.3387736386844129</c:v>
                </c:pt>
                <c:pt idx="910">
                  <c:v>1.3411716377035301</c:v>
                </c:pt>
                <c:pt idx="911">
                  <c:v>1.3549678306566475</c:v>
                </c:pt>
                <c:pt idx="912">
                  <c:v>1.3720437524635396</c:v>
                </c:pt>
                <c:pt idx="913">
                  <c:v>1.3603129669902441</c:v>
                </c:pt>
                <c:pt idx="914">
                  <c:v>1.3649605675349528</c:v>
                </c:pt>
                <c:pt idx="915">
                  <c:v>1.3678303783586181</c:v>
                </c:pt>
                <c:pt idx="916">
                  <c:v>1.3688413794813923</c:v>
                </c:pt>
                <c:pt idx="917">
                  <c:v>1.38553788426874</c:v>
                </c:pt>
                <c:pt idx="918">
                  <c:v>1.3699814092067519</c:v>
                </c:pt>
                <c:pt idx="919">
                  <c:v>1.3609686960808478</c:v>
                </c:pt>
                <c:pt idx="920">
                  <c:v>1.3876914734987122</c:v>
                </c:pt>
                <c:pt idx="921">
                  <c:v>1.351190403850127</c:v>
                </c:pt>
                <c:pt idx="922">
                  <c:v>1.3333990244863771</c:v>
                </c:pt>
                <c:pt idx="923">
                  <c:v>1.3398434139206743</c:v>
                </c:pt>
                <c:pt idx="924">
                  <c:v>1.3525674114494999</c:v>
                </c:pt>
                <c:pt idx="925">
                  <c:v>1.3594938279263074</c:v>
                </c:pt>
                <c:pt idx="926">
                  <c:v>1.3611665803811355</c:v>
                </c:pt>
                <c:pt idx="927">
                  <c:v>1.3726698300489033</c:v>
                </c:pt>
                <c:pt idx="928">
                  <c:v>1.3676331679320859</c:v>
                </c:pt>
                <c:pt idx="929">
                  <c:v>1.373714435183754</c:v>
                </c:pt>
                <c:pt idx="930">
                  <c:v>1.3704857885391064</c:v>
                </c:pt>
                <c:pt idx="931">
                  <c:v>1.4058569910067003</c:v>
                </c:pt>
                <c:pt idx="932">
                  <c:v>1.4131304948655024</c:v>
                </c:pt>
                <c:pt idx="933">
                  <c:v>1.4137207025490401</c:v>
                </c:pt>
                <c:pt idx="934">
                  <c:v>1.413928419460073</c:v>
                </c:pt>
                <c:pt idx="935">
                  <c:v>1.41407305568066</c:v>
                </c:pt>
                <c:pt idx="936">
                  <c:v>1.4122533255805674</c:v>
                </c:pt>
                <c:pt idx="937">
                  <c:v>1.446927508401344</c:v>
                </c:pt>
                <c:pt idx="938">
                  <c:v>1.4388802824512736</c:v>
                </c:pt>
                <c:pt idx="939">
                  <c:v>1.456233902854863</c:v>
                </c:pt>
                <c:pt idx="940">
                  <c:v>1.4580889332392242</c:v>
                </c:pt>
                <c:pt idx="941">
                  <c:v>1.4683996730790345</c:v>
                </c:pt>
                <c:pt idx="942">
                  <c:v>1.4530569014633197</c:v>
                </c:pt>
                <c:pt idx="943">
                  <c:v>1.4541240052557207</c:v>
                </c:pt>
                <c:pt idx="944">
                  <c:v>1.4694772724424447</c:v>
                </c:pt>
                <c:pt idx="945">
                  <c:v>1.4584725089134922</c:v>
                </c:pt>
                <c:pt idx="946">
                  <c:v>1.4391764971072207</c:v>
                </c:pt>
                <c:pt idx="947">
                  <c:v>1.4436409133562715</c:v>
                </c:pt>
                <c:pt idx="948">
                  <c:v>1.444891726818434</c:v>
                </c:pt>
                <c:pt idx="949">
                  <c:v>1.4644600042435816</c:v>
                </c:pt>
                <c:pt idx="950">
                  <c:v>1.4436633541896702</c:v>
                </c:pt>
                <c:pt idx="951">
                  <c:v>1.4515083396465431</c:v>
                </c:pt>
                <c:pt idx="952">
                  <c:v>1.4501649001787467</c:v>
                </c:pt>
                <c:pt idx="953">
                  <c:v>1.4322348428236937</c:v>
                </c:pt>
                <c:pt idx="954">
                  <c:v>1.4239307384934143</c:v>
                </c:pt>
                <c:pt idx="955">
                  <c:v>1.4224415468184812</c:v>
                </c:pt>
                <c:pt idx="956">
                  <c:v>1.4109613248510553</c:v>
                </c:pt>
                <c:pt idx="957">
                  <c:v>1.4207114526524542</c:v>
                </c:pt>
                <c:pt idx="958">
                  <c:v>1.2812542469205965</c:v>
                </c:pt>
                <c:pt idx="959">
                  <c:v>1.2678106479529843</c:v>
                </c:pt>
                <c:pt idx="960">
                  <c:v>1.2687209200245808</c:v>
                </c:pt>
                <c:pt idx="961">
                  <c:v>1.2685160788446821</c:v>
                </c:pt>
                <c:pt idx="962">
                  <c:v>1.2674964653605332</c:v>
                </c:pt>
                <c:pt idx="963">
                  <c:v>1.2560744635781396</c:v>
                </c:pt>
                <c:pt idx="964">
                  <c:v>1.2739106248841092</c:v>
                </c:pt>
                <c:pt idx="965">
                  <c:v>1.263653530479</c:v>
                </c:pt>
                <c:pt idx="966">
                  <c:v>1.2548327182971235</c:v>
                </c:pt>
                <c:pt idx="967">
                  <c:v>1.2419689947259069</c:v>
                </c:pt>
                <c:pt idx="968">
                  <c:v>1.2228601833863364</c:v>
                </c:pt>
                <c:pt idx="969">
                  <c:v>1.2140553281230617</c:v>
                </c:pt>
                <c:pt idx="970">
                  <c:v>1.2234539306637602</c:v>
                </c:pt>
                <c:pt idx="971">
                  <c:v>1.223102310231023</c:v>
                </c:pt>
                <c:pt idx="972">
                  <c:v>1.2140996480170783</c:v>
                </c:pt>
                <c:pt idx="973">
                  <c:v>1.2441065505279418</c:v>
                </c:pt>
                <c:pt idx="974">
                  <c:v>1.2420562430853939</c:v>
                </c:pt>
                <c:pt idx="975">
                  <c:v>1.2457915484276891</c:v>
                </c:pt>
                <c:pt idx="976">
                  <c:v>1.2441801426721841</c:v>
                </c:pt>
                <c:pt idx="977">
                  <c:v>1.2515482902587001</c:v>
                </c:pt>
                <c:pt idx="978">
                  <c:v>1.2573209996422547</c:v>
                </c:pt>
                <c:pt idx="979">
                  <c:v>1.2451888162672478</c:v>
                </c:pt>
                <c:pt idx="980">
                  <c:v>1.2576050185994063</c:v>
                </c:pt>
                <c:pt idx="981">
                  <c:v>1.2487775061124695</c:v>
                </c:pt>
                <c:pt idx="982">
                  <c:v>1.2307523011793948</c:v>
                </c:pt>
                <c:pt idx="983">
                  <c:v>1.2267118191846893</c:v>
                </c:pt>
                <c:pt idx="984">
                  <c:v>1.2412452839743753</c:v>
                </c:pt>
                <c:pt idx="985">
                  <c:v>1.2313658888987464</c:v>
                </c:pt>
                <c:pt idx="986">
                  <c:v>1.2307360788936634</c:v>
                </c:pt>
                <c:pt idx="987">
                  <c:v>1.2103847984664668</c:v>
                </c:pt>
                <c:pt idx="988">
                  <c:v>1.2242059159741576</c:v>
                </c:pt>
                <c:pt idx="989">
                  <c:v>1.2179185872881906</c:v>
                </c:pt>
                <c:pt idx="990">
                  <c:v>1.2082217090069285</c:v>
                </c:pt>
                <c:pt idx="991">
                  <c:v>1.2152717917434721</c:v>
                </c:pt>
                <c:pt idx="992">
                  <c:v>1.2177801508376158</c:v>
                </c:pt>
                <c:pt idx="993">
                  <c:v>1.244199192462988</c:v>
                </c:pt>
                <c:pt idx="994">
                  <c:v>1.2430928165291901</c:v>
                </c:pt>
                <c:pt idx="995">
                  <c:v>1.2199203079988155</c:v>
                </c:pt>
                <c:pt idx="996">
                  <c:v>1.23771652397147</c:v>
                </c:pt>
                <c:pt idx="997">
                  <c:v>1.2312312312312312</c:v>
                </c:pt>
                <c:pt idx="998">
                  <c:v>1.2098648135077907</c:v>
                </c:pt>
                <c:pt idx="999">
                  <c:v>1.2131463888589011</c:v>
                </c:pt>
                <c:pt idx="1000">
                  <c:v>1.2101141491903373</c:v>
                </c:pt>
                <c:pt idx="1001">
                  <c:v>1.211218183026517</c:v>
                </c:pt>
                <c:pt idx="1002">
                  <c:v>1.2293342992419343</c:v>
                </c:pt>
                <c:pt idx="1003">
                  <c:v>1.2024616735764009</c:v>
                </c:pt>
                <c:pt idx="1004">
                  <c:v>1.2206402048655571</c:v>
                </c:pt>
                <c:pt idx="1005">
                  <c:v>1.2216676904176904</c:v>
                </c:pt>
                <c:pt idx="1006">
                  <c:v>1.2114190616398899</c:v>
                </c:pt>
                <c:pt idx="1007">
                  <c:v>1.225627937534745</c:v>
                </c:pt>
                <c:pt idx="1008">
                  <c:v>1.2159066486301975</c:v>
                </c:pt>
                <c:pt idx="1009">
                  <c:v>1.2261096154321141</c:v>
                </c:pt>
                <c:pt idx="1010">
                  <c:v>1.219191445223748</c:v>
                </c:pt>
                <c:pt idx="1011">
                  <c:v>1.2186839371906886</c:v>
                </c:pt>
                <c:pt idx="1012">
                  <c:v>1.1935527199462725</c:v>
                </c:pt>
                <c:pt idx="1013">
                  <c:v>1.1819512730733102</c:v>
                </c:pt>
                <c:pt idx="1014">
                  <c:v>1.1639639418954999</c:v>
                </c:pt>
                <c:pt idx="1015">
                  <c:v>1.1774012137392313</c:v>
                </c:pt>
                <c:pt idx="1016">
                  <c:v>1.1710351283440903</c:v>
                </c:pt>
                <c:pt idx="1017">
                  <c:v>1.1654344037839182</c:v>
                </c:pt>
                <c:pt idx="1018">
                  <c:v>1.1699688861232109</c:v>
                </c:pt>
                <c:pt idx="1019">
                  <c:v>1.1794347341018965</c:v>
                </c:pt>
                <c:pt idx="1020">
                  <c:v>1.1776169334278499</c:v>
                </c:pt>
                <c:pt idx="1021">
                  <c:v>1.1785411625993296</c:v>
                </c:pt>
                <c:pt idx="1022">
                  <c:v>1.1968942887116054</c:v>
                </c:pt>
                <c:pt idx="1023">
                  <c:v>1.1743831917438319</c:v>
                </c:pt>
                <c:pt idx="1024">
                  <c:v>1.2024383609070901</c:v>
                </c:pt>
                <c:pt idx="1025">
                  <c:v>1.2064413806883461</c:v>
                </c:pt>
                <c:pt idx="1026">
                  <c:v>1.218049418061866</c:v>
                </c:pt>
                <c:pt idx="1027">
                  <c:v>1.2064015207623562</c:v>
                </c:pt>
                <c:pt idx="1028">
                  <c:v>1.1983092594655478</c:v>
                </c:pt>
                <c:pt idx="1029">
                  <c:v>1.2015519299641861</c:v>
                </c:pt>
                <c:pt idx="1030">
                  <c:v>1.2162283686564264</c:v>
                </c:pt>
                <c:pt idx="1031">
                  <c:v>1.2286596109214187</c:v>
                </c:pt>
                <c:pt idx="1032">
                  <c:v>1.220428794686462</c:v>
                </c:pt>
                <c:pt idx="1033">
                  <c:v>1.2174477271624702</c:v>
                </c:pt>
                <c:pt idx="1034">
                  <c:v>1.2126474284609436</c:v>
                </c:pt>
                <c:pt idx="1035">
                  <c:v>1.2123142509135199</c:v>
                </c:pt>
                <c:pt idx="1036">
                  <c:v>1.2202199071289368</c:v>
                </c:pt>
                <c:pt idx="1037">
                  <c:v>1.2214989972258583</c:v>
                </c:pt>
                <c:pt idx="1038">
                  <c:v>1.2327115970474549</c:v>
                </c:pt>
                <c:pt idx="1039">
                  <c:v>1.2276662236430906</c:v>
                </c:pt>
                <c:pt idx="1040">
                  <c:v>1.2196422182468694</c:v>
                </c:pt>
                <c:pt idx="1041">
                  <c:v>1.2133277601958561</c:v>
                </c:pt>
                <c:pt idx="1042">
                  <c:v>1.2124893970347537</c:v>
                </c:pt>
                <c:pt idx="1043">
                  <c:v>1.2089680736577784</c:v>
                </c:pt>
                <c:pt idx="1044">
                  <c:v>1.1535498471242507</c:v>
                </c:pt>
                <c:pt idx="1045">
                  <c:v>1.1415059191154378</c:v>
                </c:pt>
                <c:pt idx="1046">
                  <c:v>1.1295275638451898</c:v>
                </c:pt>
                <c:pt idx="1047">
                  <c:v>1.1427346090654296</c:v>
                </c:pt>
                <c:pt idx="1048">
                  <c:v>1.1750141363587148</c:v>
                </c:pt>
                <c:pt idx="1049">
                  <c:v>1.1935514722584195</c:v>
                </c:pt>
                <c:pt idx="1050">
                  <c:v>1.1836406608040502</c:v>
                </c:pt>
                <c:pt idx="1051">
                  <c:v>1.1757307096262659</c:v>
                </c:pt>
                <c:pt idx="1052">
                  <c:v>1.177423030332106</c:v>
                </c:pt>
                <c:pt idx="1053">
                  <c:v>1.1806980535046505</c:v>
                </c:pt>
                <c:pt idx="1054">
                  <c:v>1.1801916308173643</c:v>
                </c:pt>
                <c:pt idx="1055">
                  <c:v>1.174215813907789</c:v>
                </c:pt>
                <c:pt idx="1056">
                  <c:v>1.178264317398954</c:v>
                </c:pt>
                <c:pt idx="1057">
                  <c:v>1.193032538711551</c:v>
                </c:pt>
                <c:pt idx="1058">
                  <c:v>1.1770441583024083</c:v>
                </c:pt>
                <c:pt idx="1059">
                  <c:v>1.1836611753134989</c:v>
                </c:pt>
                <c:pt idx="1060">
                  <c:v>1.1823330952791391</c:v>
                </c:pt>
                <c:pt idx="1061">
                  <c:v>1.1873742084335575</c:v>
                </c:pt>
                <c:pt idx="1062">
                  <c:v>1.1762626324194512</c:v>
                </c:pt>
                <c:pt idx="1063">
                  <c:v>1.1721271153089334</c:v>
                </c:pt>
                <c:pt idx="1064">
                  <c:v>1.1656726802842801</c:v>
                </c:pt>
                <c:pt idx="1065">
                  <c:v>1.1820581455870327</c:v>
                </c:pt>
                <c:pt idx="1066">
                  <c:v>1.1788817273209025</c:v>
                </c:pt>
                <c:pt idx="1067">
                  <c:v>1.1727661685372357</c:v>
                </c:pt>
                <c:pt idx="1068">
                  <c:v>1.1536872572545334</c:v>
                </c:pt>
                <c:pt idx="1069">
                  <c:v>1.1424164337821652</c:v>
                </c:pt>
                <c:pt idx="1070">
                  <c:v>1.1599268269044389</c:v>
                </c:pt>
                <c:pt idx="1071">
                  <c:v>1.1671499712464364</c:v>
                </c:pt>
                <c:pt idx="1072">
                  <c:v>1.166629923574368</c:v>
                </c:pt>
                <c:pt idx="1073">
                  <c:v>1.1727860438719868</c:v>
                </c:pt>
                <c:pt idx="1074">
                  <c:v>1.1721129402473036</c:v>
                </c:pt>
                <c:pt idx="1075">
                  <c:v>1.1699835197762685</c:v>
                </c:pt>
                <c:pt idx="1076">
                  <c:v>1.1760406066171907</c:v>
                </c:pt>
                <c:pt idx="1077">
                  <c:v>1.1807632197487112</c:v>
                </c:pt>
                <c:pt idx="1078">
                  <c:v>1.1720474850079552</c:v>
                </c:pt>
                <c:pt idx="1079">
                  <c:v>1.1846758110803055</c:v>
                </c:pt>
                <c:pt idx="1080">
                  <c:v>1.185494051954358</c:v>
                </c:pt>
                <c:pt idx="1081">
                  <c:v>1.1997474778132549</c:v>
                </c:pt>
                <c:pt idx="1082">
                  <c:v>1.1863608637306333</c:v>
                </c:pt>
                <c:pt idx="1083">
                  <c:v>1.1830644670359773</c:v>
                </c:pt>
                <c:pt idx="1084">
                  <c:v>1.1951933224599443</c:v>
                </c:pt>
                <c:pt idx="1085">
                  <c:v>1.2035197790751193</c:v>
                </c:pt>
                <c:pt idx="1086">
                  <c:v>1.2146756720446523</c:v>
                </c:pt>
                <c:pt idx="1087">
                  <c:v>1.2207962059819344</c:v>
                </c:pt>
                <c:pt idx="1088">
                  <c:v>1.2049434837569495</c:v>
                </c:pt>
                <c:pt idx="1089">
                  <c:v>1.2184145486738722</c:v>
                </c:pt>
                <c:pt idx="1090">
                  <c:v>1.2085475303742594</c:v>
                </c:pt>
                <c:pt idx="1091">
                  <c:v>1.2084360852442122</c:v>
                </c:pt>
                <c:pt idx="1092">
                  <c:v>1.2230040260142458</c:v>
                </c:pt>
                <c:pt idx="1093">
                  <c:v>1.227385664165408</c:v>
                </c:pt>
                <c:pt idx="1094">
                  <c:v>1.2319730930573141</c:v>
                </c:pt>
                <c:pt idx="1095">
                  <c:v>1.2404337761051758</c:v>
                </c:pt>
                <c:pt idx="1096">
                  <c:v>1.2447053263856935</c:v>
                </c:pt>
                <c:pt idx="1097">
                  <c:v>1.2381960803969725</c:v>
                </c:pt>
                <c:pt idx="1098">
                  <c:v>1.2291731844973659</c:v>
                </c:pt>
                <c:pt idx="1099">
                  <c:v>1.2309713574097136</c:v>
                </c:pt>
                <c:pt idx="1100">
                  <c:v>1.2432342543205923</c:v>
                </c:pt>
                <c:pt idx="1101">
                  <c:v>1.2460089697240753</c:v>
                </c:pt>
                <c:pt idx="1102">
                  <c:v>1.2392711128947302</c:v>
                </c:pt>
                <c:pt idx="1103">
                  <c:v>1.2397763678623028</c:v>
                </c:pt>
                <c:pt idx="1104">
                  <c:v>1.2306589176541625</c:v>
                </c:pt>
                <c:pt idx="1105">
                  <c:v>1.2425835710992887</c:v>
                </c:pt>
                <c:pt idx="1106">
                  <c:v>1.2460659504440166</c:v>
                </c:pt>
                <c:pt idx="1107">
                  <c:v>1.2436507246556798</c:v>
                </c:pt>
                <c:pt idx="1108">
                  <c:v>1.229034080210883</c:v>
                </c:pt>
                <c:pt idx="1109">
                  <c:v>1.2134931036634837</c:v>
                </c:pt>
                <c:pt idx="1110">
                  <c:v>1.1981251329803879</c:v>
                </c:pt>
                <c:pt idx="1111">
                  <c:v>1.1891234373830377</c:v>
                </c:pt>
                <c:pt idx="1112">
                  <c:v>1.188087263056214</c:v>
                </c:pt>
                <c:pt idx="1113">
                  <c:v>1.1654646102254935</c:v>
                </c:pt>
                <c:pt idx="1114">
                  <c:v>1.1732230043251233</c:v>
                </c:pt>
                <c:pt idx="1115">
                  <c:v>1.1684988883839191</c:v>
                </c:pt>
                <c:pt idx="1116">
                  <c:v>1.179139861953153</c:v>
                </c:pt>
                <c:pt idx="1117">
                  <c:v>1.1615327009485772</c:v>
                </c:pt>
                <c:pt idx="1118">
                  <c:v>1.1356042907026402</c:v>
                </c:pt>
                <c:pt idx="1119">
                  <c:v>1.1335632067339385</c:v>
                </c:pt>
                <c:pt idx="1120">
                  <c:v>1.1292882711881682</c:v>
                </c:pt>
                <c:pt idx="1121">
                  <c:v>1.1253027097300468</c:v>
                </c:pt>
                <c:pt idx="1122">
                  <c:v>1.1300935478562477</c:v>
                </c:pt>
                <c:pt idx="1123">
                  <c:v>1.1439817876583405</c:v>
                </c:pt>
                <c:pt idx="1124">
                  <c:v>1.1477072647936921</c:v>
                </c:pt>
                <c:pt idx="1125">
                  <c:v>1.1491720478230292</c:v>
                </c:pt>
                <c:pt idx="1126">
                  <c:v>1.1460789207592572</c:v>
                </c:pt>
                <c:pt idx="1127">
                  <c:v>1.1658074404347218</c:v>
                </c:pt>
                <c:pt idx="1128">
                  <c:v>1.1640304259123997</c:v>
                </c:pt>
                <c:pt idx="1129">
                  <c:v>1.1669768983629965</c:v>
                </c:pt>
                <c:pt idx="1130">
                  <c:v>1.1668855929501485</c:v>
                </c:pt>
                <c:pt idx="1131">
                  <c:v>1.1315468630937262</c:v>
                </c:pt>
                <c:pt idx="1132">
                  <c:v>1.148468632585677</c:v>
                </c:pt>
                <c:pt idx="1133">
                  <c:v>1.1232484842347761</c:v>
                </c:pt>
                <c:pt idx="1134">
                  <c:v>1.1270058040286788</c:v>
                </c:pt>
                <c:pt idx="1135">
                  <c:v>1.1259077155824508</c:v>
                </c:pt>
                <c:pt idx="1136">
                  <c:v>1.1224920127795528</c:v>
                </c:pt>
                <c:pt idx="1137">
                  <c:v>1.1173853216908221</c:v>
                </c:pt>
                <c:pt idx="1138">
                  <c:v>1.1259469696969697</c:v>
                </c:pt>
                <c:pt idx="1139">
                  <c:v>1.1186927703919389</c:v>
                </c:pt>
                <c:pt idx="1140">
                  <c:v>1.1307130969146078</c:v>
                </c:pt>
                <c:pt idx="1141">
                  <c:v>1.1320709002805409</c:v>
                </c:pt>
                <c:pt idx="1142">
                  <c:v>1.1345604002859186</c:v>
                </c:pt>
                <c:pt idx="1143">
                  <c:v>1.148592370481426</c:v>
                </c:pt>
                <c:pt idx="1144">
                  <c:v>1.1452635903756774</c:v>
                </c:pt>
                <c:pt idx="1145">
                  <c:v>1.1351235202958758</c:v>
                </c:pt>
                <c:pt idx="1146">
                  <c:v>1.1327381265449954</c:v>
                </c:pt>
                <c:pt idx="1147">
                  <c:v>1.1276452405484665</c:v>
                </c:pt>
                <c:pt idx="1148">
                  <c:v>1.1490419485434717</c:v>
                </c:pt>
                <c:pt idx="1149">
                  <c:v>1.1537236372323907</c:v>
                </c:pt>
                <c:pt idx="1150">
                  <c:v>1.1621364683198543</c:v>
                </c:pt>
                <c:pt idx="1151">
                  <c:v>1.1600272705397963</c:v>
                </c:pt>
                <c:pt idx="1152">
                  <c:v>1.1566069173093978</c:v>
                </c:pt>
                <c:pt idx="1153">
                  <c:v>1.1690956601384661</c:v>
                </c:pt>
                <c:pt idx="1154">
                  <c:v>1.1574855140816602</c:v>
                </c:pt>
                <c:pt idx="1155">
                  <c:v>1.1524746845724807</c:v>
                </c:pt>
                <c:pt idx="1156">
                  <c:v>1.1517787934675112</c:v>
                </c:pt>
                <c:pt idx="1157">
                  <c:v>1.1496209801439867</c:v>
                </c:pt>
                <c:pt idx="1158">
                  <c:v>1.1350000680855701</c:v>
                </c:pt>
                <c:pt idx="1159">
                  <c:v>1.1458871589541033</c:v>
                </c:pt>
                <c:pt idx="1160">
                  <c:v>1.1459278983457732</c:v>
                </c:pt>
                <c:pt idx="1161">
                  <c:v>1.1385501308121426</c:v>
                </c:pt>
                <c:pt idx="1162">
                  <c:v>1.1441285332076465</c:v>
                </c:pt>
                <c:pt idx="1163">
                  <c:v>1.1344764083819303</c:v>
                </c:pt>
                <c:pt idx="1164">
                  <c:v>1.1198341433945684</c:v>
                </c:pt>
                <c:pt idx="1165">
                  <c:v>1.1225891930284653</c:v>
                </c:pt>
                <c:pt idx="1166">
                  <c:v>1.1285185033288221</c:v>
                </c:pt>
                <c:pt idx="1167">
                  <c:v>1.1308663154025242</c:v>
                </c:pt>
                <c:pt idx="1168">
                  <c:v>1.1494673948307559</c:v>
                </c:pt>
                <c:pt idx="1169">
                  <c:v>1.1477208092955229</c:v>
                </c:pt>
                <c:pt idx="1170">
                  <c:v>1.1446453972769761</c:v>
                </c:pt>
                <c:pt idx="1171">
                  <c:v>1.1560274192684625</c:v>
                </c:pt>
                <c:pt idx="1172">
                  <c:v>1.1474876264256511</c:v>
                </c:pt>
                <c:pt idx="1173">
                  <c:v>1.1362409110350726</c:v>
                </c:pt>
                <c:pt idx="1174">
                  <c:v>1.1467886222412684</c:v>
                </c:pt>
                <c:pt idx="1175">
                  <c:v>1.1493313818109241</c:v>
                </c:pt>
                <c:pt idx="1176">
                  <c:v>1.1739839122195572</c:v>
                </c:pt>
                <c:pt idx="1177">
                  <c:v>1.1829158502356616</c:v>
                </c:pt>
                <c:pt idx="1178">
                  <c:v>1.1703285840439694</c:v>
                </c:pt>
                <c:pt idx="1179">
                  <c:v>1.1753616719615618</c:v>
                </c:pt>
                <c:pt idx="1180">
                  <c:v>1.1896156205820374</c:v>
                </c:pt>
                <c:pt idx="1181">
                  <c:v>1.1924419065746688</c:v>
                </c:pt>
                <c:pt idx="1182">
                  <c:v>1.1860027130608859</c:v>
                </c:pt>
                <c:pt idx="1183">
                  <c:v>1.1836809751484263</c:v>
                </c:pt>
                <c:pt idx="1184">
                  <c:v>1.1851583017697596</c:v>
                </c:pt>
                <c:pt idx="1185">
                  <c:v>1.1818122101501636</c:v>
                </c:pt>
                <c:pt idx="1186">
                  <c:v>1.1657270346817721</c:v>
                </c:pt>
                <c:pt idx="1187">
                  <c:v>1.1679950786348563</c:v>
                </c:pt>
                <c:pt idx="1188">
                  <c:v>1.1815112992458239</c:v>
                </c:pt>
                <c:pt idx="1189">
                  <c:v>1.1597132830178454</c:v>
                </c:pt>
                <c:pt idx="1190">
                  <c:v>1.1539516567083108</c:v>
                </c:pt>
                <c:pt idx="1191">
                  <c:v>1.1472347499080295</c:v>
                </c:pt>
                <c:pt idx="1192">
                  <c:v>1.1438050412008252</c:v>
                </c:pt>
                <c:pt idx="1193">
                  <c:v>1.1525193535243787</c:v>
                </c:pt>
                <c:pt idx="1194">
                  <c:v>1.1556462883292684</c:v>
                </c:pt>
                <c:pt idx="1195">
                  <c:v>1.1498834718648543</c:v>
                </c:pt>
                <c:pt idx="1196">
                  <c:v>1.1583812376865572</c:v>
                </c:pt>
                <c:pt idx="1197">
                  <c:v>1.1743627632065015</c:v>
                </c:pt>
                <c:pt idx="1198">
                  <c:v>1.1540141773821297</c:v>
                </c:pt>
                <c:pt idx="1199">
                  <c:v>1.1443781826103532</c:v>
                </c:pt>
                <c:pt idx="1200">
                  <c:v>1.1578869288450127</c:v>
                </c:pt>
                <c:pt idx="1201">
                  <c:v>1.1512114391632464</c:v>
                </c:pt>
                <c:pt idx="1202">
                  <c:v>1.1646219574334653</c:v>
                </c:pt>
                <c:pt idx="1203">
                  <c:v>1.1689146210065817</c:v>
                </c:pt>
                <c:pt idx="1204">
                  <c:v>1.150505972663332</c:v>
                </c:pt>
                <c:pt idx="1205">
                  <c:v>1.136656194927592</c:v>
                </c:pt>
                <c:pt idx="1206">
                  <c:v>1.1412502375071254</c:v>
                </c:pt>
                <c:pt idx="1207">
                  <c:v>1.1368131450161016</c:v>
                </c:pt>
                <c:pt idx="1208">
                  <c:v>1.149460882647944</c:v>
                </c:pt>
                <c:pt idx="1209">
                  <c:v>1.1486085851665464</c:v>
                </c:pt>
                <c:pt idx="1210">
                  <c:v>1.1281176643192488</c:v>
                </c:pt>
                <c:pt idx="1211">
                  <c:v>1.1151339791168702</c:v>
                </c:pt>
                <c:pt idx="1212">
                  <c:v>1.1447710407694336</c:v>
                </c:pt>
                <c:pt idx="1213">
                  <c:v>1.1328070611636001</c:v>
                </c:pt>
                <c:pt idx="1214">
                  <c:v>1.1298006504307241</c:v>
                </c:pt>
                <c:pt idx="1215">
                  <c:v>1.1172651728743137</c:v>
                </c:pt>
                <c:pt idx="1216">
                  <c:v>1.1014015250789371</c:v>
                </c:pt>
                <c:pt idx="1217">
                  <c:v>1.1009139946059334</c:v>
                </c:pt>
                <c:pt idx="1218">
                  <c:v>1.2650374289977555</c:v>
                </c:pt>
                <c:pt idx="1219">
                  <c:v>1.2630915621652279</c:v>
                </c:pt>
                <c:pt idx="1220">
                  <c:v>1.270591748370079</c:v>
                </c:pt>
                <c:pt idx="1221">
                  <c:v>1.2616631098317534</c:v>
                </c:pt>
                <c:pt idx="1222">
                  <c:v>1.26248285063374</c:v>
                </c:pt>
                <c:pt idx="1223">
                  <c:v>1.2284318293435419</c:v>
                </c:pt>
                <c:pt idx="1224">
                  <c:v>1.2222404626905252</c:v>
                </c:pt>
                <c:pt idx="1225">
                  <c:v>1.219220237646645</c:v>
                </c:pt>
                <c:pt idx="1226">
                  <c:v>1.2166155244914194</c:v>
                </c:pt>
                <c:pt idx="1227">
                  <c:v>1.2321870252489109</c:v>
                </c:pt>
                <c:pt idx="1228">
                  <c:v>1.2269989459418762</c:v>
                </c:pt>
                <c:pt idx="1229">
                  <c:v>1.2286305863570031</c:v>
                </c:pt>
                <c:pt idx="1230">
                  <c:v>1.2341071406078776</c:v>
                </c:pt>
                <c:pt idx="1231">
                  <c:v>1.2148476033894018</c:v>
                </c:pt>
                <c:pt idx="1232">
                  <c:v>1.1984455292908529</c:v>
                </c:pt>
                <c:pt idx="1233">
                  <c:v>1.2007600559770957</c:v>
                </c:pt>
                <c:pt idx="1234">
                  <c:v>1.1990597001685444</c:v>
                </c:pt>
                <c:pt idx="1235">
                  <c:v>1.1781938686793594</c:v>
                </c:pt>
                <c:pt idx="1236">
                  <c:v>1.1740183163969389</c:v>
                </c:pt>
                <c:pt idx="1237">
                  <c:v>1.1828494447661975</c:v>
                </c:pt>
                <c:pt idx="1238">
                  <c:v>1.1784993974757405</c:v>
                </c:pt>
                <c:pt idx="1239">
                  <c:v>1.1696570520099931</c:v>
                </c:pt>
                <c:pt idx="1240">
                  <c:v>1.1785138025491251</c:v>
                </c:pt>
                <c:pt idx="1241">
                  <c:v>1.1781350809012168</c:v>
                </c:pt>
                <c:pt idx="1242">
                  <c:v>1.1815262369576807</c:v>
                </c:pt>
                <c:pt idx="1243">
                  <c:v>1.1684265299388279</c:v>
                </c:pt>
                <c:pt idx="1244">
                  <c:v>1.1704238626521983</c:v>
                </c:pt>
                <c:pt idx="1245">
                  <c:v>1.1617764599716387</c:v>
                </c:pt>
                <c:pt idx="1246">
                  <c:v>1.1625414449841933</c:v>
                </c:pt>
                <c:pt idx="1247">
                  <c:v>1.1609936900425795</c:v>
                </c:pt>
                <c:pt idx="1248">
                  <c:v>1.1638282684070977</c:v>
                </c:pt>
                <c:pt idx="1249">
                  <c:v>1.1652755865438444</c:v>
                </c:pt>
                <c:pt idx="1250">
                  <c:v>1.1695559610705597</c:v>
                </c:pt>
                <c:pt idx="1251">
                  <c:v>1.1632152170578309</c:v>
                </c:pt>
                <c:pt idx="1252">
                  <c:v>1.1603039762550535</c:v>
                </c:pt>
                <c:pt idx="1253">
                  <c:v>1.1643782980685484</c:v>
                </c:pt>
                <c:pt idx="1254">
                  <c:v>1.1603700848111025</c:v>
                </c:pt>
                <c:pt idx="1255">
                  <c:v>1.1502467508978633</c:v>
                </c:pt>
                <c:pt idx="1256">
                  <c:v>1.1546947875557376</c:v>
                </c:pt>
                <c:pt idx="1257">
                  <c:v>1.1662419466551668</c:v>
                </c:pt>
                <c:pt idx="1258">
                  <c:v>1.1581298970407305</c:v>
                </c:pt>
                <c:pt idx="1259">
                  <c:v>1.1640984225814435</c:v>
                </c:pt>
                <c:pt idx="1260">
                  <c:v>1.1611682614607117</c:v>
                </c:pt>
                <c:pt idx="1261">
                  <c:v>1.1626226933647428</c:v>
                </c:pt>
                <c:pt idx="1262">
                  <c:v>1.1544917006947022</c:v>
                </c:pt>
                <c:pt idx="1263">
                  <c:v>1.1865187247161051</c:v>
                </c:pt>
                <c:pt idx="1264">
                  <c:v>1.1910587622828137</c:v>
                </c:pt>
                <c:pt idx="1265">
                  <c:v>1.2010558502992448</c:v>
                </c:pt>
                <c:pt idx="1266">
                  <c:v>1.1867447579259103</c:v>
                </c:pt>
                <c:pt idx="1267">
                  <c:v>1.1909022414767376</c:v>
                </c:pt>
                <c:pt idx="1268">
                  <c:v>1.2003418895454485</c:v>
                </c:pt>
                <c:pt idx="1269">
                  <c:v>1.1864798088217425</c:v>
                </c:pt>
                <c:pt idx="1270">
                  <c:v>1.184125138577184</c:v>
                </c:pt>
                <c:pt idx="1271">
                  <c:v>1.1731299318992541</c:v>
                </c:pt>
                <c:pt idx="1272">
                  <c:v>1.1670340071665202</c:v>
                </c:pt>
                <c:pt idx="1273">
                  <c:v>1.1709315757287491</c:v>
                </c:pt>
                <c:pt idx="1274">
                  <c:v>1.1786314590901696</c:v>
                </c:pt>
                <c:pt idx="1275">
                  <c:v>1.1783470603400317</c:v>
                </c:pt>
                <c:pt idx="1276">
                  <c:v>1.1707858395440596</c:v>
                </c:pt>
                <c:pt idx="1277">
                  <c:v>1.1717223442532376</c:v>
                </c:pt>
                <c:pt idx="1278">
                  <c:v>1.1823164983164984</c:v>
                </c:pt>
                <c:pt idx="1279">
                  <c:v>1.1924695162803163</c:v>
                </c:pt>
                <c:pt idx="1280">
                  <c:v>1.1715613458891507</c:v>
                </c:pt>
                <c:pt idx="1281">
                  <c:v>1.1433041826157413</c:v>
                </c:pt>
                <c:pt idx="1282">
                  <c:v>1.1417491863444358</c:v>
                </c:pt>
                <c:pt idx="1283">
                  <c:v>1.1232209169093996</c:v>
                </c:pt>
                <c:pt idx="1284">
                  <c:v>1.1269438925806672</c:v>
                </c:pt>
                <c:pt idx="1285">
                  <c:v>1.1218451183978331</c:v>
                </c:pt>
                <c:pt idx="1286">
                  <c:v>1.1170238609371625</c:v>
                </c:pt>
                <c:pt idx="1287">
                  <c:v>1.1097679645847898</c:v>
                </c:pt>
                <c:pt idx="1288">
                  <c:v>1.1017989274319462</c:v>
                </c:pt>
                <c:pt idx="1289">
                  <c:v>1.1140350877192982</c:v>
                </c:pt>
                <c:pt idx="1290">
                  <c:v>1.1298233922025991</c:v>
                </c:pt>
                <c:pt idx="1291">
                  <c:v>1.1422259423412049</c:v>
                </c:pt>
                <c:pt idx="1292">
                  <c:v>1.1458573832737591</c:v>
                </c:pt>
                <c:pt idx="1293">
                  <c:v>1.1407152065467181</c:v>
                </c:pt>
                <c:pt idx="1294">
                  <c:v>1.147777638836786</c:v>
                </c:pt>
                <c:pt idx="1295">
                  <c:v>1.1334413907854726</c:v>
                </c:pt>
                <c:pt idx="1296">
                  <c:v>1.1410733186486255</c:v>
                </c:pt>
                <c:pt idx="1297">
                  <c:v>1.1481165114888527</c:v>
                </c:pt>
                <c:pt idx="1298">
                  <c:v>1.1274985948781506</c:v>
                </c:pt>
                <c:pt idx="1299">
                  <c:v>1.1263516046250108</c:v>
                </c:pt>
                <c:pt idx="1300">
                  <c:v>1.1249927899867336</c:v>
                </c:pt>
                <c:pt idx="1301">
                  <c:v>1.1247831367106176</c:v>
                </c:pt>
                <c:pt idx="1302">
                  <c:v>1.1393906752645597</c:v>
                </c:pt>
                <c:pt idx="1303">
                  <c:v>1.1356458597611654</c:v>
                </c:pt>
                <c:pt idx="1304">
                  <c:v>1.1344515752625437</c:v>
                </c:pt>
                <c:pt idx="1305">
                  <c:v>1.1340054273292288</c:v>
                </c:pt>
                <c:pt idx="1306">
                  <c:v>1.1236831323890906</c:v>
                </c:pt>
                <c:pt idx="1307">
                  <c:v>1.125720722723702</c:v>
                </c:pt>
                <c:pt idx="1308">
                  <c:v>1.1448610421111078</c:v>
                </c:pt>
                <c:pt idx="1309">
                  <c:v>1.1428840116321126</c:v>
                </c:pt>
                <c:pt idx="1310">
                  <c:v>1.1346745596811534</c:v>
                </c:pt>
                <c:pt idx="1311">
                  <c:v>1.1370717876768386</c:v>
                </c:pt>
                <c:pt idx="1312">
                  <c:v>1.1393551042003469</c:v>
                </c:pt>
                <c:pt idx="1313">
                  <c:v>1.1319248757026306</c:v>
                </c:pt>
                <c:pt idx="1314">
                  <c:v>1.141066889976053</c:v>
                </c:pt>
                <c:pt idx="1315">
                  <c:v>1.1551104775481111</c:v>
                </c:pt>
                <c:pt idx="1316">
                  <c:v>1.1348906331159463</c:v>
                </c:pt>
                <c:pt idx="1317">
                  <c:v>1.1359853837479839</c:v>
                </c:pt>
                <c:pt idx="1318">
                  <c:v>1.1415650247774292</c:v>
                </c:pt>
                <c:pt idx="1319">
                  <c:v>1.149316717411315</c:v>
                </c:pt>
                <c:pt idx="1320">
                  <c:v>1.1669796557120502</c:v>
                </c:pt>
                <c:pt idx="1321">
                  <c:v>1.1670422454859231</c:v>
                </c:pt>
                <c:pt idx="1322">
                  <c:v>1.169185324714243</c:v>
                </c:pt>
                <c:pt idx="1323">
                  <c:v>1.1919034807465949</c:v>
                </c:pt>
                <c:pt idx="1324">
                  <c:v>1.1990116295441107</c:v>
                </c:pt>
                <c:pt idx="1325">
                  <c:v>1.1949247698181003</c:v>
                </c:pt>
                <c:pt idx="1326">
                  <c:v>1.1980003546437876</c:v>
                </c:pt>
                <c:pt idx="1327">
                  <c:v>1.194575601185901</c:v>
                </c:pt>
                <c:pt idx="1328">
                  <c:v>1.1987819530181878</c:v>
                </c:pt>
                <c:pt idx="1329">
                  <c:v>1.2055858765872132</c:v>
                </c:pt>
                <c:pt idx="1330">
                  <c:v>1.1920840445758218</c:v>
                </c:pt>
                <c:pt idx="1331">
                  <c:v>1.1992958718762943</c:v>
                </c:pt>
                <c:pt idx="1332">
                  <c:v>1.1954199753942512</c:v>
                </c:pt>
                <c:pt idx="1333">
                  <c:v>1.2004701327433629</c:v>
                </c:pt>
                <c:pt idx="1334">
                  <c:v>1.209001892536822</c:v>
                </c:pt>
                <c:pt idx="1335">
                  <c:v>1.2066993122113867</c:v>
                </c:pt>
                <c:pt idx="1336">
                  <c:v>1.2058508790216107</c:v>
                </c:pt>
                <c:pt idx="1337">
                  <c:v>1.2133243060257279</c:v>
                </c:pt>
                <c:pt idx="1338">
                  <c:v>1.2237914397307852</c:v>
                </c:pt>
                <c:pt idx="1339">
                  <c:v>1.2232094263633395</c:v>
                </c:pt>
                <c:pt idx="1340">
                  <c:v>1.2066317050006192</c:v>
                </c:pt>
                <c:pt idx="1341">
                  <c:v>1.2051496956623295</c:v>
                </c:pt>
                <c:pt idx="1342">
                  <c:v>1.2115738881116944</c:v>
                </c:pt>
                <c:pt idx="1343">
                  <c:v>1.2015014550617873</c:v>
                </c:pt>
                <c:pt idx="1344">
                  <c:v>1.2009757191723209</c:v>
                </c:pt>
                <c:pt idx="1345">
                  <c:v>1.1906700018371701</c:v>
                </c:pt>
                <c:pt idx="1346">
                  <c:v>1.1880043374783478</c:v>
                </c:pt>
                <c:pt idx="1347">
                  <c:v>1.1835566242986375</c:v>
                </c:pt>
                <c:pt idx="1348">
                  <c:v>1.1838364752866406</c:v>
                </c:pt>
                <c:pt idx="1349">
                  <c:v>1.1832512456331252</c:v>
                </c:pt>
                <c:pt idx="1350">
                  <c:v>1.1861857142857144</c:v>
                </c:pt>
                <c:pt idx="1351">
                  <c:v>1.185450659066619</c:v>
                </c:pt>
                <c:pt idx="1352">
                  <c:v>1.1946254874083249</c:v>
                </c:pt>
                <c:pt idx="1353">
                  <c:v>1.2065561213634235</c:v>
                </c:pt>
                <c:pt idx="1354">
                  <c:v>1.2063047085073515</c:v>
                </c:pt>
                <c:pt idx="1355">
                  <c:v>1.2092734512137688</c:v>
                </c:pt>
                <c:pt idx="1356">
                  <c:v>1.2046949150155606</c:v>
                </c:pt>
                <c:pt idx="1357">
                  <c:v>1.2128331525395801</c:v>
                </c:pt>
                <c:pt idx="1358">
                  <c:v>1.2105570652173914</c:v>
                </c:pt>
                <c:pt idx="1359">
                  <c:v>1.2073434709670436</c:v>
                </c:pt>
                <c:pt idx="1360">
                  <c:v>1.2110150667701447</c:v>
                </c:pt>
                <c:pt idx="1361">
                  <c:v>1.2107979516954961</c:v>
                </c:pt>
                <c:pt idx="1362">
                  <c:v>1.2151672882401867</c:v>
                </c:pt>
                <c:pt idx="1363">
                  <c:v>1.2158973942250393</c:v>
                </c:pt>
                <c:pt idx="1364">
                  <c:v>1.2201577941136872</c:v>
                </c:pt>
                <c:pt idx="1365">
                  <c:v>1.2229061066859763</c:v>
                </c:pt>
                <c:pt idx="1366">
                  <c:v>1.2221450885109337</c:v>
                </c:pt>
                <c:pt idx="1367">
                  <c:v>1.2219628690161368</c:v>
                </c:pt>
                <c:pt idx="1368">
                  <c:v>1.2223482777474031</c:v>
                </c:pt>
                <c:pt idx="1369">
                  <c:v>1.2264772465398743</c:v>
                </c:pt>
                <c:pt idx="1370">
                  <c:v>1.2357561722125165</c:v>
                </c:pt>
                <c:pt idx="1371">
                  <c:v>1.2528472259883943</c:v>
                </c:pt>
                <c:pt idx="1372">
                  <c:v>1.2433909009613235</c:v>
                </c:pt>
                <c:pt idx="1373">
                  <c:v>1.2447325769854134</c:v>
                </c:pt>
                <c:pt idx="1374">
                  <c:v>1.2442485979169051</c:v>
                </c:pt>
                <c:pt idx="1375">
                  <c:v>1.2437178280843526</c:v>
                </c:pt>
                <c:pt idx="1376">
                  <c:v>1.2330101133585241</c:v>
                </c:pt>
                <c:pt idx="1377">
                  <c:v>1.2418363558867607</c:v>
                </c:pt>
                <c:pt idx="1378">
                  <c:v>1.2446945730539978</c:v>
                </c:pt>
                <c:pt idx="1379">
                  <c:v>1.2514437482974667</c:v>
                </c:pt>
                <c:pt idx="1380">
                  <c:v>1.2615089689168835</c:v>
                </c:pt>
                <c:pt idx="1381">
                  <c:v>1.2728508509597085</c:v>
                </c:pt>
                <c:pt idx="1382">
                  <c:v>1.2725097218067605</c:v>
                </c:pt>
                <c:pt idx="1383">
                  <c:v>1.2722696164469296</c:v>
                </c:pt>
                <c:pt idx="1384">
                  <c:v>1.2791650435880559</c:v>
                </c:pt>
                <c:pt idx="1385">
                  <c:v>1.2741099341766808</c:v>
                </c:pt>
                <c:pt idx="1386">
                  <c:v>1.2873379139329442</c:v>
                </c:pt>
                <c:pt idx="1387">
                  <c:v>1.2782179870805348</c:v>
                </c:pt>
                <c:pt idx="1388">
                  <c:v>1.2790706649685464</c:v>
                </c:pt>
                <c:pt idx="1389">
                  <c:v>1.2756241870903573</c:v>
                </c:pt>
                <c:pt idx="1390">
                  <c:v>1.2816797014772787</c:v>
                </c:pt>
                <c:pt idx="1391">
                  <c:v>1.2786690357795703</c:v>
                </c:pt>
                <c:pt idx="1392">
                  <c:v>1.2647326048002425</c:v>
                </c:pt>
                <c:pt idx="1393">
                  <c:v>1.2324166495163615</c:v>
                </c:pt>
                <c:pt idx="1394">
                  <c:v>1.2357571749082468</c:v>
                </c:pt>
                <c:pt idx="1395">
                  <c:v>1.2307652352322456</c:v>
                </c:pt>
                <c:pt idx="1396">
                  <c:v>1.2418467183041173</c:v>
                </c:pt>
                <c:pt idx="1397">
                  <c:v>1.2255566434811358</c:v>
                </c:pt>
                <c:pt idx="1398">
                  <c:v>1.2115043350403083</c:v>
                </c:pt>
                <c:pt idx="1399">
                  <c:v>1.2109803921568627</c:v>
                </c:pt>
                <c:pt idx="1400">
                  <c:v>1.2183532055683877</c:v>
                </c:pt>
                <c:pt idx="1401">
                  <c:v>1.2265976291047826</c:v>
                </c:pt>
                <c:pt idx="1402">
                  <c:v>1.2390187896595148</c:v>
                </c:pt>
                <c:pt idx="1403">
                  <c:v>1.2425233587183253</c:v>
                </c:pt>
                <c:pt idx="1404">
                  <c:v>1.2379194506995459</c:v>
                </c:pt>
                <c:pt idx="1405">
                  <c:v>1.2295414175277075</c:v>
                </c:pt>
                <c:pt idx="1406">
                  <c:v>1.2379406658111269</c:v>
                </c:pt>
                <c:pt idx="1407">
                  <c:v>1.2378374313858185</c:v>
                </c:pt>
                <c:pt idx="1408">
                  <c:v>1.2478492472365328</c:v>
                </c:pt>
                <c:pt idx="1409">
                  <c:v>1.2613045465212505</c:v>
                </c:pt>
                <c:pt idx="1410">
                  <c:v>1.2804811507936507</c:v>
                </c:pt>
                <c:pt idx="1411">
                  <c:v>1.2806493586963257</c:v>
                </c:pt>
                <c:pt idx="1412">
                  <c:v>1.2864101376141046</c:v>
                </c:pt>
                <c:pt idx="1413">
                  <c:v>1.2853004977994007</c:v>
                </c:pt>
                <c:pt idx="1414">
                  <c:v>1.3097382775359054</c:v>
                </c:pt>
                <c:pt idx="1415">
                  <c:v>1.3333084382040654</c:v>
                </c:pt>
                <c:pt idx="1416">
                  <c:v>1.33313276421847</c:v>
                </c:pt>
                <c:pt idx="1417">
                  <c:v>1.3171888527799041</c:v>
                </c:pt>
                <c:pt idx="1418">
                  <c:v>1.3179383451324118</c:v>
                </c:pt>
                <c:pt idx="1419">
                  <c:v>1.3255280926717461</c:v>
                </c:pt>
                <c:pt idx="1420">
                  <c:v>1.3166734490029968</c:v>
                </c:pt>
                <c:pt idx="1421">
                  <c:v>1.3148161800845373</c:v>
                </c:pt>
                <c:pt idx="1422">
                  <c:v>1.305700185070944</c:v>
                </c:pt>
                <c:pt idx="1423">
                  <c:v>1.3182695596931047</c:v>
                </c:pt>
                <c:pt idx="1424">
                  <c:v>1.3101985945615646</c:v>
                </c:pt>
                <c:pt idx="1425">
                  <c:v>1.3053602220890557</c:v>
                </c:pt>
                <c:pt idx="1426">
                  <c:v>1.3081426747839748</c:v>
                </c:pt>
                <c:pt idx="1427">
                  <c:v>1.2983185972580966</c:v>
                </c:pt>
                <c:pt idx="1428">
                  <c:v>1.3023366297023264</c:v>
                </c:pt>
                <c:pt idx="1429">
                  <c:v>1.3060294941198431</c:v>
                </c:pt>
                <c:pt idx="1430">
                  <c:v>1.3014610736315784</c:v>
                </c:pt>
                <c:pt idx="1431">
                  <c:v>1.3023964382982427</c:v>
                </c:pt>
                <c:pt idx="1432">
                  <c:v>1.2968140644662902</c:v>
                </c:pt>
                <c:pt idx="1433">
                  <c:v>1.293959385250433</c:v>
                </c:pt>
                <c:pt idx="1434">
                  <c:v>1.2844766489894672</c:v>
                </c:pt>
                <c:pt idx="1435">
                  <c:v>1.2741495850292741</c:v>
                </c:pt>
                <c:pt idx="1436">
                  <c:v>1.2782833281035024</c:v>
                </c:pt>
                <c:pt idx="1437">
                  <c:v>1.280047208439713</c:v>
                </c:pt>
                <c:pt idx="1438">
                  <c:v>1.2820267454818548</c:v>
                </c:pt>
                <c:pt idx="1439">
                  <c:v>1.2800160036856973</c:v>
                </c:pt>
                <c:pt idx="1440">
                  <c:v>1.2782232279010279</c:v>
                </c:pt>
                <c:pt idx="1441">
                  <c:v>1.2815111961152026</c:v>
                </c:pt>
                <c:pt idx="1442">
                  <c:v>1.271252740681682</c:v>
                </c:pt>
                <c:pt idx="1443">
                  <c:v>1.2710309692315414</c:v>
                </c:pt>
                <c:pt idx="1444">
                  <c:v>1.2873727496113534</c:v>
                </c:pt>
                <c:pt idx="1445">
                  <c:v>1.2791392259531871</c:v>
                </c:pt>
                <c:pt idx="1446">
                  <c:v>1.2793065114478073</c:v>
                </c:pt>
                <c:pt idx="1447">
                  <c:v>1.267768154901538</c:v>
                </c:pt>
                <c:pt idx="1448">
                  <c:v>1.2401527455769494</c:v>
                </c:pt>
                <c:pt idx="1449">
                  <c:v>1.2372831010668579</c:v>
                </c:pt>
                <c:pt idx="1450">
                  <c:v>1.2446371911254854</c:v>
                </c:pt>
                <c:pt idx="1451">
                  <c:v>1.2332889740803594</c:v>
                </c:pt>
                <c:pt idx="1452">
                  <c:v>1.2384255012048486</c:v>
                </c:pt>
                <c:pt idx="1453">
                  <c:v>1.2301139534018626</c:v>
                </c:pt>
                <c:pt idx="1454">
                  <c:v>1.2315808959644576</c:v>
                </c:pt>
                <c:pt idx="1455">
                  <c:v>1.2547914597815293</c:v>
                </c:pt>
                <c:pt idx="1456">
                  <c:v>1.2479949796046439</c:v>
                </c:pt>
                <c:pt idx="1457">
                  <c:v>1.2518523177558336</c:v>
                </c:pt>
                <c:pt idx="1458">
                  <c:v>1.2456817669031561</c:v>
                </c:pt>
                <c:pt idx="1459">
                  <c:v>1.2468401207581206</c:v>
                </c:pt>
                <c:pt idx="1460">
                  <c:v>1.2557222566646002</c:v>
                </c:pt>
                <c:pt idx="1461">
                  <c:v>1.2458577712609971</c:v>
                </c:pt>
                <c:pt idx="1462">
                  <c:v>1.2329836186269096</c:v>
                </c:pt>
                <c:pt idx="1463">
                  <c:v>1.2164023040516578</c:v>
                </c:pt>
                <c:pt idx="1464">
                  <c:v>1.2153333976647689</c:v>
                </c:pt>
                <c:pt idx="1465">
                  <c:v>1.2109380721068175</c:v>
                </c:pt>
                <c:pt idx="1466">
                  <c:v>1.2132670673636019</c:v>
                </c:pt>
                <c:pt idx="1467">
                  <c:v>1.2230183225553597</c:v>
                </c:pt>
                <c:pt idx="1468">
                  <c:v>1.2232592052497266</c:v>
                </c:pt>
                <c:pt idx="1469">
                  <c:v>1.2194806808299168</c:v>
                </c:pt>
                <c:pt idx="1470">
                  <c:v>1.2019162352479327</c:v>
                </c:pt>
                <c:pt idx="1471">
                  <c:v>1.1958656584503586</c:v>
                </c:pt>
                <c:pt idx="1472">
                  <c:v>1.2007513472640639</c:v>
                </c:pt>
                <c:pt idx="1473">
                  <c:v>1.2027666939089467</c:v>
                </c:pt>
                <c:pt idx="1474">
                  <c:v>1.1969121741331308</c:v>
                </c:pt>
                <c:pt idx="1475">
                  <c:v>1.2056765534699336</c:v>
                </c:pt>
                <c:pt idx="1476">
                  <c:v>1.2105474091187705</c:v>
                </c:pt>
                <c:pt idx="1477">
                  <c:v>1.2108871536760901</c:v>
                </c:pt>
                <c:pt idx="1478">
                  <c:v>1.1735850841205471</c:v>
                </c:pt>
                <c:pt idx="1479">
                  <c:v>1.1717982936942948</c:v>
                </c:pt>
                <c:pt idx="1480">
                  <c:v>1.1712510138842502</c:v>
                </c:pt>
                <c:pt idx="1481">
                  <c:v>1.1779424627095008</c:v>
                </c:pt>
                <c:pt idx="1482">
                  <c:v>1.1781237998812972</c:v>
                </c:pt>
                <c:pt idx="1483">
                  <c:v>1.170492914140175</c:v>
                </c:pt>
                <c:pt idx="1484">
                  <c:v>1.1660560660150991</c:v>
                </c:pt>
                <c:pt idx="1485">
                  <c:v>1.1619224518226143</c:v>
                </c:pt>
                <c:pt idx="1486">
                  <c:v>1.1693604248441467</c:v>
                </c:pt>
                <c:pt idx="1487">
                  <c:v>1.163713060555704</c:v>
                </c:pt>
                <c:pt idx="1488">
                  <c:v>1.1755082499386946</c:v>
                </c:pt>
                <c:pt idx="1489">
                  <c:v>1.1772418201894577</c:v>
                </c:pt>
                <c:pt idx="1490">
                  <c:v>1.1936043398291076</c:v>
                </c:pt>
                <c:pt idx="1491">
                  <c:v>1.1937087441936272</c:v>
                </c:pt>
                <c:pt idx="1492">
                  <c:v>1.1875421110104318</c:v>
                </c:pt>
                <c:pt idx="1493">
                  <c:v>1.1713875396973661</c:v>
                </c:pt>
                <c:pt idx="1494">
                  <c:v>1.1650298323158417</c:v>
                </c:pt>
                <c:pt idx="1495">
                  <c:v>1.1341427302339353</c:v>
                </c:pt>
                <c:pt idx="1496">
                  <c:v>1.1227852464667356</c:v>
                </c:pt>
                <c:pt idx="1497">
                  <c:v>1.1275042815599821</c:v>
                </c:pt>
                <c:pt idx="1498">
                  <c:v>1.1222370720674411</c:v>
                </c:pt>
                <c:pt idx="1499">
                  <c:v>1.1220869007829313</c:v>
                </c:pt>
                <c:pt idx="1500">
                  <c:v>1.1298871596673454</c:v>
                </c:pt>
                <c:pt idx="1501">
                  <c:v>1.1225665312961821</c:v>
                </c:pt>
                <c:pt idx="1502">
                  <c:v>1.1243387781200953</c:v>
                </c:pt>
                <c:pt idx="1503">
                  <c:v>1.1152430689425537</c:v>
                </c:pt>
                <c:pt idx="1504">
                  <c:v>1.0981372317849563</c:v>
                </c:pt>
                <c:pt idx="1505">
                  <c:v>1.1042374881964119</c:v>
                </c:pt>
                <c:pt idx="1506">
                  <c:v>1.1028727997343075</c:v>
                </c:pt>
                <c:pt idx="1507">
                  <c:v>1.1043598980336775</c:v>
                </c:pt>
                <c:pt idx="1508">
                  <c:v>1.1004336204336205</c:v>
                </c:pt>
                <c:pt idx="1509">
                  <c:v>1.1051854146068352</c:v>
                </c:pt>
                <c:pt idx="1510">
                  <c:v>1.1252950010727314</c:v>
                </c:pt>
                <c:pt idx="1511">
                  <c:v>1.1147535110346805</c:v>
                </c:pt>
                <c:pt idx="1512">
                  <c:v>1.1108914875485276</c:v>
                </c:pt>
                <c:pt idx="1513">
                  <c:v>1.1162111903584961</c:v>
                </c:pt>
                <c:pt idx="1514">
                  <c:v>1.120974781193234</c:v>
                </c:pt>
                <c:pt idx="1515">
                  <c:v>1.1136531365313653</c:v>
                </c:pt>
                <c:pt idx="1516">
                  <c:v>1.1310695654226566</c:v>
                </c:pt>
                <c:pt idx="1517">
                  <c:v>1.1350826387907897</c:v>
                </c:pt>
                <c:pt idx="1518">
                  <c:v>1.1221199758935609</c:v>
                </c:pt>
                <c:pt idx="1519">
                  <c:v>1.1231976447679541</c:v>
                </c:pt>
                <c:pt idx="1520">
                  <c:v>1.1207762372580032</c:v>
                </c:pt>
                <c:pt idx="1521">
                  <c:v>1.1277648361279609</c:v>
                </c:pt>
                <c:pt idx="1522">
                  <c:v>1.1323169821717618</c:v>
                </c:pt>
                <c:pt idx="1523">
                  <c:v>1.1177157110655973</c:v>
                </c:pt>
                <c:pt idx="1524">
                  <c:v>1.1198301223714187</c:v>
                </c:pt>
                <c:pt idx="1525">
                  <c:v>1.0996009648984377</c:v>
                </c:pt>
                <c:pt idx="1526">
                  <c:v>1.0803576449417982</c:v>
                </c:pt>
                <c:pt idx="1527">
                  <c:v>1.0626484987125508</c:v>
                </c:pt>
                <c:pt idx="1528">
                  <c:v>1.0561701754770303</c:v>
                </c:pt>
                <c:pt idx="1529">
                  <c:v>1.0610630248024748</c:v>
                </c:pt>
                <c:pt idx="1530">
                  <c:v>1.0607740766309977</c:v>
                </c:pt>
                <c:pt idx="1531">
                  <c:v>1.0566474238394847</c:v>
                </c:pt>
                <c:pt idx="1532">
                  <c:v>1.0578200580457915</c:v>
                </c:pt>
                <c:pt idx="1533">
                  <c:v>1.0496725952499297</c:v>
                </c:pt>
                <c:pt idx="1534">
                  <c:v>1.0537209806899546</c:v>
                </c:pt>
                <c:pt idx="1535">
                  <c:v>1.0702073243728576</c:v>
                </c:pt>
                <c:pt idx="1536">
                  <c:v>1.0689606374640772</c:v>
                </c:pt>
                <c:pt idx="1537">
                  <c:v>1.0676601238539138</c:v>
                </c:pt>
                <c:pt idx="1538">
                  <c:v>1.0667853281937603</c:v>
                </c:pt>
                <c:pt idx="1539">
                  <c:v>1.0683767203146965</c:v>
                </c:pt>
                <c:pt idx="1540">
                  <c:v>1.0733673195599676</c:v>
                </c:pt>
                <c:pt idx="1541">
                  <c:v>1.0793672982214673</c:v>
                </c:pt>
                <c:pt idx="1542">
                  <c:v>1.0815967755767089</c:v>
                </c:pt>
                <c:pt idx="1543">
                  <c:v>1.0792223023208272</c:v>
                </c:pt>
                <c:pt idx="1544">
                  <c:v>1.0790326681072837</c:v>
                </c:pt>
                <c:pt idx="1545">
                  <c:v>1.0810238137907042</c:v>
                </c:pt>
                <c:pt idx="1546">
                  <c:v>1.0820668693009119</c:v>
                </c:pt>
                <c:pt idx="1547">
                  <c:v>1.0593974331085489</c:v>
                </c:pt>
                <c:pt idx="1548">
                  <c:v>1.0540593244209475</c:v>
                </c:pt>
                <c:pt idx="1549">
                  <c:v>1.0450260200618446</c:v>
                </c:pt>
                <c:pt idx="1550">
                  <c:v>1.0569178488591617</c:v>
                </c:pt>
                <c:pt idx="1551">
                  <c:v>1.0531447389731685</c:v>
                </c:pt>
                <c:pt idx="1552">
                  <c:v>1.0554850505485052</c:v>
                </c:pt>
                <c:pt idx="1553">
                  <c:v>1.0409263283480337</c:v>
                </c:pt>
                <c:pt idx="1554">
                  <c:v>1.0369886431690241</c:v>
                </c:pt>
                <c:pt idx="1555">
                  <c:v>1.0246251384821263</c:v>
                </c:pt>
                <c:pt idx="1556">
                  <c:v>1.0241724857664274</c:v>
                </c:pt>
                <c:pt idx="1557">
                  <c:v>1.0222889592661353</c:v>
                </c:pt>
                <c:pt idx="1558">
                  <c:v>1.02680259622508</c:v>
                </c:pt>
                <c:pt idx="1559">
                  <c:v>1.0356206007082585</c:v>
                </c:pt>
                <c:pt idx="1560">
                  <c:v>1.0365323250426191</c:v>
                </c:pt>
                <c:pt idx="1561">
                  <c:v>1.0356826701347526</c:v>
                </c:pt>
                <c:pt idx="1562">
                  <c:v>1.0411553606684338</c:v>
                </c:pt>
                <c:pt idx="1563">
                  <c:v>1.0307512225005744</c:v>
                </c:pt>
                <c:pt idx="1564">
                  <c:v>1.0369113929591491</c:v>
                </c:pt>
                <c:pt idx="1565">
                  <c:v>1.0356564374206541</c:v>
                </c:pt>
                <c:pt idx="1566">
                  <c:v>1.0352450400735778</c:v>
                </c:pt>
                <c:pt idx="1567">
                  <c:v>1.0216682456101698</c:v>
                </c:pt>
                <c:pt idx="1568">
                  <c:v>1.0162525141114642</c:v>
                </c:pt>
                <c:pt idx="1569">
                  <c:v>1.02071490509683</c:v>
                </c:pt>
                <c:pt idx="1570">
                  <c:v>1.016521588497683</c:v>
                </c:pt>
                <c:pt idx="1571">
                  <c:v>1.0207387435966566</c:v>
                </c:pt>
                <c:pt idx="1572">
                  <c:v>1.0205397608000601</c:v>
                </c:pt>
                <c:pt idx="1573">
                  <c:v>1.0244512484367587</c:v>
                </c:pt>
                <c:pt idx="1574">
                  <c:v>1.0209391069894871</c:v>
                </c:pt>
                <c:pt idx="1575">
                  <c:v>1.0163711212994777</c:v>
                </c:pt>
                <c:pt idx="1576">
                  <c:v>1.0079814296616638</c:v>
                </c:pt>
                <c:pt idx="1577">
                  <c:v>0.99210306244508661</c:v>
                </c:pt>
                <c:pt idx="1578">
                  <c:v>0.99788493174097892</c:v>
                </c:pt>
                <c:pt idx="1579">
                  <c:v>0.99735222783549915</c:v>
                </c:pt>
                <c:pt idx="1580">
                  <c:v>1.0028933166437526</c:v>
                </c:pt>
                <c:pt idx="1581">
                  <c:v>1.0048269910083494</c:v>
                </c:pt>
                <c:pt idx="1582">
                  <c:v>1.0056038133506666</c:v>
                </c:pt>
                <c:pt idx="1583">
                  <c:v>1.00459009920537</c:v>
                </c:pt>
                <c:pt idx="1584">
                  <c:v>1.0089241591814191</c:v>
                </c:pt>
                <c:pt idx="1585">
                  <c:v>1.0075533880707903</c:v>
                </c:pt>
                <c:pt idx="1586">
                  <c:v>1.0022587032160089</c:v>
                </c:pt>
                <c:pt idx="1587">
                  <c:v>1.0072559494900437</c:v>
                </c:pt>
                <c:pt idx="1588">
                  <c:v>1.0193598750975801</c:v>
                </c:pt>
                <c:pt idx="1589">
                  <c:v>1.0230701491237408</c:v>
                </c:pt>
                <c:pt idx="1590">
                  <c:v>1.0161116547559035</c:v>
                </c:pt>
                <c:pt idx="1591">
                  <c:v>1.0178465727477211</c:v>
                </c:pt>
                <c:pt idx="1592">
                  <c:v>1.0185657902487875</c:v>
                </c:pt>
                <c:pt idx="1593">
                  <c:v>1.014990961190815</c:v>
                </c:pt>
                <c:pt idx="1594">
                  <c:v>1.0147537197081979</c:v>
                </c:pt>
                <c:pt idx="1595">
                  <c:v>1.0090588779838092</c:v>
                </c:pt>
                <c:pt idx="1596">
                  <c:v>1.0002291410076476</c:v>
                </c:pt>
                <c:pt idx="1597">
                  <c:v>1.0076769892348987</c:v>
                </c:pt>
                <c:pt idx="1598">
                  <c:v>1.0073005371729467</c:v>
                </c:pt>
                <c:pt idx="1599">
                  <c:v>1.0077563557684877</c:v>
                </c:pt>
                <c:pt idx="1600">
                  <c:v>1.0187630905282756</c:v>
                </c:pt>
                <c:pt idx="1601">
                  <c:v>1.0157342992391574</c:v>
                </c:pt>
                <c:pt idx="1602">
                  <c:v>1.0127932780759821</c:v>
                </c:pt>
                <c:pt idx="1603">
                  <c:v>1.0105757819379044</c:v>
                </c:pt>
                <c:pt idx="1604">
                  <c:v>1.0127532237053258</c:v>
                </c:pt>
                <c:pt idx="1605">
                  <c:v>1.0074835588479856</c:v>
                </c:pt>
                <c:pt idx="1606">
                  <c:v>1.0221230149346903</c:v>
                </c:pt>
                <c:pt idx="1607">
                  <c:v>1.0155691142436356</c:v>
                </c:pt>
                <c:pt idx="1608">
                  <c:v>1.0059679544716689</c:v>
                </c:pt>
                <c:pt idx="1609">
                  <c:v>0.99335374284021338</c:v>
                </c:pt>
                <c:pt idx="1610">
                  <c:v>0.99764457519278316</c:v>
                </c:pt>
                <c:pt idx="1611">
                  <c:v>0.99486401190021512</c:v>
                </c:pt>
                <c:pt idx="1612">
                  <c:v>0.99501532963797701</c:v>
                </c:pt>
                <c:pt idx="1613">
                  <c:v>0.99073896207625189</c:v>
                </c:pt>
                <c:pt idx="1614">
                  <c:v>0.98853710699366404</c:v>
                </c:pt>
                <c:pt idx="1615">
                  <c:v>0.97804624577812405</c:v>
                </c:pt>
                <c:pt idx="1616">
                  <c:v>0.94966328751018392</c:v>
                </c:pt>
                <c:pt idx="1617">
                  <c:v>0.93219279418199996</c:v>
                </c:pt>
                <c:pt idx="1618">
                  <c:v>0.94839544513457552</c:v>
                </c:pt>
                <c:pt idx="1619">
                  <c:v>0.94634151379937215</c:v>
                </c:pt>
                <c:pt idx="1620">
                  <c:v>0.96053956110328154</c:v>
                </c:pt>
                <c:pt idx="1621">
                  <c:v>0.97742320984464326</c:v>
                </c:pt>
                <c:pt idx="1622">
                  <c:v>0.97371042727473978</c:v>
                </c:pt>
                <c:pt idx="1623">
                  <c:v>0.99475567687232003</c:v>
                </c:pt>
                <c:pt idx="1624">
                  <c:v>0.99214976492133689</c:v>
                </c:pt>
                <c:pt idx="1625">
                  <c:v>0.9906427560568617</c:v>
                </c:pt>
                <c:pt idx="1626">
                  <c:v>0.99438500644965477</c:v>
                </c:pt>
                <c:pt idx="1627">
                  <c:v>0.98559697743999652</c:v>
                </c:pt>
                <c:pt idx="1628">
                  <c:v>0.98894681960375397</c:v>
                </c:pt>
                <c:pt idx="1629">
                  <c:v>0.99734844434940673</c:v>
                </c:pt>
                <c:pt idx="1630">
                  <c:v>1.002426380204158</c:v>
                </c:pt>
                <c:pt idx="1631">
                  <c:v>0.97872206086627089</c:v>
                </c:pt>
                <c:pt idx="1632">
                  <c:v>0.97823226634948379</c:v>
                </c:pt>
                <c:pt idx="1633">
                  <c:v>0.98906172998221609</c:v>
                </c:pt>
                <c:pt idx="1634">
                  <c:v>0.9810995459607641</c:v>
                </c:pt>
                <c:pt idx="1635">
                  <c:v>0.99028514414745583</c:v>
                </c:pt>
                <c:pt idx="1636">
                  <c:v>0.9997204129604127</c:v>
                </c:pt>
                <c:pt idx="1637">
                  <c:v>0.98491891227782769</c:v>
                </c:pt>
                <c:pt idx="1638">
                  <c:v>0.98966242142215688</c:v>
                </c:pt>
                <c:pt idx="1639">
                  <c:v>0.99285917438647819</c:v>
                </c:pt>
                <c:pt idx="1640">
                  <c:v>0.9994029666381874</c:v>
                </c:pt>
                <c:pt idx="1641">
                  <c:v>0.98448399166675316</c:v>
                </c:pt>
                <c:pt idx="1642">
                  <c:v>1.0031442256296312</c:v>
                </c:pt>
                <c:pt idx="1643">
                  <c:v>0.99903712309125359</c:v>
                </c:pt>
                <c:pt idx="1644">
                  <c:v>0.99036712977876606</c:v>
                </c:pt>
                <c:pt idx="1645">
                  <c:v>0.99060605740037455</c:v>
                </c:pt>
                <c:pt idx="1646">
                  <c:v>0.98298557774364226</c:v>
                </c:pt>
                <c:pt idx="1647">
                  <c:v>0.98004284949116216</c:v>
                </c:pt>
                <c:pt idx="1648">
                  <c:v>0.96729835789109564</c:v>
                </c:pt>
                <c:pt idx="1649">
                  <c:v>0.96932589056508967</c:v>
                </c:pt>
                <c:pt idx="1650">
                  <c:v>0.97518421465206384</c:v>
                </c:pt>
                <c:pt idx="1651">
                  <c:v>0.98095143334107215</c:v>
                </c:pt>
                <c:pt idx="1652">
                  <c:v>0.97697248818325055</c:v>
                </c:pt>
                <c:pt idx="1653">
                  <c:v>1.0046311242722121</c:v>
                </c:pt>
                <c:pt idx="1654">
                  <c:v>1.0251584150751436</c:v>
                </c:pt>
                <c:pt idx="1655">
                  <c:v>1.0316170723383644</c:v>
                </c:pt>
                <c:pt idx="1656">
                  <c:v>1.0499966180416207</c:v>
                </c:pt>
                <c:pt idx="1657">
                  <c:v>1.03741160624088</c:v>
                </c:pt>
                <c:pt idx="1658">
                  <c:v>1.0246795201077588</c:v>
                </c:pt>
                <c:pt idx="1659">
                  <c:v>1.0251940670917661</c:v>
                </c:pt>
                <c:pt idx="1660">
                  <c:v>1.0141507210858707</c:v>
                </c:pt>
                <c:pt idx="1661">
                  <c:v>1.0231286795626577</c:v>
                </c:pt>
                <c:pt idx="1662">
                  <c:v>1.0153624072857008</c:v>
                </c:pt>
                <c:pt idx="1663">
                  <c:v>1.0100245619395707</c:v>
                </c:pt>
                <c:pt idx="1664">
                  <c:v>1.0059461976573414</c:v>
                </c:pt>
                <c:pt idx="1665">
                  <c:v>1.0323300283286121</c:v>
                </c:pt>
                <c:pt idx="1666">
                  <c:v>1.0288966931435171</c:v>
                </c:pt>
                <c:pt idx="1667">
                  <c:v>1.0264990374789078</c:v>
                </c:pt>
                <c:pt idx="1668">
                  <c:v>1.0443209701774252</c:v>
                </c:pt>
                <c:pt idx="1669">
                  <c:v>1.0479192340506209</c:v>
                </c:pt>
                <c:pt idx="1670">
                  <c:v>1.0474502058396591</c:v>
                </c:pt>
                <c:pt idx="1671">
                  <c:v>1.0454513106393073</c:v>
                </c:pt>
                <c:pt idx="1672">
                  <c:v>1.0455229945501483</c:v>
                </c:pt>
                <c:pt idx="1673">
                  <c:v>1.0454902244925068</c:v>
                </c:pt>
                <c:pt idx="1674">
                  <c:v>1.0546374246627763</c:v>
                </c:pt>
                <c:pt idx="1675">
                  <c:v>1.0482772950048276</c:v>
                </c:pt>
                <c:pt idx="1676">
                  <c:v>1.0523561495749594</c:v>
                </c:pt>
                <c:pt idx="1677">
                  <c:v>1.0441832787860756</c:v>
                </c:pt>
                <c:pt idx="1678">
                  <c:v>1.0396277394175923</c:v>
                </c:pt>
                <c:pt idx="1679">
                  <c:v>1.030260570304818</c:v>
                </c:pt>
                <c:pt idx="1680">
                  <c:v>1.0221919841662546</c:v>
                </c:pt>
                <c:pt idx="1681">
                  <c:v>1.0303657779022888</c:v>
                </c:pt>
                <c:pt idx="1682">
                  <c:v>1.0277720131352466</c:v>
                </c:pt>
                <c:pt idx="1683">
                  <c:v>1.0201352181929932</c:v>
                </c:pt>
                <c:pt idx="1684">
                  <c:v>1.0078360607109309</c:v>
                </c:pt>
                <c:pt idx="1685">
                  <c:v>1.0255236251737145</c:v>
                </c:pt>
                <c:pt idx="1686">
                  <c:v>1.0190990990990991</c:v>
                </c:pt>
                <c:pt idx="1687">
                  <c:v>1.0246971920312384</c:v>
                </c:pt>
                <c:pt idx="1688">
                  <c:v>1.0195859050335654</c:v>
                </c:pt>
                <c:pt idx="1689">
                  <c:v>1.0187910595661909</c:v>
                </c:pt>
                <c:pt idx="1690">
                  <c:v>1.0330929408289851</c:v>
                </c:pt>
                <c:pt idx="1691">
                  <c:v>1.0477809875550028</c:v>
                </c:pt>
                <c:pt idx="1692">
                  <c:v>1.0543193163550215</c:v>
                </c:pt>
                <c:pt idx="1693">
                  <c:v>1.0472278763206357</c:v>
                </c:pt>
                <c:pt idx="1694">
                  <c:v>1.0510806459481874</c:v>
                </c:pt>
                <c:pt idx="1695">
                  <c:v>1.0562910671975378</c:v>
                </c:pt>
                <c:pt idx="1696">
                  <c:v>1.0526769978729871</c:v>
                </c:pt>
                <c:pt idx="1697">
                  <c:v>1.0524117618656754</c:v>
                </c:pt>
                <c:pt idx="1698">
                  <c:v>1.0486381796920679</c:v>
                </c:pt>
                <c:pt idx="1699">
                  <c:v>1.0421257290991575</c:v>
                </c:pt>
                <c:pt idx="1700">
                  <c:v>1.0396417704522218</c:v>
                </c:pt>
                <c:pt idx="1701">
                  <c:v>1.0421448980580172</c:v>
                </c:pt>
                <c:pt idx="1702">
                  <c:v>1.0494486743471763</c:v>
                </c:pt>
                <c:pt idx="1703">
                  <c:v>1.0460228151355466</c:v>
                </c:pt>
                <c:pt idx="1704">
                  <c:v>1.0542778724209729</c:v>
                </c:pt>
                <c:pt idx="1705">
                  <c:v>1.0557911792036978</c:v>
                </c:pt>
                <c:pt idx="1706">
                  <c:v>1.0503671727098431</c:v>
                </c:pt>
                <c:pt idx="1707">
                  <c:v>1.0432800723545372</c:v>
                </c:pt>
                <c:pt idx="1708">
                  <c:v>1.0412467067894522</c:v>
                </c:pt>
                <c:pt idx="1709">
                  <c:v>1.0332777898524474</c:v>
                </c:pt>
                <c:pt idx="1710">
                  <c:v>1.0254169414868559</c:v>
                </c:pt>
                <c:pt idx="1711">
                  <c:v>1.0120892379758215</c:v>
                </c:pt>
                <c:pt idx="1712">
                  <c:v>1.0185156278142675</c:v>
                </c:pt>
                <c:pt idx="1713">
                  <c:v>1.0285853809597543</c:v>
                </c:pt>
                <c:pt idx="1714">
                  <c:v>1.0314846123833956</c:v>
                </c:pt>
                <c:pt idx="1715">
                  <c:v>1.0325418403721831</c:v>
                </c:pt>
                <c:pt idx="1716">
                  <c:v>1.028982253833975</c:v>
                </c:pt>
                <c:pt idx="1717">
                  <c:v>1.027244421380384</c:v>
                </c:pt>
                <c:pt idx="1718">
                  <c:v>1.0299803503982867</c:v>
                </c:pt>
                <c:pt idx="1719">
                  <c:v>1.017670342097823</c:v>
                </c:pt>
                <c:pt idx="1720">
                  <c:v>1.0211224393467384</c:v>
                </c:pt>
                <c:pt idx="1721">
                  <c:v>1.0141089049769432</c:v>
                </c:pt>
                <c:pt idx="1722">
                  <c:v>1.0220298114861901</c:v>
                </c:pt>
                <c:pt idx="1723">
                  <c:v>1.013485921089633</c:v>
                </c:pt>
                <c:pt idx="1724">
                  <c:v>1.0064961073422285</c:v>
                </c:pt>
                <c:pt idx="1725">
                  <c:v>1.0057251428140019</c:v>
                </c:pt>
                <c:pt idx="1726">
                  <c:v>1.0075870239205504</c:v>
                </c:pt>
                <c:pt idx="1727">
                  <c:v>1.0099113658745991</c:v>
                </c:pt>
                <c:pt idx="1728">
                  <c:v>1.005087484535562</c:v>
                </c:pt>
                <c:pt idx="1729">
                  <c:v>0.99968355632064609</c:v>
                </c:pt>
                <c:pt idx="1730">
                  <c:v>0.99514483935314701</c:v>
                </c:pt>
                <c:pt idx="1731">
                  <c:v>0.99280918019643216</c:v>
                </c:pt>
                <c:pt idx="1732">
                  <c:v>0.99220707627543347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39-4379-A0B4-79F47006C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2672976"/>
        <c:axId val="1020991216"/>
      </c:lineChart>
      <c:dateAx>
        <c:axId val="1012672976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020991216"/>
        <c:crosses val="autoZero"/>
        <c:auto val="1"/>
        <c:lblOffset val="100"/>
        <c:baseTimeUnit val="days"/>
      </c:dateAx>
      <c:valAx>
        <c:axId val="1020991216"/>
        <c:scaling>
          <c:orientation val="minMax"/>
          <c:min val="0.5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01267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66666666666666E-2"/>
          <c:y val="3.674014696058784E-2"/>
          <c:w val="0.86906167979002624"/>
          <c:h val="0.8142952571810286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8EB3DF"/>
              </a:solidFill>
              <a:ln w="9525">
                <a:solidFill>
                  <a:schemeClr val="tx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6.0371065249000003E-2"/>
                  <c:y val="0"/>
                </c:manualLayout>
              </c:layout>
              <c:tx>
                <c:rich>
                  <a:bodyPr/>
                  <a:lstStyle/>
                  <a:p>
                    <a:fld id="{3D758834-3FBD-430F-A341-DD22D0733169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C630-4462-BD15-1D95D6A42F1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19FD5EB-C670-4F79-93D1-B7529164479A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C630-4462-BD15-1D95D6A42F1B}"/>
                </c:ext>
              </c:extLst>
            </c:dLbl>
            <c:dLbl>
              <c:idx val="2"/>
              <c:layout>
                <c:manualLayout>
                  <c:x val="-5.5201167395999999E-2"/>
                  <c:y val="-3.415061296E-2"/>
                </c:manualLayout>
              </c:layout>
              <c:tx>
                <c:rich>
                  <a:bodyPr/>
                  <a:lstStyle/>
                  <a:p>
                    <a:fld id="{829DADB0-8C17-4B24-9A1D-263FD2AC03BA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C630-4462-BD15-1D95D6A42F1B}"/>
                </c:ext>
              </c:extLst>
            </c:dLbl>
            <c:dLbl>
              <c:idx val="3"/>
              <c:layout>
                <c:manualLayout>
                  <c:x val="-7.0544090056E-2"/>
                  <c:y val="3.415061296E-2"/>
                </c:manualLayout>
              </c:layout>
              <c:tx>
                <c:rich>
                  <a:bodyPr/>
                  <a:lstStyle/>
                  <a:p>
                    <a:fld id="{14F64D69-0090-495D-8BB2-039DC9932FE9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630-4462-BD15-1D95D6A42F1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5137C693-7978-4434-9507-DBABE93DFAC2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C630-4462-BD15-1D95D6A42F1B}"/>
                </c:ext>
              </c:extLst>
            </c:dLbl>
            <c:dLbl>
              <c:idx val="5"/>
              <c:layout>
                <c:manualLayout>
                  <c:x val="-4.7936640266777825E-2"/>
                  <c:y val="-3.9394136787609807E-2"/>
                </c:manualLayout>
              </c:layout>
              <c:tx>
                <c:rich>
                  <a:bodyPr/>
                  <a:lstStyle/>
                  <a:p>
                    <a:fld id="{14304B1A-0244-4A3D-A80C-1709F7EEC5EE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C630-4462-BD15-1D95D6A42F1B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fld id="{00C9605B-AF75-465B-A3C1-9FE73F42C1E6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C630-4462-BD15-1D95D6A42F1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F8E84315-2D91-492B-97F6-B5D3189DACDF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C630-4462-BD15-1D95D6A42F1B}"/>
                </c:ext>
              </c:extLst>
            </c:dLbl>
            <c:dLbl>
              <c:idx val="8"/>
              <c:layout>
                <c:manualLayout>
                  <c:x val="-3.5431429762401004E-2"/>
                  <c:y val="3.5017010477875268E-2"/>
                </c:manualLayout>
              </c:layout>
              <c:tx>
                <c:rich>
                  <a:bodyPr/>
                  <a:lstStyle/>
                  <a:p>
                    <a:fld id="{6740D3F1-C0F6-496F-AB6D-B60C436CC429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C630-4462-BD15-1D95D6A42F1B}"/>
                </c:ext>
              </c:extLst>
            </c:dLbl>
            <c:dLbl>
              <c:idx val="9"/>
              <c:layout>
                <c:manualLayout>
                  <c:x val="-3.9599833263859942E-2"/>
                  <c:y val="-4.8148389407078607E-2"/>
                </c:manualLayout>
              </c:layout>
              <c:tx>
                <c:rich>
                  <a:bodyPr/>
                  <a:lstStyle/>
                  <a:p>
                    <a:fld id="{E163A7A7-EC40-4BDB-AD98-7CD1C691EC15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C630-4462-BD15-1D95D6A42F1B}"/>
                </c:ext>
              </c:extLst>
            </c:dLbl>
            <c:dLbl>
              <c:idx val="10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fld id="{A3E4F895-E123-4746-A2B6-37670A5F2399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C630-4462-BD15-1D95D6A42F1B}"/>
                </c:ext>
              </c:extLst>
            </c:dLbl>
            <c:dLbl>
              <c:idx val="11"/>
              <c:layout>
                <c:manualLayout>
                  <c:x val="-3.7515631513130511E-2"/>
                  <c:y val="-5.6902642026547441E-2"/>
                </c:manualLayout>
              </c:layout>
              <c:tx>
                <c:rich>
                  <a:bodyPr/>
                  <a:lstStyle/>
                  <a:p>
                    <a:fld id="{E7991FD6-7908-4BEB-877D-B05EC9215E55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C630-4462-BD15-1D95D6A42F1B}"/>
                </c:ext>
              </c:extLst>
            </c:dLbl>
            <c:dLbl>
              <c:idx val="12"/>
              <c:layout>
                <c:manualLayout>
                  <c:x val="-9.5873280533555649E-2"/>
                  <c:y val="3.9394136787609765E-2"/>
                </c:manualLayout>
              </c:layout>
              <c:tx>
                <c:rich>
                  <a:bodyPr/>
                  <a:lstStyle/>
                  <a:p>
                    <a:fld id="{F82F7D78-32B4-4AD6-B7C6-F20D2F63BED3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C630-4462-BD15-1D95D6A42F1B}"/>
                </c:ext>
              </c:extLst>
            </c:dLbl>
            <c:dLbl>
              <c:idx val="13"/>
              <c:layout>
                <c:manualLayout>
                  <c:x val="-0.14799916631929971"/>
                  <c:y val="4.3771263097343383E-3"/>
                </c:manualLayout>
              </c:layout>
              <c:tx>
                <c:rich>
                  <a:bodyPr/>
                  <a:lstStyle/>
                  <a:p>
                    <a:fld id="{86BD6829-4CE4-40CD-A445-D284B907471C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C630-4462-BD15-1D95D6A42F1B}"/>
                </c:ext>
              </c:extLst>
            </c:dLbl>
            <c:dLbl>
              <c:idx val="14"/>
              <c:layout>
                <c:manualLayout>
                  <c:x val="-8.7137794455000001E-2"/>
                  <c:y val="-3.415061296E-2"/>
                </c:manualLayout>
              </c:layout>
              <c:tx>
                <c:rich>
                  <a:bodyPr/>
                  <a:lstStyle/>
                  <a:p>
                    <a:fld id="{A2611574-4F26-4E09-9F99-9F560D3813F9}" type="CELLRANGE">
                      <a:rPr lang="pt-BR" dirty="0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C630-4462-BD15-1D95D6A42F1B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fld id="{421E38CA-77F0-4842-B1E9-AF258C1E263B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C630-4462-BD15-1D95D6A42F1B}"/>
                </c:ext>
              </c:extLst>
            </c:dLbl>
            <c:dLbl>
              <c:idx val="16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fld id="{6DFE9F97-8496-4666-AFE9-FFD839C9239E}" type="CELLRANGE">
                      <a:rPr lang="pt-BR"/>
                      <a:pPr/>
                      <a:t>[CELLRANGE]</a:t>
                    </a:fld>
                    <a:endParaRPr lang="pt-B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0-C630-4462-BD15-1D95D6A42F1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Setor!$D$2:$D$18</c:f>
              <c:numCache>
                <c:formatCode>0.0</c:formatCode>
                <c:ptCount val="17"/>
                <c:pt idx="0">
                  <c:v>100</c:v>
                </c:pt>
                <c:pt idx="1">
                  <c:v>87.112029926700004</c:v>
                </c:pt>
                <c:pt idx="2">
                  <c:v>72.840211418099997</c:v>
                </c:pt>
                <c:pt idx="3">
                  <c:v>72.358965102799999</c:v>
                </c:pt>
                <c:pt idx="4">
                  <c:v>61.434211641099999</c:v>
                </c:pt>
                <c:pt idx="5">
                  <c:v>58.727312477799998</c:v>
                </c:pt>
                <c:pt idx="6">
                  <c:v>50.907901379800002</c:v>
                </c:pt>
                <c:pt idx="7">
                  <c:v>39.522610455200002</c:v>
                </c:pt>
                <c:pt idx="8">
                  <c:v>32.823083419699998</c:v>
                </c:pt>
                <c:pt idx="9">
                  <c:v>32.021517407700003</c:v>
                </c:pt>
                <c:pt idx="10">
                  <c:v>31.198197116399999</c:v>
                </c:pt>
                <c:pt idx="11">
                  <c:v>24.835801077999999</c:v>
                </c:pt>
                <c:pt idx="12">
                  <c:v>24.728522304199998</c:v>
                </c:pt>
                <c:pt idx="13">
                  <c:v>23.528305810900001</c:v>
                </c:pt>
                <c:pt idx="14">
                  <c:v>11.930627299099999</c:v>
                </c:pt>
                <c:pt idx="15">
                  <c:v>1.3129395933000001</c:v>
                </c:pt>
                <c:pt idx="16">
                  <c:v>0</c:v>
                </c:pt>
              </c:numCache>
            </c:numRef>
          </c:xVal>
          <c:yVal>
            <c:numRef>
              <c:f>Setor!$G$2:$G$18</c:f>
              <c:numCache>
                <c:formatCode>General</c:formatCode>
                <c:ptCount val="17"/>
                <c:pt idx="0">
                  <c:v>72.7262873098</c:v>
                </c:pt>
                <c:pt idx="1">
                  <c:v>88.147676149600002</c:v>
                </c:pt>
                <c:pt idx="2">
                  <c:v>0</c:v>
                </c:pt>
                <c:pt idx="3">
                  <c:v>82.863379263400006</c:v>
                </c:pt>
                <c:pt idx="4">
                  <c:v>61.000300176300001</c:v>
                </c:pt>
                <c:pt idx="5">
                  <c:v>63.650747307700001</c:v>
                </c:pt>
                <c:pt idx="6">
                  <c:v>89.130956314800002</c:v>
                </c:pt>
                <c:pt idx="7">
                  <c:v>72.665276806099996</c:v>
                </c:pt>
                <c:pt idx="8">
                  <c:v>73.495293676599999</c:v>
                </c:pt>
                <c:pt idx="9">
                  <c:v>75.672940650599998</c:v>
                </c:pt>
                <c:pt idx="10">
                  <c:v>34.591038867400002</c:v>
                </c:pt>
                <c:pt idx="11">
                  <c:v>84.0167674323</c:v>
                </c:pt>
                <c:pt idx="12">
                  <c:v>64.980706678399997</c:v>
                </c:pt>
                <c:pt idx="13">
                  <c:v>73.624972392499998</c:v>
                </c:pt>
                <c:pt idx="14">
                  <c:v>100</c:v>
                </c:pt>
                <c:pt idx="15">
                  <c:v>26.2420741661</c:v>
                </c:pt>
                <c:pt idx="16">
                  <c:v>49.208193188800003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Setor!$A$2:$A$18</c15:f>
                <c15:dlblRangeCache>
                  <c:ptCount val="17"/>
                  <c:pt idx="0">
                    <c:v>Varejo</c:v>
                  </c:pt>
                  <c:pt idx="1">
                    <c:v>Construção Civil</c:v>
                  </c:pt>
                  <c:pt idx="2">
                    <c:v>Agro</c:v>
                  </c:pt>
                  <c:pt idx="3">
                    <c:v>Alimentos &amp; Bebidas</c:v>
                  </c:pt>
                  <c:pt idx="4">
                    <c:v>Transportes</c:v>
                  </c:pt>
                  <c:pt idx="5">
                    <c:v>Educação</c:v>
                  </c:pt>
                  <c:pt idx="6">
                    <c:v>Propriedades Comerciais</c:v>
                  </c:pt>
                  <c:pt idx="7">
                    <c:v>Bancos</c:v>
                  </c:pt>
                  <c:pt idx="8">
                    <c:v>TMT</c:v>
                  </c:pt>
                  <c:pt idx="9">
                    <c:v>Saneamento</c:v>
                  </c:pt>
                  <c:pt idx="10">
                    <c:v>Utilidade Pública &amp; Energia</c:v>
                  </c:pt>
                  <c:pt idx="11">
                    <c:v>Bens de Capital</c:v>
                  </c:pt>
                  <c:pt idx="12">
                    <c:v>Óleo, Gás &amp; Petroquímicos</c:v>
                  </c:pt>
                  <c:pt idx="13">
                    <c:v>Saúde</c:v>
                  </c:pt>
                  <c:pt idx="14">
                    <c:v>Inst. Financeiras</c:v>
                  </c:pt>
                  <c:pt idx="15">
                    <c:v>Papel &amp; Celulose</c:v>
                  </c:pt>
                  <c:pt idx="16">
                    <c:v>Mineração &amp; Siderurgia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1-C630-4462-BD15-1D95D6A42F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14983551"/>
        <c:axId val="1938179695"/>
      </c:scatterChart>
      <c:valAx>
        <c:axId val="1914983551"/>
        <c:scaling>
          <c:orientation val="minMax"/>
          <c:max val="1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defRPr>
                </a:pPr>
                <a:r>
                  <a:rPr lang="pt-BR" sz="1050"/>
                  <a:t>Score Out-of-Favor</a:t>
                </a:r>
                <a:r>
                  <a:rPr lang="pt-BR" sz="1050" baseline="0"/>
                  <a:t/>
                </a:r>
                <a:endParaRPr lang="pt-BR" sz="1050"/>
              </a:p>
            </c:rich>
          </c:tx>
          <c:layout>
            <c:manualLayout>
              <c:xMode val="edge"/>
              <c:yMode val="edge"/>
              <c:x val="0.39882021052078787"/>
              <c:y val="0.9273397032584086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defRPr>
              </a:pPr>
              <a:endParaRPr lang="pt-BR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938179695"/>
        <c:crosses val="autoZero"/>
        <c:crossBetween val="midCat"/>
      </c:valAx>
      <c:valAx>
        <c:axId val="1938179695"/>
        <c:scaling>
          <c:orientation val="minMax"/>
          <c:max val="11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defRPr>
                </a:pPr>
                <a:r>
                  <a:rPr lang="pt-BR" sz="1050"/>
                  <a:t>Score de Qualidade</a:t>
                </a:r>
                <a:r>
                  <a:rPr lang="pt-BR" sz="1050" baseline="0"/>
                  <a:t/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914983551"/>
        <c:crosses val="autoZero"/>
        <c:crossBetween val="midCat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562584479530289E-2"/>
          <c:y val="3.86317907444668E-2"/>
          <c:w val="0.93813634654232536"/>
          <c:h val="0.83125461429997305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Valuation!$A$26:$A$3044</c:f>
              <c:numCache>
                <c:formatCode>yyyy\-mm\-dd</c:formatCode>
                <c:ptCount val="3031"/>
                <c:pt idx="0">
                  <c:v>41803</c:v>
                </c:pt>
                <c:pt idx="1">
                  <c:v>41806</c:v>
                </c:pt>
                <c:pt idx="2">
                  <c:v>41807</c:v>
                </c:pt>
                <c:pt idx="3">
                  <c:v>41808</c:v>
                </c:pt>
                <c:pt idx="4">
                  <c:v>41810</c:v>
                </c:pt>
                <c:pt idx="5">
                  <c:v>41813</c:v>
                </c:pt>
                <c:pt idx="6">
                  <c:v>41814</c:v>
                </c:pt>
                <c:pt idx="7">
                  <c:v>41815</c:v>
                </c:pt>
                <c:pt idx="8">
                  <c:v>41816</c:v>
                </c:pt>
                <c:pt idx="9">
                  <c:v>41817</c:v>
                </c:pt>
                <c:pt idx="10">
                  <c:v>41820</c:v>
                </c:pt>
                <c:pt idx="11">
                  <c:v>41821</c:v>
                </c:pt>
                <c:pt idx="12">
                  <c:v>41822</c:v>
                </c:pt>
                <c:pt idx="13">
                  <c:v>41823</c:v>
                </c:pt>
                <c:pt idx="14">
                  <c:v>41824</c:v>
                </c:pt>
                <c:pt idx="15">
                  <c:v>41827</c:v>
                </c:pt>
                <c:pt idx="16">
                  <c:v>41828</c:v>
                </c:pt>
                <c:pt idx="17">
                  <c:v>41830</c:v>
                </c:pt>
                <c:pt idx="18">
                  <c:v>41831</c:v>
                </c:pt>
                <c:pt idx="19">
                  <c:v>41834</c:v>
                </c:pt>
                <c:pt idx="20">
                  <c:v>41835</c:v>
                </c:pt>
                <c:pt idx="21">
                  <c:v>41836</c:v>
                </c:pt>
                <c:pt idx="22">
                  <c:v>41837</c:v>
                </c:pt>
                <c:pt idx="23">
                  <c:v>41838</c:v>
                </c:pt>
                <c:pt idx="24">
                  <c:v>41841</c:v>
                </c:pt>
                <c:pt idx="25">
                  <c:v>41842</c:v>
                </c:pt>
                <c:pt idx="26">
                  <c:v>41843</c:v>
                </c:pt>
                <c:pt idx="27">
                  <c:v>41844</c:v>
                </c:pt>
                <c:pt idx="28">
                  <c:v>41845</c:v>
                </c:pt>
                <c:pt idx="29">
                  <c:v>41848</c:v>
                </c:pt>
                <c:pt idx="30">
                  <c:v>41849</c:v>
                </c:pt>
                <c:pt idx="31">
                  <c:v>41850</c:v>
                </c:pt>
                <c:pt idx="32">
                  <c:v>41851</c:v>
                </c:pt>
                <c:pt idx="33">
                  <c:v>41852</c:v>
                </c:pt>
                <c:pt idx="34">
                  <c:v>41855</c:v>
                </c:pt>
                <c:pt idx="35">
                  <c:v>41856</c:v>
                </c:pt>
                <c:pt idx="36">
                  <c:v>41857</c:v>
                </c:pt>
                <c:pt idx="37">
                  <c:v>41858</c:v>
                </c:pt>
                <c:pt idx="38">
                  <c:v>41859</c:v>
                </c:pt>
                <c:pt idx="39">
                  <c:v>41862</c:v>
                </c:pt>
                <c:pt idx="40">
                  <c:v>41863</c:v>
                </c:pt>
                <c:pt idx="41">
                  <c:v>41864</c:v>
                </c:pt>
                <c:pt idx="42">
                  <c:v>41865</c:v>
                </c:pt>
                <c:pt idx="43">
                  <c:v>41866</c:v>
                </c:pt>
                <c:pt idx="44">
                  <c:v>41869</c:v>
                </c:pt>
                <c:pt idx="45">
                  <c:v>41870</c:v>
                </c:pt>
                <c:pt idx="46">
                  <c:v>41871</c:v>
                </c:pt>
                <c:pt idx="47">
                  <c:v>41872</c:v>
                </c:pt>
                <c:pt idx="48">
                  <c:v>41873</c:v>
                </c:pt>
                <c:pt idx="49">
                  <c:v>41876</c:v>
                </c:pt>
                <c:pt idx="50">
                  <c:v>41877</c:v>
                </c:pt>
                <c:pt idx="51">
                  <c:v>41878</c:v>
                </c:pt>
                <c:pt idx="52">
                  <c:v>41879</c:v>
                </c:pt>
                <c:pt idx="53">
                  <c:v>41880</c:v>
                </c:pt>
                <c:pt idx="54">
                  <c:v>41883</c:v>
                </c:pt>
                <c:pt idx="55">
                  <c:v>41884</c:v>
                </c:pt>
                <c:pt idx="56">
                  <c:v>41885</c:v>
                </c:pt>
                <c:pt idx="57">
                  <c:v>41886</c:v>
                </c:pt>
                <c:pt idx="58">
                  <c:v>41887</c:v>
                </c:pt>
                <c:pt idx="59">
                  <c:v>41890</c:v>
                </c:pt>
                <c:pt idx="60">
                  <c:v>41891</c:v>
                </c:pt>
                <c:pt idx="61">
                  <c:v>41892</c:v>
                </c:pt>
                <c:pt idx="62">
                  <c:v>41893</c:v>
                </c:pt>
                <c:pt idx="63">
                  <c:v>41894</c:v>
                </c:pt>
                <c:pt idx="64">
                  <c:v>41897</c:v>
                </c:pt>
                <c:pt idx="65">
                  <c:v>41898</c:v>
                </c:pt>
                <c:pt idx="66">
                  <c:v>41899</c:v>
                </c:pt>
                <c:pt idx="67">
                  <c:v>41900</c:v>
                </c:pt>
                <c:pt idx="68">
                  <c:v>41901</c:v>
                </c:pt>
                <c:pt idx="69">
                  <c:v>41904</c:v>
                </c:pt>
                <c:pt idx="70">
                  <c:v>41905</c:v>
                </c:pt>
                <c:pt idx="71">
                  <c:v>41906</c:v>
                </c:pt>
                <c:pt idx="72">
                  <c:v>41907</c:v>
                </c:pt>
                <c:pt idx="73">
                  <c:v>41908</c:v>
                </c:pt>
                <c:pt idx="74">
                  <c:v>41911</c:v>
                </c:pt>
                <c:pt idx="75">
                  <c:v>41912</c:v>
                </c:pt>
                <c:pt idx="76">
                  <c:v>41913</c:v>
                </c:pt>
                <c:pt idx="77">
                  <c:v>41914</c:v>
                </c:pt>
                <c:pt idx="78">
                  <c:v>41915</c:v>
                </c:pt>
                <c:pt idx="79">
                  <c:v>41918</c:v>
                </c:pt>
                <c:pt idx="80">
                  <c:v>41919</c:v>
                </c:pt>
                <c:pt idx="81">
                  <c:v>41920</c:v>
                </c:pt>
                <c:pt idx="82">
                  <c:v>41921</c:v>
                </c:pt>
                <c:pt idx="83">
                  <c:v>41922</c:v>
                </c:pt>
                <c:pt idx="84">
                  <c:v>41925</c:v>
                </c:pt>
                <c:pt idx="85">
                  <c:v>41926</c:v>
                </c:pt>
                <c:pt idx="86">
                  <c:v>41927</c:v>
                </c:pt>
                <c:pt idx="87">
                  <c:v>41928</c:v>
                </c:pt>
                <c:pt idx="88">
                  <c:v>41929</c:v>
                </c:pt>
                <c:pt idx="89">
                  <c:v>41932</c:v>
                </c:pt>
                <c:pt idx="90">
                  <c:v>41933</c:v>
                </c:pt>
                <c:pt idx="91">
                  <c:v>41934</c:v>
                </c:pt>
                <c:pt idx="92">
                  <c:v>41935</c:v>
                </c:pt>
                <c:pt idx="93">
                  <c:v>41936</c:v>
                </c:pt>
                <c:pt idx="94">
                  <c:v>41939</c:v>
                </c:pt>
                <c:pt idx="95">
                  <c:v>41940</c:v>
                </c:pt>
                <c:pt idx="96">
                  <c:v>41941</c:v>
                </c:pt>
                <c:pt idx="97">
                  <c:v>41942</c:v>
                </c:pt>
                <c:pt idx="98">
                  <c:v>41943</c:v>
                </c:pt>
                <c:pt idx="99">
                  <c:v>41946</c:v>
                </c:pt>
                <c:pt idx="100">
                  <c:v>41947</c:v>
                </c:pt>
                <c:pt idx="101">
                  <c:v>41948</c:v>
                </c:pt>
                <c:pt idx="102">
                  <c:v>41949</c:v>
                </c:pt>
                <c:pt idx="103">
                  <c:v>41950</c:v>
                </c:pt>
                <c:pt idx="104">
                  <c:v>41953</c:v>
                </c:pt>
                <c:pt idx="105">
                  <c:v>41954</c:v>
                </c:pt>
                <c:pt idx="106">
                  <c:v>41955</c:v>
                </c:pt>
                <c:pt idx="107">
                  <c:v>41956</c:v>
                </c:pt>
                <c:pt idx="108">
                  <c:v>41957</c:v>
                </c:pt>
                <c:pt idx="109">
                  <c:v>41960</c:v>
                </c:pt>
                <c:pt idx="110">
                  <c:v>41961</c:v>
                </c:pt>
                <c:pt idx="111">
                  <c:v>41962</c:v>
                </c:pt>
                <c:pt idx="112">
                  <c:v>41964</c:v>
                </c:pt>
                <c:pt idx="113">
                  <c:v>41967</c:v>
                </c:pt>
                <c:pt idx="114">
                  <c:v>41968</c:v>
                </c:pt>
                <c:pt idx="115">
                  <c:v>41969</c:v>
                </c:pt>
                <c:pt idx="116">
                  <c:v>41970</c:v>
                </c:pt>
                <c:pt idx="117">
                  <c:v>41971</c:v>
                </c:pt>
                <c:pt idx="118">
                  <c:v>41974</c:v>
                </c:pt>
                <c:pt idx="119">
                  <c:v>41975</c:v>
                </c:pt>
                <c:pt idx="120">
                  <c:v>41976</c:v>
                </c:pt>
                <c:pt idx="121">
                  <c:v>41977</c:v>
                </c:pt>
                <c:pt idx="122">
                  <c:v>41978</c:v>
                </c:pt>
                <c:pt idx="123">
                  <c:v>41981</c:v>
                </c:pt>
                <c:pt idx="124">
                  <c:v>41982</c:v>
                </c:pt>
                <c:pt idx="125">
                  <c:v>41983</c:v>
                </c:pt>
                <c:pt idx="126">
                  <c:v>41984</c:v>
                </c:pt>
                <c:pt idx="127">
                  <c:v>41985</c:v>
                </c:pt>
                <c:pt idx="128">
                  <c:v>41988</c:v>
                </c:pt>
                <c:pt idx="129">
                  <c:v>41989</c:v>
                </c:pt>
                <c:pt idx="130">
                  <c:v>41990</c:v>
                </c:pt>
                <c:pt idx="131">
                  <c:v>41991</c:v>
                </c:pt>
                <c:pt idx="132">
                  <c:v>41992</c:v>
                </c:pt>
                <c:pt idx="133">
                  <c:v>41995</c:v>
                </c:pt>
                <c:pt idx="134">
                  <c:v>41996</c:v>
                </c:pt>
                <c:pt idx="135">
                  <c:v>41999</c:v>
                </c:pt>
                <c:pt idx="136">
                  <c:v>42002</c:v>
                </c:pt>
                <c:pt idx="137">
                  <c:v>42003</c:v>
                </c:pt>
                <c:pt idx="138">
                  <c:v>42006</c:v>
                </c:pt>
                <c:pt idx="139">
                  <c:v>42009</c:v>
                </c:pt>
                <c:pt idx="140">
                  <c:v>42010</c:v>
                </c:pt>
                <c:pt idx="141">
                  <c:v>42011</c:v>
                </c:pt>
                <c:pt idx="142">
                  <c:v>42012</c:v>
                </c:pt>
                <c:pt idx="143">
                  <c:v>42013</c:v>
                </c:pt>
                <c:pt idx="144">
                  <c:v>42016</c:v>
                </c:pt>
                <c:pt idx="145">
                  <c:v>42017</c:v>
                </c:pt>
                <c:pt idx="146">
                  <c:v>42018</c:v>
                </c:pt>
                <c:pt idx="147">
                  <c:v>42019</c:v>
                </c:pt>
                <c:pt idx="148">
                  <c:v>42020</c:v>
                </c:pt>
                <c:pt idx="149">
                  <c:v>42023</c:v>
                </c:pt>
                <c:pt idx="150">
                  <c:v>42024</c:v>
                </c:pt>
                <c:pt idx="151">
                  <c:v>42025</c:v>
                </c:pt>
                <c:pt idx="152">
                  <c:v>42026</c:v>
                </c:pt>
                <c:pt idx="153">
                  <c:v>42027</c:v>
                </c:pt>
                <c:pt idx="154">
                  <c:v>42030</c:v>
                </c:pt>
                <c:pt idx="155">
                  <c:v>42031</c:v>
                </c:pt>
                <c:pt idx="156">
                  <c:v>42032</c:v>
                </c:pt>
                <c:pt idx="157">
                  <c:v>42033</c:v>
                </c:pt>
                <c:pt idx="158">
                  <c:v>42034</c:v>
                </c:pt>
                <c:pt idx="159">
                  <c:v>42037</c:v>
                </c:pt>
                <c:pt idx="160">
                  <c:v>42038</c:v>
                </c:pt>
                <c:pt idx="161">
                  <c:v>42039</c:v>
                </c:pt>
                <c:pt idx="162">
                  <c:v>42040</c:v>
                </c:pt>
                <c:pt idx="163">
                  <c:v>42041</c:v>
                </c:pt>
                <c:pt idx="164">
                  <c:v>42044</c:v>
                </c:pt>
                <c:pt idx="165">
                  <c:v>42045</c:v>
                </c:pt>
                <c:pt idx="166">
                  <c:v>42046</c:v>
                </c:pt>
                <c:pt idx="167">
                  <c:v>42047</c:v>
                </c:pt>
                <c:pt idx="168">
                  <c:v>42048</c:v>
                </c:pt>
                <c:pt idx="169">
                  <c:v>42053</c:v>
                </c:pt>
                <c:pt idx="170">
                  <c:v>42054</c:v>
                </c:pt>
                <c:pt idx="171">
                  <c:v>42055</c:v>
                </c:pt>
                <c:pt idx="172">
                  <c:v>42058</c:v>
                </c:pt>
                <c:pt idx="173">
                  <c:v>42059</c:v>
                </c:pt>
                <c:pt idx="174">
                  <c:v>42060</c:v>
                </c:pt>
                <c:pt idx="175">
                  <c:v>42061</c:v>
                </c:pt>
                <c:pt idx="176">
                  <c:v>42062</c:v>
                </c:pt>
                <c:pt idx="177">
                  <c:v>42065</c:v>
                </c:pt>
                <c:pt idx="178">
                  <c:v>42066</c:v>
                </c:pt>
                <c:pt idx="179">
                  <c:v>42067</c:v>
                </c:pt>
                <c:pt idx="180">
                  <c:v>42068</c:v>
                </c:pt>
                <c:pt idx="181">
                  <c:v>42069</c:v>
                </c:pt>
                <c:pt idx="182">
                  <c:v>42072</c:v>
                </c:pt>
                <c:pt idx="183">
                  <c:v>42073</c:v>
                </c:pt>
                <c:pt idx="184">
                  <c:v>42074</c:v>
                </c:pt>
                <c:pt idx="185">
                  <c:v>42075</c:v>
                </c:pt>
                <c:pt idx="186">
                  <c:v>42076</c:v>
                </c:pt>
                <c:pt idx="187">
                  <c:v>42079</c:v>
                </c:pt>
                <c:pt idx="188">
                  <c:v>42080</c:v>
                </c:pt>
                <c:pt idx="189">
                  <c:v>42081</c:v>
                </c:pt>
                <c:pt idx="190">
                  <c:v>42082</c:v>
                </c:pt>
                <c:pt idx="191">
                  <c:v>42083</c:v>
                </c:pt>
                <c:pt idx="192">
                  <c:v>42086</c:v>
                </c:pt>
                <c:pt idx="193">
                  <c:v>42087</c:v>
                </c:pt>
                <c:pt idx="194">
                  <c:v>42088</c:v>
                </c:pt>
                <c:pt idx="195">
                  <c:v>42089</c:v>
                </c:pt>
                <c:pt idx="196">
                  <c:v>42090</c:v>
                </c:pt>
                <c:pt idx="197">
                  <c:v>42093</c:v>
                </c:pt>
                <c:pt idx="198">
                  <c:v>42094</c:v>
                </c:pt>
                <c:pt idx="199">
                  <c:v>42095</c:v>
                </c:pt>
                <c:pt idx="200">
                  <c:v>42096</c:v>
                </c:pt>
                <c:pt idx="201">
                  <c:v>42100</c:v>
                </c:pt>
                <c:pt idx="202">
                  <c:v>42101</c:v>
                </c:pt>
                <c:pt idx="203">
                  <c:v>42102</c:v>
                </c:pt>
                <c:pt idx="204">
                  <c:v>42103</c:v>
                </c:pt>
                <c:pt idx="205">
                  <c:v>42104</c:v>
                </c:pt>
                <c:pt idx="206">
                  <c:v>42107</c:v>
                </c:pt>
                <c:pt idx="207">
                  <c:v>42108</c:v>
                </c:pt>
                <c:pt idx="208">
                  <c:v>42109</c:v>
                </c:pt>
                <c:pt idx="209">
                  <c:v>42110</c:v>
                </c:pt>
                <c:pt idx="210">
                  <c:v>42111</c:v>
                </c:pt>
                <c:pt idx="211">
                  <c:v>42114</c:v>
                </c:pt>
                <c:pt idx="212">
                  <c:v>42116</c:v>
                </c:pt>
                <c:pt idx="213">
                  <c:v>42117</c:v>
                </c:pt>
                <c:pt idx="214">
                  <c:v>42118</c:v>
                </c:pt>
                <c:pt idx="215">
                  <c:v>42121</c:v>
                </c:pt>
                <c:pt idx="216">
                  <c:v>42122</c:v>
                </c:pt>
                <c:pt idx="217">
                  <c:v>42123</c:v>
                </c:pt>
                <c:pt idx="218">
                  <c:v>42124</c:v>
                </c:pt>
                <c:pt idx="219">
                  <c:v>42128</c:v>
                </c:pt>
                <c:pt idx="220">
                  <c:v>42129</c:v>
                </c:pt>
                <c:pt idx="221">
                  <c:v>42130</c:v>
                </c:pt>
                <c:pt idx="222">
                  <c:v>42131</c:v>
                </c:pt>
                <c:pt idx="223">
                  <c:v>42132</c:v>
                </c:pt>
                <c:pt idx="224">
                  <c:v>42135</c:v>
                </c:pt>
                <c:pt idx="225">
                  <c:v>42136</c:v>
                </c:pt>
                <c:pt idx="226">
                  <c:v>42137</c:v>
                </c:pt>
                <c:pt idx="227">
                  <c:v>42138</c:v>
                </c:pt>
                <c:pt idx="228">
                  <c:v>42139</c:v>
                </c:pt>
                <c:pt idx="229">
                  <c:v>42142</c:v>
                </c:pt>
                <c:pt idx="230">
                  <c:v>42143</c:v>
                </c:pt>
                <c:pt idx="231">
                  <c:v>42144</c:v>
                </c:pt>
                <c:pt idx="232">
                  <c:v>42145</c:v>
                </c:pt>
                <c:pt idx="233">
                  <c:v>42146</c:v>
                </c:pt>
                <c:pt idx="234">
                  <c:v>42149</c:v>
                </c:pt>
                <c:pt idx="235">
                  <c:v>42150</c:v>
                </c:pt>
                <c:pt idx="236">
                  <c:v>42151</c:v>
                </c:pt>
                <c:pt idx="237">
                  <c:v>42152</c:v>
                </c:pt>
                <c:pt idx="238">
                  <c:v>42153</c:v>
                </c:pt>
                <c:pt idx="239">
                  <c:v>42156</c:v>
                </c:pt>
                <c:pt idx="240">
                  <c:v>42157</c:v>
                </c:pt>
                <c:pt idx="241">
                  <c:v>42158</c:v>
                </c:pt>
                <c:pt idx="242">
                  <c:v>42160</c:v>
                </c:pt>
                <c:pt idx="243">
                  <c:v>42163</c:v>
                </c:pt>
                <c:pt idx="244">
                  <c:v>42164</c:v>
                </c:pt>
                <c:pt idx="245">
                  <c:v>42165</c:v>
                </c:pt>
                <c:pt idx="246">
                  <c:v>42166</c:v>
                </c:pt>
                <c:pt idx="247">
                  <c:v>42167</c:v>
                </c:pt>
                <c:pt idx="248">
                  <c:v>42170</c:v>
                </c:pt>
                <c:pt idx="249">
                  <c:v>42171</c:v>
                </c:pt>
                <c:pt idx="250">
                  <c:v>42172</c:v>
                </c:pt>
                <c:pt idx="251">
                  <c:v>42173</c:v>
                </c:pt>
                <c:pt idx="252">
                  <c:v>42174</c:v>
                </c:pt>
                <c:pt idx="253">
                  <c:v>42177</c:v>
                </c:pt>
                <c:pt idx="254">
                  <c:v>42178</c:v>
                </c:pt>
                <c:pt idx="255">
                  <c:v>42179</c:v>
                </c:pt>
                <c:pt idx="256">
                  <c:v>42180</c:v>
                </c:pt>
                <c:pt idx="257">
                  <c:v>42181</c:v>
                </c:pt>
                <c:pt idx="258">
                  <c:v>42184</c:v>
                </c:pt>
                <c:pt idx="259">
                  <c:v>42185</c:v>
                </c:pt>
                <c:pt idx="260">
                  <c:v>42186</c:v>
                </c:pt>
                <c:pt idx="261">
                  <c:v>42187</c:v>
                </c:pt>
                <c:pt idx="262">
                  <c:v>42188</c:v>
                </c:pt>
                <c:pt idx="263">
                  <c:v>42191</c:v>
                </c:pt>
                <c:pt idx="264">
                  <c:v>42192</c:v>
                </c:pt>
                <c:pt idx="265">
                  <c:v>42193</c:v>
                </c:pt>
                <c:pt idx="266">
                  <c:v>42195</c:v>
                </c:pt>
                <c:pt idx="267">
                  <c:v>42198</c:v>
                </c:pt>
                <c:pt idx="268">
                  <c:v>42199</c:v>
                </c:pt>
                <c:pt idx="269">
                  <c:v>42200</c:v>
                </c:pt>
                <c:pt idx="270">
                  <c:v>42201</c:v>
                </c:pt>
                <c:pt idx="271">
                  <c:v>42202</c:v>
                </c:pt>
                <c:pt idx="272">
                  <c:v>42205</c:v>
                </c:pt>
                <c:pt idx="273">
                  <c:v>42206</c:v>
                </c:pt>
                <c:pt idx="274">
                  <c:v>42207</c:v>
                </c:pt>
                <c:pt idx="275">
                  <c:v>42208</c:v>
                </c:pt>
                <c:pt idx="276">
                  <c:v>42209</c:v>
                </c:pt>
                <c:pt idx="277">
                  <c:v>42212</c:v>
                </c:pt>
                <c:pt idx="278">
                  <c:v>42213</c:v>
                </c:pt>
                <c:pt idx="279">
                  <c:v>42214</c:v>
                </c:pt>
                <c:pt idx="280">
                  <c:v>42215</c:v>
                </c:pt>
                <c:pt idx="281">
                  <c:v>42216</c:v>
                </c:pt>
                <c:pt idx="282">
                  <c:v>42219</c:v>
                </c:pt>
                <c:pt idx="283">
                  <c:v>42220</c:v>
                </c:pt>
                <c:pt idx="284">
                  <c:v>42221</c:v>
                </c:pt>
                <c:pt idx="285">
                  <c:v>42222</c:v>
                </c:pt>
                <c:pt idx="286">
                  <c:v>42223</c:v>
                </c:pt>
                <c:pt idx="287">
                  <c:v>42226</c:v>
                </c:pt>
                <c:pt idx="288">
                  <c:v>42227</c:v>
                </c:pt>
                <c:pt idx="289">
                  <c:v>42228</c:v>
                </c:pt>
                <c:pt idx="290">
                  <c:v>42229</c:v>
                </c:pt>
                <c:pt idx="291">
                  <c:v>42230</c:v>
                </c:pt>
                <c:pt idx="292">
                  <c:v>42233</c:v>
                </c:pt>
                <c:pt idx="293">
                  <c:v>42234</c:v>
                </c:pt>
                <c:pt idx="294">
                  <c:v>42235</c:v>
                </c:pt>
                <c:pt idx="295">
                  <c:v>42236</c:v>
                </c:pt>
                <c:pt idx="296">
                  <c:v>42237</c:v>
                </c:pt>
                <c:pt idx="297">
                  <c:v>42240</c:v>
                </c:pt>
                <c:pt idx="298">
                  <c:v>42241</c:v>
                </c:pt>
                <c:pt idx="299">
                  <c:v>42242</c:v>
                </c:pt>
                <c:pt idx="300">
                  <c:v>42243</c:v>
                </c:pt>
                <c:pt idx="301">
                  <c:v>42244</c:v>
                </c:pt>
                <c:pt idx="302">
                  <c:v>42247</c:v>
                </c:pt>
                <c:pt idx="303">
                  <c:v>42248</c:v>
                </c:pt>
                <c:pt idx="304">
                  <c:v>42249</c:v>
                </c:pt>
                <c:pt idx="305">
                  <c:v>42250</c:v>
                </c:pt>
                <c:pt idx="306">
                  <c:v>42251</c:v>
                </c:pt>
                <c:pt idx="307">
                  <c:v>42255</c:v>
                </c:pt>
                <c:pt idx="308">
                  <c:v>42256</c:v>
                </c:pt>
                <c:pt idx="309">
                  <c:v>42257</c:v>
                </c:pt>
                <c:pt idx="310">
                  <c:v>42258</c:v>
                </c:pt>
                <c:pt idx="311">
                  <c:v>42261</c:v>
                </c:pt>
                <c:pt idx="312">
                  <c:v>42262</c:v>
                </c:pt>
                <c:pt idx="313">
                  <c:v>42263</c:v>
                </c:pt>
                <c:pt idx="314">
                  <c:v>42264</c:v>
                </c:pt>
                <c:pt idx="315">
                  <c:v>42265</c:v>
                </c:pt>
                <c:pt idx="316">
                  <c:v>42268</c:v>
                </c:pt>
                <c:pt idx="317">
                  <c:v>42269</c:v>
                </c:pt>
                <c:pt idx="318">
                  <c:v>42270</c:v>
                </c:pt>
                <c:pt idx="319">
                  <c:v>42271</c:v>
                </c:pt>
                <c:pt idx="320">
                  <c:v>42272</c:v>
                </c:pt>
                <c:pt idx="321">
                  <c:v>42275</c:v>
                </c:pt>
                <c:pt idx="322">
                  <c:v>42276</c:v>
                </c:pt>
                <c:pt idx="323">
                  <c:v>42277</c:v>
                </c:pt>
                <c:pt idx="324">
                  <c:v>42278</c:v>
                </c:pt>
                <c:pt idx="325">
                  <c:v>42279</c:v>
                </c:pt>
                <c:pt idx="326">
                  <c:v>42282</c:v>
                </c:pt>
                <c:pt idx="327">
                  <c:v>42283</c:v>
                </c:pt>
                <c:pt idx="328">
                  <c:v>42284</c:v>
                </c:pt>
                <c:pt idx="329">
                  <c:v>42285</c:v>
                </c:pt>
                <c:pt idx="330">
                  <c:v>42286</c:v>
                </c:pt>
                <c:pt idx="331">
                  <c:v>42290</c:v>
                </c:pt>
                <c:pt idx="332">
                  <c:v>42291</c:v>
                </c:pt>
                <c:pt idx="333">
                  <c:v>42292</c:v>
                </c:pt>
                <c:pt idx="334">
                  <c:v>42293</c:v>
                </c:pt>
                <c:pt idx="335">
                  <c:v>42296</c:v>
                </c:pt>
                <c:pt idx="336">
                  <c:v>42297</c:v>
                </c:pt>
                <c:pt idx="337">
                  <c:v>42298</c:v>
                </c:pt>
                <c:pt idx="338">
                  <c:v>42299</c:v>
                </c:pt>
                <c:pt idx="339">
                  <c:v>42300</c:v>
                </c:pt>
                <c:pt idx="340">
                  <c:v>42303</c:v>
                </c:pt>
                <c:pt idx="341">
                  <c:v>42304</c:v>
                </c:pt>
                <c:pt idx="342">
                  <c:v>42305</c:v>
                </c:pt>
                <c:pt idx="343">
                  <c:v>42306</c:v>
                </c:pt>
                <c:pt idx="344">
                  <c:v>42307</c:v>
                </c:pt>
                <c:pt idx="345">
                  <c:v>42311</c:v>
                </c:pt>
                <c:pt idx="346">
                  <c:v>42312</c:v>
                </c:pt>
                <c:pt idx="347">
                  <c:v>42313</c:v>
                </c:pt>
                <c:pt idx="348">
                  <c:v>42314</c:v>
                </c:pt>
                <c:pt idx="349">
                  <c:v>42317</c:v>
                </c:pt>
                <c:pt idx="350">
                  <c:v>42318</c:v>
                </c:pt>
                <c:pt idx="351">
                  <c:v>42319</c:v>
                </c:pt>
                <c:pt idx="352">
                  <c:v>42320</c:v>
                </c:pt>
                <c:pt idx="353">
                  <c:v>42321</c:v>
                </c:pt>
                <c:pt idx="354">
                  <c:v>42324</c:v>
                </c:pt>
                <c:pt idx="355">
                  <c:v>42325</c:v>
                </c:pt>
                <c:pt idx="356">
                  <c:v>42326</c:v>
                </c:pt>
                <c:pt idx="357">
                  <c:v>42327</c:v>
                </c:pt>
                <c:pt idx="358">
                  <c:v>42331</c:v>
                </c:pt>
                <c:pt idx="359">
                  <c:v>42332</c:v>
                </c:pt>
                <c:pt idx="360">
                  <c:v>42333</c:v>
                </c:pt>
                <c:pt idx="361">
                  <c:v>42334</c:v>
                </c:pt>
                <c:pt idx="362">
                  <c:v>42335</c:v>
                </c:pt>
                <c:pt idx="363">
                  <c:v>42338</c:v>
                </c:pt>
                <c:pt idx="364">
                  <c:v>42339</c:v>
                </c:pt>
                <c:pt idx="365">
                  <c:v>42340</c:v>
                </c:pt>
                <c:pt idx="366">
                  <c:v>42341</c:v>
                </c:pt>
                <c:pt idx="367">
                  <c:v>42342</c:v>
                </c:pt>
                <c:pt idx="368">
                  <c:v>42345</c:v>
                </c:pt>
                <c:pt idx="369">
                  <c:v>42346</c:v>
                </c:pt>
                <c:pt idx="370">
                  <c:v>42347</c:v>
                </c:pt>
                <c:pt idx="371">
                  <c:v>42348</c:v>
                </c:pt>
                <c:pt idx="372">
                  <c:v>42349</c:v>
                </c:pt>
                <c:pt idx="373">
                  <c:v>42352</c:v>
                </c:pt>
                <c:pt idx="374">
                  <c:v>42353</c:v>
                </c:pt>
                <c:pt idx="375">
                  <c:v>42354</c:v>
                </c:pt>
                <c:pt idx="376">
                  <c:v>42355</c:v>
                </c:pt>
                <c:pt idx="377">
                  <c:v>42356</c:v>
                </c:pt>
                <c:pt idx="378">
                  <c:v>42359</c:v>
                </c:pt>
                <c:pt idx="379">
                  <c:v>42360</c:v>
                </c:pt>
                <c:pt idx="380">
                  <c:v>42361</c:v>
                </c:pt>
                <c:pt idx="381">
                  <c:v>42366</c:v>
                </c:pt>
                <c:pt idx="382">
                  <c:v>42367</c:v>
                </c:pt>
                <c:pt idx="383">
                  <c:v>42368</c:v>
                </c:pt>
                <c:pt idx="384">
                  <c:v>42373</c:v>
                </c:pt>
                <c:pt idx="385">
                  <c:v>42374</c:v>
                </c:pt>
                <c:pt idx="386">
                  <c:v>42375</c:v>
                </c:pt>
                <c:pt idx="387">
                  <c:v>42376</c:v>
                </c:pt>
                <c:pt idx="388">
                  <c:v>42377</c:v>
                </c:pt>
                <c:pt idx="389">
                  <c:v>42380</c:v>
                </c:pt>
                <c:pt idx="390">
                  <c:v>42381</c:v>
                </c:pt>
                <c:pt idx="391">
                  <c:v>42382</c:v>
                </c:pt>
                <c:pt idx="392">
                  <c:v>42383</c:v>
                </c:pt>
                <c:pt idx="393">
                  <c:v>42384</c:v>
                </c:pt>
                <c:pt idx="394">
                  <c:v>42387</c:v>
                </c:pt>
                <c:pt idx="395">
                  <c:v>42388</c:v>
                </c:pt>
                <c:pt idx="396">
                  <c:v>42389</c:v>
                </c:pt>
                <c:pt idx="397">
                  <c:v>42390</c:v>
                </c:pt>
                <c:pt idx="398">
                  <c:v>42391</c:v>
                </c:pt>
                <c:pt idx="399">
                  <c:v>42395</c:v>
                </c:pt>
                <c:pt idx="400">
                  <c:v>42396</c:v>
                </c:pt>
                <c:pt idx="401">
                  <c:v>42397</c:v>
                </c:pt>
                <c:pt idx="402">
                  <c:v>42398</c:v>
                </c:pt>
                <c:pt idx="403">
                  <c:v>42401</c:v>
                </c:pt>
                <c:pt idx="404">
                  <c:v>42402</c:v>
                </c:pt>
                <c:pt idx="405">
                  <c:v>42403</c:v>
                </c:pt>
                <c:pt idx="406">
                  <c:v>42404</c:v>
                </c:pt>
                <c:pt idx="407">
                  <c:v>42405</c:v>
                </c:pt>
                <c:pt idx="408">
                  <c:v>42410</c:v>
                </c:pt>
                <c:pt idx="409">
                  <c:v>42411</c:v>
                </c:pt>
                <c:pt idx="410">
                  <c:v>42412</c:v>
                </c:pt>
                <c:pt idx="411">
                  <c:v>42415</c:v>
                </c:pt>
                <c:pt idx="412">
                  <c:v>42416</c:v>
                </c:pt>
                <c:pt idx="413">
                  <c:v>42417</c:v>
                </c:pt>
                <c:pt idx="414">
                  <c:v>42418</c:v>
                </c:pt>
                <c:pt idx="415">
                  <c:v>42419</c:v>
                </c:pt>
                <c:pt idx="416">
                  <c:v>42422</c:v>
                </c:pt>
                <c:pt idx="417">
                  <c:v>42423</c:v>
                </c:pt>
                <c:pt idx="418">
                  <c:v>42424</c:v>
                </c:pt>
                <c:pt idx="419">
                  <c:v>42425</c:v>
                </c:pt>
                <c:pt idx="420">
                  <c:v>42426</c:v>
                </c:pt>
                <c:pt idx="421">
                  <c:v>42429</c:v>
                </c:pt>
                <c:pt idx="422">
                  <c:v>42430</c:v>
                </c:pt>
                <c:pt idx="423">
                  <c:v>42431</c:v>
                </c:pt>
                <c:pt idx="424">
                  <c:v>42432</c:v>
                </c:pt>
                <c:pt idx="425">
                  <c:v>42433</c:v>
                </c:pt>
                <c:pt idx="426">
                  <c:v>42436</c:v>
                </c:pt>
                <c:pt idx="427">
                  <c:v>42437</c:v>
                </c:pt>
                <c:pt idx="428">
                  <c:v>42438</c:v>
                </c:pt>
                <c:pt idx="429">
                  <c:v>42439</c:v>
                </c:pt>
                <c:pt idx="430">
                  <c:v>42440</c:v>
                </c:pt>
                <c:pt idx="431">
                  <c:v>42443</c:v>
                </c:pt>
                <c:pt idx="432">
                  <c:v>42444</c:v>
                </c:pt>
                <c:pt idx="433">
                  <c:v>42445</c:v>
                </c:pt>
                <c:pt idx="434">
                  <c:v>42446</c:v>
                </c:pt>
                <c:pt idx="435">
                  <c:v>42447</c:v>
                </c:pt>
                <c:pt idx="436">
                  <c:v>42450</c:v>
                </c:pt>
                <c:pt idx="437">
                  <c:v>42451</c:v>
                </c:pt>
                <c:pt idx="438">
                  <c:v>42452</c:v>
                </c:pt>
                <c:pt idx="439">
                  <c:v>42453</c:v>
                </c:pt>
                <c:pt idx="440">
                  <c:v>42457</c:v>
                </c:pt>
                <c:pt idx="441">
                  <c:v>42458</c:v>
                </c:pt>
                <c:pt idx="442">
                  <c:v>42459</c:v>
                </c:pt>
                <c:pt idx="443">
                  <c:v>42460</c:v>
                </c:pt>
                <c:pt idx="444">
                  <c:v>42461</c:v>
                </c:pt>
                <c:pt idx="445">
                  <c:v>42464</c:v>
                </c:pt>
                <c:pt idx="446">
                  <c:v>42465</c:v>
                </c:pt>
                <c:pt idx="447">
                  <c:v>42466</c:v>
                </c:pt>
                <c:pt idx="448">
                  <c:v>42467</c:v>
                </c:pt>
                <c:pt idx="449">
                  <c:v>42468</c:v>
                </c:pt>
                <c:pt idx="450">
                  <c:v>42471</c:v>
                </c:pt>
                <c:pt idx="451">
                  <c:v>42472</c:v>
                </c:pt>
                <c:pt idx="452">
                  <c:v>42473</c:v>
                </c:pt>
                <c:pt idx="453">
                  <c:v>42474</c:v>
                </c:pt>
                <c:pt idx="454">
                  <c:v>42475</c:v>
                </c:pt>
                <c:pt idx="455">
                  <c:v>42478</c:v>
                </c:pt>
                <c:pt idx="456">
                  <c:v>42479</c:v>
                </c:pt>
                <c:pt idx="457">
                  <c:v>42480</c:v>
                </c:pt>
                <c:pt idx="458">
                  <c:v>42482</c:v>
                </c:pt>
                <c:pt idx="459">
                  <c:v>42485</c:v>
                </c:pt>
                <c:pt idx="460">
                  <c:v>42486</c:v>
                </c:pt>
                <c:pt idx="461">
                  <c:v>42487</c:v>
                </c:pt>
                <c:pt idx="462">
                  <c:v>42488</c:v>
                </c:pt>
                <c:pt idx="463">
                  <c:v>42489</c:v>
                </c:pt>
                <c:pt idx="464">
                  <c:v>42492</c:v>
                </c:pt>
                <c:pt idx="465">
                  <c:v>42493</c:v>
                </c:pt>
                <c:pt idx="466">
                  <c:v>42494</c:v>
                </c:pt>
                <c:pt idx="467">
                  <c:v>42495</c:v>
                </c:pt>
                <c:pt idx="468">
                  <c:v>42496</c:v>
                </c:pt>
                <c:pt idx="469">
                  <c:v>42499</c:v>
                </c:pt>
                <c:pt idx="470">
                  <c:v>42500</c:v>
                </c:pt>
                <c:pt idx="471">
                  <c:v>42501</c:v>
                </c:pt>
                <c:pt idx="472">
                  <c:v>42502</c:v>
                </c:pt>
                <c:pt idx="473">
                  <c:v>42503</c:v>
                </c:pt>
                <c:pt idx="474">
                  <c:v>42506</c:v>
                </c:pt>
                <c:pt idx="475">
                  <c:v>42507</c:v>
                </c:pt>
                <c:pt idx="476">
                  <c:v>42508</c:v>
                </c:pt>
                <c:pt idx="477">
                  <c:v>42509</c:v>
                </c:pt>
                <c:pt idx="478">
                  <c:v>42510</c:v>
                </c:pt>
                <c:pt idx="479">
                  <c:v>42513</c:v>
                </c:pt>
                <c:pt idx="480">
                  <c:v>42514</c:v>
                </c:pt>
                <c:pt idx="481">
                  <c:v>42515</c:v>
                </c:pt>
                <c:pt idx="482">
                  <c:v>42517</c:v>
                </c:pt>
                <c:pt idx="483">
                  <c:v>42520</c:v>
                </c:pt>
                <c:pt idx="484">
                  <c:v>42521</c:v>
                </c:pt>
                <c:pt idx="485">
                  <c:v>42522</c:v>
                </c:pt>
                <c:pt idx="486">
                  <c:v>42523</c:v>
                </c:pt>
                <c:pt idx="487">
                  <c:v>42524</c:v>
                </c:pt>
                <c:pt idx="488">
                  <c:v>42527</c:v>
                </c:pt>
                <c:pt idx="489">
                  <c:v>42528</c:v>
                </c:pt>
                <c:pt idx="490">
                  <c:v>42529</c:v>
                </c:pt>
                <c:pt idx="491">
                  <c:v>42530</c:v>
                </c:pt>
                <c:pt idx="492">
                  <c:v>42531</c:v>
                </c:pt>
                <c:pt idx="493">
                  <c:v>42534</c:v>
                </c:pt>
                <c:pt idx="494">
                  <c:v>42535</c:v>
                </c:pt>
                <c:pt idx="495">
                  <c:v>42536</c:v>
                </c:pt>
                <c:pt idx="496">
                  <c:v>42537</c:v>
                </c:pt>
                <c:pt idx="497">
                  <c:v>42538</c:v>
                </c:pt>
                <c:pt idx="498">
                  <c:v>42541</c:v>
                </c:pt>
                <c:pt idx="499">
                  <c:v>42542</c:v>
                </c:pt>
                <c:pt idx="500">
                  <c:v>42543</c:v>
                </c:pt>
                <c:pt idx="501">
                  <c:v>42544</c:v>
                </c:pt>
                <c:pt idx="502">
                  <c:v>42545</c:v>
                </c:pt>
                <c:pt idx="503">
                  <c:v>42548</c:v>
                </c:pt>
                <c:pt idx="504">
                  <c:v>42549</c:v>
                </c:pt>
                <c:pt idx="505">
                  <c:v>42550</c:v>
                </c:pt>
                <c:pt idx="506">
                  <c:v>42551</c:v>
                </c:pt>
                <c:pt idx="507">
                  <c:v>42552</c:v>
                </c:pt>
                <c:pt idx="508">
                  <c:v>42555</c:v>
                </c:pt>
                <c:pt idx="509">
                  <c:v>42556</c:v>
                </c:pt>
                <c:pt idx="510">
                  <c:v>42557</c:v>
                </c:pt>
                <c:pt idx="511">
                  <c:v>42558</c:v>
                </c:pt>
                <c:pt idx="512">
                  <c:v>42559</c:v>
                </c:pt>
                <c:pt idx="513">
                  <c:v>42562</c:v>
                </c:pt>
                <c:pt idx="514">
                  <c:v>42563</c:v>
                </c:pt>
                <c:pt idx="515">
                  <c:v>42564</c:v>
                </c:pt>
                <c:pt idx="516">
                  <c:v>42565</c:v>
                </c:pt>
                <c:pt idx="517">
                  <c:v>42566</c:v>
                </c:pt>
                <c:pt idx="518">
                  <c:v>42569</c:v>
                </c:pt>
                <c:pt idx="519">
                  <c:v>42570</c:v>
                </c:pt>
                <c:pt idx="520">
                  <c:v>42571</c:v>
                </c:pt>
                <c:pt idx="521">
                  <c:v>42572</c:v>
                </c:pt>
                <c:pt idx="522">
                  <c:v>42573</c:v>
                </c:pt>
                <c:pt idx="523">
                  <c:v>42576</c:v>
                </c:pt>
                <c:pt idx="524">
                  <c:v>42577</c:v>
                </c:pt>
                <c:pt idx="525">
                  <c:v>42578</c:v>
                </c:pt>
                <c:pt idx="526">
                  <c:v>42579</c:v>
                </c:pt>
                <c:pt idx="527">
                  <c:v>42580</c:v>
                </c:pt>
                <c:pt idx="528">
                  <c:v>42583</c:v>
                </c:pt>
                <c:pt idx="529">
                  <c:v>42584</c:v>
                </c:pt>
                <c:pt idx="530">
                  <c:v>42585</c:v>
                </c:pt>
                <c:pt idx="531">
                  <c:v>42586</c:v>
                </c:pt>
                <c:pt idx="532">
                  <c:v>42587</c:v>
                </c:pt>
                <c:pt idx="533">
                  <c:v>42590</c:v>
                </c:pt>
                <c:pt idx="534">
                  <c:v>42591</c:v>
                </c:pt>
                <c:pt idx="535">
                  <c:v>42592</c:v>
                </c:pt>
                <c:pt idx="536">
                  <c:v>42593</c:v>
                </c:pt>
                <c:pt idx="537">
                  <c:v>42594</c:v>
                </c:pt>
                <c:pt idx="538">
                  <c:v>42597</c:v>
                </c:pt>
                <c:pt idx="539">
                  <c:v>42598</c:v>
                </c:pt>
                <c:pt idx="540">
                  <c:v>42599</c:v>
                </c:pt>
                <c:pt idx="541">
                  <c:v>42600</c:v>
                </c:pt>
                <c:pt idx="542">
                  <c:v>42601</c:v>
                </c:pt>
                <c:pt idx="543">
                  <c:v>42604</c:v>
                </c:pt>
                <c:pt idx="544">
                  <c:v>42605</c:v>
                </c:pt>
                <c:pt idx="545">
                  <c:v>42606</c:v>
                </c:pt>
                <c:pt idx="546">
                  <c:v>42607</c:v>
                </c:pt>
                <c:pt idx="547">
                  <c:v>42608</c:v>
                </c:pt>
                <c:pt idx="548">
                  <c:v>42611</c:v>
                </c:pt>
                <c:pt idx="549">
                  <c:v>42612</c:v>
                </c:pt>
                <c:pt idx="550">
                  <c:v>42613</c:v>
                </c:pt>
                <c:pt idx="551">
                  <c:v>42614</c:v>
                </c:pt>
                <c:pt idx="552">
                  <c:v>42615</c:v>
                </c:pt>
                <c:pt idx="553">
                  <c:v>42618</c:v>
                </c:pt>
                <c:pt idx="554">
                  <c:v>42619</c:v>
                </c:pt>
                <c:pt idx="555">
                  <c:v>42621</c:v>
                </c:pt>
                <c:pt idx="556">
                  <c:v>42622</c:v>
                </c:pt>
                <c:pt idx="557">
                  <c:v>42625</c:v>
                </c:pt>
                <c:pt idx="558">
                  <c:v>42626</c:v>
                </c:pt>
                <c:pt idx="559">
                  <c:v>42627</c:v>
                </c:pt>
                <c:pt idx="560">
                  <c:v>42628</c:v>
                </c:pt>
                <c:pt idx="561">
                  <c:v>42629</c:v>
                </c:pt>
                <c:pt idx="562">
                  <c:v>42632</c:v>
                </c:pt>
                <c:pt idx="563">
                  <c:v>42633</c:v>
                </c:pt>
                <c:pt idx="564">
                  <c:v>42634</c:v>
                </c:pt>
                <c:pt idx="565">
                  <c:v>42635</c:v>
                </c:pt>
                <c:pt idx="566">
                  <c:v>42636</c:v>
                </c:pt>
                <c:pt idx="567">
                  <c:v>42639</c:v>
                </c:pt>
                <c:pt idx="568">
                  <c:v>42640</c:v>
                </c:pt>
                <c:pt idx="569">
                  <c:v>42641</c:v>
                </c:pt>
                <c:pt idx="570">
                  <c:v>42642</c:v>
                </c:pt>
                <c:pt idx="571">
                  <c:v>42643</c:v>
                </c:pt>
                <c:pt idx="572">
                  <c:v>42646</c:v>
                </c:pt>
                <c:pt idx="573">
                  <c:v>42647</c:v>
                </c:pt>
                <c:pt idx="574">
                  <c:v>42648</c:v>
                </c:pt>
                <c:pt idx="575">
                  <c:v>42649</c:v>
                </c:pt>
                <c:pt idx="576">
                  <c:v>42650</c:v>
                </c:pt>
                <c:pt idx="577">
                  <c:v>42653</c:v>
                </c:pt>
                <c:pt idx="578">
                  <c:v>42654</c:v>
                </c:pt>
                <c:pt idx="579">
                  <c:v>42656</c:v>
                </c:pt>
                <c:pt idx="580">
                  <c:v>42657</c:v>
                </c:pt>
                <c:pt idx="581">
                  <c:v>42660</c:v>
                </c:pt>
                <c:pt idx="582">
                  <c:v>42661</c:v>
                </c:pt>
                <c:pt idx="583">
                  <c:v>42662</c:v>
                </c:pt>
                <c:pt idx="584">
                  <c:v>42663</c:v>
                </c:pt>
                <c:pt idx="585">
                  <c:v>42664</c:v>
                </c:pt>
                <c:pt idx="586">
                  <c:v>42667</c:v>
                </c:pt>
                <c:pt idx="587">
                  <c:v>42668</c:v>
                </c:pt>
                <c:pt idx="588">
                  <c:v>42669</c:v>
                </c:pt>
                <c:pt idx="589">
                  <c:v>42670</c:v>
                </c:pt>
                <c:pt idx="590">
                  <c:v>42671</c:v>
                </c:pt>
                <c:pt idx="591">
                  <c:v>42674</c:v>
                </c:pt>
                <c:pt idx="592">
                  <c:v>42675</c:v>
                </c:pt>
                <c:pt idx="593">
                  <c:v>42677</c:v>
                </c:pt>
                <c:pt idx="594">
                  <c:v>42678</c:v>
                </c:pt>
                <c:pt idx="595">
                  <c:v>42681</c:v>
                </c:pt>
                <c:pt idx="596">
                  <c:v>42682</c:v>
                </c:pt>
                <c:pt idx="597">
                  <c:v>42683</c:v>
                </c:pt>
                <c:pt idx="598">
                  <c:v>42684</c:v>
                </c:pt>
                <c:pt idx="599">
                  <c:v>42685</c:v>
                </c:pt>
                <c:pt idx="600">
                  <c:v>42688</c:v>
                </c:pt>
                <c:pt idx="601">
                  <c:v>42690</c:v>
                </c:pt>
                <c:pt idx="602">
                  <c:v>42691</c:v>
                </c:pt>
                <c:pt idx="603">
                  <c:v>42692</c:v>
                </c:pt>
                <c:pt idx="604">
                  <c:v>42695</c:v>
                </c:pt>
                <c:pt idx="605">
                  <c:v>42696</c:v>
                </c:pt>
                <c:pt idx="606">
                  <c:v>42697</c:v>
                </c:pt>
                <c:pt idx="607">
                  <c:v>42698</c:v>
                </c:pt>
                <c:pt idx="608">
                  <c:v>42699</c:v>
                </c:pt>
                <c:pt idx="609">
                  <c:v>42702</c:v>
                </c:pt>
                <c:pt idx="610">
                  <c:v>42703</c:v>
                </c:pt>
                <c:pt idx="611">
                  <c:v>42704</c:v>
                </c:pt>
                <c:pt idx="612">
                  <c:v>42705</c:v>
                </c:pt>
                <c:pt idx="613">
                  <c:v>42706</c:v>
                </c:pt>
                <c:pt idx="614">
                  <c:v>42709</c:v>
                </c:pt>
                <c:pt idx="615">
                  <c:v>42710</c:v>
                </c:pt>
                <c:pt idx="616">
                  <c:v>42711</c:v>
                </c:pt>
                <c:pt idx="617">
                  <c:v>42712</c:v>
                </c:pt>
                <c:pt idx="618">
                  <c:v>42713</c:v>
                </c:pt>
                <c:pt idx="619">
                  <c:v>42716</c:v>
                </c:pt>
                <c:pt idx="620">
                  <c:v>42717</c:v>
                </c:pt>
                <c:pt idx="621">
                  <c:v>42718</c:v>
                </c:pt>
                <c:pt idx="622">
                  <c:v>42719</c:v>
                </c:pt>
                <c:pt idx="623">
                  <c:v>42720</c:v>
                </c:pt>
                <c:pt idx="624">
                  <c:v>42723</c:v>
                </c:pt>
                <c:pt idx="625">
                  <c:v>42724</c:v>
                </c:pt>
                <c:pt idx="626">
                  <c:v>42725</c:v>
                </c:pt>
                <c:pt idx="627">
                  <c:v>42726</c:v>
                </c:pt>
                <c:pt idx="628">
                  <c:v>42727</c:v>
                </c:pt>
                <c:pt idx="629">
                  <c:v>42730</c:v>
                </c:pt>
                <c:pt idx="630">
                  <c:v>42731</c:v>
                </c:pt>
                <c:pt idx="631">
                  <c:v>42732</c:v>
                </c:pt>
                <c:pt idx="632">
                  <c:v>42733</c:v>
                </c:pt>
                <c:pt idx="633">
                  <c:v>42737</c:v>
                </c:pt>
                <c:pt idx="634">
                  <c:v>42738</c:v>
                </c:pt>
                <c:pt idx="635">
                  <c:v>42739</c:v>
                </c:pt>
                <c:pt idx="636">
                  <c:v>42740</c:v>
                </c:pt>
                <c:pt idx="637">
                  <c:v>42741</c:v>
                </c:pt>
                <c:pt idx="638">
                  <c:v>42744</c:v>
                </c:pt>
                <c:pt idx="639">
                  <c:v>42745</c:v>
                </c:pt>
                <c:pt idx="640">
                  <c:v>42746</c:v>
                </c:pt>
                <c:pt idx="641">
                  <c:v>42747</c:v>
                </c:pt>
                <c:pt idx="642">
                  <c:v>42748</c:v>
                </c:pt>
                <c:pt idx="643">
                  <c:v>42751</c:v>
                </c:pt>
                <c:pt idx="644">
                  <c:v>42752</c:v>
                </c:pt>
                <c:pt idx="645">
                  <c:v>42753</c:v>
                </c:pt>
                <c:pt idx="646">
                  <c:v>42754</c:v>
                </c:pt>
                <c:pt idx="647">
                  <c:v>42755</c:v>
                </c:pt>
                <c:pt idx="648">
                  <c:v>42758</c:v>
                </c:pt>
                <c:pt idx="649">
                  <c:v>42759</c:v>
                </c:pt>
                <c:pt idx="650">
                  <c:v>42761</c:v>
                </c:pt>
                <c:pt idx="651">
                  <c:v>42762</c:v>
                </c:pt>
                <c:pt idx="652">
                  <c:v>42765</c:v>
                </c:pt>
                <c:pt idx="653">
                  <c:v>42766</c:v>
                </c:pt>
                <c:pt idx="654">
                  <c:v>42767</c:v>
                </c:pt>
                <c:pt idx="655">
                  <c:v>42768</c:v>
                </c:pt>
                <c:pt idx="656">
                  <c:v>42769</c:v>
                </c:pt>
                <c:pt idx="657">
                  <c:v>42772</c:v>
                </c:pt>
                <c:pt idx="658">
                  <c:v>42773</c:v>
                </c:pt>
                <c:pt idx="659">
                  <c:v>42774</c:v>
                </c:pt>
                <c:pt idx="660">
                  <c:v>42775</c:v>
                </c:pt>
                <c:pt idx="661">
                  <c:v>42776</c:v>
                </c:pt>
                <c:pt idx="662">
                  <c:v>42779</c:v>
                </c:pt>
                <c:pt idx="663">
                  <c:v>42780</c:v>
                </c:pt>
                <c:pt idx="664">
                  <c:v>42781</c:v>
                </c:pt>
                <c:pt idx="665">
                  <c:v>42782</c:v>
                </c:pt>
                <c:pt idx="666">
                  <c:v>42783</c:v>
                </c:pt>
                <c:pt idx="667">
                  <c:v>42786</c:v>
                </c:pt>
                <c:pt idx="668">
                  <c:v>42787</c:v>
                </c:pt>
                <c:pt idx="669">
                  <c:v>42788</c:v>
                </c:pt>
                <c:pt idx="670">
                  <c:v>42789</c:v>
                </c:pt>
                <c:pt idx="671">
                  <c:v>42790</c:v>
                </c:pt>
                <c:pt idx="672">
                  <c:v>42795</c:v>
                </c:pt>
                <c:pt idx="673">
                  <c:v>42796</c:v>
                </c:pt>
                <c:pt idx="674">
                  <c:v>42797</c:v>
                </c:pt>
                <c:pt idx="675">
                  <c:v>42800</c:v>
                </c:pt>
                <c:pt idx="676">
                  <c:v>42801</c:v>
                </c:pt>
                <c:pt idx="677">
                  <c:v>42802</c:v>
                </c:pt>
                <c:pt idx="678">
                  <c:v>42803</c:v>
                </c:pt>
                <c:pt idx="679">
                  <c:v>42804</c:v>
                </c:pt>
                <c:pt idx="680">
                  <c:v>42807</c:v>
                </c:pt>
                <c:pt idx="681">
                  <c:v>42808</c:v>
                </c:pt>
                <c:pt idx="682">
                  <c:v>42809</c:v>
                </c:pt>
                <c:pt idx="683">
                  <c:v>42810</c:v>
                </c:pt>
                <c:pt idx="684">
                  <c:v>42811</c:v>
                </c:pt>
                <c:pt idx="685">
                  <c:v>42814</c:v>
                </c:pt>
                <c:pt idx="686">
                  <c:v>42815</c:v>
                </c:pt>
                <c:pt idx="687">
                  <c:v>42816</c:v>
                </c:pt>
                <c:pt idx="688">
                  <c:v>42817</c:v>
                </c:pt>
                <c:pt idx="689">
                  <c:v>42818</c:v>
                </c:pt>
                <c:pt idx="690">
                  <c:v>42821</c:v>
                </c:pt>
                <c:pt idx="691">
                  <c:v>42822</c:v>
                </c:pt>
                <c:pt idx="692">
                  <c:v>42823</c:v>
                </c:pt>
                <c:pt idx="693">
                  <c:v>42824</c:v>
                </c:pt>
                <c:pt idx="694">
                  <c:v>42825</c:v>
                </c:pt>
                <c:pt idx="695">
                  <c:v>42828</c:v>
                </c:pt>
                <c:pt idx="696">
                  <c:v>42829</c:v>
                </c:pt>
                <c:pt idx="697">
                  <c:v>42830</c:v>
                </c:pt>
                <c:pt idx="698">
                  <c:v>42831</c:v>
                </c:pt>
                <c:pt idx="699">
                  <c:v>42832</c:v>
                </c:pt>
                <c:pt idx="700">
                  <c:v>42835</c:v>
                </c:pt>
                <c:pt idx="701">
                  <c:v>42836</c:v>
                </c:pt>
                <c:pt idx="702">
                  <c:v>42837</c:v>
                </c:pt>
                <c:pt idx="703">
                  <c:v>42838</c:v>
                </c:pt>
                <c:pt idx="704">
                  <c:v>42842</c:v>
                </c:pt>
                <c:pt idx="705">
                  <c:v>42843</c:v>
                </c:pt>
                <c:pt idx="706">
                  <c:v>42844</c:v>
                </c:pt>
                <c:pt idx="707">
                  <c:v>42845</c:v>
                </c:pt>
                <c:pt idx="708">
                  <c:v>42849</c:v>
                </c:pt>
                <c:pt idx="709">
                  <c:v>42850</c:v>
                </c:pt>
                <c:pt idx="710">
                  <c:v>42851</c:v>
                </c:pt>
                <c:pt idx="711">
                  <c:v>42852</c:v>
                </c:pt>
                <c:pt idx="712">
                  <c:v>42853</c:v>
                </c:pt>
                <c:pt idx="713">
                  <c:v>42857</c:v>
                </c:pt>
                <c:pt idx="714">
                  <c:v>42858</c:v>
                </c:pt>
                <c:pt idx="715">
                  <c:v>42859</c:v>
                </c:pt>
                <c:pt idx="716">
                  <c:v>42860</c:v>
                </c:pt>
                <c:pt idx="717">
                  <c:v>42863</c:v>
                </c:pt>
                <c:pt idx="718">
                  <c:v>42864</c:v>
                </c:pt>
                <c:pt idx="719">
                  <c:v>42865</c:v>
                </c:pt>
                <c:pt idx="720">
                  <c:v>42866</c:v>
                </c:pt>
                <c:pt idx="721">
                  <c:v>42867</c:v>
                </c:pt>
                <c:pt idx="722">
                  <c:v>42870</c:v>
                </c:pt>
                <c:pt idx="723">
                  <c:v>42871</c:v>
                </c:pt>
                <c:pt idx="724">
                  <c:v>42872</c:v>
                </c:pt>
                <c:pt idx="725">
                  <c:v>42873</c:v>
                </c:pt>
                <c:pt idx="726">
                  <c:v>42874</c:v>
                </c:pt>
                <c:pt idx="727">
                  <c:v>42877</c:v>
                </c:pt>
                <c:pt idx="728">
                  <c:v>42878</c:v>
                </c:pt>
                <c:pt idx="729">
                  <c:v>42879</c:v>
                </c:pt>
                <c:pt idx="730">
                  <c:v>42880</c:v>
                </c:pt>
                <c:pt idx="731">
                  <c:v>42881</c:v>
                </c:pt>
                <c:pt idx="732">
                  <c:v>42884</c:v>
                </c:pt>
                <c:pt idx="733">
                  <c:v>42885</c:v>
                </c:pt>
                <c:pt idx="734">
                  <c:v>42886</c:v>
                </c:pt>
                <c:pt idx="735">
                  <c:v>42887</c:v>
                </c:pt>
                <c:pt idx="736">
                  <c:v>42888</c:v>
                </c:pt>
                <c:pt idx="737">
                  <c:v>42891</c:v>
                </c:pt>
                <c:pt idx="738">
                  <c:v>42892</c:v>
                </c:pt>
                <c:pt idx="739">
                  <c:v>42893</c:v>
                </c:pt>
                <c:pt idx="740">
                  <c:v>42894</c:v>
                </c:pt>
                <c:pt idx="741">
                  <c:v>42895</c:v>
                </c:pt>
                <c:pt idx="742">
                  <c:v>42898</c:v>
                </c:pt>
                <c:pt idx="743">
                  <c:v>42899</c:v>
                </c:pt>
                <c:pt idx="744">
                  <c:v>42900</c:v>
                </c:pt>
                <c:pt idx="745">
                  <c:v>42902</c:v>
                </c:pt>
                <c:pt idx="746">
                  <c:v>42905</c:v>
                </c:pt>
                <c:pt idx="747">
                  <c:v>42906</c:v>
                </c:pt>
                <c:pt idx="748">
                  <c:v>42907</c:v>
                </c:pt>
                <c:pt idx="749">
                  <c:v>42908</c:v>
                </c:pt>
                <c:pt idx="750">
                  <c:v>42909</c:v>
                </c:pt>
                <c:pt idx="751">
                  <c:v>42912</c:v>
                </c:pt>
                <c:pt idx="752">
                  <c:v>42913</c:v>
                </c:pt>
                <c:pt idx="753">
                  <c:v>42914</c:v>
                </c:pt>
                <c:pt idx="754">
                  <c:v>42915</c:v>
                </c:pt>
                <c:pt idx="755">
                  <c:v>42916</c:v>
                </c:pt>
                <c:pt idx="756">
                  <c:v>42919</c:v>
                </c:pt>
                <c:pt idx="757">
                  <c:v>42920</c:v>
                </c:pt>
                <c:pt idx="758">
                  <c:v>42921</c:v>
                </c:pt>
                <c:pt idx="759">
                  <c:v>42922</c:v>
                </c:pt>
                <c:pt idx="760">
                  <c:v>42923</c:v>
                </c:pt>
                <c:pt idx="761">
                  <c:v>42926</c:v>
                </c:pt>
                <c:pt idx="762">
                  <c:v>42927</c:v>
                </c:pt>
                <c:pt idx="763">
                  <c:v>42928</c:v>
                </c:pt>
                <c:pt idx="764">
                  <c:v>42929</c:v>
                </c:pt>
                <c:pt idx="765">
                  <c:v>42930</c:v>
                </c:pt>
                <c:pt idx="766">
                  <c:v>42933</c:v>
                </c:pt>
                <c:pt idx="767">
                  <c:v>42934</c:v>
                </c:pt>
                <c:pt idx="768">
                  <c:v>42935</c:v>
                </c:pt>
                <c:pt idx="769">
                  <c:v>42936</c:v>
                </c:pt>
                <c:pt idx="770">
                  <c:v>42937</c:v>
                </c:pt>
                <c:pt idx="771">
                  <c:v>42940</c:v>
                </c:pt>
                <c:pt idx="772">
                  <c:v>42941</c:v>
                </c:pt>
                <c:pt idx="773">
                  <c:v>42942</c:v>
                </c:pt>
                <c:pt idx="774">
                  <c:v>42943</c:v>
                </c:pt>
                <c:pt idx="775">
                  <c:v>42944</c:v>
                </c:pt>
                <c:pt idx="776">
                  <c:v>42947</c:v>
                </c:pt>
                <c:pt idx="777">
                  <c:v>42948</c:v>
                </c:pt>
                <c:pt idx="778">
                  <c:v>42949</c:v>
                </c:pt>
                <c:pt idx="779">
                  <c:v>42950</c:v>
                </c:pt>
                <c:pt idx="780">
                  <c:v>42951</c:v>
                </c:pt>
                <c:pt idx="781">
                  <c:v>42954</c:v>
                </c:pt>
                <c:pt idx="782">
                  <c:v>42955</c:v>
                </c:pt>
                <c:pt idx="783">
                  <c:v>42956</c:v>
                </c:pt>
                <c:pt idx="784">
                  <c:v>42957</c:v>
                </c:pt>
                <c:pt idx="785">
                  <c:v>42958</c:v>
                </c:pt>
                <c:pt idx="786">
                  <c:v>42961</c:v>
                </c:pt>
                <c:pt idx="787">
                  <c:v>42962</c:v>
                </c:pt>
                <c:pt idx="788">
                  <c:v>42963</c:v>
                </c:pt>
                <c:pt idx="789">
                  <c:v>42964</c:v>
                </c:pt>
                <c:pt idx="790">
                  <c:v>42965</c:v>
                </c:pt>
                <c:pt idx="791">
                  <c:v>42968</c:v>
                </c:pt>
                <c:pt idx="792">
                  <c:v>42969</c:v>
                </c:pt>
                <c:pt idx="793">
                  <c:v>42970</c:v>
                </c:pt>
                <c:pt idx="794">
                  <c:v>42971</c:v>
                </c:pt>
                <c:pt idx="795">
                  <c:v>42972</c:v>
                </c:pt>
                <c:pt idx="796">
                  <c:v>42975</c:v>
                </c:pt>
                <c:pt idx="797">
                  <c:v>42976</c:v>
                </c:pt>
                <c:pt idx="798">
                  <c:v>42977</c:v>
                </c:pt>
                <c:pt idx="799">
                  <c:v>42978</c:v>
                </c:pt>
                <c:pt idx="800">
                  <c:v>42979</c:v>
                </c:pt>
                <c:pt idx="801">
                  <c:v>42982</c:v>
                </c:pt>
                <c:pt idx="802">
                  <c:v>42983</c:v>
                </c:pt>
                <c:pt idx="803">
                  <c:v>42984</c:v>
                </c:pt>
                <c:pt idx="804">
                  <c:v>42986</c:v>
                </c:pt>
                <c:pt idx="805">
                  <c:v>42989</c:v>
                </c:pt>
                <c:pt idx="806">
                  <c:v>42990</c:v>
                </c:pt>
                <c:pt idx="807">
                  <c:v>42991</c:v>
                </c:pt>
                <c:pt idx="808">
                  <c:v>42992</c:v>
                </c:pt>
                <c:pt idx="809">
                  <c:v>42993</c:v>
                </c:pt>
                <c:pt idx="810">
                  <c:v>42996</c:v>
                </c:pt>
                <c:pt idx="811">
                  <c:v>42997</c:v>
                </c:pt>
                <c:pt idx="812">
                  <c:v>42998</c:v>
                </c:pt>
                <c:pt idx="813">
                  <c:v>42999</c:v>
                </c:pt>
                <c:pt idx="814">
                  <c:v>43000</c:v>
                </c:pt>
                <c:pt idx="815">
                  <c:v>43003</c:v>
                </c:pt>
                <c:pt idx="816">
                  <c:v>43004</c:v>
                </c:pt>
                <c:pt idx="817">
                  <c:v>43005</c:v>
                </c:pt>
                <c:pt idx="818">
                  <c:v>43006</c:v>
                </c:pt>
                <c:pt idx="819">
                  <c:v>43007</c:v>
                </c:pt>
                <c:pt idx="820">
                  <c:v>43010</c:v>
                </c:pt>
                <c:pt idx="821">
                  <c:v>43011</c:v>
                </c:pt>
                <c:pt idx="822">
                  <c:v>43012</c:v>
                </c:pt>
                <c:pt idx="823">
                  <c:v>43013</c:v>
                </c:pt>
                <c:pt idx="824">
                  <c:v>43014</c:v>
                </c:pt>
                <c:pt idx="825">
                  <c:v>43017</c:v>
                </c:pt>
                <c:pt idx="826">
                  <c:v>43018</c:v>
                </c:pt>
                <c:pt idx="827">
                  <c:v>43019</c:v>
                </c:pt>
                <c:pt idx="828">
                  <c:v>43021</c:v>
                </c:pt>
                <c:pt idx="829">
                  <c:v>43024</c:v>
                </c:pt>
                <c:pt idx="830">
                  <c:v>43025</c:v>
                </c:pt>
                <c:pt idx="831">
                  <c:v>43026</c:v>
                </c:pt>
                <c:pt idx="832">
                  <c:v>43027</c:v>
                </c:pt>
                <c:pt idx="833">
                  <c:v>43028</c:v>
                </c:pt>
                <c:pt idx="834">
                  <c:v>43031</c:v>
                </c:pt>
                <c:pt idx="835">
                  <c:v>43032</c:v>
                </c:pt>
                <c:pt idx="836">
                  <c:v>43033</c:v>
                </c:pt>
                <c:pt idx="837">
                  <c:v>43034</c:v>
                </c:pt>
                <c:pt idx="838">
                  <c:v>43035</c:v>
                </c:pt>
                <c:pt idx="839">
                  <c:v>43038</c:v>
                </c:pt>
                <c:pt idx="840">
                  <c:v>43039</c:v>
                </c:pt>
                <c:pt idx="841">
                  <c:v>43040</c:v>
                </c:pt>
                <c:pt idx="842">
                  <c:v>43042</c:v>
                </c:pt>
                <c:pt idx="843">
                  <c:v>43045</c:v>
                </c:pt>
                <c:pt idx="844">
                  <c:v>43046</c:v>
                </c:pt>
                <c:pt idx="845">
                  <c:v>43047</c:v>
                </c:pt>
                <c:pt idx="846">
                  <c:v>43048</c:v>
                </c:pt>
                <c:pt idx="847">
                  <c:v>43049</c:v>
                </c:pt>
                <c:pt idx="848">
                  <c:v>43052</c:v>
                </c:pt>
                <c:pt idx="849">
                  <c:v>43053</c:v>
                </c:pt>
                <c:pt idx="850">
                  <c:v>43055</c:v>
                </c:pt>
                <c:pt idx="851">
                  <c:v>43056</c:v>
                </c:pt>
                <c:pt idx="852">
                  <c:v>43060</c:v>
                </c:pt>
                <c:pt idx="853">
                  <c:v>43061</c:v>
                </c:pt>
                <c:pt idx="854">
                  <c:v>43062</c:v>
                </c:pt>
                <c:pt idx="855">
                  <c:v>43063</c:v>
                </c:pt>
                <c:pt idx="856">
                  <c:v>43066</c:v>
                </c:pt>
                <c:pt idx="857">
                  <c:v>43067</c:v>
                </c:pt>
                <c:pt idx="858">
                  <c:v>43068</c:v>
                </c:pt>
                <c:pt idx="859">
                  <c:v>43069</c:v>
                </c:pt>
                <c:pt idx="860">
                  <c:v>43070</c:v>
                </c:pt>
                <c:pt idx="861">
                  <c:v>43073</c:v>
                </c:pt>
                <c:pt idx="862">
                  <c:v>43074</c:v>
                </c:pt>
                <c:pt idx="863">
                  <c:v>43075</c:v>
                </c:pt>
                <c:pt idx="864">
                  <c:v>43076</c:v>
                </c:pt>
                <c:pt idx="865">
                  <c:v>43077</c:v>
                </c:pt>
                <c:pt idx="866">
                  <c:v>43080</c:v>
                </c:pt>
                <c:pt idx="867">
                  <c:v>43081</c:v>
                </c:pt>
                <c:pt idx="868">
                  <c:v>43082</c:v>
                </c:pt>
                <c:pt idx="869">
                  <c:v>43083</c:v>
                </c:pt>
                <c:pt idx="870">
                  <c:v>43084</c:v>
                </c:pt>
                <c:pt idx="871">
                  <c:v>43087</c:v>
                </c:pt>
                <c:pt idx="872">
                  <c:v>43088</c:v>
                </c:pt>
                <c:pt idx="873">
                  <c:v>43089</c:v>
                </c:pt>
                <c:pt idx="874">
                  <c:v>43090</c:v>
                </c:pt>
                <c:pt idx="875">
                  <c:v>43091</c:v>
                </c:pt>
                <c:pt idx="876">
                  <c:v>43095</c:v>
                </c:pt>
                <c:pt idx="877">
                  <c:v>43096</c:v>
                </c:pt>
                <c:pt idx="878">
                  <c:v>43097</c:v>
                </c:pt>
                <c:pt idx="879">
                  <c:v>43102</c:v>
                </c:pt>
                <c:pt idx="880">
                  <c:v>43103</c:v>
                </c:pt>
                <c:pt idx="881">
                  <c:v>43104</c:v>
                </c:pt>
                <c:pt idx="882">
                  <c:v>43105</c:v>
                </c:pt>
                <c:pt idx="883">
                  <c:v>43108</c:v>
                </c:pt>
                <c:pt idx="884">
                  <c:v>43109</c:v>
                </c:pt>
                <c:pt idx="885">
                  <c:v>43110</c:v>
                </c:pt>
                <c:pt idx="886">
                  <c:v>43111</c:v>
                </c:pt>
                <c:pt idx="887">
                  <c:v>43112</c:v>
                </c:pt>
                <c:pt idx="888">
                  <c:v>43115</c:v>
                </c:pt>
                <c:pt idx="889">
                  <c:v>43116</c:v>
                </c:pt>
                <c:pt idx="890">
                  <c:v>43117</c:v>
                </c:pt>
                <c:pt idx="891">
                  <c:v>43118</c:v>
                </c:pt>
                <c:pt idx="892">
                  <c:v>43119</c:v>
                </c:pt>
                <c:pt idx="893">
                  <c:v>43122</c:v>
                </c:pt>
                <c:pt idx="894">
                  <c:v>43123</c:v>
                </c:pt>
                <c:pt idx="895">
                  <c:v>43124</c:v>
                </c:pt>
                <c:pt idx="896">
                  <c:v>43126</c:v>
                </c:pt>
                <c:pt idx="897">
                  <c:v>43129</c:v>
                </c:pt>
                <c:pt idx="898">
                  <c:v>43130</c:v>
                </c:pt>
                <c:pt idx="899">
                  <c:v>43131</c:v>
                </c:pt>
                <c:pt idx="900">
                  <c:v>43132</c:v>
                </c:pt>
                <c:pt idx="901">
                  <c:v>43133</c:v>
                </c:pt>
                <c:pt idx="902">
                  <c:v>43136</c:v>
                </c:pt>
                <c:pt idx="903">
                  <c:v>43137</c:v>
                </c:pt>
                <c:pt idx="904">
                  <c:v>43138</c:v>
                </c:pt>
                <c:pt idx="905">
                  <c:v>43139</c:v>
                </c:pt>
                <c:pt idx="906">
                  <c:v>43140</c:v>
                </c:pt>
                <c:pt idx="907">
                  <c:v>43145</c:v>
                </c:pt>
                <c:pt idx="908">
                  <c:v>43146</c:v>
                </c:pt>
                <c:pt idx="909">
                  <c:v>43147</c:v>
                </c:pt>
                <c:pt idx="910">
                  <c:v>43150</c:v>
                </c:pt>
                <c:pt idx="911">
                  <c:v>43151</c:v>
                </c:pt>
                <c:pt idx="912">
                  <c:v>43152</c:v>
                </c:pt>
                <c:pt idx="913">
                  <c:v>43153</c:v>
                </c:pt>
                <c:pt idx="914">
                  <c:v>43154</c:v>
                </c:pt>
                <c:pt idx="915">
                  <c:v>43157</c:v>
                </c:pt>
                <c:pt idx="916">
                  <c:v>43158</c:v>
                </c:pt>
                <c:pt idx="917">
                  <c:v>43159</c:v>
                </c:pt>
                <c:pt idx="918">
                  <c:v>43160</c:v>
                </c:pt>
                <c:pt idx="919">
                  <c:v>43161</c:v>
                </c:pt>
                <c:pt idx="920">
                  <c:v>43164</c:v>
                </c:pt>
                <c:pt idx="921">
                  <c:v>43165</c:v>
                </c:pt>
                <c:pt idx="922">
                  <c:v>43166</c:v>
                </c:pt>
                <c:pt idx="923">
                  <c:v>43167</c:v>
                </c:pt>
                <c:pt idx="924">
                  <c:v>43168</c:v>
                </c:pt>
                <c:pt idx="925">
                  <c:v>43171</c:v>
                </c:pt>
                <c:pt idx="926">
                  <c:v>43172</c:v>
                </c:pt>
                <c:pt idx="927">
                  <c:v>43173</c:v>
                </c:pt>
                <c:pt idx="928">
                  <c:v>43174</c:v>
                </c:pt>
                <c:pt idx="929">
                  <c:v>43175</c:v>
                </c:pt>
                <c:pt idx="930">
                  <c:v>43178</c:v>
                </c:pt>
                <c:pt idx="931">
                  <c:v>43179</c:v>
                </c:pt>
                <c:pt idx="932">
                  <c:v>43180</c:v>
                </c:pt>
                <c:pt idx="933">
                  <c:v>43181</c:v>
                </c:pt>
                <c:pt idx="934">
                  <c:v>43182</c:v>
                </c:pt>
                <c:pt idx="935">
                  <c:v>43185</c:v>
                </c:pt>
                <c:pt idx="936">
                  <c:v>43186</c:v>
                </c:pt>
                <c:pt idx="937">
                  <c:v>43187</c:v>
                </c:pt>
                <c:pt idx="938">
                  <c:v>43188</c:v>
                </c:pt>
                <c:pt idx="939">
                  <c:v>43192</c:v>
                </c:pt>
                <c:pt idx="940">
                  <c:v>43193</c:v>
                </c:pt>
                <c:pt idx="941">
                  <c:v>43194</c:v>
                </c:pt>
                <c:pt idx="942">
                  <c:v>43195</c:v>
                </c:pt>
                <c:pt idx="943">
                  <c:v>43196</c:v>
                </c:pt>
                <c:pt idx="944">
                  <c:v>43199</c:v>
                </c:pt>
                <c:pt idx="945">
                  <c:v>43200</c:v>
                </c:pt>
                <c:pt idx="946">
                  <c:v>43201</c:v>
                </c:pt>
                <c:pt idx="947">
                  <c:v>43202</c:v>
                </c:pt>
                <c:pt idx="948">
                  <c:v>43203</c:v>
                </c:pt>
                <c:pt idx="949">
                  <c:v>43206</c:v>
                </c:pt>
                <c:pt idx="950">
                  <c:v>43207</c:v>
                </c:pt>
                <c:pt idx="951">
                  <c:v>43208</c:v>
                </c:pt>
                <c:pt idx="952">
                  <c:v>43209</c:v>
                </c:pt>
                <c:pt idx="953">
                  <c:v>43210</c:v>
                </c:pt>
                <c:pt idx="954">
                  <c:v>43213</c:v>
                </c:pt>
                <c:pt idx="955">
                  <c:v>43214</c:v>
                </c:pt>
                <c:pt idx="956">
                  <c:v>43215</c:v>
                </c:pt>
                <c:pt idx="957">
                  <c:v>43216</c:v>
                </c:pt>
                <c:pt idx="958">
                  <c:v>43217</c:v>
                </c:pt>
                <c:pt idx="959">
                  <c:v>43220</c:v>
                </c:pt>
                <c:pt idx="960">
                  <c:v>43222</c:v>
                </c:pt>
                <c:pt idx="961">
                  <c:v>43223</c:v>
                </c:pt>
                <c:pt idx="962">
                  <c:v>43224</c:v>
                </c:pt>
                <c:pt idx="963">
                  <c:v>43227</c:v>
                </c:pt>
                <c:pt idx="964">
                  <c:v>43228</c:v>
                </c:pt>
                <c:pt idx="965">
                  <c:v>43229</c:v>
                </c:pt>
                <c:pt idx="966">
                  <c:v>43230</c:v>
                </c:pt>
                <c:pt idx="967">
                  <c:v>43231</c:v>
                </c:pt>
                <c:pt idx="968">
                  <c:v>43234</c:v>
                </c:pt>
                <c:pt idx="969">
                  <c:v>43235</c:v>
                </c:pt>
                <c:pt idx="970">
                  <c:v>43236</c:v>
                </c:pt>
                <c:pt idx="971">
                  <c:v>43237</c:v>
                </c:pt>
                <c:pt idx="972">
                  <c:v>43238</c:v>
                </c:pt>
                <c:pt idx="973">
                  <c:v>43241</c:v>
                </c:pt>
                <c:pt idx="974">
                  <c:v>43242</c:v>
                </c:pt>
                <c:pt idx="975">
                  <c:v>43243</c:v>
                </c:pt>
                <c:pt idx="976">
                  <c:v>43244</c:v>
                </c:pt>
                <c:pt idx="977">
                  <c:v>43245</c:v>
                </c:pt>
                <c:pt idx="978">
                  <c:v>43248</c:v>
                </c:pt>
                <c:pt idx="979">
                  <c:v>43249</c:v>
                </c:pt>
                <c:pt idx="980">
                  <c:v>43250</c:v>
                </c:pt>
                <c:pt idx="981">
                  <c:v>43252</c:v>
                </c:pt>
                <c:pt idx="982">
                  <c:v>43255</c:v>
                </c:pt>
                <c:pt idx="983">
                  <c:v>43256</c:v>
                </c:pt>
                <c:pt idx="984">
                  <c:v>43257</c:v>
                </c:pt>
                <c:pt idx="985">
                  <c:v>43258</c:v>
                </c:pt>
                <c:pt idx="986">
                  <c:v>43259</c:v>
                </c:pt>
                <c:pt idx="987">
                  <c:v>43262</c:v>
                </c:pt>
                <c:pt idx="988">
                  <c:v>43263</c:v>
                </c:pt>
                <c:pt idx="989">
                  <c:v>43264</c:v>
                </c:pt>
                <c:pt idx="990">
                  <c:v>43265</c:v>
                </c:pt>
                <c:pt idx="991">
                  <c:v>43266</c:v>
                </c:pt>
                <c:pt idx="992">
                  <c:v>43269</c:v>
                </c:pt>
                <c:pt idx="993">
                  <c:v>43270</c:v>
                </c:pt>
                <c:pt idx="994">
                  <c:v>43271</c:v>
                </c:pt>
                <c:pt idx="995">
                  <c:v>43272</c:v>
                </c:pt>
                <c:pt idx="996">
                  <c:v>43273</c:v>
                </c:pt>
                <c:pt idx="997">
                  <c:v>43276</c:v>
                </c:pt>
                <c:pt idx="998">
                  <c:v>43277</c:v>
                </c:pt>
                <c:pt idx="999">
                  <c:v>43278</c:v>
                </c:pt>
                <c:pt idx="1000">
                  <c:v>43279</c:v>
                </c:pt>
                <c:pt idx="1001">
                  <c:v>43280</c:v>
                </c:pt>
                <c:pt idx="1002">
                  <c:v>43283</c:v>
                </c:pt>
                <c:pt idx="1003">
                  <c:v>43284</c:v>
                </c:pt>
                <c:pt idx="1004">
                  <c:v>43285</c:v>
                </c:pt>
                <c:pt idx="1005">
                  <c:v>43286</c:v>
                </c:pt>
                <c:pt idx="1006">
                  <c:v>43287</c:v>
                </c:pt>
                <c:pt idx="1007">
                  <c:v>43291</c:v>
                </c:pt>
                <c:pt idx="1008">
                  <c:v>43292</c:v>
                </c:pt>
                <c:pt idx="1009">
                  <c:v>43293</c:v>
                </c:pt>
                <c:pt idx="1010">
                  <c:v>43294</c:v>
                </c:pt>
                <c:pt idx="1011">
                  <c:v>43297</c:v>
                </c:pt>
                <c:pt idx="1012">
                  <c:v>43298</c:v>
                </c:pt>
                <c:pt idx="1013">
                  <c:v>43299</c:v>
                </c:pt>
                <c:pt idx="1014">
                  <c:v>43300</c:v>
                </c:pt>
                <c:pt idx="1015">
                  <c:v>43301</c:v>
                </c:pt>
                <c:pt idx="1016">
                  <c:v>43304</c:v>
                </c:pt>
                <c:pt idx="1017">
                  <c:v>43305</c:v>
                </c:pt>
                <c:pt idx="1018">
                  <c:v>43306</c:v>
                </c:pt>
                <c:pt idx="1019">
                  <c:v>43307</c:v>
                </c:pt>
                <c:pt idx="1020">
                  <c:v>43308</c:v>
                </c:pt>
                <c:pt idx="1021">
                  <c:v>43311</c:v>
                </c:pt>
                <c:pt idx="1022">
                  <c:v>43312</c:v>
                </c:pt>
                <c:pt idx="1023">
                  <c:v>43313</c:v>
                </c:pt>
                <c:pt idx="1024">
                  <c:v>43314</c:v>
                </c:pt>
                <c:pt idx="1025">
                  <c:v>43315</c:v>
                </c:pt>
                <c:pt idx="1026">
                  <c:v>43318</c:v>
                </c:pt>
                <c:pt idx="1027">
                  <c:v>43319</c:v>
                </c:pt>
                <c:pt idx="1028">
                  <c:v>43320</c:v>
                </c:pt>
                <c:pt idx="1029">
                  <c:v>43321</c:v>
                </c:pt>
                <c:pt idx="1030">
                  <c:v>43322</c:v>
                </c:pt>
                <c:pt idx="1031">
                  <c:v>43325</c:v>
                </c:pt>
                <c:pt idx="1032">
                  <c:v>43326</c:v>
                </c:pt>
                <c:pt idx="1033">
                  <c:v>43327</c:v>
                </c:pt>
                <c:pt idx="1034">
                  <c:v>43328</c:v>
                </c:pt>
                <c:pt idx="1035">
                  <c:v>43329</c:v>
                </c:pt>
                <c:pt idx="1036">
                  <c:v>43332</c:v>
                </c:pt>
                <c:pt idx="1037">
                  <c:v>43333</c:v>
                </c:pt>
                <c:pt idx="1038">
                  <c:v>43334</c:v>
                </c:pt>
                <c:pt idx="1039">
                  <c:v>43335</c:v>
                </c:pt>
                <c:pt idx="1040">
                  <c:v>43336</c:v>
                </c:pt>
                <c:pt idx="1041">
                  <c:v>43339</c:v>
                </c:pt>
                <c:pt idx="1042">
                  <c:v>43340</c:v>
                </c:pt>
                <c:pt idx="1043">
                  <c:v>43341</c:v>
                </c:pt>
                <c:pt idx="1044">
                  <c:v>43342</c:v>
                </c:pt>
                <c:pt idx="1045">
                  <c:v>43343</c:v>
                </c:pt>
                <c:pt idx="1046">
                  <c:v>43346</c:v>
                </c:pt>
                <c:pt idx="1047">
                  <c:v>43347</c:v>
                </c:pt>
                <c:pt idx="1048">
                  <c:v>43348</c:v>
                </c:pt>
                <c:pt idx="1049">
                  <c:v>43349</c:v>
                </c:pt>
                <c:pt idx="1050">
                  <c:v>43353</c:v>
                </c:pt>
                <c:pt idx="1051">
                  <c:v>43354</c:v>
                </c:pt>
                <c:pt idx="1052">
                  <c:v>43355</c:v>
                </c:pt>
                <c:pt idx="1053">
                  <c:v>43356</c:v>
                </c:pt>
                <c:pt idx="1054">
                  <c:v>43357</c:v>
                </c:pt>
                <c:pt idx="1055">
                  <c:v>43360</c:v>
                </c:pt>
                <c:pt idx="1056">
                  <c:v>43361</c:v>
                </c:pt>
                <c:pt idx="1057">
                  <c:v>43362</c:v>
                </c:pt>
                <c:pt idx="1058">
                  <c:v>43363</c:v>
                </c:pt>
                <c:pt idx="1059">
                  <c:v>43364</c:v>
                </c:pt>
                <c:pt idx="1060">
                  <c:v>43367</c:v>
                </c:pt>
                <c:pt idx="1061">
                  <c:v>43368</c:v>
                </c:pt>
                <c:pt idx="1062">
                  <c:v>43369</c:v>
                </c:pt>
                <c:pt idx="1063">
                  <c:v>43370</c:v>
                </c:pt>
                <c:pt idx="1064">
                  <c:v>43371</c:v>
                </c:pt>
                <c:pt idx="1065">
                  <c:v>43374</c:v>
                </c:pt>
                <c:pt idx="1066">
                  <c:v>43375</c:v>
                </c:pt>
                <c:pt idx="1067">
                  <c:v>43376</c:v>
                </c:pt>
                <c:pt idx="1068">
                  <c:v>43377</c:v>
                </c:pt>
                <c:pt idx="1069">
                  <c:v>43378</c:v>
                </c:pt>
                <c:pt idx="1070">
                  <c:v>43381</c:v>
                </c:pt>
                <c:pt idx="1071">
                  <c:v>43382</c:v>
                </c:pt>
                <c:pt idx="1072">
                  <c:v>43383</c:v>
                </c:pt>
                <c:pt idx="1073">
                  <c:v>43384</c:v>
                </c:pt>
                <c:pt idx="1074">
                  <c:v>43388</c:v>
                </c:pt>
                <c:pt idx="1075">
                  <c:v>43389</c:v>
                </c:pt>
                <c:pt idx="1076">
                  <c:v>43390</c:v>
                </c:pt>
                <c:pt idx="1077">
                  <c:v>43391</c:v>
                </c:pt>
                <c:pt idx="1078">
                  <c:v>43392</c:v>
                </c:pt>
                <c:pt idx="1079">
                  <c:v>43395</c:v>
                </c:pt>
                <c:pt idx="1080">
                  <c:v>43396</c:v>
                </c:pt>
                <c:pt idx="1081">
                  <c:v>43397</c:v>
                </c:pt>
                <c:pt idx="1082">
                  <c:v>43398</c:v>
                </c:pt>
                <c:pt idx="1083">
                  <c:v>43399</c:v>
                </c:pt>
                <c:pt idx="1084">
                  <c:v>43402</c:v>
                </c:pt>
                <c:pt idx="1085">
                  <c:v>43403</c:v>
                </c:pt>
                <c:pt idx="1086">
                  <c:v>43404</c:v>
                </c:pt>
                <c:pt idx="1087">
                  <c:v>43405</c:v>
                </c:pt>
                <c:pt idx="1088">
                  <c:v>43409</c:v>
                </c:pt>
                <c:pt idx="1089">
                  <c:v>43410</c:v>
                </c:pt>
                <c:pt idx="1090">
                  <c:v>43411</c:v>
                </c:pt>
                <c:pt idx="1091">
                  <c:v>43412</c:v>
                </c:pt>
                <c:pt idx="1092">
                  <c:v>43413</c:v>
                </c:pt>
                <c:pt idx="1093">
                  <c:v>43416</c:v>
                </c:pt>
                <c:pt idx="1094">
                  <c:v>43417</c:v>
                </c:pt>
                <c:pt idx="1095">
                  <c:v>43418</c:v>
                </c:pt>
                <c:pt idx="1096">
                  <c:v>43420</c:v>
                </c:pt>
                <c:pt idx="1097">
                  <c:v>43423</c:v>
                </c:pt>
                <c:pt idx="1098">
                  <c:v>43425</c:v>
                </c:pt>
                <c:pt idx="1099">
                  <c:v>43426</c:v>
                </c:pt>
                <c:pt idx="1100">
                  <c:v>43427</c:v>
                </c:pt>
                <c:pt idx="1101">
                  <c:v>43430</c:v>
                </c:pt>
                <c:pt idx="1102">
                  <c:v>43431</c:v>
                </c:pt>
                <c:pt idx="1103">
                  <c:v>43432</c:v>
                </c:pt>
                <c:pt idx="1104">
                  <c:v>43433</c:v>
                </c:pt>
                <c:pt idx="1105">
                  <c:v>43434</c:v>
                </c:pt>
                <c:pt idx="1106">
                  <c:v>43437</c:v>
                </c:pt>
                <c:pt idx="1107">
                  <c:v>43438</c:v>
                </c:pt>
                <c:pt idx="1108">
                  <c:v>43439</c:v>
                </c:pt>
                <c:pt idx="1109">
                  <c:v>43440</c:v>
                </c:pt>
                <c:pt idx="1110">
                  <c:v>43441</c:v>
                </c:pt>
                <c:pt idx="1111">
                  <c:v>43444</c:v>
                </c:pt>
                <c:pt idx="1112">
                  <c:v>43445</c:v>
                </c:pt>
                <c:pt idx="1113">
                  <c:v>43446</c:v>
                </c:pt>
                <c:pt idx="1114">
                  <c:v>43447</c:v>
                </c:pt>
                <c:pt idx="1115">
                  <c:v>43448</c:v>
                </c:pt>
                <c:pt idx="1116">
                  <c:v>43451</c:v>
                </c:pt>
                <c:pt idx="1117">
                  <c:v>43452</c:v>
                </c:pt>
                <c:pt idx="1118">
                  <c:v>43453</c:v>
                </c:pt>
                <c:pt idx="1119">
                  <c:v>43454</c:v>
                </c:pt>
                <c:pt idx="1120">
                  <c:v>43455</c:v>
                </c:pt>
                <c:pt idx="1121">
                  <c:v>43460</c:v>
                </c:pt>
                <c:pt idx="1122">
                  <c:v>43461</c:v>
                </c:pt>
                <c:pt idx="1123">
                  <c:v>43462</c:v>
                </c:pt>
                <c:pt idx="1124">
                  <c:v>43467</c:v>
                </c:pt>
                <c:pt idx="1125">
                  <c:v>43468</c:v>
                </c:pt>
                <c:pt idx="1126">
                  <c:v>43469</c:v>
                </c:pt>
                <c:pt idx="1127">
                  <c:v>43472</c:v>
                </c:pt>
                <c:pt idx="1128">
                  <c:v>43473</c:v>
                </c:pt>
                <c:pt idx="1129">
                  <c:v>43474</c:v>
                </c:pt>
                <c:pt idx="1130">
                  <c:v>43475</c:v>
                </c:pt>
                <c:pt idx="1131">
                  <c:v>43476</c:v>
                </c:pt>
                <c:pt idx="1132">
                  <c:v>43479</c:v>
                </c:pt>
                <c:pt idx="1133">
                  <c:v>43480</c:v>
                </c:pt>
                <c:pt idx="1134">
                  <c:v>43481</c:v>
                </c:pt>
                <c:pt idx="1135">
                  <c:v>43482</c:v>
                </c:pt>
                <c:pt idx="1136">
                  <c:v>43483</c:v>
                </c:pt>
                <c:pt idx="1137">
                  <c:v>43486</c:v>
                </c:pt>
                <c:pt idx="1138">
                  <c:v>43487</c:v>
                </c:pt>
                <c:pt idx="1139">
                  <c:v>43488</c:v>
                </c:pt>
                <c:pt idx="1140">
                  <c:v>43489</c:v>
                </c:pt>
                <c:pt idx="1141">
                  <c:v>43493</c:v>
                </c:pt>
                <c:pt idx="1142">
                  <c:v>43494</c:v>
                </c:pt>
                <c:pt idx="1143">
                  <c:v>43495</c:v>
                </c:pt>
                <c:pt idx="1144">
                  <c:v>43496</c:v>
                </c:pt>
                <c:pt idx="1145">
                  <c:v>43497</c:v>
                </c:pt>
                <c:pt idx="1146">
                  <c:v>43500</c:v>
                </c:pt>
                <c:pt idx="1147">
                  <c:v>43501</c:v>
                </c:pt>
                <c:pt idx="1148">
                  <c:v>43502</c:v>
                </c:pt>
                <c:pt idx="1149">
                  <c:v>43503</c:v>
                </c:pt>
                <c:pt idx="1150">
                  <c:v>43504</c:v>
                </c:pt>
                <c:pt idx="1151">
                  <c:v>43507</c:v>
                </c:pt>
                <c:pt idx="1152">
                  <c:v>43508</c:v>
                </c:pt>
                <c:pt idx="1153">
                  <c:v>43509</c:v>
                </c:pt>
                <c:pt idx="1154">
                  <c:v>43510</c:v>
                </c:pt>
                <c:pt idx="1155">
                  <c:v>43511</c:v>
                </c:pt>
                <c:pt idx="1156">
                  <c:v>43514</c:v>
                </c:pt>
                <c:pt idx="1157">
                  <c:v>43515</c:v>
                </c:pt>
                <c:pt idx="1158">
                  <c:v>43516</c:v>
                </c:pt>
                <c:pt idx="1159">
                  <c:v>43517</c:v>
                </c:pt>
                <c:pt idx="1160">
                  <c:v>43518</c:v>
                </c:pt>
                <c:pt idx="1161">
                  <c:v>43521</c:v>
                </c:pt>
                <c:pt idx="1162">
                  <c:v>43522</c:v>
                </c:pt>
                <c:pt idx="1163">
                  <c:v>43523</c:v>
                </c:pt>
                <c:pt idx="1164">
                  <c:v>43524</c:v>
                </c:pt>
                <c:pt idx="1165">
                  <c:v>43525</c:v>
                </c:pt>
                <c:pt idx="1166">
                  <c:v>43530</c:v>
                </c:pt>
                <c:pt idx="1167">
                  <c:v>43531</c:v>
                </c:pt>
                <c:pt idx="1168">
                  <c:v>43532</c:v>
                </c:pt>
                <c:pt idx="1169">
                  <c:v>43535</c:v>
                </c:pt>
                <c:pt idx="1170">
                  <c:v>43536</c:v>
                </c:pt>
                <c:pt idx="1171">
                  <c:v>43537</c:v>
                </c:pt>
                <c:pt idx="1172">
                  <c:v>43538</c:v>
                </c:pt>
                <c:pt idx="1173">
                  <c:v>43539</c:v>
                </c:pt>
                <c:pt idx="1174">
                  <c:v>43542</c:v>
                </c:pt>
                <c:pt idx="1175">
                  <c:v>43543</c:v>
                </c:pt>
                <c:pt idx="1176">
                  <c:v>43544</c:v>
                </c:pt>
                <c:pt idx="1177">
                  <c:v>43545</c:v>
                </c:pt>
                <c:pt idx="1178">
                  <c:v>43546</c:v>
                </c:pt>
                <c:pt idx="1179">
                  <c:v>43549</c:v>
                </c:pt>
                <c:pt idx="1180">
                  <c:v>43550</c:v>
                </c:pt>
                <c:pt idx="1181">
                  <c:v>43551</c:v>
                </c:pt>
                <c:pt idx="1182">
                  <c:v>43552</c:v>
                </c:pt>
                <c:pt idx="1183">
                  <c:v>43553</c:v>
                </c:pt>
                <c:pt idx="1184">
                  <c:v>43556</c:v>
                </c:pt>
                <c:pt idx="1185">
                  <c:v>43557</c:v>
                </c:pt>
                <c:pt idx="1186">
                  <c:v>43558</c:v>
                </c:pt>
                <c:pt idx="1187">
                  <c:v>43559</c:v>
                </c:pt>
                <c:pt idx="1188">
                  <c:v>43560</c:v>
                </c:pt>
                <c:pt idx="1189">
                  <c:v>43563</c:v>
                </c:pt>
                <c:pt idx="1190">
                  <c:v>43564</c:v>
                </c:pt>
                <c:pt idx="1191">
                  <c:v>43565</c:v>
                </c:pt>
                <c:pt idx="1192">
                  <c:v>43566</c:v>
                </c:pt>
                <c:pt idx="1193">
                  <c:v>43567</c:v>
                </c:pt>
                <c:pt idx="1194">
                  <c:v>43570</c:v>
                </c:pt>
                <c:pt idx="1195">
                  <c:v>43571</c:v>
                </c:pt>
                <c:pt idx="1196">
                  <c:v>43572</c:v>
                </c:pt>
                <c:pt idx="1197">
                  <c:v>43573</c:v>
                </c:pt>
                <c:pt idx="1198">
                  <c:v>43577</c:v>
                </c:pt>
                <c:pt idx="1199">
                  <c:v>43578</c:v>
                </c:pt>
                <c:pt idx="1200">
                  <c:v>43579</c:v>
                </c:pt>
                <c:pt idx="1201">
                  <c:v>43580</c:v>
                </c:pt>
                <c:pt idx="1202">
                  <c:v>43581</c:v>
                </c:pt>
                <c:pt idx="1203">
                  <c:v>43584</c:v>
                </c:pt>
                <c:pt idx="1204">
                  <c:v>43585</c:v>
                </c:pt>
                <c:pt idx="1205">
                  <c:v>43587</c:v>
                </c:pt>
                <c:pt idx="1206">
                  <c:v>43588</c:v>
                </c:pt>
                <c:pt idx="1207">
                  <c:v>43591</c:v>
                </c:pt>
                <c:pt idx="1208">
                  <c:v>43592</c:v>
                </c:pt>
                <c:pt idx="1209">
                  <c:v>43593</c:v>
                </c:pt>
                <c:pt idx="1210">
                  <c:v>43594</c:v>
                </c:pt>
                <c:pt idx="1211">
                  <c:v>43595</c:v>
                </c:pt>
                <c:pt idx="1212">
                  <c:v>43598</c:v>
                </c:pt>
                <c:pt idx="1213">
                  <c:v>43599</c:v>
                </c:pt>
                <c:pt idx="1214">
                  <c:v>43600</c:v>
                </c:pt>
                <c:pt idx="1215">
                  <c:v>43601</c:v>
                </c:pt>
                <c:pt idx="1216">
                  <c:v>43602</c:v>
                </c:pt>
                <c:pt idx="1217">
                  <c:v>43605</c:v>
                </c:pt>
                <c:pt idx="1218">
                  <c:v>43606</c:v>
                </c:pt>
                <c:pt idx="1219">
                  <c:v>43607</c:v>
                </c:pt>
                <c:pt idx="1220">
                  <c:v>43608</c:v>
                </c:pt>
                <c:pt idx="1221">
                  <c:v>43609</c:v>
                </c:pt>
                <c:pt idx="1222">
                  <c:v>43612</c:v>
                </c:pt>
                <c:pt idx="1223">
                  <c:v>43613</c:v>
                </c:pt>
                <c:pt idx="1224">
                  <c:v>43614</c:v>
                </c:pt>
                <c:pt idx="1225">
                  <c:v>43615</c:v>
                </c:pt>
                <c:pt idx="1226">
                  <c:v>43616</c:v>
                </c:pt>
                <c:pt idx="1227">
                  <c:v>43619</c:v>
                </c:pt>
                <c:pt idx="1228">
                  <c:v>43620</c:v>
                </c:pt>
                <c:pt idx="1229">
                  <c:v>43621</c:v>
                </c:pt>
                <c:pt idx="1230">
                  <c:v>43622</c:v>
                </c:pt>
                <c:pt idx="1231">
                  <c:v>43623</c:v>
                </c:pt>
                <c:pt idx="1232">
                  <c:v>43626</c:v>
                </c:pt>
                <c:pt idx="1233">
                  <c:v>43627</c:v>
                </c:pt>
                <c:pt idx="1234">
                  <c:v>43628</c:v>
                </c:pt>
                <c:pt idx="1235">
                  <c:v>43629</c:v>
                </c:pt>
                <c:pt idx="1236">
                  <c:v>43630</c:v>
                </c:pt>
                <c:pt idx="1237">
                  <c:v>43633</c:v>
                </c:pt>
                <c:pt idx="1238">
                  <c:v>43634</c:v>
                </c:pt>
                <c:pt idx="1239">
                  <c:v>43635</c:v>
                </c:pt>
                <c:pt idx="1240">
                  <c:v>43637</c:v>
                </c:pt>
                <c:pt idx="1241">
                  <c:v>43640</c:v>
                </c:pt>
                <c:pt idx="1242">
                  <c:v>43641</c:v>
                </c:pt>
                <c:pt idx="1243">
                  <c:v>43642</c:v>
                </c:pt>
                <c:pt idx="1244">
                  <c:v>43643</c:v>
                </c:pt>
                <c:pt idx="1245">
                  <c:v>43644</c:v>
                </c:pt>
                <c:pt idx="1246">
                  <c:v>43647</c:v>
                </c:pt>
                <c:pt idx="1247">
                  <c:v>43648</c:v>
                </c:pt>
                <c:pt idx="1248">
                  <c:v>43649</c:v>
                </c:pt>
                <c:pt idx="1249">
                  <c:v>43650</c:v>
                </c:pt>
                <c:pt idx="1250">
                  <c:v>43651</c:v>
                </c:pt>
                <c:pt idx="1251">
                  <c:v>43654</c:v>
                </c:pt>
                <c:pt idx="1252">
                  <c:v>43656</c:v>
                </c:pt>
                <c:pt idx="1253">
                  <c:v>43657</c:v>
                </c:pt>
                <c:pt idx="1254">
                  <c:v>43658</c:v>
                </c:pt>
                <c:pt idx="1255">
                  <c:v>43661</c:v>
                </c:pt>
                <c:pt idx="1256">
                  <c:v>43662</c:v>
                </c:pt>
                <c:pt idx="1257">
                  <c:v>43663</c:v>
                </c:pt>
                <c:pt idx="1258">
                  <c:v>43664</c:v>
                </c:pt>
                <c:pt idx="1259">
                  <c:v>43665</c:v>
                </c:pt>
                <c:pt idx="1260">
                  <c:v>43668</c:v>
                </c:pt>
                <c:pt idx="1261">
                  <c:v>43669</c:v>
                </c:pt>
                <c:pt idx="1262">
                  <c:v>43670</c:v>
                </c:pt>
                <c:pt idx="1263">
                  <c:v>43671</c:v>
                </c:pt>
                <c:pt idx="1264">
                  <c:v>43672</c:v>
                </c:pt>
                <c:pt idx="1265">
                  <c:v>43675</c:v>
                </c:pt>
                <c:pt idx="1266">
                  <c:v>43676</c:v>
                </c:pt>
                <c:pt idx="1267">
                  <c:v>43677</c:v>
                </c:pt>
                <c:pt idx="1268">
                  <c:v>43678</c:v>
                </c:pt>
                <c:pt idx="1269">
                  <c:v>43679</c:v>
                </c:pt>
                <c:pt idx="1270">
                  <c:v>43682</c:v>
                </c:pt>
                <c:pt idx="1271">
                  <c:v>43683</c:v>
                </c:pt>
                <c:pt idx="1272">
                  <c:v>43684</c:v>
                </c:pt>
                <c:pt idx="1273">
                  <c:v>43685</c:v>
                </c:pt>
                <c:pt idx="1274">
                  <c:v>43686</c:v>
                </c:pt>
                <c:pt idx="1275">
                  <c:v>43689</c:v>
                </c:pt>
                <c:pt idx="1276">
                  <c:v>43690</c:v>
                </c:pt>
                <c:pt idx="1277">
                  <c:v>43691</c:v>
                </c:pt>
                <c:pt idx="1278">
                  <c:v>43692</c:v>
                </c:pt>
                <c:pt idx="1279">
                  <c:v>43693</c:v>
                </c:pt>
                <c:pt idx="1280">
                  <c:v>43696</c:v>
                </c:pt>
                <c:pt idx="1281">
                  <c:v>43697</c:v>
                </c:pt>
                <c:pt idx="1282">
                  <c:v>43698</c:v>
                </c:pt>
                <c:pt idx="1283">
                  <c:v>43699</c:v>
                </c:pt>
                <c:pt idx="1284">
                  <c:v>43700</c:v>
                </c:pt>
                <c:pt idx="1285">
                  <c:v>43703</c:v>
                </c:pt>
                <c:pt idx="1286">
                  <c:v>43704</c:v>
                </c:pt>
                <c:pt idx="1287">
                  <c:v>43705</c:v>
                </c:pt>
                <c:pt idx="1288">
                  <c:v>43706</c:v>
                </c:pt>
                <c:pt idx="1289">
                  <c:v>43707</c:v>
                </c:pt>
                <c:pt idx="1290">
                  <c:v>43710</c:v>
                </c:pt>
                <c:pt idx="1291">
                  <c:v>43711</c:v>
                </c:pt>
                <c:pt idx="1292">
                  <c:v>43712</c:v>
                </c:pt>
                <c:pt idx="1293">
                  <c:v>43713</c:v>
                </c:pt>
                <c:pt idx="1294">
                  <c:v>43714</c:v>
                </c:pt>
                <c:pt idx="1295">
                  <c:v>43717</c:v>
                </c:pt>
                <c:pt idx="1296">
                  <c:v>43718</c:v>
                </c:pt>
                <c:pt idx="1297">
                  <c:v>43719</c:v>
                </c:pt>
                <c:pt idx="1298">
                  <c:v>43720</c:v>
                </c:pt>
                <c:pt idx="1299">
                  <c:v>43721</c:v>
                </c:pt>
                <c:pt idx="1300">
                  <c:v>43724</c:v>
                </c:pt>
                <c:pt idx="1301">
                  <c:v>43725</c:v>
                </c:pt>
                <c:pt idx="1302">
                  <c:v>43726</c:v>
                </c:pt>
                <c:pt idx="1303">
                  <c:v>43727</c:v>
                </c:pt>
                <c:pt idx="1304">
                  <c:v>43728</c:v>
                </c:pt>
                <c:pt idx="1305">
                  <c:v>43731</c:v>
                </c:pt>
                <c:pt idx="1306">
                  <c:v>43732</c:v>
                </c:pt>
                <c:pt idx="1307">
                  <c:v>43733</c:v>
                </c:pt>
                <c:pt idx="1308">
                  <c:v>43734</c:v>
                </c:pt>
                <c:pt idx="1309">
                  <c:v>43735</c:v>
                </c:pt>
                <c:pt idx="1310">
                  <c:v>43738</c:v>
                </c:pt>
                <c:pt idx="1311">
                  <c:v>43739</c:v>
                </c:pt>
                <c:pt idx="1312">
                  <c:v>43740</c:v>
                </c:pt>
                <c:pt idx="1313">
                  <c:v>43741</c:v>
                </c:pt>
                <c:pt idx="1314">
                  <c:v>43742</c:v>
                </c:pt>
                <c:pt idx="1315">
                  <c:v>43745</c:v>
                </c:pt>
                <c:pt idx="1316">
                  <c:v>43746</c:v>
                </c:pt>
                <c:pt idx="1317">
                  <c:v>43747</c:v>
                </c:pt>
                <c:pt idx="1318">
                  <c:v>43748</c:v>
                </c:pt>
                <c:pt idx="1319">
                  <c:v>43749</c:v>
                </c:pt>
                <c:pt idx="1320">
                  <c:v>43752</c:v>
                </c:pt>
                <c:pt idx="1321">
                  <c:v>43753</c:v>
                </c:pt>
                <c:pt idx="1322">
                  <c:v>43754</c:v>
                </c:pt>
                <c:pt idx="1323">
                  <c:v>43755</c:v>
                </c:pt>
                <c:pt idx="1324">
                  <c:v>43756</c:v>
                </c:pt>
                <c:pt idx="1325">
                  <c:v>43759</c:v>
                </c:pt>
                <c:pt idx="1326">
                  <c:v>43760</c:v>
                </c:pt>
                <c:pt idx="1327">
                  <c:v>43761</c:v>
                </c:pt>
                <c:pt idx="1328">
                  <c:v>43762</c:v>
                </c:pt>
                <c:pt idx="1329">
                  <c:v>43763</c:v>
                </c:pt>
                <c:pt idx="1330">
                  <c:v>43766</c:v>
                </c:pt>
                <c:pt idx="1331">
                  <c:v>43767</c:v>
                </c:pt>
                <c:pt idx="1332">
                  <c:v>43768</c:v>
                </c:pt>
                <c:pt idx="1333">
                  <c:v>43769</c:v>
                </c:pt>
                <c:pt idx="1334">
                  <c:v>43770</c:v>
                </c:pt>
                <c:pt idx="1335">
                  <c:v>43773</c:v>
                </c:pt>
                <c:pt idx="1336">
                  <c:v>43774</c:v>
                </c:pt>
                <c:pt idx="1337">
                  <c:v>43775</c:v>
                </c:pt>
                <c:pt idx="1338">
                  <c:v>43776</c:v>
                </c:pt>
                <c:pt idx="1339">
                  <c:v>43777</c:v>
                </c:pt>
                <c:pt idx="1340">
                  <c:v>43780</c:v>
                </c:pt>
                <c:pt idx="1341">
                  <c:v>43781</c:v>
                </c:pt>
                <c:pt idx="1342">
                  <c:v>43782</c:v>
                </c:pt>
                <c:pt idx="1343">
                  <c:v>43783</c:v>
                </c:pt>
                <c:pt idx="1344">
                  <c:v>43787</c:v>
                </c:pt>
                <c:pt idx="1345">
                  <c:v>43788</c:v>
                </c:pt>
                <c:pt idx="1346">
                  <c:v>43790</c:v>
                </c:pt>
                <c:pt idx="1347">
                  <c:v>43791</c:v>
                </c:pt>
                <c:pt idx="1348">
                  <c:v>43794</c:v>
                </c:pt>
                <c:pt idx="1349">
                  <c:v>43795</c:v>
                </c:pt>
                <c:pt idx="1350">
                  <c:v>43796</c:v>
                </c:pt>
                <c:pt idx="1351">
                  <c:v>43797</c:v>
                </c:pt>
                <c:pt idx="1352">
                  <c:v>43798</c:v>
                </c:pt>
                <c:pt idx="1353">
                  <c:v>43801</c:v>
                </c:pt>
                <c:pt idx="1354">
                  <c:v>43802</c:v>
                </c:pt>
                <c:pt idx="1355">
                  <c:v>43803</c:v>
                </c:pt>
                <c:pt idx="1356">
                  <c:v>43804</c:v>
                </c:pt>
                <c:pt idx="1357">
                  <c:v>43805</c:v>
                </c:pt>
                <c:pt idx="1358">
                  <c:v>43808</c:v>
                </c:pt>
                <c:pt idx="1359">
                  <c:v>43809</c:v>
                </c:pt>
                <c:pt idx="1360">
                  <c:v>43810</c:v>
                </c:pt>
                <c:pt idx="1361">
                  <c:v>43811</c:v>
                </c:pt>
                <c:pt idx="1362">
                  <c:v>43812</c:v>
                </c:pt>
                <c:pt idx="1363">
                  <c:v>43815</c:v>
                </c:pt>
                <c:pt idx="1364">
                  <c:v>43816</c:v>
                </c:pt>
                <c:pt idx="1365">
                  <c:v>43817</c:v>
                </c:pt>
                <c:pt idx="1366">
                  <c:v>43818</c:v>
                </c:pt>
                <c:pt idx="1367">
                  <c:v>43819</c:v>
                </c:pt>
                <c:pt idx="1368">
                  <c:v>43822</c:v>
                </c:pt>
                <c:pt idx="1369">
                  <c:v>43825</c:v>
                </c:pt>
                <c:pt idx="1370">
                  <c:v>43826</c:v>
                </c:pt>
                <c:pt idx="1371">
                  <c:v>43829</c:v>
                </c:pt>
                <c:pt idx="1372">
                  <c:v>43832</c:v>
                </c:pt>
                <c:pt idx="1373">
                  <c:v>43833</c:v>
                </c:pt>
                <c:pt idx="1374">
                  <c:v>43836</c:v>
                </c:pt>
                <c:pt idx="1375">
                  <c:v>43837</c:v>
                </c:pt>
                <c:pt idx="1376">
                  <c:v>43838</c:v>
                </c:pt>
                <c:pt idx="1377">
                  <c:v>43839</c:v>
                </c:pt>
                <c:pt idx="1378">
                  <c:v>43840</c:v>
                </c:pt>
                <c:pt idx="1379">
                  <c:v>43843</c:v>
                </c:pt>
                <c:pt idx="1380">
                  <c:v>43844</c:v>
                </c:pt>
                <c:pt idx="1381">
                  <c:v>43845</c:v>
                </c:pt>
                <c:pt idx="1382">
                  <c:v>43846</c:v>
                </c:pt>
                <c:pt idx="1383">
                  <c:v>43847</c:v>
                </c:pt>
                <c:pt idx="1384">
                  <c:v>43850</c:v>
                </c:pt>
                <c:pt idx="1385">
                  <c:v>43851</c:v>
                </c:pt>
                <c:pt idx="1386">
                  <c:v>43852</c:v>
                </c:pt>
                <c:pt idx="1387">
                  <c:v>43853</c:v>
                </c:pt>
                <c:pt idx="1388">
                  <c:v>43854</c:v>
                </c:pt>
                <c:pt idx="1389">
                  <c:v>43857</c:v>
                </c:pt>
                <c:pt idx="1390">
                  <c:v>43858</c:v>
                </c:pt>
                <c:pt idx="1391">
                  <c:v>43859</c:v>
                </c:pt>
                <c:pt idx="1392">
                  <c:v>43860</c:v>
                </c:pt>
                <c:pt idx="1393">
                  <c:v>43861</c:v>
                </c:pt>
                <c:pt idx="1394">
                  <c:v>43864</c:v>
                </c:pt>
                <c:pt idx="1395">
                  <c:v>43865</c:v>
                </c:pt>
                <c:pt idx="1396">
                  <c:v>43866</c:v>
                </c:pt>
                <c:pt idx="1397">
                  <c:v>43867</c:v>
                </c:pt>
                <c:pt idx="1398">
                  <c:v>43868</c:v>
                </c:pt>
                <c:pt idx="1399">
                  <c:v>43871</c:v>
                </c:pt>
                <c:pt idx="1400">
                  <c:v>43872</c:v>
                </c:pt>
                <c:pt idx="1401">
                  <c:v>43873</c:v>
                </c:pt>
                <c:pt idx="1402">
                  <c:v>43874</c:v>
                </c:pt>
                <c:pt idx="1403">
                  <c:v>43875</c:v>
                </c:pt>
                <c:pt idx="1404">
                  <c:v>43878</c:v>
                </c:pt>
                <c:pt idx="1405">
                  <c:v>43879</c:v>
                </c:pt>
                <c:pt idx="1406">
                  <c:v>43880</c:v>
                </c:pt>
                <c:pt idx="1407">
                  <c:v>43881</c:v>
                </c:pt>
                <c:pt idx="1408">
                  <c:v>43882</c:v>
                </c:pt>
                <c:pt idx="1409">
                  <c:v>43887</c:v>
                </c:pt>
                <c:pt idx="1410">
                  <c:v>43888</c:v>
                </c:pt>
                <c:pt idx="1411">
                  <c:v>43889</c:v>
                </c:pt>
                <c:pt idx="1412">
                  <c:v>43892</c:v>
                </c:pt>
                <c:pt idx="1413">
                  <c:v>43893</c:v>
                </c:pt>
                <c:pt idx="1414">
                  <c:v>43894</c:v>
                </c:pt>
                <c:pt idx="1415">
                  <c:v>43895</c:v>
                </c:pt>
                <c:pt idx="1416">
                  <c:v>43896</c:v>
                </c:pt>
                <c:pt idx="1417">
                  <c:v>43899</c:v>
                </c:pt>
                <c:pt idx="1418">
                  <c:v>43900</c:v>
                </c:pt>
                <c:pt idx="1419">
                  <c:v>43901</c:v>
                </c:pt>
                <c:pt idx="1420">
                  <c:v>43902</c:v>
                </c:pt>
                <c:pt idx="1421">
                  <c:v>43903</c:v>
                </c:pt>
                <c:pt idx="1422">
                  <c:v>43906</c:v>
                </c:pt>
                <c:pt idx="1423">
                  <c:v>43907</c:v>
                </c:pt>
                <c:pt idx="1424">
                  <c:v>43908</c:v>
                </c:pt>
                <c:pt idx="1425">
                  <c:v>43909</c:v>
                </c:pt>
                <c:pt idx="1426">
                  <c:v>43910</c:v>
                </c:pt>
                <c:pt idx="1427">
                  <c:v>43913</c:v>
                </c:pt>
                <c:pt idx="1428">
                  <c:v>43914</c:v>
                </c:pt>
                <c:pt idx="1429">
                  <c:v>43915</c:v>
                </c:pt>
                <c:pt idx="1430">
                  <c:v>43916</c:v>
                </c:pt>
                <c:pt idx="1431">
                  <c:v>43917</c:v>
                </c:pt>
                <c:pt idx="1432">
                  <c:v>43920</c:v>
                </c:pt>
                <c:pt idx="1433">
                  <c:v>43921</c:v>
                </c:pt>
                <c:pt idx="1434">
                  <c:v>43922</c:v>
                </c:pt>
                <c:pt idx="1435">
                  <c:v>43923</c:v>
                </c:pt>
                <c:pt idx="1436">
                  <c:v>43924</c:v>
                </c:pt>
                <c:pt idx="1437">
                  <c:v>43927</c:v>
                </c:pt>
                <c:pt idx="1438">
                  <c:v>43928</c:v>
                </c:pt>
                <c:pt idx="1439">
                  <c:v>43929</c:v>
                </c:pt>
                <c:pt idx="1440">
                  <c:v>43930</c:v>
                </c:pt>
                <c:pt idx="1441">
                  <c:v>43934</c:v>
                </c:pt>
                <c:pt idx="1442">
                  <c:v>43935</c:v>
                </c:pt>
                <c:pt idx="1443">
                  <c:v>43936</c:v>
                </c:pt>
                <c:pt idx="1444">
                  <c:v>43937</c:v>
                </c:pt>
                <c:pt idx="1445">
                  <c:v>43938</c:v>
                </c:pt>
                <c:pt idx="1446">
                  <c:v>43941</c:v>
                </c:pt>
                <c:pt idx="1447">
                  <c:v>43943</c:v>
                </c:pt>
                <c:pt idx="1448">
                  <c:v>43944</c:v>
                </c:pt>
                <c:pt idx="1449">
                  <c:v>43945</c:v>
                </c:pt>
                <c:pt idx="1450">
                  <c:v>43948</c:v>
                </c:pt>
                <c:pt idx="1451">
                  <c:v>43949</c:v>
                </c:pt>
                <c:pt idx="1452">
                  <c:v>43950</c:v>
                </c:pt>
                <c:pt idx="1453">
                  <c:v>43951</c:v>
                </c:pt>
                <c:pt idx="1454">
                  <c:v>43955</c:v>
                </c:pt>
                <c:pt idx="1455">
                  <c:v>43956</c:v>
                </c:pt>
                <c:pt idx="1456">
                  <c:v>43957</c:v>
                </c:pt>
                <c:pt idx="1457">
                  <c:v>43958</c:v>
                </c:pt>
                <c:pt idx="1458">
                  <c:v>43959</c:v>
                </c:pt>
                <c:pt idx="1459">
                  <c:v>43962</c:v>
                </c:pt>
                <c:pt idx="1460">
                  <c:v>43963</c:v>
                </c:pt>
                <c:pt idx="1461">
                  <c:v>43964</c:v>
                </c:pt>
                <c:pt idx="1462">
                  <c:v>43965</c:v>
                </c:pt>
                <c:pt idx="1463">
                  <c:v>43966</c:v>
                </c:pt>
                <c:pt idx="1464">
                  <c:v>43969</c:v>
                </c:pt>
                <c:pt idx="1465">
                  <c:v>43970</c:v>
                </c:pt>
                <c:pt idx="1466">
                  <c:v>43971</c:v>
                </c:pt>
                <c:pt idx="1467">
                  <c:v>43972</c:v>
                </c:pt>
                <c:pt idx="1468">
                  <c:v>43973</c:v>
                </c:pt>
                <c:pt idx="1469">
                  <c:v>43976</c:v>
                </c:pt>
                <c:pt idx="1470">
                  <c:v>43977</c:v>
                </c:pt>
                <c:pt idx="1471">
                  <c:v>43978</c:v>
                </c:pt>
                <c:pt idx="1472">
                  <c:v>43979</c:v>
                </c:pt>
                <c:pt idx="1473">
                  <c:v>43980</c:v>
                </c:pt>
                <c:pt idx="1474">
                  <c:v>43983</c:v>
                </c:pt>
                <c:pt idx="1475">
                  <c:v>43984</c:v>
                </c:pt>
                <c:pt idx="1476">
                  <c:v>43985</c:v>
                </c:pt>
                <c:pt idx="1477">
                  <c:v>43986</c:v>
                </c:pt>
                <c:pt idx="1478">
                  <c:v>43987</c:v>
                </c:pt>
                <c:pt idx="1479">
                  <c:v>43990</c:v>
                </c:pt>
                <c:pt idx="1480">
                  <c:v>43991</c:v>
                </c:pt>
                <c:pt idx="1481">
                  <c:v>43992</c:v>
                </c:pt>
                <c:pt idx="1482">
                  <c:v>43994</c:v>
                </c:pt>
                <c:pt idx="1483">
                  <c:v>43997</c:v>
                </c:pt>
                <c:pt idx="1484">
                  <c:v>43998</c:v>
                </c:pt>
                <c:pt idx="1485">
                  <c:v>43999</c:v>
                </c:pt>
                <c:pt idx="1486">
                  <c:v>44000</c:v>
                </c:pt>
                <c:pt idx="1487">
                  <c:v>44001</c:v>
                </c:pt>
                <c:pt idx="1488">
                  <c:v>44004</c:v>
                </c:pt>
                <c:pt idx="1489">
                  <c:v>44005</c:v>
                </c:pt>
                <c:pt idx="1490">
                  <c:v>44006</c:v>
                </c:pt>
                <c:pt idx="1491">
                  <c:v>44007</c:v>
                </c:pt>
                <c:pt idx="1492">
                  <c:v>44008</c:v>
                </c:pt>
                <c:pt idx="1493">
                  <c:v>44011</c:v>
                </c:pt>
                <c:pt idx="1494">
                  <c:v>44012</c:v>
                </c:pt>
                <c:pt idx="1495">
                  <c:v>44013</c:v>
                </c:pt>
                <c:pt idx="1496">
                  <c:v>44014</c:v>
                </c:pt>
                <c:pt idx="1497">
                  <c:v>44015</c:v>
                </c:pt>
                <c:pt idx="1498">
                  <c:v>44018</c:v>
                </c:pt>
                <c:pt idx="1499">
                  <c:v>44019</c:v>
                </c:pt>
                <c:pt idx="1500">
                  <c:v>44020</c:v>
                </c:pt>
                <c:pt idx="1501">
                  <c:v>44021</c:v>
                </c:pt>
                <c:pt idx="1502">
                  <c:v>44022</c:v>
                </c:pt>
                <c:pt idx="1503">
                  <c:v>44025</c:v>
                </c:pt>
                <c:pt idx="1504">
                  <c:v>44026</c:v>
                </c:pt>
                <c:pt idx="1505">
                  <c:v>44027</c:v>
                </c:pt>
                <c:pt idx="1506">
                  <c:v>44028</c:v>
                </c:pt>
                <c:pt idx="1507">
                  <c:v>44029</c:v>
                </c:pt>
                <c:pt idx="1508">
                  <c:v>44032</c:v>
                </c:pt>
                <c:pt idx="1509">
                  <c:v>44033</c:v>
                </c:pt>
                <c:pt idx="1510">
                  <c:v>44034</c:v>
                </c:pt>
                <c:pt idx="1511">
                  <c:v>44035</c:v>
                </c:pt>
                <c:pt idx="1512">
                  <c:v>44036</c:v>
                </c:pt>
                <c:pt idx="1513">
                  <c:v>44039</c:v>
                </c:pt>
                <c:pt idx="1514">
                  <c:v>44040</c:v>
                </c:pt>
                <c:pt idx="1515">
                  <c:v>44041</c:v>
                </c:pt>
                <c:pt idx="1516">
                  <c:v>44042</c:v>
                </c:pt>
                <c:pt idx="1517">
                  <c:v>44043</c:v>
                </c:pt>
                <c:pt idx="1518">
                  <c:v>44046</c:v>
                </c:pt>
                <c:pt idx="1519">
                  <c:v>44047</c:v>
                </c:pt>
                <c:pt idx="1520">
                  <c:v>44048</c:v>
                </c:pt>
                <c:pt idx="1521">
                  <c:v>44049</c:v>
                </c:pt>
                <c:pt idx="1522">
                  <c:v>44050</c:v>
                </c:pt>
                <c:pt idx="1523">
                  <c:v>44053</c:v>
                </c:pt>
                <c:pt idx="1524">
                  <c:v>44054</c:v>
                </c:pt>
                <c:pt idx="1525">
                  <c:v>44055</c:v>
                </c:pt>
                <c:pt idx="1526">
                  <c:v>44056</c:v>
                </c:pt>
                <c:pt idx="1527">
                  <c:v>44057</c:v>
                </c:pt>
                <c:pt idx="1528">
                  <c:v>44060</c:v>
                </c:pt>
                <c:pt idx="1529">
                  <c:v>44061</c:v>
                </c:pt>
                <c:pt idx="1530">
                  <c:v>44062</c:v>
                </c:pt>
                <c:pt idx="1531">
                  <c:v>44063</c:v>
                </c:pt>
                <c:pt idx="1532">
                  <c:v>44064</c:v>
                </c:pt>
                <c:pt idx="1533">
                  <c:v>44067</c:v>
                </c:pt>
                <c:pt idx="1534">
                  <c:v>44068</c:v>
                </c:pt>
                <c:pt idx="1535">
                  <c:v>44069</c:v>
                </c:pt>
                <c:pt idx="1536">
                  <c:v>44070</c:v>
                </c:pt>
                <c:pt idx="1537">
                  <c:v>44071</c:v>
                </c:pt>
                <c:pt idx="1538">
                  <c:v>44074</c:v>
                </c:pt>
                <c:pt idx="1539">
                  <c:v>44075</c:v>
                </c:pt>
                <c:pt idx="1540">
                  <c:v>44076</c:v>
                </c:pt>
                <c:pt idx="1541">
                  <c:v>44077</c:v>
                </c:pt>
                <c:pt idx="1542">
                  <c:v>44078</c:v>
                </c:pt>
                <c:pt idx="1543">
                  <c:v>44082</c:v>
                </c:pt>
                <c:pt idx="1544">
                  <c:v>44083</c:v>
                </c:pt>
                <c:pt idx="1545">
                  <c:v>44084</c:v>
                </c:pt>
                <c:pt idx="1546">
                  <c:v>44085</c:v>
                </c:pt>
                <c:pt idx="1547">
                  <c:v>44088</c:v>
                </c:pt>
                <c:pt idx="1548">
                  <c:v>44089</c:v>
                </c:pt>
                <c:pt idx="1549">
                  <c:v>44090</c:v>
                </c:pt>
                <c:pt idx="1550">
                  <c:v>44091</c:v>
                </c:pt>
                <c:pt idx="1551">
                  <c:v>44092</c:v>
                </c:pt>
                <c:pt idx="1552">
                  <c:v>44095</c:v>
                </c:pt>
                <c:pt idx="1553">
                  <c:v>44096</c:v>
                </c:pt>
                <c:pt idx="1554">
                  <c:v>44097</c:v>
                </c:pt>
                <c:pt idx="1555">
                  <c:v>44098</c:v>
                </c:pt>
                <c:pt idx="1556">
                  <c:v>44099</c:v>
                </c:pt>
                <c:pt idx="1557">
                  <c:v>44102</c:v>
                </c:pt>
                <c:pt idx="1558">
                  <c:v>44103</c:v>
                </c:pt>
                <c:pt idx="1559">
                  <c:v>44104</c:v>
                </c:pt>
                <c:pt idx="1560">
                  <c:v>44105</c:v>
                </c:pt>
                <c:pt idx="1561">
                  <c:v>44106</c:v>
                </c:pt>
                <c:pt idx="1562">
                  <c:v>44109</c:v>
                </c:pt>
                <c:pt idx="1563">
                  <c:v>44110</c:v>
                </c:pt>
                <c:pt idx="1564">
                  <c:v>44111</c:v>
                </c:pt>
                <c:pt idx="1565">
                  <c:v>44112</c:v>
                </c:pt>
                <c:pt idx="1566">
                  <c:v>44113</c:v>
                </c:pt>
                <c:pt idx="1567">
                  <c:v>44117</c:v>
                </c:pt>
                <c:pt idx="1568">
                  <c:v>44118</c:v>
                </c:pt>
                <c:pt idx="1569">
                  <c:v>44119</c:v>
                </c:pt>
                <c:pt idx="1570">
                  <c:v>44120</c:v>
                </c:pt>
                <c:pt idx="1571">
                  <c:v>44123</c:v>
                </c:pt>
                <c:pt idx="1572">
                  <c:v>44124</c:v>
                </c:pt>
                <c:pt idx="1573">
                  <c:v>44125</c:v>
                </c:pt>
                <c:pt idx="1574">
                  <c:v>44126</c:v>
                </c:pt>
                <c:pt idx="1575">
                  <c:v>44127</c:v>
                </c:pt>
                <c:pt idx="1576">
                  <c:v>44130</c:v>
                </c:pt>
                <c:pt idx="1577">
                  <c:v>44131</c:v>
                </c:pt>
                <c:pt idx="1578">
                  <c:v>44132</c:v>
                </c:pt>
                <c:pt idx="1579">
                  <c:v>44133</c:v>
                </c:pt>
                <c:pt idx="1580">
                  <c:v>44134</c:v>
                </c:pt>
                <c:pt idx="1581">
                  <c:v>44138</c:v>
                </c:pt>
                <c:pt idx="1582">
                  <c:v>44139</c:v>
                </c:pt>
                <c:pt idx="1583">
                  <c:v>44140</c:v>
                </c:pt>
                <c:pt idx="1584">
                  <c:v>44141</c:v>
                </c:pt>
                <c:pt idx="1585">
                  <c:v>44144</c:v>
                </c:pt>
                <c:pt idx="1586">
                  <c:v>44145</c:v>
                </c:pt>
                <c:pt idx="1587">
                  <c:v>44146</c:v>
                </c:pt>
                <c:pt idx="1588">
                  <c:v>44147</c:v>
                </c:pt>
                <c:pt idx="1589">
                  <c:v>44148</c:v>
                </c:pt>
                <c:pt idx="1590">
                  <c:v>44151</c:v>
                </c:pt>
                <c:pt idx="1591">
                  <c:v>44152</c:v>
                </c:pt>
                <c:pt idx="1592">
                  <c:v>44153</c:v>
                </c:pt>
                <c:pt idx="1593">
                  <c:v>44154</c:v>
                </c:pt>
                <c:pt idx="1594">
                  <c:v>44155</c:v>
                </c:pt>
                <c:pt idx="1595">
                  <c:v>44158</c:v>
                </c:pt>
                <c:pt idx="1596">
                  <c:v>44159</c:v>
                </c:pt>
                <c:pt idx="1597">
                  <c:v>44160</c:v>
                </c:pt>
                <c:pt idx="1598">
                  <c:v>44161</c:v>
                </c:pt>
                <c:pt idx="1599">
                  <c:v>44162</c:v>
                </c:pt>
                <c:pt idx="1600">
                  <c:v>44165</c:v>
                </c:pt>
                <c:pt idx="1601">
                  <c:v>44166</c:v>
                </c:pt>
                <c:pt idx="1602">
                  <c:v>44167</c:v>
                </c:pt>
                <c:pt idx="1603">
                  <c:v>44168</c:v>
                </c:pt>
                <c:pt idx="1604">
                  <c:v>44169</c:v>
                </c:pt>
                <c:pt idx="1605">
                  <c:v>44172</c:v>
                </c:pt>
                <c:pt idx="1606">
                  <c:v>44173</c:v>
                </c:pt>
                <c:pt idx="1607">
                  <c:v>44174</c:v>
                </c:pt>
                <c:pt idx="1608">
                  <c:v>44175</c:v>
                </c:pt>
                <c:pt idx="1609">
                  <c:v>44176</c:v>
                </c:pt>
                <c:pt idx="1610">
                  <c:v>44179</c:v>
                </c:pt>
                <c:pt idx="1611">
                  <c:v>44180</c:v>
                </c:pt>
                <c:pt idx="1612">
                  <c:v>44181</c:v>
                </c:pt>
                <c:pt idx="1613">
                  <c:v>44182</c:v>
                </c:pt>
                <c:pt idx="1614">
                  <c:v>44183</c:v>
                </c:pt>
                <c:pt idx="1615">
                  <c:v>44186</c:v>
                </c:pt>
                <c:pt idx="1616">
                  <c:v>44187</c:v>
                </c:pt>
                <c:pt idx="1617">
                  <c:v>44188</c:v>
                </c:pt>
                <c:pt idx="1618">
                  <c:v>44193</c:v>
                </c:pt>
                <c:pt idx="1619">
                  <c:v>44194</c:v>
                </c:pt>
                <c:pt idx="1620">
                  <c:v>44200</c:v>
                </c:pt>
                <c:pt idx="1621">
                  <c:v>44201</c:v>
                </c:pt>
                <c:pt idx="1622">
                  <c:v>44202</c:v>
                </c:pt>
                <c:pt idx="1623">
                  <c:v>44203</c:v>
                </c:pt>
                <c:pt idx="1624">
                  <c:v>44204</c:v>
                </c:pt>
                <c:pt idx="1625">
                  <c:v>44207</c:v>
                </c:pt>
                <c:pt idx="1626">
                  <c:v>44208</c:v>
                </c:pt>
                <c:pt idx="1627">
                  <c:v>44209</c:v>
                </c:pt>
                <c:pt idx="1628">
                  <c:v>44210</c:v>
                </c:pt>
                <c:pt idx="1629">
                  <c:v>44211</c:v>
                </c:pt>
                <c:pt idx="1630">
                  <c:v>44214</c:v>
                </c:pt>
                <c:pt idx="1631">
                  <c:v>44215</c:v>
                </c:pt>
                <c:pt idx="1632">
                  <c:v>44216</c:v>
                </c:pt>
                <c:pt idx="1633">
                  <c:v>44217</c:v>
                </c:pt>
                <c:pt idx="1634">
                  <c:v>44218</c:v>
                </c:pt>
                <c:pt idx="1635">
                  <c:v>44222</c:v>
                </c:pt>
                <c:pt idx="1636">
                  <c:v>44223</c:v>
                </c:pt>
                <c:pt idx="1637">
                  <c:v>44224</c:v>
                </c:pt>
                <c:pt idx="1638">
                  <c:v>44225</c:v>
                </c:pt>
                <c:pt idx="1639">
                  <c:v>44228</c:v>
                </c:pt>
                <c:pt idx="1640">
                  <c:v>44229</c:v>
                </c:pt>
                <c:pt idx="1641">
                  <c:v>44230</c:v>
                </c:pt>
                <c:pt idx="1642">
                  <c:v>44231</c:v>
                </c:pt>
                <c:pt idx="1643">
                  <c:v>44232</c:v>
                </c:pt>
                <c:pt idx="1644">
                  <c:v>44235</c:v>
                </c:pt>
                <c:pt idx="1645">
                  <c:v>44236</c:v>
                </c:pt>
                <c:pt idx="1646">
                  <c:v>44237</c:v>
                </c:pt>
                <c:pt idx="1647">
                  <c:v>44238</c:v>
                </c:pt>
                <c:pt idx="1648">
                  <c:v>44239</c:v>
                </c:pt>
                <c:pt idx="1649">
                  <c:v>44244</c:v>
                </c:pt>
                <c:pt idx="1650">
                  <c:v>44245</c:v>
                </c:pt>
                <c:pt idx="1651">
                  <c:v>44246</c:v>
                </c:pt>
                <c:pt idx="1652">
                  <c:v>44249</c:v>
                </c:pt>
                <c:pt idx="1653">
                  <c:v>44250</c:v>
                </c:pt>
                <c:pt idx="1654">
                  <c:v>44251</c:v>
                </c:pt>
                <c:pt idx="1655">
                  <c:v>44252</c:v>
                </c:pt>
                <c:pt idx="1656">
                  <c:v>44253</c:v>
                </c:pt>
                <c:pt idx="1657">
                  <c:v>44256</c:v>
                </c:pt>
                <c:pt idx="1658">
                  <c:v>44257</c:v>
                </c:pt>
                <c:pt idx="1659">
                  <c:v>44258</c:v>
                </c:pt>
                <c:pt idx="1660">
                  <c:v>44259</c:v>
                </c:pt>
                <c:pt idx="1661">
                  <c:v>44260</c:v>
                </c:pt>
                <c:pt idx="1662">
                  <c:v>44263</c:v>
                </c:pt>
                <c:pt idx="1663">
                  <c:v>44264</c:v>
                </c:pt>
                <c:pt idx="1664">
                  <c:v>44265</c:v>
                </c:pt>
                <c:pt idx="1665">
                  <c:v>44266</c:v>
                </c:pt>
                <c:pt idx="1666">
                  <c:v>44267</c:v>
                </c:pt>
                <c:pt idx="1667">
                  <c:v>44270</c:v>
                </c:pt>
                <c:pt idx="1668">
                  <c:v>44271</c:v>
                </c:pt>
                <c:pt idx="1669">
                  <c:v>44272</c:v>
                </c:pt>
                <c:pt idx="1670">
                  <c:v>44273</c:v>
                </c:pt>
                <c:pt idx="1671">
                  <c:v>44274</c:v>
                </c:pt>
                <c:pt idx="1672">
                  <c:v>44277</c:v>
                </c:pt>
                <c:pt idx="1673">
                  <c:v>44278</c:v>
                </c:pt>
                <c:pt idx="1674">
                  <c:v>44279</c:v>
                </c:pt>
                <c:pt idx="1675">
                  <c:v>44280</c:v>
                </c:pt>
                <c:pt idx="1676">
                  <c:v>44281</c:v>
                </c:pt>
                <c:pt idx="1677">
                  <c:v>44284</c:v>
                </c:pt>
                <c:pt idx="1678">
                  <c:v>44285</c:v>
                </c:pt>
                <c:pt idx="1679">
                  <c:v>44286</c:v>
                </c:pt>
                <c:pt idx="1680">
                  <c:v>44287</c:v>
                </c:pt>
                <c:pt idx="1681">
                  <c:v>44291</c:v>
                </c:pt>
                <c:pt idx="1682">
                  <c:v>44292</c:v>
                </c:pt>
                <c:pt idx="1683">
                  <c:v>44293</c:v>
                </c:pt>
                <c:pt idx="1684">
                  <c:v>44294</c:v>
                </c:pt>
                <c:pt idx="1685">
                  <c:v>44295</c:v>
                </c:pt>
                <c:pt idx="1686">
                  <c:v>44298</c:v>
                </c:pt>
                <c:pt idx="1687">
                  <c:v>44299</c:v>
                </c:pt>
                <c:pt idx="1688">
                  <c:v>44300</c:v>
                </c:pt>
                <c:pt idx="1689">
                  <c:v>44301</c:v>
                </c:pt>
                <c:pt idx="1690">
                  <c:v>44302</c:v>
                </c:pt>
                <c:pt idx="1691">
                  <c:v>44305</c:v>
                </c:pt>
                <c:pt idx="1692">
                  <c:v>44306</c:v>
                </c:pt>
                <c:pt idx="1693">
                  <c:v>44308</c:v>
                </c:pt>
                <c:pt idx="1694">
                  <c:v>44309</c:v>
                </c:pt>
                <c:pt idx="1695">
                  <c:v>44312</c:v>
                </c:pt>
                <c:pt idx="1696">
                  <c:v>44313</c:v>
                </c:pt>
                <c:pt idx="1697">
                  <c:v>44314</c:v>
                </c:pt>
                <c:pt idx="1698">
                  <c:v>44315</c:v>
                </c:pt>
                <c:pt idx="1699">
                  <c:v>44316</c:v>
                </c:pt>
                <c:pt idx="1700">
                  <c:v>44319</c:v>
                </c:pt>
                <c:pt idx="1701">
                  <c:v>44320</c:v>
                </c:pt>
                <c:pt idx="1702">
                  <c:v>44321</c:v>
                </c:pt>
                <c:pt idx="1703">
                  <c:v>44322</c:v>
                </c:pt>
                <c:pt idx="1704">
                  <c:v>44323</c:v>
                </c:pt>
                <c:pt idx="1705">
                  <c:v>44326</c:v>
                </c:pt>
                <c:pt idx="1706">
                  <c:v>44327</c:v>
                </c:pt>
                <c:pt idx="1707">
                  <c:v>44328</c:v>
                </c:pt>
                <c:pt idx="1708">
                  <c:v>44329</c:v>
                </c:pt>
                <c:pt idx="1709">
                  <c:v>44330</c:v>
                </c:pt>
                <c:pt idx="1710">
                  <c:v>44333</c:v>
                </c:pt>
                <c:pt idx="1711">
                  <c:v>44334</c:v>
                </c:pt>
                <c:pt idx="1712">
                  <c:v>44335</c:v>
                </c:pt>
                <c:pt idx="1713">
                  <c:v>44336</c:v>
                </c:pt>
                <c:pt idx="1714">
                  <c:v>44337</c:v>
                </c:pt>
                <c:pt idx="1715">
                  <c:v>44340</c:v>
                </c:pt>
                <c:pt idx="1716">
                  <c:v>44341</c:v>
                </c:pt>
                <c:pt idx="1717">
                  <c:v>44342</c:v>
                </c:pt>
                <c:pt idx="1718">
                  <c:v>44343</c:v>
                </c:pt>
                <c:pt idx="1719">
                  <c:v>44344</c:v>
                </c:pt>
                <c:pt idx="1720">
                  <c:v>44347</c:v>
                </c:pt>
                <c:pt idx="1721">
                  <c:v>44348</c:v>
                </c:pt>
                <c:pt idx="1722">
                  <c:v>44349</c:v>
                </c:pt>
                <c:pt idx="1723">
                  <c:v>44351</c:v>
                </c:pt>
                <c:pt idx="1724">
                  <c:v>44354</c:v>
                </c:pt>
                <c:pt idx="1725">
                  <c:v>44355</c:v>
                </c:pt>
                <c:pt idx="1726">
                  <c:v>44356</c:v>
                </c:pt>
                <c:pt idx="1727">
                  <c:v>44357</c:v>
                </c:pt>
                <c:pt idx="1728">
                  <c:v>44358</c:v>
                </c:pt>
                <c:pt idx="1729">
                  <c:v>44361</c:v>
                </c:pt>
                <c:pt idx="1730">
                  <c:v>44362</c:v>
                </c:pt>
                <c:pt idx="1731">
                  <c:v>44363</c:v>
                </c:pt>
                <c:pt idx="1732">
                  <c:v>44364</c:v>
                </c:pt>
                <c:pt idx="1733">
                  <c:v>44365</c:v>
                </c:pt>
                <c:pt idx="1734">
                  <c:v>44368</c:v>
                </c:pt>
                <c:pt idx="1735">
                  <c:v>44369</c:v>
                </c:pt>
                <c:pt idx="1736">
                  <c:v>44370</c:v>
                </c:pt>
                <c:pt idx="1737">
                  <c:v>44371</c:v>
                </c:pt>
                <c:pt idx="1738">
                  <c:v>44372</c:v>
                </c:pt>
                <c:pt idx="1739">
                  <c:v>44375</c:v>
                </c:pt>
                <c:pt idx="1740">
                  <c:v>44376</c:v>
                </c:pt>
                <c:pt idx="1741">
                  <c:v>44377</c:v>
                </c:pt>
                <c:pt idx="1742">
                  <c:v>44378</c:v>
                </c:pt>
                <c:pt idx="1743">
                  <c:v>44379</c:v>
                </c:pt>
                <c:pt idx="1744">
                  <c:v>44382</c:v>
                </c:pt>
                <c:pt idx="1745">
                  <c:v>44383</c:v>
                </c:pt>
                <c:pt idx="1746">
                  <c:v>44384</c:v>
                </c:pt>
                <c:pt idx="1747">
                  <c:v>44385</c:v>
                </c:pt>
                <c:pt idx="1748">
                  <c:v>44389</c:v>
                </c:pt>
                <c:pt idx="1749">
                  <c:v>44390</c:v>
                </c:pt>
                <c:pt idx="1750">
                  <c:v>44391</c:v>
                </c:pt>
                <c:pt idx="1751">
                  <c:v>44392</c:v>
                </c:pt>
                <c:pt idx="1752">
                  <c:v>44393</c:v>
                </c:pt>
                <c:pt idx="1753">
                  <c:v>44396</c:v>
                </c:pt>
                <c:pt idx="1754">
                  <c:v>44397</c:v>
                </c:pt>
                <c:pt idx="1755">
                  <c:v>44398</c:v>
                </c:pt>
                <c:pt idx="1756">
                  <c:v>44399</c:v>
                </c:pt>
                <c:pt idx="1757">
                  <c:v>44400</c:v>
                </c:pt>
                <c:pt idx="1758">
                  <c:v>44403</c:v>
                </c:pt>
                <c:pt idx="1759">
                  <c:v>44404</c:v>
                </c:pt>
                <c:pt idx="1760">
                  <c:v>44405</c:v>
                </c:pt>
                <c:pt idx="1761">
                  <c:v>44406</c:v>
                </c:pt>
                <c:pt idx="1762">
                  <c:v>44407</c:v>
                </c:pt>
                <c:pt idx="1763">
                  <c:v>44410</c:v>
                </c:pt>
                <c:pt idx="1764">
                  <c:v>44411</c:v>
                </c:pt>
                <c:pt idx="1765">
                  <c:v>44412</c:v>
                </c:pt>
                <c:pt idx="1766">
                  <c:v>44413</c:v>
                </c:pt>
                <c:pt idx="1767">
                  <c:v>44414</c:v>
                </c:pt>
                <c:pt idx="1768">
                  <c:v>44417</c:v>
                </c:pt>
                <c:pt idx="1769">
                  <c:v>44418</c:v>
                </c:pt>
                <c:pt idx="1770">
                  <c:v>44419</c:v>
                </c:pt>
                <c:pt idx="1771">
                  <c:v>44420</c:v>
                </c:pt>
                <c:pt idx="1772">
                  <c:v>44421</c:v>
                </c:pt>
                <c:pt idx="1773">
                  <c:v>44424</c:v>
                </c:pt>
                <c:pt idx="1774">
                  <c:v>44425</c:v>
                </c:pt>
                <c:pt idx="1775">
                  <c:v>44426</c:v>
                </c:pt>
                <c:pt idx="1776">
                  <c:v>44427</c:v>
                </c:pt>
                <c:pt idx="1777">
                  <c:v>44428</c:v>
                </c:pt>
                <c:pt idx="1778">
                  <c:v>44431</c:v>
                </c:pt>
                <c:pt idx="1779">
                  <c:v>44432</c:v>
                </c:pt>
                <c:pt idx="1780">
                  <c:v>44433</c:v>
                </c:pt>
                <c:pt idx="1781">
                  <c:v>44434</c:v>
                </c:pt>
                <c:pt idx="1782">
                  <c:v>44435</c:v>
                </c:pt>
                <c:pt idx="1783">
                  <c:v>44438</c:v>
                </c:pt>
                <c:pt idx="1784">
                  <c:v>44439</c:v>
                </c:pt>
                <c:pt idx="1785">
                  <c:v>44440</c:v>
                </c:pt>
                <c:pt idx="1786">
                  <c:v>44441</c:v>
                </c:pt>
                <c:pt idx="1787">
                  <c:v>44442</c:v>
                </c:pt>
                <c:pt idx="1788">
                  <c:v>44445</c:v>
                </c:pt>
                <c:pt idx="1789">
                  <c:v>44447</c:v>
                </c:pt>
                <c:pt idx="1790">
                  <c:v>44448</c:v>
                </c:pt>
                <c:pt idx="1791">
                  <c:v>44449</c:v>
                </c:pt>
                <c:pt idx="1792">
                  <c:v>44452</c:v>
                </c:pt>
                <c:pt idx="1793">
                  <c:v>44453</c:v>
                </c:pt>
                <c:pt idx="1794">
                  <c:v>44454</c:v>
                </c:pt>
                <c:pt idx="1795">
                  <c:v>44455</c:v>
                </c:pt>
                <c:pt idx="1796">
                  <c:v>44456</c:v>
                </c:pt>
                <c:pt idx="1797">
                  <c:v>44459</c:v>
                </c:pt>
                <c:pt idx="1798">
                  <c:v>44460</c:v>
                </c:pt>
                <c:pt idx="1799">
                  <c:v>44461</c:v>
                </c:pt>
                <c:pt idx="1800">
                  <c:v>44462</c:v>
                </c:pt>
                <c:pt idx="1801">
                  <c:v>44463</c:v>
                </c:pt>
                <c:pt idx="1802">
                  <c:v>44466</c:v>
                </c:pt>
                <c:pt idx="1803">
                  <c:v>44467</c:v>
                </c:pt>
                <c:pt idx="1804">
                  <c:v>44468</c:v>
                </c:pt>
                <c:pt idx="1805">
                  <c:v>44469</c:v>
                </c:pt>
                <c:pt idx="1806">
                  <c:v>44470</c:v>
                </c:pt>
                <c:pt idx="1807">
                  <c:v>44473</c:v>
                </c:pt>
                <c:pt idx="1808">
                  <c:v>44474</c:v>
                </c:pt>
                <c:pt idx="1809">
                  <c:v>44475</c:v>
                </c:pt>
                <c:pt idx="1810">
                  <c:v>44476</c:v>
                </c:pt>
                <c:pt idx="1811">
                  <c:v>44477</c:v>
                </c:pt>
                <c:pt idx="1812">
                  <c:v>44480</c:v>
                </c:pt>
                <c:pt idx="1813">
                  <c:v>44482</c:v>
                </c:pt>
                <c:pt idx="1814">
                  <c:v>44483</c:v>
                </c:pt>
                <c:pt idx="1815">
                  <c:v>44484</c:v>
                </c:pt>
                <c:pt idx="1816">
                  <c:v>44487</c:v>
                </c:pt>
                <c:pt idx="1817">
                  <c:v>44488</c:v>
                </c:pt>
                <c:pt idx="1818">
                  <c:v>44489</c:v>
                </c:pt>
                <c:pt idx="1819">
                  <c:v>44490</c:v>
                </c:pt>
                <c:pt idx="1820">
                  <c:v>44491</c:v>
                </c:pt>
                <c:pt idx="1821">
                  <c:v>44494</c:v>
                </c:pt>
                <c:pt idx="1822">
                  <c:v>44495</c:v>
                </c:pt>
                <c:pt idx="1823">
                  <c:v>44496</c:v>
                </c:pt>
                <c:pt idx="1824">
                  <c:v>44497</c:v>
                </c:pt>
                <c:pt idx="1825">
                  <c:v>44498</c:v>
                </c:pt>
                <c:pt idx="1826">
                  <c:v>44501</c:v>
                </c:pt>
                <c:pt idx="1827">
                  <c:v>44503</c:v>
                </c:pt>
                <c:pt idx="1828">
                  <c:v>44504</c:v>
                </c:pt>
                <c:pt idx="1829">
                  <c:v>44505</c:v>
                </c:pt>
                <c:pt idx="1830">
                  <c:v>44508</c:v>
                </c:pt>
                <c:pt idx="1831">
                  <c:v>44509</c:v>
                </c:pt>
                <c:pt idx="1832">
                  <c:v>44510</c:v>
                </c:pt>
                <c:pt idx="1833">
                  <c:v>44511</c:v>
                </c:pt>
                <c:pt idx="1834">
                  <c:v>44512</c:v>
                </c:pt>
                <c:pt idx="1835">
                  <c:v>44516</c:v>
                </c:pt>
                <c:pt idx="1836">
                  <c:v>44517</c:v>
                </c:pt>
                <c:pt idx="1837">
                  <c:v>44518</c:v>
                </c:pt>
                <c:pt idx="1838">
                  <c:v>44519</c:v>
                </c:pt>
                <c:pt idx="1839">
                  <c:v>44522</c:v>
                </c:pt>
                <c:pt idx="1840">
                  <c:v>44523</c:v>
                </c:pt>
                <c:pt idx="1841">
                  <c:v>44524</c:v>
                </c:pt>
                <c:pt idx="1842">
                  <c:v>44525</c:v>
                </c:pt>
                <c:pt idx="1843">
                  <c:v>44526</c:v>
                </c:pt>
                <c:pt idx="1844">
                  <c:v>44529</c:v>
                </c:pt>
                <c:pt idx="1845">
                  <c:v>44530</c:v>
                </c:pt>
                <c:pt idx="1846">
                  <c:v>44531</c:v>
                </c:pt>
                <c:pt idx="1847">
                  <c:v>44532</c:v>
                </c:pt>
                <c:pt idx="1848">
                  <c:v>44533</c:v>
                </c:pt>
                <c:pt idx="1849">
                  <c:v>44536</c:v>
                </c:pt>
                <c:pt idx="1850">
                  <c:v>44537</c:v>
                </c:pt>
                <c:pt idx="1851">
                  <c:v>44538</c:v>
                </c:pt>
                <c:pt idx="1852">
                  <c:v>44539</c:v>
                </c:pt>
                <c:pt idx="1853">
                  <c:v>44540</c:v>
                </c:pt>
                <c:pt idx="1854">
                  <c:v>44543</c:v>
                </c:pt>
                <c:pt idx="1855">
                  <c:v>44544</c:v>
                </c:pt>
                <c:pt idx="1856">
                  <c:v>44545</c:v>
                </c:pt>
                <c:pt idx="1857">
                  <c:v>44546</c:v>
                </c:pt>
                <c:pt idx="1858">
                  <c:v>44547</c:v>
                </c:pt>
                <c:pt idx="1859">
                  <c:v>44550</c:v>
                </c:pt>
                <c:pt idx="1860">
                  <c:v>44551</c:v>
                </c:pt>
                <c:pt idx="1861">
                  <c:v>44552</c:v>
                </c:pt>
                <c:pt idx="1862">
                  <c:v>44553</c:v>
                </c:pt>
                <c:pt idx="1863">
                  <c:v>44557</c:v>
                </c:pt>
                <c:pt idx="1864">
                  <c:v>44558</c:v>
                </c:pt>
                <c:pt idx="1865">
                  <c:v>44559</c:v>
                </c:pt>
                <c:pt idx="1866">
                  <c:v>44560</c:v>
                </c:pt>
                <c:pt idx="1867">
                  <c:v>44564</c:v>
                </c:pt>
                <c:pt idx="1868">
                  <c:v>44565</c:v>
                </c:pt>
                <c:pt idx="1869">
                  <c:v>44566</c:v>
                </c:pt>
                <c:pt idx="1870">
                  <c:v>44567</c:v>
                </c:pt>
                <c:pt idx="1871">
                  <c:v>44568</c:v>
                </c:pt>
                <c:pt idx="1872">
                  <c:v>44571</c:v>
                </c:pt>
                <c:pt idx="1873">
                  <c:v>44572</c:v>
                </c:pt>
                <c:pt idx="1874">
                  <c:v>44573</c:v>
                </c:pt>
                <c:pt idx="1875">
                  <c:v>44574</c:v>
                </c:pt>
                <c:pt idx="1876">
                  <c:v>44575</c:v>
                </c:pt>
                <c:pt idx="1877">
                  <c:v>44578</c:v>
                </c:pt>
                <c:pt idx="1878">
                  <c:v>44579</c:v>
                </c:pt>
                <c:pt idx="1879">
                  <c:v>44580</c:v>
                </c:pt>
                <c:pt idx="1880">
                  <c:v>44581</c:v>
                </c:pt>
                <c:pt idx="1881">
                  <c:v>44582</c:v>
                </c:pt>
                <c:pt idx="1882">
                  <c:v>44585</c:v>
                </c:pt>
                <c:pt idx="1883">
                  <c:v>44586</c:v>
                </c:pt>
                <c:pt idx="1884">
                  <c:v>44587</c:v>
                </c:pt>
                <c:pt idx="1885">
                  <c:v>44588</c:v>
                </c:pt>
                <c:pt idx="1886">
                  <c:v>44589</c:v>
                </c:pt>
                <c:pt idx="1887">
                  <c:v>44592</c:v>
                </c:pt>
                <c:pt idx="1888">
                  <c:v>44593</c:v>
                </c:pt>
                <c:pt idx="1889">
                  <c:v>44594</c:v>
                </c:pt>
                <c:pt idx="1890">
                  <c:v>44595</c:v>
                </c:pt>
                <c:pt idx="1891">
                  <c:v>44596</c:v>
                </c:pt>
                <c:pt idx="1892">
                  <c:v>44599</c:v>
                </c:pt>
                <c:pt idx="1893">
                  <c:v>44600</c:v>
                </c:pt>
                <c:pt idx="1894">
                  <c:v>44601</c:v>
                </c:pt>
                <c:pt idx="1895">
                  <c:v>44602</c:v>
                </c:pt>
                <c:pt idx="1896">
                  <c:v>44603</c:v>
                </c:pt>
                <c:pt idx="1897">
                  <c:v>44606</c:v>
                </c:pt>
                <c:pt idx="1898">
                  <c:v>44607</c:v>
                </c:pt>
                <c:pt idx="1899">
                  <c:v>44608</c:v>
                </c:pt>
                <c:pt idx="1900">
                  <c:v>44609</c:v>
                </c:pt>
                <c:pt idx="1901">
                  <c:v>44610</c:v>
                </c:pt>
                <c:pt idx="1902">
                  <c:v>44613</c:v>
                </c:pt>
                <c:pt idx="1903">
                  <c:v>44614</c:v>
                </c:pt>
                <c:pt idx="1904">
                  <c:v>44615</c:v>
                </c:pt>
                <c:pt idx="1905">
                  <c:v>44616</c:v>
                </c:pt>
                <c:pt idx="1906">
                  <c:v>44617</c:v>
                </c:pt>
                <c:pt idx="1907">
                  <c:v>44622</c:v>
                </c:pt>
                <c:pt idx="1908">
                  <c:v>44623</c:v>
                </c:pt>
                <c:pt idx="1909">
                  <c:v>44624</c:v>
                </c:pt>
                <c:pt idx="1910">
                  <c:v>44627</c:v>
                </c:pt>
                <c:pt idx="1911">
                  <c:v>44628</c:v>
                </c:pt>
                <c:pt idx="1912">
                  <c:v>44629</c:v>
                </c:pt>
                <c:pt idx="1913">
                  <c:v>44630</c:v>
                </c:pt>
                <c:pt idx="1914">
                  <c:v>44631</c:v>
                </c:pt>
                <c:pt idx="1915">
                  <c:v>44634</c:v>
                </c:pt>
                <c:pt idx="1916">
                  <c:v>44635</c:v>
                </c:pt>
                <c:pt idx="1917">
                  <c:v>44636</c:v>
                </c:pt>
                <c:pt idx="1918">
                  <c:v>44637</c:v>
                </c:pt>
                <c:pt idx="1919">
                  <c:v>44638</c:v>
                </c:pt>
                <c:pt idx="1920">
                  <c:v>44641</c:v>
                </c:pt>
                <c:pt idx="1921">
                  <c:v>44642</c:v>
                </c:pt>
                <c:pt idx="1922">
                  <c:v>44643</c:v>
                </c:pt>
                <c:pt idx="1923">
                  <c:v>44644</c:v>
                </c:pt>
                <c:pt idx="1924">
                  <c:v>44645</c:v>
                </c:pt>
                <c:pt idx="1925">
                  <c:v>44648</c:v>
                </c:pt>
                <c:pt idx="1926">
                  <c:v>44649</c:v>
                </c:pt>
                <c:pt idx="1927">
                  <c:v>44650</c:v>
                </c:pt>
                <c:pt idx="1928">
                  <c:v>44651</c:v>
                </c:pt>
                <c:pt idx="1929">
                  <c:v>44652</c:v>
                </c:pt>
                <c:pt idx="1930">
                  <c:v>44655</c:v>
                </c:pt>
                <c:pt idx="1931">
                  <c:v>44656</c:v>
                </c:pt>
                <c:pt idx="1932">
                  <c:v>44657</c:v>
                </c:pt>
                <c:pt idx="1933">
                  <c:v>44658</c:v>
                </c:pt>
                <c:pt idx="1934">
                  <c:v>44659</c:v>
                </c:pt>
                <c:pt idx="1935">
                  <c:v>44662</c:v>
                </c:pt>
                <c:pt idx="1936">
                  <c:v>44663</c:v>
                </c:pt>
                <c:pt idx="1937">
                  <c:v>44664</c:v>
                </c:pt>
                <c:pt idx="1938">
                  <c:v>44665</c:v>
                </c:pt>
                <c:pt idx="1939">
                  <c:v>44669</c:v>
                </c:pt>
                <c:pt idx="1940">
                  <c:v>44670</c:v>
                </c:pt>
                <c:pt idx="1941">
                  <c:v>44671</c:v>
                </c:pt>
                <c:pt idx="1942">
                  <c:v>44673</c:v>
                </c:pt>
                <c:pt idx="1943">
                  <c:v>44676</c:v>
                </c:pt>
                <c:pt idx="1944">
                  <c:v>44677</c:v>
                </c:pt>
                <c:pt idx="1945">
                  <c:v>44678</c:v>
                </c:pt>
                <c:pt idx="1946">
                  <c:v>44679</c:v>
                </c:pt>
                <c:pt idx="1947">
                  <c:v>44680</c:v>
                </c:pt>
                <c:pt idx="1948">
                  <c:v>44683</c:v>
                </c:pt>
                <c:pt idx="1949">
                  <c:v>44684</c:v>
                </c:pt>
                <c:pt idx="1950">
                  <c:v>44685</c:v>
                </c:pt>
                <c:pt idx="1951">
                  <c:v>44686</c:v>
                </c:pt>
                <c:pt idx="1952">
                  <c:v>44687</c:v>
                </c:pt>
                <c:pt idx="1953">
                  <c:v>44690</c:v>
                </c:pt>
                <c:pt idx="1954">
                  <c:v>44691</c:v>
                </c:pt>
                <c:pt idx="1955">
                  <c:v>44692</c:v>
                </c:pt>
                <c:pt idx="1956">
                  <c:v>44693</c:v>
                </c:pt>
                <c:pt idx="1957">
                  <c:v>44694</c:v>
                </c:pt>
                <c:pt idx="1958">
                  <c:v>44697</c:v>
                </c:pt>
                <c:pt idx="1959">
                  <c:v>44698</c:v>
                </c:pt>
                <c:pt idx="1960">
                  <c:v>44699</c:v>
                </c:pt>
                <c:pt idx="1961">
                  <c:v>44700</c:v>
                </c:pt>
                <c:pt idx="1962">
                  <c:v>44701</c:v>
                </c:pt>
                <c:pt idx="1963">
                  <c:v>44704</c:v>
                </c:pt>
                <c:pt idx="1964">
                  <c:v>44705</c:v>
                </c:pt>
                <c:pt idx="1965">
                  <c:v>44706</c:v>
                </c:pt>
                <c:pt idx="1966">
                  <c:v>44707</c:v>
                </c:pt>
                <c:pt idx="1967">
                  <c:v>44708</c:v>
                </c:pt>
                <c:pt idx="1968">
                  <c:v>44711</c:v>
                </c:pt>
                <c:pt idx="1969">
                  <c:v>44712</c:v>
                </c:pt>
                <c:pt idx="1970">
                  <c:v>44713</c:v>
                </c:pt>
                <c:pt idx="1971">
                  <c:v>44714</c:v>
                </c:pt>
                <c:pt idx="1972">
                  <c:v>44715</c:v>
                </c:pt>
                <c:pt idx="1973">
                  <c:v>44718</c:v>
                </c:pt>
                <c:pt idx="1974">
                  <c:v>44719</c:v>
                </c:pt>
                <c:pt idx="1975">
                  <c:v>44720</c:v>
                </c:pt>
                <c:pt idx="1976">
                  <c:v>44721</c:v>
                </c:pt>
                <c:pt idx="1977">
                  <c:v>44722</c:v>
                </c:pt>
                <c:pt idx="1978">
                  <c:v>44725</c:v>
                </c:pt>
                <c:pt idx="1979">
                  <c:v>44726</c:v>
                </c:pt>
                <c:pt idx="1980">
                  <c:v>44727</c:v>
                </c:pt>
                <c:pt idx="1981">
                  <c:v>44729</c:v>
                </c:pt>
                <c:pt idx="1982">
                  <c:v>44732</c:v>
                </c:pt>
                <c:pt idx="1983">
                  <c:v>44733</c:v>
                </c:pt>
                <c:pt idx="1984">
                  <c:v>44734</c:v>
                </c:pt>
                <c:pt idx="1985">
                  <c:v>44735</c:v>
                </c:pt>
                <c:pt idx="1986">
                  <c:v>44736</c:v>
                </c:pt>
                <c:pt idx="1987">
                  <c:v>44739</c:v>
                </c:pt>
                <c:pt idx="1988">
                  <c:v>44740</c:v>
                </c:pt>
                <c:pt idx="1989">
                  <c:v>44741</c:v>
                </c:pt>
                <c:pt idx="1990">
                  <c:v>44742</c:v>
                </c:pt>
                <c:pt idx="1991">
                  <c:v>44743</c:v>
                </c:pt>
                <c:pt idx="1992">
                  <c:v>44746</c:v>
                </c:pt>
                <c:pt idx="1993">
                  <c:v>44747</c:v>
                </c:pt>
                <c:pt idx="1994">
                  <c:v>44748</c:v>
                </c:pt>
                <c:pt idx="1995">
                  <c:v>44749</c:v>
                </c:pt>
                <c:pt idx="1996">
                  <c:v>44750</c:v>
                </c:pt>
                <c:pt idx="1997">
                  <c:v>44753</c:v>
                </c:pt>
                <c:pt idx="1998">
                  <c:v>44754</c:v>
                </c:pt>
                <c:pt idx="1999">
                  <c:v>44755</c:v>
                </c:pt>
                <c:pt idx="2000">
                  <c:v>44756</c:v>
                </c:pt>
                <c:pt idx="2001">
                  <c:v>44757</c:v>
                </c:pt>
                <c:pt idx="2002">
                  <c:v>44760</c:v>
                </c:pt>
                <c:pt idx="2003">
                  <c:v>44761</c:v>
                </c:pt>
                <c:pt idx="2004">
                  <c:v>44762</c:v>
                </c:pt>
                <c:pt idx="2005">
                  <c:v>44763</c:v>
                </c:pt>
                <c:pt idx="2006">
                  <c:v>44764</c:v>
                </c:pt>
                <c:pt idx="2007">
                  <c:v>44767</c:v>
                </c:pt>
                <c:pt idx="2008">
                  <c:v>44768</c:v>
                </c:pt>
                <c:pt idx="2009">
                  <c:v>44769</c:v>
                </c:pt>
                <c:pt idx="2010">
                  <c:v>44770</c:v>
                </c:pt>
                <c:pt idx="2011">
                  <c:v>44771</c:v>
                </c:pt>
                <c:pt idx="2012">
                  <c:v>44774</c:v>
                </c:pt>
                <c:pt idx="2013">
                  <c:v>44775</c:v>
                </c:pt>
                <c:pt idx="2014">
                  <c:v>44776</c:v>
                </c:pt>
                <c:pt idx="2015">
                  <c:v>44777</c:v>
                </c:pt>
                <c:pt idx="2016">
                  <c:v>44778</c:v>
                </c:pt>
                <c:pt idx="2017">
                  <c:v>44781</c:v>
                </c:pt>
                <c:pt idx="2018">
                  <c:v>44782</c:v>
                </c:pt>
                <c:pt idx="2019">
                  <c:v>44783</c:v>
                </c:pt>
                <c:pt idx="2020">
                  <c:v>44784</c:v>
                </c:pt>
                <c:pt idx="2021">
                  <c:v>44785</c:v>
                </c:pt>
                <c:pt idx="2022">
                  <c:v>44788</c:v>
                </c:pt>
                <c:pt idx="2023">
                  <c:v>44789</c:v>
                </c:pt>
                <c:pt idx="2024">
                  <c:v>44790</c:v>
                </c:pt>
                <c:pt idx="2025">
                  <c:v>44791</c:v>
                </c:pt>
                <c:pt idx="2026">
                  <c:v>44792</c:v>
                </c:pt>
                <c:pt idx="2027">
                  <c:v>44795</c:v>
                </c:pt>
                <c:pt idx="2028">
                  <c:v>44796</c:v>
                </c:pt>
                <c:pt idx="2029">
                  <c:v>44797</c:v>
                </c:pt>
                <c:pt idx="2030">
                  <c:v>44798</c:v>
                </c:pt>
                <c:pt idx="2031">
                  <c:v>44799</c:v>
                </c:pt>
                <c:pt idx="2032">
                  <c:v>44802</c:v>
                </c:pt>
                <c:pt idx="2033">
                  <c:v>44803</c:v>
                </c:pt>
                <c:pt idx="2034">
                  <c:v>44804</c:v>
                </c:pt>
                <c:pt idx="2035">
                  <c:v>44805</c:v>
                </c:pt>
                <c:pt idx="2036">
                  <c:v>44806</c:v>
                </c:pt>
                <c:pt idx="2037">
                  <c:v>44809</c:v>
                </c:pt>
                <c:pt idx="2038">
                  <c:v>44810</c:v>
                </c:pt>
                <c:pt idx="2039">
                  <c:v>44812</c:v>
                </c:pt>
                <c:pt idx="2040">
                  <c:v>44813</c:v>
                </c:pt>
                <c:pt idx="2041">
                  <c:v>44816</c:v>
                </c:pt>
                <c:pt idx="2042">
                  <c:v>44817</c:v>
                </c:pt>
                <c:pt idx="2043">
                  <c:v>44818</c:v>
                </c:pt>
                <c:pt idx="2044">
                  <c:v>44819</c:v>
                </c:pt>
                <c:pt idx="2045">
                  <c:v>44820</c:v>
                </c:pt>
                <c:pt idx="2046">
                  <c:v>44823</c:v>
                </c:pt>
                <c:pt idx="2047">
                  <c:v>44824</c:v>
                </c:pt>
                <c:pt idx="2048">
                  <c:v>44825</c:v>
                </c:pt>
                <c:pt idx="2049">
                  <c:v>44826</c:v>
                </c:pt>
                <c:pt idx="2050">
                  <c:v>44827</c:v>
                </c:pt>
                <c:pt idx="2051">
                  <c:v>44830</c:v>
                </c:pt>
                <c:pt idx="2052">
                  <c:v>44831</c:v>
                </c:pt>
                <c:pt idx="2053">
                  <c:v>44832</c:v>
                </c:pt>
                <c:pt idx="2054">
                  <c:v>44833</c:v>
                </c:pt>
                <c:pt idx="2055">
                  <c:v>44834</c:v>
                </c:pt>
                <c:pt idx="2056">
                  <c:v>44837</c:v>
                </c:pt>
                <c:pt idx="2057">
                  <c:v>44838</c:v>
                </c:pt>
                <c:pt idx="2058">
                  <c:v>44839</c:v>
                </c:pt>
                <c:pt idx="2059">
                  <c:v>44840</c:v>
                </c:pt>
                <c:pt idx="2060">
                  <c:v>44841</c:v>
                </c:pt>
                <c:pt idx="2061">
                  <c:v>44844</c:v>
                </c:pt>
                <c:pt idx="2062">
                  <c:v>44845</c:v>
                </c:pt>
                <c:pt idx="2063">
                  <c:v>44847</c:v>
                </c:pt>
                <c:pt idx="2064">
                  <c:v>44848</c:v>
                </c:pt>
                <c:pt idx="2065">
                  <c:v>44851</c:v>
                </c:pt>
                <c:pt idx="2066">
                  <c:v>44852</c:v>
                </c:pt>
                <c:pt idx="2067">
                  <c:v>44853</c:v>
                </c:pt>
                <c:pt idx="2068">
                  <c:v>44854</c:v>
                </c:pt>
                <c:pt idx="2069">
                  <c:v>44855</c:v>
                </c:pt>
                <c:pt idx="2070">
                  <c:v>44858</c:v>
                </c:pt>
                <c:pt idx="2071">
                  <c:v>44859</c:v>
                </c:pt>
                <c:pt idx="2072">
                  <c:v>44860</c:v>
                </c:pt>
                <c:pt idx="2073">
                  <c:v>44861</c:v>
                </c:pt>
                <c:pt idx="2074">
                  <c:v>44862</c:v>
                </c:pt>
                <c:pt idx="2075">
                  <c:v>44865</c:v>
                </c:pt>
                <c:pt idx="2076">
                  <c:v>44866</c:v>
                </c:pt>
                <c:pt idx="2077">
                  <c:v>44868</c:v>
                </c:pt>
                <c:pt idx="2078">
                  <c:v>44869</c:v>
                </c:pt>
                <c:pt idx="2079">
                  <c:v>44872</c:v>
                </c:pt>
                <c:pt idx="2080">
                  <c:v>44873</c:v>
                </c:pt>
                <c:pt idx="2081">
                  <c:v>44874</c:v>
                </c:pt>
                <c:pt idx="2082">
                  <c:v>44875</c:v>
                </c:pt>
                <c:pt idx="2083">
                  <c:v>44876</c:v>
                </c:pt>
                <c:pt idx="2084">
                  <c:v>44879</c:v>
                </c:pt>
                <c:pt idx="2085">
                  <c:v>44881</c:v>
                </c:pt>
                <c:pt idx="2086">
                  <c:v>44882</c:v>
                </c:pt>
                <c:pt idx="2087">
                  <c:v>44883</c:v>
                </c:pt>
                <c:pt idx="2088">
                  <c:v>44886</c:v>
                </c:pt>
                <c:pt idx="2089">
                  <c:v>44887</c:v>
                </c:pt>
                <c:pt idx="2090">
                  <c:v>44888</c:v>
                </c:pt>
                <c:pt idx="2091">
                  <c:v>44889</c:v>
                </c:pt>
                <c:pt idx="2092">
                  <c:v>44890</c:v>
                </c:pt>
                <c:pt idx="2093">
                  <c:v>44893</c:v>
                </c:pt>
                <c:pt idx="2094">
                  <c:v>44894</c:v>
                </c:pt>
                <c:pt idx="2095">
                  <c:v>44895</c:v>
                </c:pt>
                <c:pt idx="2096">
                  <c:v>44896</c:v>
                </c:pt>
                <c:pt idx="2097">
                  <c:v>44897</c:v>
                </c:pt>
                <c:pt idx="2098">
                  <c:v>44900</c:v>
                </c:pt>
                <c:pt idx="2099">
                  <c:v>44901</c:v>
                </c:pt>
                <c:pt idx="2100">
                  <c:v>44902</c:v>
                </c:pt>
                <c:pt idx="2101">
                  <c:v>44903</c:v>
                </c:pt>
                <c:pt idx="2102">
                  <c:v>44904</c:v>
                </c:pt>
                <c:pt idx="2103">
                  <c:v>44907</c:v>
                </c:pt>
                <c:pt idx="2104">
                  <c:v>44908</c:v>
                </c:pt>
                <c:pt idx="2105">
                  <c:v>44909</c:v>
                </c:pt>
                <c:pt idx="2106">
                  <c:v>44910</c:v>
                </c:pt>
                <c:pt idx="2107">
                  <c:v>44911</c:v>
                </c:pt>
                <c:pt idx="2108">
                  <c:v>44914</c:v>
                </c:pt>
                <c:pt idx="2109">
                  <c:v>44915</c:v>
                </c:pt>
                <c:pt idx="2110">
                  <c:v>44916</c:v>
                </c:pt>
                <c:pt idx="2111">
                  <c:v>44917</c:v>
                </c:pt>
                <c:pt idx="2112">
                  <c:v>44918</c:v>
                </c:pt>
                <c:pt idx="2113">
                  <c:v>44921</c:v>
                </c:pt>
                <c:pt idx="2114">
                  <c:v>44922</c:v>
                </c:pt>
                <c:pt idx="2115">
                  <c:v>44923</c:v>
                </c:pt>
                <c:pt idx="2116">
                  <c:v>44924</c:v>
                </c:pt>
                <c:pt idx="2117">
                  <c:v>44928</c:v>
                </c:pt>
                <c:pt idx="2118">
                  <c:v>44929</c:v>
                </c:pt>
                <c:pt idx="2119">
                  <c:v>44930</c:v>
                </c:pt>
                <c:pt idx="2120">
                  <c:v>44931</c:v>
                </c:pt>
                <c:pt idx="2121">
                  <c:v>44932</c:v>
                </c:pt>
                <c:pt idx="2122">
                  <c:v>44935</c:v>
                </c:pt>
                <c:pt idx="2123">
                  <c:v>44936</c:v>
                </c:pt>
                <c:pt idx="2124">
                  <c:v>44937</c:v>
                </c:pt>
                <c:pt idx="2125">
                  <c:v>44938</c:v>
                </c:pt>
                <c:pt idx="2126">
                  <c:v>44939</c:v>
                </c:pt>
                <c:pt idx="2127">
                  <c:v>44942</c:v>
                </c:pt>
                <c:pt idx="2128">
                  <c:v>44943</c:v>
                </c:pt>
                <c:pt idx="2129">
                  <c:v>44944</c:v>
                </c:pt>
                <c:pt idx="2130">
                  <c:v>44945</c:v>
                </c:pt>
                <c:pt idx="2131">
                  <c:v>44946</c:v>
                </c:pt>
                <c:pt idx="2132">
                  <c:v>44949</c:v>
                </c:pt>
                <c:pt idx="2133">
                  <c:v>44950</c:v>
                </c:pt>
                <c:pt idx="2134">
                  <c:v>44951</c:v>
                </c:pt>
                <c:pt idx="2135">
                  <c:v>44952</c:v>
                </c:pt>
                <c:pt idx="2136">
                  <c:v>44953</c:v>
                </c:pt>
                <c:pt idx="2137">
                  <c:v>44956</c:v>
                </c:pt>
                <c:pt idx="2138">
                  <c:v>44957</c:v>
                </c:pt>
                <c:pt idx="2139">
                  <c:v>44958</c:v>
                </c:pt>
                <c:pt idx="2140">
                  <c:v>44959</c:v>
                </c:pt>
                <c:pt idx="2141">
                  <c:v>44960</c:v>
                </c:pt>
                <c:pt idx="2142">
                  <c:v>44963</c:v>
                </c:pt>
                <c:pt idx="2143">
                  <c:v>44964</c:v>
                </c:pt>
                <c:pt idx="2144">
                  <c:v>44965</c:v>
                </c:pt>
                <c:pt idx="2145">
                  <c:v>44966</c:v>
                </c:pt>
                <c:pt idx="2146">
                  <c:v>44967</c:v>
                </c:pt>
                <c:pt idx="2147">
                  <c:v>44970</c:v>
                </c:pt>
                <c:pt idx="2148">
                  <c:v>44971</c:v>
                </c:pt>
                <c:pt idx="2149">
                  <c:v>44972</c:v>
                </c:pt>
                <c:pt idx="2150">
                  <c:v>44973</c:v>
                </c:pt>
                <c:pt idx="2151">
                  <c:v>44974</c:v>
                </c:pt>
                <c:pt idx="2152">
                  <c:v>44979</c:v>
                </c:pt>
                <c:pt idx="2153">
                  <c:v>44980</c:v>
                </c:pt>
                <c:pt idx="2154">
                  <c:v>44981</c:v>
                </c:pt>
                <c:pt idx="2155">
                  <c:v>44984</c:v>
                </c:pt>
                <c:pt idx="2156">
                  <c:v>44985</c:v>
                </c:pt>
                <c:pt idx="2157">
                  <c:v>44986</c:v>
                </c:pt>
                <c:pt idx="2158">
                  <c:v>44987</c:v>
                </c:pt>
                <c:pt idx="2159">
                  <c:v>44988</c:v>
                </c:pt>
                <c:pt idx="2160">
                  <c:v>44991</c:v>
                </c:pt>
                <c:pt idx="2161">
                  <c:v>44992</c:v>
                </c:pt>
                <c:pt idx="2162">
                  <c:v>44993</c:v>
                </c:pt>
                <c:pt idx="2163">
                  <c:v>44994</c:v>
                </c:pt>
                <c:pt idx="2164">
                  <c:v>44995</c:v>
                </c:pt>
                <c:pt idx="2165">
                  <c:v>44998</c:v>
                </c:pt>
                <c:pt idx="2166">
                  <c:v>44999</c:v>
                </c:pt>
                <c:pt idx="2167">
                  <c:v>45000</c:v>
                </c:pt>
                <c:pt idx="2168">
                  <c:v>45001</c:v>
                </c:pt>
                <c:pt idx="2169">
                  <c:v>45002</c:v>
                </c:pt>
                <c:pt idx="2170">
                  <c:v>45005</c:v>
                </c:pt>
                <c:pt idx="2171">
                  <c:v>45006</c:v>
                </c:pt>
                <c:pt idx="2172">
                  <c:v>45007</c:v>
                </c:pt>
                <c:pt idx="2173">
                  <c:v>45008</c:v>
                </c:pt>
                <c:pt idx="2174">
                  <c:v>45009</c:v>
                </c:pt>
                <c:pt idx="2175">
                  <c:v>45012</c:v>
                </c:pt>
                <c:pt idx="2176">
                  <c:v>45013</c:v>
                </c:pt>
                <c:pt idx="2177">
                  <c:v>45014</c:v>
                </c:pt>
                <c:pt idx="2178">
                  <c:v>45015</c:v>
                </c:pt>
                <c:pt idx="2179">
                  <c:v>45016</c:v>
                </c:pt>
                <c:pt idx="2180">
                  <c:v>45019</c:v>
                </c:pt>
                <c:pt idx="2181">
                  <c:v>45020</c:v>
                </c:pt>
                <c:pt idx="2182">
                  <c:v>45021</c:v>
                </c:pt>
                <c:pt idx="2183">
                  <c:v>45022</c:v>
                </c:pt>
                <c:pt idx="2184">
                  <c:v>45026</c:v>
                </c:pt>
                <c:pt idx="2185">
                  <c:v>45027</c:v>
                </c:pt>
                <c:pt idx="2186">
                  <c:v>45028</c:v>
                </c:pt>
                <c:pt idx="2187">
                  <c:v>45029</c:v>
                </c:pt>
                <c:pt idx="2188">
                  <c:v>45030</c:v>
                </c:pt>
                <c:pt idx="2189">
                  <c:v>45033</c:v>
                </c:pt>
                <c:pt idx="2190">
                  <c:v>45034</c:v>
                </c:pt>
                <c:pt idx="2191">
                  <c:v>45035</c:v>
                </c:pt>
                <c:pt idx="2192">
                  <c:v>45036</c:v>
                </c:pt>
                <c:pt idx="2193">
                  <c:v>45040</c:v>
                </c:pt>
                <c:pt idx="2194">
                  <c:v>45041</c:v>
                </c:pt>
                <c:pt idx="2195">
                  <c:v>45042</c:v>
                </c:pt>
                <c:pt idx="2196">
                  <c:v>45043</c:v>
                </c:pt>
                <c:pt idx="2197">
                  <c:v>45044</c:v>
                </c:pt>
                <c:pt idx="2198">
                  <c:v>45048</c:v>
                </c:pt>
                <c:pt idx="2199">
                  <c:v>45049</c:v>
                </c:pt>
                <c:pt idx="2200">
                  <c:v>45050</c:v>
                </c:pt>
                <c:pt idx="2201">
                  <c:v>45051</c:v>
                </c:pt>
                <c:pt idx="2202">
                  <c:v>45054</c:v>
                </c:pt>
                <c:pt idx="2203">
                  <c:v>45055</c:v>
                </c:pt>
                <c:pt idx="2204">
                  <c:v>45056</c:v>
                </c:pt>
                <c:pt idx="2205">
                  <c:v>45057</c:v>
                </c:pt>
                <c:pt idx="2206">
                  <c:v>45058</c:v>
                </c:pt>
                <c:pt idx="2207">
                  <c:v>45061</c:v>
                </c:pt>
                <c:pt idx="2208">
                  <c:v>45062</c:v>
                </c:pt>
                <c:pt idx="2209">
                  <c:v>45063</c:v>
                </c:pt>
                <c:pt idx="2210">
                  <c:v>45064</c:v>
                </c:pt>
                <c:pt idx="2211">
                  <c:v>45065</c:v>
                </c:pt>
                <c:pt idx="2212">
                  <c:v>45068</c:v>
                </c:pt>
                <c:pt idx="2213">
                  <c:v>45069</c:v>
                </c:pt>
                <c:pt idx="2214">
                  <c:v>45070</c:v>
                </c:pt>
                <c:pt idx="2215">
                  <c:v>45071</c:v>
                </c:pt>
                <c:pt idx="2216">
                  <c:v>45072</c:v>
                </c:pt>
                <c:pt idx="2217">
                  <c:v>45075</c:v>
                </c:pt>
                <c:pt idx="2218">
                  <c:v>45076</c:v>
                </c:pt>
                <c:pt idx="2219">
                  <c:v>45077</c:v>
                </c:pt>
                <c:pt idx="2220">
                  <c:v>45078</c:v>
                </c:pt>
                <c:pt idx="2221">
                  <c:v>45079</c:v>
                </c:pt>
                <c:pt idx="2222">
                  <c:v>45082</c:v>
                </c:pt>
                <c:pt idx="2223">
                  <c:v>45083</c:v>
                </c:pt>
                <c:pt idx="2224">
                  <c:v>45084</c:v>
                </c:pt>
                <c:pt idx="2225">
                  <c:v>45086</c:v>
                </c:pt>
                <c:pt idx="2226">
                  <c:v>45089</c:v>
                </c:pt>
                <c:pt idx="2227">
                  <c:v>45090</c:v>
                </c:pt>
                <c:pt idx="2228">
                  <c:v>45091</c:v>
                </c:pt>
                <c:pt idx="2229">
                  <c:v>45092</c:v>
                </c:pt>
                <c:pt idx="2230">
                  <c:v>45093</c:v>
                </c:pt>
                <c:pt idx="2231">
                  <c:v>45096</c:v>
                </c:pt>
                <c:pt idx="2232">
                  <c:v>45097</c:v>
                </c:pt>
                <c:pt idx="2233">
                  <c:v>45098</c:v>
                </c:pt>
                <c:pt idx="2234">
                  <c:v>45099</c:v>
                </c:pt>
                <c:pt idx="2235">
                  <c:v>45100</c:v>
                </c:pt>
                <c:pt idx="2236">
                  <c:v>45103</c:v>
                </c:pt>
                <c:pt idx="2237">
                  <c:v>45104</c:v>
                </c:pt>
                <c:pt idx="2238">
                  <c:v>45105</c:v>
                </c:pt>
                <c:pt idx="2239">
                  <c:v>45106</c:v>
                </c:pt>
                <c:pt idx="2240">
                  <c:v>45107</c:v>
                </c:pt>
                <c:pt idx="2241">
                  <c:v>45110</c:v>
                </c:pt>
                <c:pt idx="2242">
                  <c:v>45111</c:v>
                </c:pt>
                <c:pt idx="2243">
                  <c:v>45112</c:v>
                </c:pt>
                <c:pt idx="2244">
                  <c:v>45113</c:v>
                </c:pt>
                <c:pt idx="2245">
                  <c:v>45114</c:v>
                </c:pt>
                <c:pt idx="2246">
                  <c:v>45117</c:v>
                </c:pt>
                <c:pt idx="2247">
                  <c:v>45118</c:v>
                </c:pt>
                <c:pt idx="2248">
                  <c:v>45119</c:v>
                </c:pt>
                <c:pt idx="2249">
                  <c:v>45120</c:v>
                </c:pt>
                <c:pt idx="2250">
                  <c:v>45121</c:v>
                </c:pt>
                <c:pt idx="2251">
                  <c:v>45124</c:v>
                </c:pt>
                <c:pt idx="2252">
                  <c:v>45125</c:v>
                </c:pt>
                <c:pt idx="2253">
                  <c:v>45126</c:v>
                </c:pt>
                <c:pt idx="2254">
                  <c:v>45127</c:v>
                </c:pt>
                <c:pt idx="2255">
                  <c:v>45128</c:v>
                </c:pt>
                <c:pt idx="2256">
                  <c:v>45131</c:v>
                </c:pt>
                <c:pt idx="2257">
                  <c:v>45132</c:v>
                </c:pt>
                <c:pt idx="2258">
                  <c:v>45133</c:v>
                </c:pt>
                <c:pt idx="2259">
                  <c:v>45134</c:v>
                </c:pt>
                <c:pt idx="2260">
                  <c:v>45135</c:v>
                </c:pt>
                <c:pt idx="2261">
                  <c:v>45138</c:v>
                </c:pt>
                <c:pt idx="2262">
                  <c:v>45139</c:v>
                </c:pt>
                <c:pt idx="2263">
                  <c:v>45140</c:v>
                </c:pt>
                <c:pt idx="2264">
                  <c:v>45141</c:v>
                </c:pt>
                <c:pt idx="2265">
                  <c:v>45142</c:v>
                </c:pt>
                <c:pt idx="2266">
                  <c:v>45145</c:v>
                </c:pt>
                <c:pt idx="2267">
                  <c:v>45146</c:v>
                </c:pt>
                <c:pt idx="2268">
                  <c:v>45147</c:v>
                </c:pt>
                <c:pt idx="2269">
                  <c:v>45148</c:v>
                </c:pt>
                <c:pt idx="2270">
                  <c:v>45149</c:v>
                </c:pt>
                <c:pt idx="2271">
                  <c:v>45152</c:v>
                </c:pt>
                <c:pt idx="2272">
                  <c:v>45153</c:v>
                </c:pt>
                <c:pt idx="2273">
                  <c:v>45154</c:v>
                </c:pt>
                <c:pt idx="2274">
                  <c:v>45155</c:v>
                </c:pt>
                <c:pt idx="2275">
                  <c:v>45156</c:v>
                </c:pt>
                <c:pt idx="2276">
                  <c:v>45159</c:v>
                </c:pt>
                <c:pt idx="2277">
                  <c:v>45160</c:v>
                </c:pt>
                <c:pt idx="2278">
                  <c:v>45161</c:v>
                </c:pt>
                <c:pt idx="2279">
                  <c:v>45162</c:v>
                </c:pt>
                <c:pt idx="2280">
                  <c:v>45163</c:v>
                </c:pt>
                <c:pt idx="2281">
                  <c:v>45166</c:v>
                </c:pt>
                <c:pt idx="2282">
                  <c:v>45167</c:v>
                </c:pt>
                <c:pt idx="2283">
                  <c:v>45168</c:v>
                </c:pt>
                <c:pt idx="2284">
                  <c:v>45169</c:v>
                </c:pt>
                <c:pt idx="2285">
                  <c:v>45170</c:v>
                </c:pt>
                <c:pt idx="2286">
                  <c:v>45173</c:v>
                </c:pt>
                <c:pt idx="2287">
                  <c:v>45174</c:v>
                </c:pt>
                <c:pt idx="2288">
                  <c:v>45175</c:v>
                </c:pt>
                <c:pt idx="2289">
                  <c:v>45177</c:v>
                </c:pt>
                <c:pt idx="2290">
                  <c:v>45180</c:v>
                </c:pt>
                <c:pt idx="2291">
                  <c:v>45181</c:v>
                </c:pt>
                <c:pt idx="2292">
                  <c:v>45182</c:v>
                </c:pt>
                <c:pt idx="2293">
                  <c:v>45183</c:v>
                </c:pt>
                <c:pt idx="2294">
                  <c:v>45184</c:v>
                </c:pt>
                <c:pt idx="2295">
                  <c:v>45187</c:v>
                </c:pt>
                <c:pt idx="2296">
                  <c:v>45188</c:v>
                </c:pt>
                <c:pt idx="2297">
                  <c:v>45189</c:v>
                </c:pt>
                <c:pt idx="2298">
                  <c:v>45190</c:v>
                </c:pt>
                <c:pt idx="2299">
                  <c:v>45191</c:v>
                </c:pt>
                <c:pt idx="2300">
                  <c:v>45194</c:v>
                </c:pt>
                <c:pt idx="2301">
                  <c:v>45195</c:v>
                </c:pt>
                <c:pt idx="2302">
                  <c:v>45196</c:v>
                </c:pt>
                <c:pt idx="2303">
                  <c:v>45197</c:v>
                </c:pt>
                <c:pt idx="2304">
                  <c:v>45198</c:v>
                </c:pt>
                <c:pt idx="2305">
                  <c:v>45201</c:v>
                </c:pt>
                <c:pt idx="2306">
                  <c:v>45202</c:v>
                </c:pt>
                <c:pt idx="2307">
                  <c:v>45203</c:v>
                </c:pt>
                <c:pt idx="2308">
                  <c:v>45204</c:v>
                </c:pt>
                <c:pt idx="2309">
                  <c:v>45205</c:v>
                </c:pt>
                <c:pt idx="2310">
                  <c:v>45208</c:v>
                </c:pt>
                <c:pt idx="2311">
                  <c:v>45209</c:v>
                </c:pt>
                <c:pt idx="2312">
                  <c:v>45210</c:v>
                </c:pt>
                <c:pt idx="2313">
                  <c:v>45212</c:v>
                </c:pt>
                <c:pt idx="2314">
                  <c:v>45215</c:v>
                </c:pt>
                <c:pt idx="2315">
                  <c:v>45216</c:v>
                </c:pt>
                <c:pt idx="2316">
                  <c:v>45217</c:v>
                </c:pt>
                <c:pt idx="2317">
                  <c:v>45218</c:v>
                </c:pt>
                <c:pt idx="2318">
                  <c:v>45219</c:v>
                </c:pt>
                <c:pt idx="2319">
                  <c:v>45222</c:v>
                </c:pt>
                <c:pt idx="2320">
                  <c:v>45223</c:v>
                </c:pt>
                <c:pt idx="2321">
                  <c:v>45224</c:v>
                </c:pt>
                <c:pt idx="2322">
                  <c:v>45225</c:v>
                </c:pt>
                <c:pt idx="2323">
                  <c:v>45226</c:v>
                </c:pt>
                <c:pt idx="2324">
                  <c:v>45229</c:v>
                </c:pt>
                <c:pt idx="2325">
                  <c:v>45230</c:v>
                </c:pt>
                <c:pt idx="2326">
                  <c:v>45231</c:v>
                </c:pt>
                <c:pt idx="2327">
                  <c:v>45233</c:v>
                </c:pt>
                <c:pt idx="2328">
                  <c:v>45236</c:v>
                </c:pt>
                <c:pt idx="2329">
                  <c:v>45237</c:v>
                </c:pt>
                <c:pt idx="2330">
                  <c:v>45238</c:v>
                </c:pt>
                <c:pt idx="2331">
                  <c:v>45239</c:v>
                </c:pt>
                <c:pt idx="2332">
                  <c:v>45240</c:v>
                </c:pt>
                <c:pt idx="2333">
                  <c:v>45243</c:v>
                </c:pt>
                <c:pt idx="2334">
                  <c:v>45244</c:v>
                </c:pt>
                <c:pt idx="2335">
                  <c:v>45246</c:v>
                </c:pt>
                <c:pt idx="2336">
                  <c:v>45247</c:v>
                </c:pt>
                <c:pt idx="2337">
                  <c:v>45250</c:v>
                </c:pt>
                <c:pt idx="2338">
                  <c:v>45251</c:v>
                </c:pt>
                <c:pt idx="2339">
                  <c:v>45252</c:v>
                </c:pt>
                <c:pt idx="2340">
                  <c:v>45253</c:v>
                </c:pt>
                <c:pt idx="2341">
                  <c:v>45254</c:v>
                </c:pt>
                <c:pt idx="2342">
                  <c:v>45257</c:v>
                </c:pt>
                <c:pt idx="2343">
                  <c:v>45258</c:v>
                </c:pt>
                <c:pt idx="2344">
                  <c:v>45259</c:v>
                </c:pt>
                <c:pt idx="2345">
                  <c:v>45260</c:v>
                </c:pt>
                <c:pt idx="2346">
                  <c:v>45261</c:v>
                </c:pt>
                <c:pt idx="2347">
                  <c:v>45264</c:v>
                </c:pt>
                <c:pt idx="2348">
                  <c:v>45265</c:v>
                </c:pt>
                <c:pt idx="2349">
                  <c:v>45266</c:v>
                </c:pt>
                <c:pt idx="2350">
                  <c:v>45267</c:v>
                </c:pt>
                <c:pt idx="2351">
                  <c:v>45268</c:v>
                </c:pt>
                <c:pt idx="2352">
                  <c:v>45271</c:v>
                </c:pt>
                <c:pt idx="2353">
                  <c:v>45272</c:v>
                </c:pt>
                <c:pt idx="2354">
                  <c:v>45273</c:v>
                </c:pt>
                <c:pt idx="2355">
                  <c:v>45274</c:v>
                </c:pt>
                <c:pt idx="2356">
                  <c:v>45275</c:v>
                </c:pt>
                <c:pt idx="2357">
                  <c:v>45278</c:v>
                </c:pt>
                <c:pt idx="2358">
                  <c:v>45279</c:v>
                </c:pt>
                <c:pt idx="2359">
                  <c:v>45280</c:v>
                </c:pt>
                <c:pt idx="2360">
                  <c:v>45281</c:v>
                </c:pt>
                <c:pt idx="2361">
                  <c:v>45282</c:v>
                </c:pt>
                <c:pt idx="2362">
                  <c:v>45286</c:v>
                </c:pt>
                <c:pt idx="2363">
                  <c:v>45287</c:v>
                </c:pt>
                <c:pt idx="2364">
                  <c:v>45288</c:v>
                </c:pt>
                <c:pt idx="2365">
                  <c:v>45293</c:v>
                </c:pt>
                <c:pt idx="2366">
                  <c:v>45294</c:v>
                </c:pt>
                <c:pt idx="2367">
                  <c:v>45295</c:v>
                </c:pt>
                <c:pt idx="2368">
                  <c:v>45296</c:v>
                </c:pt>
                <c:pt idx="2369">
                  <c:v>45299</c:v>
                </c:pt>
                <c:pt idx="2370">
                  <c:v>45300</c:v>
                </c:pt>
                <c:pt idx="2371">
                  <c:v>45301</c:v>
                </c:pt>
                <c:pt idx="2372">
                  <c:v>45302</c:v>
                </c:pt>
                <c:pt idx="2373">
                  <c:v>45303</c:v>
                </c:pt>
                <c:pt idx="2374">
                  <c:v>45306</c:v>
                </c:pt>
                <c:pt idx="2375">
                  <c:v>45307</c:v>
                </c:pt>
                <c:pt idx="2376">
                  <c:v>45308</c:v>
                </c:pt>
                <c:pt idx="2377">
                  <c:v>45309</c:v>
                </c:pt>
                <c:pt idx="2378">
                  <c:v>45310</c:v>
                </c:pt>
                <c:pt idx="2379">
                  <c:v>45313</c:v>
                </c:pt>
                <c:pt idx="2380">
                  <c:v>45314</c:v>
                </c:pt>
                <c:pt idx="2381">
                  <c:v>45315</c:v>
                </c:pt>
                <c:pt idx="2382">
                  <c:v>45316</c:v>
                </c:pt>
                <c:pt idx="2383">
                  <c:v>45317</c:v>
                </c:pt>
                <c:pt idx="2384">
                  <c:v>45320</c:v>
                </c:pt>
                <c:pt idx="2385">
                  <c:v>45321</c:v>
                </c:pt>
                <c:pt idx="2386">
                  <c:v>45322</c:v>
                </c:pt>
                <c:pt idx="2387">
                  <c:v>45323</c:v>
                </c:pt>
                <c:pt idx="2388">
                  <c:v>45324</c:v>
                </c:pt>
                <c:pt idx="2389">
                  <c:v>45327</c:v>
                </c:pt>
                <c:pt idx="2390">
                  <c:v>45328</c:v>
                </c:pt>
                <c:pt idx="2391">
                  <c:v>45329</c:v>
                </c:pt>
                <c:pt idx="2392">
                  <c:v>45330</c:v>
                </c:pt>
                <c:pt idx="2393">
                  <c:v>45331</c:v>
                </c:pt>
                <c:pt idx="2394">
                  <c:v>45336</c:v>
                </c:pt>
                <c:pt idx="2395">
                  <c:v>45337</c:v>
                </c:pt>
                <c:pt idx="2396">
                  <c:v>45338</c:v>
                </c:pt>
                <c:pt idx="2397">
                  <c:v>45341</c:v>
                </c:pt>
                <c:pt idx="2398">
                  <c:v>45342</c:v>
                </c:pt>
                <c:pt idx="2399">
                  <c:v>45343</c:v>
                </c:pt>
                <c:pt idx="2400">
                  <c:v>45344</c:v>
                </c:pt>
                <c:pt idx="2401">
                  <c:v>45345</c:v>
                </c:pt>
                <c:pt idx="2402">
                  <c:v>45348</c:v>
                </c:pt>
                <c:pt idx="2403">
                  <c:v>45349</c:v>
                </c:pt>
                <c:pt idx="2404">
                  <c:v>45350</c:v>
                </c:pt>
                <c:pt idx="2405">
                  <c:v>45351</c:v>
                </c:pt>
                <c:pt idx="2406">
                  <c:v>45352</c:v>
                </c:pt>
                <c:pt idx="2407">
                  <c:v>45355</c:v>
                </c:pt>
                <c:pt idx="2408">
                  <c:v>45356</c:v>
                </c:pt>
                <c:pt idx="2409">
                  <c:v>45357</c:v>
                </c:pt>
                <c:pt idx="2410">
                  <c:v>45358</c:v>
                </c:pt>
                <c:pt idx="2411">
                  <c:v>45359</c:v>
                </c:pt>
                <c:pt idx="2412">
                  <c:v>45362</c:v>
                </c:pt>
                <c:pt idx="2413">
                  <c:v>45363</c:v>
                </c:pt>
                <c:pt idx="2414">
                  <c:v>45364</c:v>
                </c:pt>
                <c:pt idx="2415">
                  <c:v>45365</c:v>
                </c:pt>
                <c:pt idx="2416">
                  <c:v>45366</c:v>
                </c:pt>
                <c:pt idx="2417">
                  <c:v>45369</c:v>
                </c:pt>
                <c:pt idx="2418">
                  <c:v>45370</c:v>
                </c:pt>
                <c:pt idx="2419">
                  <c:v>45371</c:v>
                </c:pt>
                <c:pt idx="2420">
                  <c:v>45372</c:v>
                </c:pt>
                <c:pt idx="2421">
                  <c:v>45373</c:v>
                </c:pt>
                <c:pt idx="2422">
                  <c:v>45376</c:v>
                </c:pt>
                <c:pt idx="2423">
                  <c:v>45377</c:v>
                </c:pt>
                <c:pt idx="2424">
                  <c:v>45378</c:v>
                </c:pt>
                <c:pt idx="2425">
                  <c:v>45379</c:v>
                </c:pt>
                <c:pt idx="2426">
                  <c:v>45383</c:v>
                </c:pt>
                <c:pt idx="2427">
                  <c:v>45384</c:v>
                </c:pt>
                <c:pt idx="2428">
                  <c:v>45385</c:v>
                </c:pt>
                <c:pt idx="2429">
                  <c:v>45386</c:v>
                </c:pt>
                <c:pt idx="2430">
                  <c:v>45387</c:v>
                </c:pt>
                <c:pt idx="2431">
                  <c:v>45390</c:v>
                </c:pt>
                <c:pt idx="2432">
                  <c:v>45391</c:v>
                </c:pt>
                <c:pt idx="2433">
                  <c:v>45392</c:v>
                </c:pt>
                <c:pt idx="2434">
                  <c:v>45393</c:v>
                </c:pt>
                <c:pt idx="2435">
                  <c:v>45394</c:v>
                </c:pt>
                <c:pt idx="2436">
                  <c:v>45397</c:v>
                </c:pt>
                <c:pt idx="2437">
                  <c:v>45398</c:v>
                </c:pt>
                <c:pt idx="2438">
                  <c:v>45399</c:v>
                </c:pt>
                <c:pt idx="2439">
                  <c:v>45400</c:v>
                </c:pt>
                <c:pt idx="2440">
                  <c:v>45401</c:v>
                </c:pt>
                <c:pt idx="2441">
                  <c:v>45404</c:v>
                </c:pt>
                <c:pt idx="2442">
                  <c:v>45405</c:v>
                </c:pt>
                <c:pt idx="2443">
                  <c:v>45406</c:v>
                </c:pt>
                <c:pt idx="2444">
                  <c:v>45407</c:v>
                </c:pt>
                <c:pt idx="2445">
                  <c:v>45408</c:v>
                </c:pt>
                <c:pt idx="2446">
                  <c:v>45411</c:v>
                </c:pt>
                <c:pt idx="2447">
                  <c:v>45412</c:v>
                </c:pt>
                <c:pt idx="2448">
                  <c:v>45414</c:v>
                </c:pt>
                <c:pt idx="2449">
                  <c:v>45415</c:v>
                </c:pt>
                <c:pt idx="2450">
                  <c:v>45418</c:v>
                </c:pt>
                <c:pt idx="2451">
                  <c:v>45419</c:v>
                </c:pt>
                <c:pt idx="2452">
                  <c:v>45420</c:v>
                </c:pt>
                <c:pt idx="2453">
                  <c:v>45421</c:v>
                </c:pt>
                <c:pt idx="2454">
                  <c:v>45422</c:v>
                </c:pt>
                <c:pt idx="2455">
                  <c:v>45425</c:v>
                </c:pt>
                <c:pt idx="2456">
                  <c:v>45426</c:v>
                </c:pt>
                <c:pt idx="2457">
                  <c:v>45427</c:v>
                </c:pt>
                <c:pt idx="2458">
                  <c:v>45428</c:v>
                </c:pt>
                <c:pt idx="2459">
                  <c:v>45429</c:v>
                </c:pt>
                <c:pt idx="2460">
                  <c:v>45432</c:v>
                </c:pt>
                <c:pt idx="2461">
                  <c:v>45433</c:v>
                </c:pt>
                <c:pt idx="2462">
                  <c:v>45434</c:v>
                </c:pt>
                <c:pt idx="2463">
                  <c:v>45435</c:v>
                </c:pt>
                <c:pt idx="2464">
                  <c:v>45436</c:v>
                </c:pt>
                <c:pt idx="2465">
                  <c:v>45439</c:v>
                </c:pt>
                <c:pt idx="2466">
                  <c:v>45440</c:v>
                </c:pt>
                <c:pt idx="2467">
                  <c:v>45441</c:v>
                </c:pt>
                <c:pt idx="2468">
                  <c:v>45443</c:v>
                </c:pt>
                <c:pt idx="2469">
                  <c:v>45446</c:v>
                </c:pt>
                <c:pt idx="2470">
                  <c:v>45447</c:v>
                </c:pt>
                <c:pt idx="2471">
                  <c:v>45448</c:v>
                </c:pt>
                <c:pt idx="2472">
                  <c:v>45449</c:v>
                </c:pt>
                <c:pt idx="2473">
                  <c:v>45450</c:v>
                </c:pt>
                <c:pt idx="2474">
                  <c:v>45453</c:v>
                </c:pt>
                <c:pt idx="2475">
                  <c:v>45454</c:v>
                </c:pt>
                <c:pt idx="2476">
                  <c:v>45455</c:v>
                </c:pt>
                <c:pt idx="2477">
                  <c:v>45456</c:v>
                </c:pt>
                <c:pt idx="2478">
                  <c:v>45457</c:v>
                </c:pt>
                <c:pt idx="2479">
                  <c:v>45460</c:v>
                </c:pt>
                <c:pt idx="2480">
                  <c:v>45461</c:v>
                </c:pt>
                <c:pt idx="2481">
                  <c:v>45462</c:v>
                </c:pt>
                <c:pt idx="2482">
                  <c:v>45463</c:v>
                </c:pt>
                <c:pt idx="2483">
                  <c:v>45464</c:v>
                </c:pt>
                <c:pt idx="2484">
                  <c:v>45467</c:v>
                </c:pt>
                <c:pt idx="2485">
                  <c:v>45468</c:v>
                </c:pt>
                <c:pt idx="2486">
                  <c:v>45469</c:v>
                </c:pt>
                <c:pt idx="2487">
                  <c:v>45470</c:v>
                </c:pt>
                <c:pt idx="2488">
                  <c:v>45471</c:v>
                </c:pt>
                <c:pt idx="2489">
                  <c:v>45474</c:v>
                </c:pt>
                <c:pt idx="2490">
                  <c:v>45475</c:v>
                </c:pt>
                <c:pt idx="2491">
                  <c:v>45476</c:v>
                </c:pt>
                <c:pt idx="2492">
                  <c:v>45477</c:v>
                </c:pt>
                <c:pt idx="2493">
                  <c:v>45478</c:v>
                </c:pt>
                <c:pt idx="2494">
                  <c:v>45481</c:v>
                </c:pt>
                <c:pt idx="2495">
                  <c:v>45482</c:v>
                </c:pt>
                <c:pt idx="2496">
                  <c:v>45483</c:v>
                </c:pt>
                <c:pt idx="2497">
                  <c:v>45484</c:v>
                </c:pt>
                <c:pt idx="2498">
                  <c:v>45485</c:v>
                </c:pt>
                <c:pt idx="2499">
                  <c:v>45488</c:v>
                </c:pt>
                <c:pt idx="2500">
                  <c:v>45489</c:v>
                </c:pt>
                <c:pt idx="2501">
                  <c:v>45490</c:v>
                </c:pt>
                <c:pt idx="2502">
                  <c:v>45491</c:v>
                </c:pt>
                <c:pt idx="2503">
                  <c:v>45492</c:v>
                </c:pt>
                <c:pt idx="2504">
                  <c:v>45495</c:v>
                </c:pt>
                <c:pt idx="2505">
                  <c:v>45496</c:v>
                </c:pt>
                <c:pt idx="2506">
                  <c:v>45497</c:v>
                </c:pt>
                <c:pt idx="2507">
                  <c:v>45498</c:v>
                </c:pt>
                <c:pt idx="2508">
                  <c:v>45499</c:v>
                </c:pt>
                <c:pt idx="2509">
                  <c:v>45502</c:v>
                </c:pt>
                <c:pt idx="2510">
                  <c:v>45503</c:v>
                </c:pt>
                <c:pt idx="2511">
                  <c:v>45504</c:v>
                </c:pt>
                <c:pt idx="2512">
                  <c:v>45505</c:v>
                </c:pt>
                <c:pt idx="2513">
                  <c:v>45506</c:v>
                </c:pt>
                <c:pt idx="2514">
                  <c:v>45509</c:v>
                </c:pt>
                <c:pt idx="2515">
                  <c:v>45510</c:v>
                </c:pt>
                <c:pt idx="2516">
                  <c:v>45511</c:v>
                </c:pt>
                <c:pt idx="2517">
                  <c:v>45512</c:v>
                </c:pt>
                <c:pt idx="2518">
                  <c:v>45513</c:v>
                </c:pt>
                <c:pt idx="2519">
                  <c:v>45516</c:v>
                </c:pt>
                <c:pt idx="2520">
                  <c:v>45517</c:v>
                </c:pt>
                <c:pt idx="2521">
                  <c:v>45518</c:v>
                </c:pt>
                <c:pt idx="2522">
                  <c:v>45519</c:v>
                </c:pt>
                <c:pt idx="2523">
                  <c:v>45520</c:v>
                </c:pt>
                <c:pt idx="2524">
                  <c:v>45523</c:v>
                </c:pt>
                <c:pt idx="2525">
                  <c:v>45524</c:v>
                </c:pt>
                <c:pt idx="2526">
                  <c:v>45525</c:v>
                </c:pt>
                <c:pt idx="2527">
                  <c:v>45526</c:v>
                </c:pt>
                <c:pt idx="2528">
                  <c:v>45527</c:v>
                </c:pt>
                <c:pt idx="2529">
                  <c:v>45530</c:v>
                </c:pt>
                <c:pt idx="2530">
                  <c:v>45531</c:v>
                </c:pt>
                <c:pt idx="2531">
                  <c:v>45532</c:v>
                </c:pt>
                <c:pt idx="2532">
                  <c:v>45533</c:v>
                </c:pt>
                <c:pt idx="2533">
                  <c:v>45534</c:v>
                </c:pt>
                <c:pt idx="2534">
                  <c:v>45537</c:v>
                </c:pt>
                <c:pt idx="2535">
                  <c:v>45538</c:v>
                </c:pt>
                <c:pt idx="2536">
                  <c:v>45539</c:v>
                </c:pt>
                <c:pt idx="2537">
                  <c:v>45540</c:v>
                </c:pt>
                <c:pt idx="2538">
                  <c:v>45541</c:v>
                </c:pt>
                <c:pt idx="2539">
                  <c:v>45544</c:v>
                </c:pt>
                <c:pt idx="2540">
                  <c:v>45545</c:v>
                </c:pt>
                <c:pt idx="2541">
                  <c:v>45546</c:v>
                </c:pt>
                <c:pt idx="2542">
                  <c:v>45547</c:v>
                </c:pt>
                <c:pt idx="2543">
                  <c:v>45548</c:v>
                </c:pt>
                <c:pt idx="2544">
                  <c:v>45551</c:v>
                </c:pt>
                <c:pt idx="2545">
                  <c:v>45552</c:v>
                </c:pt>
                <c:pt idx="2546">
                  <c:v>45553</c:v>
                </c:pt>
                <c:pt idx="2547">
                  <c:v>45554</c:v>
                </c:pt>
                <c:pt idx="2548">
                  <c:v>45555</c:v>
                </c:pt>
                <c:pt idx="2549">
                  <c:v>45558</c:v>
                </c:pt>
                <c:pt idx="2550">
                  <c:v>45559</c:v>
                </c:pt>
                <c:pt idx="2551">
                  <c:v>45560</c:v>
                </c:pt>
                <c:pt idx="2552">
                  <c:v>45561</c:v>
                </c:pt>
                <c:pt idx="2553">
                  <c:v>45562</c:v>
                </c:pt>
                <c:pt idx="2554">
                  <c:v>45565</c:v>
                </c:pt>
                <c:pt idx="2555">
                  <c:v>45566</c:v>
                </c:pt>
                <c:pt idx="2556">
                  <c:v>45567</c:v>
                </c:pt>
                <c:pt idx="2557">
                  <c:v>45568</c:v>
                </c:pt>
                <c:pt idx="2558">
                  <c:v>45569</c:v>
                </c:pt>
                <c:pt idx="2559">
                  <c:v>45572</c:v>
                </c:pt>
                <c:pt idx="2560">
                  <c:v>45573</c:v>
                </c:pt>
                <c:pt idx="2561">
                  <c:v>45574</c:v>
                </c:pt>
                <c:pt idx="2562">
                  <c:v>45575</c:v>
                </c:pt>
                <c:pt idx="2563">
                  <c:v>45576</c:v>
                </c:pt>
                <c:pt idx="2564">
                  <c:v>45579</c:v>
                </c:pt>
                <c:pt idx="2565">
                  <c:v>45580</c:v>
                </c:pt>
                <c:pt idx="2566">
                  <c:v>45581</c:v>
                </c:pt>
                <c:pt idx="2567">
                  <c:v>45582</c:v>
                </c:pt>
                <c:pt idx="2568">
                  <c:v>45583</c:v>
                </c:pt>
                <c:pt idx="2569">
                  <c:v>45586</c:v>
                </c:pt>
                <c:pt idx="2570">
                  <c:v>45587</c:v>
                </c:pt>
                <c:pt idx="2571">
                  <c:v>45588</c:v>
                </c:pt>
                <c:pt idx="2572">
                  <c:v>45589</c:v>
                </c:pt>
                <c:pt idx="2573">
                  <c:v>45590</c:v>
                </c:pt>
                <c:pt idx="2574">
                  <c:v>45593</c:v>
                </c:pt>
                <c:pt idx="2575">
                  <c:v>45594</c:v>
                </c:pt>
                <c:pt idx="2576">
                  <c:v>45595</c:v>
                </c:pt>
                <c:pt idx="2577">
                  <c:v>45596</c:v>
                </c:pt>
                <c:pt idx="2578">
                  <c:v>45597</c:v>
                </c:pt>
                <c:pt idx="2579">
                  <c:v>45600</c:v>
                </c:pt>
                <c:pt idx="2580">
                  <c:v>45601</c:v>
                </c:pt>
                <c:pt idx="2581">
                  <c:v>45602</c:v>
                </c:pt>
                <c:pt idx="2582">
                  <c:v>45603</c:v>
                </c:pt>
                <c:pt idx="2583">
                  <c:v>45604</c:v>
                </c:pt>
                <c:pt idx="2584">
                  <c:v>45607</c:v>
                </c:pt>
                <c:pt idx="2585">
                  <c:v>45608</c:v>
                </c:pt>
                <c:pt idx="2586">
                  <c:v>45609</c:v>
                </c:pt>
                <c:pt idx="2587">
                  <c:v>45610</c:v>
                </c:pt>
                <c:pt idx="2588">
                  <c:v>45614</c:v>
                </c:pt>
                <c:pt idx="2589">
                  <c:v>45615</c:v>
                </c:pt>
                <c:pt idx="2590">
                  <c:v>45617</c:v>
                </c:pt>
                <c:pt idx="2591">
                  <c:v>45618</c:v>
                </c:pt>
                <c:pt idx="2592">
                  <c:v>45621</c:v>
                </c:pt>
                <c:pt idx="2593">
                  <c:v>45622</c:v>
                </c:pt>
                <c:pt idx="2594">
                  <c:v>45623</c:v>
                </c:pt>
                <c:pt idx="2595">
                  <c:v>45624</c:v>
                </c:pt>
                <c:pt idx="2596">
                  <c:v>45625</c:v>
                </c:pt>
                <c:pt idx="2597">
                  <c:v>45628</c:v>
                </c:pt>
                <c:pt idx="2598">
                  <c:v>45629</c:v>
                </c:pt>
                <c:pt idx="2599">
                  <c:v>45630</c:v>
                </c:pt>
                <c:pt idx="2600">
                  <c:v>45631</c:v>
                </c:pt>
                <c:pt idx="2601">
                  <c:v>45632</c:v>
                </c:pt>
                <c:pt idx="2602">
                  <c:v>45635</c:v>
                </c:pt>
                <c:pt idx="2603">
                  <c:v>45636</c:v>
                </c:pt>
                <c:pt idx="2604">
                  <c:v>45637</c:v>
                </c:pt>
                <c:pt idx="2605">
                  <c:v>45638</c:v>
                </c:pt>
                <c:pt idx="2606">
                  <c:v>45639</c:v>
                </c:pt>
                <c:pt idx="2607">
                  <c:v>45642</c:v>
                </c:pt>
                <c:pt idx="2608">
                  <c:v>45643</c:v>
                </c:pt>
                <c:pt idx="2609">
                  <c:v>45644</c:v>
                </c:pt>
                <c:pt idx="2610">
                  <c:v>45645</c:v>
                </c:pt>
                <c:pt idx="2611">
                  <c:v>45646</c:v>
                </c:pt>
                <c:pt idx="2612">
                  <c:v>45649</c:v>
                </c:pt>
                <c:pt idx="2613">
                  <c:v>45652</c:v>
                </c:pt>
                <c:pt idx="2614">
                  <c:v>45653</c:v>
                </c:pt>
                <c:pt idx="2615">
                  <c:v>45656</c:v>
                </c:pt>
                <c:pt idx="2616">
                  <c:v>45659</c:v>
                </c:pt>
                <c:pt idx="2617">
                  <c:v>45660</c:v>
                </c:pt>
                <c:pt idx="2618">
                  <c:v>45663</c:v>
                </c:pt>
                <c:pt idx="2619">
                  <c:v>45664</c:v>
                </c:pt>
                <c:pt idx="2620">
                  <c:v>45665</c:v>
                </c:pt>
                <c:pt idx="2621">
                  <c:v>45666</c:v>
                </c:pt>
                <c:pt idx="2622">
                  <c:v>45667</c:v>
                </c:pt>
                <c:pt idx="2623">
                  <c:v>45670</c:v>
                </c:pt>
                <c:pt idx="2624">
                  <c:v>45671</c:v>
                </c:pt>
                <c:pt idx="2625">
                  <c:v>45672</c:v>
                </c:pt>
                <c:pt idx="2626">
                  <c:v>45673</c:v>
                </c:pt>
                <c:pt idx="2627">
                  <c:v>45674</c:v>
                </c:pt>
                <c:pt idx="2628">
                  <c:v>45677</c:v>
                </c:pt>
                <c:pt idx="2629">
                  <c:v>45678</c:v>
                </c:pt>
                <c:pt idx="2630">
                  <c:v>45679</c:v>
                </c:pt>
                <c:pt idx="2631">
                  <c:v>45680</c:v>
                </c:pt>
                <c:pt idx="2632">
                  <c:v>45681</c:v>
                </c:pt>
                <c:pt idx="2633">
                  <c:v>45684</c:v>
                </c:pt>
                <c:pt idx="2634">
                  <c:v>45685</c:v>
                </c:pt>
                <c:pt idx="2635">
                  <c:v>45686</c:v>
                </c:pt>
                <c:pt idx="2636">
                  <c:v>45687</c:v>
                </c:pt>
                <c:pt idx="2637">
                  <c:v>45688</c:v>
                </c:pt>
                <c:pt idx="2638">
                  <c:v>45691</c:v>
                </c:pt>
                <c:pt idx="2639">
                  <c:v>45692</c:v>
                </c:pt>
                <c:pt idx="2640">
                  <c:v>45693</c:v>
                </c:pt>
                <c:pt idx="2641">
                  <c:v>45694</c:v>
                </c:pt>
                <c:pt idx="2642">
                  <c:v>45695</c:v>
                </c:pt>
                <c:pt idx="2643">
                  <c:v>45698</c:v>
                </c:pt>
                <c:pt idx="2644">
                  <c:v>45699</c:v>
                </c:pt>
                <c:pt idx="2645">
                  <c:v>45700</c:v>
                </c:pt>
                <c:pt idx="2646">
                  <c:v>45701</c:v>
                </c:pt>
                <c:pt idx="2647">
                  <c:v>45702</c:v>
                </c:pt>
                <c:pt idx="2648">
                  <c:v>45705</c:v>
                </c:pt>
                <c:pt idx="2649">
                  <c:v>45706</c:v>
                </c:pt>
                <c:pt idx="2650">
                  <c:v>45707</c:v>
                </c:pt>
                <c:pt idx="2651">
                  <c:v>45708</c:v>
                </c:pt>
                <c:pt idx="2652">
                  <c:v>45709</c:v>
                </c:pt>
                <c:pt idx="2653">
                  <c:v>45712</c:v>
                </c:pt>
                <c:pt idx="2654">
                  <c:v>45713</c:v>
                </c:pt>
                <c:pt idx="2655">
                  <c:v>45714</c:v>
                </c:pt>
                <c:pt idx="2656">
                  <c:v>45715</c:v>
                </c:pt>
                <c:pt idx="2657">
                  <c:v>45716</c:v>
                </c:pt>
                <c:pt idx="2658">
                  <c:v>45721</c:v>
                </c:pt>
                <c:pt idx="2659">
                  <c:v>45722</c:v>
                </c:pt>
                <c:pt idx="2660">
                  <c:v>45723</c:v>
                </c:pt>
                <c:pt idx="2661">
                  <c:v>45726</c:v>
                </c:pt>
                <c:pt idx="2662">
                  <c:v>45727</c:v>
                </c:pt>
                <c:pt idx="2663">
                  <c:v>45728</c:v>
                </c:pt>
                <c:pt idx="2664">
                  <c:v>45729</c:v>
                </c:pt>
                <c:pt idx="2665">
                  <c:v>45730</c:v>
                </c:pt>
                <c:pt idx="2666">
                  <c:v>45733</c:v>
                </c:pt>
                <c:pt idx="2667">
                  <c:v>45734</c:v>
                </c:pt>
                <c:pt idx="2668">
                  <c:v>45735</c:v>
                </c:pt>
                <c:pt idx="2669">
                  <c:v>45736</c:v>
                </c:pt>
                <c:pt idx="2670">
                  <c:v>45737</c:v>
                </c:pt>
                <c:pt idx="2671">
                  <c:v>45740</c:v>
                </c:pt>
                <c:pt idx="2672">
                  <c:v>45741</c:v>
                </c:pt>
                <c:pt idx="2673">
                  <c:v>45742</c:v>
                </c:pt>
                <c:pt idx="2674">
                  <c:v>45743</c:v>
                </c:pt>
                <c:pt idx="2675">
                  <c:v>45744</c:v>
                </c:pt>
                <c:pt idx="2676">
                  <c:v>45747</c:v>
                </c:pt>
                <c:pt idx="2677">
                  <c:v>45748</c:v>
                </c:pt>
                <c:pt idx="2678">
                  <c:v>45749</c:v>
                </c:pt>
                <c:pt idx="2679">
                  <c:v>45750</c:v>
                </c:pt>
                <c:pt idx="2680">
                  <c:v>45751</c:v>
                </c:pt>
                <c:pt idx="2681">
                  <c:v>45754</c:v>
                </c:pt>
                <c:pt idx="2682">
                  <c:v>45755</c:v>
                </c:pt>
                <c:pt idx="2683">
                  <c:v>45756</c:v>
                </c:pt>
                <c:pt idx="2684">
                  <c:v>45757</c:v>
                </c:pt>
                <c:pt idx="2685">
                  <c:v>45758</c:v>
                </c:pt>
                <c:pt idx="2686">
                  <c:v>45761</c:v>
                </c:pt>
                <c:pt idx="2687">
                  <c:v>45762</c:v>
                </c:pt>
                <c:pt idx="2688">
                  <c:v>45763</c:v>
                </c:pt>
                <c:pt idx="2689">
                  <c:v>45764</c:v>
                </c:pt>
                <c:pt idx="2690">
                  <c:v>45769</c:v>
                </c:pt>
                <c:pt idx="2691">
                  <c:v>45770</c:v>
                </c:pt>
                <c:pt idx="2692">
                  <c:v>45771</c:v>
                </c:pt>
                <c:pt idx="2693">
                  <c:v>45772</c:v>
                </c:pt>
                <c:pt idx="2694">
                  <c:v>45775</c:v>
                </c:pt>
                <c:pt idx="2695">
                  <c:v>45776</c:v>
                </c:pt>
                <c:pt idx="2696">
                  <c:v>45777</c:v>
                </c:pt>
                <c:pt idx="2697">
                  <c:v>45779</c:v>
                </c:pt>
                <c:pt idx="2698">
                  <c:v>45782</c:v>
                </c:pt>
                <c:pt idx="2699">
                  <c:v>45783</c:v>
                </c:pt>
                <c:pt idx="2700">
                  <c:v>45784</c:v>
                </c:pt>
                <c:pt idx="2701">
                  <c:v>45785</c:v>
                </c:pt>
                <c:pt idx="2702">
                  <c:v>45786</c:v>
                </c:pt>
                <c:pt idx="2703">
                  <c:v>45789</c:v>
                </c:pt>
                <c:pt idx="2704">
                  <c:v>45790</c:v>
                </c:pt>
                <c:pt idx="2705">
                  <c:v>45791</c:v>
                </c:pt>
                <c:pt idx="2706">
                  <c:v>45792</c:v>
                </c:pt>
                <c:pt idx="2707">
                  <c:v>45793</c:v>
                </c:pt>
                <c:pt idx="2708">
                  <c:v>45796</c:v>
                </c:pt>
                <c:pt idx="2709">
                  <c:v>45797</c:v>
                </c:pt>
                <c:pt idx="2710">
                  <c:v>45798</c:v>
                </c:pt>
                <c:pt idx="2711">
                  <c:v>45799</c:v>
                </c:pt>
                <c:pt idx="2712">
                  <c:v>45800</c:v>
                </c:pt>
                <c:pt idx="2713">
                  <c:v>45803</c:v>
                </c:pt>
                <c:pt idx="2714">
                  <c:v>45804</c:v>
                </c:pt>
                <c:pt idx="2715">
                  <c:v>45805</c:v>
                </c:pt>
                <c:pt idx="2716">
                  <c:v>45806</c:v>
                </c:pt>
                <c:pt idx="2717">
                  <c:v>45807</c:v>
                </c:pt>
                <c:pt idx="2718">
                  <c:v>45810</c:v>
                </c:pt>
                <c:pt idx="2719">
                  <c:v>45811</c:v>
                </c:pt>
                <c:pt idx="2720">
                  <c:v>45812</c:v>
                </c:pt>
                <c:pt idx="2721">
                  <c:v>45813</c:v>
                </c:pt>
                <c:pt idx="2722">
                  <c:v>45814</c:v>
                </c:pt>
                <c:pt idx="2723">
                  <c:v>45817</c:v>
                </c:pt>
                <c:pt idx="2724">
                  <c:v>45818</c:v>
                </c:pt>
                <c:pt idx="2725">
                  <c:v>45819</c:v>
                </c:pt>
                <c:pt idx="2726">
                  <c:v>45820</c:v>
                </c:pt>
                <c:pt idx="2727">
                  <c:v>45821</c:v>
                </c:pt>
                <c:pt idx="2728">
                  <c:v>45824</c:v>
                </c:pt>
                <c:pt idx="2729">
                  <c:v>45825</c:v>
                </c:pt>
                <c:pt idx="2730">
                  <c:v>45826</c:v>
                </c:pt>
                <c:pt idx="2731">
                  <c:v>45828</c:v>
                </c:pt>
                <c:pt idx="2732">
                  <c:v>45831</c:v>
                </c:pt>
                <c:pt idx="2733">
                  <c:v>45832</c:v>
                </c:pt>
                <c:pt idx="2734">
                  <c:v>45833</c:v>
                </c:pt>
                <c:pt idx="2735">
                  <c:v>45834</c:v>
                </c:pt>
                <c:pt idx="2736">
                  <c:v>45835</c:v>
                </c:pt>
                <c:pt idx="2737">
                  <c:v>45838</c:v>
                </c:pt>
                <c:pt idx="2738">
                  <c:v>45839</c:v>
                </c:pt>
                <c:pt idx="2739">
                  <c:v>45840</c:v>
                </c:pt>
                <c:pt idx="2740">
                  <c:v>45841</c:v>
                </c:pt>
                <c:pt idx="2741">
                  <c:v>45842</c:v>
                </c:pt>
                <c:pt idx="2742">
                  <c:v>45845</c:v>
                </c:pt>
                <c:pt idx="2743">
                  <c:v>45846</c:v>
                </c:pt>
                <c:pt idx="2744">
                  <c:v>45847</c:v>
                </c:pt>
                <c:pt idx="2745">
                  <c:v>45848</c:v>
                </c:pt>
                <c:pt idx="2746">
                  <c:v>45849</c:v>
                </c:pt>
                <c:pt idx="2747">
                  <c:v>45852</c:v>
                </c:pt>
                <c:pt idx="2748">
                  <c:v>45853</c:v>
                </c:pt>
                <c:pt idx="2749">
                  <c:v>45854</c:v>
                </c:pt>
                <c:pt idx="2750">
                  <c:v>45855</c:v>
                </c:pt>
                <c:pt idx="2751">
                  <c:v>45856</c:v>
                </c:pt>
                <c:pt idx="2752">
                  <c:v>45859</c:v>
                </c:pt>
                <c:pt idx="2753">
                  <c:v>45860</c:v>
                </c:pt>
                <c:pt idx="2754">
                  <c:v>45861</c:v>
                </c:pt>
                <c:pt idx="2755">
                  <c:v>45862</c:v>
                </c:pt>
                <c:pt idx="2756">
                  <c:v>45863</c:v>
                </c:pt>
                <c:pt idx="2757">
                  <c:v>45866</c:v>
                </c:pt>
                <c:pt idx="2758">
                  <c:v>45867</c:v>
                </c:pt>
                <c:pt idx="2759">
                  <c:v>45868</c:v>
                </c:pt>
                <c:pt idx="2760">
                  <c:v>45869</c:v>
                </c:pt>
                <c:pt idx="2761">
                  <c:v>45870</c:v>
                </c:pt>
                <c:pt idx="2762">
                  <c:v>45873</c:v>
                </c:pt>
                <c:pt idx="2763">
                  <c:v>45874</c:v>
                </c:pt>
                <c:pt idx="2764">
                  <c:v>45875</c:v>
                </c:pt>
                <c:pt idx="2765">
                  <c:v>45876</c:v>
                </c:pt>
                <c:pt idx="2766">
                  <c:v>45877</c:v>
                </c:pt>
                <c:pt idx="2767">
                  <c:v>45880</c:v>
                </c:pt>
                <c:pt idx="2768">
                  <c:v>45881</c:v>
                </c:pt>
                <c:pt idx="2769">
                  <c:v>45882</c:v>
                </c:pt>
                <c:pt idx="2770">
                  <c:v>45883</c:v>
                </c:pt>
                <c:pt idx="2771">
                  <c:v>45884</c:v>
                </c:pt>
                <c:pt idx="2772">
                  <c:v>45887</c:v>
                </c:pt>
                <c:pt idx="2773">
                  <c:v>45888</c:v>
                </c:pt>
                <c:pt idx="2774">
                  <c:v>45889</c:v>
                </c:pt>
                <c:pt idx="2775">
                  <c:v>45890</c:v>
                </c:pt>
                <c:pt idx="2776">
                  <c:v>45891</c:v>
                </c:pt>
                <c:pt idx="2777">
                  <c:v>45894</c:v>
                </c:pt>
                <c:pt idx="2778">
                  <c:v>45895</c:v>
                </c:pt>
                <c:pt idx="2779">
                  <c:v>45896</c:v>
                </c:pt>
                <c:pt idx="2780">
                  <c:v>45897</c:v>
                </c:pt>
                <c:pt idx="2781">
                  <c:v>45898</c:v>
                </c:pt>
                <c:pt idx="2782">
                  <c:v>45901</c:v>
                </c:pt>
                <c:pt idx="2783">
                  <c:v>45902</c:v>
                </c:pt>
                <c:pt idx="2784">
                  <c:v>45903</c:v>
                </c:pt>
                <c:pt idx="2785">
                  <c:v>45904</c:v>
                </c:pt>
                <c:pt idx="2786">
                  <c:v>45905</c:v>
                </c:pt>
                <c:pt idx="2787">
                  <c:v>45908</c:v>
                </c:pt>
                <c:pt idx="2788">
                  <c:v>45909</c:v>
                </c:pt>
                <c:pt idx="2789">
                  <c:v>45910</c:v>
                </c:pt>
                <c:pt idx="2790">
                  <c:v>45911</c:v>
                </c:pt>
                <c:pt idx="2791">
                  <c:v>45912</c:v>
                </c:pt>
                <c:pt idx="2792">
                  <c:v>45915</c:v>
                </c:pt>
                <c:pt idx="2793">
                  <c:v>45916</c:v>
                </c:pt>
                <c:pt idx="2794">
                  <c:v>45917</c:v>
                </c:pt>
                <c:pt idx="2795">
                  <c:v>45918</c:v>
                </c:pt>
                <c:pt idx="2796">
                  <c:v>45919</c:v>
                </c:pt>
                <c:pt idx="2797">
                  <c:v>45922</c:v>
                </c:pt>
                <c:pt idx="2798">
                  <c:v>45923</c:v>
                </c:pt>
                <c:pt idx="2799">
                  <c:v>45924</c:v>
                </c:pt>
                <c:pt idx="2800">
                  <c:v>45925</c:v>
                </c:pt>
                <c:pt idx="2801">
                  <c:v>45926</c:v>
                </c:pt>
                <c:pt idx="2802">
                  <c:v>45929</c:v>
                </c:pt>
                <c:pt idx="2803">
                  <c:v>45930</c:v>
                </c:pt>
                <c:pt idx="2804">
                  <c:v>45931</c:v>
                </c:pt>
                <c:pt idx="2805">
                  <c:v>45932</c:v>
                </c:pt>
                <c:pt idx="2806">
                  <c:v>45933</c:v>
                </c:pt>
                <c:pt idx="2807">
                  <c:v>45936</c:v>
                </c:pt>
                <c:pt idx="2808">
                  <c:v>45937</c:v>
                </c:pt>
                <c:pt idx="2809">
                  <c:v>45938</c:v>
                </c:pt>
                <c:pt idx="2810">
                  <c:v>45939</c:v>
                </c:pt>
                <c:pt idx="2811">
                  <c:v>45940</c:v>
                </c:pt>
                <c:pt idx="2812">
                  <c:v>45943</c:v>
                </c:pt>
                <c:pt idx="2813">
                  <c:v>45944</c:v>
                </c:pt>
                <c:pt idx="2814">
                  <c:v>45945</c:v>
                </c:pt>
                <c:pt idx="2815">
                  <c:v>45946</c:v>
                </c:pt>
                <c:pt idx="2816">
                  <c:v>45947</c:v>
                </c:pt>
                <c:pt idx="2817">
                  <c:v>45950</c:v>
                </c:pt>
                <c:pt idx="2818">
                  <c:v>45951</c:v>
                </c:pt>
                <c:pt idx="2819">
                  <c:v>45952</c:v>
                </c:pt>
                <c:pt idx="2820">
                  <c:v>45953</c:v>
                </c:pt>
                <c:pt idx="2821">
                  <c:v>45954</c:v>
                </c:pt>
                <c:pt idx="2822">
                  <c:v>45957</c:v>
                </c:pt>
                <c:pt idx="2823">
                  <c:v>45958</c:v>
                </c:pt>
                <c:pt idx="2824">
                  <c:v>45959</c:v>
                </c:pt>
                <c:pt idx="2825">
                  <c:v>45960</c:v>
                </c:pt>
                <c:pt idx="2826">
                  <c:v>45961</c:v>
                </c:pt>
                <c:pt idx="2827">
                  <c:v>45964</c:v>
                </c:pt>
                <c:pt idx="2828">
                  <c:v>45965</c:v>
                </c:pt>
                <c:pt idx="2829">
                  <c:v>45966</c:v>
                </c:pt>
                <c:pt idx="2830">
                  <c:v>45967</c:v>
                </c:pt>
                <c:pt idx="2831">
                  <c:v>45968</c:v>
                </c:pt>
                <c:pt idx="2832">
                  <c:v>45971</c:v>
                </c:pt>
                <c:pt idx="2833">
                  <c:v>45972</c:v>
                </c:pt>
                <c:pt idx="2834">
                  <c:v>45973</c:v>
                </c:pt>
                <c:pt idx="2835">
                  <c:v>45974</c:v>
                </c:pt>
                <c:pt idx="2836">
                  <c:v>45975</c:v>
                </c:pt>
                <c:pt idx="2837">
                  <c:v>45978</c:v>
                </c:pt>
                <c:pt idx="2838">
                  <c:v>45979</c:v>
                </c:pt>
                <c:pt idx="2839">
                  <c:v>45980</c:v>
                </c:pt>
                <c:pt idx="2840">
                  <c:v>45982</c:v>
                </c:pt>
                <c:pt idx="2841">
                  <c:v>45985</c:v>
                </c:pt>
                <c:pt idx="2842">
                  <c:v>45986</c:v>
                </c:pt>
                <c:pt idx="2843">
                  <c:v>45987</c:v>
                </c:pt>
                <c:pt idx="2844">
                  <c:v>45988</c:v>
                </c:pt>
                <c:pt idx="2845">
                  <c:v>45989</c:v>
                </c:pt>
                <c:pt idx="2846">
                  <c:v>45992</c:v>
                </c:pt>
                <c:pt idx="2847">
                  <c:v>45993</c:v>
                </c:pt>
                <c:pt idx="2848">
                  <c:v>45994</c:v>
                </c:pt>
                <c:pt idx="2849">
                  <c:v>45995</c:v>
                </c:pt>
                <c:pt idx="2850">
                  <c:v>45996</c:v>
                </c:pt>
                <c:pt idx="2851">
                  <c:v>45999</c:v>
                </c:pt>
                <c:pt idx="2852">
                  <c:v>46000</c:v>
                </c:pt>
                <c:pt idx="2853">
                  <c:v>46001</c:v>
                </c:pt>
                <c:pt idx="2854">
                  <c:v>46002</c:v>
                </c:pt>
                <c:pt idx="2855">
                  <c:v>46003</c:v>
                </c:pt>
                <c:pt idx="2856">
                  <c:v>46006</c:v>
                </c:pt>
                <c:pt idx="2857">
                  <c:v>46007</c:v>
                </c:pt>
                <c:pt idx="2858">
                  <c:v>46008</c:v>
                </c:pt>
                <c:pt idx="2859">
                  <c:v>46009</c:v>
                </c:pt>
                <c:pt idx="2860">
                  <c:v>46010</c:v>
                </c:pt>
                <c:pt idx="2861">
                  <c:v>46013</c:v>
                </c:pt>
                <c:pt idx="2862">
                  <c:v>46014</c:v>
                </c:pt>
                <c:pt idx="2863">
                  <c:v>46017</c:v>
                </c:pt>
                <c:pt idx="2864">
                  <c:v>46020</c:v>
                </c:pt>
                <c:pt idx="2865">
                  <c:v>46021</c:v>
                </c:pt>
                <c:pt idx="2866">
                  <c:v>46024</c:v>
                </c:pt>
                <c:pt idx="2867">
                  <c:v>46027</c:v>
                </c:pt>
                <c:pt idx="2868">
                  <c:v>46028</c:v>
                </c:pt>
                <c:pt idx="2869">
                  <c:v>46029</c:v>
                </c:pt>
                <c:pt idx="2870">
                  <c:v>46030</c:v>
                </c:pt>
                <c:pt idx="2871">
                  <c:v>46031</c:v>
                </c:pt>
                <c:pt idx="2872">
                  <c:v>46034</c:v>
                </c:pt>
                <c:pt idx="2873">
                  <c:v>46035</c:v>
                </c:pt>
                <c:pt idx="2874">
                  <c:v>46036</c:v>
                </c:pt>
                <c:pt idx="2875">
                  <c:v>46037</c:v>
                </c:pt>
                <c:pt idx="2876">
                  <c:v>46038</c:v>
                </c:pt>
                <c:pt idx="2877">
                  <c:v>46041</c:v>
                </c:pt>
                <c:pt idx="2878">
                  <c:v>46042</c:v>
                </c:pt>
                <c:pt idx="2879">
                  <c:v>46043</c:v>
                </c:pt>
                <c:pt idx="2880">
                  <c:v>46044</c:v>
                </c:pt>
                <c:pt idx="2881">
                  <c:v>46045</c:v>
                </c:pt>
                <c:pt idx="2882">
                  <c:v>46048</c:v>
                </c:pt>
                <c:pt idx="2883">
                  <c:v>46049</c:v>
                </c:pt>
                <c:pt idx="2884">
                  <c:v>46050</c:v>
                </c:pt>
                <c:pt idx="2885">
                  <c:v>46051</c:v>
                </c:pt>
                <c:pt idx="2886">
                  <c:v>46052</c:v>
                </c:pt>
                <c:pt idx="2887">
                  <c:v>46055</c:v>
                </c:pt>
                <c:pt idx="2888">
                  <c:v>46056</c:v>
                </c:pt>
                <c:pt idx="2889">
                  <c:v>46057</c:v>
                </c:pt>
                <c:pt idx="2890">
                  <c:v>46058</c:v>
                </c:pt>
                <c:pt idx="2891">
                  <c:v>46059</c:v>
                </c:pt>
                <c:pt idx="2892">
                  <c:v>46062</c:v>
                </c:pt>
                <c:pt idx="2893">
                  <c:v>46063</c:v>
                </c:pt>
                <c:pt idx="2894">
                  <c:v>46064</c:v>
                </c:pt>
                <c:pt idx="2895">
                  <c:v>46065</c:v>
                </c:pt>
                <c:pt idx="2896">
                  <c:v>46066</c:v>
                </c:pt>
                <c:pt idx="2897">
                  <c:v>46071</c:v>
                </c:pt>
                <c:pt idx="2898">
                  <c:v>46072</c:v>
                </c:pt>
                <c:pt idx="2899">
                  <c:v>46073</c:v>
                </c:pt>
                <c:pt idx="2900">
                  <c:v>46076</c:v>
                </c:pt>
                <c:pt idx="2901">
                  <c:v>46077</c:v>
                </c:pt>
                <c:pt idx="2902">
                  <c:v>46078</c:v>
                </c:pt>
                <c:pt idx="2903">
                  <c:v>46079</c:v>
                </c:pt>
                <c:pt idx="2904">
                  <c:v>46080</c:v>
                </c:pt>
                <c:pt idx="2905">
                  <c:v>46083</c:v>
                </c:pt>
                <c:pt idx="2906">
                  <c:v>46084</c:v>
                </c:pt>
                <c:pt idx="2907">
                  <c:v>46085</c:v>
                </c:pt>
                <c:pt idx="2908">
                  <c:v>46086</c:v>
                </c:pt>
                <c:pt idx="2909">
                  <c:v>46087</c:v>
                </c:pt>
                <c:pt idx="2910">
                  <c:v>46090</c:v>
                </c:pt>
                <c:pt idx="2911">
                  <c:v>46091</c:v>
                </c:pt>
                <c:pt idx="2912">
                  <c:v>46092</c:v>
                </c:pt>
                <c:pt idx="2913">
                  <c:v>46093</c:v>
                </c:pt>
                <c:pt idx="2914">
                  <c:v>46094</c:v>
                </c:pt>
                <c:pt idx="2915">
                  <c:v>46097</c:v>
                </c:pt>
                <c:pt idx="2916">
                  <c:v>46098</c:v>
                </c:pt>
                <c:pt idx="2917">
                  <c:v>46099</c:v>
                </c:pt>
                <c:pt idx="2918">
                  <c:v>46100</c:v>
                </c:pt>
                <c:pt idx="2919">
                  <c:v>46101</c:v>
                </c:pt>
                <c:pt idx="2920">
                  <c:v>46104</c:v>
                </c:pt>
                <c:pt idx="2921">
                  <c:v>46105</c:v>
                </c:pt>
                <c:pt idx="2922">
                  <c:v>46106</c:v>
                </c:pt>
                <c:pt idx="2923">
                  <c:v>46107</c:v>
                </c:pt>
                <c:pt idx="2924">
                  <c:v>46108</c:v>
                </c:pt>
                <c:pt idx="2925">
                  <c:v>46111</c:v>
                </c:pt>
                <c:pt idx="2926">
                  <c:v>46112</c:v>
                </c:pt>
                <c:pt idx="2927">
                  <c:v>46113</c:v>
                </c:pt>
                <c:pt idx="2928">
                  <c:v>46114</c:v>
                </c:pt>
                <c:pt idx="2929">
                  <c:v>46118</c:v>
                </c:pt>
                <c:pt idx="2930">
                  <c:v>46119</c:v>
                </c:pt>
                <c:pt idx="2931">
                  <c:v>46120</c:v>
                </c:pt>
                <c:pt idx="2932">
                  <c:v>46121</c:v>
                </c:pt>
                <c:pt idx="2933">
                  <c:v>46122</c:v>
                </c:pt>
                <c:pt idx="2934">
                  <c:v>46125</c:v>
                </c:pt>
                <c:pt idx="2935">
                  <c:v>46126</c:v>
                </c:pt>
                <c:pt idx="2936">
                  <c:v>46127</c:v>
                </c:pt>
                <c:pt idx="2937">
                  <c:v>46128</c:v>
                </c:pt>
                <c:pt idx="2938">
                  <c:v>46129</c:v>
                </c:pt>
                <c:pt idx="2939">
                  <c:v>46132</c:v>
                </c:pt>
                <c:pt idx="2940">
                  <c:v>46134</c:v>
                </c:pt>
                <c:pt idx="2941">
                  <c:v>46135</c:v>
                </c:pt>
                <c:pt idx="2942">
                  <c:v>46136</c:v>
                </c:pt>
                <c:pt idx="2943">
                  <c:v>46139</c:v>
                </c:pt>
                <c:pt idx="2944">
                  <c:v>46140</c:v>
                </c:pt>
                <c:pt idx="2945">
                  <c:v>46141</c:v>
                </c:pt>
                <c:pt idx="2946">
                  <c:v>46142</c:v>
                </c:pt>
                <c:pt idx="2947">
                  <c:v>46146</c:v>
                </c:pt>
                <c:pt idx="2948">
                  <c:v>46147</c:v>
                </c:pt>
                <c:pt idx="2949">
                  <c:v>46148</c:v>
                </c:pt>
                <c:pt idx="2950">
                  <c:v>46149</c:v>
                </c:pt>
                <c:pt idx="2951">
                  <c:v>46150</c:v>
                </c:pt>
                <c:pt idx="2952">
                  <c:v>46153</c:v>
                </c:pt>
                <c:pt idx="2953">
                  <c:v>46154</c:v>
                </c:pt>
                <c:pt idx="2954">
                  <c:v>46155</c:v>
                </c:pt>
                <c:pt idx="2955">
                  <c:v>46156</c:v>
                </c:pt>
                <c:pt idx="2956">
                  <c:v>46157</c:v>
                </c:pt>
                <c:pt idx="2957">
                  <c:v>46160</c:v>
                </c:pt>
                <c:pt idx="2958">
                  <c:v>46161</c:v>
                </c:pt>
                <c:pt idx="2959">
                  <c:v>46162</c:v>
                </c:pt>
                <c:pt idx="2960">
                  <c:v>46163</c:v>
                </c:pt>
                <c:pt idx="2961">
                  <c:v>46164</c:v>
                </c:pt>
                <c:pt idx="2962">
                  <c:v>46167</c:v>
                </c:pt>
                <c:pt idx="2963">
                  <c:v>46168</c:v>
                </c:pt>
                <c:pt idx="2964">
                  <c:v>46169</c:v>
                </c:pt>
                <c:pt idx="2965">
                  <c:v>46170</c:v>
                </c:pt>
                <c:pt idx="2966">
                  <c:v>46171</c:v>
                </c:pt>
                <c:pt idx="2967">
                  <c:v>46174</c:v>
                </c:pt>
                <c:pt idx="2968">
                  <c:v>46175</c:v>
                </c:pt>
                <c:pt idx="2969">
                  <c:v>46176</c:v>
                </c:pt>
                <c:pt idx="2970">
                  <c:v>46178</c:v>
                </c:pt>
                <c:pt idx="2971">
                  <c:v>46181</c:v>
                </c:pt>
                <c:pt idx="2972">
                  <c:v>46182</c:v>
                </c:pt>
                <c:pt idx="2973">
                  <c:v>46183</c:v>
                </c:pt>
                <c:pt idx="2974">
                  <c:v>46184</c:v>
                </c:pt>
                <c:pt idx="2975">
                  <c:v>46185</c:v>
                </c:pt>
                <c:pt idx="2976">
                  <c:v>46188</c:v>
                </c:pt>
                <c:pt idx="2977">
                  <c:v>46189</c:v>
                </c:pt>
                <c:pt idx="2978">
                  <c:v>46190</c:v>
                </c:pt>
                <c:pt idx="2979">
                  <c:v>46191</c:v>
                </c:pt>
                <c:pt idx="2980">
                  <c:v>46192</c:v>
                </c:pt>
                <c:pt idx="2981">
                  <c:v>46195</c:v>
                </c:pt>
                <c:pt idx="2982">
                  <c:v>46196</c:v>
                </c:pt>
                <c:pt idx="2983">
                  <c:v>46197</c:v>
                </c:pt>
                <c:pt idx="2984">
                  <c:v>46198</c:v>
                </c:pt>
                <c:pt idx="2985">
                  <c:v>46199</c:v>
                </c:pt>
                <c:pt idx="2986">
                  <c:v>46202</c:v>
                </c:pt>
                <c:pt idx="2987">
                  <c:v>46203</c:v>
                </c:pt>
                <c:pt idx="2988">
                  <c:v>46204</c:v>
                </c:pt>
                <c:pt idx="2989">
                  <c:v>46205</c:v>
                </c:pt>
                <c:pt idx="2990">
                  <c:v>46206</c:v>
                </c:pt>
                <c:pt idx="2991">
                  <c:v>46209</c:v>
                </c:pt>
                <c:pt idx="2992">
                  <c:v>46210</c:v>
                </c:pt>
                <c:pt idx="2993">
                  <c:v>46211</c:v>
                </c:pt>
                <c:pt idx="2994">
                  <c:v>46212</c:v>
                </c:pt>
                <c:pt idx="2995">
                  <c:v>46213</c:v>
                </c:pt>
                <c:pt idx="2996">
                  <c:v>46216</c:v>
                </c:pt>
                <c:pt idx="2997">
                  <c:v>46217</c:v>
                </c:pt>
                <c:pt idx="2998">
                  <c:v>46218</c:v>
                </c:pt>
                <c:pt idx="2999">
                  <c:v>46219</c:v>
                </c:pt>
                <c:pt idx="3000">
                  <c:v>46220</c:v>
                </c:pt>
                <c:pt idx="3001">
                  <c:v>46223</c:v>
                </c:pt>
                <c:pt idx="3002">
                  <c:v>46224</c:v>
                </c:pt>
                <c:pt idx="3003">
                  <c:v>46225</c:v>
                </c:pt>
                <c:pt idx="3004">
                  <c:v>46226</c:v>
                </c:pt>
                <c:pt idx="3005">
                  <c:v>46227</c:v>
                </c:pt>
                <c:pt idx="3006">
                  <c:v>46230</c:v>
                </c:pt>
                <c:pt idx="3007">
                  <c:v>46231</c:v>
                </c:pt>
                <c:pt idx="3008">
                  <c:v>46232</c:v>
                </c:pt>
                <c:pt idx="3009">
                  <c:v>46233</c:v>
                </c:pt>
                <c:pt idx="3010">
                  <c:v>46234</c:v>
                </c:pt>
                <c:pt idx="3011">
                  <c:v>46237</c:v>
                </c:pt>
                <c:pt idx="3012">
                  <c:v>46238</c:v>
                </c:pt>
                <c:pt idx="3013">
                  <c:v>46239</c:v>
                </c:pt>
                <c:pt idx="3014">
                  <c:v>46240</c:v>
                </c:pt>
                <c:pt idx="3015">
                  <c:v>46241</c:v>
                </c:pt>
                <c:pt idx="3016">
                  <c:v>46244</c:v>
                </c:pt>
                <c:pt idx="3017">
                  <c:v>46245</c:v>
                </c:pt>
                <c:pt idx="3018">
                  <c:v>46246</c:v>
                </c:pt>
                <c:pt idx="3019">
                  <c:v>46247</c:v>
                </c:pt>
                <c:pt idx="3020">
                  <c:v>46248</c:v>
                </c:pt>
                <c:pt idx="3021">
                  <c:v>46251</c:v>
                </c:pt>
                <c:pt idx="3022">
                  <c:v>46252</c:v>
                </c:pt>
                <c:pt idx="3023">
                  <c:v>46253</c:v>
                </c:pt>
                <c:pt idx="3024">
                  <c:v>46254</c:v>
                </c:pt>
                <c:pt idx="3025">
                  <c:v>46255</c:v>
                </c:pt>
                <c:pt idx="3026">
                  <c:v>46258</c:v>
                </c:pt>
                <c:pt idx="3027">
                  <c:v>46259</c:v>
                </c:pt>
                <c:pt idx="3028">
                  <c:v>46260</c:v>
                </c:pt>
                <c:pt idx="3029">
                  <c:v>46261</c:v>
                </c:pt>
                <c:pt idx="3030">
                  <c:v>46262</c:v>
                </c:pt>
              </c:numCache>
            </c:numRef>
          </c:cat>
          <c:val>
            <c:numRef>
              <c:f>Valuation!$I$26:$I$3044</c:f>
              <c:numCache>
                <c:formatCode>0.0000</c:formatCode>
                <c:ptCount val="3031"/>
                <c:pt idx="0">
                  <c:v>5.5608339899999998E-2</c:v>
                </c:pt>
                <c:pt idx="1">
                  <c:v>5.7806915E-2</c:v>
                </c:pt>
                <c:pt idx="2">
                  <c:v>5.0343106700000001E-2</c:v>
                </c:pt>
                <c:pt idx="3">
                  <c:v>2.0160294400000001E-2</c:v>
                </c:pt>
                <c:pt idx="4">
                  <c:v>9.9492920999999998E-3</c:v>
                </c:pt>
                <c:pt idx="5">
                  <c:v>-1.6304836400000002E-2</c:v>
                </c:pt>
                <c:pt idx="6">
                  <c:v>-5.0285134500000002E-2</c:v>
                </c:pt>
                <c:pt idx="7">
                  <c:v>-7.3891596099999998E-2</c:v>
                </c:pt>
                <c:pt idx="8">
                  <c:v>-0.1053580622</c:v>
                </c:pt>
                <c:pt idx="9">
                  <c:v>-0.15840105060000001</c:v>
                </c:pt>
                <c:pt idx="10">
                  <c:v>-0.248075189</c:v>
                </c:pt>
                <c:pt idx="11">
                  <c:v>-0.33582491669999998</c:v>
                </c:pt>
                <c:pt idx="12">
                  <c:v>-0.42359748470000003</c:v>
                </c:pt>
                <c:pt idx="13">
                  <c:v>-0.50674845540000002</c:v>
                </c:pt>
                <c:pt idx="14">
                  <c:v>-0.58818567450000003</c:v>
                </c:pt>
                <c:pt idx="15">
                  <c:v>-0.6746526773</c:v>
                </c:pt>
                <c:pt idx="16">
                  <c:v>-0.76869197720000004</c:v>
                </c:pt>
                <c:pt idx="17">
                  <c:v>-0.85019608940000002</c:v>
                </c:pt>
                <c:pt idx="18">
                  <c:v>-0.97278603919999995</c:v>
                </c:pt>
                <c:pt idx="19">
                  <c:v>-1.0960502417</c:v>
                </c:pt>
                <c:pt idx="20">
                  <c:v>-1.2083832590000001</c:v>
                </c:pt>
                <c:pt idx="21">
                  <c:v>-1.3116088641999999</c:v>
                </c:pt>
                <c:pt idx="22">
                  <c:v>-1.4342935409999999</c:v>
                </c:pt>
                <c:pt idx="23">
                  <c:v>-1.5520608250000001</c:v>
                </c:pt>
                <c:pt idx="24">
                  <c:v>-1.6346519381</c:v>
                </c:pt>
                <c:pt idx="25">
                  <c:v>-1.7185265913000001</c:v>
                </c:pt>
                <c:pt idx="26">
                  <c:v>-1.8062402150000001</c:v>
                </c:pt>
                <c:pt idx="27">
                  <c:v>-1.8943165527000001</c:v>
                </c:pt>
                <c:pt idx="28">
                  <c:v>-1.9895049040999999</c:v>
                </c:pt>
                <c:pt idx="29">
                  <c:v>-2.0702293318999998</c:v>
                </c:pt>
                <c:pt idx="30">
                  <c:v>-2.114799836</c:v>
                </c:pt>
                <c:pt idx="31">
                  <c:v>-2.1202938559</c:v>
                </c:pt>
                <c:pt idx="32">
                  <c:v>-2.120606752</c:v>
                </c:pt>
                <c:pt idx="33">
                  <c:v>-2.0981262188000001</c:v>
                </c:pt>
                <c:pt idx="34">
                  <c:v>-2.0697754746000001</c:v>
                </c:pt>
                <c:pt idx="35">
                  <c:v>-2.0231378437999998</c:v>
                </c:pt>
                <c:pt idx="36">
                  <c:v>-1.9866197249999999</c:v>
                </c:pt>
                <c:pt idx="37">
                  <c:v>-1.9356433588999999</c:v>
                </c:pt>
                <c:pt idx="38">
                  <c:v>-1.8989792791</c:v>
                </c:pt>
                <c:pt idx="39">
                  <c:v>-1.8410242143</c:v>
                </c:pt>
                <c:pt idx="40">
                  <c:v>-1.7823950382</c:v>
                </c:pt>
                <c:pt idx="41">
                  <c:v>-1.73159033</c:v>
                </c:pt>
                <c:pt idx="42">
                  <c:v>-1.690783833</c:v>
                </c:pt>
                <c:pt idx="43">
                  <c:v>-1.6492989883</c:v>
                </c:pt>
                <c:pt idx="44">
                  <c:v>-1.6057001997</c:v>
                </c:pt>
                <c:pt idx="45">
                  <c:v>-1.5657069124</c:v>
                </c:pt>
                <c:pt idx="46">
                  <c:v>-1.5350558305999999</c:v>
                </c:pt>
                <c:pt idx="47">
                  <c:v>-1.4889719142</c:v>
                </c:pt>
                <c:pt idx="48">
                  <c:v>-1.4571147068000001</c:v>
                </c:pt>
                <c:pt idx="49">
                  <c:v>-1.4280782471</c:v>
                </c:pt>
                <c:pt idx="50">
                  <c:v>-1.4097196730999999</c:v>
                </c:pt>
                <c:pt idx="51">
                  <c:v>-1.4028802521999999</c:v>
                </c:pt>
                <c:pt idx="52">
                  <c:v>-1.3695043257999999</c:v>
                </c:pt>
                <c:pt idx="53">
                  <c:v>-1.3836929692</c:v>
                </c:pt>
                <c:pt idx="54">
                  <c:v>-1.3820964089000001</c:v>
                </c:pt>
                <c:pt idx="55">
                  <c:v>-1.3602741642</c:v>
                </c:pt>
                <c:pt idx="56">
                  <c:v>-1.3613126936</c:v>
                </c:pt>
                <c:pt idx="57">
                  <c:v>-1.3877063670000001</c:v>
                </c:pt>
                <c:pt idx="58">
                  <c:v>-1.4149860168999999</c:v>
                </c:pt>
                <c:pt idx="59">
                  <c:v>-1.4528994146</c:v>
                </c:pt>
                <c:pt idx="60">
                  <c:v>-1.4783154774</c:v>
                </c:pt>
                <c:pt idx="61">
                  <c:v>-1.4899595576</c:v>
                </c:pt>
                <c:pt idx="62">
                  <c:v>-1.5069548289000001</c:v>
                </c:pt>
                <c:pt idx="63">
                  <c:v>-1.5046882413</c:v>
                </c:pt>
                <c:pt idx="64">
                  <c:v>-1.5060952821</c:v>
                </c:pt>
                <c:pt idx="65">
                  <c:v>-1.5196895162999999</c:v>
                </c:pt>
                <c:pt idx="66">
                  <c:v>-1.5341275539000001</c:v>
                </c:pt>
                <c:pt idx="67">
                  <c:v>-1.5396728093000001</c:v>
                </c:pt>
                <c:pt idx="68">
                  <c:v>-1.5435003577999999</c:v>
                </c:pt>
                <c:pt idx="69">
                  <c:v>-1.5461456790000001</c:v>
                </c:pt>
                <c:pt idx="70">
                  <c:v>-1.5444210116999999</c:v>
                </c:pt>
                <c:pt idx="71">
                  <c:v>-1.5533776829999999</c:v>
                </c:pt>
                <c:pt idx="72">
                  <c:v>-1.5715287791000001</c:v>
                </c:pt>
                <c:pt idx="73">
                  <c:v>-1.5963320798</c:v>
                </c:pt>
                <c:pt idx="74">
                  <c:v>-1.5633382739999999</c:v>
                </c:pt>
                <c:pt idx="75">
                  <c:v>-1.4928638097</c:v>
                </c:pt>
                <c:pt idx="76">
                  <c:v>-1.4065175782999999</c:v>
                </c:pt>
                <c:pt idx="77">
                  <c:v>-1.3134039143</c:v>
                </c:pt>
                <c:pt idx="78">
                  <c:v>-1.1734793320000001</c:v>
                </c:pt>
                <c:pt idx="79">
                  <c:v>-1.0932054104</c:v>
                </c:pt>
                <c:pt idx="80">
                  <c:v>-1.0149180283999999</c:v>
                </c:pt>
                <c:pt idx="81">
                  <c:v>-0.92787815370000004</c:v>
                </c:pt>
                <c:pt idx="82">
                  <c:v>-0.86212632330000005</c:v>
                </c:pt>
                <c:pt idx="83">
                  <c:v>-0.77964924420000004</c:v>
                </c:pt>
                <c:pt idx="84">
                  <c:v>-0.730154258</c:v>
                </c:pt>
                <c:pt idx="85">
                  <c:v>-0.67673112229999999</c:v>
                </c:pt>
                <c:pt idx="86">
                  <c:v>-0.59926698779999998</c:v>
                </c:pt>
                <c:pt idx="87">
                  <c:v>-0.5201922859</c:v>
                </c:pt>
                <c:pt idx="88">
                  <c:v>-0.44615765460000001</c:v>
                </c:pt>
                <c:pt idx="89">
                  <c:v>-0.34973526490000001</c:v>
                </c:pt>
                <c:pt idx="90">
                  <c:v>-0.21740141469999999</c:v>
                </c:pt>
                <c:pt idx="91">
                  <c:v>-9.0397342500000005E-2</c:v>
                </c:pt>
                <c:pt idx="92">
                  <c:v>4.50995888E-2</c:v>
                </c:pt>
                <c:pt idx="93">
                  <c:v>0.2062608202</c:v>
                </c:pt>
                <c:pt idx="94">
                  <c:v>0.37065990040000002</c:v>
                </c:pt>
                <c:pt idx="95">
                  <c:v>0.51063753069999995</c:v>
                </c:pt>
                <c:pt idx="96">
                  <c:v>0.59063926259999999</c:v>
                </c:pt>
                <c:pt idx="97">
                  <c:v>0.55390176369999999</c:v>
                </c:pt>
                <c:pt idx="98">
                  <c:v>0.54656175090000003</c:v>
                </c:pt>
                <c:pt idx="99">
                  <c:v>0.50563500750000001</c:v>
                </c:pt>
                <c:pt idx="100">
                  <c:v>0.50244687050000003</c:v>
                </c:pt>
                <c:pt idx="101">
                  <c:v>0.54703015099999996</c:v>
                </c:pt>
                <c:pt idx="102">
                  <c:v>0.58747916710000003</c:v>
                </c:pt>
                <c:pt idx="103">
                  <c:v>0.63508861080000001</c:v>
                </c:pt>
                <c:pt idx="104">
                  <c:v>0.66330641099999998</c:v>
                </c:pt>
                <c:pt idx="105">
                  <c:v>0.69799171989999997</c:v>
                </c:pt>
                <c:pt idx="106">
                  <c:v>0.74910062960000001</c:v>
                </c:pt>
                <c:pt idx="107">
                  <c:v>0.78743759599999996</c:v>
                </c:pt>
                <c:pt idx="108">
                  <c:v>0.79371516779999995</c:v>
                </c:pt>
                <c:pt idx="109">
                  <c:v>0.79496267430000001</c:v>
                </c:pt>
                <c:pt idx="110">
                  <c:v>0.76017129660000005</c:v>
                </c:pt>
                <c:pt idx="111">
                  <c:v>0.6866181656</c:v>
                </c:pt>
                <c:pt idx="112">
                  <c:v>0.64153134570000003</c:v>
                </c:pt>
                <c:pt idx="113">
                  <c:v>0.53582698210000002</c:v>
                </c:pt>
                <c:pt idx="114">
                  <c:v>0.43732261719999999</c:v>
                </c:pt>
                <c:pt idx="115">
                  <c:v>0.30974083920000001</c:v>
                </c:pt>
                <c:pt idx="116">
                  <c:v>0.2376694983</c:v>
                </c:pt>
                <c:pt idx="117">
                  <c:v>0.1776452755</c:v>
                </c:pt>
                <c:pt idx="118">
                  <c:v>0.18316103619999999</c:v>
                </c:pt>
                <c:pt idx="119">
                  <c:v>0.15737198729999999</c:v>
                </c:pt>
                <c:pt idx="120">
                  <c:v>0.16488908529999999</c:v>
                </c:pt>
                <c:pt idx="121">
                  <c:v>0.19770639979999999</c:v>
                </c:pt>
                <c:pt idx="122">
                  <c:v>0.1545757794</c:v>
                </c:pt>
                <c:pt idx="123">
                  <c:v>0.1068119151</c:v>
                </c:pt>
                <c:pt idx="124">
                  <c:v>2.60746772E-2</c:v>
                </c:pt>
                <c:pt idx="125">
                  <c:v>-1.6533239299999999E-2</c:v>
                </c:pt>
                <c:pt idx="126">
                  <c:v>-7.2819416900000003E-2</c:v>
                </c:pt>
                <c:pt idx="127">
                  <c:v>-0.1430689701</c:v>
                </c:pt>
                <c:pt idx="128">
                  <c:v>-0.24701913519999999</c:v>
                </c:pt>
                <c:pt idx="129">
                  <c:v>-0.34279459569999998</c:v>
                </c:pt>
                <c:pt idx="130">
                  <c:v>-0.43191004910000003</c:v>
                </c:pt>
                <c:pt idx="131">
                  <c:v>-0.51332766269999996</c:v>
                </c:pt>
                <c:pt idx="132">
                  <c:v>-0.58853620770000004</c:v>
                </c:pt>
                <c:pt idx="133">
                  <c:v>-0.68225081050000003</c:v>
                </c:pt>
                <c:pt idx="134">
                  <c:v>-0.68731175290000002</c:v>
                </c:pt>
                <c:pt idx="135">
                  <c:v>-0.70727682879999998</c:v>
                </c:pt>
                <c:pt idx="136">
                  <c:v>-0.75761032610000001</c:v>
                </c:pt>
                <c:pt idx="137">
                  <c:v>-0.86778935400000001</c:v>
                </c:pt>
                <c:pt idx="138">
                  <c:v>-0.8601497105</c:v>
                </c:pt>
                <c:pt idx="139">
                  <c:v>-0.82200998030000005</c:v>
                </c:pt>
                <c:pt idx="140">
                  <c:v>-0.80394530009999998</c:v>
                </c:pt>
                <c:pt idx="141">
                  <c:v>-0.77582513549999998</c:v>
                </c:pt>
                <c:pt idx="142">
                  <c:v>-0.76269148139999998</c:v>
                </c:pt>
                <c:pt idx="143">
                  <c:v>-0.71751424919999995</c:v>
                </c:pt>
                <c:pt idx="144">
                  <c:v>-0.68055371580000001</c:v>
                </c:pt>
                <c:pt idx="145">
                  <c:v>-0.57514593950000004</c:v>
                </c:pt>
                <c:pt idx="146">
                  <c:v>-0.52333699690000002</c:v>
                </c:pt>
                <c:pt idx="147">
                  <c:v>-0.441321454</c:v>
                </c:pt>
                <c:pt idx="148">
                  <c:v>-0.35449855699999999</c:v>
                </c:pt>
                <c:pt idx="149">
                  <c:v>-0.24828303139999999</c:v>
                </c:pt>
                <c:pt idx="150">
                  <c:v>-9.8421002499999993E-2</c:v>
                </c:pt>
                <c:pt idx="151">
                  <c:v>1.0526317699999999E-2</c:v>
                </c:pt>
                <c:pt idx="152">
                  <c:v>0.18725699770000001</c:v>
                </c:pt>
                <c:pt idx="153">
                  <c:v>0.3766185427</c:v>
                </c:pt>
                <c:pt idx="154">
                  <c:v>0.45385275190000002</c:v>
                </c:pt>
                <c:pt idx="155">
                  <c:v>0.52121349669999995</c:v>
                </c:pt>
                <c:pt idx="156">
                  <c:v>0.57590674850000001</c:v>
                </c:pt>
                <c:pt idx="157">
                  <c:v>0.69734191509999999</c:v>
                </c:pt>
                <c:pt idx="158">
                  <c:v>0.87412425790000003</c:v>
                </c:pt>
                <c:pt idx="159">
                  <c:v>0.90086203440000001</c:v>
                </c:pt>
                <c:pt idx="160">
                  <c:v>0.88507701780000003</c:v>
                </c:pt>
                <c:pt idx="161">
                  <c:v>0.86673835420000001</c:v>
                </c:pt>
                <c:pt idx="162">
                  <c:v>0.86160196870000005</c:v>
                </c:pt>
                <c:pt idx="163">
                  <c:v>0.88071122700000004</c:v>
                </c:pt>
                <c:pt idx="164">
                  <c:v>0.88195391239999998</c:v>
                </c:pt>
                <c:pt idx="165">
                  <c:v>0.88962755329999998</c:v>
                </c:pt>
                <c:pt idx="166">
                  <c:v>0.86457647100000001</c:v>
                </c:pt>
                <c:pt idx="167">
                  <c:v>0.88388492149999998</c:v>
                </c:pt>
                <c:pt idx="168">
                  <c:v>0.91445603580000001</c:v>
                </c:pt>
                <c:pt idx="169">
                  <c:v>0.93949698449999997</c:v>
                </c:pt>
                <c:pt idx="170">
                  <c:v>0.94174494119999996</c:v>
                </c:pt>
                <c:pt idx="171">
                  <c:v>0.90015165370000005</c:v>
                </c:pt>
                <c:pt idx="172">
                  <c:v>0.87545454980000004</c:v>
                </c:pt>
                <c:pt idx="173">
                  <c:v>0.75856255419999996</c:v>
                </c:pt>
                <c:pt idx="174">
                  <c:v>0.62491030030000005</c:v>
                </c:pt>
                <c:pt idx="175">
                  <c:v>0.64036522169999999</c:v>
                </c:pt>
                <c:pt idx="176">
                  <c:v>0.66730733360000005</c:v>
                </c:pt>
                <c:pt idx="177">
                  <c:v>0.71227227680000005</c:v>
                </c:pt>
                <c:pt idx="178">
                  <c:v>0.72202932119999996</c:v>
                </c:pt>
                <c:pt idx="179">
                  <c:v>0.67217177269999995</c:v>
                </c:pt>
                <c:pt idx="180">
                  <c:v>0.68696398889999999</c:v>
                </c:pt>
                <c:pt idx="181">
                  <c:v>0.71267747589999997</c:v>
                </c:pt>
                <c:pt idx="182">
                  <c:v>0.75014514200000004</c:v>
                </c:pt>
                <c:pt idx="183">
                  <c:v>0.76926242040000004</c:v>
                </c:pt>
                <c:pt idx="184">
                  <c:v>0.73693710329999995</c:v>
                </c:pt>
                <c:pt idx="185">
                  <c:v>0.7429349824</c:v>
                </c:pt>
                <c:pt idx="186">
                  <c:v>0.71132645670000005</c:v>
                </c:pt>
                <c:pt idx="187">
                  <c:v>0.67811587380000005</c:v>
                </c:pt>
                <c:pt idx="188">
                  <c:v>0.64687852550000002</c:v>
                </c:pt>
                <c:pt idx="189">
                  <c:v>0.58706214889999997</c:v>
                </c:pt>
                <c:pt idx="190">
                  <c:v>0.52697351540000004</c:v>
                </c:pt>
                <c:pt idx="191">
                  <c:v>0.4780012857</c:v>
                </c:pt>
                <c:pt idx="192">
                  <c:v>0.4644615922</c:v>
                </c:pt>
                <c:pt idx="193">
                  <c:v>0.45059425209999998</c:v>
                </c:pt>
                <c:pt idx="194">
                  <c:v>0.44955794189999998</c:v>
                </c:pt>
                <c:pt idx="195">
                  <c:v>0.48145664360000001</c:v>
                </c:pt>
                <c:pt idx="196">
                  <c:v>0.46677502250000003</c:v>
                </c:pt>
                <c:pt idx="197">
                  <c:v>0.46224703700000003</c:v>
                </c:pt>
                <c:pt idx="198">
                  <c:v>0.3485933276</c:v>
                </c:pt>
                <c:pt idx="199">
                  <c:v>0.30167468250000001</c:v>
                </c:pt>
                <c:pt idx="200">
                  <c:v>0.26756510839999997</c:v>
                </c:pt>
                <c:pt idx="201">
                  <c:v>0.17699259519999999</c:v>
                </c:pt>
                <c:pt idx="202">
                  <c:v>4.9620549399999998E-2</c:v>
                </c:pt>
                <c:pt idx="203">
                  <c:v>-4.3696664099999998E-2</c:v>
                </c:pt>
                <c:pt idx="204">
                  <c:v>-0.1793320964</c:v>
                </c:pt>
                <c:pt idx="205">
                  <c:v>-0.23089112649999999</c:v>
                </c:pt>
                <c:pt idx="206">
                  <c:v>-0.31243088679999997</c:v>
                </c:pt>
                <c:pt idx="207">
                  <c:v>-0.35982122430000002</c:v>
                </c:pt>
                <c:pt idx="208">
                  <c:v>-0.39325527020000001</c:v>
                </c:pt>
                <c:pt idx="209">
                  <c:v>-0.42821091049999999</c:v>
                </c:pt>
                <c:pt idx="210">
                  <c:v>-0.461055516</c:v>
                </c:pt>
                <c:pt idx="211">
                  <c:v>-0.49598106330000002</c:v>
                </c:pt>
                <c:pt idx="212">
                  <c:v>-0.46305290869999999</c:v>
                </c:pt>
                <c:pt idx="213">
                  <c:v>-0.47024764029999999</c:v>
                </c:pt>
                <c:pt idx="214">
                  <c:v>-0.42539669349999998</c:v>
                </c:pt>
                <c:pt idx="215">
                  <c:v>-0.4048336139</c:v>
                </c:pt>
                <c:pt idx="216">
                  <c:v>-0.39961834660000001</c:v>
                </c:pt>
                <c:pt idx="217">
                  <c:v>-0.38828717260000001</c:v>
                </c:pt>
                <c:pt idx="218">
                  <c:v>-0.3930783343</c:v>
                </c:pt>
                <c:pt idx="219">
                  <c:v>-0.3233730648</c:v>
                </c:pt>
                <c:pt idx="220">
                  <c:v>-0.3080738193</c:v>
                </c:pt>
                <c:pt idx="221">
                  <c:v>-0.27706346609999999</c:v>
                </c:pt>
                <c:pt idx="222">
                  <c:v>-0.23573358480000001</c:v>
                </c:pt>
                <c:pt idx="223">
                  <c:v>-0.13131294239999999</c:v>
                </c:pt>
                <c:pt idx="224">
                  <c:v>-2.6334086600000001E-2</c:v>
                </c:pt>
                <c:pt idx="225">
                  <c:v>5.7423098499999999E-2</c:v>
                </c:pt>
                <c:pt idx="226">
                  <c:v>8.7131309899999995E-2</c:v>
                </c:pt>
                <c:pt idx="227">
                  <c:v>0.12397357539999999</c:v>
                </c:pt>
                <c:pt idx="228">
                  <c:v>0.1784746411</c:v>
                </c:pt>
                <c:pt idx="229">
                  <c:v>0.24547102809999999</c:v>
                </c:pt>
                <c:pt idx="230">
                  <c:v>0.27013721159999998</c:v>
                </c:pt>
                <c:pt idx="231">
                  <c:v>0.33164628759999998</c:v>
                </c:pt>
                <c:pt idx="232">
                  <c:v>0.40258213739999998</c:v>
                </c:pt>
                <c:pt idx="233">
                  <c:v>0.44014641599999998</c:v>
                </c:pt>
                <c:pt idx="234">
                  <c:v>0.48572973139999998</c:v>
                </c:pt>
                <c:pt idx="235">
                  <c:v>0.52599188819999998</c:v>
                </c:pt>
                <c:pt idx="236">
                  <c:v>0.60639239440000003</c:v>
                </c:pt>
                <c:pt idx="237">
                  <c:v>0.67645973449999997</c:v>
                </c:pt>
                <c:pt idx="238">
                  <c:v>0.73450133689999997</c:v>
                </c:pt>
                <c:pt idx="239">
                  <c:v>0.73416325329999998</c:v>
                </c:pt>
                <c:pt idx="240">
                  <c:v>0.76257081569999996</c:v>
                </c:pt>
                <c:pt idx="241">
                  <c:v>0.81480796259999999</c:v>
                </c:pt>
                <c:pt idx="242">
                  <c:v>0.84858777220000003</c:v>
                </c:pt>
                <c:pt idx="243">
                  <c:v>0.83441169940000004</c:v>
                </c:pt>
                <c:pt idx="244">
                  <c:v>0.83213974670000002</c:v>
                </c:pt>
                <c:pt idx="245">
                  <c:v>0.79534442110000003</c:v>
                </c:pt>
                <c:pt idx="246">
                  <c:v>0.80292315729999997</c:v>
                </c:pt>
                <c:pt idx="247">
                  <c:v>0.81793015530000002</c:v>
                </c:pt>
                <c:pt idx="248">
                  <c:v>0.83065111759999999</c:v>
                </c:pt>
                <c:pt idx="249">
                  <c:v>0.81308105200000003</c:v>
                </c:pt>
                <c:pt idx="250">
                  <c:v>0.76698041669999995</c:v>
                </c:pt>
                <c:pt idx="251">
                  <c:v>0.73358634420000002</c:v>
                </c:pt>
                <c:pt idx="252">
                  <c:v>0.6972040437</c:v>
                </c:pt>
                <c:pt idx="253">
                  <c:v>0.66265597460000003</c:v>
                </c:pt>
                <c:pt idx="254">
                  <c:v>0.62877307979999997</c:v>
                </c:pt>
                <c:pt idx="255">
                  <c:v>0.60725071399999997</c:v>
                </c:pt>
                <c:pt idx="256">
                  <c:v>0.5363386322</c:v>
                </c:pt>
                <c:pt idx="257">
                  <c:v>0.42330518880000001</c:v>
                </c:pt>
                <c:pt idx="258">
                  <c:v>0.33325655069999999</c:v>
                </c:pt>
                <c:pt idx="259">
                  <c:v>0.15590237809999999</c:v>
                </c:pt>
                <c:pt idx="260">
                  <c:v>4.0049917599999998E-2</c:v>
                </c:pt>
                <c:pt idx="261">
                  <c:v>-6.8846071600000003E-2</c:v>
                </c:pt>
                <c:pt idx="262">
                  <c:v>-0.19839473360000001</c:v>
                </c:pt>
                <c:pt idx="263">
                  <c:v>-0.33831542469999998</c:v>
                </c:pt>
                <c:pt idx="264">
                  <c:v>-0.38975657990000001</c:v>
                </c:pt>
                <c:pt idx="265">
                  <c:v>-0.52256740150000003</c:v>
                </c:pt>
                <c:pt idx="266">
                  <c:v>-0.59845220089999995</c:v>
                </c:pt>
                <c:pt idx="267">
                  <c:v>-0.70157769540000003</c:v>
                </c:pt>
                <c:pt idx="268">
                  <c:v>-0.82889103750000004</c:v>
                </c:pt>
                <c:pt idx="269">
                  <c:v>-0.96328343319999998</c:v>
                </c:pt>
                <c:pt idx="270">
                  <c:v>-1.0700764944000001</c:v>
                </c:pt>
                <c:pt idx="271">
                  <c:v>-1.1691159726</c:v>
                </c:pt>
                <c:pt idx="272">
                  <c:v>-1.2697770535999999</c:v>
                </c:pt>
                <c:pt idx="273">
                  <c:v>-1.3574114331</c:v>
                </c:pt>
                <c:pt idx="274">
                  <c:v>-1.4430602594999999</c:v>
                </c:pt>
                <c:pt idx="275">
                  <c:v>-1.5388523553</c:v>
                </c:pt>
                <c:pt idx="276">
                  <c:v>-1.6346246528999999</c:v>
                </c:pt>
                <c:pt idx="277">
                  <c:v>-1.7119940085000001</c:v>
                </c:pt>
                <c:pt idx="278">
                  <c:v>-1.7148001825999999</c:v>
                </c:pt>
                <c:pt idx="279">
                  <c:v>-1.7563575200999999</c:v>
                </c:pt>
                <c:pt idx="280">
                  <c:v>-1.6994373326000001</c:v>
                </c:pt>
                <c:pt idx="281">
                  <c:v>-1.6636973623</c:v>
                </c:pt>
                <c:pt idx="282">
                  <c:v>-1.6499577516999999</c:v>
                </c:pt>
                <c:pt idx="283">
                  <c:v>-1.6282741349000001</c:v>
                </c:pt>
                <c:pt idx="284">
                  <c:v>-1.5845854398999999</c:v>
                </c:pt>
                <c:pt idx="285">
                  <c:v>-1.5914429805000001</c:v>
                </c:pt>
                <c:pt idx="286">
                  <c:v>-1.5913433286000001</c:v>
                </c:pt>
                <c:pt idx="287">
                  <c:v>-1.6396896549</c:v>
                </c:pt>
                <c:pt idx="288">
                  <c:v>-1.6200911661999999</c:v>
                </c:pt>
                <c:pt idx="289">
                  <c:v>-1.6177584783000001</c:v>
                </c:pt>
                <c:pt idx="290">
                  <c:v>-1.5948502337999999</c:v>
                </c:pt>
                <c:pt idx="291">
                  <c:v>-1.5820267775000001</c:v>
                </c:pt>
                <c:pt idx="292">
                  <c:v>-1.5456946717</c:v>
                </c:pt>
                <c:pt idx="293">
                  <c:v>-1.5453011954</c:v>
                </c:pt>
                <c:pt idx="294">
                  <c:v>-1.5644024933</c:v>
                </c:pt>
                <c:pt idx="295">
                  <c:v>-1.5640554412000001</c:v>
                </c:pt>
                <c:pt idx="296">
                  <c:v>-1.5727225322</c:v>
                </c:pt>
                <c:pt idx="297">
                  <c:v>-1.5495847839000001</c:v>
                </c:pt>
                <c:pt idx="298">
                  <c:v>-1.4809388429000001</c:v>
                </c:pt>
                <c:pt idx="299">
                  <c:v>-1.4361954537999999</c:v>
                </c:pt>
                <c:pt idx="300">
                  <c:v>-1.408696766</c:v>
                </c:pt>
                <c:pt idx="301">
                  <c:v>-1.3941262454000001</c:v>
                </c:pt>
                <c:pt idx="302">
                  <c:v>-1.3528412144999999</c:v>
                </c:pt>
                <c:pt idx="303">
                  <c:v>-1.2806702772</c:v>
                </c:pt>
                <c:pt idx="304">
                  <c:v>-1.2842646086</c:v>
                </c:pt>
                <c:pt idx="305">
                  <c:v>-1.2868162717</c:v>
                </c:pt>
                <c:pt idx="306">
                  <c:v>-1.2633372645000001</c:v>
                </c:pt>
                <c:pt idx="307">
                  <c:v>-1.1726244905000001</c:v>
                </c:pt>
                <c:pt idx="308">
                  <c:v>-1.0772307085999999</c:v>
                </c:pt>
                <c:pt idx="309">
                  <c:v>-1.0389137538</c:v>
                </c:pt>
                <c:pt idx="310">
                  <c:v>-0.97039578920000003</c:v>
                </c:pt>
                <c:pt idx="311">
                  <c:v>-0.92346611869999995</c:v>
                </c:pt>
                <c:pt idx="312">
                  <c:v>-0.88882112400000002</c:v>
                </c:pt>
                <c:pt idx="313">
                  <c:v>-0.88725262270000005</c:v>
                </c:pt>
                <c:pt idx="314">
                  <c:v>-0.80697236979999998</c:v>
                </c:pt>
                <c:pt idx="315">
                  <c:v>-0.74705479490000004</c:v>
                </c:pt>
                <c:pt idx="316">
                  <c:v>-0.74693097990000001</c:v>
                </c:pt>
                <c:pt idx="317">
                  <c:v>-0.75669806549999996</c:v>
                </c:pt>
                <c:pt idx="318">
                  <c:v>-0.76328116329999995</c:v>
                </c:pt>
                <c:pt idx="319">
                  <c:v>-0.849857847</c:v>
                </c:pt>
                <c:pt idx="320">
                  <c:v>-0.92914501270000005</c:v>
                </c:pt>
                <c:pt idx="321">
                  <c:v>-0.93252210999999996</c:v>
                </c:pt>
                <c:pt idx="322">
                  <c:v>-0.91143831419999999</c:v>
                </c:pt>
                <c:pt idx="323">
                  <c:v>-0.83003297249999997</c:v>
                </c:pt>
                <c:pt idx="324">
                  <c:v>-0.76582475520000004</c:v>
                </c:pt>
                <c:pt idx="325">
                  <c:v>-0.64880525690000002</c:v>
                </c:pt>
                <c:pt idx="326">
                  <c:v>-0.57178283419999998</c:v>
                </c:pt>
                <c:pt idx="327">
                  <c:v>-0.49297811629999999</c:v>
                </c:pt>
                <c:pt idx="328">
                  <c:v>-0.48205639230000003</c:v>
                </c:pt>
                <c:pt idx="329">
                  <c:v>-0.4712431419</c:v>
                </c:pt>
                <c:pt idx="330">
                  <c:v>-0.44385448449999998</c:v>
                </c:pt>
                <c:pt idx="331">
                  <c:v>-0.379723857</c:v>
                </c:pt>
                <c:pt idx="332">
                  <c:v>-0.30284436190000003</c:v>
                </c:pt>
                <c:pt idx="333">
                  <c:v>-0.19893939090000001</c:v>
                </c:pt>
                <c:pt idx="334">
                  <c:v>-9.31710288E-2</c:v>
                </c:pt>
                <c:pt idx="335">
                  <c:v>-7.8290649E-3</c:v>
                </c:pt>
                <c:pt idx="336">
                  <c:v>0.1050653365</c:v>
                </c:pt>
                <c:pt idx="337">
                  <c:v>0.2446430553</c:v>
                </c:pt>
                <c:pt idx="338">
                  <c:v>0.40824899170000001</c:v>
                </c:pt>
                <c:pt idx="339">
                  <c:v>0.51846987219999996</c:v>
                </c:pt>
                <c:pt idx="340">
                  <c:v>0.66501340549999999</c:v>
                </c:pt>
                <c:pt idx="341">
                  <c:v>0.81066860299999999</c:v>
                </c:pt>
                <c:pt idx="342">
                  <c:v>0.91454241629999999</c:v>
                </c:pt>
                <c:pt idx="343">
                  <c:v>1.0047292978</c:v>
                </c:pt>
                <c:pt idx="344">
                  <c:v>0.99691465820000003</c:v>
                </c:pt>
                <c:pt idx="345">
                  <c:v>0.96051358239999995</c:v>
                </c:pt>
                <c:pt idx="346">
                  <c:v>0.90611419969999996</c:v>
                </c:pt>
                <c:pt idx="347">
                  <c:v>0.87029584599999998</c:v>
                </c:pt>
                <c:pt idx="348">
                  <c:v>0.85126289489999996</c:v>
                </c:pt>
                <c:pt idx="349">
                  <c:v>0.89613193469999997</c:v>
                </c:pt>
                <c:pt idx="350">
                  <c:v>0.93627050000000001</c:v>
                </c:pt>
                <c:pt idx="351">
                  <c:v>0.95590368400000003</c:v>
                </c:pt>
                <c:pt idx="352">
                  <c:v>0.93409525959999995</c:v>
                </c:pt>
                <c:pt idx="353">
                  <c:v>0.92583632849999997</c:v>
                </c:pt>
                <c:pt idx="354">
                  <c:v>0.89262216940000005</c:v>
                </c:pt>
                <c:pt idx="355">
                  <c:v>0.84983892299999997</c:v>
                </c:pt>
                <c:pt idx="356">
                  <c:v>0.81552074379999995</c:v>
                </c:pt>
                <c:pt idx="357">
                  <c:v>0.73833451679999995</c:v>
                </c:pt>
                <c:pt idx="358">
                  <c:v>0.68673078600000004</c:v>
                </c:pt>
                <c:pt idx="359">
                  <c:v>0.61812892100000005</c:v>
                </c:pt>
                <c:pt idx="360">
                  <c:v>0.56884771059999995</c:v>
                </c:pt>
                <c:pt idx="361">
                  <c:v>0.51989641809999998</c:v>
                </c:pt>
                <c:pt idx="362">
                  <c:v>0.47416079119999999</c:v>
                </c:pt>
                <c:pt idx="363">
                  <c:v>0.40320469949999999</c:v>
                </c:pt>
                <c:pt idx="364">
                  <c:v>0.34913886840000002</c:v>
                </c:pt>
                <c:pt idx="365">
                  <c:v>0.28900923709999998</c:v>
                </c:pt>
                <c:pt idx="366">
                  <c:v>0.24817659589999999</c:v>
                </c:pt>
                <c:pt idx="367">
                  <c:v>0.2295735357</c:v>
                </c:pt>
                <c:pt idx="368">
                  <c:v>0.22904777879999999</c:v>
                </c:pt>
                <c:pt idx="369">
                  <c:v>0.18841474480000001</c:v>
                </c:pt>
                <c:pt idx="370">
                  <c:v>0.14089139440000001</c:v>
                </c:pt>
                <c:pt idx="371">
                  <c:v>0.1024985888</c:v>
                </c:pt>
                <c:pt idx="372">
                  <c:v>9.5513562600000004E-2</c:v>
                </c:pt>
                <c:pt idx="373">
                  <c:v>0.10555327120000001</c:v>
                </c:pt>
                <c:pt idx="374">
                  <c:v>7.7493305600000006E-2</c:v>
                </c:pt>
                <c:pt idx="375">
                  <c:v>5.2825825700000002E-2</c:v>
                </c:pt>
                <c:pt idx="376">
                  <c:v>6.1296601300000003E-2</c:v>
                </c:pt>
                <c:pt idx="377">
                  <c:v>6.6680329299999994E-2</c:v>
                </c:pt>
                <c:pt idx="378">
                  <c:v>0.11352882540000001</c:v>
                </c:pt>
                <c:pt idx="379">
                  <c:v>0.1357876019</c:v>
                </c:pt>
                <c:pt idx="380">
                  <c:v>0.17144992710000001</c:v>
                </c:pt>
                <c:pt idx="381">
                  <c:v>0.1901140929</c:v>
                </c:pt>
                <c:pt idx="382">
                  <c:v>0.2218627175</c:v>
                </c:pt>
                <c:pt idx="383">
                  <c:v>0.17717490289999999</c:v>
                </c:pt>
                <c:pt idx="384">
                  <c:v>0.2240175827</c:v>
                </c:pt>
                <c:pt idx="385">
                  <c:v>0.2375079954</c:v>
                </c:pt>
                <c:pt idx="386">
                  <c:v>0.24008895299999999</c:v>
                </c:pt>
                <c:pt idx="387">
                  <c:v>0.25908445460000001</c:v>
                </c:pt>
                <c:pt idx="388">
                  <c:v>0.2795622619</c:v>
                </c:pt>
                <c:pt idx="389">
                  <c:v>0.31308707000000002</c:v>
                </c:pt>
                <c:pt idx="390">
                  <c:v>0.34551662729999999</c:v>
                </c:pt>
                <c:pt idx="391">
                  <c:v>0.36168566390000001</c:v>
                </c:pt>
                <c:pt idx="392">
                  <c:v>0.34605280449999998</c:v>
                </c:pt>
                <c:pt idx="393">
                  <c:v>0.3189227731</c:v>
                </c:pt>
                <c:pt idx="394">
                  <c:v>0.30078502229999998</c:v>
                </c:pt>
                <c:pt idx="395">
                  <c:v>0.29376262930000002</c:v>
                </c:pt>
                <c:pt idx="396">
                  <c:v>0.27713781529999998</c:v>
                </c:pt>
                <c:pt idx="397">
                  <c:v>0.26604058539999997</c:v>
                </c:pt>
                <c:pt idx="398">
                  <c:v>0.22886130499999999</c:v>
                </c:pt>
                <c:pt idx="399">
                  <c:v>0.16783929280000001</c:v>
                </c:pt>
                <c:pt idx="400">
                  <c:v>9.7926750000000007E-2</c:v>
                </c:pt>
                <c:pt idx="401">
                  <c:v>5.4016579699999998E-2</c:v>
                </c:pt>
                <c:pt idx="402">
                  <c:v>4.0046364299999998E-2</c:v>
                </c:pt>
                <c:pt idx="403">
                  <c:v>-4.0176303E-3</c:v>
                </c:pt>
                <c:pt idx="404">
                  <c:v>-5.1340652999999998E-3</c:v>
                </c:pt>
                <c:pt idx="405">
                  <c:v>-4.7576992399999997E-2</c:v>
                </c:pt>
                <c:pt idx="406">
                  <c:v>-5.9547090599999998E-2</c:v>
                </c:pt>
                <c:pt idx="407">
                  <c:v>-2.5677570800000001E-2</c:v>
                </c:pt>
                <c:pt idx="408">
                  <c:v>-2.0289363899999999E-2</c:v>
                </c:pt>
                <c:pt idx="409">
                  <c:v>-1.9575513100000001E-2</c:v>
                </c:pt>
                <c:pt idx="410">
                  <c:v>-5.05807718E-2</c:v>
                </c:pt>
                <c:pt idx="411">
                  <c:v>-6.1142040600000003E-2</c:v>
                </c:pt>
                <c:pt idx="412">
                  <c:v>-4.88383779E-2</c:v>
                </c:pt>
                <c:pt idx="413">
                  <c:v>9.9430270000000001E-3</c:v>
                </c:pt>
                <c:pt idx="414">
                  <c:v>2.45895275E-2</c:v>
                </c:pt>
                <c:pt idx="415">
                  <c:v>3.3765785700000002E-2</c:v>
                </c:pt>
                <c:pt idx="416">
                  <c:v>5.9807920299999998E-2</c:v>
                </c:pt>
                <c:pt idx="417">
                  <c:v>0.103576237</c:v>
                </c:pt>
                <c:pt idx="418">
                  <c:v>0.13004664760000001</c:v>
                </c:pt>
                <c:pt idx="419">
                  <c:v>0.15400123199999999</c:v>
                </c:pt>
                <c:pt idx="420">
                  <c:v>0.20563168800000001</c:v>
                </c:pt>
                <c:pt idx="421">
                  <c:v>0.26346063060000002</c:v>
                </c:pt>
                <c:pt idx="422">
                  <c:v>0.25307997710000002</c:v>
                </c:pt>
                <c:pt idx="423">
                  <c:v>0.21407704150000001</c:v>
                </c:pt>
                <c:pt idx="424">
                  <c:v>0.20157295210000001</c:v>
                </c:pt>
                <c:pt idx="425">
                  <c:v>0.2158138101</c:v>
                </c:pt>
                <c:pt idx="426">
                  <c:v>0.20744926029999999</c:v>
                </c:pt>
                <c:pt idx="427">
                  <c:v>0.1816787027</c:v>
                </c:pt>
                <c:pt idx="428">
                  <c:v>0.14206859129999999</c:v>
                </c:pt>
                <c:pt idx="429">
                  <c:v>0.1200140683</c:v>
                </c:pt>
                <c:pt idx="430">
                  <c:v>9.2544250600000003E-2</c:v>
                </c:pt>
                <c:pt idx="431">
                  <c:v>7.5994202400000002E-2</c:v>
                </c:pt>
                <c:pt idx="432">
                  <c:v>4.4096253600000003E-2</c:v>
                </c:pt>
                <c:pt idx="433">
                  <c:v>-6.6469624999999999E-3</c:v>
                </c:pt>
                <c:pt idx="434">
                  <c:v>-5.4697609000000001E-2</c:v>
                </c:pt>
                <c:pt idx="435">
                  <c:v>-3.6915258700000002E-2</c:v>
                </c:pt>
                <c:pt idx="436">
                  <c:v>-6.2195919799999999E-2</c:v>
                </c:pt>
                <c:pt idx="437">
                  <c:v>-0.1048212604</c:v>
                </c:pt>
                <c:pt idx="438">
                  <c:v>-0.17245960690000001</c:v>
                </c:pt>
                <c:pt idx="439">
                  <c:v>-0.23259902069999999</c:v>
                </c:pt>
                <c:pt idx="440">
                  <c:v>-0.28721994360000003</c:v>
                </c:pt>
                <c:pt idx="441">
                  <c:v>-0.35743476930000001</c:v>
                </c:pt>
                <c:pt idx="442">
                  <c:v>-0.41487881110000002</c:v>
                </c:pt>
                <c:pt idx="443">
                  <c:v>-0.3591786609</c:v>
                </c:pt>
                <c:pt idx="444">
                  <c:v>-0.26003117479999999</c:v>
                </c:pt>
                <c:pt idx="445">
                  <c:v>-0.19995939330000001</c:v>
                </c:pt>
                <c:pt idx="446">
                  <c:v>-0.1500438674</c:v>
                </c:pt>
                <c:pt idx="447">
                  <c:v>-9.6105688300000006E-2</c:v>
                </c:pt>
                <c:pt idx="448">
                  <c:v>-5.0178210000000001E-2</c:v>
                </c:pt>
                <c:pt idx="449">
                  <c:v>2.1230113599999999E-2</c:v>
                </c:pt>
                <c:pt idx="450">
                  <c:v>8.8212018899999994E-2</c:v>
                </c:pt>
                <c:pt idx="451">
                  <c:v>0.1909081614</c:v>
                </c:pt>
                <c:pt idx="452">
                  <c:v>0.32369804930000001</c:v>
                </c:pt>
                <c:pt idx="453">
                  <c:v>0.46092420620000002</c:v>
                </c:pt>
                <c:pt idx="454">
                  <c:v>0.62599106280000005</c:v>
                </c:pt>
                <c:pt idx="455">
                  <c:v>0.7808894811</c:v>
                </c:pt>
                <c:pt idx="456">
                  <c:v>0.90808991630000002</c:v>
                </c:pt>
                <c:pt idx="457">
                  <c:v>1.061763982</c:v>
                </c:pt>
                <c:pt idx="458">
                  <c:v>1.2252886506</c:v>
                </c:pt>
                <c:pt idx="459">
                  <c:v>1.4148807677999999</c:v>
                </c:pt>
                <c:pt idx="460">
                  <c:v>1.5960745214000001</c:v>
                </c:pt>
                <c:pt idx="461">
                  <c:v>1.7787361357</c:v>
                </c:pt>
                <c:pt idx="462">
                  <c:v>1.9511132768999999</c:v>
                </c:pt>
                <c:pt idx="463">
                  <c:v>2.0979768932999998</c:v>
                </c:pt>
                <c:pt idx="464">
                  <c:v>2.1778230953</c:v>
                </c:pt>
                <c:pt idx="465">
                  <c:v>2.2312385682000002</c:v>
                </c:pt>
                <c:pt idx="466">
                  <c:v>2.2893202629</c:v>
                </c:pt>
                <c:pt idx="467">
                  <c:v>2.3409544033</c:v>
                </c:pt>
                <c:pt idx="468">
                  <c:v>2.3873242393999998</c:v>
                </c:pt>
                <c:pt idx="469">
                  <c:v>2.4184065958000001</c:v>
                </c:pt>
                <c:pt idx="470">
                  <c:v>2.4227867033999999</c:v>
                </c:pt>
                <c:pt idx="471">
                  <c:v>2.4058251847999998</c:v>
                </c:pt>
                <c:pt idx="472">
                  <c:v>2.3892334435999998</c:v>
                </c:pt>
                <c:pt idx="473">
                  <c:v>2.3281950585</c:v>
                </c:pt>
                <c:pt idx="474">
                  <c:v>2.2725785191000001</c:v>
                </c:pt>
                <c:pt idx="475">
                  <c:v>2.1638560130000002</c:v>
                </c:pt>
                <c:pt idx="476">
                  <c:v>2.0519656512000002</c:v>
                </c:pt>
                <c:pt idx="477">
                  <c:v>1.9582164929000001</c:v>
                </c:pt>
                <c:pt idx="478">
                  <c:v>1.8519332956000001</c:v>
                </c:pt>
                <c:pt idx="479">
                  <c:v>1.7361582248</c:v>
                </c:pt>
                <c:pt idx="480">
                  <c:v>1.6271942619999999</c:v>
                </c:pt>
                <c:pt idx="481">
                  <c:v>1.5238703135</c:v>
                </c:pt>
                <c:pt idx="482">
                  <c:v>1.4402307011</c:v>
                </c:pt>
                <c:pt idx="483">
                  <c:v>1.3682224939000001</c:v>
                </c:pt>
                <c:pt idx="484">
                  <c:v>1.3095742860999999</c:v>
                </c:pt>
                <c:pt idx="485">
                  <c:v>1.2471167866999999</c:v>
                </c:pt>
                <c:pt idx="486">
                  <c:v>1.1895288684000001</c:v>
                </c:pt>
                <c:pt idx="487">
                  <c:v>1.1433248984</c:v>
                </c:pt>
                <c:pt idx="488">
                  <c:v>1.0557692330999999</c:v>
                </c:pt>
                <c:pt idx="489">
                  <c:v>0.9703572788</c:v>
                </c:pt>
                <c:pt idx="490">
                  <c:v>0.90901611609999999</c:v>
                </c:pt>
                <c:pt idx="491">
                  <c:v>0.83482902680000004</c:v>
                </c:pt>
                <c:pt idx="492">
                  <c:v>0.79725155940000003</c:v>
                </c:pt>
                <c:pt idx="493">
                  <c:v>0.73765206579999998</c:v>
                </c:pt>
                <c:pt idx="494">
                  <c:v>0.69297767460000004</c:v>
                </c:pt>
                <c:pt idx="495">
                  <c:v>0.63697160740000003</c:v>
                </c:pt>
                <c:pt idx="496">
                  <c:v>0.60685661260000001</c:v>
                </c:pt>
                <c:pt idx="497">
                  <c:v>0.57379158409999997</c:v>
                </c:pt>
                <c:pt idx="498">
                  <c:v>0.53893297740000001</c:v>
                </c:pt>
                <c:pt idx="499">
                  <c:v>0.51772529349999996</c:v>
                </c:pt>
                <c:pt idx="500">
                  <c:v>0.51544709359999996</c:v>
                </c:pt>
                <c:pt idx="501">
                  <c:v>0.50450092319999995</c:v>
                </c:pt>
                <c:pt idx="502">
                  <c:v>0.49958045639999998</c:v>
                </c:pt>
                <c:pt idx="503">
                  <c:v>0.47415923319999997</c:v>
                </c:pt>
                <c:pt idx="504">
                  <c:v>0.44279715339999998</c:v>
                </c:pt>
                <c:pt idx="505">
                  <c:v>0.4034977891</c:v>
                </c:pt>
                <c:pt idx="506">
                  <c:v>0.26210030880000001</c:v>
                </c:pt>
                <c:pt idx="507">
                  <c:v>0.12529063939999999</c:v>
                </c:pt>
                <c:pt idx="508">
                  <c:v>2.0485020199999999E-2</c:v>
                </c:pt>
                <c:pt idx="509">
                  <c:v>-3.6575258200000002E-2</c:v>
                </c:pt>
                <c:pt idx="510">
                  <c:v>-8.6237017799999996E-2</c:v>
                </c:pt>
                <c:pt idx="511">
                  <c:v>-0.14745854410000001</c:v>
                </c:pt>
                <c:pt idx="512">
                  <c:v>-0.19551564439999999</c:v>
                </c:pt>
                <c:pt idx="513">
                  <c:v>-0.23880174570000001</c:v>
                </c:pt>
                <c:pt idx="514">
                  <c:v>-0.30712670040000001</c:v>
                </c:pt>
                <c:pt idx="515">
                  <c:v>-0.39678208469999998</c:v>
                </c:pt>
                <c:pt idx="516">
                  <c:v>-0.48899939549999999</c:v>
                </c:pt>
                <c:pt idx="517">
                  <c:v>-0.56691438520000004</c:v>
                </c:pt>
                <c:pt idx="518">
                  <c:v>-0.64846218060000005</c:v>
                </c:pt>
                <c:pt idx="519">
                  <c:v>-0.74877390020000001</c:v>
                </c:pt>
                <c:pt idx="520">
                  <c:v>-0.83691849439999999</c:v>
                </c:pt>
                <c:pt idx="521">
                  <c:v>-0.94511084040000004</c:v>
                </c:pt>
                <c:pt idx="522">
                  <c:v>-1.0566258899000001</c:v>
                </c:pt>
                <c:pt idx="523">
                  <c:v>-1.1767790797</c:v>
                </c:pt>
                <c:pt idx="524">
                  <c:v>-1.2910430276</c:v>
                </c:pt>
                <c:pt idx="525">
                  <c:v>-1.426140695</c:v>
                </c:pt>
                <c:pt idx="526">
                  <c:v>-1.5611557913</c:v>
                </c:pt>
                <c:pt idx="527">
                  <c:v>-1.5862301602</c:v>
                </c:pt>
                <c:pt idx="528">
                  <c:v>-1.6329082778999999</c:v>
                </c:pt>
                <c:pt idx="529">
                  <c:v>-1.7047872945</c:v>
                </c:pt>
                <c:pt idx="530">
                  <c:v>-1.7903412064999999</c:v>
                </c:pt>
                <c:pt idx="531">
                  <c:v>-1.8749973781</c:v>
                </c:pt>
                <c:pt idx="532">
                  <c:v>-1.9250578282999999</c:v>
                </c:pt>
                <c:pt idx="533">
                  <c:v>-1.9933347659</c:v>
                </c:pt>
                <c:pt idx="534">
                  <c:v>-2.0806995820999998</c:v>
                </c:pt>
                <c:pt idx="535">
                  <c:v>-2.1454748506999999</c:v>
                </c:pt>
                <c:pt idx="536">
                  <c:v>-2.1931636515999999</c:v>
                </c:pt>
                <c:pt idx="537">
                  <c:v>-2.21761681</c:v>
                </c:pt>
                <c:pt idx="538">
                  <c:v>-2.2296502027999998</c:v>
                </c:pt>
                <c:pt idx="539">
                  <c:v>-2.2351863028999999</c:v>
                </c:pt>
                <c:pt idx="540">
                  <c:v>-2.2113447876999999</c:v>
                </c:pt>
                <c:pt idx="541">
                  <c:v>-2.2114724541999999</c:v>
                </c:pt>
                <c:pt idx="542">
                  <c:v>-2.1706461494</c:v>
                </c:pt>
                <c:pt idx="543">
                  <c:v>-2.1244057840999999</c:v>
                </c:pt>
                <c:pt idx="544">
                  <c:v>-2.0705641175</c:v>
                </c:pt>
                <c:pt idx="545">
                  <c:v>-1.9989386993</c:v>
                </c:pt>
                <c:pt idx="546">
                  <c:v>-1.9291090023999999</c:v>
                </c:pt>
                <c:pt idx="547">
                  <c:v>-1.8409239851999999</c:v>
                </c:pt>
                <c:pt idx="548">
                  <c:v>-1.7610120685999999</c:v>
                </c:pt>
                <c:pt idx="549">
                  <c:v>-1.6590461851</c:v>
                </c:pt>
                <c:pt idx="550">
                  <c:v>-1.543161936</c:v>
                </c:pt>
                <c:pt idx="551">
                  <c:v>-1.4069564292000001</c:v>
                </c:pt>
                <c:pt idx="552">
                  <c:v>-1.2831048837000001</c:v>
                </c:pt>
                <c:pt idx="553">
                  <c:v>-1.1652564701000001</c:v>
                </c:pt>
                <c:pt idx="554">
                  <c:v>-1.0499860579</c:v>
                </c:pt>
                <c:pt idx="555">
                  <c:v>-0.93474540169999998</c:v>
                </c:pt>
                <c:pt idx="556">
                  <c:v>-0.82934807249999998</c:v>
                </c:pt>
                <c:pt idx="557">
                  <c:v>-0.72714281960000005</c:v>
                </c:pt>
                <c:pt idx="558">
                  <c:v>-0.63312884930000002</c:v>
                </c:pt>
                <c:pt idx="559">
                  <c:v>-0.55999808760000003</c:v>
                </c:pt>
                <c:pt idx="560">
                  <c:v>-0.49937559939999998</c:v>
                </c:pt>
                <c:pt idx="561">
                  <c:v>-0.48747240590000002</c:v>
                </c:pt>
                <c:pt idx="562">
                  <c:v>-0.44989011340000001</c:v>
                </c:pt>
                <c:pt idx="563">
                  <c:v>-0.44014085530000002</c:v>
                </c:pt>
                <c:pt idx="564">
                  <c:v>-0.42707379890000002</c:v>
                </c:pt>
                <c:pt idx="565">
                  <c:v>-0.4472796148</c:v>
                </c:pt>
                <c:pt idx="566">
                  <c:v>-0.43985563249999998</c:v>
                </c:pt>
                <c:pt idx="567">
                  <c:v>-0.41870634600000001</c:v>
                </c:pt>
                <c:pt idx="568">
                  <c:v>-0.41666810469999999</c:v>
                </c:pt>
                <c:pt idx="569">
                  <c:v>-0.38864413510000001</c:v>
                </c:pt>
                <c:pt idx="570">
                  <c:v>-0.3694242143</c:v>
                </c:pt>
                <c:pt idx="571">
                  <c:v>-0.51351903919999997</c:v>
                </c:pt>
                <c:pt idx="572">
                  <c:v>-0.65780012710000002</c:v>
                </c:pt>
                <c:pt idx="573">
                  <c:v>-0.79679616499999995</c:v>
                </c:pt>
                <c:pt idx="574">
                  <c:v>-0.93315797040000004</c:v>
                </c:pt>
                <c:pt idx="575">
                  <c:v>-1.0445125349</c:v>
                </c:pt>
                <c:pt idx="576">
                  <c:v>-1.1591666352000001</c:v>
                </c:pt>
                <c:pt idx="577">
                  <c:v>-1.2786964804000001</c:v>
                </c:pt>
                <c:pt idx="578">
                  <c:v>-1.3814336587</c:v>
                </c:pt>
                <c:pt idx="579">
                  <c:v>-1.4824745547</c:v>
                </c:pt>
                <c:pt idx="580">
                  <c:v>-1.5779961404</c:v>
                </c:pt>
                <c:pt idx="581">
                  <c:v>-1.6849856012</c:v>
                </c:pt>
                <c:pt idx="582">
                  <c:v>-1.7617470796000001</c:v>
                </c:pt>
                <c:pt idx="583">
                  <c:v>-1.8687636631</c:v>
                </c:pt>
                <c:pt idx="584">
                  <c:v>-1.9705710460000001</c:v>
                </c:pt>
                <c:pt idx="585">
                  <c:v>-2.0638997239000001</c:v>
                </c:pt>
                <c:pt idx="586">
                  <c:v>-2.1322218030000002</c:v>
                </c:pt>
                <c:pt idx="587">
                  <c:v>-2.2330358711999998</c:v>
                </c:pt>
                <c:pt idx="588">
                  <c:v>-2.3305559655999999</c:v>
                </c:pt>
                <c:pt idx="589">
                  <c:v>-2.3955521865999998</c:v>
                </c:pt>
                <c:pt idx="590">
                  <c:v>-2.4898814673</c:v>
                </c:pt>
                <c:pt idx="591">
                  <c:v>-2.5921229641000001</c:v>
                </c:pt>
                <c:pt idx="592">
                  <c:v>-2.5380092463000001</c:v>
                </c:pt>
                <c:pt idx="593">
                  <c:v>-2.5061869347000001</c:v>
                </c:pt>
                <c:pt idx="594">
                  <c:v>-2.4561609532999999</c:v>
                </c:pt>
                <c:pt idx="595">
                  <c:v>-2.4056533676999998</c:v>
                </c:pt>
                <c:pt idx="596">
                  <c:v>-2.3770559218999998</c:v>
                </c:pt>
                <c:pt idx="597">
                  <c:v>-2.3501928846000002</c:v>
                </c:pt>
                <c:pt idx="598">
                  <c:v>-2.3008634887000001</c:v>
                </c:pt>
                <c:pt idx="599">
                  <c:v>-2.2337973983000001</c:v>
                </c:pt>
                <c:pt idx="600">
                  <c:v>-2.1607881003</c:v>
                </c:pt>
                <c:pt idx="601">
                  <c:v>-2.0740220085000001</c:v>
                </c:pt>
                <c:pt idx="602">
                  <c:v>-1.9771254827</c:v>
                </c:pt>
                <c:pt idx="603">
                  <c:v>-1.8466542742000001</c:v>
                </c:pt>
                <c:pt idx="604">
                  <c:v>-1.7174390054999999</c:v>
                </c:pt>
                <c:pt idx="605">
                  <c:v>-1.6068297848999999</c:v>
                </c:pt>
                <c:pt idx="606">
                  <c:v>-1.5131507359</c:v>
                </c:pt>
                <c:pt idx="607">
                  <c:v>-1.4064223862</c:v>
                </c:pt>
                <c:pt idx="608">
                  <c:v>-1.3323996388999999</c:v>
                </c:pt>
                <c:pt idx="609">
                  <c:v>-1.2587601772000001</c:v>
                </c:pt>
                <c:pt idx="610">
                  <c:v>-1.1877806282000001</c:v>
                </c:pt>
                <c:pt idx="611">
                  <c:v>-1.0978492957999999</c:v>
                </c:pt>
                <c:pt idx="612">
                  <c:v>-1.0247934609</c:v>
                </c:pt>
                <c:pt idx="613">
                  <c:v>-0.95001690449999998</c:v>
                </c:pt>
                <c:pt idx="614">
                  <c:v>-0.86820910409999996</c:v>
                </c:pt>
                <c:pt idx="615">
                  <c:v>-0.79716152770000004</c:v>
                </c:pt>
                <c:pt idx="616">
                  <c:v>-0.74988142670000002</c:v>
                </c:pt>
                <c:pt idx="617">
                  <c:v>-0.67657756309999995</c:v>
                </c:pt>
                <c:pt idx="618">
                  <c:v>-0.61534219300000004</c:v>
                </c:pt>
                <c:pt idx="619">
                  <c:v>-0.55171696810000004</c:v>
                </c:pt>
                <c:pt idx="620">
                  <c:v>-0.50374655589999995</c:v>
                </c:pt>
                <c:pt idx="621">
                  <c:v>-0.47783807140000001</c:v>
                </c:pt>
                <c:pt idx="622">
                  <c:v>-0.43053606370000003</c:v>
                </c:pt>
                <c:pt idx="623">
                  <c:v>-0.41610542099999998</c:v>
                </c:pt>
                <c:pt idx="624">
                  <c:v>-0.41808826310000002</c:v>
                </c:pt>
                <c:pt idx="625">
                  <c:v>-0.40458922990000001</c:v>
                </c:pt>
                <c:pt idx="626">
                  <c:v>-0.35721080630000002</c:v>
                </c:pt>
                <c:pt idx="627">
                  <c:v>-0.31230994159999997</c:v>
                </c:pt>
                <c:pt idx="628">
                  <c:v>-0.30317461379999999</c:v>
                </c:pt>
                <c:pt idx="629">
                  <c:v>-0.24758162149999999</c:v>
                </c:pt>
                <c:pt idx="630">
                  <c:v>-0.19418252350000001</c:v>
                </c:pt>
                <c:pt idx="631">
                  <c:v>-0.13943416889999999</c:v>
                </c:pt>
                <c:pt idx="632">
                  <c:v>-0.1032857925</c:v>
                </c:pt>
                <c:pt idx="633">
                  <c:v>-8.5948339799999995E-2</c:v>
                </c:pt>
                <c:pt idx="634">
                  <c:v>-7.1346783699999999E-2</c:v>
                </c:pt>
                <c:pt idx="635">
                  <c:v>-3.92991122E-2</c:v>
                </c:pt>
                <c:pt idx="636">
                  <c:v>-1.43694719E-2</c:v>
                </c:pt>
                <c:pt idx="637">
                  <c:v>1.5236574100000001E-2</c:v>
                </c:pt>
                <c:pt idx="638">
                  <c:v>3.6646333900000001E-2</c:v>
                </c:pt>
                <c:pt idx="639">
                  <c:v>7.0097192500000002E-2</c:v>
                </c:pt>
                <c:pt idx="640">
                  <c:v>9.1953045100000005E-2</c:v>
                </c:pt>
                <c:pt idx="641">
                  <c:v>0.1130673994</c:v>
                </c:pt>
                <c:pt idx="642">
                  <c:v>0.13506862210000001</c:v>
                </c:pt>
                <c:pt idx="643">
                  <c:v>9.4282304900000002E-2</c:v>
                </c:pt>
                <c:pt idx="644">
                  <c:v>7.8420502399999995E-2</c:v>
                </c:pt>
                <c:pt idx="645">
                  <c:v>3.89397036E-2</c:v>
                </c:pt>
                <c:pt idx="646">
                  <c:v>-2.234448E-4</c:v>
                </c:pt>
                <c:pt idx="647">
                  <c:v>-3.69165022E-2</c:v>
                </c:pt>
                <c:pt idx="648">
                  <c:v>-6.27284392E-2</c:v>
                </c:pt>
                <c:pt idx="649">
                  <c:v>-8.62036677E-2</c:v>
                </c:pt>
                <c:pt idx="650">
                  <c:v>-0.131927672</c:v>
                </c:pt>
                <c:pt idx="651">
                  <c:v>-0.15196790730000001</c:v>
                </c:pt>
                <c:pt idx="652">
                  <c:v>-0.19326530650000001</c:v>
                </c:pt>
                <c:pt idx="653">
                  <c:v>-0.2343712114</c:v>
                </c:pt>
                <c:pt idx="654">
                  <c:v>-0.24939632370000001</c:v>
                </c:pt>
                <c:pt idx="655">
                  <c:v>-0.27553829460000001</c:v>
                </c:pt>
                <c:pt idx="656">
                  <c:v>-0.30544677170000001</c:v>
                </c:pt>
                <c:pt idx="657">
                  <c:v>-0.32867932900000002</c:v>
                </c:pt>
                <c:pt idx="658">
                  <c:v>-0.35637650570000001</c:v>
                </c:pt>
                <c:pt idx="659">
                  <c:v>-0.38013559299999999</c:v>
                </c:pt>
                <c:pt idx="660">
                  <c:v>-0.41669576739999997</c:v>
                </c:pt>
                <c:pt idx="661">
                  <c:v>-0.44238811770000003</c:v>
                </c:pt>
                <c:pt idx="662">
                  <c:v>-0.47116364459999999</c:v>
                </c:pt>
                <c:pt idx="663">
                  <c:v>-0.4874293435</c:v>
                </c:pt>
                <c:pt idx="664">
                  <c:v>-0.48742721300000003</c:v>
                </c:pt>
                <c:pt idx="665">
                  <c:v>-0.47804797040000002</c:v>
                </c:pt>
                <c:pt idx="666">
                  <c:v>-0.4682104064</c:v>
                </c:pt>
                <c:pt idx="667">
                  <c:v>-0.45850614989999999</c:v>
                </c:pt>
                <c:pt idx="668">
                  <c:v>-0.47142372069999999</c:v>
                </c:pt>
                <c:pt idx="669">
                  <c:v>-0.48521889899999998</c:v>
                </c:pt>
                <c:pt idx="670">
                  <c:v>-0.4749658403</c:v>
                </c:pt>
                <c:pt idx="671">
                  <c:v>-0.44794382529999999</c:v>
                </c:pt>
                <c:pt idx="672">
                  <c:v>-0.43747745729999998</c:v>
                </c:pt>
                <c:pt idx="673">
                  <c:v>-0.4149973844</c:v>
                </c:pt>
                <c:pt idx="674">
                  <c:v>-0.39974721099999999</c:v>
                </c:pt>
                <c:pt idx="675">
                  <c:v>-0.37025759800000002</c:v>
                </c:pt>
                <c:pt idx="676">
                  <c:v>-0.32405277129999999</c:v>
                </c:pt>
                <c:pt idx="677">
                  <c:v>-0.28674422770000002</c:v>
                </c:pt>
                <c:pt idx="678">
                  <c:v>-0.25470508060000002</c:v>
                </c:pt>
                <c:pt idx="679">
                  <c:v>-0.2281985107</c:v>
                </c:pt>
                <c:pt idx="680">
                  <c:v>-0.2092995506</c:v>
                </c:pt>
                <c:pt idx="681">
                  <c:v>-0.15512373060000001</c:v>
                </c:pt>
                <c:pt idx="682">
                  <c:v>-0.1063300836</c:v>
                </c:pt>
                <c:pt idx="683">
                  <c:v>-5.78559539E-2</c:v>
                </c:pt>
                <c:pt idx="684">
                  <c:v>-1.01803039E-2</c:v>
                </c:pt>
                <c:pt idx="685">
                  <c:v>3.4069826400000003E-2</c:v>
                </c:pt>
                <c:pt idx="686">
                  <c:v>9.1188415100000003E-2</c:v>
                </c:pt>
                <c:pt idx="687">
                  <c:v>0.152516505</c:v>
                </c:pt>
                <c:pt idx="688">
                  <c:v>0.21499486770000001</c:v>
                </c:pt>
                <c:pt idx="689">
                  <c:v>0.2748554218</c:v>
                </c:pt>
                <c:pt idx="690">
                  <c:v>0.31967031489999997</c:v>
                </c:pt>
                <c:pt idx="691">
                  <c:v>0.3671128159</c:v>
                </c:pt>
                <c:pt idx="692">
                  <c:v>0.41173931959999999</c:v>
                </c:pt>
                <c:pt idx="693">
                  <c:v>0.45608023710000001</c:v>
                </c:pt>
                <c:pt idx="694">
                  <c:v>0.48577143610000001</c:v>
                </c:pt>
                <c:pt idx="695">
                  <c:v>0.52309692750000003</c:v>
                </c:pt>
                <c:pt idx="696">
                  <c:v>0.55376031619999999</c:v>
                </c:pt>
                <c:pt idx="697">
                  <c:v>0.58308715280000001</c:v>
                </c:pt>
                <c:pt idx="698">
                  <c:v>0.59159117969999997</c:v>
                </c:pt>
                <c:pt idx="699">
                  <c:v>0.59293211820000002</c:v>
                </c:pt>
                <c:pt idx="700">
                  <c:v>0.62361501890000004</c:v>
                </c:pt>
                <c:pt idx="701">
                  <c:v>0.65886166170000005</c:v>
                </c:pt>
                <c:pt idx="702">
                  <c:v>0.66271579290000004</c:v>
                </c:pt>
                <c:pt idx="703">
                  <c:v>0.66522918269999998</c:v>
                </c:pt>
                <c:pt idx="704">
                  <c:v>0.66030107360000001</c:v>
                </c:pt>
                <c:pt idx="705">
                  <c:v>0.63947848389999995</c:v>
                </c:pt>
                <c:pt idx="706">
                  <c:v>0.60728967060000005</c:v>
                </c:pt>
                <c:pt idx="707">
                  <c:v>0.58735296319999997</c:v>
                </c:pt>
                <c:pt idx="708">
                  <c:v>0.57033745479999998</c:v>
                </c:pt>
                <c:pt idx="709">
                  <c:v>0.56204796859999995</c:v>
                </c:pt>
                <c:pt idx="710">
                  <c:v>0.56778399820000003</c:v>
                </c:pt>
                <c:pt idx="711">
                  <c:v>0.58507832230000001</c:v>
                </c:pt>
                <c:pt idx="712">
                  <c:v>0.60131438469999998</c:v>
                </c:pt>
                <c:pt idx="713">
                  <c:v>0.61129278050000002</c:v>
                </c:pt>
                <c:pt idx="714">
                  <c:v>0.63492313680000001</c:v>
                </c:pt>
                <c:pt idx="715">
                  <c:v>0.65354547969999999</c:v>
                </c:pt>
                <c:pt idx="716">
                  <c:v>0.68446814519999999</c:v>
                </c:pt>
                <c:pt idx="717">
                  <c:v>0.73719228349999999</c:v>
                </c:pt>
                <c:pt idx="718">
                  <c:v>0.76836181299999995</c:v>
                </c:pt>
                <c:pt idx="719">
                  <c:v>0.82333496149999996</c:v>
                </c:pt>
                <c:pt idx="720">
                  <c:v>0.89992969199999995</c:v>
                </c:pt>
                <c:pt idx="721">
                  <c:v>0.94258876189999996</c:v>
                </c:pt>
                <c:pt idx="722">
                  <c:v>0.96437030440000004</c:v>
                </c:pt>
                <c:pt idx="723">
                  <c:v>0.98389706610000005</c:v>
                </c:pt>
                <c:pt idx="724">
                  <c:v>1.0104786837999999</c:v>
                </c:pt>
                <c:pt idx="725">
                  <c:v>1.0135775278000001</c:v>
                </c:pt>
                <c:pt idx="726">
                  <c:v>1.0210297967999999</c:v>
                </c:pt>
                <c:pt idx="727">
                  <c:v>0.96735385019999998</c:v>
                </c:pt>
                <c:pt idx="728">
                  <c:v>0.91629935819999997</c:v>
                </c:pt>
                <c:pt idx="729">
                  <c:v>0.86112235169999995</c:v>
                </c:pt>
                <c:pt idx="730">
                  <c:v>0.85246695750000001</c:v>
                </c:pt>
                <c:pt idx="731">
                  <c:v>0.82129856209999996</c:v>
                </c:pt>
                <c:pt idx="732">
                  <c:v>0.79051705640000003</c:v>
                </c:pt>
                <c:pt idx="733">
                  <c:v>0.74029016410000004</c:v>
                </c:pt>
                <c:pt idx="734">
                  <c:v>0.69966842650000005</c:v>
                </c:pt>
                <c:pt idx="735">
                  <c:v>0.63149130840000001</c:v>
                </c:pt>
                <c:pt idx="736">
                  <c:v>0.56243905640000003</c:v>
                </c:pt>
                <c:pt idx="737">
                  <c:v>0.4665478529</c:v>
                </c:pt>
                <c:pt idx="738">
                  <c:v>0.3836610735</c:v>
                </c:pt>
                <c:pt idx="739">
                  <c:v>0.30936539619999998</c:v>
                </c:pt>
                <c:pt idx="740">
                  <c:v>0.23502139120000001</c:v>
                </c:pt>
                <c:pt idx="741">
                  <c:v>0.16246939899999999</c:v>
                </c:pt>
                <c:pt idx="742">
                  <c:v>7.7179310500000001E-2</c:v>
                </c:pt>
                <c:pt idx="743">
                  <c:v>4.7380927999999996E-3</c:v>
                </c:pt>
                <c:pt idx="744">
                  <c:v>-6.01447409E-2</c:v>
                </c:pt>
                <c:pt idx="745">
                  <c:v>-0.1377824165</c:v>
                </c:pt>
                <c:pt idx="746">
                  <c:v>-0.19234869090000001</c:v>
                </c:pt>
                <c:pt idx="747">
                  <c:v>-0.23605332239999999</c:v>
                </c:pt>
                <c:pt idx="748">
                  <c:v>-0.19220855989999999</c:v>
                </c:pt>
                <c:pt idx="749">
                  <c:v>-0.18254080180000001</c:v>
                </c:pt>
                <c:pt idx="750">
                  <c:v>-0.19192775079999999</c:v>
                </c:pt>
                <c:pt idx="751">
                  <c:v>-0.25221366140000001</c:v>
                </c:pt>
                <c:pt idx="752">
                  <c:v>-0.30660607290000003</c:v>
                </c:pt>
                <c:pt idx="753">
                  <c:v>-0.37309063170000001</c:v>
                </c:pt>
                <c:pt idx="754">
                  <c:v>-0.42744251919999998</c:v>
                </c:pt>
                <c:pt idx="755">
                  <c:v>-0.50060271609999996</c:v>
                </c:pt>
                <c:pt idx="756">
                  <c:v>-0.55190677389999998</c:v>
                </c:pt>
                <c:pt idx="757">
                  <c:v>-0.6027634784</c:v>
                </c:pt>
                <c:pt idx="758">
                  <c:v>-0.62659667200000002</c:v>
                </c:pt>
                <c:pt idx="759">
                  <c:v>-0.68490805759999995</c:v>
                </c:pt>
                <c:pt idx="760">
                  <c:v>-0.73333745760000002</c:v>
                </c:pt>
                <c:pt idx="761">
                  <c:v>-0.79019800230000004</c:v>
                </c:pt>
                <c:pt idx="762">
                  <c:v>-0.85372900259999995</c:v>
                </c:pt>
                <c:pt idx="763">
                  <c:v>-0.90078431000000003</c:v>
                </c:pt>
                <c:pt idx="764">
                  <c:v>-0.94413235090000003</c:v>
                </c:pt>
                <c:pt idx="765">
                  <c:v>-0.98562715089999997</c:v>
                </c:pt>
                <c:pt idx="766">
                  <c:v>-1.0000495763999999</c:v>
                </c:pt>
                <c:pt idx="767">
                  <c:v>-1.0208785789000001</c:v>
                </c:pt>
                <c:pt idx="768">
                  <c:v>-1.0563288476999999</c:v>
                </c:pt>
                <c:pt idx="769">
                  <c:v>-1.1034426389000001</c:v>
                </c:pt>
                <c:pt idx="770">
                  <c:v>-1.1274647368999999</c:v>
                </c:pt>
                <c:pt idx="771">
                  <c:v>-1.1152266986999999</c:v>
                </c:pt>
                <c:pt idx="772">
                  <c:v>-1.1068340724000001</c:v>
                </c:pt>
                <c:pt idx="773">
                  <c:v>-1.0877502448</c:v>
                </c:pt>
                <c:pt idx="774">
                  <c:v>-1.0608647928999999</c:v>
                </c:pt>
                <c:pt idx="775">
                  <c:v>-1.0454568877999999</c:v>
                </c:pt>
                <c:pt idx="776">
                  <c:v>-1.0353247082999999</c:v>
                </c:pt>
                <c:pt idx="777">
                  <c:v>-1.0180944141999999</c:v>
                </c:pt>
                <c:pt idx="778">
                  <c:v>-1.0074274385999999</c:v>
                </c:pt>
                <c:pt idx="779">
                  <c:v>-1.0212520860000001</c:v>
                </c:pt>
                <c:pt idx="780">
                  <c:v>-1.020336554</c:v>
                </c:pt>
                <c:pt idx="781">
                  <c:v>-1.0154808610999999</c:v>
                </c:pt>
                <c:pt idx="782">
                  <c:v>-0.99616374370000005</c:v>
                </c:pt>
                <c:pt idx="783">
                  <c:v>-0.99711230149999996</c:v>
                </c:pt>
                <c:pt idx="784">
                  <c:v>-0.9861821744</c:v>
                </c:pt>
                <c:pt idx="785">
                  <c:v>-0.97030294930000005</c:v>
                </c:pt>
                <c:pt idx="786">
                  <c:v>-0.96620550589999998</c:v>
                </c:pt>
                <c:pt idx="787">
                  <c:v>-0.9847462575</c:v>
                </c:pt>
                <c:pt idx="788">
                  <c:v>-0.99154846100000005</c:v>
                </c:pt>
                <c:pt idx="789">
                  <c:v>-0.9682319895</c:v>
                </c:pt>
                <c:pt idx="790">
                  <c:v>-0.94265144440000004</c:v>
                </c:pt>
                <c:pt idx="791">
                  <c:v>-0.93514790660000002</c:v>
                </c:pt>
                <c:pt idx="792">
                  <c:v>-0.9287633823</c:v>
                </c:pt>
                <c:pt idx="793">
                  <c:v>-0.91240902089999998</c:v>
                </c:pt>
                <c:pt idx="794">
                  <c:v>-0.90735533989999995</c:v>
                </c:pt>
                <c:pt idx="795">
                  <c:v>-0.92032554070000006</c:v>
                </c:pt>
                <c:pt idx="796">
                  <c:v>-0.93882604729999997</c:v>
                </c:pt>
                <c:pt idx="797">
                  <c:v>-0.94790601839999999</c:v>
                </c:pt>
                <c:pt idx="798">
                  <c:v>-0.96953263290000002</c:v>
                </c:pt>
                <c:pt idx="799">
                  <c:v>-0.97173585750000002</c:v>
                </c:pt>
                <c:pt idx="800">
                  <c:v>-0.95247237579999999</c:v>
                </c:pt>
                <c:pt idx="801">
                  <c:v>-0.94410305900000002</c:v>
                </c:pt>
                <c:pt idx="802">
                  <c:v>-0.94157158389999995</c:v>
                </c:pt>
                <c:pt idx="803">
                  <c:v>-0.93642572869999996</c:v>
                </c:pt>
                <c:pt idx="804">
                  <c:v>-0.89913740090000005</c:v>
                </c:pt>
                <c:pt idx="805">
                  <c:v>-0.86220226789999999</c:v>
                </c:pt>
                <c:pt idx="806">
                  <c:v>-0.83253649350000003</c:v>
                </c:pt>
                <c:pt idx="807">
                  <c:v>-0.78680683890000003</c:v>
                </c:pt>
                <c:pt idx="808">
                  <c:v>-0.74580880120000004</c:v>
                </c:pt>
                <c:pt idx="809">
                  <c:v>-0.71287149930000004</c:v>
                </c:pt>
                <c:pt idx="810">
                  <c:v>-0.69407027489999995</c:v>
                </c:pt>
                <c:pt idx="811">
                  <c:v>-0.67910801340000004</c:v>
                </c:pt>
                <c:pt idx="812">
                  <c:v>-0.65142239570000005</c:v>
                </c:pt>
                <c:pt idx="813">
                  <c:v>-0.64542212850000003</c:v>
                </c:pt>
                <c:pt idx="814">
                  <c:v>-0.64143723389999996</c:v>
                </c:pt>
                <c:pt idx="815">
                  <c:v>-0.62879111499999996</c:v>
                </c:pt>
                <c:pt idx="816">
                  <c:v>-0.60033203710000005</c:v>
                </c:pt>
                <c:pt idx="817">
                  <c:v>-0.55938391200000004</c:v>
                </c:pt>
                <c:pt idx="818">
                  <c:v>-0.52134251269999998</c:v>
                </c:pt>
                <c:pt idx="819">
                  <c:v>-0.50376213719999996</c:v>
                </c:pt>
                <c:pt idx="820">
                  <c:v>-0.55016665539999998</c:v>
                </c:pt>
                <c:pt idx="821">
                  <c:v>-0.6190547408</c:v>
                </c:pt>
                <c:pt idx="822">
                  <c:v>-0.68461961780000002</c:v>
                </c:pt>
                <c:pt idx="823">
                  <c:v>-0.75968919260000001</c:v>
                </c:pt>
                <c:pt idx="824">
                  <c:v>-0.82864457300000005</c:v>
                </c:pt>
                <c:pt idx="825">
                  <c:v>-0.89878905200000003</c:v>
                </c:pt>
                <c:pt idx="826">
                  <c:v>-0.96128729270000002</c:v>
                </c:pt>
                <c:pt idx="827">
                  <c:v>-1.0279192671999999</c:v>
                </c:pt>
                <c:pt idx="828">
                  <c:v>-1.0847800606</c:v>
                </c:pt>
                <c:pt idx="829">
                  <c:v>-1.1344116557999999</c:v>
                </c:pt>
                <c:pt idx="830">
                  <c:v>-1.1769049009000001</c:v>
                </c:pt>
                <c:pt idx="831">
                  <c:v>-1.229580297</c:v>
                </c:pt>
                <c:pt idx="832">
                  <c:v>-1.2683825382</c:v>
                </c:pt>
                <c:pt idx="833">
                  <c:v>-1.31046642</c:v>
                </c:pt>
                <c:pt idx="834">
                  <c:v>-1.3310419707000001</c:v>
                </c:pt>
                <c:pt idx="835">
                  <c:v>-1.3595653365</c:v>
                </c:pt>
                <c:pt idx="836">
                  <c:v>-1.4081291019</c:v>
                </c:pt>
                <c:pt idx="837">
                  <c:v>-1.4377509986999999</c:v>
                </c:pt>
                <c:pt idx="838">
                  <c:v>-1.4772372468999999</c:v>
                </c:pt>
                <c:pt idx="839">
                  <c:v>-1.5173413255999999</c:v>
                </c:pt>
                <c:pt idx="840">
                  <c:v>-1.5343410851999999</c:v>
                </c:pt>
                <c:pt idx="841">
                  <c:v>-1.4782145215</c:v>
                </c:pt>
                <c:pt idx="842">
                  <c:v>-1.3951935856</c:v>
                </c:pt>
                <c:pt idx="843">
                  <c:v>-1.3276388414</c:v>
                </c:pt>
                <c:pt idx="844">
                  <c:v>-1.2535194346</c:v>
                </c:pt>
                <c:pt idx="845">
                  <c:v>-1.2031710762000001</c:v>
                </c:pt>
                <c:pt idx="846">
                  <c:v>-1.1608869717000001</c:v>
                </c:pt>
                <c:pt idx="847">
                  <c:v>-1.1238122720999999</c:v>
                </c:pt>
                <c:pt idx="848">
                  <c:v>-1.0768640099</c:v>
                </c:pt>
                <c:pt idx="849">
                  <c:v>-1.0219434888000001</c:v>
                </c:pt>
                <c:pt idx="850">
                  <c:v>-0.98515095539999997</c:v>
                </c:pt>
                <c:pt idx="851">
                  <c:v>-0.94076995009999997</c:v>
                </c:pt>
                <c:pt idx="852">
                  <c:v>-0.89294662979999995</c:v>
                </c:pt>
                <c:pt idx="853">
                  <c:v>-0.85749364370000003</c:v>
                </c:pt>
                <c:pt idx="854">
                  <c:v>-0.82771380299999997</c:v>
                </c:pt>
                <c:pt idx="855">
                  <c:v>-0.8361905396</c:v>
                </c:pt>
                <c:pt idx="856">
                  <c:v>-0.84455956799999998</c:v>
                </c:pt>
                <c:pt idx="857">
                  <c:v>-0.83801225830000003</c:v>
                </c:pt>
                <c:pt idx="858">
                  <c:v>-0.84622833539999998</c:v>
                </c:pt>
                <c:pt idx="859">
                  <c:v>-0.84367558440000001</c:v>
                </c:pt>
                <c:pt idx="860">
                  <c:v>-0.82692886249999997</c:v>
                </c:pt>
                <c:pt idx="861">
                  <c:v>-0.81503596820000002</c:v>
                </c:pt>
                <c:pt idx="862">
                  <c:v>-0.82102604459999995</c:v>
                </c:pt>
                <c:pt idx="863">
                  <c:v>-0.85366502980000003</c:v>
                </c:pt>
                <c:pt idx="864">
                  <c:v>-0.85872238450000005</c:v>
                </c:pt>
                <c:pt idx="865">
                  <c:v>-0.85154802799999996</c:v>
                </c:pt>
                <c:pt idx="866">
                  <c:v>-0.82887110519999996</c:v>
                </c:pt>
                <c:pt idx="867">
                  <c:v>-0.80580829070000004</c:v>
                </c:pt>
                <c:pt idx="868">
                  <c:v>-0.78748895409999997</c:v>
                </c:pt>
                <c:pt idx="869">
                  <c:v>-0.78148753319999997</c:v>
                </c:pt>
                <c:pt idx="870">
                  <c:v>-0.78896861409999997</c:v>
                </c:pt>
                <c:pt idx="871">
                  <c:v>-0.77775595119999996</c:v>
                </c:pt>
                <c:pt idx="872">
                  <c:v>-0.76999497689999996</c:v>
                </c:pt>
                <c:pt idx="873">
                  <c:v>-0.74731811309999996</c:v>
                </c:pt>
                <c:pt idx="874">
                  <c:v>-0.72550876279999998</c:v>
                </c:pt>
                <c:pt idx="875">
                  <c:v>-0.70690680299999997</c:v>
                </c:pt>
                <c:pt idx="876">
                  <c:v>-0.67709099589999999</c:v>
                </c:pt>
                <c:pt idx="877">
                  <c:v>-0.63938951779999997</c:v>
                </c:pt>
                <c:pt idx="878">
                  <c:v>-0.561152863</c:v>
                </c:pt>
                <c:pt idx="879">
                  <c:v>-0.48429071420000003</c:v>
                </c:pt>
                <c:pt idx="880">
                  <c:v>-0.40156138990000001</c:v>
                </c:pt>
                <c:pt idx="881">
                  <c:v>-0.31924494069999998</c:v>
                </c:pt>
                <c:pt idx="882">
                  <c:v>-0.24192020910000001</c:v>
                </c:pt>
                <c:pt idx="883">
                  <c:v>-0.16686273500000001</c:v>
                </c:pt>
                <c:pt idx="884">
                  <c:v>-7.3721738999999994E-2</c:v>
                </c:pt>
                <c:pt idx="885">
                  <c:v>1.6628178099999998E-2</c:v>
                </c:pt>
                <c:pt idx="886">
                  <c:v>9.6921168399999993E-2</c:v>
                </c:pt>
                <c:pt idx="887">
                  <c:v>0.15531539580000001</c:v>
                </c:pt>
                <c:pt idx="888">
                  <c:v>0.2028010539</c:v>
                </c:pt>
                <c:pt idx="889">
                  <c:v>0.26118138349999998</c:v>
                </c:pt>
                <c:pt idx="890">
                  <c:v>0.33789999970000001</c:v>
                </c:pt>
                <c:pt idx="891">
                  <c:v>0.40295027309999998</c:v>
                </c:pt>
                <c:pt idx="892">
                  <c:v>0.47721439539999999</c:v>
                </c:pt>
                <c:pt idx="893">
                  <c:v>0.53275800019999997</c:v>
                </c:pt>
                <c:pt idx="894">
                  <c:v>0.58188426270000004</c:v>
                </c:pt>
                <c:pt idx="895">
                  <c:v>0.60873699960000005</c:v>
                </c:pt>
                <c:pt idx="896">
                  <c:v>0.63537662409999995</c:v>
                </c:pt>
                <c:pt idx="897">
                  <c:v>0.65915595490000001</c:v>
                </c:pt>
                <c:pt idx="898">
                  <c:v>0.69513081840000002</c:v>
                </c:pt>
                <c:pt idx="899">
                  <c:v>0.7085362194</c:v>
                </c:pt>
                <c:pt idx="900">
                  <c:v>0.7188981203</c:v>
                </c:pt>
                <c:pt idx="901">
                  <c:v>0.73685412620000001</c:v>
                </c:pt>
                <c:pt idx="902">
                  <c:v>0.72905882150000001</c:v>
                </c:pt>
                <c:pt idx="903">
                  <c:v>0.72158257370000001</c:v>
                </c:pt>
                <c:pt idx="904">
                  <c:v>0.74408843609999997</c:v>
                </c:pt>
                <c:pt idx="905">
                  <c:v>0.73962102969999999</c:v>
                </c:pt>
                <c:pt idx="906">
                  <c:v>0.71988256340000001</c:v>
                </c:pt>
                <c:pt idx="907">
                  <c:v>0.71531987269999997</c:v>
                </c:pt>
                <c:pt idx="908">
                  <c:v>0.72093839709999996</c:v>
                </c:pt>
                <c:pt idx="909">
                  <c:v>0.71904369690000003</c:v>
                </c:pt>
                <c:pt idx="910">
                  <c:v>0.71622287210000002</c:v>
                </c:pt>
                <c:pt idx="911">
                  <c:v>0.70592048679999997</c:v>
                </c:pt>
                <c:pt idx="912">
                  <c:v>0.70562549419999998</c:v>
                </c:pt>
                <c:pt idx="913">
                  <c:v>0.69601247489999996</c:v>
                </c:pt>
                <c:pt idx="914">
                  <c:v>0.71197188060000005</c:v>
                </c:pt>
                <c:pt idx="915">
                  <c:v>0.73572910309999995</c:v>
                </c:pt>
                <c:pt idx="916">
                  <c:v>0.7743421076</c:v>
                </c:pt>
                <c:pt idx="917">
                  <c:v>0.83778813900000004</c:v>
                </c:pt>
                <c:pt idx="918">
                  <c:v>0.89278462430000005</c:v>
                </c:pt>
                <c:pt idx="919">
                  <c:v>0.93015900419999997</c:v>
                </c:pt>
                <c:pt idx="920">
                  <c:v>0.94921739469999999</c:v>
                </c:pt>
                <c:pt idx="921">
                  <c:v>0.98454348979999995</c:v>
                </c:pt>
                <c:pt idx="922">
                  <c:v>0.97480887589999998</c:v>
                </c:pt>
                <c:pt idx="923">
                  <c:v>0.94441756750000005</c:v>
                </c:pt>
                <c:pt idx="924">
                  <c:v>0.92250537690000001</c:v>
                </c:pt>
                <c:pt idx="925">
                  <c:v>0.85682057700000003</c:v>
                </c:pt>
                <c:pt idx="926">
                  <c:v>0.81112048319999996</c:v>
                </c:pt>
                <c:pt idx="927">
                  <c:v>0.75564231609999999</c:v>
                </c:pt>
                <c:pt idx="928">
                  <c:v>0.69542682440000003</c:v>
                </c:pt>
                <c:pt idx="929">
                  <c:v>0.64221367519999994</c:v>
                </c:pt>
                <c:pt idx="930">
                  <c:v>0.59814628530000002</c:v>
                </c:pt>
                <c:pt idx="931">
                  <c:v>0.56898371979999995</c:v>
                </c:pt>
                <c:pt idx="932">
                  <c:v>0.56509638019999997</c:v>
                </c:pt>
                <c:pt idx="933">
                  <c:v>0.5590303901</c:v>
                </c:pt>
                <c:pt idx="934">
                  <c:v>0.55296803559999996</c:v>
                </c:pt>
                <c:pt idx="935">
                  <c:v>0.52343133190000002</c:v>
                </c:pt>
                <c:pt idx="936">
                  <c:v>0.49371687359999999</c:v>
                </c:pt>
                <c:pt idx="937">
                  <c:v>0.4650218679</c:v>
                </c:pt>
                <c:pt idx="938">
                  <c:v>0.4318562024</c:v>
                </c:pt>
                <c:pt idx="939">
                  <c:v>0.37049994320000001</c:v>
                </c:pt>
                <c:pt idx="940">
                  <c:v>0.29617651849999999</c:v>
                </c:pt>
                <c:pt idx="941">
                  <c:v>0.22950855789999999</c:v>
                </c:pt>
                <c:pt idx="942">
                  <c:v>0.16332654769999999</c:v>
                </c:pt>
                <c:pt idx="943">
                  <c:v>0.11974812410000001</c:v>
                </c:pt>
                <c:pt idx="944">
                  <c:v>0.12847927570000001</c:v>
                </c:pt>
                <c:pt idx="945">
                  <c:v>0.14735574269999999</c:v>
                </c:pt>
                <c:pt idx="946">
                  <c:v>0.19306104490000001</c:v>
                </c:pt>
                <c:pt idx="947">
                  <c:v>0.2420118195</c:v>
                </c:pt>
                <c:pt idx="948">
                  <c:v>0.28065597640000001</c:v>
                </c:pt>
                <c:pt idx="949">
                  <c:v>0.3236330328</c:v>
                </c:pt>
                <c:pt idx="950">
                  <c:v>0.34889427589999999</c:v>
                </c:pt>
                <c:pt idx="951">
                  <c:v>0.39407952460000001</c:v>
                </c:pt>
                <c:pt idx="952">
                  <c:v>0.44281942769999999</c:v>
                </c:pt>
                <c:pt idx="953">
                  <c:v>0.45780885170000002</c:v>
                </c:pt>
                <c:pt idx="954">
                  <c:v>0.46161049809999999</c:v>
                </c:pt>
                <c:pt idx="955">
                  <c:v>0.4452322313</c:v>
                </c:pt>
                <c:pt idx="956">
                  <c:v>0.44631313340000001</c:v>
                </c:pt>
                <c:pt idx="957">
                  <c:v>0.42004674180000001</c:v>
                </c:pt>
                <c:pt idx="958">
                  <c:v>0.39968698660000002</c:v>
                </c:pt>
                <c:pt idx="959">
                  <c:v>0.37816050470000001</c:v>
                </c:pt>
                <c:pt idx="960">
                  <c:v>0.40431690819999999</c:v>
                </c:pt>
                <c:pt idx="961">
                  <c:v>0.45336428359999997</c:v>
                </c:pt>
                <c:pt idx="962">
                  <c:v>0.48699375779999998</c:v>
                </c:pt>
                <c:pt idx="963">
                  <c:v>0.50639363530000003</c:v>
                </c:pt>
                <c:pt idx="964">
                  <c:v>0.50828726229999999</c:v>
                </c:pt>
                <c:pt idx="965">
                  <c:v>0.45510798940000002</c:v>
                </c:pt>
                <c:pt idx="966">
                  <c:v>0.41483026649999999</c:v>
                </c:pt>
                <c:pt idx="967">
                  <c:v>0.35010399349999999</c:v>
                </c:pt>
                <c:pt idx="968">
                  <c:v>0.26220389630000002</c:v>
                </c:pt>
                <c:pt idx="969">
                  <c:v>0.19966052889999999</c:v>
                </c:pt>
                <c:pt idx="970">
                  <c:v>0.1213190757</c:v>
                </c:pt>
                <c:pt idx="971">
                  <c:v>5.3347496799999998E-2</c:v>
                </c:pt>
                <c:pt idx="972">
                  <c:v>-2.9626938799999999E-2</c:v>
                </c:pt>
                <c:pt idx="973">
                  <c:v>-0.13458021100000001</c:v>
                </c:pt>
                <c:pt idx="974">
                  <c:v>-0.25380827830000002</c:v>
                </c:pt>
                <c:pt idx="975">
                  <c:v>-0.37034756870000002</c:v>
                </c:pt>
                <c:pt idx="976">
                  <c:v>-0.49047473130000002</c:v>
                </c:pt>
                <c:pt idx="977">
                  <c:v>-0.61342740480000002</c:v>
                </c:pt>
                <c:pt idx="978">
                  <c:v>-0.70751159230000005</c:v>
                </c:pt>
                <c:pt idx="979">
                  <c:v>-0.7774382151</c:v>
                </c:pt>
                <c:pt idx="980">
                  <c:v>-0.87530153610000005</c:v>
                </c:pt>
                <c:pt idx="981">
                  <c:v>-0.97860242239999995</c:v>
                </c:pt>
                <c:pt idx="982">
                  <c:v>-1.0912072089</c:v>
                </c:pt>
                <c:pt idx="983">
                  <c:v>-1.1672353630000001</c:v>
                </c:pt>
                <c:pt idx="984">
                  <c:v>-1.185096406</c:v>
                </c:pt>
                <c:pt idx="985">
                  <c:v>-1.1577463471</c:v>
                </c:pt>
                <c:pt idx="986">
                  <c:v>-1.1203138672999999</c:v>
                </c:pt>
                <c:pt idx="987">
                  <c:v>-1.0802727964000001</c:v>
                </c:pt>
                <c:pt idx="988">
                  <c:v>-0.98723265810000005</c:v>
                </c:pt>
                <c:pt idx="989">
                  <c:v>-0.91473057189999996</c:v>
                </c:pt>
                <c:pt idx="990">
                  <c:v>-0.83622387570000001</c:v>
                </c:pt>
                <c:pt idx="991">
                  <c:v>-0.7383303497</c:v>
                </c:pt>
                <c:pt idx="992">
                  <c:v>-0.61881760480000003</c:v>
                </c:pt>
                <c:pt idx="993">
                  <c:v>-0.52829075160000005</c:v>
                </c:pt>
                <c:pt idx="994">
                  <c:v>-0.42841750890000002</c:v>
                </c:pt>
                <c:pt idx="995">
                  <c:v>-0.32079811380000001</c:v>
                </c:pt>
                <c:pt idx="996">
                  <c:v>-0.21849186170000001</c:v>
                </c:pt>
                <c:pt idx="997">
                  <c:v>-9.12350839E-2</c:v>
                </c:pt>
                <c:pt idx="998">
                  <c:v>5.0508644599999999E-2</c:v>
                </c:pt>
                <c:pt idx="999">
                  <c:v>0.19003568830000001</c:v>
                </c:pt>
                <c:pt idx="1000">
                  <c:v>0.28681181830000002</c:v>
                </c:pt>
                <c:pt idx="1001">
                  <c:v>0.40242384110000001</c:v>
                </c:pt>
                <c:pt idx="1002">
                  <c:v>0.41005513040000002</c:v>
                </c:pt>
                <c:pt idx="1003">
                  <c:v>0.41597666950000001</c:v>
                </c:pt>
                <c:pt idx="1004">
                  <c:v>0.42753572870000001</c:v>
                </c:pt>
                <c:pt idx="1005">
                  <c:v>0.4005303281</c:v>
                </c:pt>
                <c:pt idx="1006">
                  <c:v>0.37977967289999998</c:v>
                </c:pt>
                <c:pt idx="1007">
                  <c:v>0.37691801000000003</c:v>
                </c:pt>
                <c:pt idx="1008">
                  <c:v>0.33651365249999998</c:v>
                </c:pt>
                <c:pt idx="1009">
                  <c:v>0.27123216230000002</c:v>
                </c:pt>
                <c:pt idx="1010">
                  <c:v>0.2454257997</c:v>
                </c:pt>
                <c:pt idx="1011">
                  <c:v>0.19455123799999999</c:v>
                </c:pt>
                <c:pt idx="1012">
                  <c:v>0.1212759803</c:v>
                </c:pt>
                <c:pt idx="1013">
                  <c:v>1.9887842400000001E-2</c:v>
                </c:pt>
                <c:pt idx="1014">
                  <c:v>-6.75101694E-2</c:v>
                </c:pt>
                <c:pt idx="1015">
                  <c:v>-0.17062920270000001</c:v>
                </c:pt>
                <c:pt idx="1016">
                  <c:v>-0.2508152622</c:v>
                </c:pt>
                <c:pt idx="1017">
                  <c:v>-0.30498247940000001</c:v>
                </c:pt>
                <c:pt idx="1018">
                  <c:v>-0.34748161509999997</c:v>
                </c:pt>
                <c:pt idx="1019">
                  <c:v>-0.3929607826</c:v>
                </c:pt>
                <c:pt idx="1020">
                  <c:v>-0.44656738889999997</c:v>
                </c:pt>
                <c:pt idx="1021">
                  <c:v>-0.47977927139999998</c:v>
                </c:pt>
                <c:pt idx="1022">
                  <c:v>-0.42363001210000001</c:v>
                </c:pt>
                <c:pt idx="1023">
                  <c:v>-0.26706537609999997</c:v>
                </c:pt>
                <c:pt idx="1024">
                  <c:v>-9.4162986500000004E-2</c:v>
                </c:pt>
                <c:pt idx="1025">
                  <c:v>6.7258846600000005E-2</c:v>
                </c:pt>
                <c:pt idx="1026">
                  <c:v>0.19599596250000001</c:v>
                </c:pt>
                <c:pt idx="1027">
                  <c:v>0.30280729280000002</c:v>
                </c:pt>
                <c:pt idx="1028">
                  <c:v>0.42172792660000002</c:v>
                </c:pt>
                <c:pt idx="1029">
                  <c:v>0.51611584899999996</c:v>
                </c:pt>
                <c:pt idx="1030">
                  <c:v>0.60568024149999999</c:v>
                </c:pt>
                <c:pt idx="1031">
                  <c:v>0.69477447390000002</c:v>
                </c:pt>
                <c:pt idx="1032">
                  <c:v>0.76509168029999997</c:v>
                </c:pt>
                <c:pt idx="1033">
                  <c:v>0.83414462879999995</c:v>
                </c:pt>
                <c:pt idx="1034">
                  <c:v>0.9142265436</c:v>
                </c:pt>
                <c:pt idx="1035">
                  <c:v>1.0130383458000001</c:v>
                </c:pt>
                <c:pt idx="1036">
                  <c:v>1.1253194462</c:v>
                </c:pt>
                <c:pt idx="1037">
                  <c:v>1.1878437505999999</c:v>
                </c:pt>
                <c:pt idx="1038">
                  <c:v>1.2312441573999999</c:v>
                </c:pt>
                <c:pt idx="1039">
                  <c:v>1.2191762739000001</c:v>
                </c:pt>
                <c:pt idx="1040">
                  <c:v>1.1859057919</c:v>
                </c:pt>
                <c:pt idx="1041">
                  <c:v>1.1534885133999999</c:v>
                </c:pt>
                <c:pt idx="1042">
                  <c:v>1.1129425152000001</c:v>
                </c:pt>
                <c:pt idx="1043">
                  <c:v>0.98536549179999999</c:v>
                </c:pt>
                <c:pt idx="1044">
                  <c:v>0.85128132190000005</c:v>
                </c:pt>
                <c:pt idx="1045">
                  <c:v>0.70524529690000004</c:v>
                </c:pt>
                <c:pt idx="1046">
                  <c:v>0.54276765650000003</c:v>
                </c:pt>
                <c:pt idx="1047">
                  <c:v>0.37856667240000003</c:v>
                </c:pt>
                <c:pt idx="1048">
                  <c:v>0.2160197469</c:v>
                </c:pt>
                <c:pt idx="1049">
                  <c:v>5.8250719700000002E-2</c:v>
                </c:pt>
                <c:pt idx="1050">
                  <c:v>-7.4483729700000001E-2</c:v>
                </c:pt>
                <c:pt idx="1051">
                  <c:v>-0.2071412104</c:v>
                </c:pt>
                <c:pt idx="1052">
                  <c:v>-0.34055057760000002</c:v>
                </c:pt>
                <c:pt idx="1053">
                  <c:v>-0.4182802699</c:v>
                </c:pt>
                <c:pt idx="1054">
                  <c:v>-0.47911098299999999</c:v>
                </c:pt>
                <c:pt idx="1055">
                  <c:v>-0.56481160890000004</c:v>
                </c:pt>
                <c:pt idx="1056">
                  <c:v>-0.66545264150000005</c:v>
                </c:pt>
                <c:pt idx="1057">
                  <c:v>-0.76955248310000002</c:v>
                </c:pt>
                <c:pt idx="1058">
                  <c:v>-0.8263259584</c:v>
                </c:pt>
                <c:pt idx="1059">
                  <c:v>-0.85553479799999999</c:v>
                </c:pt>
                <c:pt idx="1060">
                  <c:v>-0.83958899669999998</c:v>
                </c:pt>
                <c:pt idx="1061">
                  <c:v>-0.82441843739999998</c:v>
                </c:pt>
                <c:pt idx="1062">
                  <c:v>-0.79683771130000003</c:v>
                </c:pt>
                <c:pt idx="1063">
                  <c:v>-0.7676339297</c:v>
                </c:pt>
                <c:pt idx="1064">
                  <c:v>-0.75665981410000005</c:v>
                </c:pt>
                <c:pt idx="1065">
                  <c:v>-0.70004790100000003</c:v>
                </c:pt>
                <c:pt idx="1066">
                  <c:v>-0.60874724260000002</c:v>
                </c:pt>
                <c:pt idx="1067">
                  <c:v>-0.5375396778</c:v>
                </c:pt>
                <c:pt idx="1068">
                  <c:v>-0.44724812800000002</c:v>
                </c:pt>
                <c:pt idx="1069">
                  <c:v>-0.36761596289999998</c:v>
                </c:pt>
                <c:pt idx="1070">
                  <c:v>-0.28643771730000001</c:v>
                </c:pt>
                <c:pt idx="1071">
                  <c:v>-0.2078752794</c:v>
                </c:pt>
                <c:pt idx="1072">
                  <c:v>-0.14226633459999999</c:v>
                </c:pt>
                <c:pt idx="1073">
                  <c:v>-7.6813581399999997E-2</c:v>
                </c:pt>
                <c:pt idx="1074">
                  <c:v>-3.43826375E-2</c:v>
                </c:pt>
                <c:pt idx="1075">
                  <c:v>6.9589580000000003E-3</c:v>
                </c:pt>
                <c:pt idx="1076">
                  <c:v>7.2287268700000004E-2</c:v>
                </c:pt>
                <c:pt idx="1077">
                  <c:v>0.14570566509999999</c:v>
                </c:pt>
                <c:pt idx="1078">
                  <c:v>0.21472013209999999</c:v>
                </c:pt>
                <c:pt idx="1079">
                  <c:v>0.28320771030000003</c:v>
                </c:pt>
                <c:pt idx="1080">
                  <c:v>0.33345013509999999</c:v>
                </c:pt>
                <c:pt idx="1081">
                  <c:v>0.36841082400000003</c:v>
                </c:pt>
                <c:pt idx="1082">
                  <c:v>0.41025731659999998</c:v>
                </c:pt>
                <c:pt idx="1083">
                  <c:v>0.44223411899999998</c:v>
                </c:pt>
                <c:pt idx="1084">
                  <c:v>0.49032287940000002</c:v>
                </c:pt>
                <c:pt idx="1085">
                  <c:v>0.54389341059999996</c:v>
                </c:pt>
                <c:pt idx="1086">
                  <c:v>0.55254305410000004</c:v>
                </c:pt>
                <c:pt idx="1087">
                  <c:v>0.52540574780000004</c:v>
                </c:pt>
                <c:pt idx="1088">
                  <c:v>0.51455144080000004</c:v>
                </c:pt>
                <c:pt idx="1089">
                  <c:v>0.5125810663</c:v>
                </c:pt>
                <c:pt idx="1090">
                  <c:v>0.51289110380000003</c:v>
                </c:pt>
                <c:pt idx="1091">
                  <c:v>0.48506275729999998</c:v>
                </c:pt>
                <c:pt idx="1092">
                  <c:v>0.46927038139999999</c:v>
                </c:pt>
                <c:pt idx="1093">
                  <c:v>0.44869376999999999</c:v>
                </c:pt>
                <c:pt idx="1094">
                  <c:v>0.4255856536</c:v>
                </c:pt>
                <c:pt idx="1095">
                  <c:v>0.397255042</c:v>
                </c:pt>
                <c:pt idx="1096">
                  <c:v>0.3603894359</c:v>
                </c:pt>
                <c:pt idx="1097">
                  <c:v>0.32259436159999999</c:v>
                </c:pt>
                <c:pt idx="1098">
                  <c:v>0.28344191390000001</c:v>
                </c:pt>
                <c:pt idx="1099">
                  <c:v>0.2633553837</c:v>
                </c:pt>
                <c:pt idx="1100">
                  <c:v>0.21641166710000001</c:v>
                </c:pt>
                <c:pt idx="1101">
                  <c:v>0.1644120577</c:v>
                </c:pt>
                <c:pt idx="1102">
                  <c:v>0.13656866340000001</c:v>
                </c:pt>
                <c:pt idx="1103">
                  <c:v>0.102616945</c:v>
                </c:pt>
                <c:pt idx="1104">
                  <c:v>5.9050741400000002E-2</c:v>
                </c:pt>
                <c:pt idx="1105">
                  <c:v>1.9095957000000001E-3</c:v>
                </c:pt>
                <c:pt idx="1106">
                  <c:v>-4.6990283799999998E-2</c:v>
                </c:pt>
                <c:pt idx="1107">
                  <c:v>-7.91677098E-2</c:v>
                </c:pt>
                <c:pt idx="1108">
                  <c:v>-0.12542243389999999</c:v>
                </c:pt>
                <c:pt idx="1109">
                  <c:v>-0.16274492730000001</c:v>
                </c:pt>
                <c:pt idx="1110">
                  <c:v>-0.19916652300000001</c:v>
                </c:pt>
                <c:pt idx="1111">
                  <c:v>-0.2529528445</c:v>
                </c:pt>
                <c:pt idx="1112">
                  <c:v>-0.28099159979999999</c:v>
                </c:pt>
                <c:pt idx="1113">
                  <c:v>-0.30560482589999999</c:v>
                </c:pt>
                <c:pt idx="1114">
                  <c:v>-0.32823862190000003</c:v>
                </c:pt>
                <c:pt idx="1115">
                  <c:v>-0.32639438999999998</c:v>
                </c:pt>
                <c:pt idx="1116">
                  <c:v>-0.32412262749999998</c:v>
                </c:pt>
                <c:pt idx="1117">
                  <c:v>-0.32142239849999998</c:v>
                </c:pt>
                <c:pt idx="1118">
                  <c:v>-0.31874153640000003</c:v>
                </c:pt>
                <c:pt idx="1119">
                  <c:v>-0.30693873989999998</c:v>
                </c:pt>
                <c:pt idx="1120">
                  <c:v>-0.31949068809999998</c:v>
                </c:pt>
                <c:pt idx="1121">
                  <c:v>-0.32805721630000001</c:v>
                </c:pt>
                <c:pt idx="1122">
                  <c:v>-0.33541385709999999</c:v>
                </c:pt>
                <c:pt idx="1123">
                  <c:v>-0.35812273</c:v>
                </c:pt>
                <c:pt idx="1124">
                  <c:v>-0.34754918509999999</c:v>
                </c:pt>
                <c:pt idx="1125">
                  <c:v>-0.3371504602</c:v>
                </c:pt>
                <c:pt idx="1126">
                  <c:v>-0.31749606609999997</c:v>
                </c:pt>
                <c:pt idx="1127">
                  <c:v>-0.2771813829</c:v>
                </c:pt>
                <c:pt idx="1128">
                  <c:v>-0.25943127360000001</c:v>
                </c:pt>
                <c:pt idx="1129">
                  <c:v>-0.2348055543</c:v>
                </c:pt>
                <c:pt idx="1130">
                  <c:v>-0.2172157931</c:v>
                </c:pt>
                <c:pt idx="1131">
                  <c:v>-0.2082846884</c:v>
                </c:pt>
                <c:pt idx="1132">
                  <c:v>-0.17026158229999999</c:v>
                </c:pt>
                <c:pt idx="1133">
                  <c:v>-0.15106466590000001</c:v>
                </c:pt>
                <c:pt idx="1134">
                  <c:v>-0.16089366520000001</c:v>
                </c:pt>
                <c:pt idx="1135">
                  <c:v>-0.1659463119</c:v>
                </c:pt>
                <c:pt idx="1136">
                  <c:v>-0.20478884110000001</c:v>
                </c:pt>
                <c:pt idx="1137">
                  <c:v>-0.23135646460000001</c:v>
                </c:pt>
                <c:pt idx="1138">
                  <c:v>-0.26566869100000001</c:v>
                </c:pt>
                <c:pt idx="1139">
                  <c:v>-0.29354373160000002</c:v>
                </c:pt>
                <c:pt idx="1140">
                  <c:v>-0.3290864999</c:v>
                </c:pt>
                <c:pt idx="1141">
                  <c:v>-0.3417063125</c:v>
                </c:pt>
                <c:pt idx="1142">
                  <c:v>-0.33788454499999998</c:v>
                </c:pt>
                <c:pt idx="1143">
                  <c:v>-0.35892506880000002</c:v>
                </c:pt>
                <c:pt idx="1144">
                  <c:v>-0.3732138082</c:v>
                </c:pt>
                <c:pt idx="1145">
                  <c:v>-0.42587713849999997</c:v>
                </c:pt>
                <c:pt idx="1146">
                  <c:v>-0.45250071609999998</c:v>
                </c:pt>
                <c:pt idx="1147">
                  <c:v>-0.47950149419999999</c:v>
                </c:pt>
                <c:pt idx="1148">
                  <c:v>-0.50932323899999998</c:v>
                </c:pt>
                <c:pt idx="1149">
                  <c:v>-0.52463042179999997</c:v>
                </c:pt>
                <c:pt idx="1150">
                  <c:v>-0.53536824949999995</c:v>
                </c:pt>
                <c:pt idx="1151">
                  <c:v>-0.53246877540000004</c:v>
                </c:pt>
                <c:pt idx="1152">
                  <c:v>-0.55586490489999996</c:v>
                </c:pt>
                <c:pt idx="1153">
                  <c:v>-0.60670594879999995</c:v>
                </c:pt>
                <c:pt idx="1154">
                  <c:v>-0.65368424069999997</c:v>
                </c:pt>
                <c:pt idx="1155">
                  <c:v>-0.67142151080000001</c:v>
                </c:pt>
                <c:pt idx="1156">
                  <c:v>-0.67589460739999996</c:v>
                </c:pt>
                <c:pt idx="1157">
                  <c:v>-0.6719660153</c:v>
                </c:pt>
                <c:pt idx="1158">
                  <c:v>-0.67992242759999999</c:v>
                </c:pt>
                <c:pt idx="1159">
                  <c:v>-0.66223381169999995</c:v>
                </c:pt>
                <c:pt idx="1160">
                  <c:v>-0.63953115000000005</c:v>
                </c:pt>
                <c:pt idx="1161">
                  <c:v>-0.62377701600000002</c:v>
                </c:pt>
                <c:pt idx="1162">
                  <c:v>-0.61672040260000005</c:v>
                </c:pt>
                <c:pt idx="1163">
                  <c:v>-0.60777107529999996</c:v>
                </c:pt>
                <c:pt idx="1164">
                  <c:v>-0.57471101449999995</c:v>
                </c:pt>
                <c:pt idx="1165">
                  <c:v>-0.54985125820000003</c:v>
                </c:pt>
                <c:pt idx="1166">
                  <c:v>-0.52061441519999996</c:v>
                </c:pt>
                <c:pt idx="1167">
                  <c:v>-0.5007506894</c:v>
                </c:pt>
                <c:pt idx="1168">
                  <c:v>-0.4727883517</c:v>
                </c:pt>
                <c:pt idx="1169">
                  <c:v>-0.45383375279999999</c:v>
                </c:pt>
                <c:pt idx="1170">
                  <c:v>-0.43253495060000002</c:v>
                </c:pt>
                <c:pt idx="1171">
                  <c:v>-0.40706979189999998</c:v>
                </c:pt>
                <c:pt idx="1172">
                  <c:v>-0.40004478710000002</c:v>
                </c:pt>
                <c:pt idx="1173">
                  <c:v>-0.3744326295</c:v>
                </c:pt>
                <c:pt idx="1174">
                  <c:v>-0.35130577660000001</c:v>
                </c:pt>
                <c:pt idx="1175">
                  <c:v>-0.32343235580000002</c:v>
                </c:pt>
                <c:pt idx="1176">
                  <c:v>-0.28221604179999998</c:v>
                </c:pt>
                <c:pt idx="1177">
                  <c:v>-0.24984767499999999</c:v>
                </c:pt>
                <c:pt idx="1178">
                  <c:v>-0.205201618</c:v>
                </c:pt>
                <c:pt idx="1179">
                  <c:v>-0.14554787029999999</c:v>
                </c:pt>
                <c:pt idx="1180">
                  <c:v>-9.5374457400000001E-2</c:v>
                </c:pt>
                <c:pt idx="1181">
                  <c:v>-6.6408319899999999E-2</c:v>
                </c:pt>
                <c:pt idx="1182">
                  <c:v>-3.7601525300000001E-2</c:v>
                </c:pt>
                <c:pt idx="1183">
                  <c:v>-2.1082618800000001E-2</c:v>
                </c:pt>
                <c:pt idx="1184">
                  <c:v>-3.641451E-3</c:v>
                </c:pt>
                <c:pt idx="1185">
                  <c:v>2.0594779099999998E-2</c:v>
                </c:pt>
                <c:pt idx="1186">
                  <c:v>3.1614401799999997E-2</c:v>
                </c:pt>
                <c:pt idx="1187">
                  <c:v>4.5278199800000002E-2</c:v>
                </c:pt>
                <c:pt idx="1188">
                  <c:v>4.8226087399999999E-2</c:v>
                </c:pt>
                <c:pt idx="1189">
                  <c:v>2.8162558099999999E-2</c:v>
                </c:pt>
                <c:pt idx="1190">
                  <c:v>-1.0933834E-2</c:v>
                </c:pt>
                <c:pt idx="1191">
                  <c:v>-3.4847049800000002E-2</c:v>
                </c:pt>
                <c:pt idx="1192">
                  <c:v>-6.3553923400000004E-2</c:v>
                </c:pt>
                <c:pt idx="1193">
                  <c:v>-9.8835229799999993E-2</c:v>
                </c:pt>
                <c:pt idx="1194">
                  <c:v>-0.1225621155</c:v>
                </c:pt>
                <c:pt idx="1195">
                  <c:v>-0.12520295140000001</c:v>
                </c:pt>
                <c:pt idx="1196">
                  <c:v>-0.13435010359999999</c:v>
                </c:pt>
                <c:pt idx="1197">
                  <c:v>-0.15124347160000001</c:v>
                </c:pt>
                <c:pt idx="1198">
                  <c:v>-0.17690466020000001</c:v>
                </c:pt>
                <c:pt idx="1199">
                  <c:v>-0.1856659917</c:v>
                </c:pt>
                <c:pt idx="1200">
                  <c:v>-0.1958539725</c:v>
                </c:pt>
                <c:pt idx="1201">
                  <c:v>-0.21962975609999999</c:v>
                </c:pt>
                <c:pt idx="1202">
                  <c:v>-0.2343362474</c:v>
                </c:pt>
                <c:pt idx="1203">
                  <c:v>-0.2391497772</c:v>
                </c:pt>
                <c:pt idx="1204">
                  <c:v>-0.2380918058</c:v>
                </c:pt>
                <c:pt idx="1205">
                  <c:v>-0.2461354623</c:v>
                </c:pt>
                <c:pt idx="1206">
                  <c:v>-0.25859079930000001</c:v>
                </c:pt>
                <c:pt idx="1207">
                  <c:v>-0.2459729688</c:v>
                </c:pt>
                <c:pt idx="1208">
                  <c:v>-0.2426843014</c:v>
                </c:pt>
                <c:pt idx="1209">
                  <c:v>-0.2233232996</c:v>
                </c:pt>
                <c:pt idx="1210">
                  <c:v>-0.20132284219999999</c:v>
                </c:pt>
                <c:pt idx="1211">
                  <c:v>-0.16534193920000001</c:v>
                </c:pt>
                <c:pt idx="1212">
                  <c:v>-0.14321475219999999</c:v>
                </c:pt>
                <c:pt idx="1213">
                  <c:v>-0.14766117309999999</c:v>
                </c:pt>
                <c:pt idx="1214">
                  <c:v>-0.15864490510000001</c:v>
                </c:pt>
                <c:pt idx="1215">
                  <c:v>-0.15367386799999999</c:v>
                </c:pt>
                <c:pt idx="1216">
                  <c:v>-0.15888850660000001</c:v>
                </c:pt>
                <c:pt idx="1217">
                  <c:v>-0.154720251</c:v>
                </c:pt>
                <c:pt idx="1218">
                  <c:v>-0.13967416050000001</c:v>
                </c:pt>
                <c:pt idx="1219">
                  <c:v>-0.12051468379999999</c:v>
                </c:pt>
                <c:pt idx="1220">
                  <c:v>-0.11643966460000001</c:v>
                </c:pt>
                <c:pt idx="1221">
                  <c:v>-0.1029608928</c:v>
                </c:pt>
                <c:pt idx="1222">
                  <c:v>-9.8670413600000006E-2</c:v>
                </c:pt>
                <c:pt idx="1223">
                  <c:v>-9.2264978400000003E-2</c:v>
                </c:pt>
                <c:pt idx="1224">
                  <c:v>-9.8478290499999996E-2</c:v>
                </c:pt>
                <c:pt idx="1225">
                  <c:v>-0.10607423959999999</c:v>
                </c:pt>
                <c:pt idx="1226">
                  <c:v>-0.1109651975</c:v>
                </c:pt>
                <c:pt idx="1227">
                  <c:v>-0.12761114400000001</c:v>
                </c:pt>
                <c:pt idx="1228">
                  <c:v>-0.1474383886</c:v>
                </c:pt>
                <c:pt idx="1229">
                  <c:v>-0.1563974766</c:v>
                </c:pt>
                <c:pt idx="1230">
                  <c:v>-0.17908036359999999</c:v>
                </c:pt>
                <c:pt idx="1231">
                  <c:v>-0.19558586519999999</c:v>
                </c:pt>
                <c:pt idx="1232">
                  <c:v>-0.20496224830000001</c:v>
                </c:pt>
                <c:pt idx="1233">
                  <c:v>-0.21522351619999999</c:v>
                </c:pt>
                <c:pt idx="1234">
                  <c:v>-0.20046295010000001</c:v>
                </c:pt>
                <c:pt idx="1235">
                  <c:v>-0.1627223653</c:v>
                </c:pt>
                <c:pt idx="1236">
                  <c:v>-0.158292562</c:v>
                </c:pt>
                <c:pt idx="1237">
                  <c:v>-0.1437300849</c:v>
                </c:pt>
                <c:pt idx="1238">
                  <c:v>-0.11079480849999999</c:v>
                </c:pt>
                <c:pt idx="1239">
                  <c:v>-9.4329850199999996E-2</c:v>
                </c:pt>
                <c:pt idx="1240">
                  <c:v>-5.2396211999999998E-2</c:v>
                </c:pt>
                <c:pt idx="1241">
                  <c:v>-2.1563704E-2</c:v>
                </c:pt>
                <c:pt idx="1242">
                  <c:v>-9.0141166999999998E-3</c:v>
                </c:pt>
                <c:pt idx="1243">
                  <c:v>1.3498858799999999E-2</c:v>
                </c:pt>
                <c:pt idx="1244">
                  <c:v>4.0432646799999999E-2</c:v>
                </c:pt>
                <c:pt idx="1245">
                  <c:v>6.7441383699999996E-2</c:v>
                </c:pt>
                <c:pt idx="1246">
                  <c:v>-5.0606121400000002E-2</c:v>
                </c:pt>
                <c:pt idx="1247">
                  <c:v>-0.1665820442</c:v>
                </c:pt>
                <c:pt idx="1248">
                  <c:v>-0.26803034100000001</c:v>
                </c:pt>
                <c:pt idx="1249">
                  <c:v>-0.38646345739999999</c:v>
                </c:pt>
                <c:pt idx="1250">
                  <c:v>-0.51354784990000002</c:v>
                </c:pt>
                <c:pt idx="1251">
                  <c:v>-0.62547410410000004</c:v>
                </c:pt>
                <c:pt idx="1252">
                  <c:v>-0.73803105319999995</c:v>
                </c:pt>
                <c:pt idx="1253">
                  <c:v>-0.87212660590000002</c:v>
                </c:pt>
                <c:pt idx="1254">
                  <c:v>-0.98754464760000005</c:v>
                </c:pt>
                <c:pt idx="1255">
                  <c:v>-1.0943293148</c:v>
                </c:pt>
                <c:pt idx="1256">
                  <c:v>-1.2053320879</c:v>
                </c:pt>
                <c:pt idx="1257">
                  <c:v>-1.2909547984</c:v>
                </c:pt>
                <c:pt idx="1258">
                  <c:v>-1.3659350001999999</c:v>
                </c:pt>
                <c:pt idx="1259">
                  <c:v>-1.4580298905</c:v>
                </c:pt>
                <c:pt idx="1260">
                  <c:v>-1.5424481158000001</c:v>
                </c:pt>
                <c:pt idx="1261">
                  <c:v>-1.6461614303000001</c:v>
                </c:pt>
                <c:pt idx="1262">
                  <c:v>-1.7439328956</c:v>
                </c:pt>
                <c:pt idx="1263">
                  <c:v>-1.8420692152</c:v>
                </c:pt>
                <c:pt idx="1264">
                  <c:v>-1.9414808068</c:v>
                </c:pt>
                <c:pt idx="1265">
                  <c:v>-2.0536881682999999</c:v>
                </c:pt>
                <c:pt idx="1266">
                  <c:v>-2.1538564418999999</c:v>
                </c:pt>
                <c:pt idx="1267">
                  <c:v>-2.1365318259000001</c:v>
                </c:pt>
                <c:pt idx="1268">
                  <c:v>-2.1365727066</c:v>
                </c:pt>
                <c:pt idx="1269">
                  <c:v>-2.1406355690000001</c:v>
                </c:pt>
                <c:pt idx="1270">
                  <c:v>-2.1250521569999998</c:v>
                </c:pt>
                <c:pt idx="1271">
                  <c:v>-2.1135051452</c:v>
                </c:pt>
                <c:pt idx="1272">
                  <c:v>-2.1051265301000002</c:v>
                </c:pt>
                <c:pt idx="1273">
                  <c:v>-2.1008627827000002</c:v>
                </c:pt>
                <c:pt idx="1274">
                  <c:v>-2.1072234803000001</c:v>
                </c:pt>
                <c:pt idx="1275">
                  <c:v>-2.1163096834999999</c:v>
                </c:pt>
                <c:pt idx="1276">
                  <c:v>-2.0887102033999998</c:v>
                </c:pt>
                <c:pt idx="1277">
                  <c:v>-2.0917208055000001</c:v>
                </c:pt>
                <c:pt idx="1278">
                  <c:v>-2.1165715721999998</c:v>
                </c:pt>
                <c:pt idx="1279">
                  <c:v>-2.1250005273000001</c:v>
                </c:pt>
                <c:pt idx="1280">
                  <c:v>-2.1296182417999998</c:v>
                </c:pt>
                <c:pt idx="1281">
                  <c:v>-2.1266219237000001</c:v>
                </c:pt>
                <c:pt idx="1282">
                  <c:v>-2.1296299425999998</c:v>
                </c:pt>
                <c:pt idx="1283">
                  <c:v>-2.1563540024000001</c:v>
                </c:pt>
                <c:pt idx="1284">
                  <c:v>-2.1625330686000002</c:v>
                </c:pt>
                <c:pt idx="1285">
                  <c:v>-2.1498084901999999</c:v>
                </c:pt>
                <c:pt idx="1286">
                  <c:v>-2.1247566517999998</c:v>
                </c:pt>
                <c:pt idx="1287">
                  <c:v>-2.1372943118999999</c:v>
                </c:pt>
                <c:pt idx="1288">
                  <c:v>-2.1433411066999999</c:v>
                </c:pt>
                <c:pt idx="1289">
                  <c:v>-2.1060315733000001</c:v>
                </c:pt>
                <c:pt idx="1290">
                  <c:v>-2.0626543463</c:v>
                </c:pt>
                <c:pt idx="1291">
                  <c:v>-2.0440340614000001</c:v>
                </c:pt>
                <c:pt idx="1292">
                  <c:v>-1.9945548158999999</c:v>
                </c:pt>
                <c:pt idx="1293">
                  <c:v>-1.9643537869000001</c:v>
                </c:pt>
                <c:pt idx="1294">
                  <c:v>-1.9096217183999999</c:v>
                </c:pt>
                <c:pt idx="1295">
                  <c:v>-1.8555598158</c:v>
                </c:pt>
                <c:pt idx="1296">
                  <c:v>-1.8220124299</c:v>
                </c:pt>
                <c:pt idx="1297">
                  <c:v>-1.8061278664</c:v>
                </c:pt>
                <c:pt idx="1298">
                  <c:v>-1.7568717894999999</c:v>
                </c:pt>
                <c:pt idx="1299">
                  <c:v>-1.7074174908999999</c:v>
                </c:pt>
                <c:pt idx="1300">
                  <c:v>-1.6748109782</c:v>
                </c:pt>
                <c:pt idx="1301">
                  <c:v>-1.6524065628</c:v>
                </c:pt>
                <c:pt idx="1302">
                  <c:v>-1.6912200203000001</c:v>
                </c:pt>
                <c:pt idx="1303">
                  <c:v>-1.681030198</c:v>
                </c:pt>
                <c:pt idx="1304">
                  <c:v>-1.6819998031000001</c:v>
                </c:pt>
                <c:pt idx="1305">
                  <c:v>-1.7116063439</c:v>
                </c:pt>
                <c:pt idx="1306">
                  <c:v>-1.7481437224</c:v>
                </c:pt>
                <c:pt idx="1307">
                  <c:v>-1.7889040415999999</c:v>
                </c:pt>
                <c:pt idx="1308">
                  <c:v>-1.7927188649000001</c:v>
                </c:pt>
                <c:pt idx="1309">
                  <c:v>-1.7648402081000001</c:v>
                </c:pt>
                <c:pt idx="1310">
                  <c:v>-1.6548605916000001</c:v>
                </c:pt>
                <c:pt idx="1311">
                  <c:v>-1.5686403269</c:v>
                </c:pt>
                <c:pt idx="1312">
                  <c:v>-1.4826850388999999</c:v>
                </c:pt>
                <c:pt idx="1313">
                  <c:v>-1.3960547082000001</c:v>
                </c:pt>
                <c:pt idx="1314">
                  <c:v>-1.3222092046</c:v>
                </c:pt>
                <c:pt idx="1315">
                  <c:v>-1.2713968955999999</c:v>
                </c:pt>
                <c:pt idx="1316">
                  <c:v>-1.2005732688999999</c:v>
                </c:pt>
                <c:pt idx="1317">
                  <c:v>-1.1035570941999999</c:v>
                </c:pt>
                <c:pt idx="1318">
                  <c:v>-1.0338126449</c:v>
                </c:pt>
                <c:pt idx="1319">
                  <c:v>-0.97825499410000005</c:v>
                </c:pt>
                <c:pt idx="1320">
                  <c:v>-0.9100446432</c:v>
                </c:pt>
                <c:pt idx="1321">
                  <c:v>-0.85689596420000003</c:v>
                </c:pt>
                <c:pt idx="1322">
                  <c:v>-0.78550988349999995</c:v>
                </c:pt>
                <c:pt idx="1323">
                  <c:v>-0.63964472230000002</c:v>
                </c:pt>
                <c:pt idx="1324">
                  <c:v>-0.5681391442</c:v>
                </c:pt>
                <c:pt idx="1325">
                  <c:v>-0.47060361880000001</c:v>
                </c:pt>
                <c:pt idx="1326">
                  <c:v>-0.3664231114</c:v>
                </c:pt>
                <c:pt idx="1327">
                  <c:v>-0.27542086430000001</c:v>
                </c:pt>
                <c:pt idx="1328">
                  <c:v>-0.18837544340000001</c:v>
                </c:pt>
                <c:pt idx="1329">
                  <c:v>-0.1191008605</c:v>
                </c:pt>
                <c:pt idx="1330">
                  <c:v>-7.3373602499999996E-2</c:v>
                </c:pt>
                <c:pt idx="1331">
                  <c:v>-0.15173662660000001</c:v>
                </c:pt>
                <c:pt idx="1332">
                  <c:v>-0.20321758749999999</c:v>
                </c:pt>
                <c:pt idx="1333">
                  <c:v>-0.22744792589999999</c:v>
                </c:pt>
                <c:pt idx="1334">
                  <c:v>-0.2740408506</c:v>
                </c:pt>
                <c:pt idx="1335">
                  <c:v>-0.27829752549999998</c:v>
                </c:pt>
                <c:pt idx="1336">
                  <c:v>-0.28998233670000001</c:v>
                </c:pt>
                <c:pt idx="1337">
                  <c:v>-0.30847901350000001</c:v>
                </c:pt>
                <c:pt idx="1338">
                  <c:v>-0.28676525250000001</c:v>
                </c:pt>
                <c:pt idx="1339">
                  <c:v>-0.26286142489999997</c:v>
                </c:pt>
                <c:pt idx="1340">
                  <c:v>-0.2376685801</c:v>
                </c:pt>
                <c:pt idx="1341">
                  <c:v>-0.22160355209999999</c:v>
                </c:pt>
                <c:pt idx="1342">
                  <c:v>-0.22333509269999999</c:v>
                </c:pt>
                <c:pt idx="1343">
                  <c:v>-0.21008606029999999</c:v>
                </c:pt>
                <c:pt idx="1344">
                  <c:v>-0.24564822559999999</c:v>
                </c:pt>
                <c:pt idx="1345">
                  <c:v>-0.2481553185</c:v>
                </c:pt>
                <c:pt idx="1346">
                  <c:v>-0.2477885571</c:v>
                </c:pt>
                <c:pt idx="1347">
                  <c:v>-0.26746343389999999</c:v>
                </c:pt>
                <c:pt idx="1348">
                  <c:v>-0.26287916550000001</c:v>
                </c:pt>
                <c:pt idx="1349">
                  <c:v>-0.27139006059999998</c:v>
                </c:pt>
                <c:pt idx="1350">
                  <c:v>-0.262969864</c:v>
                </c:pt>
                <c:pt idx="1351">
                  <c:v>-0.216937882</c:v>
                </c:pt>
                <c:pt idx="1352">
                  <c:v>-0.15299797179999999</c:v>
                </c:pt>
                <c:pt idx="1353">
                  <c:v>-0.11463057879999999</c:v>
                </c:pt>
                <c:pt idx="1354">
                  <c:v>-8.4686073200000003E-2</c:v>
                </c:pt>
                <c:pt idx="1355">
                  <c:v>-6.3291597399999996E-2</c:v>
                </c:pt>
                <c:pt idx="1356">
                  <c:v>-6.5009741199999999E-2</c:v>
                </c:pt>
                <c:pt idx="1357">
                  <c:v>-6.0255303000000003E-2</c:v>
                </c:pt>
                <c:pt idx="1358">
                  <c:v>-4.3507595699999999E-2</c:v>
                </c:pt>
                <c:pt idx="1359">
                  <c:v>-8.7734659600000001E-2</c:v>
                </c:pt>
                <c:pt idx="1360">
                  <c:v>-0.1430531612</c:v>
                </c:pt>
                <c:pt idx="1361">
                  <c:v>-0.2000268446</c:v>
                </c:pt>
                <c:pt idx="1362">
                  <c:v>-0.25808749240000001</c:v>
                </c:pt>
                <c:pt idx="1363">
                  <c:v>-0.2910721147</c:v>
                </c:pt>
                <c:pt idx="1364">
                  <c:v>-0.35366022920000001</c:v>
                </c:pt>
                <c:pt idx="1365">
                  <c:v>-0.38518257929999999</c:v>
                </c:pt>
                <c:pt idx="1366">
                  <c:v>-0.42926687920000001</c:v>
                </c:pt>
                <c:pt idx="1367">
                  <c:v>-0.47491309399999998</c:v>
                </c:pt>
                <c:pt idx="1368">
                  <c:v>-0.48499547050000003</c:v>
                </c:pt>
                <c:pt idx="1369">
                  <c:v>-0.50816565680000003</c:v>
                </c:pt>
                <c:pt idx="1370">
                  <c:v>-0.50354572050000002</c:v>
                </c:pt>
                <c:pt idx="1371">
                  <c:v>-0.4957064081</c:v>
                </c:pt>
                <c:pt idx="1372">
                  <c:v>-0.47617659239999999</c:v>
                </c:pt>
                <c:pt idx="1373">
                  <c:v>-0.4552312295</c:v>
                </c:pt>
                <c:pt idx="1374">
                  <c:v>-0.42662617730000002</c:v>
                </c:pt>
                <c:pt idx="1375">
                  <c:v>-0.38722837069999999</c:v>
                </c:pt>
                <c:pt idx="1376">
                  <c:v>-0.3248311103</c:v>
                </c:pt>
                <c:pt idx="1377">
                  <c:v>-0.27436170729999998</c:v>
                </c:pt>
                <c:pt idx="1378">
                  <c:v>-0.23034554439999999</c:v>
                </c:pt>
                <c:pt idx="1379">
                  <c:v>-0.181133978</c:v>
                </c:pt>
                <c:pt idx="1380">
                  <c:v>-0.1024345842</c:v>
                </c:pt>
                <c:pt idx="1381">
                  <c:v>-2.2299762000000001E-2</c:v>
                </c:pt>
                <c:pt idx="1382">
                  <c:v>6.1523483400000002E-2</c:v>
                </c:pt>
                <c:pt idx="1383">
                  <c:v>0.1414545807</c:v>
                </c:pt>
                <c:pt idx="1384">
                  <c:v>0.23176063620000001</c:v>
                </c:pt>
                <c:pt idx="1385">
                  <c:v>0.33386532600000002</c:v>
                </c:pt>
                <c:pt idx="1386">
                  <c:v>0.39823430599999998</c:v>
                </c:pt>
                <c:pt idx="1387">
                  <c:v>0.49763540880000001</c:v>
                </c:pt>
                <c:pt idx="1388">
                  <c:v>0.58962002979999995</c:v>
                </c:pt>
                <c:pt idx="1389">
                  <c:v>0.66017718199999997</c:v>
                </c:pt>
                <c:pt idx="1390">
                  <c:v>0.71726865839999998</c:v>
                </c:pt>
                <c:pt idx="1391">
                  <c:v>0.76189739670000001</c:v>
                </c:pt>
                <c:pt idx="1392">
                  <c:v>0.80740642470000001</c:v>
                </c:pt>
                <c:pt idx="1393">
                  <c:v>0.79808987210000004</c:v>
                </c:pt>
                <c:pt idx="1394">
                  <c:v>0.76257044309999999</c:v>
                </c:pt>
                <c:pt idx="1395">
                  <c:v>0.75276455149999999</c:v>
                </c:pt>
                <c:pt idx="1396">
                  <c:v>0.69215269440000005</c:v>
                </c:pt>
                <c:pt idx="1397">
                  <c:v>0.62339702050000001</c:v>
                </c:pt>
                <c:pt idx="1398">
                  <c:v>0.57766764790000003</c:v>
                </c:pt>
                <c:pt idx="1399">
                  <c:v>0.56267056820000005</c:v>
                </c:pt>
                <c:pt idx="1400">
                  <c:v>0.53738366280000005</c:v>
                </c:pt>
                <c:pt idx="1401">
                  <c:v>0.46573651170000002</c:v>
                </c:pt>
                <c:pt idx="1402">
                  <c:v>0.39517345100000001</c:v>
                </c:pt>
                <c:pt idx="1403">
                  <c:v>0.35148037589999997</c:v>
                </c:pt>
                <c:pt idx="1404">
                  <c:v>0.30371943429999998</c:v>
                </c:pt>
                <c:pt idx="1405">
                  <c:v>0.2458918266</c:v>
                </c:pt>
                <c:pt idx="1406">
                  <c:v>0.20043286830000001</c:v>
                </c:pt>
                <c:pt idx="1407">
                  <c:v>0.1657666968</c:v>
                </c:pt>
                <c:pt idx="1408">
                  <c:v>9.0971470499999998E-2</c:v>
                </c:pt>
                <c:pt idx="1409">
                  <c:v>-3.2812026000000002E-3</c:v>
                </c:pt>
                <c:pt idx="1410">
                  <c:v>-6.51301304E-2</c:v>
                </c:pt>
                <c:pt idx="1411">
                  <c:v>-0.118049349</c:v>
                </c:pt>
                <c:pt idx="1412">
                  <c:v>-0.1549557493</c:v>
                </c:pt>
                <c:pt idx="1413">
                  <c:v>-0.22231384770000001</c:v>
                </c:pt>
                <c:pt idx="1414">
                  <c:v>-0.26642664020000001</c:v>
                </c:pt>
                <c:pt idx="1415">
                  <c:v>-0.29579049899999998</c:v>
                </c:pt>
                <c:pt idx="1416">
                  <c:v>-0.3429772317</c:v>
                </c:pt>
                <c:pt idx="1417">
                  <c:v>-0.36853402499999999</c:v>
                </c:pt>
                <c:pt idx="1418">
                  <c:v>-0.38561647500000001</c:v>
                </c:pt>
                <c:pt idx="1419">
                  <c:v>-0.42452148639999998</c:v>
                </c:pt>
                <c:pt idx="1420">
                  <c:v>-0.50812424060000005</c:v>
                </c:pt>
                <c:pt idx="1421">
                  <c:v>-0.59462230839999997</c:v>
                </c:pt>
                <c:pt idx="1422">
                  <c:v>-0.61454892620000001</c:v>
                </c:pt>
                <c:pt idx="1423">
                  <c:v>-0.66176527600000001</c:v>
                </c:pt>
                <c:pt idx="1424">
                  <c:v>-0.78477438340000005</c:v>
                </c:pt>
                <c:pt idx="1425">
                  <c:v>-0.87715213209999998</c:v>
                </c:pt>
                <c:pt idx="1426">
                  <c:v>-0.98624340850000003</c:v>
                </c:pt>
                <c:pt idx="1427">
                  <c:v>-1.0941678932000001</c:v>
                </c:pt>
                <c:pt idx="1428">
                  <c:v>-1.2131287377</c:v>
                </c:pt>
                <c:pt idx="1429">
                  <c:v>-1.2934284197999999</c:v>
                </c:pt>
                <c:pt idx="1430">
                  <c:v>-1.3292560624</c:v>
                </c:pt>
                <c:pt idx="1431">
                  <c:v>-1.3566136867</c:v>
                </c:pt>
                <c:pt idx="1432">
                  <c:v>-1.4274659179</c:v>
                </c:pt>
                <c:pt idx="1433">
                  <c:v>-1.4612035337</c:v>
                </c:pt>
                <c:pt idx="1434">
                  <c:v>-1.4498016995</c:v>
                </c:pt>
                <c:pt idx="1435">
                  <c:v>-1.4532676604000001</c:v>
                </c:pt>
                <c:pt idx="1436">
                  <c:v>-1.4551432546</c:v>
                </c:pt>
                <c:pt idx="1437">
                  <c:v>-1.4630005145</c:v>
                </c:pt>
                <c:pt idx="1438">
                  <c:v>-1.4393181374999999</c:v>
                </c:pt>
                <c:pt idx="1439">
                  <c:v>-1.4064828022</c:v>
                </c:pt>
                <c:pt idx="1440">
                  <c:v>-1.3639098883</c:v>
                </c:pt>
                <c:pt idx="1441">
                  <c:v>-1.3046360633</c:v>
                </c:pt>
                <c:pt idx="1442">
                  <c:v>-1.2314201383000001</c:v>
                </c:pt>
                <c:pt idx="1443">
                  <c:v>-1.1707225904</c:v>
                </c:pt>
                <c:pt idx="1444">
                  <c:v>-1.0730862842</c:v>
                </c:pt>
                <c:pt idx="1445">
                  <c:v>-0.90404080470000003</c:v>
                </c:pt>
                <c:pt idx="1446">
                  <c:v>-0.77330973830000005</c:v>
                </c:pt>
                <c:pt idx="1447">
                  <c:v>-0.68914066910000005</c:v>
                </c:pt>
                <c:pt idx="1448">
                  <c:v>-0.62539616249999996</c:v>
                </c:pt>
                <c:pt idx="1449">
                  <c:v>-0.53775460220000004</c:v>
                </c:pt>
                <c:pt idx="1450">
                  <c:v>-0.46141333680000002</c:v>
                </c:pt>
                <c:pt idx="1451">
                  <c:v>-0.39262143599999999</c:v>
                </c:pt>
                <c:pt idx="1452">
                  <c:v>-0.3661890176</c:v>
                </c:pt>
                <c:pt idx="1453">
                  <c:v>-0.29897173420000001</c:v>
                </c:pt>
                <c:pt idx="1454">
                  <c:v>-0.28772092179999997</c:v>
                </c:pt>
                <c:pt idx="1455">
                  <c:v>-0.30342456610000001</c:v>
                </c:pt>
                <c:pt idx="1456">
                  <c:v>-0.31741301729999999</c:v>
                </c:pt>
                <c:pt idx="1457">
                  <c:v>-0.32474327359999999</c:v>
                </c:pt>
                <c:pt idx="1458">
                  <c:v>-0.3099546024</c:v>
                </c:pt>
                <c:pt idx="1459">
                  <c:v>-0.32776654509999997</c:v>
                </c:pt>
                <c:pt idx="1460">
                  <c:v>-0.3397582898</c:v>
                </c:pt>
                <c:pt idx="1461">
                  <c:v>-0.34509304140000002</c:v>
                </c:pt>
                <c:pt idx="1462">
                  <c:v>-0.37535568790000001</c:v>
                </c:pt>
                <c:pt idx="1463">
                  <c:v>-0.39847509069999998</c:v>
                </c:pt>
                <c:pt idx="1464">
                  <c:v>-0.465933706</c:v>
                </c:pt>
                <c:pt idx="1465">
                  <c:v>-0.53491934900000004</c:v>
                </c:pt>
                <c:pt idx="1466">
                  <c:v>-0.61795835539999999</c:v>
                </c:pt>
                <c:pt idx="1467">
                  <c:v>-0.70084445220000002</c:v>
                </c:pt>
                <c:pt idx="1468">
                  <c:v>-0.69405690890000005</c:v>
                </c:pt>
                <c:pt idx="1469">
                  <c:v>-0.68291595849999998</c:v>
                </c:pt>
                <c:pt idx="1470">
                  <c:v>-0.66254059070000004</c:v>
                </c:pt>
                <c:pt idx="1471">
                  <c:v>-0.64935507999999997</c:v>
                </c:pt>
                <c:pt idx="1472">
                  <c:v>-0.62524379299999999</c:v>
                </c:pt>
                <c:pt idx="1473">
                  <c:v>-0.58570563799999997</c:v>
                </c:pt>
                <c:pt idx="1474">
                  <c:v>-0.55512897539999995</c:v>
                </c:pt>
                <c:pt idx="1475">
                  <c:v>-0.5374555016</c:v>
                </c:pt>
                <c:pt idx="1476">
                  <c:v>-0.47787446020000002</c:v>
                </c:pt>
                <c:pt idx="1477">
                  <c:v>-0.43143924630000002</c:v>
                </c:pt>
                <c:pt idx="1478">
                  <c:v>-0.37401110949999999</c:v>
                </c:pt>
                <c:pt idx="1479">
                  <c:v>-0.29846923850000001</c:v>
                </c:pt>
                <c:pt idx="1480">
                  <c:v>-0.224001112</c:v>
                </c:pt>
                <c:pt idx="1481">
                  <c:v>-0.18466159630000001</c:v>
                </c:pt>
                <c:pt idx="1482">
                  <c:v>-0.17019001559999999</c:v>
                </c:pt>
                <c:pt idx="1483">
                  <c:v>-0.11279824550000001</c:v>
                </c:pt>
                <c:pt idx="1484">
                  <c:v>-7.3794100000000001E-2</c:v>
                </c:pt>
                <c:pt idx="1485">
                  <c:v>-2.6322588500000001E-2</c:v>
                </c:pt>
                <c:pt idx="1486">
                  <c:v>4.4862415900000001E-2</c:v>
                </c:pt>
                <c:pt idx="1487">
                  <c:v>0.1116537829</c:v>
                </c:pt>
                <c:pt idx="1488">
                  <c:v>0.19431880949999999</c:v>
                </c:pt>
                <c:pt idx="1489">
                  <c:v>0.25998725810000001</c:v>
                </c:pt>
                <c:pt idx="1490">
                  <c:v>0.3125251678</c:v>
                </c:pt>
                <c:pt idx="1491">
                  <c:v>0.35866650779999998</c:v>
                </c:pt>
                <c:pt idx="1492">
                  <c:v>0.4066506204</c:v>
                </c:pt>
                <c:pt idx="1493">
                  <c:v>0.43056463189999999</c:v>
                </c:pt>
                <c:pt idx="1494">
                  <c:v>0.49843107060000003</c:v>
                </c:pt>
                <c:pt idx="1495">
                  <c:v>0.57711522380000002</c:v>
                </c:pt>
                <c:pt idx="1496">
                  <c:v>0.69303718569999995</c:v>
                </c:pt>
                <c:pt idx="1497">
                  <c:v>0.75982990009999996</c:v>
                </c:pt>
                <c:pt idx="1498">
                  <c:v>0.85534205939999997</c:v>
                </c:pt>
                <c:pt idx="1499">
                  <c:v>0.94844368140000002</c:v>
                </c:pt>
                <c:pt idx="1500">
                  <c:v>1.0131338618000001</c:v>
                </c:pt>
                <c:pt idx="1501">
                  <c:v>1.0974770459000001</c:v>
                </c:pt>
                <c:pt idx="1502">
                  <c:v>1.1984488041000001</c:v>
                </c:pt>
                <c:pt idx="1503">
                  <c:v>1.3124432478000001</c:v>
                </c:pt>
                <c:pt idx="1504">
                  <c:v>1.3952410323</c:v>
                </c:pt>
                <c:pt idx="1505">
                  <c:v>1.4841246286000001</c:v>
                </c:pt>
                <c:pt idx="1506">
                  <c:v>1.5836048219000001</c:v>
                </c:pt>
                <c:pt idx="1507">
                  <c:v>1.6449347479</c:v>
                </c:pt>
                <c:pt idx="1508">
                  <c:v>1.7202594307000001</c:v>
                </c:pt>
                <c:pt idx="1509">
                  <c:v>1.8023752336000001</c:v>
                </c:pt>
                <c:pt idx="1510">
                  <c:v>1.8806572369000001</c:v>
                </c:pt>
                <c:pt idx="1511">
                  <c:v>1.9431209841999999</c:v>
                </c:pt>
                <c:pt idx="1512">
                  <c:v>1.9992775295</c:v>
                </c:pt>
                <c:pt idx="1513">
                  <c:v>2.0582467143000001</c:v>
                </c:pt>
                <c:pt idx="1514">
                  <c:v>2.1199329579000001</c:v>
                </c:pt>
                <c:pt idx="1515">
                  <c:v>2.1314323650999998</c:v>
                </c:pt>
                <c:pt idx="1516">
                  <c:v>2.1465751921999998</c:v>
                </c:pt>
                <c:pt idx="1517">
                  <c:v>2.1545767324999998</c:v>
                </c:pt>
                <c:pt idx="1518">
                  <c:v>2.1726674347000001</c:v>
                </c:pt>
                <c:pt idx="1519">
                  <c:v>2.1763062507000002</c:v>
                </c:pt>
                <c:pt idx="1520">
                  <c:v>2.1600831703000001</c:v>
                </c:pt>
                <c:pt idx="1521">
                  <c:v>2.1234461828</c:v>
                </c:pt>
                <c:pt idx="1522">
                  <c:v>2.0884620363000002</c:v>
                </c:pt>
                <c:pt idx="1523">
                  <c:v>2.0286152619000002</c:v>
                </c:pt>
                <c:pt idx="1524">
                  <c:v>1.9795337317999999</c:v>
                </c:pt>
                <c:pt idx="1525">
                  <c:v>1.9468504767999999</c:v>
                </c:pt>
                <c:pt idx="1526">
                  <c:v>1.9167160804000001</c:v>
                </c:pt>
                <c:pt idx="1527">
                  <c:v>1.9009202074</c:v>
                </c:pt>
                <c:pt idx="1528">
                  <c:v>1.8912472745</c:v>
                </c:pt>
                <c:pt idx="1529">
                  <c:v>1.8686676556999999</c:v>
                </c:pt>
                <c:pt idx="1530">
                  <c:v>1.8462801658000001</c:v>
                </c:pt>
                <c:pt idx="1531">
                  <c:v>1.8203894086000001</c:v>
                </c:pt>
                <c:pt idx="1532">
                  <c:v>1.8248751637</c:v>
                </c:pt>
                <c:pt idx="1533">
                  <c:v>1.8422054107000001</c:v>
                </c:pt>
                <c:pt idx="1534">
                  <c:v>1.8413920133999999</c:v>
                </c:pt>
                <c:pt idx="1535">
                  <c:v>1.8536685820000001</c:v>
                </c:pt>
                <c:pt idx="1536">
                  <c:v>1.8566960787</c:v>
                </c:pt>
                <c:pt idx="1537">
                  <c:v>1.8501306253000001</c:v>
                </c:pt>
                <c:pt idx="1538">
                  <c:v>1.8348342143</c:v>
                </c:pt>
                <c:pt idx="1539">
                  <c:v>1.8094187958000001</c:v>
                </c:pt>
                <c:pt idx="1540">
                  <c:v>1.7851428152</c:v>
                </c:pt>
                <c:pt idx="1541">
                  <c:v>1.7798006279</c:v>
                </c:pt>
                <c:pt idx="1542">
                  <c:v>1.7943250866</c:v>
                </c:pt>
                <c:pt idx="1543">
                  <c:v>1.8108622728999999</c:v>
                </c:pt>
                <c:pt idx="1544">
                  <c:v>1.8395047353</c:v>
                </c:pt>
                <c:pt idx="1545">
                  <c:v>1.8550837254999999</c:v>
                </c:pt>
                <c:pt idx="1546">
                  <c:v>1.8681653730000001</c:v>
                </c:pt>
                <c:pt idx="1547">
                  <c:v>1.8785287587999999</c:v>
                </c:pt>
                <c:pt idx="1548">
                  <c:v>1.8684460602999999</c:v>
                </c:pt>
                <c:pt idx="1549">
                  <c:v>1.864252909</c:v>
                </c:pt>
                <c:pt idx="1550">
                  <c:v>1.8564366800000001</c:v>
                </c:pt>
                <c:pt idx="1551">
                  <c:v>1.8415851409999999</c:v>
                </c:pt>
                <c:pt idx="1552">
                  <c:v>1.8227826966</c:v>
                </c:pt>
                <c:pt idx="1553">
                  <c:v>1.7941111836000001</c:v>
                </c:pt>
                <c:pt idx="1554">
                  <c:v>1.7531289734</c:v>
                </c:pt>
                <c:pt idx="1555">
                  <c:v>1.7084763768</c:v>
                </c:pt>
                <c:pt idx="1556">
                  <c:v>1.6693450949999999</c:v>
                </c:pt>
                <c:pt idx="1557">
                  <c:v>1.6430481407999999</c:v>
                </c:pt>
                <c:pt idx="1558">
                  <c:v>1.6241661140999999</c:v>
                </c:pt>
                <c:pt idx="1559">
                  <c:v>1.5207253678999999</c:v>
                </c:pt>
                <c:pt idx="1560">
                  <c:v>1.4369474242</c:v>
                </c:pt>
                <c:pt idx="1561">
                  <c:v>1.3589920626000001</c:v>
                </c:pt>
                <c:pt idx="1562">
                  <c:v>1.271754485</c:v>
                </c:pt>
                <c:pt idx="1563">
                  <c:v>1.1904059994</c:v>
                </c:pt>
                <c:pt idx="1564">
                  <c:v>1.0990145606999999</c:v>
                </c:pt>
                <c:pt idx="1565">
                  <c:v>0.98984022940000005</c:v>
                </c:pt>
                <c:pt idx="1566">
                  <c:v>0.88817228520000002</c:v>
                </c:pt>
                <c:pt idx="1567">
                  <c:v>0.79389272850000003</c:v>
                </c:pt>
                <c:pt idx="1568">
                  <c:v>0.69256079859999997</c:v>
                </c:pt>
                <c:pt idx="1569">
                  <c:v>0.60179838080000003</c:v>
                </c:pt>
                <c:pt idx="1570">
                  <c:v>0.51428080330000003</c:v>
                </c:pt>
                <c:pt idx="1571">
                  <c:v>0.44056199219999997</c:v>
                </c:pt>
                <c:pt idx="1572">
                  <c:v>0.3816739462</c:v>
                </c:pt>
                <c:pt idx="1573">
                  <c:v>0.3247241622</c:v>
                </c:pt>
                <c:pt idx="1574">
                  <c:v>0.26855939369999998</c:v>
                </c:pt>
                <c:pt idx="1575">
                  <c:v>0.21892145860000001</c:v>
                </c:pt>
                <c:pt idx="1576">
                  <c:v>0.1870487622</c:v>
                </c:pt>
                <c:pt idx="1577">
                  <c:v>0.12657020969999999</c:v>
                </c:pt>
                <c:pt idx="1578">
                  <c:v>7.5361382300000002E-2</c:v>
                </c:pt>
                <c:pt idx="1579">
                  <c:v>2.88341189E-2</c:v>
                </c:pt>
                <c:pt idx="1580">
                  <c:v>7.3875479100000002E-2</c:v>
                </c:pt>
                <c:pt idx="1581">
                  <c:v>0.1055727237</c:v>
                </c:pt>
                <c:pt idx="1582">
                  <c:v>0.14706313090000001</c:v>
                </c:pt>
                <c:pt idx="1583">
                  <c:v>0.15565266689999999</c:v>
                </c:pt>
                <c:pt idx="1584">
                  <c:v>0.14888950910000001</c:v>
                </c:pt>
                <c:pt idx="1585">
                  <c:v>0.16786051199999999</c:v>
                </c:pt>
                <c:pt idx="1586">
                  <c:v>0.2088409007</c:v>
                </c:pt>
                <c:pt idx="1587">
                  <c:v>0.24073923480000001</c:v>
                </c:pt>
                <c:pt idx="1588">
                  <c:v>0.25467887760000002</c:v>
                </c:pt>
                <c:pt idx="1589">
                  <c:v>0.27700809739999999</c:v>
                </c:pt>
                <c:pt idx="1590">
                  <c:v>0.30300458949999998</c:v>
                </c:pt>
                <c:pt idx="1591">
                  <c:v>0.33200534799999998</c:v>
                </c:pt>
                <c:pt idx="1592">
                  <c:v>0.34404298290000002</c:v>
                </c:pt>
                <c:pt idx="1593">
                  <c:v>0.34119166740000001</c:v>
                </c:pt>
                <c:pt idx="1594">
                  <c:v>0.3227098907</c:v>
                </c:pt>
                <c:pt idx="1595">
                  <c:v>0.3096167219</c:v>
                </c:pt>
                <c:pt idx="1596">
                  <c:v>0.29878546459999999</c:v>
                </c:pt>
                <c:pt idx="1597">
                  <c:v>0.29312684919999998</c:v>
                </c:pt>
                <c:pt idx="1598">
                  <c:v>0.29322142109999999</c:v>
                </c:pt>
                <c:pt idx="1599">
                  <c:v>0.29685362230000001</c:v>
                </c:pt>
                <c:pt idx="1600">
                  <c:v>0.29707340059999998</c:v>
                </c:pt>
                <c:pt idx="1601">
                  <c:v>0.2898787565</c:v>
                </c:pt>
                <c:pt idx="1602">
                  <c:v>0.29581699319999999</c:v>
                </c:pt>
                <c:pt idx="1603">
                  <c:v>0.27759169610000001</c:v>
                </c:pt>
                <c:pt idx="1604">
                  <c:v>0.29551277469999998</c:v>
                </c:pt>
                <c:pt idx="1605">
                  <c:v>0.33245578510000001</c:v>
                </c:pt>
                <c:pt idx="1606">
                  <c:v>0.33638270640000001</c:v>
                </c:pt>
                <c:pt idx="1607">
                  <c:v>0.35440417349999997</c:v>
                </c:pt>
                <c:pt idx="1608">
                  <c:v>0.36474669809999999</c:v>
                </c:pt>
                <c:pt idx="1609">
                  <c:v>0.3955714568</c:v>
                </c:pt>
                <c:pt idx="1610">
                  <c:v>0.4257265865</c:v>
                </c:pt>
                <c:pt idx="1611">
                  <c:v>0.4492919984</c:v>
                </c:pt>
                <c:pt idx="1612">
                  <c:v>0.46346313049999999</c:v>
                </c:pt>
                <c:pt idx="1613">
                  <c:v>0.47841469460000002</c:v>
                </c:pt>
                <c:pt idx="1614">
                  <c:v>0.50987458149999998</c:v>
                </c:pt>
                <c:pt idx="1615">
                  <c:v>0.56488240609999996</c:v>
                </c:pt>
                <c:pt idx="1616">
                  <c:v>0.59632174999999998</c:v>
                </c:pt>
                <c:pt idx="1617">
                  <c:v>0.63095936200000002</c:v>
                </c:pt>
                <c:pt idx="1618">
                  <c:v>0.64905551269999995</c:v>
                </c:pt>
                <c:pt idx="1619">
                  <c:v>0.67723103829999998</c:v>
                </c:pt>
                <c:pt idx="1620">
                  <c:v>0.65611435439999999</c:v>
                </c:pt>
                <c:pt idx="1621">
                  <c:v>0.64184512849999997</c:v>
                </c:pt>
                <c:pt idx="1622">
                  <c:v>0.62794454129999999</c:v>
                </c:pt>
                <c:pt idx="1623">
                  <c:v>0.61491104279999997</c:v>
                </c:pt>
                <c:pt idx="1624">
                  <c:v>0.62432330059999996</c:v>
                </c:pt>
                <c:pt idx="1625">
                  <c:v>0.64204024150000005</c:v>
                </c:pt>
                <c:pt idx="1626">
                  <c:v>0.65568497930000003</c:v>
                </c:pt>
                <c:pt idx="1627">
                  <c:v>0.68307394379999997</c:v>
                </c:pt>
                <c:pt idx="1628">
                  <c:v>0.6905557443</c:v>
                </c:pt>
                <c:pt idx="1629">
                  <c:v>0.71403899500000001</c:v>
                </c:pt>
                <c:pt idx="1630">
                  <c:v>0.73711836180000001</c:v>
                </c:pt>
                <c:pt idx="1631">
                  <c:v>0.75442837939999996</c:v>
                </c:pt>
                <c:pt idx="1632">
                  <c:v>0.76552034339999997</c:v>
                </c:pt>
                <c:pt idx="1633">
                  <c:v>0.77919319850000002</c:v>
                </c:pt>
                <c:pt idx="1634">
                  <c:v>0.81860581909999997</c:v>
                </c:pt>
                <c:pt idx="1635">
                  <c:v>0.83097372479999998</c:v>
                </c:pt>
                <c:pt idx="1636">
                  <c:v>0.84326705239999999</c:v>
                </c:pt>
                <c:pt idx="1637">
                  <c:v>0.8724539992</c:v>
                </c:pt>
                <c:pt idx="1638">
                  <c:v>0.89960892969999995</c:v>
                </c:pt>
                <c:pt idx="1639">
                  <c:v>0.93158433019999998</c:v>
                </c:pt>
                <c:pt idx="1640">
                  <c:v>0.95576234439999996</c:v>
                </c:pt>
                <c:pt idx="1641">
                  <c:v>1.0004498303</c:v>
                </c:pt>
                <c:pt idx="1642">
                  <c:v>1.0389498077999999</c:v>
                </c:pt>
                <c:pt idx="1643">
                  <c:v>1.0728302381000001</c:v>
                </c:pt>
                <c:pt idx="1644">
                  <c:v>1.1020523113</c:v>
                </c:pt>
                <c:pt idx="1645">
                  <c:v>1.1127282929</c:v>
                </c:pt>
                <c:pt idx="1646">
                  <c:v>1.1134745479999999</c:v>
                </c:pt>
                <c:pt idx="1647">
                  <c:v>1.1196456442</c:v>
                </c:pt>
                <c:pt idx="1648">
                  <c:v>1.1198394970000001</c:v>
                </c:pt>
                <c:pt idx="1649">
                  <c:v>1.1342029505</c:v>
                </c:pt>
                <c:pt idx="1650">
                  <c:v>1.1413383739</c:v>
                </c:pt>
                <c:pt idx="1651">
                  <c:v>1.1387842321999999</c:v>
                </c:pt>
                <c:pt idx="1652">
                  <c:v>1.1272650076999999</c:v>
                </c:pt>
                <c:pt idx="1653">
                  <c:v>1.1384113913</c:v>
                </c:pt>
                <c:pt idx="1654">
                  <c:v>1.1492604660000001</c:v>
                </c:pt>
                <c:pt idx="1655">
                  <c:v>1.1403733266</c:v>
                </c:pt>
                <c:pt idx="1656">
                  <c:v>1.1302253551999999</c:v>
                </c:pt>
                <c:pt idx="1657">
                  <c:v>1.114463596</c:v>
                </c:pt>
                <c:pt idx="1658">
                  <c:v>1.0951942427000001</c:v>
                </c:pt>
                <c:pt idx="1659">
                  <c:v>1.0569245974000001</c:v>
                </c:pt>
                <c:pt idx="1660">
                  <c:v>1.0259804496</c:v>
                </c:pt>
                <c:pt idx="1661">
                  <c:v>1.0055102649000001</c:v>
                </c:pt>
                <c:pt idx="1662">
                  <c:v>1.0010886789</c:v>
                </c:pt>
                <c:pt idx="1663">
                  <c:v>1.0026476097999999</c:v>
                </c:pt>
                <c:pt idx="1664">
                  <c:v>1.0008327741</c:v>
                </c:pt>
                <c:pt idx="1665">
                  <c:v>0.99677803239999996</c:v>
                </c:pt>
                <c:pt idx="1666">
                  <c:v>1.0093999220000001</c:v>
                </c:pt>
                <c:pt idx="1667">
                  <c:v>1.0248746932999999</c:v>
                </c:pt>
                <c:pt idx="1668">
                  <c:v>1.0162707858</c:v>
                </c:pt>
                <c:pt idx="1669">
                  <c:v>1.0187262686</c:v>
                </c:pt>
                <c:pt idx="1670">
                  <c:v>1.000786266</c:v>
                </c:pt>
                <c:pt idx="1671">
                  <c:v>1.0082659951999999</c:v>
                </c:pt>
                <c:pt idx="1672">
                  <c:v>1.0291257529</c:v>
                </c:pt>
                <c:pt idx="1673">
                  <c:v>1.044096232</c:v>
                </c:pt>
                <c:pt idx="1674">
                  <c:v>1.0240340343000001</c:v>
                </c:pt>
                <c:pt idx="1675">
                  <c:v>1.0183960244000001</c:v>
                </c:pt>
                <c:pt idx="1676">
                  <c:v>1.0023827760999999</c:v>
                </c:pt>
                <c:pt idx="1677">
                  <c:v>0.99170022250000001</c:v>
                </c:pt>
                <c:pt idx="1678">
                  <c:v>0.99893880329999996</c:v>
                </c:pt>
                <c:pt idx="1679">
                  <c:v>0.92332569109999996</c:v>
                </c:pt>
                <c:pt idx="1680">
                  <c:v>0.83685945159999997</c:v>
                </c:pt>
                <c:pt idx="1681">
                  <c:v>0.74895064359999997</c:v>
                </c:pt>
                <c:pt idx="1682">
                  <c:v>0.65648436519999998</c:v>
                </c:pt>
                <c:pt idx="1683">
                  <c:v>0.55942134349999995</c:v>
                </c:pt>
                <c:pt idx="1684">
                  <c:v>0.4648236349</c:v>
                </c:pt>
                <c:pt idx="1685">
                  <c:v>0.4014839677</c:v>
                </c:pt>
                <c:pt idx="1686">
                  <c:v>0.33206642689999999</c:v>
                </c:pt>
                <c:pt idx="1687">
                  <c:v>0.21928176059999999</c:v>
                </c:pt>
                <c:pt idx="1688">
                  <c:v>0.11479025299999999</c:v>
                </c:pt>
                <c:pt idx="1689">
                  <c:v>1.2541558600000001E-2</c:v>
                </c:pt>
                <c:pt idx="1690">
                  <c:v>-9.0990484199999999E-2</c:v>
                </c:pt>
                <c:pt idx="1691">
                  <c:v>-0.19733726530000001</c:v>
                </c:pt>
                <c:pt idx="1692">
                  <c:v>-0.334909387</c:v>
                </c:pt>
                <c:pt idx="1693">
                  <c:v>-0.45590065499999999</c:v>
                </c:pt>
                <c:pt idx="1694">
                  <c:v>-0.56841732010000001</c:v>
                </c:pt>
                <c:pt idx="1695">
                  <c:v>-0.64944520719999999</c:v>
                </c:pt>
                <c:pt idx="1696">
                  <c:v>-0.74235198040000006</c:v>
                </c:pt>
                <c:pt idx="1697">
                  <c:v>-0.82084552129999999</c:v>
                </c:pt>
                <c:pt idx="1698">
                  <c:v>-0.89657978930000004</c:v>
                </c:pt>
                <c:pt idx="1699">
                  <c:v>-0.9922296853</c:v>
                </c:pt>
                <c:pt idx="1700">
                  <c:v>-0.98743918880000003</c:v>
                </c:pt>
                <c:pt idx="1701">
                  <c:v>-0.96386641240000004</c:v>
                </c:pt>
                <c:pt idx="1702">
                  <c:v>-0.93589457259999997</c:v>
                </c:pt>
                <c:pt idx="1703">
                  <c:v>-0.90217594879999996</c:v>
                </c:pt>
                <c:pt idx="1704">
                  <c:v>-0.8595497097</c:v>
                </c:pt>
                <c:pt idx="1705">
                  <c:v>-0.84192360600000005</c:v>
                </c:pt>
                <c:pt idx="1706">
                  <c:v>-0.84580441669999995</c:v>
                </c:pt>
                <c:pt idx="1707">
                  <c:v>-0.83910914469999998</c:v>
                </c:pt>
                <c:pt idx="1708">
                  <c:v>-0.82832078180000002</c:v>
                </c:pt>
                <c:pt idx="1709">
                  <c:v>-0.83052837150000003</c:v>
                </c:pt>
                <c:pt idx="1710">
                  <c:v>-0.82975590860000004</c:v>
                </c:pt>
                <c:pt idx="1711">
                  <c:v>-0.78817705829999996</c:v>
                </c:pt>
                <c:pt idx="1712">
                  <c:v>-0.7466058364</c:v>
                </c:pt>
                <c:pt idx="1713">
                  <c:v>-0.6871814772</c:v>
                </c:pt>
                <c:pt idx="1714">
                  <c:v>-0.65301725529999999</c:v>
                </c:pt>
                <c:pt idx="1715">
                  <c:v>-0.6198025251</c:v>
                </c:pt>
                <c:pt idx="1716">
                  <c:v>-0.63790082969999995</c:v>
                </c:pt>
                <c:pt idx="1717">
                  <c:v>-0.64586593209999998</c:v>
                </c:pt>
                <c:pt idx="1718">
                  <c:v>-0.63914152580000005</c:v>
                </c:pt>
                <c:pt idx="1719">
                  <c:v>-0.64765730070000005</c:v>
                </c:pt>
                <c:pt idx="1720">
                  <c:v>-0.61639368510000003</c:v>
                </c:pt>
                <c:pt idx="1721">
                  <c:v>-0.60567541820000004</c:v>
                </c:pt>
                <c:pt idx="1722">
                  <c:v>-0.57874737610000004</c:v>
                </c:pt>
                <c:pt idx="1723">
                  <c:v>-0.55257816569999996</c:v>
                </c:pt>
                <c:pt idx="1724">
                  <c:v>-0.56549674800000005</c:v>
                </c:pt>
                <c:pt idx="1725">
                  <c:v>-0.59283171430000003</c:v>
                </c:pt>
                <c:pt idx="1726">
                  <c:v>-0.5987500979</c:v>
                </c:pt>
                <c:pt idx="1727">
                  <c:v>-0.60859018080000005</c:v>
                </c:pt>
                <c:pt idx="1728">
                  <c:v>-0.62229259650000002</c:v>
                </c:pt>
                <c:pt idx="1729">
                  <c:v>-0.62353007869999999</c:v>
                </c:pt>
                <c:pt idx="1730">
                  <c:v>-0.62254772960000004</c:v>
                </c:pt>
                <c:pt idx="1731">
                  <c:v>-0.61044940979999995</c:v>
                </c:pt>
                <c:pt idx="1732">
                  <c:v>-0.62862239750000004</c:v>
                </c:pt>
                <c:pt idx="1733">
                  <c:v>-0.60870860979999997</c:v>
                </c:pt>
                <c:pt idx="1734">
                  <c:v>-0.61821745819999996</c:v>
                </c:pt>
                <c:pt idx="1735">
                  <c:v>-0.63363674660000002</c:v>
                </c:pt>
                <c:pt idx="1736">
                  <c:v>-0.64025587770000003</c:v>
                </c:pt>
                <c:pt idx="1737">
                  <c:v>-0.61003001769999998</c:v>
                </c:pt>
                <c:pt idx="1738">
                  <c:v>-0.58250252790000001</c:v>
                </c:pt>
                <c:pt idx="1739">
                  <c:v>-0.56978951290000002</c:v>
                </c:pt>
                <c:pt idx="1740">
                  <c:v>-0.5253747071</c:v>
                </c:pt>
                <c:pt idx="1741">
                  <c:v>-0.49708171000000001</c:v>
                </c:pt>
                <c:pt idx="1742">
                  <c:v>-0.45577753059999998</c:v>
                </c:pt>
                <c:pt idx="1743">
                  <c:v>-0.41620466350000002</c:v>
                </c:pt>
                <c:pt idx="1744">
                  <c:v>-0.38807597620000001</c:v>
                </c:pt>
                <c:pt idx="1745">
                  <c:v>-0.32874616369999998</c:v>
                </c:pt>
                <c:pt idx="1746">
                  <c:v>-0.27441136849999997</c:v>
                </c:pt>
                <c:pt idx="1747">
                  <c:v>-0.2230983443</c:v>
                </c:pt>
                <c:pt idx="1748">
                  <c:v>-0.17072889620000001</c:v>
                </c:pt>
                <c:pt idx="1749">
                  <c:v>-0.1480937282</c:v>
                </c:pt>
                <c:pt idx="1750">
                  <c:v>-0.107185685</c:v>
                </c:pt>
                <c:pt idx="1751">
                  <c:v>-6.6112597499999995E-2</c:v>
                </c:pt>
                <c:pt idx="1752">
                  <c:v>-1.41420928E-2</c:v>
                </c:pt>
                <c:pt idx="1753">
                  <c:v>1.9579324299999999E-2</c:v>
                </c:pt>
                <c:pt idx="1754">
                  <c:v>4.5425147800000003E-2</c:v>
                </c:pt>
                <c:pt idx="1755">
                  <c:v>9.2469357099999996E-2</c:v>
                </c:pt>
                <c:pt idx="1756">
                  <c:v>0.14872353790000001</c:v>
                </c:pt>
                <c:pt idx="1757">
                  <c:v>0.20466474479999999</c:v>
                </c:pt>
                <c:pt idx="1758">
                  <c:v>0.24660712370000001</c:v>
                </c:pt>
                <c:pt idx="1759">
                  <c:v>0.31913255509999999</c:v>
                </c:pt>
                <c:pt idx="1760">
                  <c:v>0.3969648617</c:v>
                </c:pt>
                <c:pt idx="1761">
                  <c:v>0.4397772834</c:v>
                </c:pt>
                <c:pt idx="1762">
                  <c:v>0.45427309649999997</c:v>
                </c:pt>
                <c:pt idx="1763">
                  <c:v>0.46716299849999998</c:v>
                </c:pt>
                <c:pt idx="1764">
                  <c:v>0.45244449959999999</c:v>
                </c:pt>
                <c:pt idx="1765">
                  <c:v>0.42587291719999998</c:v>
                </c:pt>
                <c:pt idx="1766">
                  <c:v>0.43524301929999998</c:v>
                </c:pt>
                <c:pt idx="1767">
                  <c:v>0.45937446199999998</c:v>
                </c:pt>
                <c:pt idx="1768">
                  <c:v>0.48353965989999997</c:v>
                </c:pt>
                <c:pt idx="1769">
                  <c:v>0.50875931050000001</c:v>
                </c:pt>
                <c:pt idx="1770">
                  <c:v>0.56012850179999996</c:v>
                </c:pt>
                <c:pt idx="1771">
                  <c:v>0.62410226170000005</c:v>
                </c:pt>
                <c:pt idx="1772">
                  <c:v>0.69627256380000002</c:v>
                </c:pt>
                <c:pt idx="1773">
                  <c:v>0.72159031439999999</c:v>
                </c:pt>
                <c:pt idx="1774">
                  <c:v>0.75318887499999998</c:v>
                </c:pt>
                <c:pt idx="1775">
                  <c:v>0.77598660760000004</c:v>
                </c:pt>
                <c:pt idx="1776">
                  <c:v>0.82550826450000003</c:v>
                </c:pt>
                <c:pt idx="1777">
                  <c:v>0.87325896999999997</c:v>
                </c:pt>
                <c:pt idx="1778">
                  <c:v>0.93348569459999997</c:v>
                </c:pt>
                <c:pt idx="1779">
                  <c:v>1.0070506575</c:v>
                </c:pt>
                <c:pt idx="1780">
                  <c:v>1.0455726197999999</c:v>
                </c:pt>
                <c:pt idx="1781">
                  <c:v>1.0721297072</c:v>
                </c:pt>
                <c:pt idx="1782">
                  <c:v>1.1142922065</c:v>
                </c:pt>
                <c:pt idx="1783">
                  <c:v>1.175291098</c:v>
                </c:pt>
                <c:pt idx="1784">
                  <c:v>1.1987353483000001</c:v>
                </c:pt>
                <c:pt idx="1785">
                  <c:v>1.2646946983</c:v>
                </c:pt>
                <c:pt idx="1786">
                  <c:v>1.3353121943999999</c:v>
                </c:pt>
                <c:pt idx="1787">
                  <c:v>1.3710358204999999</c:v>
                </c:pt>
                <c:pt idx="1788">
                  <c:v>1.400803687</c:v>
                </c:pt>
                <c:pt idx="1789">
                  <c:v>1.4228227200000001</c:v>
                </c:pt>
                <c:pt idx="1790">
                  <c:v>1.4457844716999999</c:v>
                </c:pt>
                <c:pt idx="1791">
                  <c:v>1.4654450836999999</c:v>
                </c:pt>
                <c:pt idx="1792">
                  <c:v>1.4591312867999999</c:v>
                </c:pt>
                <c:pt idx="1793">
                  <c:v>1.4638605609999999</c:v>
                </c:pt>
                <c:pt idx="1794">
                  <c:v>1.4708994882999999</c:v>
                </c:pt>
                <c:pt idx="1795">
                  <c:v>1.5136430595000001</c:v>
                </c:pt>
                <c:pt idx="1796">
                  <c:v>1.5046245576999999</c:v>
                </c:pt>
                <c:pt idx="1797">
                  <c:v>1.4598012272000001</c:v>
                </c:pt>
                <c:pt idx="1798">
                  <c:v>1.4407435729</c:v>
                </c:pt>
                <c:pt idx="1799">
                  <c:v>1.4360599687</c:v>
                </c:pt>
                <c:pt idx="1800">
                  <c:v>1.4139713564</c:v>
                </c:pt>
                <c:pt idx="1801">
                  <c:v>1.3789418601000001</c:v>
                </c:pt>
                <c:pt idx="1802">
                  <c:v>1.3665158398999999</c:v>
                </c:pt>
                <c:pt idx="1803">
                  <c:v>1.3384515610000001</c:v>
                </c:pt>
                <c:pt idx="1804">
                  <c:v>1.3015430612000001</c:v>
                </c:pt>
                <c:pt idx="1805">
                  <c:v>1.2034712281</c:v>
                </c:pt>
                <c:pt idx="1806">
                  <c:v>1.1046616748</c:v>
                </c:pt>
                <c:pt idx="1807">
                  <c:v>1.0087383806000001</c:v>
                </c:pt>
                <c:pt idx="1808">
                  <c:v>0.91628844310000002</c:v>
                </c:pt>
                <c:pt idx="1809">
                  <c:v>0.82414949370000001</c:v>
                </c:pt>
                <c:pt idx="1810">
                  <c:v>0.73092455099999998</c:v>
                </c:pt>
                <c:pt idx="1811">
                  <c:v>0.6151319744</c:v>
                </c:pt>
                <c:pt idx="1812">
                  <c:v>0.48797946640000001</c:v>
                </c:pt>
                <c:pt idx="1813">
                  <c:v>0.3872751747</c:v>
                </c:pt>
                <c:pt idx="1814">
                  <c:v>0.26508268800000001</c:v>
                </c:pt>
                <c:pt idx="1815">
                  <c:v>0.17302864430000001</c:v>
                </c:pt>
                <c:pt idx="1816">
                  <c:v>4.4626012399999998E-2</c:v>
                </c:pt>
                <c:pt idx="1817">
                  <c:v>-3.2261504699999999E-2</c:v>
                </c:pt>
                <c:pt idx="1818">
                  <c:v>-0.1040979179</c:v>
                </c:pt>
                <c:pt idx="1819">
                  <c:v>-0.2057741162</c:v>
                </c:pt>
                <c:pt idx="1820">
                  <c:v>-0.29973599290000003</c:v>
                </c:pt>
                <c:pt idx="1821">
                  <c:v>-0.39448581830000001</c:v>
                </c:pt>
                <c:pt idx="1822">
                  <c:v>-0.46851109470000002</c:v>
                </c:pt>
                <c:pt idx="1823">
                  <c:v>-0.57144558249999999</c:v>
                </c:pt>
                <c:pt idx="1824">
                  <c:v>-0.68951746820000004</c:v>
                </c:pt>
                <c:pt idx="1825">
                  <c:v>-0.80625115169999995</c:v>
                </c:pt>
                <c:pt idx="1826">
                  <c:v>-0.83469080340000001</c:v>
                </c:pt>
                <c:pt idx="1827">
                  <c:v>-0.85181966259999997</c:v>
                </c:pt>
                <c:pt idx="1828">
                  <c:v>-0.8505525907</c:v>
                </c:pt>
                <c:pt idx="1829">
                  <c:v>-0.84507415419999998</c:v>
                </c:pt>
                <c:pt idx="1830">
                  <c:v>-0.84201464049999997</c:v>
                </c:pt>
                <c:pt idx="1831">
                  <c:v>-0.8234731891</c:v>
                </c:pt>
                <c:pt idx="1832">
                  <c:v>-0.77885242379999997</c:v>
                </c:pt>
                <c:pt idx="1833">
                  <c:v>-0.72788861220000001</c:v>
                </c:pt>
                <c:pt idx="1834">
                  <c:v>-0.69524140189999994</c:v>
                </c:pt>
                <c:pt idx="1835">
                  <c:v>-0.63106605760000001</c:v>
                </c:pt>
                <c:pt idx="1836">
                  <c:v>-0.56304034410000003</c:v>
                </c:pt>
                <c:pt idx="1837">
                  <c:v>-0.50979194250000004</c:v>
                </c:pt>
                <c:pt idx="1838">
                  <c:v>-0.4782400859</c:v>
                </c:pt>
                <c:pt idx="1839">
                  <c:v>-0.4258710127</c:v>
                </c:pt>
                <c:pt idx="1840">
                  <c:v>-0.37761568340000001</c:v>
                </c:pt>
                <c:pt idx="1841">
                  <c:v>-0.36215725009999999</c:v>
                </c:pt>
                <c:pt idx="1842">
                  <c:v>-0.3284449975</c:v>
                </c:pt>
                <c:pt idx="1843">
                  <c:v>-0.30396850949999998</c:v>
                </c:pt>
                <c:pt idx="1844">
                  <c:v>-0.2792686231</c:v>
                </c:pt>
                <c:pt idx="1845">
                  <c:v>-0.1887992114</c:v>
                </c:pt>
                <c:pt idx="1846">
                  <c:v>-0.11234933850000001</c:v>
                </c:pt>
                <c:pt idx="1847">
                  <c:v>-2.9935735500000001E-2</c:v>
                </c:pt>
                <c:pt idx="1848">
                  <c:v>3.1602400599999997E-2</c:v>
                </c:pt>
                <c:pt idx="1849">
                  <c:v>6.6054091199999998E-2</c:v>
                </c:pt>
                <c:pt idx="1850">
                  <c:v>0.10339780279999999</c:v>
                </c:pt>
                <c:pt idx="1851">
                  <c:v>0.15515103920000001</c:v>
                </c:pt>
                <c:pt idx="1852">
                  <c:v>0.21072135689999999</c:v>
                </c:pt>
                <c:pt idx="1853">
                  <c:v>0.2429189836</c:v>
                </c:pt>
                <c:pt idx="1854">
                  <c:v>0.2770282604</c:v>
                </c:pt>
                <c:pt idx="1855">
                  <c:v>0.31245620709999999</c:v>
                </c:pt>
                <c:pt idx="1856">
                  <c:v>0.28982963960000002</c:v>
                </c:pt>
                <c:pt idx="1857">
                  <c:v>0.26670184000000002</c:v>
                </c:pt>
                <c:pt idx="1858">
                  <c:v>0.24933518739999999</c:v>
                </c:pt>
                <c:pt idx="1859">
                  <c:v>0.23607166860000001</c:v>
                </c:pt>
                <c:pt idx="1860">
                  <c:v>0.21169400629999999</c:v>
                </c:pt>
                <c:pt idx="1861">
                  <c:v>0.20267736959999999</c:v>
                </c:pt>
                <c:pt idx="1862">
                  <c:v>0.18243722640000001</c:v>
                </c:pt>
                <c:pt idx="1863">
                  <c:v>0.167245695</c:v>
                </c:pt>
                <c:pt idx="1864">
                  <c:v>0.14337894430000001</c:v>
                </c:pt>
                <c:pt idx="1865">
                  <c:v>0.1236341472</c:v>
                </c:pt>
                <c:pt idx="1866">
                  <c:v>8.3505986500000004E-2</c:v>
                </c:pt>
                <c:pt idx="1867">
                  <c:v>4.8212002800000001E-2</c:v>
                </c:pt>
                <c:pt idx="1868">
                  <c:v>1.4999261999999999E-2</c:v>
                </c:pt>
                <c:pt idx="1869">
                  <c:v>-9.3817684999999998E-2</c:v>
                </c:pt>
                <c:pt idx="1870">
                  <c:v>-0.18568546520000001</c:v>
                </c:pt>
                <c:pt idx="1871">
                  <c:v>-0.25571501289999998</c:v>
                </c:pt>
                <c:pt idx="1872">
                  <c:v>-0.30939343409999998</c:v>
                </c:pt>
                <c:pt idx="1873">
                  <c:v>-0.3649202285</c:v>
                </c:pt>
                <c:pt idx="1874">
                  <c:v>-0.39839342010000001</c:v>
                </c:pt>
                <c:pt idx="1875">
                  <c:v>-0.44600230909999999</c:v>
                </c:pt>
                <c:pt idx="1876">
                  <c:v>-0.4911395697</c:v>
                </c:pt>
                <c:pt idx="1877">
                  <c:v>-0.50914893220000002</c:v>
                </c:pt>
                <c:pt idx="1878">
                  <c:v>-0.51128370550000002</c:v>
                </c:pt>
                <c:pt idx="1879">
                  <c:v>-0.49689063290000002</c:v>
                </c:pt>
                <c:pt idx="1880">
                  <c:v>-0.4524967755</c:v>
                </c:pt>
                <c:pt idx="1881">
                  <c:v>-0.41815024960000002</c:v>
                </c:pt>
                <c:pt idx="1882">
                  <c:v>-0.37290602690000002</c:v>
                </c:pt>
                <c:pt idx="1883">
                  <c:v>-0.32033015129999998</c:v>
                </c:pt>
                <c:pt idx="1884">
                  <c:v>-0.25929455070000001</c:v>
                </c:pt>
                <c:pt idx="1885">
                  <c:v>-0.1979404163</c:v>
                </c:pt>
                <c:pt idx="1886">
                  <c:v>-0.1400927854</c:v>
                </c:pt>
                <c:pt idx="1887">
                  <c:v>-0.12220430190000001</c:v>
                </c:pt>
                <c:pt idx="1888">
                  <c:v>-4.1569457599999998E-2</c:v>
                </c:pt>
                <c:pt idx="1889">
                  <c:v>5.7286882400000003E-2</c:v>
                </c:pt>
                <c:pt idx="1890">
                  <c:v>0.221906254</c:v>
                </c:pt>
                <c:pt idx="1891">
                  <c:v>0.39949352339999999</c:v>
                </c:pt>
                <c:pt idx="1892">
                  <c:v>0.53586109969999995</c:v>
                </c:pt>
                <c:pt idx="1893">
                  <c:v>0.63476229120000005</c:v>
                </c:pt>
                <c:pt idx="1894">
                  <c:v>0.72530640609999997</c:v>
                </c:pt>
                <c:pt idx="1895">
                  <c:v>0.8025164722</c:v>
                </c:pt>
                <c:pt idx="1896">
                  <c:v>0.89646111559999997</c:v>
                </c:pt>
                <c:pt idx="1897">
                  <c:v>0.99486670259999999</c:v>
                </c:pt>
                <c:pt idx="1898">
                  <c:v>1.0743522494</c:v>
                </c:pt>
                <c:pt idx="1899">
                  <c:v>1.1313545663</c:v>
                </c:pt>
                <c:pt idx="1900">
                  <c:v>1.1748841162999999</c:v>
                </c:pt>
                <c:pt idx="1901">
                  <c:v>1.2065048849</c:v>
                </c:pt>
                <c:pt idx="1902">
                  <c:v>1.2286910417000001</c:v>
                </c:pt>
                <c:pt idx="1903">
                  <c:v>1.2088015082000001</c:v>
                </c:pt>
                <c:pt idx="1904">
                  <c:v>1.1692326698</c:v>
                </c:pt>
                <c:pt idx="1905">
                  <c:v>1.1388386556000001</c:v>
                </c:pt>
                <c:pt idx="1906">
                  <c:v>1.1404047340000001</c:v>
                </c:pt>
                <c:pt idx="1907">
                  <c:v>1.1250603409</c:v>
                </c:pt>
                <c:pt idx="1908">
                  <c:v>1.1617488992</c:v>
                </c:pt>
                <c:pt idx="1909">
                  <c:v>1.1198676102</c:v>
                </c:pt>
                <c:pt idx="1910">
                  <c:v>1.041305221</c:v>
                </c:pt>
                <c:pt idx="1911">
                  <c:v>0.92953818830000001</c:v>
                </c:pt>
                <c:pt idx="1912">
                  <c:v>0.83395822239999995</c:v>
                </c:pt>
                <c:pt idx="1913">
                  <c:v>0.73688331409999996</c:v>
                </c:pt>
                <c:pt idx="1914">
                  <c:v>0.65298874929999995</c:v>
                </c:pt>
                <c:pt idx="1915">
                  <c:v>0.55552281520000002</c:v>
                </c:pt>
                <c:pt idx="1916">
                  <c:v>0.45330222180000002</c:v>
                </c:pt>
                <c:pt idx="1917">
                  <c:v>0.37654841500000003</c:v>
                </c:pt>
                <c:pt idx="1918">
                  <c:v>0.2904093874</c:v>
                </c:pt>
                <c:pt idx="1919">
                  <c:v>0.24762071150000001</c:v>
                </c:pt>
                <c:pt idx="1920">
                  <c:v>0.18849444200000001</c:v>
                </c:pt>
                <c:pt idx="1921">
                  <c:v>0.16611385009999999</c:v>
                </c:pt>
                <c:pt idx="1922">
                  <c:v>0.14500517199999999</c:v>
                </c:pt>
                <c:pt idx="1923">
                  <c:v>0.14694232939999999</c:v>
                </c:pt>
                <c:pt idx="1924">
                  <c:v>0.18924251010000001</c:v>
                </c:pt>
                <c:pt idx="1925">
                  <c:v>0.25702948920000002</c:v>
                </c:pt>
                <c:pt idx="1926">
                  <c:v>0.31518559159999998</c:v>
                </c:pt>
                <c:pt idx="1927">
                  <c:v>0.32742826219999999</c:v>
                </c:pt>
                <c:pt idx="1928">
                  <c:v>0.28700217490000002</c:v>
                </c:pt>
                <c:pt idx="1929">
                  <c:v>0.24125323230000001</c:v>
                </c:pt>
                <c:pt idx="1930">
                  <c:v>0.2078328045</c:v>
                </c:pt>
                <c:pt idx="1931">
                  <c:v>0.19658710090000001</c:v>
                </c:pt>
                <c:pt idx="1932">
                  <c:v>0.22411377199999999</c:v>
                </c:pt>
                <c:pt idx="1933">
                  <c:v>0.21618197859999999</c:v>
                </c:pt>
                <c:pt idx="1934">
                  <c:v>0.211110199</c:v>
                </c:pt>
                <c:pt idx="1935">
                  <c:v>0.2096366439</c:v>
                </c:pt>
                <c:pt idx="1936">
                  <c:v>0.23478395520000001</c:v>
                </c:pt>
                <c:pt idx="1937">
                  <c:v>0.26899730960000001</c:v>
                </c:pt>
                <c:pt idx="1938">
                  <c:v>0.24132359810000001</c:v>
                </c:pt>
                <c:pt idx="1939">
                  <c:v>0.2278432074</c:v>
                </c:pt>
                <c:pt idx="1940">
                  <c:v>0.2008707656</c:v>
                </c:pt>
                <c:pt idx="1941">
                  <c:v>0.1766242247</c:v>
                </c:pt>
                <c:pt idx="1942">
                  <c:v>0.1395649494</c:v>
                </c:pt>
                <c:pt idx="1943">
                  <c:v>0.10839883359999999</c:v>
                </c:pt>
                <c:pt idx="1944">
                  <c:v>5.6822324200000003E-2</c:v>
                </c:pt>
                <c:pt idx="1945">
                  <c:v>-4.1981861000000001E-3</c:v>
                </c:pt>
                <c:pt idx="1946">
                  <c:v>-4.7818102699999997E-2</c:v>
                </c:pt>
                <c:pt idx="1947">
                  <c:v>-0.13492316670000001</c:v>
                </c:pt>
                <c:pt idx="1948">
                  <c:v>-0.20083957790000001</c:v>
                </c:pt>
                <c:pt idx="1949">
                  <c:v>-0.1945197297</c:v>
                </c:pt>
                <c:pt idx="1950">
                  <c:v>-0.20098606199999999</c:v>
                </c:pt>
                <c:pt idx="1951">
                  <c:v>-0.19590973049999999</c:v>
                </c:pt>
                <c:pt idx="1952">
                  <c:v>-0.19958997070000001</c:v>
                </c:pt>
                <c:pt idx="1953">
                  <c:v>-0.21116969290000001</c:v>
                </c:pt>
                <c:pt idx="1954">
                  <c:v>-0.22027848229999999</c:v>
                </c:pt>
                <c:pt idx="1955">
                  <c:v>-0.21557693059999999</c:v>
                </c:pt>
                <c:pt idx="1956">
                  <c:v>-0.20556144870000001</c:v>
                </c:pt>
                <c:pt idx="1957">
                  <c:v>-0.19454066149999999</c:v>
                </c:pt>
                <c:pt idx="1958">
                  <c:v>-0.1714756462</c:v>
                </c:pt>
                <c:pt idx="1959">
                  <c:v>-0.12025466529999999</c:v>
                </c:pt>
                <c:pt idx="1960">
                  <c:v>-8.4037978999999999E-2</c:v>
                </c:pt>
                <c:pt idx="1961">
                  <c:v>-4.8622366399999999E-2</c:v>
                </c:pt>
                <c:pt idx="1962">
                  <c:v>-2.9721292000000001E-3</c:v>
                </c:pt>
                <c:pt idx="1963">
                  <c:v>2.4439892299999998E-2</c:v>
                </c:pt>
                <c:pt idx="1964">
                  <c:v>3.1552519899999999E-2</c:v>
                </c:pt>
                <c:pt idx="1965">
                  <c:v>5.2211167400000001E-2</c:v>
                </c:pt>
                <c:pt idx="1966">
                  <c:v>7.2607275200000002E-2</c:v>
                </c:pt>
                <c:pt idx="1967">
                  <c:v>5.7086178500000001E-2</c:v>
                </c:pt>
                <c:pt idx="1968">
                  <c:v>8.8869135599999996E-2</c:v>
                </c:pt>
                <c:pt idx="1969">
                  <c:v>0.1053592579</c:v>
                </c:pt>
                <c:pt idx="1970">
                  <c:v>0.1201876989</c:v>
                </c:pt>
                <c:pt idx="1971">
                  <c:v>0.16255332920000001</c:v>
                </c:pt>
                <c:pt idx="1972">
                  <c:v>0.2102323139</c:v>
                </c:pt>
                <c:pt idx="1973">
                  <c:v>0.23761230890000001</c:v>
                </c:pt>
                <c:pt idx="1974">
                  <c:v>0.24700163680000001</c:v>
                </c:pt>
                <c:pt idx="1975">
                  <c:v>0.2732073096</c:v>
                </c:pt>
                <c:pt idx="1976">
                  <c:v>0.26254061919999999</c:v>
                </c:pt>
                <c:pt idx="1977">
                  <c:v>0.26599538189999999</c:v>
                </c:pt>
                <c:pt idx="1978">
                  <c:v>0.24918583580000001</c:v>
                </c:pt>
                <c:pt idx="1979">
                  <c:v>0.21067718420000001</c:v>
                </c:pt>
                <c:pt idx="1980">
                  <c:v>0.18877180900000001</c:v>
                </c:pt>
                <c:pt idx="1981">
                  <c:v>0.21384198260000001</c:v>
                </c:pt>
                <c:pt idx="1982">
                  <c:v>0.2420426537</c:v>
                </c:pt>
                <c:pt idx="1983">
                  <c:v>0.26566525559999998</c:v>
                </c:pt>
                <c:pt idx="1984">
                  <c:v>0.29966828600000001</c:v>
                </c:pt>
                <c:pt idx="1985">
                  <c:v>0.3132810955</c:v>
                </c:pt>
                <c:pt idx="1986">
                  <c:v>0.34917103939999999</c:v>
                </c:pt>
                <c:pt idx="1987">
                  <c:v>0.39580222840000001</c:v>
                </c:pt>
                <c:pt idx="1988">
                  <c:v>0.40663011069999999</c:v>
                </c:pt>
                <c:pt idx="1989">
                  <c:v>0.42883922530000002</c:v>
                </c:pt>
                <c:pt idx="1990">
                  <c:v>0.47287905790000001</c:v>
                </c:pt>
                <c:pt idx="1991">
                  <c:v>0.52249910499999996</c:v>
                </c:pt>
                <c:pt idx="1992">
                  <c:v>0.53889255469999997</c:v>
                </c:pt>
                <c:pt idx="1993">
                  <c:v>0.52957416970000004</c:v>
                </c:pt>
                <c:pt idx="1994">
                  <c:v>0.57557451660000003</c:v>
                </c:pt>
                <c:pt idx="1995">
                  <c:v>0.60433367370000002</c:v>
                </c:pt>
                <c:pt idx="1996">
                  <c:v>0.63151613259999995</c:v>
                </c:pt>
                <c:pt idx="1997">
                  <c:v>0.6860918077</c:v>
                </c:pt>
                <c:pt idx="1998">
                  <c:v>0.72440412170000001</c:v>
                </c:pt>
                <c:pt idx="1999">
                  <c:v>0.76408475909999996</c:v>
                </c:pt>
                <c:pt idx="2000">
                  <c:v>0.8443489797</c:v>
                </c:pt>
                <c:pt idx="2001">
                  <c:v>0.89234248819999995</c:v>
                </c:pt>
                <c:pt idx="2002">
                  <c:v>0.93924365580000002</c:v>
                </c:pt>
                <c:pt idx="2003">
                  <c:v>0.96169970459999998</c:v>
                </c:pt>
                <c:pt idx="2004">
                  <c:v>1.0093628652</c:v>
                </c:pt>
                <c:pt idx="2005">
                  <c:v>1.0026376023000001</c:v>
                </c:pt>
                <c:pt idx="2006">
                  <c:v>1.0309980668000001</c:v>
                </c:pt>
                <c:pt idx="2007">
                  <c:v>1.0531525582000001</c:v>
                </c:pt>
                <c:pt idx="2008">
                  <c:v>1.0183627959999999</c:v>
                </c:pt>
                <c:pt idx="2009">
                  <c:v>1.0297921455000001</c:v>
                </c:pt>
                <c:pt idx="2010">
                  <c:v>1.0518851721</c:v>
                </c:pt>
                <c:pt idx="2011">
                  <c:v>1.0692628966</c:v>
                </c:pt>
                <c:pt idx="2012">
                  <c:v>1.0905766524</c:v>
                </c:pt>
                <c:pt idx="2013">
                  <c:v>1.106868384</c:v>
                </c:pt>
                <c:pt idx="2014">
                  <c:v>1.1629657567</c:v>
                </c:pt>
                <c:pt idx="2015">
                  <c:v>1.1879520822</c:v>
                </c:pt>
                <c:pt idx="2016">
                  <c:v>1.2537194824</c:v>
                </c:pt>
                <c:pt idx="2017">
                  <c:v>1.3099573361000001</c:v>
                </c:pt>
                <c:pt idx="2018">
                  <c:v>1.3524956698999999</c:v>
                </c:pt>
                <c:pt idx="2019">
                  <c:v>1.3943710816999999</c:v>
                </c:pt>
                <c:pt idx="2020">
                  <c:v>1.4274261155000001</c:v>
                </c:pt>
                <c:pt idx="2021">
                  <c:v>1.4291484670000001</c:v>
                </c:pt>
                <c:pt idx="2022">
                  <c:v>1.4245921178000001</c:v>
                </c:pt>
                <c:pt idx="2023">
                  <c:v>1.3829158557000001</c:v>
                </c:pt>
                <c:pt idx="2024">
                  <c:v>1.363257154</c:v>
                </c:pt>
                <c:pt idx="2025">
                  <c:v>1.3402608596000001</c:v>
                </c:pt>
                <c:pt idx="2026">
                  <c:v>1.3564181613999999</c:v>
                </c:pt>
                <c:pt idx="2027">
                  <c:v>1.3657986916</c:v>
                </c:pt>
                <c:pt idx="2028">
                  <c:v>1.3586692807</c:v>
                </c:pt>
                <c:pt idx="2029">
                  <c:v>1.3806950768999999</c:v>
                </c:pt>
                <c:pt idx="2030">
                  <c:v>1.4186153132999999</c:v>
                </c:pt>
                <c:pt idx="2031">
                  <c:v>1.4006697929</c:v>
                </c:pt>
                <c:pt idx="2032">
                  <c:v>1.3832431172999999</c:v>
                </c:pt>
                <c:pt idx="2033">
                  <c:v>1.3607923893</c:v>
                </c:pt>
                <c:pt idx="2034">
                  <c:v>1.3275183686000001</c:v>
                </c:pt>
                <c:pt idx="2035">
                  <c:v>1.2766729995999999</c:v>
                </c:pt>
                <c:pt idx="2036">
                  <c:v>1.2208072997999999</c:v>
                </c:pt>
                <c:pt idx="2037">
                  <c:v>1.1573546486999999</c:v>
                </c:pt>
                <c:pt idx="2038">
                  <c:v>1.0922263284</c:v>
                </c:pt>
                <c:pt idx="2039">
                  <c:v>1.0403458011</c:v>
                </c:pt>
                <c:pt idx="2040">
                  <c:v>0.97892357590000001</c:v>
                </c:pt>
                <c:pt idx="2041">
                  <c:v>0.90519530429999995</c:v>
                </c:pt>
                <c:pt idx="2042">
                  <c:v>0.84305035419999996</c:v>
                </c:pt>
                <c:pt idx="2043">
                  <c:v>0.8078346797</c:v>
                </c:pt>
                <c:pt idx="2044">
                  <c:v>0.76018843579999995</c:v>
                </c:pt>
                <c:pt idx="2045">
                  <c:v>0.70791137029999995</c:v>
                </c:pt>
                <c:pt idx="2046">
                  <c:v>0.64476256710000002</c:v>
                </c:pt>
                <c:pt idx="2047">
                  <c:v>0.60338885539999998</c:v>
                </c:pt>
                <c:pt idx="2048">
                  <c:v>0.53243651960000005</c:v>
                </c:pt>
                <c:pt idx="2049">
                  <c:v>0.47689113989999998</c:v>
                </c:pt>
                <c:pt idx="2050">
                  <c:v>0.42707285299999997</c:v>
                </c:pt>
                <c:pt idx="2051">
                  <c:v>0.36514419999999997</c:v>
                </c:pt>
                <c:pt idx="2052">
                  <c:v>0.33132498329999999</c:v>
                </c:pt>
                <c:pt idx="2053">
                  <c:v>0.23567395569999999</c:v>
                </c:pt>
                <c:pt idx="2054">
                  <c:v>0.16329292379999999</c:v>
                </c:pt>
                <c:pt idx="2055">
                  <c:v>0.1546100748</c:v>
                </c:pt>
                <c:pt idx="2056">
                  <c:v>0.1338982641</c:v>
                </c:pt>
                <c:pt idx="2057">
                  <c:v>0.1132968694</c:v>
                </c:pt>
                <c:pt idx="2058">
                  <c:v>7.9215486299999999E-2</c:v>
                </c:pt>
                <c:pt idx="2059">
                  <c:v>7.7305427100000004E-2</c:v>
                </c:pt>
                <c:pt idx="2060">
                  <c:v>5.1081280799999997E-2</c:v>
                </c:pt>
                <c:pt idx="2061">
                  <c:v>3.307032E-2</c:v>
                </c:pt>
                <c:pt idx="2062">
                  <c:v>3.3704734600000001E-2</c:v>
                </c:pt>
                <c:pt idx="2063">
                  <c:v>3.3684736200000003E-2</c:v>
                </c:pt>
                <c:pt idx="2064">
                  <c:v>3.8289909900000002E-2</c:v>
                </c:pt>
                <c:pt idx="2065">
                  <c:v>6.3340905399999994E-2</c:v>
                </c:pt>
                <c:pt idx="2066">
                  <c:v>9.81371412E-2</c:v>
                </c:pt>
                <c:pt idx="2067">
                  <c:v>0.1293355165</c:v>
                </c:pt>
                <c:pt idx="2068">
                  <c:v>0.138108385</c:v>
                </c:pt>
                <c:pt idx="2069">
                  <c:v>0.16083117999999999</c:v>
                </c:pt>
                <c:pt idx="2070">
                  <c:v>0.1666065766</c:v>
                </c:pt>
                <c:pt idx="2071">
                  <c:v>0.1776446149</c:v>
                </c:pt>
                <c:pt idx="2072">
                  <c:v>0.18555825849999999</c:v>
                </c:pt>
                <c:pt idx="2073">
                  <c:v>0.16160164890000001</c:v>
                </c:pt>
                <c:pt idx="2074">
                  <c:v>0.21577785190000001</c:v>
                </c:pt>
                <c:pt idx="2075">
                  <c:v>0.23307516280000001</c:v>
                </c:pt>
                <c:pt idx="2076">
                  <c:v>0.21706770010000001</c:v>
                </c:pt>
                <c:pt idx="2077">
                  <c:v>0.21221350280000001</c:v>
                </c:pt>
                <c:pt idx="2078">
                  <c:v>0.21217574889999999</c:v>
                </c:pt>
                <c:pt idx="2079">
                  <c:v>0.22136174929999999</c:v>
                </c:pt>
                <c:pt idx="2080">
                  <c:v>0.19745304080000001</c:v>
                </c:pt>
                <c:pt idx="2081">
                  <c:v>0.20303438309999999</c:v>
                </c:pt>
                <c:pt idx="2082">
                  <c:v>0.19849512259999999</c:v>
                </c:pt>
                <c:pt idx="2083">
                  <c:v>0.17990382369999999</c:v>
                </c:pt>
                <c:pt idx="2084">
                  <c:v>0.16895612809999999</c:v>
                </c:pt>
                <c:pt idx="2085">
                  <c:v>0.13678449849999999</c:v>
                </c:pt>
                <c:pt idx="2086">
                  <c:v>0.103314003</c:v>
                </c:pt>
                <c:pt idx="2087">
                  <c:v>7.2858035599999996E-2</c:v>
                </c:pt>
                <c:pt idx="2088">
                  <c:v>1.81863653E-2</c:v>
                </c:pt>
                <c:pt idx="2089">
                  <c:v>-5.6922202300000002E-2</c:v>
                </c:pt>
                <c:pt idx="2090">
                  <c:v>-0.10380412260000001</c:v>
                </c:pt>
                <c:pt idx="2091">
                  <c:v>-0.15746029559999999</c:v>
                </c:pt>
                <c:pt idx="2092">
                  <c:v>-0.19474734769999999</c:v>
                </c:pt>
                <c:pt idx="2093">
                  <c:v>-0.2518443574</c:v>
                </c:pt>
                <c:pt idx="2094">
                  <c:v>-0.28195511519999999</c:v>
                </c:pt>
                <c:pt idx="2095">
                  <c:v>-0.34493741459999999</c:v>
                </c:pt>
                <c:pt idx="2096">
                  <c:v>-0.39145928679999997</c:v>
                </c:pt>
                <c:pt idx="2097">
                  <c:v>-0.46100897940000002</c:v>
                </c:pt>
                <c:pt idx="2098">
                  <c:v>-0.5063057111</c:v>
                </c:pt>
                <c:pt idx="2099">
                  <c:v>-0.56725219839999996</c:v>
                </c:pt>
                <c:pt idx="2100">
                  <c:v>-0.62852279290000002</c:v>
                </c:pt>
                <c:pt idx="2101">
                  <c:v>-0.67782669009999996</c:v>
                </c:pt>
                <c:pt idx="2102">
                  <c:v>-0.68943266940000003</c:v>
                </c:pt>
                <c:pt idx="2103">
                  <c:v>-0.72595072760000001</c:v>
                </c:pt>
                <c:pt idx="2104">
                  <c:v>-0.75672612380000004</c:v>
                </c:pt>
                <c:pt idx="2105">
                  <c:v>-0.8048923241</c:v>
                </c:pt>
                <c:pt idx="2106">
                  <c:v>-0.8138570973</c:v>
                </c:pt>
                <c:pt idx="2107">
                  <c:v>-0.82870832849999998</c:v>
                </c:pt>
                <c:pt idx="2108">
                  <c:v>-0.88535280589999998</c:v>
                </c:pt>
                <c:pt idx="2109">
                  <c:v>-0.92081862550000004</c:v>
                </c:pt>
                <c:pt idx="2110">
                  <c:v>-0.93792868669999996</c:v>
                </c:pt>
                <c:pt idx="2111">
                  <c:v>-0.92609412930000001</c:v>
                </c:pt>
                <c:pt idx="2112">
                  <c:v>-0.92500997200000001</c:v>
                </c:pt>
                <c:pt idx="2113">
                  <c:v>-0.92326516110000001</c:v>
                </c:pt>
                <c:pt idx="2114">
                  <c:v>-0.88539597110000001</c:v>
                </c:pt>
                <c:pt idx="2115">
                  <c:v>-0.87672207859999995</c:v>
                </c:pt>
                <c:pt idx="2116">
                  <c:v>-0.84599139840000004</c:v>
                </c:pt>
                <c:pt idx="2117">
                  <c:v>-0.71822840349999995</c:v>
                </c:pt>
                <c:pt idx="2118">
                  <c:v>-0.61218706840000003</c:v>
                </c:pt>
                <c:pt idx="2119">
                  <c:v>-0.52864424089999995</c:v>
                </c:pt>
                <c:pt idx="2120">
                  <c:v>-0.41465215760000002</c:v>
                </c:pt>
                <c:pt idx="2121">
                  <c:v>-0.2840922769</c:v>
                </c:pt>
                <c:pt idx="2122">
                  <c:v>-0.1624863942</c:v>
                </c:pt>
                <c:pt idx="2123">
                  <c:v>-7.7042198300000003E-2</c:v>
                </c:pt>
                <c:pt idx="2124">
                  <c:v>3.8009369199999997E-2</c:v>
                </c:pt>
                <c:pt idx="2125">
                  <c:v>0.15204378369999999</c:v>
                </c:pt>
                <c:pt idx="2126">
                  <c:v>0.2394747545</c:v>
                </c:pt>
                <c:pt idx="2127">
                  <c:v>0.32428074620000003</c:v>
                </c:pt>
                <c:pt idx="2128">
                  <c:v>0.40974376709999999</c:v>
                </c:pt>
                <c:pt idx="2129">
                  <c:v>0.54272675380000002</c:v>
                </c:pt>
                <c:pt idx="2130">
                  <c:v>0.69458016499999997</c:v>
                </c:pt>
                <c:pt idx="2131">
                  <c:v>0.81927884709999999</c:v>
                </c:pt>
                <c:pt idx="2132">
                  <c:v>0.91581736520000001</c:v>
                </c:pt>
                <c:pt idx="2133">
                  <c:v>1.036295062</c:v>
                </c:pt>
                <c:pt idx="2134">
                  <c:v>1.1385392557</c:v>
                </c:pt>
                <c:pt idx="2135">
                  <c:v>1.2251893874999999</c:v>
                </c:pt>
                <c:pt idx="2136">
                  <c:v>1.3300291286999999</c:v>
                </c:pt>
                <c:pt idx="2137">
                  <c:v>1.4369671263999999</c:v>
                </c:pt>
                <c:pt idx="2138">
                  <c:v>1.4561490677</c:v>
                </c:pt>
                <c:pt idx="2139">
                  <c:v>1.4886798763</c:v>
                </c:pt>
                <c:pt idx="2140">
                  <c:v>1.5299953469000001</c:v>
                </c:pt>
                <c:pt idx="2141">
                  <c:v>1.5507981112</c:v>
                </c:pt>
                <c:pt idx="2142">
                  <c:v>1.5485212450000001</c:v>
                </c:pt>
                <c:pt idx="2143">
                  <c:v>1.5204886968</c:v>
                </c:pt>
                <c:pt idx="2144">
                  <c:v>1.4855351923</c:v>
                </c:pt>
                <c:pt idx="2145">
                  <c:v>1.4641184440999999</c:v>
                </c:pt>
                <c:pt idx="2146">
                  <c:v>1.4403632673</c:v>
                </c:pt>
                <c:pt idx="2147">
                  <c:v>1.4439524011</c:v>
                </c:pt>
                <c:pt idx="2148">
                  <c:v>1.4222774596000001</c:v>
                </c:pt>
                <c:pt idx="2149">
                  <c:v>1.4172978377000001</c:v>
                </c:pt>
                <c:pt idx="2150">
                  <c:v>1.4267387549999999</c:v>
                </c:pt>
                <c:pt idx="2151">
                  <c:v>1.4000669465</c:v>
                </c:pt>
                <c:pt idx="2152">
                  <c:v>1.3881441524</c:v>
                </c:pt>
                <c:pt idx="2153">
                  <c:v>1.3551144879000001</c:v>
                </c:pt>
                <c:pt idx="2154">
                  <c:v>1.3413070078</c:v>
                </c:pt>
                <c:pt idx="2155">
                  <c:v>1.3284677898999999</c:v>
                </c:pt>
                <c:pt idx="2156">
                  <c:v>1.3110621065000001</c:v>
                </c:pt>
                <c:pt idx="2157">
                  <c:v>1.3022146494</c:v>
                </c:pt>
                <c:pt idx="2158">
                  <c:v>1.2653293088999999</c:v>
                </c:pt>
                <c:pt idx="2159">
                  <c:v>1.2276264891999999</c:v>
                </c:pt>
                <c:pt idx="2160">
                  <c:v>1.2205484963</c:v>
                </c:pt>
                <c:pt idx="2161">
                  <c:v>1.2066777987999999</c:v>
                </c:pt>
                <c:pt idx="2162">
                  <c:v>1.2165354917</c:v>
                </c:pt>
                <c:pt idx="2163">
                  <c:v>1.2320952612</c:v>
                </c:pt>
                <c:pt idx="2164">
                  <c:v>1.3131292285</c:v>
                </c:pt>
                <c:pt idx="2165">
                  <c:v>1.3849648876</c:v>
                </c:pt>
                <c:pt idx="2166">
                  <c:v>1.4499765785000001</c:v>
                </c:pt>
                <c:pt idx="2167">
                  <c:v>1.5328898919</c:v>
                </c:pt>
                <c:pt idx="2168">
                  <c:v>1.6103599253000001</c:v>
                </c:pt>
                <c:pt idx="2169">
                  <c:v>1.7018798076999999</c:v>
                </c:pt>
                <c:pt idx="2170">
                  <c:v>1.7793934408000001</c:v>
                </c:pt>
                <c:pt idx="2171">
                  <c:v>1.8145452529999999</c:v>
                </c:pt>
                <c:pt idx="2172">
                  <c:v>1.8708160168000001</c:v>
                </c:pt>
                <c:pt idx="2173">
                  <c:v>1.9426155318</c:v>
                </c:pt>
                <c:pt idx="2174">
                  <c:v>2.0230225093</c:v>
                </c:pt>
                <c:pt idx="2175">
                  <c:v>2.0807948468999999</c:v>
                </c:pt>
                <c:pt idx="2176">
                  <c:v>2.1344226804000002</c:v>
                </c:pt>
                <c:pt idx="2177">
                  <c:v>2.2081776370999999</c:v>
                </c:pt>
                <c:pt idx="2178">
                  <c:v>2.2761126261000002</c:v>
                </c:pt>
                <c:pt idx="2179">
                  <c:v>2.3210208424999998</c:v>
                </c:pt>
                <c:pt idx="2180">
                  <c:v>2.3557431501999999</c:v>
                </c:pt>
                <c:pt idx="2181">
                  <c:v>2.3810168531999998</c:v>
                </c:pt>
                <c:pt idx="2182">
                  <c:v>2.4039518939</c:v>
                </c:pt>
                <c:pt idx="2183">
                  <c:v>2.4028589909</c:v>
                </c:pt>
                <c:pt idx="2184">
                  <c:v>2.3916122446000001</c:v>
                </c:pt>
                <c:pt idx="2185">
                  <c:v>2.3506295026999999</c:v>
                </c:pt>
                <c:pt idx="2186">
                  <c:v>2.3351476257999999</c:v>
                </c:pt>
                <c:pt idx="2187">
                  <c:v>2.3233236123999998</c:v>
                </c:pt>
                <c:pt idx="2188">
                  <c:v>2.2969589622000002</c:v>
                </c:pt>
                <c:pt idx="2189">
                  <c:v>2.2906570323</c:v>
                </c:pt>
                <c:pt idx="2190">
                  <c:v>2.2634563391000002</c:v>
                </c:pt>
                <c:pt idx="2191">
                  <c:v>2.2126917282999998</c:v>
                </c:pt>
                <c:pt idx="2192">
                  <c:v>2.1635862712999998</c:v>
                </c:pt>
                <c:pt idx="2193">
                  <c:v>2.1172521737999999</c:v>
                </c:pt>
                <c:pt idx="2194">
                  <c:v>2.0633762249999998</c:v>
                </c:pt>
                <c:pt idx="2195">
                  <c:v>2.0224005388999999</c:v>
                </c:pt>
                <c:pt idx="2196">
                  <c:v>1.9761896631</c:v>
                </c:pt>
                <c:pt idx="2197">
                  <c:v>1.927527939</c:v>
                </c:pt>
                <c:pt idx="2198">
                  <c:v>1.8664416787</c:v>
                </c:pt>
                <c:pt idx="2199">
                  <c:v>1.7916609099</c:v>
                </c:pt>
                <c:pt idx="2200">
                  <c:v>1.7372870227999999</c:v>
                </c:pt>
                <c:pt idx="2201">
                  <c:v>1.7009405922</c:v>
                </c:pt>
                <c:pt idx="2202">
                  <c:v>1.6635924812</c:v>
                </c:pt>
                <c:pt idx="2203">
                  <c:v>1.6238753641000001</c:v>
                </c:pt>
                <c:pt idx="2204">
                  <c:v>1.5966974866000001</c:v>
                </c:pt>
                <c:pt idx="2205">
                  <c:v>1.578795575</c:v>
                </c:pt>
                <c:pt idx="2206">
                  <c:v>1.5500919249</c:v>
                </c:pt>
                <c:pt idx="2207">
                  <c:v>1.5047770959</c:v>
                </c:pt>
                <c:pt idx="2208">
                  <c:v>1.4793499182000001</c:v>
                </c:pt>
                <c:pt idx="2209">
                  <c:v>1.4571757237</c:v>
                </c:pt>
                <c:pt idx="2210">
                  <c:v>1.4033060419000001</c:v>
                </c:pt>
                <c:pt idx="2211">
                  <c:v>1.3990932011999999</c:v>
                </c:pt>
                <c:pt idx="2212">
                  <c:v>1.4102794590000001</c:v>
                </c:pt>
                <c:pt idx="2213">
                  <c:v>1.4200512539000001</c:v>
                </c:pt>
                <c:pt idx="2214">
                  <c:v>1.4337238683</c:v>
                </c:pt>
                <c:pt idx="2215">
                  <c:v>1.4575543092000001</c:v>
                </c:pt>
                <c:pt idx="2216">
                  <c:v>1.4409315821999999</c:v>
                </c:pt>
                <c:pt idx="2217">
                  <c:v>1.437544283</c:v>
                </c:pt>
                <c:pt idx="2218">
                  <c:v>1.4191776680999999</c:v>
                </c:pt>
                <c:pt idx="2219">
                  <c:v>1.4024103109999999</c:v>
                </c:pt>
                <c:pt idx="2220">
                  <c:v>1.4108200733</c:v>
                </c:pt>
                <c:pt idx="2221">
                  <c:v>1.4442842547000001</c:v>
                </c:pt>
                <c:pt idx="2222">
                  <c:v>1.4392650293</c:v>
                </c:pt>
                <c:pt idx="2223">
                  <c:v>1.4243281979</c:v>
                </c:pt>
                <c:pt idx="2224">
                  <c:v>1.4207183727999999</c:v>
                </c:pt>
                <c:pt idx="2225">
                  <c:v>1.4040905237000001</c:v>
                </c:pt>
                <c:pt idx="2226">
                  <c:v>1.4011254644</c:v>
                </c:pt>
                <c:pt idx="2227">
                  <c:v>1.3843419336</c:v>
                </c:pt>
                <c:pt idx="2228">
                  <c:v>1.3646001620999999</c:v>
                </c:pt>
                <c:pt idx="2229">
                  <c:v>1.3204886712999999</c:v>
                </c:pt>
                <c:pt idx="2230">
                  <c:v>1.2919462615999999</c:v>
                </c:pt>
                <c:pt idx="2231">
                  <c:v>1.2840660004</c:v>
                </c:pt>
                <c:pt idx="2232">
                  <c:v>1.2269978193</c:v>
                </c:pt>
                <c:pt idx="2233">
                  <c:v>1.1834470995999999</c:v>
                </c:pt>
                <c:pt idx="2234">
                  <c:v>1.1505782388000001</c:v>
                </c:pt>
                <c:pt idx="2235">
                  <c:v>1.1208248189000001</c:v>
                </c:pt>
                <c:pt idx="2236">
                  <c:v>1.0873833845</c:v>
                </c:pt>
                <c:pt idx="2237">
                  <c:v>1.073421822</c:v>
                </c:pt>
                <c:pt idx="2238">
                  <c:v>1.0636924701999999</c:v>
                </c:pt>
                <c:pt idx="2239">
                  <c:v>1.0718361751000001</c:v>
                </c:pt>
                <c:pt idx="2240">
                  <c:v>1.0873625882</c:v>
                </c:pt>
                <c:pt idx="2241">
                  <c:v>1.0848965137</c:v>
                </c:pt>
                <c:pt idx="2242">
                  <c:v>1.0821673671000001</c:v>
                </c:pt>
                <c:pt idx="2243">
                  <c:v>1.1018465351</c:v>
                </c:pt>
                <c:pt idx="2244">
                  <c:v>1.1444117143999999</c:v>
                </c:pt>
                <c:pt idx="2245">
                  <c:v>1.1745862994</c:v>
                </c:pt>
                <c:pt idx="2246">
                  <c:v>1.2115699563</c:v>
                </c:pt>
                <c:pt idx="2247">
                  <c:v>1.2486959034</c:v>
                </c:pt>
                <c:pt idx="2248">
                  <c:v>1.3021431062</c:v>
                </c:pt>
                <c:pt idx="2249">
                  <c:v>1.3520627449</c:v>
                </c:pt>
                <c:pt idx="2250">
                  <c:v>1.3925651089</c:v>
                </c:pt>
                <c:pt idx="2251">
                  <c:v>1.4114580992000001</c:v>
                </c:pt>
                <c:pt idx="2252">
                  <c:v>1.4432788135000001</c:v>
                </c:pt>
                <c:pt idx="2253">
                  <c:v>1.4867467875</c:v>
                </c:pt>
                <c:pt idx="2254">
                  <c:v>1.5180123741</c:v>
                </c:pt>
                <c:pt idx="2255">
                  <c:v>1.5515473899000001</c:v>
                </c:pt>
                <c:pt idx="2256">
                  <c:v>1.5631776014000001</c:v>
                </c:pt>
                <c:pt idx="2257">
                  <c:v>1.5692899089000001</c:v>
                </c:pt>
                <c:pt idx="2258">
                  <c:v>1.589239504</c:v>
                </c:pt>
                <c:pt idx="2259">
                  <c:v>1.5901427795</c:v>
                </c:pt>
                <c:pt idx="2260">
                  <c:v>1.5976464921</c:v>
                </c:pt>
                <c:pt idx="2261">
                  <c:v>1.5770674973000001</c:v>
                </c:pt>
                <c:pt idx="2262">
                  <c:v>1.5660688199999999</c:v>
                </c:pt>
                <c:pt idx="2263">
                  <c:v>1.5422632431000001</c:v>
                </c:pt>
                <c:pt idx="2264">
                  <c:v>1.5242887382000001</c:v>
                </c:pt>
                <c:pt idx="2265">
                  <c:v>1.4923935065</c:v>
                </c:pt>
                <c:pt idx="2266">
                  <c:v>1.4732144977999999</c:v>
                </c:pt>
                <c:pt idx="2267">
                  <c:v>1.4427607968</c:v>
                </c:pt>
                <c:pt idx="2268">
                  <c:v>1.4011080312999999</c:v>
                </c:pt>
                <c:pt idx="2269">
                  <c:v>1.3531520755999999</c:v>
                </c:pt>
                <c:pt idx="2270">
                  <c:v>1.3234285021000001</c:v>
                </c:pt>
                <c:pt idx="2271">
                  <c:v>1.2999399271000001</c:v>
                </c:pt>
                <c:pt idx="2272">
                  <c:v>1.2627884170000001</c:v>
                </c:pt>
                <c:pt idx="2273">
                  <c:v>1.1968591323</c:v>
                </c:pt>
                <c:pt idx="2274">
                  <c:v>1.1839110933999999</c:v>
                </c:pt>
                <c:pt idx="2275">
                  <c:v>1.1560495539</c:v>
                </c:pt>
                <c:pt idx="2276">
                  <c:v>1.1206675625</c:v>
                </c:pt>
                <c:pt idx="2277">
                  <c:v>1.0631395673999999</c:v>
                </c:pt>
                <c:pt idx="2278">
                  <c:v>1.0117398238999999</c:v>
                </c:pt>
                <c:pt idx="2279">
                  <c:v>0.9607558222</c:v>
                </c:pt>
                <c:pt idx="2280">
                  <c:v>0.9345335924</c:v>
                </c:pt>
                <c:pt idx="2281">
                  <c:v>0.90955235180000005</c:v>
                </c:pt>
                <c:pt idx="2282">
                  <c:v>0.91948884470000003</c:v>
                </c:pt>
                <c:pt idx="2283">
                  <c:v>0.92877161949999998</c:v>
                </c:pt>
                <c:pt idx="2284">
                  <c:v>0.95365228749999997</c:v>
                </c:pt>
                <c:pt idx="2285">
                  <c:v>0.95327823109999998</c:v>
                </c:pt>
                <c:pt idx="2286">
                  <c:v>0.95199885579999999</c:v>
                </c:pt>
                <c:pt idx="2287">
                  <c:v>0.93484645840000002</c:v>
                </c:pt>
                <c:pt idx="2288">
                  <c:v>0.91664761750000001</c:v>
                </c:pt>
                <c:pt idx="2289">
                  <c:v>0.89582314659999995</c:v>
                </c:pt>
                <c:pt idx="2290">
                  <c:v>0.88331653210000005</c:v>
                </c:pt>
                <c:pt idx="2291">
                  <c:v>0.85388946720000003</c:v>
                </c:pt>
                <c:pt idx="2292">
                  <c:v>0.81498114720000003</c:v>
                </c:pt>
                <c:pt idx="2293">
                  <c:v>0.80159525539999998</c:v>
                </c:pt>
                <c:pt idx="2294">
                  <c:v>0.79968042780000004</c:v>
                </c:pt>
                <c:pt idx="2295">
                  <c:v>0.76085810330000003</c:v>
                </c:pt>
                <c:pt idx="2296">
                  <c:v>0.73769001820000002</c:v>
                </c:pt>
                <c:pt idx="2297">
                  <c:v>0.71033505740000003</c:v>
                </c:pt>
                <c:pt idx="2298">
                  <c:v>0.71379014039999999</c:v>
                </c:pt>
                <c:pt idx="2299">
                  <c:v>0.72234257609999997</c:v>
                </c:pt>
                <c:pt idx="2300">
                  <c:v>0.7235981749</c:v>
                </c:pt>
                <c:pt idx="2301">
                  <c:v>0.70267967180000002</c:v>
                </c:pt>
                <c:pt idx="2302">
                  <c:v>0.67389947120000004</c:v>
                </c:pt>
                <c:pt idx="2303">
                  <c:v>0.62448535790000004</c:v>
                </c:pt>
                <c:pt idx="2304">
                  <c:v>0.58486391130000004</c:v>
                </c:pt>
                <c:pt idx="2305">
                  <c:v>0.57287535379999999</c:v>
                </c:pt>
                <c:pt idx="2306">
                  <c:v>0.59228802970000005</c:v>
                </c:pt>
                <c:pt idx="2307">
                  <c:v>0.62173873410000002</c:v>
                </c:pt>
                <c:pt idx="2308">
                  <c:v>0.64137663789999999</c:v>
                </c:pt>
                <c:pt idx="2309">
                  <c:v>0.66311785850000005</c:v>
                </c:pt>
                <c:pt idx="2310">
                  <c:v>0.69009760080000004</c:v>
                </c:pt>
                <c:pt idx="2311">
                  <c:v>0.69852264770000005</c:v>
                </c:pt>
                <c:pt idx="2312">
                  <c:v>0.71081568669999995</c:v>
                </c:pt>
                <c:pt idx="2313">
                  <c:v>0.74839303980000005</c:v>
                </c:pt>
                <c:pt idx="2314">
                  <c:v>0.79949685969999995</c:v>
                </c:pt>
                <c:pt idx="2315">
                  <c:v>0.84471714060000003</c:v>
                </c:pt>
                <c:pt idx="2316">
                  <c:v>0.87016292930000005</c:v>
                </c:pt>
                <c:pt idx="2317">
                  <c:v>0.90035612860000003</c:v>
                </c:pt>
                <c:pt idx="2318">
                  <c:v>0.93014425349999996</c:v>
                </c:pt>
                <c:pt idx="2319">
                  <c:v>0.93890124639999994</c:v>
                </c:pt>
                <c:pt idx="2320">
                  <c:v>0.93469173949999995</c:v>
                </c:pt>
                <c:pt idx="2321">
                  <c:v>0.94886436490000003</c:v>
                </c:pt>
                <c:pt idx="2322">
                  <c:v>0.96328489470000001</c:v>
                </c:pt>
                <c:pt idx="2323">
                  <c:v>0.97956873249999998</c:v>
                </c:pt>
                <c:pt idx="2324">
                  <c:v>0.96737252210000002</c:v>
                </c:pt>
                <c:pt idx="2325">
                  <c:v>0.94410655470000004</c:v>
                </c:pt>
                <c:pt idx="2326">
                  <c:v>0.90343334610000003</c:v>
                </c:pt>
                <c:pt idx="2327">
                  <c:v>0.88667757940000003</c:v>
                </c:pt>
                <c:pt idx="2328">
                  <c:v>0.86014295029999999</c:v>
                </c:pt>
                <c:pt idx="2329">
                  <c:v>0.84799446099999998</c:v>
                </c:pt>
                <c:pt idx="2330">
                  <c:v>0.84368685239999996</c:v>
                </c:pt>
                <c:pt idx="2331">
                  <c:v>0.85598039510000001</c:v>
                </c:pt>
                <c:pt idx="2332">
                  <c:v>0.86226676690000004</c:v>
                </c:pt>
                <c:pt idx="2333">
                  <c:v>0.87710961659999997</c:v>
                </c:pt>
                <c:pt idx="2334">
                  <c:v>0.89224986979999998</c:v>
                </c:pt>
                <c:pt idx="2335">
                  <c:v>0.8944523419</c:v>
                </c:pt>
                <c:pt idx="2336">
                  <c:v>0.91157547829999996</c:v>
                </c:pt>
                <c:pt idx="2337">
                  <c:v>0.93530770500000004</c:v>
                </c:pt>
                <c:pt idx="2338">
                  <c:v>0.97484521810000002</c:v>
                </c:pt>
                <c:pt idx="2339">
                  <c:v>1.0081249728999999</c:v>
                </c:pt>
                <c:pt idx="2340">
                  <c:v>1.0516723705</c:v>
                </c:pt>
                <c:pt idx="2341">
                  <c:v>1.1005423397</c:v>
                </c:pt>
                <c:pt idx="2342">
                  <c:v>1.1469066358</c:v>
                </c:pt>
                <c:pt idx="2343">
                  <c:v>1.1896654947</c:v>
                </c:pt>
                <c:pt idx="2344">
                  <c:v>1.2056064280000001</c:v>
                </c:pt>
                <c:pt idx="2345">
                  <c:v>1.2544249590000001</c:v>
                </c:pt>
                <c:pt idx="2346">
                  <c:v>1.316205933</c:v>
                </c:pt>
                <c:pt idx="2347">
                  <c:v>1.3534560611999999</c:v>
                </c:pt>
                <c:pt idx="2348">
                  <c:v>1.3509436617999999</c:v>
                </c:pt>
                <c:pt idx="2349">
                  <c:v>1.3543624081000001</c:v>
                </c:pt>
                <c:pt idx="2350">
                  <c:v>1.3661348069999999</c:v>
                </c:pt>
                <c:pt idx="2351">
                  <c:v>1.3869204784</c:v>
                </c:pt>
                <c:pt idx="2352">
                  <c:v>1.3837768937999999</c:v>
                </c:pt>
                <c:pt idx="2353">
                  <c:v>1.3944029846999999</c:v>
                </c:pt>
                <c:pt idx="2354">
                  <c:v>1.4089478364000001</c:v>
                </c:pt>
                <c:pt idx="2355">
                  <c:v>1.4006191957</c:v>
                </c:pt>
                <c:pt idx="2356">
                  <c:v>1.4084265440999999</c:v>
                </c:pt>
                <c:pt idx="2357">
                  <c:v>1.4115130714999999</c:v>
                </c:pt>
                <c:pt idx="2358">
                  <c:v>1.4133047807000001</c:v>
                </c:pt>
                <c:pt idx="2359">
                  <c:v>1.3894546990000001</c:v>
                </c:pt>
                <c:pt idx="2360">
                  <c:v>1.3757697370999999</c:v>
                </c:pt>
                <c:pt idx="2361">
                  <c:v>1.3678713594</c:v>
                </c:pt>
                <c:pt idx="2362">
                  <c:v>1.3746211721999999</c:v>
                </c:pt>
                <c:pt idx="2363">
                  <c:v>1.3615186034</c:v>
                </c:pt>
                <c:pt idx="2364">
                  <c:v>1.3482374876000001</c:v>
                </c:pt>
                <c:pt idx="2365">
                  <c:v>1.3043282455</c:v>
                </c:pt>
                <c:pt idx="2366">
                  <c:v>1.2775253178999999</c:v>
                </c:pt>
                <c:pt idx="2367">
                  <c:v>1.2472697315000001</c:v>
                </c:pt>
                <c:pt idx="2368">
                  <c:v>1.2090919593</c:v>
                </c:pt>
                <c:pt idx="2369">
                  <c:v>1.1583921121</c:v>
                </c:pt>
                <c:pt idx="2370">
                  <c:v>1.1091587272000001</c:v>
                </c:pt>
                <c:pt idx="2371">
                  <c:v>1.0788754341</c:v>
                </c:pt>
                <c:pt idx="2372">
                  <c:v>1.0354004834999999</c:v>
                </c:pt>
                <c:pt idx="2373">
                  <c:v>1.0057618975</c:v>
                </c:pt>
                <c:pt idx="2374">
                  <c:v>1.0065791513</c:v>
                </c:pt>
                <c:pt idx="2375">
                  <c:v>0.9530414385</c:v>
                </c:pt>
                <c:pt idx="2376">
                  <c:v>0.9191492953</c:v>
                </c:pt>
                <c:pt idx="2377">
                  <c:v>0.89844014230000002</c:v>
                </c:pt>
                <c:pt idx="2378">
                  <c:v>0.86055458100000004</c:v>
                </c:pt>
                <c:pt idx="2379">
                  <c:v>0.82225292800000005</c:v>
                </c:pt>
                <c:pt idx="2380">
                  <c:v>0.79968112010000003</c:v>
                </c:pt>
                <c:pt idx="2381">
                  <c:v>0.75356885090000003</c:v>
                </c:pt>
                <c:pt idx="2382">
                  <c:v>0.73062342790000001</c:v>
                </c:pt>
                <c:pt idx="2383">
                  <c:v>0.69951457630000002</c:v>
                </c:pt>
                <c:pt idx="2384">
                  <c:v>0.6756174425</c:v>
                </c:pt>
                <c:pt idx="2385">
                  <c:v>0.6496657388</c:v>
                </c:pt>
                <c:pt idx="2386">
                  <c:v>0.67372514989999999</c:v>
                </c:pt>
                <c:pt idx="2387">
                  <c:v>0.65369300529999996</c:v>
                </c:pt>
                <c:pt idx="2388">
                  <c:v>0.60810680409999995</c:v>
                </c:pt>
                <c:pt idx="2389">
                  <c:v>0.59143675299999998</c:v>
                </c:pt>
                <c:pt idx="2390">
                  <c:v>0.60021948560000005</c:v>
                </c:pt>
                <c:pt idx="2391">
                  <c:v>0.60665396199999999</c:v>
                </c:pt>
                <c:pt idx="2392">
                  <c:v>0.57868729590000001</c:v>
                </c:pt>
                <c:pt idx="2393">
                  <c:v>0.57067567959999999</c:v>
                </c:pt>
                <c:pt idx="2394">
                  <c:v>0.54001406780000005</c:v>
                </c:pt>
                <c:pt idx="2395">
                  <c:v>0.49132600999999998</c:v>
                </c:pt>
                <c:pt idx="2396">
                  <c:v>0.49064753509999998</c:v>
                </c:pt>
                <c:pt idx="2397">
                  <c:v>0.47646758569999997</c:v>
                </c:pt>
                <c:pt idx="2398">
                  <c:v>0.42743404979999999</c:v>
                </c:pt>
                <c:pt idx="2399">
                  <c:v>0.37274616370000002</c:v>
                </c:pt>
                <c:pt idx="2400">
                  <c:v>0.31933773469999999</c:v>
                </c:pt>
                <c:pt idx="2401">
                  <c:v>0.24895718980000001</c:v>
                </c:pt>
                <c:pt idx="2402">
                  <c:v>0.20545997269999999</c:v>
                </c:pt>
                <c:pt idx="2403">
                  <c:v>0.13396146989999999</c:v>
                </c:pt>
                <c:pt idx="2404">
                  <c:v>9.3645018499999996E-2</c:v>
                </c:pt>
                <c:pt idx="2405">
                  <c:v>3.8683065900000001E-2</c:v>
                </c:pt>
                <c:pt idx="2406">
                  <c:v>8.1853852000000008E-3</c:v>
                </c:pt>
                <c:pt idx="2407">
                  <c:v>-2.97165398E-2</c:v>
                </c:pt>
                <c:pt idx="2408">
                  <c:v>-3.3333763400000001E-2</c:v>
                </c:pt>
                <c:pt idx="2409">
                  <c:v>-2.27443479E-2</c:v>
                </c:pt>
                <c:pt idx="2410">
                  <c:v>-8.2443314000000007E-3</c:v>
                </c:pt>
                <c:pt idx="2411">
                  <c:v>-6.628915E-3</c:v>
                </c:pt>
                <c:pt idx="2412">
                  <c:v>-4.9351899999999998E-5</c:v>
                </c:pt>
                <c:pt idx="2413">
                  <c:v>-1.81455976E-2</c:v>
                </c:pt>
                <c:pt idx="2414">
                  <c:v>-6.9257486899999998E-2</c:v>
                </c:pt>
                <c:pt idx="2415">
                  <c:v>-0.1115701291</c:v>
                </c:pt>
                <c:pt idx="2416">
                  <c:v>-0.14368526640000001</c:v>
                </c:pt>
                <c:pt idx="2417">
                  <c:v>-0.17531693700000001</c:v>
                </c:pt>
                <c:pt idx="2418">
                  <c:v>-0.21103959250000001</c:v>
                </c:pt>
                <c:pt idx="2419">
                  <c:v>-0.2251264728</c:v>
                </c:pt>
                <c:pt idx="2420">
                  <c:v>-0.22438881920000001</c:v>
                </c:pt>
                <c:pt idx="2421">
                  <c:v>-0.2146202347</c:v>
                </c:pt>
                <c:pt idx="2422">
                  <c:v>-0.20124255890000001</c:v>
                </c:pt>
                <c:pt idx="2423">
                  <c:v>-0.1947479181</c:v>
                </c:pt>
                <c:pt idx="2424">
                  <c:v>-0.18431378679999999</c:v>
                </c:pt>
                <c:pt idx="2425">
                  <c:v>-0.21118233019999999</c:v>
                </c:pt>
                <c:pt idx="2426">
                  <c:v>-0.2410435641</c:v>
                </c:pt>
                <c:pt idx="2427">
                  <c:v>-0.29872073249999997</c:v>
                </c:pt>
                <c:pt idx="2428">
                  <c:v>-0.3301266752</c:v>
                </c:pt>
                <c:pt idx="2429">
                  <c:v>-0.36498082510000002</c:v>
                </c:pt>
                <c:pt idx="2430">
                  <c:v>-0.40260223830000003</c:v>
                </c:pt>
                <c:pt idx="2431">
                  <c:v>-0.44032127650000003</c:v>
                </c:pt>
                <c:pt idx="2432">
                  <c:v>-0.48084487380000002</c:v>
                </c:pt>
                <c:pt idx="2433">
                  <c:v>-0.51175674360000001</c:v>
                </c:pt>
                <c:pt idx="2434">
                  <c:v>-0.49738900619999998</c:v>
                </c:pt>
                <c:pt idx="2435">
                  <c:v>-0.46006754900000002</c:v>
                </c:pt>
                <c:pt idx="2436">
                  <c:v>-0.41239090620000002</c:v>
                </c:pt>
                <c:pt idx="2437">
                  <c:v>-0.38429683170000001</c:v>
                </c:pt>
                <c:pt idx="2438">
                  <c:v>-0.34730429239999999</c:v>
                </c:pt>
                <c:pt idx="2439">
                  <c:v>-0.31120625759999998</c:v>
                </c:pt>
                <c:pt idx="2440">
                  <c:v>-0.27672950029999999</c:v>
                </c:pt>
                <c:pt idx="2441">
                  <c:v>-0.2233489075</c:v>
                </c:pt>
                <c:pt idx="2442">
                  <c:v>-0.17927232530000001</c:v>
                </c:pt>
                <c:pt idx="2443">
                  <c:v>-0.13391384210000001</c:v>
                </c:pt>
                <c:pt idx="2444">
                  <c:v>-7.7576852599999996E-2</c:v>
                </c:pt>
                <c:pt idx="2445">
                  <c:v>-1.22215394E-2</c:v>
                </c:pt>
                <c:pt idx="2446">
                  <c:v>5.0870304900000003E-2</c:v>
                </c:pt>
                <c:pt idx="2447">
                  <c:v>0.11864810940000001</c:v>
                </c:pt>
                <c:pt idx="2448">
                  <c:v>0.17451491359999999</c:v>
                </c:pt>
                <c:pt idx="2449">
                  <c:v>0.25354290870000001</c:v>
                </c:pt>
                <c:pt idx="2450">
                  <c:v>0.33533481450000002</c:v>
                </c:pt>
                <c:pt idx="2451">
                  <c:v>0.43672253509999998</c:v>
                </c:pt>
                <c:pt idx="2452">
                  <c:v>0.52721869639999996</c:v>
                </c:pt>
                <c:pt idx="2453">
                  <c:v>0.62463123350000005</c:v>
                </c:pt>
                <c:pt idx="2454">
                  <c:v>0.69698096340000004</c:v>
                </c:pt>
                <c:pt idx="2455">
                  <c:v>0.76356326320000001</c:v>
                </c:pt>
                <c:pt idx="2456">
                  <c:v>0.83252084869999998</c:v>
                </c:pt>
                <c:pt idx="2457">
                  <c:v>0.90223334550000001</c:v>
                </c:pt>
                <c:pt idx="2458">
                  <c:v>0.95689528660000001</c:v>
                </c:pt>
                <c:pt idx="2459">
                  <c:v>1.0115341019999999</c:v>
                </c:pt>
                <c:pt idx="2460">
                  <c:v>1.0786681914</c:v>
                </c:pt>
                <c:pt idx="2461">
                  <c:v>1.1327256197</c:v>
                </c:pt>
                <c:pt idx="2462">
                  <c:v>1.1533692930999999</c:v>
                </c:pt>
                <c:pt idx="2463">
                  <c:v>1.1690317187000001</c:v>
                </c:pt>
                <c:pt idx="2464">
                  <c:v>1.1840881034999999</c:v>
                </c:pt>
                <c:pt idx="2465">
                  <c:v>1.1946728275</c:v>
                </c:pt>
                <c:pt idx="2466">
                  <c:v>1.2100678617</c:v>
                </c:pt>
                <c:pt idx="2467">
                  <c:v>1.2365791397000001</c:v>
                </c:pt>
                <c:pt idx="2468">
                  <c:v>1.2772840460999999</c:v>
                </c:pt>
                <c:pt idx="2469">
                  <c:v>1.3364966698</c:v>
                </c:pt>
                <c:pt idx="2470">
                  <c:v>1.3581904276000001</c:v>
                </c:pt>
                <c:pt idx="2471">
                  <c:v>1.3712811756000001</c:v>
                </c:pt>
                <c:pt idx="2472">
                  <c:v>1.3583509229999999</c:v>
                </c:pt>
                <c:pt idx="2473">
                  <c:v>1.3378443131</c:v>
                </c:pt>
                <c:pt idx="2474">
                  <c:v>1.3163744974</c:v>
                </c:pt>
                <c:pt idx="2475">
                  <c:v>1.3061377938000001</c:v>
                </c:pt>
                <c:pt idx="2476">
                  <c:v>1.2838740100999999</c:v>
                </c:pt>
                <c:pt idx="2477">
                  <c:v>1.2582003161999999</c:v>
                </c:pt>
                <c:pt idx="2478">
                  <c:v>1.2053271226</c:v>
                </c:pt>
                <c:pt idx="2479">
                  <c:v>1.1795515437999999</c:v>
                </c:pt>
                <c:pt idx="2480">
                  <c:v>1.1431312318</c:v>
                </c:pt>
                <c:pt idx="2481">
                  <c:v>1.0944651582</c:v>
                </c:pt>
                <c:pt idx="2482">
                  <c:v>1.0353813015</c:v>
                </c:pt>
                <c:pt idx="2483">
                  <c:v>0.98776655540000002</c:v>
                </c:pt>
                <c:pt idx="2484">
                  <c:v>0.9561615336</c:v>
                </c:pt>
                <c:pt idx="2485">
                  <c:v>0.92238406370000003</c:v>
                </c:pt>
                <c:pt idx="2486">
                  <c:v>0.8760467233</c:v>
                </c:pt>
                <c:pt idx="2487">
                  <c:v>0.82417624639999998</c:v>
                </c:pt>
                <c:pt idx="2488">
                  <c:v>0.77202739310000001</c:v>
                </c:pt>
                <c:pt idx="2489">
                  <c:v>0.68541285679999997</c:v>
                </c:pt>
                <c:pt idx="2490">
                  <c:v>0.61072269850000005</c:v>
                </c:pt>
                <c:pt idx="2491">
                  <c:v>0.55380925999999997</c:v>
                </c:pt>
                <c:pt idx="2492">
                  <c:v>0.50891131369999998</c:v>
                </c:pt>
                <c:pt idx="2493">
                  <c:v>0.46986309230000001</c:v>
                </c:pt>
                <c:pt idx="2494">
                  <c:v>0.45647586569999998</c:v>
                </c:pt>
                <c:pt idx="2495">
                  <c:v>0.44728951620000001</c:v>
                </c:pt>
                <c:pt idx="2496">
                  <c:v>0.40699009580000001</c:v>
                </c:pt>
                <c:pt idx="2497">
                  <c:v>0.36105078810000002</c:v>
                </c:pt>
                <c:pt idx="2498">
                  <c:v>0.31429943290000001</c:v>
                </c:pt>
                <c:pt idx="2499">
                  <c:v>0.29957203360000001</c:v>
                </c:pt>
                <c:pt idx="2500">
                  <c:v>0.27861808259999998</c:v>
                </c:pt>
                <c:pt idx="2501">
                  <c:v>0.25713089230000002</c:v>
                </c:pt>
                <c:pt idx="2502">
                  <c:v>0.25383112470000002</c:v>
                </c:pt>
                <c:pt idx="2503">
                  <c:v>0.26957214149999997</c:v>
                </c:pt>
                <c:pt idx="2504">
                  <c:v>0.29134002790000002</c:v>
                </c:pt>
                <c:pt idx="2505">
                  <c:v>0.29876211460000002</c:v>
                </c:pt>
                <c:pt idx="2506">
                  <c:v>0.30745010309999998</c:v>
                </c:pt>
                <c:pt idx="2507">
                  <c:v>0.31919558040000001</c:v>
                </c:pt>
                <c:pt idx="2508">
                  <c:v>0.33824473199999999</c:v>
                </c:pt>
                <c:pt idx="2509">
                  <c:v>0.36763882110000001</c:v>
                </c:pt>
                <c:pt idx="2510">
                  <c:v>0.39705967510000001</c:v>
                </c:pt>
                <c:pt idx="2511">
                  <c:v>0.44834871609999999</c:v>
                </c:pt>
                <c:pt idx="2512">
                  <c:v>0.47603460289999999</c:v>
                </c:pt>
                <c:pt idx="2513">
                  <c:v>0.50267882100000005</c:v>
                </c:pt>
                <c:pt idx="2514">
                  <c:v>0.52863579400000005</c:v>
                </c:pt>
                <c:pt idx="2515">
                  <c:v>0.51165735140000002</c:v>
                </c:pt>
                <c:pt idx="2516">
                  <c:v>0.51117518610000001</c:v>
                </c:pt>
                <c:pt idx="2517">
                  <c:v>0.54199044360000004</c:v>
                </c:pt>
                <c:pt idx="2518">
                  <c:v>0.56645896679999996</c:v>
                </c:pt>
                <c:pt idx="2519">
                  <c:v>0.57484569780000006</c:v>
                </c:pt>
                <c:pt idx="2520">
                  <c:v>0.58687028959999998</c:v>
                </c:pt>
                <c:pt idx="2521">
                  <c:v>0.5908551192</c:v>
                </c:pt>
                <c:pt idx="2522">
                  <c:v>0.59707887110000002</c:v>
                </c:pt>
                <c:pt idx="2523">
                  <c:v>0.5931912842</c:v>
                </c:pt>
                <c:pt idx="2524">
                  <c:v>0.57437816470000003</c:v>
                </c:pt>
                <c:pt idx="2525">
                  <c:v>0.56883550000000005</c:v>
                </c:pt>
                <c:pt idx="2526">
                  <c:v>0.56721209449999999</c:v>
                </c:pt>
                <c:pt idx="2527">
                  <c:v>0.56013329749999996</c:v>
                </c:pt>
                <c:pt idx="2528">
                  <c:v>0.56619056769999998</c:v>
                </c:pt>
                <c:pt idx="2529">
                  <c:v>0.57687153130000002</c:v>
                </c:pt>
                <c:pt idx="2530">
                  <c:v>0.58172536659999996</c:v>
                </c:pt>
                <c:pt idx="2531">
                  <c:v>0.61714756079999999</c:v>
                </c:pt>
                <c:pt idx="2532">
                  <c:v>0.62013928019999998</c:v>
                </c:pt>
                <c:pt idx="2533">
                  <c:v>0.61902578340000003</c:v>
                </c:pt>
                <c:pt idx="2534">
                  <c:v>0.61310961559999999</c:v>
                </c:pt>
                <c:pt idx="2535">
                  <c:v>0.6277414845</c:v>
                </c:pt>
                <c:pt idx="2536">
                  <c:v>0.66414921520000003</c:v>
                </c:pt>
                <c:pt idx="2537">
                  <c:v>0.68157228609999998</c:v>
                </c:pt>
                <c:pt idx="2538">
                  <c:v>0.71443039470000003</c:v>
                </c:pt>
                <c:pt idx="2539">
                  <c:v>0.7659272802</c:v>
                </c:pt>
                <c:pt idx="2540">
                  <c:v>0.84619299469999998</c:v>
                </c:pt>
                <c:pt idx="2541">
                  <c:v>0.91544751369999999</c:v>
                </c:pt>
                <c:pt idx="2542">
                  <c:v>0.98578208749999996</c:v>
                </c:pt>
                <c:pt idx="2543">
                  <c:v>1.0468682445999999</c:v>
                </c:pt>
                <c:pt idx="2544">
                  <c:v>1.0946838484999999</c:v>
                </c:pt>
                <c:pt idx="2545">
                  <c:v>1.1509537324000001</c:v>
                </c:pt>
                <c:pt idx="2546">
                  <c:v>1.1920250131000001</c:v>
                </c:pt>
                <c:pt idx="2547">
                  <c:v>1.2235008295000001</c:v>
                </c:pt>
                <c:pt idx="2548">
                  <c:v>1.2574332118</c:v>
                </c:pt>
                <c:pt idx="2549">
                  <c:v>1.286334769</c:v>
                </c:pt>
                <c:pt idx="2550">
                  <c:v>1.2946925557</c:v>
                </c:pt>
                <c:pt idx="2551">
                  <c:v>1.2876968369999999</c:v>
                </c:pt>
                <c:pt idx="2552">
                  <c:v>1.2806733117</c:v>
                </c:pt>
                <c:pt idx="2553">
                  <c:v>1.2711467276999999</c:v>
                </c:pt>
                <c:pt idx="2554">
                  <c:v>1.2497645036</c:v>
                </c:pt>
                <c:pt idx="2555">
                  <c:v>1.2035432392000001</c:v>
                </c:pt>
                <c:pt idx="2556">
                  <c:v>1.1353626417</c:v>
                </c:pt>
                <c:pt idx="2557">
                  <c:v>1.057980862</c:v>
                </c:pt>
                <c:pt idx="2558">
                  <c:v>0.98572068479999997</c:v>
                </c:pt>
                <c:pt idx="2559">
                  <c:v>0.87992264870000003</c:v>
                </c:pt>
                <c:pt idx="2560">
                  <c:v>0.75794905550000002</c:v>
                </c:pt>
                <c:pt idx="2561">
                  <c:v>0.6178302242</c:v>
                </c:pt>
                <c:pt idx="2562">
                  <c:v>0.48601970509999998</c:v>
                </c:pt>
                <c:pt idx="2563">
                  <c:v>0.35608034979999997</c:v>
                </c:pt>
                <c:pt idx="2564">
                  <c:v>0.2358209936</c:v>
                </c:pt>
                <c:pt idx="2565">
                  <c:v>0.1254602319</c:v>
                </c:pt>
                <c:pt idx="2566">
                  <c:v>1.9110204400000001E-2</c:v>
                </c:pt>
                <c:pt idx="2567">
                  <c:v>-9.0428039500000001E-2</c:v>
                </c:pt>
                <c:pt idx="2568">
                  <c:v>-0.194588917</c:v>
                </c:pt>
                <c:pt idx="2569">
                  <c:v>-0.29212250049999999</c:v>
                </c:pt>
                <c:pt idx="2570">
                  <c:v>-0.38190802950000002</c:v>
                </c:pt>
                <c:pt idx="2571">
                  <c:v>-0.45867011499999999</c:v>
                </c:pt>
                <c:pt idx="2572">
                  <c:v>-0.51926559670000005</c:v>
                </c:pt>
                <c:pt idx="2573">
                  <c:v>-0.59883697430000005</c:v>
                </c:pt>
                <c:pt idx="2574">
                  <c:v>-0.65877397209999999</c:v>
                </c:pt>
                <c:pt idx="2575">
                  <c:v>-0.68370317749999998</c:v>
                </c:pt>
                <c:pt idx="2576">
                  <c:v>-0.67043731819999997</c:v>
                </c:pt>
                <c:pt idx="2577">
                  <c:v>-0.62221050069999995</c:v>
                </c:pt>
                <c:pt idx="2578">
                  <c:v>-0.5857998606</c:v>
                </c:pt>
                <c:pt idx="2579">
                  <c:v>-0.53473520450000001</c:v>
                </c:pt>
                <c:pt idx="2580">
                  <c:v>-0.4856201591</c:v>
                </c:pt>
                <c:pt idx="2581">
                  <c:v>-0.39815832740000001</c:v>
                </c:pt>
                <c:pt idx="2582">
                  <c:v>-0.32406122980000002</c:v>
                </c:pt>
                <c:pt idx="2583">
                  <c:v>-0.27846043409999999</c:v>
                </c:pt>
                <c:pt idx="2584">
                  <c:v>-0.20097145550000001</c:v>
                </c:pt>
                <c:pt idx="2585">
                  <c:v>-0.1167371811</c:v>
                </c:pt>
                <c:pt idx="2586">
                  <c:v>-4.2403531000000001E-2</c:v>
                </c:pt>
                <c:pt idx="2587">
                  <c:v>8.5093349999999996E-4</c:v>
                </c:pt>
                <c:pt idx="2588">
                  <c:v>7.3040722200000005E-2</c:v>
                </c:pt>
                <c:pt idx="2589">
                  <c:v>0.16307233809999999</c:v>
                </c:pt>
                <c:pt idx="2590">
                  <c:v>0.25766751970000001</c:v>
                </c:pt>
                <c:pt idx="2591">
                  <c:v>0.345848567</c:v>
                </c:pt>
                <c:pt idx="2592">
                  <c:v>0.44469153439999998</c:v>
                </c:pt>
                <c:pt idx="2593">
                  <c:v>0.54812550199999999</c:v>
                </c:pt>
                <c:pt idx="2594">
                  <c:v>0.64655020990000001</c:v>
                </c:pt>
                <c:pt idx="2595">
                  <c:v>0.72049317390000001</c:v>
                </c:pt>
                <c:pt idx="2596">
                  <c:v>0.79443926939999998</c:v>
                </c:pt>
                <c:pt idx="2597">
                  <c:v>0.81082218949999996</c:v>
                </c:pt>
                <c:pt idx="2598">
                  <c:v>0.78991480410000003</c:v>
                </c:pt>
                <c:pt idx="2599">
                  <c:v>0.78915129689999997</c:v>
                </c:pt>
                <c:pt idx="2600">
                  <c:v>0.77720623690000001</c:v>
                </c:pt>
                <c:pt idx="2601">
                  <c:v>0.79499550959999998</c:v>
                </c:pt>
                <c:pt idx="2602">
                  <c:v>0.76862312340000005</c:v>
                </c:pt>
                <c:pt idx="2603">
                  <c:v>0.77036299460000002</c:v>
                </c:pt>
                <c:pt idx="2604">
                  <c:v>0.80947466430000004</c:v>
                </c:pt>
                <c:pt idx="2605">
                  <c:v>0.80664189890000004</c:v>
                </c:pt>
                <c:pt idx="2606">
                  <c:v>0.78964183769999996</c:v>
                </c:pt>
                <c:pt idx="2607">
                  <c:v>0.77708645340000004</c:v>
                </c:pt>
                <c:pt idx="2608">
                  <c:v>0.78443210240000005</c:v>
                </c:pt>
                <c:pt idx="2609">
                  <c:v>0.75984930260000005</c:v>
                </c:pt>
                <c:pt idx="2610">
                  <c:v>0.7362723551</c:v>
                </c:pt>
                <c:pt idx="2611">
                  <c:v>0.70805918580000005</c:v>
                </c:pt>
                <c:pt idx="2612">
                  <c:v>0.67903248199999999</c:v>
                </c:pt>
                <c:pt idx="2613">
                  <c:v>0.63550748599999995</c:v>
                </c:pt>
                <c:pt idx="2614">
                  <c:v>0.57606079229999996</c:v>
                </c:pt>
                <c:pt idx="2615">
                  <c:v>0.53033034580000005</c:v>
                </c:pt>
                <c:pt idx="2616">
                  <c:v>0.45343189480000001</c:v>
                </c:pt>
                <c:pt idx="2617">
                  <c:v>0.36443049150000001</c:v>
                </c:pt>
                <c:pt idx="2618">
                  <c:v>0.33328554300000002</c:v>
                </c:pt>
                <c:pt idx="2619">
                  <c:v>0.32584650650000002</c:v>
                </c:pt>
                <c:pt idx="2620">
                  <c:v>0.29610823289999999</c:v>
                </c:pt>
                <c:pt idx="2621">
                  <c:v>0.26544269850000002</c:v>
                </c:pt>
                <c:pt idx="2622">
                  <c:v>0.22932732510000001</c:v>
                </c:pt>
                <c:pt idx="2623">
                  <c:v>0.21142796720000001</c:v>
                </c:pt>
                <c:pt idx="2624">
                  <c:v>0.1682140708</c:v>
                </c:pt>
                <c:pt idx="2625">
                  <c:v>0.12609252630000001</c:v>
                </c:pt>
                <c:pt idx="2626">
                  <c:v>8.9621043499999997E-2</c:v>
                </c:pt>
                <c:pt idx="2627">
                  <c:v>5.9371411700000001E-2</c:v>
                </c:pt>
                <c:pt idx="2628">
                  <c:v>3.0294051799999999E-2</c:v>
                </c:pt>
                <c:pt idx="2629">
                  <c:v>1.7227868100000002E-2</c:v>
                </c:pt>
                <c:pt idx="2630">
                  <c:v>1.9357402900000001E-2</c:v>
                </c:pt>
                <c:pt idx="2631">
                  <c:v>5.2520366000000001E-3</c:v>
                </c:pt>
                <c:pt idx="2632">
                  <c:v>-8.9639847000000002E-3</c:v>
                </c:pt>
                <c:pt idx="2633">
                  <c:v>-2.498734E-2</c:v>
                </c:pt>
                <c:pt idx="2634">
                  <c:v>-4.80555103E-2</c:v>
                </c:pt>
                <c:pt idx="2635">
                  <c:v>-7.4716315199999994E-2</c:v>
                </c:pt>
                <c:pt idx="2636">
                  <c:v>-9.1537016499999999E-2</c:v>
                </c:pt>
                <c:pt idx="2637">
                  <c:v>-7.8802744399999999E-2</c:v>
                </c:pt>
                <c:pt idx="2638">
                  <c:v>-6.7018343199999997E-2</c:v>
                </c:pt>
                <c:pt idx="2639">
                  <c:v>-8.4902157699999994E-2</c:v>
                </c:pt>
                <c:pt idx="2640">
                  <c:v>-0.1259019364</c:v>
                </c:pt>
                <c:pt idx="2641">
                  <c:v>-0.14516673490000001</c:v>
                </c:pt>
                <c:pt idx="2642">
                  <c:v>-0.17456072959999999</c:v>
                </c:pt>
                <c:pt idx="2643">
                  <c:v>-0.20115283950000001</c:v>
                </c:pt>
                <c:pt idx="2644">
                  <c:v>-0.21884849470000001</c:v>
                </c:pt>
                <c:pt idx="2645">
                  <c:v>-0.234246501</c:v>
                </c:pt>
                <c:pt idx="2646">
                  <c:v>-0.2571360734</c:v>
                </c:pt>
                <c:pt idx="2647">
                  <c:v>-0.27242151419999999</c:v>
                </c:pt>
                <c:pt idx="2648">
                  <c:v>-0.28453039810000003</c:v>
                </c:pt>
                <c:pt idx="2649">
                  <c:v>-0.29518756610000002</c:v>
                </c:pt>
                <c:pt idx="2650">
                  <c:v>-0.3246442611</c:v>
                </c:pt>
                <c:pt idx="2651">
                  <c:v>-0.35098280110000002</c:v>
                </c:pt>
                <c:pt idx="2652">
                  <c:v>-0.36901123860000001</c:v>
                </c:pt>
                <c:pt idx="2653">
                  <c:v>-0.39621740319999998</c:v>
                </c:pt>
                <c:pt idx="2654">
                  <c:v>-0.4263635771</c:v>
                </c:pt>
                <c:pt idx="2655">
                  <c:v>-0.45245037020000001</c:v>
                </c:pt>
                <c:pt idx="2656">
                  <c:v>-0.4557311181</c:v>
                </c:pt>
                <c:pt idx="2657">
                  <c:v>-0.45689197399999998</c:v>
                </c:pt>
                <c:pt idx="2658">
                  <c:v>-0.43794033780000002</c:v>
                </c:pt>
                <c:pt idx="2659">
                  <c:v>-0.41387053730000001</c:v>
                </c:pt>
                <c:pt idx="2660">
                  <c:v>-0.37175894510000002</c:v>
                </c:pt>
                <c:pt idx="2661">
                  <c:v>-0.3291643923</c:v>
                </c:pt>
                <c:pt idx="2662">
                  <c:v>-0.28902707189999999</c:v>
                </c:pt>
                <c:pt idx="2663">
                  <c:v>-0.25186257989999999</c:v>
                </c:pt>
                <c:pt idx="2664">
                  <c:v>-0.23324263840000001</c:v>
                </c:pt>
                <c:pt idx="2665">
                  <c:v>-0.1913709418</c:v>
                </c:pt>
                <c:pt idx="2666">
                  <c:v>-0.13999905630000001</c:v>
                </c:pt>
                <c:pt idx="2667">
                  <c:v>-0.11110980500000001</c:v>
                </c:pt>
                <c:pt idx="2668">
                  <c:v>-9.4941496099999995E-2</c:v>
                </c:pt>
                <c:pt idx="2669">
                  <c:v>-8.3605898100000006E-2</c:v>
                </c:pt>
                <c:pt idx="2670">
                  <c:v>-6.4933991699999999E-2</c:v>
                </c:pt>
                <c:pt idx="2671">
                  <c:v>-4.02134798E-2</c:v>
                </c:pt>
                <c:pt idx="2672">
                  <c:v>-1.5175417599999999E-2</c:v>
                </c:pt>
                <c:pt idx="2673">
                  <c:v>1.8343817200000001E-2</c:v>
                </c:pt>
                <c:pt idx="2674">
                  <c:v>6.5645769500000006E-2</c:v>
                </c:pt>
                <c:pt idx="2675">
                  <c:v>0.1179980606</c:v>
                </c:pt>
                <c:pt idx="2676">
                  <c:v>0.1018342118</c:v>
                </c:pt>
                <c:pt idx="2677">
                  <c:v>7.4080267500000005E-2</c:v>
                </c:pt>
                <c:pt idx="2678">
                  <c:v>5.0127129499999999E-2</c:v>
                </c:pt>
                <c:pt idx="2679">
                  <c:v>1.49656749E-2</c:v>
                </c:pt>
                <c:pt idx="2680">
                  <c:v>-1.2816728100000001E-2</c:v>
                </c:pt>
                <c:pt idx="2681">
                  <c:v>-5.6652232599999998E-2</c:v>
                </c:pt>
                <c:pt idx="2682">
                  <c:v>-9.6237433600000005E-2</c:v>
                </c:pt>
                <c:pt idx="2683">
                  <c:v>-0.1334860574</c:v>
                </c:pt>
                <c:pt idx="2684">
                  <c:v>-0.1426649062</c:v>
                </c:pt>
                <c:pt idx="2685">
                  <c:v>-0.14209636510000001</c:v>
                </c:pt>
                <c:pt idx="2686">
                  <c:v>-0.20420031080000001</c:v>
                </c:pt>
                <c:pt idx="2687">
                  <c:v>-0.2540432554</c:v>
                </c:pt>
                <c:pt idx="2688">
                  <c:v>-0.27256530629999998</c:v>
                </c:pt>
                <c:pt idx="2689">
                  <c:v>-0.31187838540000001</c:v>
                </c:pt>
                <c:pt idx="2690">
                  <c:v>-0.318554475</c:v>
                </c:pt>
                <c:pt idx="2691">
                  <c:v>-0.34605363989999999</c:v>
                </c:pt>
                <c:pt idx="2692">
                  <c:v>-0.38791752210000002</c:v>
                </c:pt>
                <c:pt idx="2693">
                  <c:v>-0.41075553339999998</c:v>
                </c:pt>
                <c:pt idx="2694">
                  <c:v>-0.4661167457</c:v>
                </c:pt>
                <c:pt idx="2695">
                  <c:v>-0.51208336259999998</c:v>
                </c:pt>
                <c:pt idx="2696">
                  <c:v>-0.5717177309</c:v>
                </c:pt>
                <c:pt idx="2697">
                  <c:v>-0.52972739359999998</c:v>
                </c:pt>
                <c:pt idx="2698">
                  <c:v>-0.49725331179999999</c:v>
                </c:pt>
                <c:pt idx="2699">
                  <c:v>-0.45827282899999999</c:v>
                </c:pt>
                <c:pt idx="2700">
                  <c:v>-0.39359345359999998</c:v>
                </c:pt>
                <c:pt idx="2701">
                  <c:v>-0.37186160559999998</c:v>
                </c:pt>
                <c:pt idx="2702">
                  <c:v>-0.33696951549999998</c:v>
                </c:pt>
                <c:pt idx="2703">
                  <c:v>-0.28933362289999998</c:v>
                </c:pt>
                <c:pt idx="2704">
                  <c:v>-0.23903342450000001</c:v>
                </c:pt>
                <c:pt idx="2705">
                  <c:v>-0.1893205151</c:v>
                </c:pt>
                <c:pt idx="2706">
                  <c:v>-0.14186939279999999</c:v>
                </c:pt>
                <c:pt idx="2707">
                  <c:v>-9.0681932399999998E-2</c:v>
                </c:pt>
                <c:pt idx="2708">
                  <c:v>-5.2892934500000002E-2</c:v>
                </c:pt>
                <c:pt idx="2709">
                  <c:v>-3.3478582799999997E-2</c:v>
                </c:pt>
                <c:pt idx="2710">
                  <c:v>2.29444577E-2</c:v>
                </c:pt>
                <c:pt idx="2711">
                  <c:v>5.29844259E-2</c:v>
                </c:pt>
                <c:pt idx="2712">
                  <c:v>0.10080260520000001</c:v>
                </c:pt>
                <c:pt idx="2713">
                  <c:v>0.16471119740000001</c:v>
                </c:pt>
                <c:pt idx="2714">
                  <c:v>0.19501881730000001</c:v>
                </c:pt>
                <c:pt idx="2715">
                  <c:v>0.2413260065</c:v>
                </c:pt>
                <c:pt idx="2716">
                  <c:v>0.27562737209999999</c:v>
                </c:pt>
                <c:pt idx="2717">
                  <c:v>0.29289376820000002</c:v>
                </c:pt>
                <c:pt idx="2718">
                  <c:v>0.28689582019999998</c:v>
                </c:pt>
                <c:pt idx="2719">
                  <c:v>0.305265432</c:v>
                </c:pt>
                <c:pt idx="2720">
                  <c:v>0.31506515810000002</c:v>
                </c:pt>
                <c:pt idx="2721">
                  <c:v>0.30201922749999999</c:v>
                </c:pt>
                <c:pt idx="2722">
                  <c:v>0.32552983410000003</c:v>
                </c:pt>
                <c:pt idx="2723">
                  <c:v>0.35960046870000001</c:v>
                </c:pt>
                <c:pt idx="2724">
                  <c:v>0.3716976629</c:v>
                </c:pt>
                <c:pt idx="2725">
                  <c:v>0.3673178694</c:v>
                </c:pt>
                <c:pt idx="2726">
                  <c:v>0.33538779390000001</c:v>
                </c:pt>
                <c:pt idx="2727">
                  <c:v>0.30510114220000001</c:v>
                </c:pt>
                <c:pt idx="2728">
                  <c:v>0.28176608749999998</c:v>
                </c:pt>
                <c:pt idx="2729">
                  <c:v>0.25628600629999998</c:v>
                </c:pt>
                <c:pt idx="2730">
                  <c:v>0.2225149645</c:v>
                </c:pt>
                <c:pt idx="2731">
                  <c:v>0.17508193759999999</c:v>
                </c:pt>
                <c:pt idx="2732">
                  <c:v>0.12680562810000001</c:v>
                </c:pt>
                <c:pt idx="2733">
                  <c:v>8.4351910399999994E-2</c:v>
                </c:pt>
                <c:pt idx="2734">
                  <c:v>4.5936753099999998E-2</c:v>
                </c:pt>
                <c:pt idx="2735">
                  <c:v>3.0705118600000001E-2</c:v>
                </c:pt>
                <c:pt idx="2736">
                  <c:v>1.18313447E-2</c:v>
                </c:pt>
                <c:pt idx="2737">
                  <c:v>5.1409213600000003E-2</c:v>
                </c:pt>
                <c:pt idx="2738">
                  <c:v>0.1214366938</c:v>
                </c:pt>
                <c:pt idx="2739">
                  <c:v>0.1867106613</c:v>
                </c:pt>
                <c:pt idx="2740">
                  <c:v>0.21454101170000001</c:v>
                </c:pt>
                <c:pt idx="2741">
                  <c:v>0.2456399709</c:v>
                </c:pt>
                <c:pt idx="2742">
                  <c:v>0.28089775210000001</c:v>
                </c:pt>
                <c:pt idx="2743">
                  <c:v>0.29450025909999999</c:v>
                </c:pt>
                <c:pt idx="2744">
                  <c:v>0.27617750479999997</c:v>
                </c:pt>
                <c:pt idx="2745">
                  <c:v>0.25483975920000002</c:v>
                </c:pt>
                <c:pt idx="2746">
                  <c:v>0.27276935460000001</c:v>
                </c:pt>
                <c:pt idx="2747">
                  <c:v>0.31650760630000002</c:v>
                </c:pt>
                <c:pt idx="2748">
                  <c:v>0.34442950760000002</c:v>
                </c:pt>
                <c:pt idx="2749">
                  <c:v>0.40281512310000001</c:v>
                </c:pt>
                <c:pt idx="2750">
                  <c:v>0.45921683769999999</c:v>
                </c:pt>
                <c:pt idx="2751">
                  <c:v>0.51102500449999999</c:v>
                </c:pt>
                <c:pt idx="2752">
                  <c:v>0.55350832159999996</c:v>
                </c:pt>
                <c:pt idx="2753">
                  <c:v>0.60945564090000004</c:v>
                </c:pt>
                <c:pt idx="2754">
                  <c:v>0.66259527760000003</c:v>
                </c:pt>
                <c:pt idx="2755">
                  <c:v>0.71735522470000002</c:v>
                </c:pt>
                <c:pt idx="2756">
                  <c:v>0.74076648010000001</c:v>
                </c:pt>
                <c:pt idx="2757">
                  <c:v>0.78280000439999997</c:v>
                </c:pt>
                <c:pt idx="2758">
                  <c:v>0.74479248570000001</c:v>
                </c:pt>
                <c:pt idx="2759">
                  <c:v>0.7079333485</c:v>
                </c:pt>
                <c:pt idx="2760">
                  <c:v>0.66931271989999996</c:v>
                </c:pt>
                <c:pt idx="2761">
                  <c:v>0.64153072550000001</c:v>
                </c:pt>
                <c:pt idx="2762">
                  <c:v>0.6295193925</c:v>
                </c:pt>
                <c:pt idx="2763">
                  <c:v>0.60892917989999995</c:v>
                </c:pt>
                <c:pt idx="2764">
                  <c:v>0.60818847529999998</c:v>
                </c:pt>
                <c:pt idx="2765">
                  <c:v>0.62816964480000004</c:v>
                </c:pt>
                <c:pt idx="2766">
                  <c:v>0.66293859639999997</c:v>
                </c:pt>
                <c:pt idx="2767">
                  <c:v>0.65910396390000003</c:v>
                </c:pt>
                <c:pt idx="2768">
                  <c:v>0.63248322850000005</c:v>
                </c:pt>
                <c:pt idx="2769">
                  <c:v>0.62385815410000001</c:v>
                </c:pt>
                <c:pt idx="2770">
                  <c:v>0.56942366219999996</c:v>
                </c:pt>
                <c:pt idx="2771">
                  <c:v>0.52843494170000005</c:v>
                </c:pt>
                <c:pt idx="2772">
                  <c:v>0.50058798790000003</c:v>
                </c:pt>
                <c:pt idx="2773">
                  <c:v>0.49602474120000001</c:v>
                </c:pt>
                <c:pt idx="2774">
                  <c:v>0.45775571780000002</c:v>
                </c:pt>
                <c:pt idx="2775">
                  <c:v>0.41037183690000001</c:v>
                </c:pt>
                <c:pt idx="2776">
                  <c:v>0.37162853359999998</c:v>
                </c:pt>
                <c:pt idx="2777">
                  <c:v>0.35618539780000003</c:v>
                </c:pt>
                <c:pt idx="2778">
                  <c:v>0.33741932619999998</c:v>
                </c:pt>
                <c:pt idx="2779">
                  <c:v>0.346090701</c:v>
                </c:pt>
                <c:pt idx="2780">
                  <c:v>0.35823004219999999</c:v>
                </c:pt>
                <c:pt idx="2781">
                  <c:v>0.34743180309999999</c:v>
                </c:pt>
                <c:pt idx="2782">
                  <c:v>0.35753197330000003</c:v>
                </c:pt>
                <c:pt idx="2783">
                  <c:v>0.32586102919999999</c:v>
                </c:pt>
                <c:pt idx="2784">
                  <c:v>0.32565372259999997</c:v>
                </c:pt>
                <c:pt idx="2785">
                  <c:v>0.31488222900000001</c:v>
                </c:pt>
                <c:pt idx="2786">
                  <c:v>0.29601186610000002</c:v>
                </c:pt>
                <c:pt idx="2787">
                  <c:v>0.29247797199999997</c:v>
                </c:pt>
                <c:pt idx="2788">
                  <c:v>0.28239783099999999</c:v>
                </c:pt>
                <c:pt idx="2789">
                  <c:v>0.26593882340000002</c:v>
                </c:pt>
                <c:pt idx="2790">
                  <c:v>0.26272656030000002</c:v>
                </c:pt>
                <c:pt idx="2791">
                  <c:v>0.28056922909999998</c:v>
                </c:pt>
                <c:pt idx="2792">
                  <c:v>0.30470922750000001</c:v>
                </c:pt>
                <c:pt idx="2793">
                  <c:v>0.33458017280000002</c:v>
                </c:pt>
                <c:pt idx="2794">
                  <c:v>0.35023108260000002</c:v>
                </c:pt>
                <c:pt idx="2795">
                  <c:v>0.37708199879999998</c:v>
                </c:pt>
                <c:pt idx="2796">
                  <c:v>0.38317720830000002</c:v>
                </c:pt>
                <c:pt idx="2797">
                  <c:v>0.38320715900000002</c:v>
                </c:pt>
                <c:pt idx="2798">
                  <c:v>0.36869453569999999</c:v>
                </c:pt>
                <c:pt idx="2799">
                  <c:v>0.35605607389999999</c:v>
                </c:pt>
                <c:pt idx="2800">
                  <c:v>0.3441464749</c:v>
                </c:pt>
                <c:pt idx="2801">
                  <c:v>0.3062476449</c:v>
                </c:pt>
                <c:pt idx="2802">
                  <c:v>0.31126320390000001</c:v>
                </c:pt>
                <c:pt idx="2803">
                  <c:v>0.30389988350000002</c:v>
                </c:pt>
                <c:pt idx="2804">
                  <c:v>0.32159248039999999</c:v>
                </c:pt>
                <c:pt idx="2805">
                  <c:v>0.2920727071</c:v>
                </c:pt>
                <c:pt idx="2806">
                  <c:v>0.27202757500000002</c:v>
                </c:pt>
                <c:pt idx="2807">
                  <c:v>0.25687501169999999</c:v>
                </c:pt>
                <c:pt idx="2808">
                  <c:v>0.23955330650000001</c:v>
                </c:pt>
                <c:pt idx="2809">
                  <c:v>0.23003253670000001</c:v>
                </c:pt>
                <c:pt idx="2810">
                  <c:v>0.22469120810000001</c:v>
                </c:pt>
                <c:pt idx="2811">
                  <c:v>0.1987317344</c:v>
                </c:pt>
                <c:pt idx="2812">
                  <c:v>0.1977203488</c:v>
                </c:pt>
                <c:pt idx="2813">
                  <c:v>0.17778097309999999</c:v>
                </c:pt>
                <c:pt idx="2814">
                  <c:v>0.15138181070000001</c:v>
                </c:pt>
                <c:pt idx="2815">
                  <c:v>0.1489638022</c:v>
                </c:pt>
                <c:pt idx="2816">
                  <c:v>0.1374281286</c:v>
                </c:pt>
                <c:pt idx="2817">
                  <c:v>0.13224671029999999</c:v>
                </c:pt>
                <c:pt idx="2818">
                  <c:v>0.1218436195</c:v>
                </c:pt>
                <c:pt idx="2819">
                  <c:v>0.1172368847</c:v>
                </c:pt>
                <c:pt idx="2820">
                  <c:v>9.2730295300000001E-2</c:v>
                </c:pt>
                <c:pt idx="2821">
                  <c:v>4.6331250300000001E-2</c:v>
                </c:pt>
                <c:pt idx="2822">
                  <c:v>5.0646708800000002E-2</c:v>
                </c:pt>
                <c:pt idx="2823">
                  <c:v>1.52606926E-2</c:v>
                </c:pt>
                <c:pt idx="2824">
                  <c:v>-3.9885707899999998E-2</c:v>
                </c:pt>
                <c:pt idx="2825">
                  <c:v>-0.109774784</c:v>
                </c:pt>
                <c:pt idx="2826">
                  <c:v>-0.15943603170000001</c:v>
                </c:pt>
                <c:pt idx="2827">
                  <c:v>-0.2210706758</c:v>
                </c:pt>
                <c:pt idx="2828">
                  <c:v>-0.28516050479999999</c:v>
                </c:pt>
                <c:pt idx="2829">
                  <c:v>-0.3327789176</c:v>
                </c:pt>
                <c:pt idx="2830">
                  <c:v>-0.3805195381</c:v>
                </c:pt>
                <c:pt idx="2831">
                  <c:v>-0.38264932229999998</c:v>
                </c:pt>
                <c:pt idx="2832">
                  <c:v>-0.4148421652</c:v>
                </c:pt>
                <c:pt idx="2833">
                  <c:v>-0.44690131109999998</c:v>
                </c:pt>
                <c:pt idx="2834">
                  <c:v>-0.47076669939999999</c:v>
                </c:pt>
                <c:pt idx="2835">
                  <c:v>-0.5054396592</c:v>
                </c:pt>
                <c:pt idx="2836">
                  <c:v>-0.54499097740000002</c:v>
                </c:pt>
                <c:pt idx="2837">
                  <c:v>-0.57693751800000004</c:v>
                </c:pt>
                <c:pt idx="2838">
                  <c:v>-0.58444670310000002</c:v>
                </c:pt>
                <c:pt idx="2839">
                  <c:v>-0.58215008280000002</c:v>
                </c:pt>
                <c:pt idx="2840">
                  <c:v>-0.57600761590000005</c:v>
                </c:pt>
                <c:pt idx="2841">
                  <c:v>-0.55498843730000003</c:v>
                </c:pt>
                <c:pt idx="2842">
                  <c:v>-0.52361230930000002</c:v>
                </c:pt>
                <c:pt idx="2843">
                  <c:v>-0.52896306179999997</c:v>
                </c:pt>
                <c:pt idx="2844">
                  <c:v>-0.524211439</c:v>
                </c:pt>
                <c:pt idx="2845">
                  <c:v>-0.50956821659999996</c:v>
                </c:pt>
                <c:pt idx="2846">
                  <c:v>-0.47607357630000002</c:v>
                </c:pt>
                <c:pt idx="2847">
                  <c:v>-0.43514209980000002</c:v>
                </c:pt>
                <c:pt idx="2848">
                  <c:v>-0.40996007699999998</c:v>
                </c:pt>
                <c:pt idx="2849">
                  <c:v>-0.39523498810000002</c:v>
                </c:pt>
                <c:pt idx="2850">
                  <c:v>-0.39147711889999998</c:v>
                </c:pt>
                <c:pt idx="2851">
                  <c:v>-0.38068399920000001</c:v>
                </c:pt>
                <c:pt idx="2852">
                  <c:v>-0.40562522960000003</c:v>
                </c:pt>
                <c:pt idx="2853">
                  <c:v>-0.41866648829999997</c:v>
                </c:pt>
                <c:pt idx="2854">
                  <c:v>-0.45367089170000002</c:v>
                </c:pt>
                <c:pt idx="2855">
                  <c:v>-0.49998567849999997</c:v>
                </c:pt>
                <c:pt idx="2856">
                  <c:v>-0.54667331220000004</c:v>
                </c:pt>
                <c:pt idx="2857">
                  <c:v>-0.56605862760000003</c:v>
                </c:pt>
                <c:pt idx="2858">
                  <c:v>-0.5722475736</c:v>
                </c:pt>
                <c:pt idx="2859">
                  <c:v>-0.56992370739999998</c:v>
                </c:pt>
                <c:pt idx="2860">
                  <c:v>-0.58202014310000005</c:v>
                </c:pt>
                <c:pt idx="2861">
                  <c:v>-0.57454781099999996</c:v>
                </c:pt>
                <c:pt idx="2862">
                  <c:v>-0.57983093809999997</c:v>
                </c:pt>
                <c:pt idx="2863">
                  <c:v>-0.57343843220000001</c:v>
                </c:pt>
                <c:pt idx="2864">
                  <c:v>-0.54668165069999997</c:v>
                </c:pt>
                <c:pt idx="2865">
                  <c:v>-0.51156082680000003</c:v>
                </c:pt>
                <c:pt idx="2866">
                  <c:v>-0.62644542479999998</c:v>
                </c:pt>
                <c:pt idx="2867">
                  <c:v>-0.77787747380000005</c:v>
                </c:pt>
                <c:pt idx="2868">
                  <c:v>-0.93202422129999996</c:v>
                </c:pt>
                <c:pt idx="2869">
                  <c:v>-1.0523827828000001</c:v>
                </c:pt>
                <c:pt idx="2870">
                  <c:v>-1.1676600167</c:v>
                </c:pt>
                <c:pt idx="2871">
                  <c:v>-1.2929631381</c:v>
                </c:pt>
                <c:pt idx="2872">
                  <c:v>-1.4172759858999999</c:v>
                </c:pt>
                <c:pt idx="2873">
                  <c:v>-1.5397222850000001</c:v>
                </c:pt>
                <c:pt idx="2874">
                  <c:v>-1.6461659813</c:v>
                </c:pt>
                <c:pt idx="2875">
                  <c:v>-1.7516259519999999</c:v>
                </c:pt>
                <c:pt idx="2876">
                  <c:v>-1.8460885652000001</c:v>
                </c:pt>
                <c:pt idx="2877">
                  <c:v>-1.9320177836000001</c:v>
                </c:pt>
                <c:pt idx="2878">
                  <c:v>-2.0518597345999998</c:v>
                </c:pt>
                <c:pt idx="2879">
                  <c:v>-2.1712970004000001</c:v>
                </c:pt>
                <c:pt idx="2880">
                  <c:v>-2.3040629466000002</c:v>
                </c:pt>
                <c:pt idx="2881">
                  <c:v>-2.4176017638</c:v>
                </c:pt>
                <c:pt idx="2882">
                  <c:v>-2.5465511367999998</c:v>
                </c:pt>
                <c:pt idx="2883">
                  <c:v>-2.6536443954000002</c:v>
                </c:pt>
                <c:pt idx="2884">
                  <c:v>-2.7536587775000001</c:v>
                </c:pt>
                <c:pt idx="2885">
                  <c:v>-2.8871040398000001</c:v>
                </c:pt>
                <c:pt idx="2886">
                  <c:v>-3.0264650205999999</c:v>
                </c:pt>
                <c:pt idx="2887">
                  <c:v>-3.0034028800999999</c:v>
                </c:pt>
                <c:pt idx="2888">
                  <c:v>-2.948658402</c:v>
                </c:pt>
                <c:pt idx="2889">
                  <c:v>-2.8948574978999999</c:v>
                </c:pt>
                <c:pt idx="2890">
                  <c:v>-2.8384246419000001</c:v>
                </c:pt>
                <c:pt idx="2891">
                  <c:v>-2.7814697845</c:v>
                </c:pt>
                <c:pt idx="2892">
                  <c:v>-2.7290018110999998</c:v>
                </c:pt>
                <c:pt idx="2893">
                  <c:v>-2.6797200216000001</c:v>
                </c:pt>
                <c:pt idx="2894">
                  <c:v>-2.6385187582</c:v>
                </c:pt>
                <c:pt idx="2895">
                  <c:v>-2.588524702</c:v>
                </c:pt>
                <c:pt idx="2896">
                  <c:v>-2.5407856028000002</c:v>
                </c:pt>
                <c:pt idx="2897">
                  <c:v>-2.4983224118999998</c:v>
                </c:pt>
                <c:pt idx="2898">
                  <c:v>-2.4657759234999999</c:v>
                </c:pt>
                <c:pt idx="2899">
                  <c:v>-2.4434962843000001</c:v>
                </c:pt>
                <c:pt idx="2900">
                  <c:v>-2.4232095140999999</c:v>
                </c:pt>
                <c:pt idx="2901">
                  <c:v>-2.4265268463999998</c:v>
                </c:pt>
                <c:pt idx="2902">
                  <c:v>-2.4491064739000001</c:v>
                </c:pt>
                <c:pt idx="2903">
                  <c:v>-2.4877043043999998</c:v>
                </c:pt>
                <c:pt idx="2904">
                  <c:v>-2.5349488130000002</c:v>
                </c:pt>
                <c:pt idx="2905">
                  <c:v>-2.5913097109000001</c:v>
                </c:pt>
                <c:pt idx="2906">
                  <c:v>-2.6320919984</c:v>
                </c:pt>
                <c:pt idx="2907">
                  <c:v>-2.6718222059999999</c:v>
                </c:pt>
                <c:pt idx="2908">
                  <c:v>-2.7263496902000002</c:v>
                </c:pt>
                <c:pt idx="2909">
                  <c:v>-2.7789258445999998</c:v>
                </c:pt>
                <c:pt idx="2910">
                  <c:v>-2.8401041744</c:v>
                </c:pt>
                <c:pt idx="2911">
                  <c:v>-2.9033003148000001</c:v>
                </c:pt>
                <c:pt idx="2912">
                  <c:v>-2.9508386011000001</c:v>
                </c:pt>
                <c:pt idx="2913">
                  <c:v>-3.0044369763000001</c:v>
                </c:pt>
                <c:pt idx="2914">
                  <c:v>-3.0442107461000001</c:v>
                </c:pt>
                <c:pt idx="2915">
                  <c:v>-3.0836100811999998</c:v>
                </c:pt>
                <c:pt idx="2916">
                  <c:v>-3.1281361855999998</c:v>
                </c:pt>
                <c:pt idx="2917">
                  <c:v>-3.1778711667000001</c:v>
                </c:pt>
                <c:pt idx="2918">
                  <c:v>-3.2576967546</c:v>
                </c:pt>
                <c:pt idx="2919">
                  <c:v>-3.3172386989999998</c:v>
                </c:pt>
                <c:pt idx="2920">
                  <c:v>-3.3721973489999999</c:v>
                </c:pt>
                <c:pt idx="2921">
                  <c:v>-3.4123398145000001</c:v>
                </c:pt>
                <c:pt idx="2922">
                  <c:v>-3.4318236008</c:v>
                </c:pt>
                <c:pt idx="2923">
                  <c:v>-3.4325221190000001</c:v>
                </c:pt>
                <c:pt idx="2924">
                  <c:v>-3.4260919582999998</c:v>
                </c:pt>
                <c:pt idx="2925">
                  <c:v>-3.4328351366000001</c:v>
                </c:pt>
                <c:pt idx="2926">
                  <c:v>-3.3610901921999998</c:v>
                </c:pt>
                <c:pt idx="2927">
                  <c:v>-3.3041517945000001</c:v>
                </c:pt>
                <c:pt idx="2928">
                  <c:v>-3.2417605133</c:v>
                </c:pt>
                <c:pt idx="2929">
                  <c:v>-3.1628866005999998</c:v>
                </c:pt>
                <c:pt idx="2930">
                  <c:v>-3.0888925839999999</c:v>
                </c:pt>
                <c:pt idx="2931">
                  <c:v>-3.0038162157000001</c:v>
                </c:pt>
                <c:pt idx="2932">
                  <c:v>-2.9252410437999998</c:v>
                </c:pt>
                <c:pt idx="2933">
                  <c:v>-2.8664008431000001</c:v>
                </c:pt>
                <c:pt idx="2934">
                  <c:v>-2.8094206599999998</c:v>
                </c:pt>
                <c:pt idx="2935">
                  <c:v>-2.7557885339000001</c:v>
                </c:pt>
                <c:pt idx="2936">
                  <c:v>-2.6952189429</c:v>
                </c:pt>
                <c:pt idx="2937">
                  <c:v>-2.6266523255999998</c:v>
                </c:pt>
                <c:pt idx="2938">
                  <c:v>-2.5522299221</c:v>
                </c:pt>
                <c:pt idx="2939">
                  <c:v>-2.4520872578000001</c:v>
                </c:pt>
                <c:pt idx="2940">
                  <c:v>-2.3495669231999998</c:v>
                </c:pt>
                <c:pt idx="2941">
                  <c:v>-2.2302877218999999</c:v>
                </c:pt>
                <c:pt idx="2942">
                  <c:v>-2.1201953767999999</c:v>
                </c:pt>
                <c:pt idx="2943">
                  <c:v>-2.0062063655000002</c:v>
                </c:pt>
                <c:pt idx="2944">
                  <c:v>-1.9121783814</c:v>
                </c:pt>
                <c:pt idx="2945">
                  <c:v>-1.8318007558</c:v>
                </c:pt>
                <c:pt idx="2946">
                  <c:v>-1.7411009337000001</c:v>
                </c:pt>
                <c:pt idx="2947">
                  <c:v>-1.7283603967000001</c:v>
                </c:pt>
                <c:pt idx="2948">
                  <c:v>-1.6943052938000001</c:v>
                </c:pt>
                <c:pt idx="2949">
                  <c:v>-1.6580771206</c:v>
                </c:pt>
                <c:pt idx="2950">
                  <c:v>-1.6190212980000001</c:v>
                </c:pt>
                <c:pt idx="2951">
                  <c:v>-1.5991223175</c:v>
                </c:pt>
                <c:pt idx="2952">
                  <c:v>-1.5789128202</c:v>
                </c:pt>
                <c:pt idx="2953">
                  <c:v>-1.5777497390999999</c:v>
                </c:pt>
                <c:pt idx="2954">
                  <c:v>-1.5650550697000001</c:v>
                </c:pt>
                <c:pt idx="2955">
                  <c:v>-1.5452406994000001</c:v>
                </c:pt>
                <c:pt idx="2956">
                  <c:v>-1.5159367909999999</c:v>
                </c:pt>
                <c:pt idx="2957">
                  <c:v>-1.4826066103</c:v>
                </c:pt>
                <c:pt idx="2958">
                  <c:v>-1.4503644683000001</c:v>
                </c:pt>
                <c:pt idx="2959">
                  <c:v>-1.4112481893</c:v>
                </c:pt>
                <c:pt idx="2960">
                  <c:v>-1.3703022922000001</c:v>
                </c:pt>
                <c:pt idx="2961">
                  <c:v>-1.3447684344999999</c:v>
                </c:pt>
                <c:pt idx="2962">
                  <c:v>-1.3377118996999999</c:v>
                </c:pt>
                <c:pt idx="2963">
                  <c:v>-1.3365295043000001</c:v>
                </c:pt>
                <c:pt idx="2964">
                  <c:v>-1.3435731515</c:v>
                </c:pt>
                <c:pt idx="2965">
                  <c:v>-1.341374217</c:v>
                </c:pt>
                <c:pt idx="2966">
                  <c:v>-1.3297739834</c:v>
                </c:pt>
                <c:pt idx="2967">
                  <c:v>-1.3279467650000001</c:v>
                </c:pt>
                <c:pt idx="2968">
                  <c:v>-1.3299829173</c:v>
                </c:pt>
                <c:pt idx="2969">
                  <c:v>-1.3414849898000001</c:v>
                </c:pt>
                <c:pt idx="2970">
                  <c:v>-1.3470217112</c:v>
                </c:pt>
                <c:pt idx="2971">
                  <c:v>-1.3629774329</c:v>
                </c:pt>
                <c:pt idx="2972">
                  <c:v>-1.3742245066000001</c:v>
                </c:pt>
                <c:pt idx="2973">
                  <c:v>-1.3883283926000001</c:v>
                </c:pt>
                <c:pt idx="2974">
                  <c:v>-1.3770159280000001</c:v>
                </c:pt>
                <c:pt idx="2975">
                  <c:v>-1.3801936341000001</c:v>
                </c:pt>
                <c:pt idx="2976">
                  <c:v>-1.3810244715</c:v>
                </c:pt>
                <c:pt idx="2977">
                  <c:v>-1.3921820332999999</c:v>
                </c:pt>
                <c:pt idx="2978">
                  <c:v>-1.4021677254</c:v>
                </c:pt>
                <c:pt idx="2979">
                  <c:v>-1.4174225761999999</c:v>
                </c:pt>
                <c:pt idx="2980">
                  <c:v>-1.4293221988</c:v>
                </c:pt>
                <c:pt idx="2981">
                  <c:v>-1.4254202647000001</c:v>
                </c:pt>
                <c:pt idx="2982">
                  <c:v>-1.4132332075</c:v>
                </c:pt>
                <c:pt idx="2983">
                  <c:v>-1.3950926044</c:v>
                </c:pt>
                <c:pt idx="2984">
                  <c:v>-1.367349602</c:v>
                </c:pt>
                <c:pt idx="2985">
                  <c:v>-1.3473069778</c:v>
                </c:pt>
                <c:pt idx="2986">
                  <c:v>-1.3298658228</c:v>
                </c:pt>
                <c:pt idx="2987">
                  <c:v>-1.2860563271000001</c:v>
                </c:pt>
                <c:pt idx="2988">
                  <c:v>-1.2354304068999999</c:v>
                </c:pt>
                <c:pt idx="2989">
                  <c:v>-1.1822906691999999</c:v>
                </c:pt>
                <c:pt idx="2990">
                  <c:v>-1.1231304687000001</c:v>
                </c:pt>
                <c:pt idx="2991">
                  <c:v>-1.0860802858</c:v>
                </c:pt>
                <c:pt idx="2992">
                  <c:v>-1.0442456737000001</c:v>
                </c:pt>
                <c:pt idx="2993">
                  <c:v>-0.95096355219999995</c:v>
                </c:pt>
                <c:pt idx="2994">
                  <c:v>-0.85899308299999999</c:v>
                </c:pt>
                <c:pt idx="2995">
                  <c:v>-0.77956893949999995</c:v>
                </c:pt>
                <c:pt idx="2996">
                  <c:v>-0.69981642290000001</c:v>
                </c:pt>
                <c:pt idx="2997">
                  <c:v>-0.62715884320000004</c:v>
                </c:pt>
                <c:pt idx="2998">
                  <c:v>-0.55114808810000004</c:v>
                </c:pt>
                <c:pt idx="2999">
                  <c:v>-0.47920004490000001</c:v>
                </c:pt>
                <c:pt idx="3000">
                  <c:v>-0.41033923420000001</c:v>
                </c:pt>
                <c:pt idx="3001">
                  <c:v>-0.34267213549999997</c:v>
                </c:pt>
                <c:pt idx="3002">
                  <c:v>-0.276933345</c:v>
                </c:pt>
                <c:pt idx="3003">
                  <c:v>-0.21362081829999999</c:v>
                </c:pt>
                <c:pt idx="3004">
                  <c:v>-0.16354101630000001</c:v>
                </c:pt>
                <c:pt idx="3005">
                  <c:v>-0.1096874447</c:v>
                </c:pt>
                <c:pt idx="3006">
                  <c:v>-3.8541943199999998E-2</c:v>
                </c:pt>
                <c:pt idx="3007">
                  <c:v>3.1783643399999999E-2</c:v>
                </c:pt>
                <c:pt idx="3008">
                  <c:v>7.6671988199999999E-2</c:v>
                </c:pt>
                <c:pt idx="3009">
                  <c:v>0.13301197710000001</c:v>
                </c:pt>
                <c:pt idx="3010">
                  <c:v>0.1835956658</c:v>
                </c:pt>
                <c:pt idx="3011">
                  <c:v>0.26659419429999998</c:v>
                </c:pt>
                <c:pt idx="3012">
                  <c:v>0.36364371480000002</c:v>
                </c:pt>
                <c:pt idx="3013">
                  <c:v>0.45585942309999999</c:v>
                </c:pt>
                <c:pt idx="3014">
                  <c:v>0.50915208050000005</c:v>
                </c:pt>
                <c:pt idx="3015">
                  <c:v>0.56280958120000002</c:v>
                </c:pt>
                <c:pt idx="3016">
                  <c:v>0.63701810150000004</c:v>
                </c:pt>
                <c:pt idx="3017">
                  <c:v>0.71750425949999996</c:v>
                </c:pt>
                <c:pt idx="3018">
                  <c:v>0.79291739179999998</c:v>
                </c:pt>
                <c:pt idx="3019">
                  <c:v>0.8427968186</c:v>
                </c:pt>
                <c:pt idx="3020">
                  <c:v>0.8724161533</c:v>
                </c:pt>
                <c:pt idx="3021">
                  <c:v>0.90242354530000002</c:v>
                </c:pt>
                <c:pt idx="3022">
                  <c:v>0.92904841230000001</c:v>
                </c:pt>
                <c:pt idx="3023">
                  <c:v>0.95736359719999997</c:v>
                </c:pt>
                <c:pt idx="3024">
                  <c:v>0.98187659439999997</c:v>
                </c:pt>
                <c:pt idx="3025">
                  <c:v>1.0284677583999999</c:v>
                </c:pt>
                <c:pt idx="3026">
                  <c:v>1.0441312447</c:v>
                </c:pt>
                <c:pt idx="3027">
                  <c:v>1.0558503357</c:v>
                </c:pt>
                <c:pt idx="3028">
                  <c:v>1.0708052291000001</c:v>
                </c:pt>
                <c:pt idx="3029">
                  <c:v>1.1134894889</c:v>
                </c:pt>
                <c:pt idx="3030">
                  <c:v>1.1447625215999999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33-4B33-984E-5CB2096E3F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45631"/>
        <c:axId val="1711100431"/>
      </c:lineChart>
      <c:dateAx>
        <c:axId val="12345631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711100431"/>
        <c:crosses val="autoZero"/>
        <c:auto val="1"/>
        <c:lblOffset val="100"/>
        <c:baseTimeUnit val="days"/>
        <c:majorUnit val="1"/>
        <c:majorTimeUnit val="years"/>
      </c:dateAx>
      <c:valAx>
        <c:axId val="1711100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23456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362655136126704E-2"/>
          <c:y val="4.8241221300588388E-2"/>
          <c:w val="0.93227593040729506"/>
          <c:h val="0.8275182458342133"/>
        </c:manualLayout>
      </c:layout>
      <c:lineChart>
        <c:grouping val="standard"/>
        <c:varyColors val="0"/>
        <c:ser>
          <c:idx val="0"/>
          <c:order val="0"/>
          <c:spPr>
            <a:ln w="22225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dPt>
            <c:idx val="3018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B63A-4D83-8BBA-A33FB92FEADE}"/>
              </c:ext>
            </c:extLst>
          </c:dPt>
          <c:dLbls>
            <c:dLbl>
              <c:idx val="3030"/>
              <c:layout>
                <c:manualLayout>
                  <c:x val="-1.5253767278251723E-16"/>
                  <c:y val="-0.11527506567048035"/>
                </c:manualLayout>
              </c:layout>
              <c:tx>
                <c:rich>
                  <a:bodyPr/>
                  <a:lstStyle/>
                  <a:p>
                    <a:fld id="{96ED2710-6745-4865-A82C-7BD7D82D9B17}" type="VALUE">
                      <a:rPr lang="pt-BR" smtClean="0"/>
                      <a:pPr/>
                      <a:t>[VALUE]</a:t>
                    </a:fld>
                    <a:r>
                      <a:rPr lang="pt-BR" dirty="0"/>
                      <a:t> z-score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63A-4D83-8BBA-A33FB92FEADE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'Score Geral'!$A$26:$A$3044</c:f>
              <c:numCache>
                <c:formatCode>yyyy\-mm\-dd</c:formatCode>
                <c:ptCount val="3031"/>
                <c:pt idx="0">
                  <c:v>41803</c:v>
                </c:pt>
                <c:pt idx="1">
                  <c:v>41806</c:v>
                </c:pt>
                <c:pt idx="2">
                  <c:v>41807</c:v>
                </c:pt>
                <c:pt idx="3">
                  <c:v>41808</c:v>
                </c:pt>
                <c:pt idx="4">
                  <c:v>41810</c:v>
                </c:pt>
                <c:pt idx="5">
                  <c:v>41813</c:v>
                </c:pt>
                <c:pt idx="6">
                  <c:v>41814</c:v>
                </c:pt>
                <c:pt idx="7">
                  <c:v>41815</c:v>
                </c:pt>
                <c:pt idx="8">
                  <c:v>41816</c:v>
                </c:pt>
                <c:pt idx="9">
                  <c:v>41817</c:v>
                </c:pt>
                <c:pt idx="10">
                  <c:v>41820</c:v>
                </c:pt>
                <c:pt idx="11">
                  <c:v>41821</c:v>
                </c:pt>
                <c:pt idx="12">
                  <c:v>41822</c:v>
                </c:pt>
                <c:pt idx="13">
                  <c:v>41823</c:v>
                </c:pt>
                <c:pt idx="14">
                  <c:v>41824</c:v>
                </c:pt>
                <c:pt idx="15">
                  <c:v>41827</c:v>
                </c:pt>
                <c:pt idx="16">
                  <c:v>41828</c:v>
                </c:pt>
                <c:pt idx="17">
                  <c:v>41830</c:v>
                </c:pt>
                <c:pt idx="18">
                  <c:v>41831</c:v>
                </c:pt>
                <c:pt idx="19">
                  <c:v>41834</c:v>
                </c:pt>
                <c:pt idx="20">
                  <c:v>41835</c:v>
                </c:pt>
                <c:pt idx="21">
                  <c:v>41836</c:v>
                </c:pt>
                <c:pt idx="22">
                  <c:v>41837</c:v>
                </c:pt>
                <c:pt idx="23">
                  <c:v>41838</c:v>
                </c:pt>
                <c:pt idx="24">
                  <c:v>41841</c:v>
                </c:pt>
                <c:pt idx="25">
                  <c:v>41842</c:v>
                </c:pt>
                <c:pt idx="26">
                  <c:v>41843</c:v>
                </c:pt>
                <c:pt idx="27">
                  <c:v>41844</c:v>
                </c:pt>
                <c:pt idx="28">
                  <c:v>41845</c:v>
                </c:pt>
                <c:pt idx="29">
                  <c:v>41848</c:v>
                </c:pt>
                <c:pt idx="30">
                  <c:v>41849</c:v>
                </c:pt>
                <c:pt idx="31">
                  <c:v>41850</c:v>
                </c:pt>
                <c:pt idx="32">
                  <c:v>41851</c:v>
                </c:pt>
                <c:pt idx="33">
                  <c:v>41852</c:v>
                </c:pt>
                <c:pt idx="34">
                  <c:v>41855</c:v>
                </c:pt>
                <c:pt idx="35">
                  <c:v>41856</c:v>
                </c:pt>
                <c:pt idx="36">
                  <c:v>41857</c:v>
                </c:pt>
                <c:pt idx="37">
                  <c:v>41858</c:v>
                </c:pt>
                <c:pt idx="38">
                  <c:v>41859</c:v>
                </c:pt>
                <c:pt idx="39">
                  <c:v>41862</c:v>
                </c:pt>
                <c:pt idx="40">
                  <c:v>41863</c:v>
                </c:pt>
                <c:pt idx="41">
                  <c:v>41864</c:v>
                </c:pt>
                <c:pt idx="42">
                  <c:v>41865</c:v>
                </c:pt>
                <c:pt idx="43">
                  <c:v>41866</c:v>
                </c:pt>
                <c:pt idx="44">
                  <c:v>41869</c:v>
                </c:pt>
                <c:pt idx="45">
                  <c:v>41870</c:v>
                </c:pt>
                <c:pt idx="46">
                  <c:v>41871</c:v>
                </c:pt>
                <c:pt idx="47">
                  <c:v>41872</c:v>
                </c:pt>
                <c:pt idx="48">
                  <c:v>41873</c:v>
                </c:pt>
                <c:pt idx="49">
                  <c:v>41876</c:v>
                </c:pt>
                <c:pt idx="50">
                  <c:v>41877</c:v>
                </c:pt>
                <c:pt idx="51">
                  <c:v>41878</c:v>
                </c:pt>
                <c:pt idx="52">
                  <c:v>41879</c:v>
                </c:pt>
                <c:pt idx="53">
                  <c:v>41880</c:v>
                </c:pt>
                <c:pt idx="54">
                  <c:v>41883</c:v>
                </c:pt>
                <c:pt idx="55">
                  <c:v>41884</c:v>
                </c:pt>
                <c:pt idx="56">
                  <c:v>41885</c:v>
                </c:pt>
                <c:pt idx="57">
                  <c:v>41886</c:v>
                </c:pt>
                <c:pt idx="58">
                  <c:v>41887</c:v>
                </c:pt>
                <c:pt idx="59">
                  <c:v>41890</c:v>
                </c:pt>
                <c:pt idx="60">
                  <c:v>41891</c:v>
                </c:pt>
                <c:pt idx="61">
                  <c:v>41892</c:v>
                </c:pt>
                <c:pt idx="62">
                  <c:v>41893</c:v>
                </c:pt>
                <c:pt idx="63">
                  <c:v>41894</c:v>
                </c:pt>
                <c:pt idx="64">
                  <c:v>41897</c:v>
                </c:pt>
                <c:pt idx="65">
                  <c:v>41898</c:v>
                </c:pt>
                <c:pt idx="66">
                  <c:v>41899</c:v>
                </c:pt>
                <c:pt idx="67">
                  <c:v>41900</c:v>
                </c:pt>
                <c:pt idx="68">
                  <c:v>41901</c:v>
                </c:pt>
                <c:pt idx="69">
                  <c:v>41904</c:v>
                </c:pt>
                <c:pt idx="70">
                  <c:v>41905</c:v>
                </c:pt>
                <c:pt idx="71">
                  <c:v>41906</c:v>
                </c:pt>
                <c:pt idx="72">
                  <c:v>41907</c:v>
                </c:pt>
                <c:pt idx="73">
                  <c:v>41908</c:v>
                </c:pt>
                <c:pt idx="74">
                  <c:v>41911</c:v>
                </c:pt>
                <c:pt idx="75">
                  <c:v>41912</c:v>
                </c:pt>
                <c:pt idx="76">
                  <c:v>41913</c:v>
                </c:pt>
                <c:pt idx="77">
                  <c:v>41914</c:v>
                </c:pt>
                <c:pt idx="78">
                  <c:v>41915</c:v>
                </c:pt>
                <c:pt idx="79">
                  <c:v>41918</c:v>
                </c:pt>
                <c:pt idx="80">
                  <c:v>41919</c:v>
                </c:pt>
                <c:pt idx="81">
                  <c:v>41920</c:v>
                </c:pt>
                <c:pt idx="82">
                  <c:v>41921</c:v>
                </c:pt>
                <c:pt idx="83">
                  <c:v>41922</c:v>
                </c:pt>
                <c:pt idx="84">
                  <c:v>41925</c:v>
                </c:pt>
                <c:pt idx="85">
                  <c:v>41926</c:v>
                </c:pt>
                <c:pt idx="86">
                  <c:v>41927</c:v>
                </c:pt>
                <c:pt idx="87">
                  <c:v>41928</c:v>
                </c:pt>
                <c:pt idx="88">
                  <c:v>41929</c:v>
                </c:pt>
                <c:pt idx="89">
                  <c:v>41932</c:v>
                </c:pt>
                <c:pt idx="90">
                  <c:v>41933</c:v>
                </c:pt>
                <c:pt idx="91">
                  <c:v>41934</c:v>
                </c:pt>
                <c:pt idx="92">
                  <c:v>41935</c:v>
                </c:pt>
                <c:pt idx="93">
                  <c:v>41936</c:v>
                </c:pt>
                <c:pt idx="94">
                  <c:v>41939</c:v>
                </c:pt>
                <c:pt idx="95">
                  <c:v>41940</c:v>
                </c:pt>
                <c:pt idx="96">
                  <c:v>41941</c:v>
                </c:pt>
                <c:pt idx="97">
                  <c:v>41942</c:v>
                </c:pt>
                <c:pt idx="98">
                  <c:v>41943</c:v>
                </c:pt>
                <c:pt idx="99">
                  <c:v>41946</c:v>
                </c:pt>
                <c:pt idx="100">
                  <c:v>41947</c:v>
                </c:pt>
                <c:pt idx="101">
                  <c:v>41948</c:v>
                </c:pt>
                <c:pt idx="102">
                  <c:v>41949</c:v>
                </c:pt>
                <c:pt idx="103">
                  <c:v>41950</c:v>
                </c:pt>
                <c:pt idx="104">
                  <c:v>41953</c:v>
                </c:pt>
                <c:pt idx="105">
                  <c:v>41954</c:v>
                </c:pt>
                <c:pt idx="106">
                  <c:v>41955</c:v>
                </c:pt>
                <c:pt idx="107">
                  <c:v>41956</c:v>
                </c:pt>
                <c:pt idx="108">
                  <c:v>41957</c:v>
                </c:pt>
                <c:pt idx="109">
                  <c:v>41960</c:v>
                </c:pt>
                <c:pt idx="110">
                  <c:v>41961</c:v>
                </c:pt>
                <c:pt idx="111">
                  <c:v>41962</c:v>
                </c:pt>
                <c:pt idx="112">
                  <c:v>41964</c:v>
                </c:pt>
                <c:pt idx="113">
                  <c:v>41967</c:v>
                </c:pt>
                <c:pt idx="114">
                  <c:v>41968</c:v>
                </c:pt>
                <c:pt idx="115">
                  <c:v>41969</c:v>
                </c:pt>
                <c:pt idx="116">
                  <c:v>41970</c:v>
                </c:pt>
                <c:pt idx="117">
                  <c:v>41971</c:v>
                </c:pt>
                <c:pt idx="118">
                  <c:v>41974</c:v>
                </c:pt>
                <c:pt idx="119">
                  <c:v>41975</c:v>
                </c:pt>
                <c:pt idx="120">
                  <c:v>41976</c:v>
                </c:pt>
                <c:pt idx="121">
                  <c:v>41977</c:v>
                </c:pt>
                <c:pt idx="122">
                  <c:v>41978</c:v>
                </c:pt>
                <c:pt idx="123">
                  <c:v>41981</c:v>
                </c:pt>
                <c:pt idx="124">
                  <c:v>41982</c:v>
                </c:pt>
                <c:pt idx="125">
                  <c:v>41983</c:v>
                </c:pt>
                <c:pt idx="126">
                  <c:v>41984</c:v>
                </c:pt>
                <c:pt idx="127">
                  <c:v>41985</c:v>
                </c:pt>
                <c:pt idx="128">
                  <c:v>41988</c:v>
                </c:pt>
                <c:pt idx="129">
                  <c:v>41989</c:v>
                </c:pt>
                <c:pt idx="130">
                  <c:v>41990</c:v>
                </c:pt>
                <c:pt idx="131">
                  <c:v>41991</c:v>
                </c:pt>
                <c:pt idx="132">
                  <c:v>41992</c:v>
                </c:pt>
                <c:pt idx="133">
                  <c:v>41995</c:v>
                </c:pt>
                <c:pt idx="134">
                  <c:v>41996</c:v>
                </c:pt>
                <c:pt idx="135">
                  <c:v>41999</c:v>
                </c:pt>
                <c:pt idx="136">
                  <c:v>42002</c:v>
                </c:pt>
                <c:pt idx="137">
                  <c:v>42003</c:v>
                </c:pt>
                <c:pt idx="138">
                  <c:v>42006</c:v>
                </c:pt>
                <c:pt idx="139">
                  <c:v>42009</c:v>
                </c:pt>
                <c:pt idx="140">
                  <c:v>42010</c:v>
                </c:pt>
                <c:pt idx="141">
                  <c:v>42011</c:v>
                </c:pt>
                <c:pt idx="142">
                  <c:v>42012</c:v>
                </c:pt>
                <c:pt idx="143">
                  <c:v>42013</c:v>
                </c:pt>
                <c:pt idx="144">
                  <c:v>42016</c:v>
                </c:pt>
                <c:pt idx="145">
                  <c:v>42017</c:v>
                </c:pt>
                <c:pt idx="146">
                  <c:v>42018</c:v>
                </c:pt>
                <c:pt idx="147">
                  <c:v>42019</c:v>
                </c:pt>
                <c:pt idx="148">
                  <c:v>42020</c:v>
                </c:pt>
                <c:pt idx="149">
                  <c:v>42023</c:v>
                </c:pt>
                <c:pt idx="150">
                  <c:v>42024</c:v>
                </c:pt>
                <c:pt idx="151">
                  <c:v>42025</c:v>
                </c:pt>
                <c:pt idx="152">
                  <c:v>42026</c:v>
                </c:pt>
                <c:pt idx="153">
                  <c:v>42027</c:v>
                </c:pt>
                <c:pt idx="154">
                  <c:v>42030</c:v>
                </c:pt>
                <c:pt idx="155">
                  <c:v>42031</c:v>
                </c:pt>
                <c:pt idx="156">
                  <c:v>42032</c:v>
                </c:pt>
                <c:pt idx="157">
                  <c:v>42033</c:v>
                </c:pt>
                <c:pt idx="158">
                  <c:v>42034</c:v>
                </c:pt>
                <c:pt idx="159">
                  <c:v>42037</c:v>
                </c:pt>
                <c:pt idx="160">
                  <c:v>42038</c:v>
                </c:pt>
                <c:pt idx="161">
                  <c:v>42039</c:v>
                </c:pt>
                <c:pt idx="162">
                  <c:v>42040</c:v>
                </c:pt>
                <c:pt idx="163">
                  <c:v>42041</c:v>
                </c:pt>
                <c:pt idx="164">
                  <c:v>42044</c:v>
                </c:pt>
                <c:pt idx="165">
                  <c:v>42045</c:v>
                </c:pt>
                <c:pt idx="166">
                  <c:v>42046</c:v>
                </c:pt>
                <c:pt idx="167">
                  <c:v>42047</c:v>
                </c:pt>
                <c:pt idx="168">
                  <c:v>42048</c:v>
                </c:pt>
                <c:pt idx="169">
                  <c:v>42053</c:v>
                </c:pt>
                <c:pt idx="170">
                  <c:v>42054</c:v>
                </c:pt>
                <c:pt idx="171">
                  <c:v>42055</c:v>
                </c:pt>
                <c:pt idx="172">
                  <c:v>42058</c:v>
                </c:pt>
                <c:pt idx="173">
                  <c:v>42059</c:v>
                </c:pt>
                <c:pt idx="174">
                  <c:v>42060</c:v>
                </c:pt>
                <c:pt idx="175">
                  <c:v>42061</c:v>
                </c:pt>
                <c:pt idx="176">
                  <c:v>42062</c:v>
                </c:pt>
                <c:pt idx="177">
                  <c:v>42065</c:v>
                </c:pt>
                <c:pt idx="178">
                  <c:v>42066</c:v>
                </c:pt>
                <c:pt idx="179">
                  <c:v>42067</c:v>
                </c:pt>
                <c:pt idx="180">
                  <c:v>42068</c:v>
                </c:pt>
                <c:pt idx="181">
                  <c:v>42069</c:v>
                </c:pt>
                <c:pt idx="182">
                  <c:v>42072</c:v>
                </c:pt>
                <c:pt idx="183">
                  <c:v>42073</c:v>
                </c:pt>
                <c:pt idx="184">
                  <c:v>42074</c:v>
                </c:pt>
                <c:pt idx="185">
                  <c:v>42075</c:v>
                </c:pt>
                <c:pt idx="186">
                  <c:v>42076</c:v>
                </c:pt>
                <c:pt idx="187">
                  <c:v>42079</c:v>
                </c:pt>
                <c:pt idx="188">
                  <c:v>42080</c:v>
                </c:pt>
                <c:pt idx="189">
                  <c:v>42081</c:v>
                </c:pt>
                <c:pt idx="190">
                  <c:v>42082</c:v>
                </c:pt>
                <c:pt idx="191">
                  <c:v>42083</c:v>
                </c:pt>
                <c:pt idx="192">
                  <c:v>42086</c:v>
                </c:pt>
                <c:pt idx="193">
                  <c:v>42087</c:v>
                </c:pt>
                <c:pt idx="194">
                  <c:v>42088</c:v>
                </c:pt>
                <c:pt idx="195">
                  <c:v>42089</c:v>
                </c:pt>
                <c:pt idx="196">
                  <c:v>42090</c:v>
                </c:pt>
                <c:pt idx="197">
                  <c:v>42093</c:v>
                </c:pt>
                <c:pt idx="198">
                  <c:v>42094</c:v>
                </c:pt>
                <c:pt idx="199">
                  <c:v>42095</c:v>
                </c:pt>
                <c:pt idx="200">
                  <c:v>42096</c:v>
                </c:pt>
                <c:pt idx="201">
                  <c:v>42100</c:v>
                </c:pt>
                <c:pt idx="202">
                  <c:v>42101</c:v>
                </c:pt>
                <c:pt idx="203">
                  <c:v>42102</c:v>
                </c:pt>
                <c:pt idx="204">
                  <c:v>42103</c:v>
                </c:pt>
                <c:pt idx="205">
                  <c:v>42104</c:v>
                </c:pt>
                <c:pt idx="206">
                  <c:v>42107</c:v>
                </c:pt>
                <c:pt idx="207">
                  <c:v>42108</c:v>
                </c:pt>
                <c:pt idx="208">
                  <c:v>42109</c:v>
                </c:pt>
                <c:pt idx="209">
                  <c:v>42110</c:v>
                </c:pt>
                <c:pt idx="210">
                  <c:v>42111</c:v>
                </c:pt>
                <c:pt idx="211">
                  <c:v>42114</c:v>
                </c:pt>
                <c:pt idx="212">
                  <c:v>42116</c:v>
                </c:pt>
                <c:pt idx="213">
                  <c:v>42117</c:v>
                </c:pt>
                <c:pt idx="214">
                  <c:v>42118</c:v>
                </c:pt>
                <c:pt idx="215">
                  <c:v>42121</c:v>
                </c:pt>
                <c:pt idx="216">
                  <c:v>42122</c:v>
                </c:pt>
                <c:pt idx="217">
                  <c:v>42123</c:v>
                </c:pt>
                <c:pt idx="218">
                  <c:v>42124</c:v>
                </c:pt>
                <c:pt idx="219">
                  <c:v>42128</c:v>
                </c:pt>
                <c:pt idx="220">
                  <c:v>42129</c:v>
                </c:pt>
                <c:pt idx="221">
                  <c:v>42130</c:v>
                </c:pt>
                <c:pt idx="222">
                  <c:v>42131</c:v>
                </c:pt>
                <c:pt idx="223">
                  <c:v>42132</c:v>
                </c:pt>
                <c:pt idx="224">
                  <c:v>42135</c:v>
                </c:pt>
                <c:pt idx="225">
                  <c:v>42136</c:v>
                </c:pt>
                <c:pt idx="226">
                  <c:v>42137</c:v>
                </c:pt>
                <c:pt idx="227">
                  <c:v>42138</c:v>
                </c:pt>
                <c:pt idx="228">
                  <c:v>42139</c:v>
                </c:pt>
                <c:pt idx="229">
                  <c:v>42142</c:v>
                </c:pt>
                <c:pt idx="230">
                  <c:v>42143</c:v>
                </c:pt>
                <c:pt idx="231">
                  <c:v>42144</c:v>
                </c:pt>
                <c:pt idx="232">
                  <c:v>42145</c:v>
                </c:pt>
                <c:pt idx="233">
                  <c:v>42146</c:v>
                </c:pt>
                <c:pt idx="234">
                  <c:v>42149</c:v>
                </c:pt>
                <c:pt idx="235">
                  <c:v>42150</c:v>
                </c:pt>
                <c:pt idx="236">
                  <c:v>42151</c:v>
                </c:pt>
                <c:pt idx="237">
                  <c:v>42152</c:v>
                </c:pt>
                <c:pt idx="238">
                  <c:v>42153</c:v>
                </c:pt>
                <c:pt idx="239">
                  <c:v>42156</c:v>
                </c:pt>
                <c:pt idx="240">
                  <c:v>42157</c:v>
                </c:pt>
                <c:pt idx="241">
                  <c:v>42158</c:v>
                </c:pt>
                <c:pt idx="242">
                  <c:v>42160</c:v>
                </c:pt>
                <c:pt idx="243">
                  <c:v>42163</c:v>
                </c:pt>
                <c:pt idx="244">
                  <c:v>42164</c:v>
                </c:pt>
                <c:pt idx="245">
                  <c:v>42165</c:v>
                </c:pt>
                <c:pt idx="246">
                  <c:v>42166</c:v>
                </c:pt>
                <c:pt idx="247">
                  <c:v>42167</c:v>
                </c:pt>
                <c:pt idx="248">
                  <c:v>42170</c:v>
                </c:pt>
                <c:pt idx="249">
                  <c:v>42171</c:v>
                </c:pt>
                <c:pt idx="250">
                  <c:v>42172</c:v>
                </c:pt>
                <c:pt idx="251">
                  <c:v>42173</c:v>
                </c:pt>
                <c:pt idx="252">
                  <c:v>42174</c:v>
                </c:pt>
                <c:pt idx="253">
                  <c:v>42177</c:v>
                </c:pt>
                <c:pt idx="254">
                  <c:v>42178</c:v>
                </c:pt>
                <c:pt idx="255">
                  <c:v>42179</c:v>
                </c:pt>
                <c:pt idx="256">
                  <c:v>42180</c:v>
                </c:pt>
                <c:pt idx="257">
                  <c:v>42181</c:v>
                </c:pt>
                <c:pt idx="258">
                  <c:v>42184</c:v>
                </c:pt>
                <c:pt idx="259">
                  <c:v>42185</c:v>
                </c:pt>
                <c:pt idx="260">
                  <c:v>42186</c:v>
                </c:pt>
                <c:pt idx="261">
                  <c:v>42187</c:v>
                </c:pt>
                <c:pt idx="262">
                  <c:v>42188</c:v>
                </c:pt>
                <c:pt idx="263">
                  <c:v>42191</c:v>
                </c:pt>
                <c:pt idx="264">
                  <c:v>42192</c:v>
                </c:pt>
                <c:pt idx="265">
                  <c:v>42193</c:v>
                </c:pt>
                <c:pt idx="266">
                  <c:v>42195</c:v>
                </c:pt>
                <c:pt idx="267">
                  <c:v>42198</c:v>
                </c:pt>
                <c:pt idx="268">
                  <c:v>42199</c:v>
                </c:pt>
                <c:pt idx="269">
                  <c:v>42200</c:v>
                </c:pt>
                <c:pt idx="270">
                  <c:v>42201</c:v>
                </c:pt>
                <c:pt idx="271">
                  <c:v>42202</c:v>
                </c:pt>
                <c:pt idx="272">
                  <c:v>42205</c:v>
                </c:pt>
                <c:pt idx="273">
                  <c:v>42206</c:v>
                </c:pt>
                <c:pt idx="274">
                  <c:v>42207</c:v>
                </c:pt>
                <c:pt idx="275">
                  <c:v>42208</c:v>
                </c:pt>
                <c:pt idx="276">
                  <c:v>42209</c:v>
                </c:pt>
                <c:pt idx="277">
                  <c:v>42212</c:v>
                </c:pt>
                <c:pt idx="278">
                  <c:v>42213</c:v>
                </c:pt>
                <c:pt idx="279">
                  <c:v>42214</c:v>
                </c:pt>
                <c:pt idx="280">
                  <c:v>42215</c:v>
                </c:pt>
                <c:pt idx="281">
                  <c:v>42216</c:v>
                </c:pt>
                <c:pt idx="282">
                  <c:v>42219</c:v>
                </c:pt>
                <c:pt idx="283">
                  <c:v>42220</c:v>
                </c:pt>
                <c:pt idx="284">
                  <c:v>42221</c:v>
                </c:pt>
                <c:pt idx="285">
                  <c:v>42222</c:v>
                </c:pt>
                <c:pt idx="286">
                  <c:v>42223</c:v>
                </c:pt>
                <c:pt idx="287">
                  <c:v>42226</c:v>
                </c:pt>
                <c:pt idx="288">
                  <c:v>42227</c:v>
                </c:pt>
                <c:pt idx="289">
                  <c:v>42228</c:v>
                </c:pt>
                <c:pt idx="290">
                  <c:v>42229</c:v>
                </c:pt>
                <c:pt idx="291">
                  <c:v>42230</c:v>
                </c:pt>
                <c:pt idx="292">
                  <c:v>42233</c:v>
                </c:pt>
                <c:pt idx="293">
                  <c:v>42234</c:v>
                </c:pt>
                <c:pt idx="294">
                  <c:v>42235</c:v>
                </c:pt>
                <c:pt idx="295">
                  <c:v>42236</c:v>
                </c:pt>
                <c:pt idx="296">
                  <c:v>42237</c:v>
                </c:pt>
                <c:pt idx="297">
                  <c:v>42240</c:v>
                </c:pt>
                <c:pt idx="298">
                  <c:v>42241</c:v>
                </c:pt>
                <c:pt idx="299">
                  <c:v>42242</c:v>
                </c:pt>
                <c:pt idx="300">
                  <c:v>42243</c:v>
                </c:pt>
                <c:pt idx="301">
                  <c:v>42244</c:v>
                </c:pt>
                <c:pt idx="302">
                  <c:v>42247</c:v>
                </c:pt>
                <c:pt idx="303">
                  <c:v>42248</c:v>
                </c:pt>
                <c:pt idx="304">
                  <c:v>42249</c:v>
                </c:pt>
                <c:pt idx="305">
                  <c:v>42250</c:v>
                </c:pt>
                <c:pt idx="306">
                  <c:v>42251</c:v>
                </c:pt>
                <c:pt idx="307">
                  <c:v>42255</c:v>
                </c:pt>
                <c:pt idx="308">
                  <c:v>42256</c:v>
                </c:pt>
                <c:pt idx="309">
                  <c:v>42257</c:v>
                </c:pt>
                <c:pt idx="310">
                  <c:v>42258</c:v>
                </c:pt>
                <c:pt idx="311">
                  <c:v>42261</c:v>
                </c:pt>
                <c:pt idx="312">
                  <c:v>42262</c:v>
                </c:pt>
                <c:pt idx="313">
                  <c:v>42263</c:v>
                </c:pt>
                <c:pt idx="314">
                  <c:v>42264</c:v>
                </c:pt>
                <c:pt idx="315">
                  <c:v>42265</c:v>
                </c:pt>
                <c:pt idx="316">
                  <c:v>42268</c:v>
                </c:pt>
                <c:pt idx="317">
                  <c:v>42269</c:v>
                </c:pt>
                <c:pt idx="318">
                  <c:v>42270</c:v>
                </c:pt>
                <c:pt idx="319">
                  <c:v>42271</c:v>
                </c:pt>
                <c:pt idx="320">
                  <c:v>42272</c:v>
                </c:pt>
                <c:pt idx="321">
                  <c:v>42275</c:v>
                </c:pt>
                <c:pt idx="322">
                  <c:v>42276</c:v>
                </c:pt>
                <c:pt idx="323">
                  <c:v>42277</c:v>
                </c:pt>
                <c:pt idx="324">
                  <c:v>42278</c:v>
                </c:pt>
                <c:pt idx="325">
                  <c:v>42279</c:v>
                </c:pt>
                <c:pt idx="326">
                  <c:v>42282</c:v>
                </c:pt>
                <c:pt idx="327">
                  <c:v>42283</c:v>
                </c:pt>
                <c:pt idx="328">
                  <c:v>42284</c:v>
                </c:pt>
                <c:pt idx="329">
                  <c:v>42285</c:v>
                </c:pt>
                <c:pt idx="330">
                  <c:v>42286</c:v>
                </c:pt>
                <c:pt idx="331">
                  <c:v>42290</c:v>
                </c:pt>
                <c:pt idx="332">
                  <c:v>42291</c:v>
                </c:pt>
                <c:pt idx="333">
                  <c:v>42292</c:v>
                </c:pt>
                <c:pt idx="334">
                  <c:v>42293</c:v>
                </c:pt>
                <c:pt idx="335">
                  <c:v>42296</c:v>
                </c:pt>
                <c:pt idx="336">
                  <c:v>42297</c:v>
                </c:pt>
                <c:pt idx="337">
                  <c:v>42298</c:v>
                </c:pt>
                <c:pt idx="338">
                  <c:v>42299</c:v>
                </c:pt>
                <c:pt idx="339">
                  <c:v>42300</c:v>
                </c:pt>
                <c:pt idx="340">
                  <c:v>42303</c:v>
                </c:pt>
                <c:pt idx="341">
                  <c:v>42304</c:v>
                </c:pt>
                <c:pt idx="342">
                  <c:v>42305</c:v>
                </c:pt>
                <c:pt idx="343">
                  <c:v>42306</c:v>
                </c:pt>
                <c:pt idx="344">
                  <c:v>42307</c:v>
                </c:pt>
                <c:pt idx="345">
                  <c:v>42311</c:v>
                </c:pt>
                <c:pt idx="346">
                  <c:v>42312</c:v>
                </c:pt>
                <c:pt idx="347">
                  <c:v>42313</c:v>
                </c:pt>
                <c:pt idx="348">
                  <c:v>42314</c:v>
                </c:pt>
                <c:pt idx="349">
                  <c:v>42317</c:v>
                </c:pt>
                <c:pt idx="350">
                  <c:v>42318</c:v>
                </c:pt>
                <c:pt idx="351">
                  <c:v>42319</c:v>
                </c:pt>
                <c:pt idx="352">
                  <c:v>42320</c:v>
                </c:pt>
                <c:pt idx="353">
                  <c:v>42321</c:v>
                </c:pt>
                <c:pt idx="354">
                  <c:v>42324</c:v>
                </c:pt>
                <c:pt idx="355">
                  <c:v>42325</c:v>
                </c:pt>
                <c:pt idx="356">
                  <c:v>42326</c:v>
                </c:pt>
                <c:pt idx="357">
                  <c:v>42327</c:v>
                </c:pt>
                <c:pt idx="358">
                  <c:v>42331</c:v>
                </c:pt>
                <c:pt idx="359">
                  <c:v>42332</c:v>
                </c:pt>
                <c:pt idx="360">
                  <c:v>42333</c:v>
                </c:pt>
                <c:pt idx="361">
                  <c:v>42334</c:v>
                </c:pt>
                <c:pt idx="362">
                  <c:v>42335</c:v>
                </c:pt>
                <c:pt idx="363">
                  <c:v>42338</c:v>
                </c:pt>
                <c:pt idx="364">
                  <c:v>42339</c:v>
                </c:pt>
                <c:pt idx="365">
                  <c:v>42340</c:v>
                </c:pt>
                <c:pt idx="366">
                  <c:v>42341</c:v>
                </c:pt>
                <c:pt idx="367">
                  <c:v>42342</c:v>
                </c:pt>
                <c:pt idx="368">
                  <c:v>42345</c:v>
                </c:pt>
                <c:pt idx="369">
                  <c:v>42346</c:v>
                </c:pt>
                <c:pt idx="370">
                  <c:v>42347</c:v>
                </c:pt>
                <c:pt idx="371">
                  <c:v>42348</c:v>
                </c:pt>
                <c:pt idx="372">
                  <c:v>42349</c:v>
                </c:pt>
                <c:pt idx="373">
                  <c:v>42352</c:v>
                </c:pt>
                <c:pt idx="374">
                  <c:v>42353</c:v>
                </c:pt>
                <c:pt idx="375">
                  <c:v>42354</c:v>
                </c:pt>
                <c:pt idx="376">
                  <c:v>42355</c:v>
                </c:pt>
                <c:pt idx="377">
                  <c:v>42356</c:v>
                </c:pt>
                <c:pt idx="378">
                  <c:v>42359</c:v>
                </c:pt>
                <c:pt idx="379">
                  <c:v>42360</c:v>
                </c:pt>
                <c:pt idx="380">
                  <c:v>42361</c:v>
                </c:pt>
                <c:pt idx="381">
                  <c:v>42366</c:v>
                </c:pt>
                <c:pt idx="382">
                  <c:v>42367</c:v>
                </c:pt>
                <c:pt idx="383">
                  <c:v>42368</c:v>
                </c:pt>
                <c:pt idx="384">
                  <c:v>42373</c:v>
                </c:pt>
                <c:pt idx="385">
                  <c:v>42374</c:v>
                </c:pt>
                <c:pt idx="386">
                  <c:v>42375</c:v>
                </c:pt>
                <c:pt idx="387">
                  <c:v>42376</c:v>
                </c:pt>
                <c:pt idx="388">
                  <c:v>42377</c:v>
                </c:pt>
                <c:pt idx="389">
                  <c:v>42380</c:v>
                </c:pt>
                <c:pt idx="390">
                  <c:v>42381</c:v>
                </c:pt>
                <c:pt idx="391">
                  <c:v>42382</c:v>
                </c:pt>
                <c:pt idx="392">
                  <c:v>42383</c:v>
                </c:pt>
                <c:pt idx="393">
                  <c:v>42384</c:v>
                </c:pt>
                <c:pt idx="394">
                  <c:v>42387</c:v>
                </c:pt>
                <c:pt idx="395">
                  <c:v>42388</c:v>
                </c:pt>
                <c:pt idx="396">
                  <c:v>42389</c:v>
                </c:pt>
                <c:pt idx="397">
                  <c:v>42390</c:v>
                </c:pt>
                <c:pt idx="398">
                  <c:v>42391</c:v>
                </c:pt>
                <c:pt idx="399">
                  <c:v>42395</c:v>
                </c:pt>
                <c:pt idx="400">
                  <c:v>42396</c:v>
                </c:pt>
                <c:pt idx="401">
                  <c:v>42397</c:v>
                </c:pt>
                <c:pt idx="402">
                  <c:v>42398</c:v>
                </c:pt>
                <c:pt idx="403">
                  <c:v>42401</c:v>
                </c:pt>
                <c:pt idx="404">
                  <c:v>42402</c:v>
                </c:pt>
                <c:pt idx="405">
                  <c:v>42403</c:v>
                </c:pt>
                <c:pt idx="406">
                  <c:v>42404</c:v>
                </c:pt>
                <c:pt idx="407">
                  <c:v>42405</c:v>
                </c:pt>
                <c:pt idx="408">
                  <c:v>42410</c:v>
                </c:pt>
                <c:pt idx="409">
                  <c:v>42411</c:v>
                </c:pt>
                <c:pt idx="410">
                  <c:v>42412</c:v>
                </c:pt>
                <c:pt idx="411">
                  <c:v>42415</c:v>
                </c:pt>
                <c:pt idx="412">
                  <c:v>42416</c:v>
                </c:pt>
                <c:pt idx="413">
                  <c:v>42417</c:v>
                </c:pt>
                <c:pt idx="414">
                  <c:v>42418</c:v>
                </c:pt>
                <c:pt idx="415">
                  <c:v>42419</c:v>
                </c:pt>
                <c:pt idx="416">
                  <c:v>42422</c:v>
                </c:pt>
                <c:pt idx="417">
                  <c:v>42423</c:v>
                </c:pt>
                <c:pt idx="418">
                  <c:v>42424</c:v>
                </c:pt>
                <c:pt idx="419">
                  <c:v>42425</c:v>
                </c:pt>
                <c:pt idx="420">
                  <c:v>42426</c:v>
                </c:pt>
                <c:pt idx="421">
                  <c:v>42429</c:v>
                </c:pt>
                <c:pt idx="422">
                  <c:v>42430</c:v>
                </c:pt>
                <c:pt idx="423">
                  <c:v>42431</c:v>
                </c:pt>
                <c:pt idx="424">
                  <c:v>42432</c:v>
                </c:pt>
                <c:pt idx="425">
                  <c:v>42433</c:v>
                </c:pt>
                <c:pt idx="426">
                  <c:v>42436</c:v>
                </c:pt>
                <c:pt idx="427">
                  <c:v>42437</c:v>
                </c:pt>
                <c:pt idx="428">
                  <c:v>42438</c:v>
                </c:pt>
                <c:pt idx="429">
                  <c:v>42439</c:v>
                </c:pt>
                <c:pt idx="430">
                  <c:v>42440</c:v>
                </c:pt>
                <c:pt idx="431">
                  <c:v>42443</c:v>
                </c:pt>
                <c:pt idx="432">
                  <c:v>42444</c:v>
                </c:pt>
                <c:pt idx="433">
                  <c:v>42445</c:v>
                </c:pt>
                <c:pt idx="434">
                  <c:v>42446</c:v>
                </c:pt>
                <c:pt idx="435">
                  <c:v>42447</c:v>
                </c:pt>
                <c:pt idx="436">
                  <c:v>42450</c:v>
                </c:pt>
                <c:pt idx="437">
                  <c:v>42451</c:v>
                </c:pt>
                <c:pt idx="438">
                  <c:v>42452</c:v>
                </c:pt>
                <c:pt idx="439">
                  <c:v>42453</c:v>
                </c:pt>
                <c:pt idx="440">
                  <c:v>42457</c:v>
                </c:pt>
                <c:pt idx="441">
                  <c:v>42458</c:v>
                </c:pt>
                <c:pt idx="442">
                  <c:v>42459</c:v>
                </c:pt>
                <c:pt idx="443">
                  <c:v>42460</c:v>
                </c:pt>
                <c:pt idx="444">
                  <c:v>42461</c:v>
                </c:pt>
                <c:pt idx="445">
                  <c:v>42464</c:v>
                </c:pt>
                <c:pt idx="446">
                  <c:v>42465</c:v>
                </c:pt>
                <c:pt idx="447">
                  <c:v>42466</c:v>
                </c:pt>
                <c:pt idx="448">
                  <c:v>42467</c:v>
                </c:pt>
                <c:pt idx="449">
                  <c:v>42468</c:v>
                </c:pt>
                <c:pt idx="450">
                  <c:v>42471</c:v>
                </c:pt>
                <c:pt idx="451">
                  <c:v>42472</c:v>
                </c:pt>
                <c:pt idx="452">
                  <c:v>42473</c:v>
                </c:pt>
                <c:pt idx="453">
                  <c:v>42474</c:v>
                </c:pt>
                <c:pt idx="454">
                  <c:v>42475</c:v>
                </c:pt>
                <c:pt idx="455">
                  <c:v>42478</c:v>
                </c:pt>
                <c:pt idx="456">
                  <c:v>42479</c:v>
                </c:pt>
                <c:pt idx="457">
                  <c:v>42480</c:v>
                </c:pt>
                <c:pt idx="458">
                  <c:v>42482</c:v>
                </c:pt>
                <c:pt idx="459">
                  <c:v>42485</c:v>
                </c:pt>
                <c:pt idx="460">
                  <c:v>42486</c:v>
                </c:pt>
                <c:pt idx="461">
                  <c:v>42487</c:v>
                </c:pt>
                <c:pt idx="462">
                  <c:v>42488</c:v>
                </c:pt>
                <c:pt idx="463">
                  <c:v>42489</c:v>
                </c:pt>
                <c:pt idx="464">
                  <c:v>42492</c:v>
                </c:pt>
                <c:pt idx="465">
                  <c:v>42493</c:v>
                </c:pt>
                <c:pt idx="466">
                  <c:v>42494</c:v>
                </c:pt>
                <c:pt idx="467">
                  <c:v>42495</c:v>
                </c:pt>
                <c:pt idx="468">
                  <c:v>42496</c:v>
                </c:pt>
                <c:pt idx="469">
                  <c:v>42499</c:v>
                </c:pt>
                <c:pt idx="470">
                  <c:v>42500</c:v>
                </c:pt>
                <c:pt idx="471">
                  <c:v>42501</c:v>
                </c:pt>
                <c:pt idx="472">
                  <c:v>42502</c:v>
                </c:pt>
                <c:pt idx="473">
                  <c:v>42503</c:v>
                </c:pt>
                <c:pt idx="474">
                  <c:v>42506</c:v>
                </c:pt>
                <c:pt idx="475">
                  <c:v>42507</c:v>
                </c:pt>
                <c:pt idx="476">
                  <c:v>42508</c:v>
                </c:pt>
                <c:pt idx="477">
                  <c:v>42509</c:v>
                </c:pt>
                <c:pt idx="478">
                  <c:v>42510</c:v>
                </c:pt>
                <c:pt idx="479">
                  <c:v>42513</c:v>
                </c:pt>
                <c:pt idx="480">
                  <c:v>42514</c:v>
                </c:pt>
                <c:pt idx="481">
                  <c:v>42515</c:v>
                </c:pt>
                <c:pt idx="482">
                  <c:v>42517</c:v>
                </c:pt>
                <c:pt idx="483">
                  <c:v>42520</c:v>
                </c:pt>
                <c:pt idx="484">
                  <c:v>42521</c:v>
                </c:pt>
                <c:pt idx="485">
                  <c:v>42522</c:v>
                </c:pt>
                <c:pt idx="486">
                  <c:v>42523</c:v>
                </c:pt>
                <c:pt idx="487">
                  <c:v>42524</c:v>
                </c:pt>
                <c:pt idx="488">
                  <c:v>42527</c:v>
                </c:pt>
                <c:pt idx="489">
                  <c:v>42528</c:v>
                </c:pt>
                <c:pt idx="490">
                  <c:v>42529</c:v>
                </c:pt>
                <c:pt idx="491">
                  <c:v>42530</c:v>
                </c:pt>
                <c:pt idx="492">
                  <c:v>42531</c:v>
                </c:pt>
                <c:pt idx="493">
                  <c:v>42534</c:v>
                </c:pt>
                <c:pt idx="494">
                  <c:v>42535</c:v>
                </c:pt>
                <c:pt idx="495">
                  <c:v>42536</c:v>
                </c:pt>
                <c:pt idx="496">
                  <c:v>42537</c:v>
                </c:pt>
                <c:pt idx="497">
                  <c:v>42538</c:v>
                </c:pt>
                <c:pt idx="498">
                  <c:v>42541</c:v>
                </c:pt>
                <c:pt idx="499">
                  <c:v>42542</c:v>
                </c:pt>
                <c:pt idx="500">
                  <c:v>42543</c:v>
                </c:pt>
                <c:pt idx="501">
                  <c:v>42544</c:v>
                </c:pt>
                <c:pt idx="502">
                  <c:v>42545</c:v>
                </c:pt>
                <c:pt idx="503">
                  <c:v>42548</c:v>
                </c:pt>
                <c:pt idx="504">
                  <c:v>42549</c:v>
                </c:pt>
                <c:pt idx="505">
                  <c:v>42550</c:v>
                </c:pt>
                <c:pt idx="506">
                  <c:v>42551</c:v>
                </c:pt>
                <c:pt idx="507">
                  <c:v>42552</c:v>
                </c:pt>
                <c:pt idx="508">
                  <c:v>42555</c:v>
                </c:pt>
                <c:pt idx="509">
                  <c:v>42556</c:v>
                </c:pt>
                <c:pt idx="510">
                  <c:v>42557</c:v>
                </c:pt>
                <c:pt idx="511">
                  <c:v>42558</c:v>
                </c:pt>
                <c:pt idx="512">
                  <c:v>42559</c:v>
                </c:pt>
                <c:pt idx="513">
                  <c:v>42562</c:v>
                </c:pt>
                <c:pt idx="514">
                  <c:v>42563</c:v>
                </c:pt>
                <c:pt idx="515">
                  <c:v>42564</c:v>
                </c:pt>
                <c:pt idx="516">
                  <c:v>42565</c:v>
                </c:pt>
                <c:pt idx="517">
                  <c:v>42566</c:v>
                </c:pt>
                <c:pt idx="518">
                  <c:v>42569</c:v>
                </c:pt>
                <c:pt idx="519">
                  <c:v>42570</c:v>
                </c:pt>
                <c:pt idx="520">
                  <c:v>42571</c:v>
                </c:pt>
                <c:pt idx="521">
                  <c:v>42572</c:v>
                </c:pt>
                <c:pt idx="522">
                  <c:v>42573</c:v>
                </c:pt>
                <c:pt idx="523">
                  <c:v>42576</c:v>
                </c:pt>
                <c:pt idx="524">
                  <c:v>42577</c:v>
                </c:pt>
                <c:pt idx="525">
                  <c:v>42578</c:v>
                </c:pt>
                <c:pt idx="526">
                  <c:v>42579</c:v>
                </c:pt>
                <c:pt idx="527">
                  <c:v>42580</c:v>
                </c:pt>
                <c:pt idx="528">
                  <c:v>42583</c:v>
                </c:pt>
                <c:pt idx="529">
                  <c:v>42584</c:v>
                </c:pt>
                <c:pt idx="530">
                  <c:v>42585</c:v>
                </c:pt>
                <c:pt idx="531">
                  <c:v>42586</c:v>
                </c:pt>
                <c:pt idx="532">
                  <c:v>42587</c:v>
                </c:pt>
                <c:pt idx="533">
                  <c:v>42590</c:v>
                </c:pt>
                <c:pt idx="534">
                  <c:v>42591</c:v>
                </c:pt>
                <c:pt idx="535">
                  <c:v>42592</c:v>
                </c:pt>
                <c:pt idx="536">
                  <c:v>42593</c:v>
                </c:pt>
                <c:pt idx="537">
                  <c:v>42594</c:v>
                </c:pt>
                <c:pt idx="538">
                  <c:v>42597</c:v>
                </c:pt>
                <c:pt idx="539">
                  <c:v>42598</c:v>
                </c:pt>
                <c:pt idx="540">
                  <c:v>42599</c:v>
                </c:pt>
                <c:pt idx="541">
                  <c:v>42600</c:v>
                </c:pt>
                <c:pt idx="542">
                  <c:v>42601</c:v>
                </c:pt>
                <c:pt idx="543">
                  <c:v>42604</c:v>
                </c:pt>
                <c:pt idx="544">
                  <c:v>42605</c:v>
                </c:pt>
                <c:pt idx="545">
                  <c:v>42606</c:v>
                </c:pt>
                <c:pt idx="546">
                  <c:v>42607</c:v>
                </c:pt>
                <c:pt idx="547">
                  <c:v>42608</c:v>
                </c:pt>
                <c:pt idx="548">
                  <c:v>42611</c:v>
                </c:pt>
                <c:pt idx="549">
                  <c:v>42612</c:v>
                </c:pt>
                <c:pt idx="550">
                  <c:v>42613</c:v>
                </c:pt>
                <c:pt idx="551">
                  <c:v>42614</c:v>
                </c:pt>
                <c:pt idx="552">
                  <c:v>42615</c:v>
                </c:pt>
                <c:pt idx="553">
                  <c:v>42618</c:v>
                </c:pt>
                <c:pt idx="554">
                  <c:v>42619</c:v>
                </c:pt>
                <c:pt idx="555">
                  <c:v>42621</c:v>
                </c:pt>
                <c:pt idx="556">
                  <c:v>42622</c:v>
                </c:pt>
                <c:pt idx="557">
                  <c:v>42625</c:v>
                </c:pt>
                <c:pt idx="558">
                  <c:v>42626</c:v>
                </c:pt>
                <c:pt idx="559">
                  <c:v>42627</c:v>
                </c:pt>
                <c:pt idx="560">
                  <c:v>42628</c:v>
                </c:pt>
                <c:pt idx="561">
                  <c:v>42629</c:v>
                </c:pt>
                <c:pt idx="562">
                  <c:v>42632</c:v>
                </c:pt>
                <c:pt idx="563">
                  <c:v>42633</c:v>
                </c:pt>
                <c:pt idx="564">
                  <c:v>42634</c:v>
                </c:pt>
                <c:pt idx="565">
                  <c:v>42635</c:v>
                </c:pt>
                <c:pt idx="566">
                  <c:v>42636</c:v>
                </c:pt>
                <c:pt idx="567">
                  <c:v>42639</c:v>
                </c:pt>
                <c:pt idx="568">
                  <c:v>42640</c:v>
                </c:pt>
                <c:pt idx="569">
                  <c:v>42641</c:v>
                </c:pt>
                <c:pt idx="570">
                  <c:v>42642</c:v>
                </c:pt>
                <c:pt idx="571">
                  <c:v>42643</c:v>
                </c:pt>
                <c:pt idx="572">
                  <c:v>42646</c:v>
                </c:pt>
                <c:pt idx="573">
                  <c:v>42647</c:v>
                </c:pt>
                <c:pt idx="574">
                  <c:v>42648</c:v>
                </c:pt>
                <c:pt idx="575">
                  <c:v>42649</c:v>
                </c:pt>
                <c:pt idx="576">
                  <c:v>42650</c:v>
                </c:pt>
                <c:pt idx="577">
                  <c:v>42653</c:v>
                </c:pt>
                <c:pt idx="578">
                  <c:v>42654</c:v>
                </c:pt>
                <c:pt idx="579">
                  <c:v>42656</c:v>
                </c:pt>
                <c:pt idx="580">
                  <c:v>42657</c:v>
                </c:pt>
                <c:pt idx="581">
                  <c:v>42660</c:v>
                </c:pt>
                <c:pt idx="582">
                  <c:v>42661</c:v>
                </c:pt>
                <c:pt idx="583">
                  <c:v>42662</c:v>
                </c:pt>
                <c:pt idx="584">
                  <c:v>42663</c:v>
                </c:pt>
                <c:pt idx="585">
                  <c:v>42664</c:v>
                </c:pt>
                <c:pt idx="586">
                  <c:v>42667</c:v>
                </c:pt>
                <c:pt idx="587">
                  <c:v>42668</c:v>
                </c:pt>
                <c:pt idx="588">
                  <c:v>42669</c:v>
                </c:pt>
                <c:pt idx="589">
                  <c:v>42670</c:v>
                </c:pt>
                <c:pt idx="590">
                  <c:v>42671</c:v>
                </c:pt>
                <c:pt idx="591">
                  <c:v>42674</c:v>
                </c:pt>
                <c:pt idx="592">
                  <c:v>42675</c:v>
                </c:pt>
                <c:pt idx="593">
                  <c:v>42677</c:v>
                </c:pt>
                <c:pt idx="594">
                  <c:v>42678</c:v>
                </c:pt>
                <c:pt idx="595">
                  <c:v>42681</c:v>
                </c:pt>
                <c:pt idx="596">
                  <c:v>42682</c:v>
                </c:pt>
                <c:pt idx="597">
                  <c:v>42683</c:v>
                </c:pt>
                <c:pt idx="598">
                  <c:v>42684</c:v>
                </c:pt>
                <c:pt idx="599">
                  <c:v>42685</c:v>
                </c:pt>
                <c:pt idx="600">
                  <c:v>42688</c:v>
                </c:pt>
                <c:pt idx="601">
                  <c:v>42690</c:v>
                </c:pt>
                <c:pt idx="602">
                  <c:v>42691</c:v>
                </c:pt>
                <c:pt idx="603">
                  <c:v>42692</c:v>
                </c:pt>
                <c:pt idx="604">
                  <c:v>42695</c:v>
                </c:pt>
                <c:pt idx="605">
                  <c:v>42696</c:v>
                </c:pt>
                <c:pt idx="606">
                  <c:v>42697</c:v>
                </c:pt>
                <c:pt idx="607">
                  <c:v>42698</c:v>
                </c:pt>
                <c:pt idx="608">
                  <c:v>42699</c:v>
                </c:pt>
                <c:pt idx="609">
                  <c:v>42702</c:v>
                </c:pt>
                <c:pt idx="610">
                  <c:v>42703</c:v>
                </c:pt>
                <c:pt idx="611">
                  <c:v>42704</c:v>
                </c:pt>
                <c:pt idx="612">
                  <c:v>42705</c:v>
                </c:pt>
                <c:pt idx="613">
                  <c:v>42706</c:v>
                </c:pt>
                <c:pt idx="614">
                  <c:v>42709</c:v>
                </c:pt>
                <c:pt idx="615">
                  <c:v>42710</c:v>
                </c:pt>
                <c:pt idx="616">
                  <c:v>42711</c:v>
                </c:pt>
                <c:pt idx="617">
                  <c:v>42712</c:v>
                </c:pt>
                <c:pt idx="618">
                  <c:v>42713</c:v>
                </c:pt>
                <c:pt idx="619">
                  <c:v>42716</c:v>
                </c:pt>
                <c:pt idx="620">
                  <c:v>42717</c:v>
                </c:pt>
                <c:pt idx="621">
                  <c:v>42718</c:v>
                </c:pt>
                <c:pt idx="622">
                  <c:v>42719</c:v>
                </c:pt>
                <c:pt idx="623">
                  <c:v>42720</c:v>
                </c:pt>
                <c:pt idx="624">
                  <c:v>42723</c:v>
                </c:pt>
                <c:pt idx="625">
                  <c:v>42724</c:v>
                </c:pt>
                <c:pt idx="626">
                  <c:v>42725</c:v>
                </c:pt>
                <c:pt idx="627">
                  <c:v>42726</c:v>
                </c:pt>
                <c:pt idx="628">
                  <c:v>42727</c:v>
                </c:pt>
                <c:pt idx="629">
                  <c:v>42730</c:v>
                </c:pt>
                <c:pt idx="630">
                  <c:v>42731</c:v>
                </c:pt>
                <c:pt idx="631">
                  <c:v>42732</c:v>
                </c:pt>
                <c:pt idx="632">
                  <c:v>42733</c:v>
                </c:pt>
                <c:pt idx="633">
                  <c:v>42737</c:v>
                </c:pt>
                <c:pt idx="634">
                  <c:v>42738</c:v>
                </c:pt>
                <c:pt idx="635">
                  <c:v>42739</c:v>
                </c:pt>
                <c:pt idx="636">
                  <c:v>42740</c:v>
                </c:pt>
                <c:pt idx="637">
                  <c:v>42741</c:v>
                </c:pt>
                <c:pt idx="638">
                  <c:v>42744</c:v>
                </c:pt>
                <c:pt idx="639">
                  <c:v>42745</c:v>
                </c:pt>
                <c:pt idx="640">
                  <c:v>42746</c:v>
                </c:pt>
                <c:pt idx="641">
                  <c:v>42747</c:v>
                </c:pt>
                <c:pt idx="642">
                  <c:v>42748</c:v>
                </c:pt>
                <c:pt idx="643">
                  <c:v>42751</c:v>
                </c:pt>
                <c:pt idx="644">
                  <c:v>42752</c:v>
                </c:pt>
                <c:pt idx="645">
                  <c:v>42753</c:v>
                </c:pt>
                <c:pt idx="646">
                  <c:v>42754</c:v>
                </c:pt>
                <c:pt idx="647">
                  <c:v>42755</c:v>
                </c:pt>
                <c:pt idx="648">
                  <c:v>42758</c:v>
                </c:pt>
                <c:pt idx="649">
                  <c:v>42759</c:v>
                </c:pt>
                <c:pt idx="650">
                  <c:v>42761</c:v>
                </c:pt>
                <c:pt idx="651">
                  <c:v>42762</c:v>
                </c:pt>
                <c:pt idx="652">
                  <c:v>42765</c:v>
                </c:pt>
                <c:pt idx="653">
                  <c:v>42766</c:v>
                </c:pt>
                <c:pt idx="654">
                  <c:v>42767</c:v>
                </c:pt>
                <c:pt idx="655">
                  <c:v>42768</c:v>
                </c:pt>
                <c:pt idx="656">
                  <c:v>42769</c:v>
                </c:pt>
                <c:pt idx="657">
                  <c:v>42772</c:v>
                </c:pt>
                <c:pt idx="658">
                  <c:v>42773</c:v>
                </c:pt>
                <c:pt idx="659">
                  <c:v>42774</c:v>
                </c:pt>
                <c:pt idx="660">
                  <c:v>42775</c:v>
                </c:pt>
                <c:pt idx="661">
                  <c:v>42776</c:v>
                </c:pt>
                <c:pt idx="662">
                  <c:v>42779</c:v>
                </c:pt>
                <c:pt idx="663">
                  <c:v>42780</c:v>
                </c:pt>
                <c:pt idx="664">
                  <c:v>42781</c:v>
                </c:pt>
                <c:pt idx="665">
                  <c:v>42782</c:v>
                </c:pt>
                <c:pt idx="666">
                  <c:v>42783</c:v>
                </c:pt>
                <c:pt idx="667">
                  <c:v>42786</c:v>
                </c:pt>
                <c:pt idx="668">
                  <c:v>42787</c:v>
                </c:pt>
                <c:pt idx="669">
                  <c:v>42788</c:v>
                </c:pt>
                <c:pt idx="670">
                  <c:v>42789</c:v>
                </c:pt>
                <c:pt idx="671">
                  <c:v>42790</c:v>
                </c:pt>
                <c:pt idx="672">
                  <c:v>42795</c:v>
                </c:pt>
                <c:pt idx="673">
                  <c:v>42796</c:v>
                </c:pt>
                <c:pt idx="674">
                  <c:v>42797</c:v>
                </c:pt>
                <c:pt idx="675">
                  <c:v>42800</c:v>
                </c:pt>
                <c:pt idx="676">
                  <c:v>42801</c:v>
                </c:pt>
                <c:pt idx="677">
                  <c:v>42802</c:v>
                </c:pt>
                <c:pt idx="678">
                  <c:v>42803</c:v>
                </c:pt>
                <c:pt idx="679">
                  <c:v>42804</c:v>
                </c:pt>
                <c:pt idx="680">
                  <c:v>42807</c:v>
                </c:pt>
                <c:pt idx="681">
                  <c:v>42808</c:v>
                </c:pt>
                <c:pt idx="682">
                  <c:v>42809</c:v>
                </c:pt>
                <c:pt idx="683">
                  <c:v>42810</c:v>
                </c:pt>
                <c:pt idx="684">
                  <c:v>42811</c:v>
                </c:pt>
                <c:pt idx="685">
                  <c:v>42814</c:v>
                </c:pt>
                <c:pt idx="686">
                  <c:v>42815</c:v>
                </c:pt>
                <c:pt idx="687">
                  <c:v>42816</c:v>
                </c:pt>
                <c:pt idx="688">
                  <c:v>42817</c:v>
                </c:pt>
                <c:pt idx="689">
                  <c:v>42818</c:v>
                </c:pt>
                <c:pt idx="690">
                  <c:v>42821</c:v>
                </c:pt>
                <c:pt idx="691">
                  <c:v>42822</c:v>
                </c:pt>
                <c:pt idx="692">
                  <c:v>42823</c:v>
                </c:pt>
                <c:pt idx="693">
                  <c:v>42824</c:v>
                </c:pt>
                <c:pt idx="694">
                  <c:v>42825</c:v>
                </c:pt>
                <c:pt idx="695">
                  <c:v>42828</c:v>
                </c:pt>
                <c:pt idx="696">
                  <c:v>42829</c:v>
                </c:pt>
                <c:pt idx="697">
                  <c:v>42830</c:v>
                </c:pt>
                <c:pt idx="698">
                  <c:v>42831</c:v>
                </c:pt>
                <c:pt idx="699">
                  <c:v>42832</c:v>
                </c:pt>
                <c:pt idx="700">
                  <c:v>42835</c:v>
                </c:pt>
                <c:pt idx="701">
                  <c:v>42836</c:v>
                </c:pt>
                <c:pt idx="702">
                  <c:v>42837</c:v>
                </c:pt>
                <c:pt idx="703">
                  <c:v>42838</c:v>
                </c:pt>
                <c:pt idx="704">
                  <c:v>42842</c:v>
                </c:pt>
                <c:pt idx="705">
                  <c:v>42843</c:v>
                </c:pt>
                <c:pt idx="706">
                  <c:v>42844</c:v>
                </c:pt>
                <c:pt idx="707">
                  <c:v>42845</c:v>
                </c:pt>
                <c:pt idx="708">
                  <c:v>42849</c:v>
                </c:pt>
                <c:pt idx="709">
                  <c:v>42850</c:v>
                </c:pt>
                <c:pt idx="710">
                  <c:v>42851</c:v>
                </c:pt>
                <c:pt idx="711">
                  <c:v>42852</c:v>
                </c:pt>
                <c:pt idx="712">
                  <c:v>42853</c:v>
                </c:pt>
                <c:pt idx="713">
                  <c:v>42857</c:v>
                </c:pt>
                <c:pt idx="714">
                  <c:v>42858</c:v>
                </c:pt>
                <c:pt idx="715">
                  <c:v>42859</c:v>
                </c:pt>
                <c:pt idx="716">
                  <c:v>42860</c:v>
                </c:pt>
                <c:pt idx="717">
                  <c:v>42863</c:v>
                </c:pt>
                <c:pt idx="718">
                  <c:v>42864</c:v>
                </c:pt>
                <c:pt idx="719">
                  <c:v>42865</c:v>
                </c:pt>
                <c:pt idx="720">
                  <c:v>42866</c:v>
                </c:pt>
                <c:pt idx="721">
                  <c:v>42867</c:v>
                </c:pt>
                <c:pt idx="722">
                  <c:v>42870</c:v>
                </c:pt>
                <c:pt idx="723">
                  <c:v>42871</c:v>
                </c:pt>
                <c:pt idx="724">
                  <c:v>42872</c:v>
                </c:pt>
                <c:pt idx="725">
                  <c:v>42873</c:v>
                </c:pt>
                <c:pt idx="726">
                  <c:v>42874</c:v>
                </c:pt>
                <c:pt idx="727">
                  <c:v>42877</c:v>
                </c:pt>
                <c:pt idx="728">
                  <c:v>42878</c:v>
                </c:pt>
                <c:pt idx="729">
                  <c:v>42879</c:v>
                </c:pt>
                <c:pt idx="730">
                  <c:v>42880</c:v>
                </c:pt>
                <c:pt idx="731">
                  <c:v>42881</c:v>
                </c:pt>
                <c:pt idx="732">
                  <c:v>42884</c:v>
                </c:pt>
                <c:pt idx="733">
                  <c:v>42885</c:v>
                </c:pt>
                <c:pt idx="734">
                  <c:v>42886</c:v>
                </c:pt>
                <c:pt idx="735">
                  <c:v>42887</c:v>
                </c:pt>
                <c:pt idx="736">
                  <c:v>42888</c:v>
                </c:pt>
                <c:pt idx="737">
                  <c:v>42891</c:v>
                </c:pt>
                <c:pt idx="738">
                  <c:v>42892</c:v>
                </c:pt>
                <c:pt idx="739">
                  <c:v>42893</c:v>
                </c:pt>
                <c:pt idx="740">
                  <c:v>42894</c:v>
                </c:pt>
                <c:pt idx="741">
                  <c:v>42895</c:v>
                </c:pt>
                <c:pt idx="742">
                  <c:v>42898</c:v>
                </c:pt>
                <c:pt idx="743">
                  <c:v>42899</c:v>
                </c:pt>
                <c:pt idx="744">
                  <c:v>42900</c:v>
                </c:pt>
                <c:pt idx="745">
                  <c:v>42902</c:v>
                </c:pt>
                <c:pt idx="746">
                  <c:v>42905</c:v>
                </c:pt>
                <c:pt idx="747">
                  <c:v>42906</c:v>
                </c:pt>
                <c:pt idx="748">
                  <c:v>42907</c:v>
                </c:pt>
                <c:pt idx="749">
                  <c:v>42908</c:v>
                </c:pt>
                <c:pt idx="750">
                  <c:v>42909</c:v>
                </c:pt>
                <c:pt idx="751">
                  <c:v>42912</c:v>
                </c:pt>
                <c:pt idx="752">
                  <c:v>42913</c:v>
                </c:pt>
                <c:pt idx="753">
                  <c:v>42914</c:v>
                </c:pt>
                <c:pt idx="754">
                  <c:v>42915</c:v>
                </c:pt>
                <c:pt idx="755">
                  <c:v>42916</c:v>
                </c:pt>
                <c:pt idx="756">
                  <c:v>42919</c:v>
                </c:pt>
                <c:pt idx="757">
                  <c:v>42920</c:v>
                </c:pt>
                <c:pt idx="758">
                  <c:v>42921</c:v>
                </c:pt>
                <c:pt idx="759">
                  <c:v>42922</c:v>
                </c:pt>
                <c:pt idx="760">
                  <c:v>42923</c:v>
                </c:pt>
                <c:pt idx="761">
                  <c:v>42926</c:v>
                </c:pt>
                <c:pt idx="762">
                  <c:v>42927</c:v>
                </c:pt>
                <c:pt idx="763">
                  <c:v>42928</c:v>
                </c:pt>
                <c:pt idx="764">
                  <c:v>42929</c:v>
                </c:pt>
                <c:pt idx="765">
                  <c:v>42930</c:v>
                </c:pt>
                <c:pt idx="766">
                  <c:v>42933</c:v>
                </c:pt>
                <c:pt idx="767">
                  <c:v>42934</c:v>
                </c:pt>
                <c:pt idx="768">
                  <c:v>42935</c:v>
                </c:pt>
                <c:pt idx="769">
                  <c:v>42936</c:v>
                </c:pt>
                <c:pt idx="770">
                  <c:v>42937</c:v>
                </c:pt>
                <c:pt idx="771">
                  <c:v>42940</c:v>
                </c:pt>
                <c:pt idx="772">
                  <c:v>42941</c:v>
                </c:pt>
                <c:pt idx="773">
                  <c:v>42942</c:v>
                </c:pt>
                <c:pt idx="774">
                  <c:v>42943</c:v>
                </c:pt>
                <c:pt idx="775">
                  <c:v>42944</c:v>
                </c:pt>
                <c:pt idx="776">
                  <c:v>42947</c:v>
                </c:pt>
                <c:pt idx="777">
                  <c:v>42948</c:v>
                </c:pt>
                <c:pt idx="778">
                  <c:v>42949</c:v>
                </c:pt>
                <c:pt idx="779">
                  <c:v>42950</c:v>
                </c:pt>
                <c:pt idx="780">
                  <c:v>42951</c:v>
                </c:pt>
                <c:pt idx="781">
                  <c:v>42954</c:v>
                </c:pt>
                <c:pt idx="782">
                  <c:v>42955</c:v>
                </c:pt>
                <c:pt idx="783">
                  <c:v>42956</c:v>
                </c:pt>
                <c:pt idx="784">
                  <c:v>42957</c:v>
                </c:pt>
                <c:pt idx="785">
                  <c:v>42958</c:v>
                </c:pt>
                <c:pt idx="786">
                  <c:v>42961</c:v>
                </c:pt>
                <c:pt idx="787">
                  <c:v>42962</c:v>
                </c:pt>
                <c:pt idx="788">
                  <c:v>42963</c:v>
                </c:pt>
                <c:pt idx="789">
                  <c:v>42964</c:v>
                </c:pt>
                <c:pt idx="790">
                  <c:v>42965</c:v>
                </c:pt>
                <c:pt idx="791">
                  <c:v>42968</c:v>
                </c:pt>
                <c:pt idx="792">
                  <c:v>42969</c:v>
                </c:pt>
                <c:pt idx="793">
                  <c:v>42970</c:v>
                </c:pt>
                <c:pt idx="794">
                  <c:v>42971</c:v>
                </c:pt>
                <c:pt idx="795">
                  <c:v>42972</c:v>
                </c:pt>
                <c:pt idx="796">
                  <c:v>42975</c:v>
                </c:pt>
                <c:pt idx="797">
                  <c:v>42976</c:v>
                </c:pt>
                <c:pt idx="798">
                  <c:v>42977</c:v>
                </c:pt>
                <c:pt idx="799">
                  <c:v>42978</c:v>
                </c:pt>
                <c:pt idx="800">
                  <c:v>42979</c:v>
                </c:pt>
                <c:pt idx="801">
                  <c:v>42982</c:v>
                </c:pt>
                <c:pt idx="802">
                  <c:v>42983</c:v>
                </c:pt>
                <c:pt idx="803">
                  <c:v>42984</c:v>
                </c:pt>
                <c:pt idx="804">
                  <c:v>42986</c:v>
                </c:pt>
                <c:pt idx="805">
                  <c:v>42989</c:v>
                </c:pt>
                <c:pt idx="806">
                  <c:v>42990</c:v>
                </c:pt>
                <c:pt idx="807">
                  <c:v>42991</c:v>
                </c:pt>
                <c:pt idx="808">
                  <c:v>42992</c:v>
                </c:pt>
                <c:pt idx="809">
                  <c:v>42993</c:v>
                </c:pt>
                <c:pt idx="810">
                  <c:v>42996</c:v>
                </c:pt>
                <c:pt idx="811">
                  <c:v>42997</c:v>
                </c:pt>
                <c:pt idx="812">
                  <c:v>42998</c:v>
                </c:pt>
                <c:pt idx="813">
                  <c:v>42999</c:v>
                </c:pt>
                <c:pt idx="814">
                  <c:v>43000</c:v>
                </c:pt>
                <c:pt idx="815">
                  <c:v>43003</c:v>
                </c:pt>
                <c:pt idx="816">
                  <c:v>43004</c:v>
                </c:pt>
                <c:pt idx="817">
                  <c:v>43005</c:v>
                </c:pt>
                <c:pt idx="818">
                  <c:v>43006</c:v>
                </c:pt>
                <c:pt idx="819">
                  <c:v>43007</c:v>
                </c:pt>
                <c:pt idx="820">
                  <c:v>43010</c:v>
                </c:pt>
                <c:pt idx="821">
                  <c:v>43011</c:v>
                </c:pt>
                <c:pt idx="822">
                  <c:v>43012</c:v>
                </c:pt>
                <c:pt idx="823">
                  <c:v>43013</c:v>
                </c:pt>
                <c:pt idx="824">
                  <c:v>43014</c:v>
                </c:pt>
                <c:pt idx="825">
                  <c:v>43017</c:v>
                </c:pt>
                <c:pt idx="826">
                  <c:v>43018</c:v>
                </c:pt>
                <c:pt idx="827">
                  <c:v>43019</c:v>
                </c:pt>
                <c:pt idx="828">
                  <c:v>43021</c:v>
                </c:pt>
                <c:pt idx="829">
                  <c:v>43024</c:v>
                </c:pt>
                <c:pt idx="830">
                  <c:v>43025</c:v>
                </c:pt>
                <c:pt idx="831">
                  <c:v>43026</c:v>
                </c:pt>
                <c:pt idx="832">
                  <c:v>43027</c:v>
                </c:pt>
                <c:pt idx="833">
                  <c:v>43028</c:v>
                </c:pt>
                <c:pt idx="834">
                  <c:v>43031</c:v>
                </c:pt>
                <c:pt idx="835">
                  <c:v>43032</c:v>
                </c:pt>
                <c:pt idx="836">
                  <c:v>43033</c:v>
                </c:pt>
                <c:pt idx="837">
                  <c:v>43034</c:v>
                </c:pt>
                <c:pt idx="838">
                  <c:v>43035</c:v>
                </c:pt>
                <c:pt idx="839">
                  <c:v>43038</c:v>
                </c:pt>
                <c:pt idx="840">
                  <c:v>43039</c:v>
                </c:pt>
                <c:pt idx="841">
                  <c:v>43040</c:v>
                </c:pt>
                <c:pt idx="842">
                  <c:v>43042</c:v>
                </c:pt>
                <c:pt idx="843">
                  <c:v>43045</c:v>
                </c:pt>
                <c:pt idx="844">
                  <c:v>43046</c:v>
                </c:pt>
                <c:pt idx="845">
                  <c:v>43047</c:v>
                </c:pt>
                <c:pt idx="846">
                  <c:v>43048</c:v>
                </c:pt>
                <c:pt idx="847">
                  <c:v>43049</c:v>
                </c:pt>
                <c:pt idx="848">
                  <c:v>43052</c:v>
                </c:pt>
                <c:pt idx="849">
                  <c:v>43053</c:v>
                </c:pt>
                <c:pt idx="850">
                  <c:v>43055</c:v>
                </c:pt>
                <c:pt idx="851">
                  <c:v>43056</c:v>
                </c:pt>
                <c:pt idx="852">
                  <c:v>43060</c:v>
                </c:pt>
                <c:pt idx="853">
                  <c:v>43061</c:v>
                </c:pt>
                <c:pt idx="854">
                  <c:v>43062</c:v>
                </c:pt>
                <c:pt idx="855">
                  <c:v>43063</c:v>
                </c:pt>
                <c:pt idx="856">
                  <c:v>43066</c:v>
                </c:pt>
                <c:pt idx="857">
                  <c:v>43067</c:v>
                </c:pt>
                <c:pt idx="858">
                  <c:v>43068</c:v>
                </c:pt>
                <c:pt idx="859">
                  <c:v>43069</c:v>
                </c:pt>
                <c:pt idx="860">
                  <c:v>43070</c:v>
                </c:pt>
                <c:pt idx="861">
                  <c:v>43073</c:v>
                </c:pt>
                <c:pt idx="862">
                  <c:v>43074</c:v>
                </c:pt>
                <c:pt idx="863">
                  <c:v>43075</c:v>
                </c:pt>
                <c:pt idx="864">
                  <c:v>43076</c:v>
                </c:pt>
                <c:pt idx="865">
                  <c:v>43077</c:v>
                </c:pt>
                <c:pt idx="866">
                  <c:v>43080</c:v>
                </c:pt>
                <c:pt idx="867">
                  <c:v>43081</c:v>
                </c:pt>
                <c:pt idx="868">
                  <c:v>43082</c:v>
                </c:pt>
                <c:pt idx="869">
                  <c:v>43083</c:v>
                </c:pt>
                <c:pt idx="870">
                  <c:v>43084</c:v>
                </c:pt>
                <c:pt idx="871">
                  <c:v>43087</c:v>
                </c:pt>
                <c:pt idx="872">
                  <c:v>43088</c:v>
                </c:pt>
                <c:pt idx="873">
                  <c:v>43089</c:v>
                </c:pt>
                <c:pt idx="874">
                  <c:v>43090</c:v>
                </c:pt>
                <c:pt idx="875">
                  <c:v>43091</c:v>
                </c:pt>
                <c:pt idx="876">
                  <c:v>43095</c:v>
                </c:pt>
                <c:pt idx="877">
                  <c:v>43096</c:v>
                </c:pt>
                <c:pt idx="878">
                  <c:v>43097</c:v>
                </c:pt>
                <c:pt idx="879">
                  <c:v>43102</c:v>
                </c:pt>
                <c:pt idx="880">
                  <c:v>43103</c:v>
                </c:pt>
                <c:pt idx="881">
                  <c:v>43104</c:v>
                </c:pt>
                <c:pt idx="882">
                  <c:v>43105</c:v>
                </c:pt>
                <c:pt idx="883">
                  <c:v>43108</c:v>
                </c:pt>
                <c:pt idx="884">
                  <c:v>43109</c:v>
                </c:pt>
                <c:pt idx="885">
                  <c:v>43110</c:v>
                </c:pt>
                <c:pt idx="886">
                  <c:v>43111</c:v>
                </c:pt>
                <c:pt idx="887">
                  <c:v>43112</c:v>
                </c:pt>
                <c:pt idx="888">
                  <c:v>43115</c:v>
                </c:pt>
                <c:pt idx="889">
                  <c:v>43116</c:v>
                </c:pt>
                <c:pt idx="890">
                  <c:v>43117</c:v>
                </c:pt>
                <c:pt idx="891">
                  <c:v>43118</c:v>
                </c:pt>
                <c:pt idx="892">
                  <c:v>43119</c:v>
                </c:pt>
                <c:pt idx="893">
                  <c:v>43122</c:v>
                </c:pt>
                <c:pt idx="894">
                  <c:v>43123</c:v>
                </c:pt>
                <c:pt idx="895">
                  <c:v>43124</c:v>
                </c:pt>
                <c:pt idx="896">
                  <c:v>43126</c:v>
                </c:pt>
                <c:pt idx="897">
                  <c:v>43129</c:v>
                </c:pt>
                <c:pt idx="898">
                  <c:v>43130</c:v>
                </c:pt>
                <c:pt idx="899">
                  <c:v>43131</c:v>
                </c:pt>
                <c:pt idx="900">
                  <c:v>43132</c:v>
                </c:pt>
                <c:pt idx="901">
                  <c:v>43133</c:v>
                </c:pt>
                <c:pt idx="902">
                  <c:v>43136</c:v>
                </c:pt>
                <c:pt idx="903">
                  <c:v>43137</c:v>
                </c:pt>
                <c:pt idx="904">
                  <c:v>43138</c:v>
                </c:pt>
                <c:pt idx="905">
                  <c:v>43139</c:v>
                </c:pt>
                <c:pt idx="906">
                  <c:v>43140</c:v>
                </c:pt>
                <c:pt idx="907">
                  <c:v>43145</c:v>
                </c:pt>
                <c:pt idx="908">
                  <c:v>43146</c:v>
                </c:pt>
                <c:pt idx="909">
                  <c:v>43147</c:v>
                </c:pt>
                <c:pt idx="910">
                  <c:v>43150</c:v>
                </c:pt>
                <c:pt idx="911">
                  <c:v>43151</c:v>
                </c:pt>
                <c:pt idx="912">
                  <c:v>43152</c:v>
                </c:pt>
                <c:pt idx="913">
                  <c:v>43153</c:v>
                </c:pt>
                <c:pt idx="914">
                  <c:v>43154</c:v>
                </c:pt>
                <c:pt idx="915">
                  <c:v>43157</c:v>
                </c:pt>
                <c:pt idx="916">
                  <c:v>43158</c:v>
                </c:pt>
                <c:pt idx="917">
                  <c:v>43159</c:v>
                </c:pt>
                <c:pt idx="918">
                  <c:v>43160</c:v>
                </c:pt>
                <c:pt idx="919">
                  <c:v>43161</c:v>
                </c:pt>
                <c:pt idx="920">
                  <c:v>43164</c:v>
                </c:pt>
                <c:pt idx="921">
                  <c:v>43165</c:v>
                </c:pt>
                <c:pt idx="922">
                  <c:v>43166</c:v>
                </c:pt>
                <c:pt idx="923">
                  <c:v>43167</c:v>
                </c:pt>
                <c:pt idx="924">
                  <c:v>43168</c:v>
                </c:pt>
                <c:pt idx="925">
                  <c:v>43171</c:v>
                </c:pt>
                <c:pt idx="926">
                  <c:v>43172</c:v>
                </c:pt>
                <c:pt idx="927">
                  <c:v>43173</c:v>
                </c:pt>
                <c:pt idx="928">
                  <c:v>43174</c:v>
                </c:pt>
                <c:pt idx="929">
                  <c:v>43175</c:v>
                </c:pt>
                <c:pt idx="930">
                  <c:v>43178</c:v>
                </c:pt>
                <c:pt idx="931">
                  <c:v>43179</c:v>
                </c:pt>
                <c:pt idx="932">
                  <c:v>43180</c:v>
                </c:pt>
                <c:pt idx="933">
                  <c:v>43181</c:v>
                </c:pt>
                <c:pt idx="934">
                  <c:v>43182</c:v>
                </c:pt>
                <c:pt idx="935">
                  <c:v>43185</c:v>
                </c:pt>
                <c:pt idx="936">
                  <c:v>43186</c:v>
                </c:pt>
                <c:pt idx="937">
                  <c:v>43187</c:v>
                </c:pt>
                <c:pt idx="938">
                  <c:v>43188</c:v>
                </c:pt>
                <c:pt idx="939">
                  <c:v>43192</c:v>
                </c:pt>
                <c:pt idx="940">
                  <c:v>43193</c:v>
                </c:pt>
                <c:pt idx="941">
                  <c:v>43194</c:v>
                </c:pt>
                <c:pt idx="942">
                  <c:v>43195</c:v>
                </c:pt>
                <c:pt idx="943">
                  <c:v>43196</c:v>
                </c:pt>
                <c:pt idx="944">
                  <c:v>43199</c:v>
                </c:pt>
                <c:pt idx="945">
                  <c:v>43200</c:v>
                </c:pt>
                <c:pt idx="946">
                  <c:v>43201</c:v>
                </c:pt>
                <c:pt idx="947">
                  <c:v>43202</c:v>
                </c:pt>
                <c:pt idx="948">
                  <c:v>43203</c:v>
                </c:pt>
                <c:pt idx="949">
                  <c:v>43206</c:v>
                </c:pt>
                <c:pt idx="950">
                  <c:v>43207</c:v>
                </c:pt>
                <c:pt idx="951">
                  <c:v>43208</c:v>
                </c:pt>
                <c:pt idx="952">
                  <c:v>43209</c:v>
                </c:pt>
                <c:pt idx="953">
                  <c:v>43210</c:v>
                </c:pt>
                <c:pt idx="954">
                  <c:v>43213</c:v>
                </c:pt>
                <c:pt idx="955">
                  <c:v>43214</c:v>
                </c:pt>
                <c:pt idx="956">
                  <c:v>43215</c:v>
                </c:pt>
                <c:pt idx="957">
                  <c:v>43216</c:v>
                </c:pt>
                <c:pt idx="958">
                  <c:v>43217</c:v>
                </c:pt>
                <c:pt idx="959">
                  <c:v>43220</c:v>
                </c:pt>
                <c:pt idx="960">
                  <c:v>43222</c:v>
                </c:pt>
                <c:pt idx="961">
                  <c:v>43223</c:v>
                </c:pt>
                <c:pt idx="962">
                  <c:v>43224</c:v>
                </c:pt>
                <c:pt idx="963">
                  <c:v>43227</c:v>
                </c:pt>
                <c:pt idx="964">
                  <c:v>43228</c:v>
                </c:pt>
                <c:pt idx="965">
                  <c:v>43229</c:v>
                </c:pt>
                <c:pt idx="966">
                  <c:v>43230</c:v>
                </c:pt>
                <c:pt idx="967">
                  <c:v>43231</c:v>
                </c:pt>
                <c:pt idx="968">
                  <c:v>43234</c:v>
                </c:pt>
                <c:pt idx="969">
                  <c:v>43235</c:v>
                </c:pt>
                <c:pt idx="970">
                  <c:v>43236</c:v>
                </c:pt>
                <c:pt idx="971">
                  <c:v>43237</c:v>
                </c:pt>
                <c:pt idx="972">
                  <c:v>43238</c:v>
                </c:pt>
                <c:pt idx="973">
                  <c:v>43241</c:v>
                </c:pt>
                <c:pt idx="974">
                  <c:v>43242</c:v>
                </c:pt>
                <c:pt idx="975">
                  <c:v>43243</c:v>
                </c:pt>
                <c:pt idx="976">
                  <c:v>43244</c:v>
                </c:pt>
                <c:pt idx="977">
                  <c:v>43245</c:v>
                </c:pt>
                <c:pt idx="978">
                  <c:v>43248</c:v>
                </c:pt>
                <c:pt idx="979">
                  <c:v>43249</c:v>
                </c:pt>
                <c:pt idx="980">
                  <c:v>43250</c:v>
                </c:pt>
                <c:pt idx="981">
                  <c:v>43252</c:v>
                </c:pt>
                <c:pt idx="982">
                  <c:v>43255</c:v>
                </c:pt>
                <c:pt idx="983">
                  <c:v>43256</c:v>
                </c:pt>
                <c:pt idx="984">
                  <c:v>43257</c:v>
                </c:pt>
                <c:pt idx="985">
                  <c:v>43258</c:v>
                </c:pt>
                <c:pt idx="986">
                  <c:v>43259</c:v>
                </c:pt>
                <c:pt idx="987">
                  <c:v>43262</c:v>
                </c:pt>
                <c:pt idx="988">
                  <c:v>43263</c:v>
                </c:pt>
                <c:pt idx="989">
                  <c:v>43264</c:v>
                </c:pt>
                <c:pt idx="990">
                  <c:v>43265</c:v>
                </c:pt>
                <c:pt idx="991">
                  <c:v>43266</c:v>
                </c:pt>
                <c:pt idx="992">
                  <c:v>43269</c:v>
                </c:pt>
                <c:pt idx="993">
                  <c:v>43270</c:v>
                </c:pt>
                <c:pt idx="994">
                  <c:v>43271</c:v>
                </c:pt>
                <c:pt idx="995">
                  <c:v>43272</c:v>
                </c:pt>
                <c:pt idx="996">
                  <c:v>43273</c:v>
                </c:pt>
                <c:pt idx="997">
                  <c:v>43276</c:v>
                </c:pt>
                <c:pt idx="998">
                  <c:v>43277</c:v>
                </c:pt>
                <c:pt idx="999">
                  <c:v>43278</c:v>
                </c:pt>
                <c:pt idx="1000">
                  <c:v>43279</c:v>
                </c:pt>
                <c:pt idx="1001">
                  <c:v>43280</c:v>
                </c:pt>
                <c:pt idx="1002">
                  <c:v>43283</c:v>
                </c:pt>
                <c:pt idx="1003">
                  <c:v>43284</c:v>
                </c:pt>
                <c:pt idx="1004">
                  <c:v>43285</c:v>
                </c:pt>
                <c:pt idx="1005">
                  <c:v>43286</c:v>
                </c:pt>
                <c:pt idx="1006">
                  <c:v>43287</c:v>
                </c:pt>
                <c:pt idx="1007">
                  <c:v>43291</c:v>
                </c:pt>
                <c:pt idx="1008">
                  <c:v>43292</c:v>
                </c:pt>
                <c:pt idx="1009">
                  <c:v>43293</c:v>
                </c:pt>
                <c:pt idx="1010">
                  <c:v>43294</c:v>
                </c:pt>
                <c:pt idx="1011">
                  <c:v>43297</c:v>
                </c:pt>
                <c:pt idx="1012">
                  <c:v>43298</c:v>
                </c:pt>
                <c:pt idx="1013">
                  <c:v>43299</c:v>
                </c:pt>
                <c:pt idx="1014">
                  <c:v>43300</c:v>
                </c:pt>
                <c:pt idx="1015">
                  <c:v>43301</c:v>
                </c:pt>
                <c:pt idx="1016">
                  <c:v>43304</c:v>
                </c:pt>
                <c:pt idx="1017">
                  <c:v>43305</c:v>
                </c:pt>
                <c:pt idx="1018">
                  <c:v>43306</c:v>
                </c:pt>
                <c:pt idx="1019">
                  <c:v>43307</c:v>
                </c:pt>
                <c:pt idx="1020">
                  <c:v>43308</c:v>
                </c:pt>
                <c:pt idx="1021">
                  <c:v>43311</c:v>
                </c:pt>
                <c:pt idx="1022">
                  <c:v>43312</c:v>
                </c:pt>
                <c:pt idx="1023">
                  <c:v>43313</c:v>
                </c:pt>
                <c:pt idx="1024">
                  <c:v>43314</c:v>
                </c:pt>
                <c:pt idx="1025">
                  <c:v>43315</c:v>
                </c:pt>
                <c:pt idx="1026">
                  <c:v>43318</c:v>
                </c:pt>
                <c:pt idx="1027">
                  <c:v>43319</c:v>
                </c:pt>
                <c:pt idx="1028">
                  <c:v>43320</c:v>
                </c:pt>
                <c:pt idx="1029">
                  <c:v>43321</c:v>
                </c:pt>
                <c:pt idx="1030">
                  <c:v>43322</c:v>
                </c:pt>
                <c:pt idx="1031">
                  <c:v>43325</c:v>
                </c:pt>
                <c:pt idx="1032">
                  <c:v>43326</c:v>
                </c:pt>
                <c:pt idx="1033">
                  <c:v>43327</c:v>
                </c:pt>
                <c:pt idx="1034">
                  <c:v>43328</c:v>
                </c:pt>
                <c:pt idx="1035">
                  <c:v>43329</c:v>
                </c:pt>
                <c:pt idx="1036">
                  <c:v>43332</c:v>
                </c:pt>
                <c:pt idx="1037">
                  <c:v>43333</c:v>
                </c:pt>
                <c:pt idx="1038">
                  <c:v>43334</c:v>
                </c:pt>
                <c:pt idx="1039">
                  <c:v>43335</c:v>
                </c:pt>
                <c:pt idx="1040">
                  <c:v>43336</c:v>
                </c:pt>
                <c:pt idx="1041">
                  <c:v>43339</c:v>
                </c:pt>
                <c:pt idx="1042">
                  <c:v>43340</c:v>
                </c:pt>
                <c:pt idx="1043">
                  <c:v>43341</c:v>
                </c:pt>
                <c:pt idx="1044">
                  <c:v>43342</c:v>
                </c:pt>
                <c:pt idx="1045">
                  <c:v>43343</c:v>
                </c:pt>
                <c:pt idx="1046">
                  <c:v>43346</c:v>
                </c:pt>
                <c:pt idx="1047">
                  <c:v>43347</c:v>
                </c:pt>
                <c:pt idx="1048">
                  <c:v>43348</c:v>
                </c:pt>
                <c:pt idx="1049">
                  <c:v>43349</c:v>
                </c:pt>
                <c:pt idx="1050">
                  <c:v>43353</c:v>
                </c:pt>
                <c:pt idx="1051">
                  <c:v>43354</c:v>
                </c:pt>
                <c:pt idx="1052">
                  <c:v>43355</c:v>
                </c:pt>
                <c:pt idx="1053">
                  <c:v>43356</c:v>
                </c:pt>
                <c:pt idx="1054">
                  <c:v>43357</c:v>
                </c:pt>
                <c:pt idx="1055">
                  <c:v>43360</c:v>
                </c:pt>
                <c:pt idx="1056">
                  <c:v>43361</c:v>
                </c:pt>
                <c:pt idx="1057">
                  <c:v>43362</c:v>
                </c:pt>
                <c:pt idx="1058">
                  <c:v>43363</c:v>
                </c:pt>
                <c:pt idx="1059">
                  <c:v>43364</c:v>
                </c:pt>
                <c:pt idx="1060">
                  <c:v>43367</c:v>
                </c:pt>
                <c:pt idx="1061">
                  <c:v>43368</c:v>
                </c:pt>
                <c:pt idx="1062">
                  <c:v>43369</c:v>
                </c:pt>
                <c:pt idx="1063">
                  <c:v>43370</c:v>
                </c:pt>
                <c:pt idx="1064">
                  <c:v>43371</c:v>
                </c:pt>
                <c:pt idx="1065">
                  <c:v>43374</c:v>
                </c:pt>
                <c:pt idx="1066">
                  <c:v>43375</c:v>
                </c:pt>
                <c:pt idx="1067">
                  <c:v>43376</c:v>
                </c:pt>
                <c:pt idx="1068">
                  <c:v>43377</c:v>
                </c:pt>
                <c:pt idx="1069">
                  <c:v>43378</c:v>
                </c:pt>
                <c:pt idx="1070">
                  <c:v>43381</c:v>
                </c:pt>
                <c:pt idx="1071">
                  <c:v>43382</c:v>
                </c:pt>
                <c:pt idx="1072">
                  <c:v>43383</c:v>
                </c:pt>
                <c:pt idx="1073">
                  <c:v>43384</c:v>
                </c:pt>
                <c:pt idx="1074">
                  <c:v>43388</c:v>
                </c:pt>
                <c:pt idx="1075">
                  <c:v>43389</c:v>
                </c:pt>
                <c:pt idx="1076">
                  <c:v>43390</c:v>
                </c:pt>
                <c:pt idx="1077">
                  <c:v>43391</c:v>
                </c:pt>
                <c:pt idx="1078">
                  <c:v>43392</c:v>
                </c:pt>
                <c:pt idx="1079">
                  <c:v>43395</c:v>
                </c:pt>
                <c:pt idx="1080">
                  <c:v>43396</c:v>
                </c:pt>
                <c:pt idx="1081">
                  <c:v>43397</c:v>
                </c:pt>
                <c:pt idx="1082">
                  <c:v>43398</c:v>
                </c:pt>
                <c:pt idx="1083">
                  <c:v>43399</c:v>
                </c:pt>
                <c:pt idx="1084">
                  <c:v>43402</c:v>
                </c:pt>
                <c:pt idx="1085">
                  <c:v>43403</c:v>
                </c:pt>
                <c:pt idx="1086">
                  <c:v>43404</c:v>
                </c:pt>
                <c:pt idx="1087">
                  <c:v>43405</c:v>
                </c:pt>
                <c:pt idx="1088">
                  <c:v>43409</c:v>
                </c:pt>
                <c:pt idx="1089">
                  <c:v>43410</c:v>
                </c:pt>
                <c:pt idx="1090">
                  <c:v>43411</c:v>
                </c:pt>
                <c:pt idx="1091">
                  <c:v>43412</c:v>
                </c:pt>
                <c:pt idx="1092">
                  <c:v>43413</c:v>
                </c:pt>
                <c:pt idx="1093">
                  <c:v>43416</c:v>
                </c:pt>
                <c:pt idx="1094">
                  <c:v>43417</c:v>
                </c:pt>
                <c:pt idx="1095">
                  <c:v>43418</c:v>
                </c:pt>
                <c:pt idx="1096">
                  <c:v>43420</c:v>
                </c:pt>
                <c:pt idx="1097">
                  <c:v>43423</c:v>
                </c:pt>
                <c:pt idx="1098">
                  <c:v>43425</c:v>
                </c:pt>
                <c:pt idx="1099">
                  <c:v>43426</c:v>
                </c:pt>
                <c:pt idx="1100">
                  <c:v>43427</c:v>
                </c:pt>
                <c:pt idx="1101">
                  <c:v>43430</c:v>
                </c:pt>
                <c:pt idx="1102">
                  <c:v>43431</c:v>
                </c:pt>
                <c:pt idx="1103">
                  <c:v>43432</c:v>
                </c:pt>
                <c:pt idx="1104">
                  <c:v>43433</c:v>
                </c:pt>
                <c:pt idx="1105">
                  <c:v>43434</c:v>
                </c:pt>
                <c:pt idx="1106">
                  <c:v>43437</c:v>
                </c:pt>
                <c:pt idx="1107">
                  <c:v>43438</c:v>
                </c:pt>
                <c:pt idx="1108">
                  <c:v>43439</c:v>
                </c:pt>
                <c:pt idx="1109">
                  <c:v>43440</c:v>
                </c:pt>
                <c:pt idx="1110">
                  <c:v>43441</c:v>
                </c:pt>
                <c:pt idx="1111">
                  <c:v>43444</c:v>
                </c:pt>
                <c:pt idx="1112">
                  <c:v>43445</c:v>
                </c:pt>
                <c:pt idx="1113">
                  <c:v>43446</c:v>
                </c:pt>
                <c:pt idx="1114">
                  <c:v>43447</c:v>
                </c:pt>
                <c:pt idx="1115">
                  <c:v>43448</c:v>
                </c:pt>
                <c:pt idx="1116">
                  <c:v>43451</c:v>
                </c:pt>
                <c:pt idx="1117">
                  <c:v>43452</c:v>
                </c:pt>
                <c:pt idx="1118">
                  <c:v>43453</c:v>
                </c:pt>
                <c:pt idx="1119">
                  <c:v>43454</c:v>
                </c:pt>
                <c:pt idx="1120">
                  <c:v>43455</c:v>
                </c:pt>
                <c:pt idx="1121">
                  <c:v>43460</c:v>
                </c:pt>
                <c:pt idx="1122">
                  <c:v>43461</c:v>
                </c:pt>
                <c:pt idx="1123">
                  <c:v>43462</c:v>
                </c:pt>
                <c:pt idx="1124">
                  <c:v>43467</c:v>
                </c:pt>
                <c:pt idx="1125">
                  <c:v>43468</c:v>
                </c:pt>
                <c:pt idx="1126">
                  <c:v>43469</c:v>
                </c:pt>
                <c:pt idx="1127">
                  <c:v>43472</c:v>
                </c:pt>
                <c:pt idx="1128">
                  <c:v>43473</c:v>
                </c:pt>
                <c:pt idx="1129">
                  <c:v>43474</c:v>
                </c:pt>
                <c:pt idx="1130">
                  <c:v>43475</c:v>
                </c:pt>
                <c:pt idx="1131">
                  <c:v>43476</c:v>
                </c:pt>
                <c:pt idx="1132">
                  <c:v>43479</c:v>
                </c:pt>
                <c:pt idx="1133">
                  <c:v>43480</c:v>
                </c:pt>
                <c:pt idx="1134">
                  <c:v>43481</c:v>
                </c:pt>
                <c:pt idx="1135">
                  <c:v>43482</c:v>
                </c:pt>
                <c:pt idx="1136">
                  <c:v>43483</c:v>
                </c:pt>
                <c:pt idx="1137">
                  <c:v>43486</c:v>
                </c:pt>
                <c:pt idx="1138">
                  <c:v>43487</c:v>
                </c:pt>
                <c:pt idx="1139">
                  <c:v>43488</c:v>
                </c:pt>
                <c:pt idx="1140">
                  <c:v>43489</c:v>
                </c:pt>
                <c:pt idx="1141">
                  <c:v>43493</c:v>
                </c:pt>
                <c:pt idx="1142">
                  <c:v>43494</c:v>
                </c:pt>
                <c:pt idx="1143">
                  <c:v>43495</c:v>
                </c:pt>
                <c:pt idx="1144">
                  <c:v>43496</c:v>
                </c:pt>
                <c:pt idx="1145">
                  <c:v>43497</c:v>
                </c:pt>
                <c:pt idx="1146">
                  <c:v>43500</c:v>
                </c:pt>
                <c:pt idx="1147">
                  <c:v>43501</c:v>
                </c:pt>
                <c:pt idx="1148">
                  <c:v>43502</c:v>
                </c:pt>
                <c:pt idx="1149">
                  <c:v>43503</c:v>
                </c:pt>
                <c:pt idx="1150">
                  <c:v>43504</c:v>
                </c:pt>
                <c:pt idx="1151">
                  <c:v>43507</c:v>
                </c:pt>
                <c:pt idx="1152">
                  <c:v>43508</c:v>
                </c:pt>
                <c:pt idx="1153">
                  <c:v>43509</c:v>
                </c:pt>
                <c:pt idx="1154">
                  <c:v>43510</c:v>
                </c:pt>
                <c:pt idx="1155">
                  <c:v>43511</c:v>
                </c:pt>
                <c:pt idx="1156">
                  <c:v>43514</c:v>
                </c:pt>
                <c:pt idx="1157">
                  <c:v>43515</c:v>
                </c:pt>
                <c:pt idx="1158">
                  <c:v>43516</c:v>
                </c:pt>
                <c:pt idx="1159">
                  <c:v>43517</c:v>
                </c:pt>
                <c:pt idx="1160">
                  <c:v>43518</c:v>
                </c:pt>
                <c:pt idx="1161">
                  <c:v>43521</c:v>
                </c:pt>
                <c:pt idx="1162">
                  <c:v>43522</c:v>
                </c:pt>
                <c:pt idx="1163">
                  <c:v>43523</c:v>
                </c:pt>
                <c:pt idx="1164">
                  <c:v>43524</c:v>
                </c:pt>
                <c:pt idx="1165">
                  <c:v>43525</c:v>
                </c:pt>
                <c:pt idx="1166">
                  <c:v>43530</c:v>
                </c:pt>
                <c:pt idx="1167">
                  <c:v>43531</c:v>
                </c:pt>
                <c:pt idx="1168">
                  <c:v>43532</c:v>
                </c:pt>
                <c:pt idx="1169">
                  <c:v>43535</c:v>
                </c:pt>
                <c:pt idx="1170">
                  <c:v>43536</c:v>
                </c:pt>
                <c:pt idx="1171">
                  <c:v>43537</c:v>
                </c:pt>
                <c:pt idx="1172">
                  <c:v>43538</c:v>
                </c:pt>
                <c:pt idx="1173">
                  <c:v>43539</c:v>
                </c:pt>
                <c:pt idx="1174">
                  <c:v>43542</c:v>
                </c:pt>
                <c:pt idx="1175">
                  <c:v>43543</c:v>
                </c:pt>
                <c:pt idx="1176">
                  <c:v>43544</c:v>
                </c:pt>
                <c:pt idx="1177">
                  <c:v>43545</c:v>
                </c:pt>
                <c:pt idx="1178">
                  <c:v>43546</c:v>
                </c:pt>
                <c:pt idx="1179">
                  <c:v>43549</c:v>
                </c:pt>
                <c:pt idx="1180">
                  <c:v>43550</c:v>
                </c:pt>
                <c:pt idx="1181">
                  <c:v>43551</c:v>
                </c:pt>
                <c:pt idx="1182">
                  <c:v>43552</c:v>
                </c:pt>
                <c:pt idx="1183">
                  <c:v>43553</c:v>
                </c:pt>
                <c:pt idx="1184">
                  <c:v>43556</c:v>
                </c:pt>
                <c:pt idx="1185">
                  <c:v>43557</c:v>
                </c:pt>
                <c:pt idx="1186">
                  <c:v>43558</c:v>
                </c:pt>
                <c:pt idx="1187">
                  <c:v>43559</c:v>
                </c:pt>
                <c:pt idx="1188">
                  <c:v>43560</c:v>
                </c:pt>
                <c:pt idx="1189">
                  <c:v>43563</c:v>
                </c:pt>
                <c:pt idx="1190">
                  <c:v>43564</c:v>
                </c:pt>
                <c:pt idx="1191">
                  <c:v>43565</c:v>
                </c:pt>
                <c:pt idx="1192">
                  <c:v>43566</c:v>
                </c:pt>
                <c:pt idx="1193">
                  <c:v>43567</c:v>
                </c:pt>
                <c:pt idx="1194">
                  <c:v>43570</c:v>
                </c:pt>
                <c:pt idx="1195">
                  <c:v>43571</c:v>
                </c:pt>
                <c:pt idx="1196">
                  <c:v>43572</c:v>
                </c:pt>
                <c:pt idx="1197">
                  <c:v>43573</c:v>
                </c:pt>
                <c:pt idx="1198">
                  <c:v>43577</c:v>
                </c:pt>
                <c:pt idx="1199">
                  <c:v>43578</c:v>
                </c:pt>
                <c:pt idx="1200">
                  <c:v>43579</c:v>
                </c:pt>
                <c:pt idx="1201">
                  <c:v>43580</c:v>
                </c:pt>
                <c:pt idx="1202">
                  <c:v>43581</c:v>
                </c:pt>
                <c:pt idx="1203">
                  <c:v>43584</c:v>
                </c:pt>
                <c:pt idx="1204">
                  <c:v>43585</c:v>
                </c:pt>
                <c:pt idx="1205">
                  <c:v>43587</c:v>
                </c:pt>
                <c:pt idx="1206">
                  <c:v>43588</c:v>
                </c:pt>
                <c:pt idx="1207">
                  <c:v>43591</c:v>
                </c:pt>
                <c:pt idx="1208">
                  <c:v>43592</c:v>
                </c:pt>
                <c:pt idx="1209">
                  <c:v>43593</c:v>
                </c:pt>
                <c:pt idx="1210">
                  <c:v>43594</c:v>
                </c:pt>
                <c:pt idx="1211">
                  <c:v>43595</c:v>
                </c:pt>
                <c:pt idx="1212">
                  <c:v>43598</c:v>
                </c:pt>
                <c:pt idx="1213">
                  <c:v>43599</c:v>
                </c:pt>
                <c:pt idx="1214">
                  <c:v>43600</c:v>
                </c:pt>
                <c:pt idx="1215">
                  <c:v>43601</c:v>
                </c:pt>
                <c:pt idx="1216">
                  <c:v>43602</c:v>
                </c:pt>
                <c:pt idx="1217">
                  <c:v>43605</c:v>
                </c:pt>
                <c:pt idx="1218">
                  <c:v>43606</c:v>
                </c:pt>
                <c:pt idx="1219">
                  <c:v>43607</c:v>
                </c:pt>
                <c:pt idx="1220">
                  <c:v>43608</c:v>
                </c:pt>
                <c:pt idx="1221">
                  <c:v>43609</c:v>
                </c:pt>
                <c:pt idx="1222">
                  <c:v>43612</c:v>
                </c:pt>
                <c:pt idx="1223">
                  <c:v>43613</c:v>
                </c:pt>
                <c:pt idx="1224">
                  <c:v>43614</c:v>
                </c:pt>
                <c:pt idx="1225">
                  <c:v>43615</c:v>
                </c:pt>
                <c:pt idx="1226">
                  <c:v>43616</c:v>
                </c:pt>
                <c:pt idx="1227">
                  <c:v>43619</c:v>
                </c:pt>
                <c:pt idx="1228">
                  <c:v>43620</c:v>
                </c:pt>
                <c:pt idx="1229">
                  <c:v>43621</c:v>
                </c:pt>
                <c:pt idx="1230">
                  <c:v>43622</c:v>
                </c:pt>
                <c:pt idx="1231">
                  <c:v>43623</c:v>
                </c:pt>
                <c:pt idx="1232">
                  <c:v>43626</c:v>
                </c:pt>
                <c:pt idx="1233">
                  <c:v>43627</c:v>
                </c:pt>
                <c:pt idx="1234">
                  <c:v>43628</c:v>
                </c:pt>
                <c:pt idx="1235">
                  <c:v>43629</c:v>
                </c:pt>
                <c:pt idx="1236">
                  <c:v>43630</c:v>
                </c:pt>
                <c:pt idx="1237">
                  <c:v>43633</c:v>
                </c:pt>
                <c:pt idx="1238">
                  <c:v>43634</c:v>
                </c:pt>
                <c:pt idx="1239">
                  <c:v>43635</c:v>
                </c:pt>
                <c:pt idx="1240">
                  <c:v>43637</c:v>
                </c:pt>
                <c:pt idx="1241">
                  <c:v>43640</c:v>
                </c:pt>
                <c:pt idx="1242">
                  <c:v>43641</c:v>
                </c:pt>
                <c:pt idx="1243">
                  <c:v>43642</c:v>
                </c:pt>
                <c:pt idx="1244">
                  <c:v>43643</c:v>
                </c:pt>
                <c:pt idx="1245">
                  <c:v>43644</c:v>
                </c:pt>
                <c:pt idx="1246">
                  <c:v>43647</c:v>
                </c:pt>
                <c:pt idx="1247">
                  <c:v>43648</c:v>
                </c:pt>
                <c:pt idx="1248">
                  <c:v>43649</c:v>
                </c:pt>
                <c:pt idx="1249">
                  <c:v>43650</c:v>
                </c:pt>
                <c:pt idx="1250">
                  <c:v>43651</c:v>
                </c:pt>
                <c:pt idx="1251">
                  <c:v>43654</c:v>
                </c:pt>
                <c:pt idx="1252">
                  <c:v>43656</c:v>
                </c:pt>
                <c:pt idx="1253">
                  <c:v>43657</c:v>
                </c:pt>
                <c:pt idx="1254">
                  <c:v>43658</c:v>
                </c:pt>
                <c:pt idx="1255">
                  <c:v>43661</c:v>
                </c:pt>
                <c:pt idx="1256">
                  <c:v>43662</c:v>
                </c:pt>
                <c:pt idx="1257">
                  <c:v>43663</c:v>
                </c:pt>
                <c:pt idx="1258">
                  <c:v>43664</c:v>
                </c:pt>
                <c:pt idx="1259">
                  <c:v>43665</c:v>
                </c:pt>
                <c:pt idx="1260">
                  <c:v>43668</c:v>
                </c:pt>
                <c:pt idx="1261">
                  <c:v>43669</c:v>
                </c:pt>
                <c:pt idx="1262">
                  <c:v>43670</c:v>
                </c:pt>
                <c:pt idx="1263">
                  <c:v>43671</c:v>
                </c:pt>
                <c:pt idx="1264">
                  <c:v>43672</c:v>
                </c:pt>
                <c:pt idx="1265">
                  <c:v>43675</c:v>
                </c:pt>
                <c:pt idx="1266">
                  <c:v>43676</c:v>
                </c:pt>
                <c:pt idx="1267">
                  <c:v>43677</c:v>
                </c:pt>
                <c:pt idx="1268">
                  <c:v>43678</c:v>
                </c:pt>
                <c:pt idx="1269">
                  <c:v>43679</c:v>
                </c:pt>
                <c:pt idx="1270">
                  <c:v>43682</c:v>
                </c:pt>
                <c:pt idx="1271">
                  <c:v>43683</c:v>
                </c:pt>
                <c:pt idx="1272">
                  <c:v>43684</c:v>
                </c:pt>
                <c:pt idx="1273">
                  <c:v>43685</c:v>
                </c:pt>
                <c:pt idx="1274">
                  <c:v>43686</c:v>
                </c:pt>
                <c:pt idx="1275">
                  <c:v>43689</c:v>
                </c:pt>
                <c:pt idx="1276">
                  <c:v>43690</c:v>
                </c:pt>
                <c:pt idx="1277">
                  <c:v>43691</c:v>
                </c:pt>
                <c:pt idx="1278">
                  <c:v>43692</c:v>
                </c:pt>
                <c:pt idx="1279">
                  <c:v>43693</c:v>
                </c:pt>
                <c:pt idx="1280">
                  <c:v>43696</c:v>
                </c:pt>
                <c:pt idx="1281">
                  <c:v>43697</c:v>
                </c:pt>
                <c:pt idx="1282">
                  <c:v>43698</c:v>
                </c:pt>
                <c:pt idx="1283">
                  <c:v>43699</c:v>
                </c:pt>
                <c:pt idx="1284">
                  <c:v>43700</c:v>
                </c:pt>
                <c:pt idx="1285">
                  <c:v>43703</c:v>
                </c:pt>
                <c:pt idx="1286">
                  <c:v>43704</c:v>
                </c:pt>
                <c:pt idx="1287">
                  <c:v>43705</c:v>
                </c:pt>
                <c:pt idx="1288">
                  <c:v>43706</c:v>
                </c:pt>
                <c:pt idx="1289">
                  <c:v>43707</c:v>
                </c:pt>
                <c:pt idx="1290">
                  <c:v>43710</c:v>
                </c:pt>
                <c:pt idx="1291">
                  <c:v>43711</c:v>
                </c:pt>
                <c:pt idx="1292">
                  <c:v>43712</c:v>
                </c:pt>
                <c:pt idx="1293">
                  <c:v>43713</c:v>
                </c:pt>
                <c:pt idx="1294">
                  <c:v>43714</c:v>
                </c:pt>
                <c:pt idx="1295">
                  <c:v>43717</c:v>
                </c:pt>
                <c:pt idx="1296">
                  <c:v>43718</c:v>
                </c:pt>
                <c:pt idx="1297">
                  <c:v>43719</c:v>
                </c:pt>
                <c:pt idx="1298">
                  <c:v>43720</c:v>
                </c:pt>
                <c:pt idx="1299">
                  <c:v>43721</c:v>
                </c:pt>
                <c:pt idx="1300">
                  <c:v>43724</c:v>
                </c:pt>
                <c:pt idx="1301">
                  <c:v>43725</c:v>
                </c:pt>
                <c:pt idx="1302">
                  <c:v>43726</c:v>
                </c:pt>
                <c:pt idx="1303">
                  <c:v>43727</c:v>
                </c:pt>
                <c:pt idx="1304">
                  <c:v>43728</c:v>
                </c:pt>
                <c:pt idx="1305">
                  <c:v>43731</c:v>
                </c:pt>
                <c:pt idx="1306">
                  <c:v>43732</c:v>
                </c:pt>
                <c:pt idx="1307">
                  <c:v>43733</c:v>
                </c:pt>
                <c:pt idx="1308">
                  <c:v>43734</c:v>
                </c:pt>
                <c:pt idx="1309">
                  <c:v>43735</c:v>
                </c:pt>
                <c:pt idx="1310">
                  <c:v>43738</c:v>
                </c:pt>
                <c:pt idx="1311">
                  <c:v>43739</c:v>
                </c:pt>
                <c:pt idx="1312">
                  <c:v>43740</c:v>
                </c:pt>
                <c:pt idx="1313">
                  <c:v>43741</c:v>
                </c:pt>
                <c:pt idx="1314">
                  <c:v>43742</c:v>
                </c:pt>
                <c:pt idx="1315">
                  <c:v>43745</c:v>
                </c:pt>
                <c:pt idx="1316">
                  <c:v>43746</c:v>
                </c:pt>
                <c:pt idx="1317">
                  <c:v>43747</c:v>
                </c:pt>
                <c:pt idx="1318">
                  <c:v>43748</c:v>
                </c:pt>
                <c:pt idx="1319">
                  <c:v>43749</c:v>
                </c:pt>
                <c:pt idx="1320">
                  <c:v>43752</c:v>
                </c:pt>
                <c:pt idx="1321">
                  <c:v>43753</c:v>
                </c:pt>
                <c:pt idx="1322">
                  <c:v>43754</c:v>
                </c:pt>
                <c:pt idx="1323">
                  <c:v>43755</c:v>
                </c:pt>
                <c:pt idx="1324">
                  <c:v>43756</c:v>
                </c:pt>
                <c:pt idx="1325">
                  <c:v>43759</c:v>
                </c:pt>
                <c:pt idx="1326">
                  <c:v>43760</c:v>
                </c:pt>
                <c:pt idx="1327">
                  <c:v>43761</c:v>
                </c:pt>
                <c:pt idx="1328">
                  <c:v>43762</c:v>
                </c:pt>
                <c:pt idx="1329">
                  <c:v>43763</c:v>
                </c:pt>
                <c:pt idx="1330">
                  <c:v>43766</c:v>
                </c:pt>
                <c:pt idx="1331">
                  <c:v>43767</c:v>
                </c:pt>
                <c:pt idx="1332">
                  <c:v>43768</c:v>
                </c:pt>
                <c:pt idx="1333">
                  <c:v>43769</c:v>
                </c:pt>
                <c:pt idx="1334">
                  <c:v>43770</c:v>
                </c:pt>
                <c:pt idx="1335">
                  <c:v>43773</c:v>
                </c:pt>
                <c:pt idx="1336">
                  <c:v>43774</c:v>
                </c:pt>
                <c:pt idx="1337">
                  <c:v>43775</c:v>
                </c:pt>
                <c:pt idx="1338">
                  <c:v>43776</c:v>
                </c:pt>
                <c:pt idx="1339">
                  <c:v>43777</c:v>
                </c:pt>
                <c:pt idx="1340">
                  <c:v>43780</c:v>
                </c:pt>
                <c:pt idx="1341">
                  <c:v>43781</c:v>
                </c:pt>
                <c:pt idx="1342">
                  <c:v>43782</c:v>
                </c:pt>
                <c:pt idx="1343">
                  <c:v>43783</c:v>
                </c:pt>
                <c:pt idx="1344">
                  <c:v>43787</c:v>
                </c:pt>
                <c:pt idx="1345">
                  <c:v>43788</c:v>
                </c:pt>
                <c:pt idx="1346">
                  <c:v>43790</c:v>
                </c:pt>
                <c:pt idx="1347">
                  <c:v>43791</c:v>
                </c:pt>
                <c:pt idx="1348">
                  <c:v>43794</c:v>
                </c:pt>
                <c:pt idx="1349">
                  <c:v>43795</c:v>
                </c:pt>
                <c:pt idx="1350">
                  <c:v>43796</c:v>
                </c:pt>
                <c:pt idx="1351">
                  <c:v>43797</c:v>
                </c:pt>
                <c:pt idx="1352">
                  <c:v>43798</c:v>
                </c:pt>
                <c:pt idx="1353">
                  <c:v>43801</c:v>
                </c:pt>
                <c:pt idx="1354">
                  <c:v>43802</c:v>
                </c:pt>
                <c:pt idx="1355">
                  <c:v>43803</c:v>
                </c:pt>
                <c:pt idx="1356">
                  <c:v>43804</c:v>
                </c:pt>
                <c:pt idx="1357">
                  <c:v>43805</c:v>
                </c:pt>
                <c:pt idx="1358">
                  <c:v>43808</c:v>
                </c:pt>
                <c:pt idx="1359">
                  <c:v>43809</c:v>
                </c:pt>
                <c:pt idx="1360">
                  <c:v>43810</c:v>
                </c:pt>
                <c:pt idx="1361">
                  <c:v>43811</c:v>
                </c:pt>
                <c:pt idx="1362">
                  <c:v>43812</c:v>
                </c:pt>
                <c:pt idx="1363">
                  <c:v>43815</c:v>
                </c:pt>
                <c:pt idx="1364">
                  <c:v>43816</c:v>
                </c:pt>
                <c:pt idx="1365">
                  <c:v>43817</c:v>
                </c:pt>
                <c:pt idx="1366">
                  <c:v>43818</c:v>
                </c:pt>
                <c:pt idx="1367">
                  <c:v>43819</c:v>
                </c:pt>
                <c:pt idx="1368">
                  <c:v>43822</c:v>
                </c:pt>
                <c:pt idx="1369">
                  <c:v>43825</c:v>
                </c:pt>
                <c:pt idx="1370">
                  <c:v>43826</c:v>
                </c:pt>
                <c:pt idx="1371">
                  <c:v>43829</c:v>
                </c:pt>
                <c:pt idx="1372">
                  <c:v>43832</c:v>
                </c:pt>
                <c:pt idx="1373">
                  <c:v>43833</c:v>
                </c:pt>
                <c:pt idx="1374">
                  <c:v>43836</c:v>
                </c:pt>
                <c:pt idx="1375">
                  <c:v>43837</c:v>
                </c:pt>
                <c:pt idx="1376">
                  <c:v>43838</c:v>
                </c:pt>
                <c:pt idx="1377">
                  <c:v>43839</c:v>
                </c:pt>
                <c:pt idx="1378">
                  <c:v>43840</c:v>
                </c:pt>
                <c:pt idx="1379">
                  <c:v>43843</c:v>
                </c:pt>
                <c:pt idx="1380">
                  <c:v>43844</c:v>
                </c:pt>
                <c:pt idx="1381">
                  <c:v>43845</c:v>
                </c:pt>
                <c:pt idx="1382">
                  <c:v>43846</c:v>
                </c:pt>
                <c:pt idx="1383">
                  <c:v>43847</c:v>
                </c:pt>
                <c:pt idx="1384">
                  <c:v>43850</c:v>
                </c:pt>
                <c:pt idx="1385">
                  <c:v>43851</c:v>
                </c:pt>
                <c:pt idx="1386">
                  <c:v>43852</c:v>
                </c:pt>
                <c:pt idx="1387">
                  <c:v>43853</c:v>
                </c:pt>
                <c:pt idx="1388">
                  <c:v>43854</c:v>
                </c:pt>
                <c:pt idx="1389">
                  <c:v>43857</c:v>
                </c:pt>
                <c:pt idx="1390">
                  <c:v>43858</c:v>
                </c:pt>
                <c:pt idx="1391">
                  <c:v>43859</c:v>
                </c:pt>
                <c:pt idx="1392">
                  <c:v>43860</c:v>
                </c:pt>
                <c:pt idx="1393">
                  <c:v>43861</c:v>
                </c:pt>
                <c:pt idx="1394">
                  <c:v>43864</c:v>
                </c:pt>
                <c:pt idx="1395">
                  <c:v>43865</c:v>
                </c:pt>
                <c:pt idx="1396">
                  <c:v>43866</c:v>
                </c:pt>
                <c:pt idx="1397">
                  <c:v>43867</c:v>
                </c:pt>
                <c:pt idx="1398">
                  <c:v>43868</c:v>
                </c:pt>
                <c:pt idx="1399">
                  <c:v>43871</c:v>
                </c:pt>
                <c:pt idx="1400">
                  <c:v>43872</c:v>
                </c:pt>
                <c:pt idx="1401">
                  <c:v>43873</c:v>
                </c:pt>
                <c:pt idx="1402">
                  <c:v>43874</c:v>
                </c:pt>
                <c:pt idx="1403">
                  <c:v>43875</c:v>
                </c:pt>
                <c:pt idx="1404">
                  <c:v>43878</c:v>
                </c:pt>
                <c:pt idx="1405">
                  <c:v>43879</c:v>
                </c:pt>
                <c:pt idx="1406">
                  <c:v>43880</c:v>
                </c:pt>
                <c:pt idx="1407">
                  <c:v>43881</c:v>
                </c:pt>
                <c:pt idx="1408">
                  <c:v>43882</c:v>
                </c:pt>
                <c:pt idx="1409">
                  <c:v>43887</c:v>
                </c:pt>
                <c:pt idx="1410">
                  <c:v>43888</c:v>
                </c:pt>
                <c:pt idx="1411">
                  <c:v>43889</c:v>
                </c:pt>
                <c:pt idx="1412">
                  <c:v>43892</c:v>
                </c:pt>
                <c:pt idx="1413">
                  <c:v>43893</c:v>
                </c:pt>
                <c:pt idx="1414">
                  <c:v>43894</c:v>
                </c:pt>
                <c:pt idx="1415">
                  <c:v>43895</c:v>
                </c:pt>
                <c:pt idx="1416">
                  <c:v>43896</c:v>
                </c:pt>
                <c:pt idx="1417">
                  <c:v>43899</c:v>
                </c:pt>
                <c:pt idx="1418">
                  <c:v>43900</c:v>
                </c:pt>
                <c:pt idx="1419">
                  <c:v>43901</c:v>
                </c:pt>
                <c:pt idx="1420">
                  <c:v>43902</c:v>
                </c:pt>
                <c:pt idx="1421">
                  <c:v>43903</c:v>
                </c:pt>
                <c:pt idx="1422">
                  <c:v>43906</c:v>
                </c:pt>
                <c:pt idx="1423">
                  <c:v>43907</c:v>
                </c:pt>
                <c:pt idx="1424">
                  <c:v>43908</c:v>
                </c:pt>
                <c:pt idx="1425">
                  <c:v>43909</c:v>
                </c:pt>
                <c:pt idx="1426">
                  <c:v>43910</c:v>
                </c:pt>
                <c:pt idx="1427">
                  <c:v>43913</c:v>
                </c:pt>
                <c:pt idx="1428">
                  <c:v>43914</c:v>
                </c:pt>
                <c:pt idx="1429">
                  <c:v>43915</c:v>
                </c:pt>
                <c:pt idx="1430">
                  <c:v>43916</c:v>
                </c:pt>
                <c:pt idx="1431">
                  <c:v>43917</c:v>
                </c:pt>
                <c:pt idx="1432">
                  <c:v>43920</c:v>
                </c:pt>
                <c:pt idx="1433">
                  <c:v>43921</c:v>
                </c:pt>
                <c:pt idx="1434">
                  <c:v>43922</c:v>
                </c:pt>
                <c:pt idx="1435">
                  <c:v>43923</c:v>
                </c:pt>
                <c:pt idx="1436">
                  <c:v>43924</c:v>
                </c:pt>
                <c:pt idx="1437">
                  <c:v>43927</c:v>
                </c:pt>
                <c:pt idx="1438">
                  <c:v>43928</c:v>
                </c:pt>
                <c:pt idx="1439">
                  <c:v>43929</c:v>
                </c:pt>
                <c:pt idx="1440">
                  <c:v>43930</c:v>
                </c:pt>
                <c:pt idx="1441">
                  <c:v>43934</c:v>
                </c:pt>
                <c:pt idx="1442">
                  <c:v>43935</c:v>
                </c:pt>
                <c:pt idx="1443">
                  <c:v>43936</c:v>
                </c:pt>
                <c:pt idx="1444">
                  <c:v>43937</c:v>
                </c:pt>
                <c:pt idx="1445">
                  <c:v>43938</c:v>
                </c:pt>
                <c:pt idx="1446">
                  <c:v>43941</c:v>
                </c:pt>
                <c:pt idx="1447">
                  <c:v>43943</c:v>
                </c:pt>
                <c:pt idx="1448">
                  <c:v>43944</c:v>
                </c:pt>
                <c:pt idx="1449">
                  <c:v>43945</c:v>
                </c:pt>
                <c:pt idx="1450">
                  <c:v>43948</c:v>
                </c:pt>
                <c:pt idx="1451">
                  <c:v>43949</c:v>
                </c:pt>
                <c:pt idx="1452">
                  <c:v>43950</c:v>
                </c:pt>
                <c:pt idx="1453">
                  <c:v>43951</c:v>
                </c:pt>
                <c:pt idx="1454">
                  <c:v>43955</c:v>
                </c:pt>
                <c:pt idx="1455">
                  <c:v>43956</c:v>
                </c:pt>
                <c:pt idx="1456">
                  <c:v>43957</c:v>
                </c:pt>
                <c:pt idx="1457">
                  <c:v>43958</c:v>
                </c:pt>
                <c:pt idx="1458">
                  <c:v>43959</c:v>
                </c:pt>
                <c:pt idx="1459">
                  <c:v>43962</c:v>
                </c:pt>
                <c:pt idx="1460">
                  <c:v>43963</c:v>
                </c:pt>
                <c:pt idx="1461">
                  <c:v>43964</c:v>
                </c:pt>
                <c:pt idx="1462">
                  <c:v>43965</c:v>
                </c:pt>
                <c:pt idx="1463">
                  <c:v>43966</c:v>
                </c:pt>
                <c:pt idx="1464">
                  <c:v>43969</c:v>
                </c:pt>
                <c:pt idx="1465">
                  <c:v>43970</c:v>
                </c:pt>
                <c:pt idx="1466">
                  <c:v>43971</c:v>
                </c:pt>
                <c:pt idx="1467">
                  <c:v>43972</c:v>
                </c:pt>
                <c:pt idx="1468">
                  <c:v>43973</c:v>
                </c:pt>
                <c:pt idx="1469">
                  <c:v>43976</c:v>
                </c:pt>
                <c:pt idx="1470">
                  <c:v>43977</c:v>
                </c:pt>
                <c:pt idx="1471">
                  <c:v>43978</c:v>
                </c:pt>
                <c:pt idx="1472">
                  <c:v>43979</c:v>
                </c:pt>
                <c:pt idx="1473">
                  <c:v>43980</c:v>
                </c:pt>
                <c:pt idx="1474">
                  <c:v>43983</c:v>
                </c:pt>
                <c:pt idx="1475">
                  <c:v>43984</c:v>
                </c:pt>
                <c:pt idx="1476">
                  <c:v>43985</c:v>
                </c:pt>
                <c:pt idx="1477">
                  <c:v>43986</c:v>
                </c:pt>
                <c:pt idx="1478">
                  <c:v>43987</c:v>
                </c:pt>
                <c:pt idx="1479">
                  <c:v>43990</c:v>
                </c:pt>
                <c:pt idx="1480">
                  <c:v>43991</c:v>
                </c:pt>
                <c:pt idx="1481">
                  <c:v>43992</c:v>
                </c:pt>
                <c:pt idx="1482">
                  <c:v>43994</c:v>
                </c:pt>
                <c:pt idx="1483">
                  <c:v>43997</c:v>
                </c:pt>
                <c:pt idx="1484">
                  <c:v>43998</c:v>
                </c:pt>
                <c:pt idx="1485">
                  <c:v>43999</c:v>
                </c:pt>
                <c:pt idx="1486">
                  <c:v>44000</c:v>
                </c:pt>
                <c:pt idx="1487">
                  <c:v>44001</c:v>
                </c:pt>
                <c:pt idx="1488">
                  <c:v>44004</c:v>
                </c:pt>
                <c:pt idx="1489">
                  <c:v>44005</c:v>
                </c:pt>
                <c:pt idx="1490">
                  <c:v>44006</c:v>
                </c:pt>
                <c:pt idx="1491">
                  <c:v>44007</c:v>
                </c:pt>
                <c:pt idx="1492">
                  <c:v>44008</c:v>
                </c:pt>
                <c:pt idx="1493">
                  <c:v>44011</c:v>
                </c:pt>
                <c:pt idx="1494">
                  <c:v>44012</c:v>
                </c:pt>
                <c:pt idx="1495">
                  <c:v>44013</c:v>
                </c:pt>
                <c:pt idx="1496">
                  <c:v>44014</c:v>
                </c:pt>
                <c:pt idx="1497">
                  <c:v>44015</c:v>
                </c:pt>
                <c:pt idx="1498">
                  <c:v>44018</c:v>
                </c:pt>
                <c:pt idx="1499">
                  <c:v>44019</c:v>
                </c:pt>
                <c:pt idx="1500">
                  <c:v>44020</c:v>
                </c:pt>
                <c:pt idx="1501">
                  <c:v>44021</c:v>
                </c:pt>
                <c:pt idx="1502">
                  <c:v>44022</c:v>
                </c:pt>
                <c:pt idx="1503">
                  <c:v>44025</c:v>
                </c:pt>
                <c:pt idx="1504">
                  <c:v>44026</c:v>
                </c:pt>
                <c:pt idx="1505">
                  <c:v>44027</c:v>
                </c:pt>
                <c:pt idx="1506">
                  <c:v>44028</c:v>
                </c:pt>
                <c:pt idx="1507">
                  <c:v>44029</c:v>
                </c:pt>
                <c:pt idx="1508">
                  <c:v>44032</c:v>
                </c:pt>
                <c:pt idx="1509">
                  <c:v>44033</c:v>
                </c:pt>
                <c:pt idx="1510">
                  <c:v>44034</c:v>
                </c:pt>
                <c:pt idx="1511">
                  <c:v>44035</c:v>
                </c:pt>
                <c:pt idx="1512">
                  <c:v>44036</c:v>
                </c:pt>
                <c:pt idx="1513">
                  <c:v>44039</c:v>
                </c:pt>
                <c:pt idx="1514">
                  <c:v>44040</c:v>
                </c:pt>
                <c:pt idx="1515">
                  <c:v>44041</c:v>
                </c:pt>
                <c:pt idx="1516">
                  <c:v>44042</c:v>
                </c:pt>
                <c:pt idx="1517">
                  <c:v>44043</c:v>
                </c:pt>
                <c:pt idx="1518">
                  <c:v>44046</c:v>
                </c:pt>
                <c:pt idx="1519">
                  <c:v>44047</c:v>
                </c:pt>
                <c:pt idx="1520">
                  <c:v>44048</c:v>
                </c:pt>
                <c:pt idx="1521">
                  <c:v>44049</c:v>
                </c:pt>
                <c:pt idx="1522">
                  <c:v>44050</c:v>
                </c:pt>
                <c:pt idx="1523">
                  <c:v>44053</c:v>
                </c:pt>
                <c:pt idx="1524">
                  <c:v>44054</c:v>
                </c:pt>
                <c:pt idx="1525">
                  <c:v>44055</c:v>
                </c:pt>
                <c:pt idx="1526">
                  <c:v>44056</c:v>
                </c:pt>
                <c:pt idx="1527">
                  <c:v>44057</c:v>
                </c:pt>
                <c:pt idx="1528">
                  <c:v>44060</c:v>
                </c:pt>
                <c:pt idx="1529">
                  <c:v>44061</c:v>
                </c:pt>
                <c:pt idx="1530">
                  <c:v>44062</c:v>
                </c:pt>
                <c:pt idx="1531">
                  <c:v>44063</c:v>
                </c:pt>
                <c:pt idx="1532">
                  <c:v>44064</c:v>
                </c:pt>
                <c:pt idx="1533">
                  <c:v>44067</c:v>
                </c:pt>
                <c:pt idx="1534">
                  <c:v>44068</c:v>
                </c:pt>
                <c:pt idx="1535">
                  <c:v>44069</c:v>
                </c:pt>
                <c:pt idx="1536">
                  <c:v>44070</c:v>
                </c:pt>
                <c:pt idx="1537">
                  <c:v>44071</c:v>
                </c:pt>
                <c:pt idx="1538">
                  <c:v>44074</c:v>
                </c:pt>
                <c:pt idx="1539">
                  <c:v>44075</c:v>
                </c:pt>
                <c:pt idx="1540">
                  <c:v>44076</c:v>
                </c:pt>
                <c:pt idx="1541">
                  <c:v>44077</c:v>
                </c:pt>
                <c:pt idx="1542">
                  <c:v>44078</c:v>
                </c:pt>
                <c:pt idx="1543">
                  <c:v>44082</c:v>
                </c:pt>
                <c:pt idx="1544">
                  <c:v>44083</c:v>
                </c:pt>
                <c:pt idx="1545">
                  <c:v>44084</c:v>
                </c:pt>
                <c:pt idx="1546">
                  <c:v>44085</c:v>
                </c:pt>
                <c:pt idx="1547">
                  <c:v>44088</c:v>
                </c:pt>
                <c:pt idx="1548">
                  <c:v>44089</c:v>
                </c:pt>
                <c:pt idx="1549">
                  <c:v>44090</c:v>
                </c:pt>
                <c:pt idx="1550">
                  <c:v>44091</c:v>
                </c:pt>
                <c:pt idx="1551">
                  <c:v>44092</c:v>
                </c:pt>
                <c:pt idx="1552">
                  <c:v>44095</c:v>
                </c:pt>
                <c:pt idx="1553">
                  <c:v>44096</c:v>
                </c:pt>
                <c:pt idx="1554">
                  <c:v>44097</c:v>
                </c:pt>
                <c:pt idx="1555">
                  <c:v>44098</c:v>
                </c:pt>
                <c:pt idx="1556">
                  <c:v>44099</c:v>
                </c:pt>
                <c:pt idx="1557">
                  <c:v>44102</c:v>
                </c:pt>
                <c:pt idx="1558">
                  <c:v>44103</c:v>
                </c:pt>
                <c:pt idx="1559">
                  <c:v>44104</c:v>
                </c:pt>
                <c:pt idx="1560">
                  <c:v>44105</c:v>
                </c:pt>
                <c:pt idx="1561">
                  <c:v>44106</c:v>
                </c:pt>
                <c:pt idx="1562">
                  <c:v>44109</c:v>
                </c:pt>
                <c:pt idx="1563">
                  <c:v>44110</c:v>
                </c:pt>
                <c:pt idx="1564">
                  <c:v>44111</c:v>
                </c:pt>
                <c:pt idx="1565">
                  <c:v>44112</c:v>
                </c:pt>
                <c:pt idx="1566">
                  <c:v>44113</c:v>
                </c:pt>
                <c:pt idx="1567">
                  <c:v>44117</c:v>
                </c:pt>
                <c:pt idx="1568">
                  <c:v>44118</c:v>
                </c:pt>
                <c:pt idx="1569">
                  <c:v>44119</c:v>
                </c:pt>
                <c:pt idx="1570">
                  <c:v>44120</c:v>
                </c:pt>
                <c:pt idx="1571">
                  <c:v>44123</c:v>
                </c:pt>
                <c:pt idx="1572">
                  <c:v>44124</c:v>
                </c:pt>
                <c:pt idx="1573">
                  <c:v>44125</c:v>
                </c:pt>
                <c:pt idx="1574">
                  <c:v>44126</c:v>
                </c:pt>
                <c:pt idx="1575">
                  <c:v>44127</c:v>
                </c:pt>
                <c:pt idx="1576">
                  <c:v>44130</c:v>
                </c:pt>
                <c:pt idx="1577">
                  <c:v>44131</c:v>
                </c:pt>
                <c:pt idx="1578">
                  <c:v>44132</c:v>
                </c:pt>
                <c:pt idx="1579">
                  <c:v>44133</c:v>
                </c:pt>
                <c:pt idx="1580">
                  <c:v>44134</c:v>
                </c:pt>
                <c:pt idx="1581">
                  <c:v>44138</c:v>
                </c:pt>
                <c:pt idx="1582">
                  <c:v>44139</c:v>
                </c:pt>
                <c:pt idx="1583">
                  <c:v>44140</c:v>
                </c:pt>
                <c:pt idx="1584">
                  <c:v>44141</c:v>
                </c:pt>
                <c:pt idx="1585">
                  <c:v>44144</c:v>
                </c:pt>
                <c:pt idx="1586">
                  <c:v>44145</c:v>
                </c:pt>
                <c:pt idx="1587">
                  <c:v>44146</c:v>
                </c:pt>
                <c:pt idx="1588">
                  <c:v>44147</c:v>
                </c:pt>
                <c:pt idx="1589">
                  <c:v>44148</c:v>
                </c:pt>
                <c:pt idx="1590">
                  <c:v>44151</c:v>
                </c:pt>
                <c:pt idx="1591">
                  <c:v>44152</c:v>
                </c:pt>
                <c:pt idx="1592">
                  <c:v>44153</c:v>
                </c:pt>
                <c:pt idx="1593">
                  <c:v>44154</c:v>
                </c:pt>
                <c:pt idx="1594">
                  <c:v>44155</c:v>
                </c:pt>
                <c:pt idx="1595">
                  <c:v>44158</c:v>
                </c:pt>
                <c:pt idx="1596">
                  <c:v>44159</c:v>
                </c:pt>
                <c:pt idx="1597">
                  <c:v>44160</c:v>
                </c:pt>
                <c:pt idx="1598">
                  <c:v>44161</c:v>
                </c:pt>
                <c:pt idx="1599">
                  <c:v>44162</c:v>
                </c:pt>
                <c:pt idx="1600">
                  <c:v>44165</c:v>
                </c:pt>
                <c:pt idx="1601">
                  <c:v>44166</c:v>
                </c:pt>
                <c:pt idx="1602">
                  <c:v>44167</c:v>
                </c:pt>
                <c:pt idx="1603">
                  <c:v>44168</c:v>
                </c:pt>
                <c:pt idx="1604">
                  <c:v>44169</c:v>
                </c:pt>
                <c:pt idx="1605">
                  <c:v>44172</c:v>
                </c:pt>
                <c:pt idx="1606">
                  <c:v>44173</c:v>
                </c:pt>
                <c:pt idx="1607">
                  <c:v>44174</c:v>
                </c:pt>
                <c:pt idx="1608">
                  <c:v>44175</c:v>
                </c:pt>
                <c:pt idx="1609">
                  <c:v>44176</c:v>
                </c:pt>
                <c:pt idx="1610">
                  <c:v>44179</c:v>
                </c:pt>
                <c:pt idx="1611">
                  <c:v>44180</c:v>
                </c:pt>
                <c:pt idx="1612">
                  <c:v>44181</c:v>
                </c:pt>
                <c:pt idx="1613">
                  <c:v>44182</c:v>
                </c:pt>
                <c:pt idx="1614">
                  <c:v>44183</c:v>
                </c:pt>
                <c:pt idx="1615">
                  <c:v>44186</c:v>
                </c:pt>
                <c:pt idx="1616">
                  <c:v>44187</c:v>
                </c:pt>
                <c:pt idx="1617">
                  <c:v>44188</c:v>
                </c:pt>
                <c:pt idx="1618">
                  <c:v>44193</c:v>
                </c:pt>
                <c:pt idx="1619">
                  <c:v>44194</c:v>
                </c:pt>
                <c:pt idx="1620">
                  <c:v>44200</c:v>
                </c:pt>
                <c:pt idx="1621">
                  <c:v>44201</c:v>
                </c:pt>
                <c:pt idx="1622">
                  <c:v>44202</c:v>
                </c:pt>
                <c:pt idx="1623">
                  <c:v>44203</c:v>
                </c:pt>
                <c:pt idx="1624">
                  <c:v>44204</c:v>
                </c:pt>
                <c:pt idx="1625">
                  <c:v>44207</c:v>
                </c:pt>
                <c:pt idx="1626">
                  <c:v>44208</c:v>
                </c:pt>
                <c:pt idx="1627">
                  <c:v>44209</c:v>
                </c:pt>
                <c:pt idx="1628">
                  <c:v>44210</c:v>
                </c:pt>
                <c:pt idx="1629">
                  <c:v>44211</c:v>
                </c:pt>
                <c:pt idx="1630">
                  <c:v>44214</c:v>
                </c:pt>
                <c:pt idx="1631">
                  <c:v>44215</c:v>
                </c:pt>
                <c:pt idx="1632">
                  <c:v>44216</c:v>
                </c:pt>
                <c:pt idx="1633">
                  <c:v>44217</c:v>
                </c:pt>
                <c:pt idx="1634">
                  <c:v>44218</c:v>
                </c:pt>
                <c:pt idx="1635">
                  <c:v>44222</c:v>
                </c:pt>
                <c:pt idx="1636">
                  <c:v>44223</c:v>
                </c:pt>
                <c:pt idx="1637">
                  <c:v>44224</c:v>
                </c:pt>
                <c:pt idx="1638">
                  <c:v>44225</c:v>
                </c:pt>
                <c:pt idx="1639">
                  <c:v>44228</c:v>
                </c:pt>
                <c:pt idx="1640">
                  <c:v>44229</c:v>
                </c:pt>
                <c:pt idx="1641">
                  <c:v>44230</c:v>
                </c:pt>
                <c:pt idx="1642">
                  <c:v>44231</c:v>
                </c:pt>
                <c:pt idx="1643">
                  <c:v>44232</c:v>
                </c:pt>
                <c:pt idx="1644">
                  <c:v>44235</c:v>
                </c:pt>
                <c:pt idx="1645">
                  <c:v>44236</c:v>
                </c:pt>
                <c:pt idx="1646">
                  <c:v>44237</c:v>
                </c:pt>
                <c:pt idx="1647">
                  <c:v>44238</c:v>
                </c:pt>
                <c:pt idx="1648">
                  <c:v>44239</c:v>
                </c:pt>
                <c:pt idx="1649">
                  <c:v>44244</c:v>
                </c:pt>
                <c:pt idx="1650">
                  <c:v>44245</c:v>
                </c:pt>
                <c:pt idx="1651">
                  <c:v>44246</c:v>
                </c:pt>
                <c:pt idx="1652">
                  <c:v>44249</c:v>
                </c:pt>
                <c:pt idx="1653">
                  <c:v>44250</c:v>
                </c:pt>
                <c:pt idx="1654">
                  <c:v>44251</c:v>
                </c:pt>
                <c:pt idx="1655">
                  <c:v>44252</c:v>
                </c:pt>
                <c:pt idx="1656">
                  <c:v>44253</c:v>
                </c:pt>
                <c:pt idx="1657">
                  <c:v>44256</c:v>
                </c:pt>
                <c:pt idx="1658">
                  <c:v>44257</c:v>
                </c:pt>
                <c:pt idx="1659">
                  <c:v>44258</c:v>
                </c:pt>
                <c:pt idx="1660">
                  <c:v>44259</c:v>
                </c:pt>
                <c:pt idx="1661">
                  <c:v>44260</c:v>
                </c:pt>
                <c:pt idx="1662">
                  <c:v>44263</c:v>
                </c:pt>
                <c:pt idx="1663">
                  <c:v>44264</c:v>
                </c:pt>
                <c:pt idx="1664">
                  <c:v>44265</c:v>
                </c:pt>
                <c:pt idx="1665">
                  <c:v>44266</c:v>
                </c:pt>
                <c:pt idx="1666">
                  <c:v>44267</c:v>
                </c:pt>
                <c:pt idx="1667">
                  <c:v>44270</c:v>
                </c:pt>
                <c:pt idx="1668">
                  <c:v>44271</c:v>
                </c:pt>
                <c:pt idx="1669">
                  <c:v>44272</c:v>
                </c:pt>
                <c:pt idx="1670">
                  <c:v>44273</c:v>
                </c:pt>
                <c:pt idx="1671">
                  <c:v>44274</c:v>
                </c:pt>
                <c:pt idx="1672">
                  <c:v>44277</c:v>
                </c:pt>
                <c:pt idx="1673">
                  <c:v>44278</c:v>
                </c:pt>
                <c:pt idx="1674">
                  <c:v>44279</c:v>
                </c:pt>
                <c:pt idx="1675">
                  <c:v>44280</c:v>
                </c:pt>
                <c:pt idx="1676">
                  <c:v>44281</c:v>
                </c:pt>
                <c:pt idx="1677">
                  <c:v>44284</c:v>
                </c:pt>
                <c:pt idx="1678">
                  <c:v>44285</c:v>
                </c:pt>
                <c:pt idx="1679">
                  <c:v>44286</c:v>
                </c:pt>
                <c:pt idx="1680">
                  <c:v>44287</c:v>
                </c:pt>
                <c:pt idx="1681">
                  <c:v>44291</c:v>
                </c:pt>
                <c:pt idx="1682">
                  <c:v>44292</c:v>
                </c:pt>
                <c:pt idx="1683">
                  <c:v>44293</c:v>
                </c:pt>
                <c:pt idx="1684">
                  <c:v>44294</c:v>
                </c:pt>
                <c:pt idx="1685">
                  <c:v>44295</c:v>
                </c:pt>
                <c:pt idx="1686">
                  <c:v>44298</c:v>
                </c:pt>
                <c:pt idx="1687">
                  <c:v>44299</c:v>
                </c:pt>
                <c:pt idx="1688">
                  <c:v>44300</c:v>
                </c:pt>
                <c:pt idx="1689">
                  <c:v>44301</c:v>
                </c:pt>
                <c:pt idx="1690">
                  <c:v>44302</c:v>
                </c:pt>
                <c:pt idx="1691">
                  <c:v>44305</c:v>
                </c:pt>
                <c:pt idx="1692">
                  <c:v>44306</c:v>
                </c:pt>
                <c:pt idx="1693">
                  <c:v>44308</c:v>
                </c:pt>
                <c:pt idx="1694">
                  <c:v>44309</c:v>
                </c:pt>
                <c:pt idx="1695">
                  <c:v>44312</c:v>
                </c:pt>
                <c:pt idx="1696">
                  <c:v>44313</c:v>
                </c:pt>
                <c:pt idx="1697">
                  <c:v>44314</c:v>
                </c:pt>
                <c:pt idx="1698">
                  <c:v>44315</c:v>
                </c:pt>
                <c:pt idx="1699">
                  <c:v>44316</c:v>
                </c:pt>
                <c:pt idx="1700">
                  <c:v>44319</c:v>
                </c:pt>
                <c:pt idx="1701">
                  <c:v>44320</c:v>
                </c:pt>
                <c:pt idx="1702">
                  <c:v>44321</c:v>
                </c:pt>
                <c:pt idx="1703">
                  <c:v>44322</c:v>
                </c:pt>
                <c:pt idx="1704">
                  <c:v>44323</c:v>
                </c:pt>
                <c:pt idx="1705">
                  <c:v>44326</c:v>
                </c:pt>
                <c:pt idx="1706">
                  <c:v>44327</c:v>
                </c:pt>
                <c:pt idx="1707">
                  <c:v>44328</c:v>
                </c:pt>
                <c:pt idx="1708">
                  <c:v>44329</c:v>
                </c:pt>
                <c:pt idx="1709">
                  <c:v>44330</c:v>
                </c:pt>
                <c:pt idx="1710">
                  <c:v>44333</c:v>
                </c:pt>
                <c:pt idx="1711">
                  <c:v>44334</c:v>
                </c:pt>
                <c:pt idx="1712">
                  <c:v>44335</c:v>
                </c:pt>
                <c:pt idx="1713">
                  <c:v>44336</c:v>
                </c:pt>
                <c:pt idx="1714">
                  <c:v>44337</c:v>
                </c:pt>
                <c:pt idx="1715">
                  <c:v>44340</c:v>
                </c:pt>
                <c:pt idx="1716">
                  <c:v>44341</c:v>
                </c:pt>
                <c:pt idx="1717">
                  <c:v>44342</c:v>
                </c:pt>
                <c:pt idx="1718">
                  <c:v>44343</c:v>
                </c:pt>
                <c:pt idx="1719">
                  <c:v>44344</c:v>
                </c:pt>
                <c:pt idx="1720">
                  <c:v>44347</c:v>
                </c:pt>
                <c:pt idx="1721">
                  <c:v>44348</c:v>
                </c:pt>
                <c:pt idx="1722">
                  <c:v>44349</c:v>
                </c:pt>
                <c:pt idx="1723">
                  <c:v>44351</c:v>
                </c:pt>
                <c:pt idx="1724">
                  <c:v>44354</c:v>
                </c:pt>
                <c:pt idx="1725">
                  <c:v>44355</c:v>
                </c:pt>
                <c:pt idx="1726">
                  <c:v>44356</c:v>
                </c:pt>
                <c:pt idx="1727">
                  <c:v>44357</c:v>
                </c:pt>
                <c:pt idx="1728">
                  <c:v>44358</c:v>
                </c:pt>
                <c:pt idx="1729">
                  <c:v>44361</c:v>
                </c:pt>
                <c:pt idx="1730">
                  <c:v>44362</c:v>
                </c:pt>
                <c:pt idx="1731">
                  <c:v>44363</c:v>
                </c:pt>
                <c:pt idx="1732">
                  <c:v>44364</c:v>
                </c:pt>
                <c:pt idx="1733">
                  <c:v>44365</c:v>
                </c:pt>
                <c:pt idx="1734">
                  <c:v>44368</c:v>
                </c:pt>
                <c:pt idx="1735">
                  <c:v>44369</c:v>
                </c:pt>
                <c:pt idx="1736">
                  <c:v>44370</c:v>
                </c:pt>
                <c:pt idx="1737">
                  <c:v>44371</c:v>
                </c:pt>
                <c:pt idx="1738">
                  <c:v>44372</c:v>
                </c:pt>
                <c:pt idx="1739">
                  <c:v>44375</c:v>
                </c:pt>
                <c:pt idx="1740">
                  <c:v>44376</c:v>
                </c:pt>
                <c:pt idx="1741">
                  <c:v>44377</c:v>
                </c:pt>
                <c:pt idx="1742">
                  <c:v>44378</c:v>
                </c:pt>
                <c:pt idx="1743">
                  <c:v>44379</c:v>
                </c:pt>
                <c:pt idx="1744">
                  <c:v>44382</c:v>
                </c:pt>
                <c:pt idx="1745">
                  <c:v>44383</c:v>
                </c:pt>
                <c:pt idx="1746">
                  <c:v>44384</c:v>
                </c:pt>
                <c:pt idx="1747">
                  <c:v>44385</c:v>
                </c:pt>
                <c:pt idx="1748">
                  <c:v>44389</c:v>
                </c:pt>
                <c:pt idx="1749">
                  <c:v>44390</c:v>
                </c:pt>
                <c:pt idx="1750">
                  <c:v>44391</c:v>
                </c:pt>
                <c:pt idx="1751">
                  <c:v>44392</c:v>
                </c:pt>
                <c:pt idx="1752">
                  <c:v>44393</c:v>
                </c:pt>
                <c:pt idx="1753">
                  <c:v>44396</c:v>
                </c:pt>
                <c:pt idx="1754">
                  <c:v>44397</c:v>
                </c:pt>
                <c:pt idx="1755">
                  <c:v>44398</c:v>
                </c:pt>
                <c:pt idx="1756">
                  <c:v>44399</c:v>
                </c:pt>
                <c:pt idx="1757">
                  <c:v>44400</c:v>
                </c:pt>
                <c:pt idx="1758">
                  <c:v>44403</c:v>
                </c:pt>
                <c:pt idx="1759">
                  <c:v>44404</c:v>
                </c:pt>
                <c:pt idx="1760">
                  <c:v>44405</c:v>
                </c:pt>
                <c:pt idx="1761">
                  <c:v>44406</c:v>
                </c:pt>
                <c:pt idx="1762">
                  <c:v>44407</c:v>
                </c:pt>
                <c:pt idx="1763">
                  <c:v>44410</c:v>
                </c:pt>
                <c:pt idx="1764">
                  <c:v>44411</c:v>
                </c:pt>
                <c:pt idx="1765">
                  <c:v>44412</c:v>
                </c:pt>
                <c:pt idx="1766">
                  <c:v>44413</c:v>
                </c:pt>
                <c:pt idx="1767">
                  <c:v>44414</c:v>
                </c:pt>
                <c:pt idx="1768">
                  <c:v>44417</c:v>
                </c:pt>
                <c:pt idx="1769">
                  <c:v>44418</c:v>
                </c:pt>
                <c:pt idx="1770">
                  <c:v>44419</c:v>
                </c:pt>
                <c:pt idx="1771">
                  <c:v>44420</c:v>
                </c:pt>
                <c:pt idx="1772">
                  <c:v>44421</c:v>
                </c:pt>
                <c:pt idx="1773">
                  <c:v>44424</c:v>
                </c:pt>
                <c:pt idx="1774">
                  <c:v>44425</c:v>
                </c:pt>
                <c:pt idx="1775">
                  <c:v>44426</c:v>
                </c:pt>
                <c:pt idx="1776">
                  <c:v>44427</c:v>
                </c:pt>
                <c:pt idx="1777">
                  <c:v>44428</c:v>
                </c:pt>
                <c:pt idx="1778">
                  <c:v>44431</c:v>
                </c:pt>
                <c:pt idx="1779">
                  <c:v>44432</c:v>
                </c:pt>
                <c:pt idx="1780">
                  <c:v>44433</c:v>
                </c:pt>
                <c:pt idx="1781">
                  <c:v>44434</c:v>
                </c:pt>
                <c:pt idx="1782">
                  <c:v>44435</c:v>
                </c:pt>
                <c:pt idx="1783">
                  <c:v>44438</c:v>
                </c:pt>
                <c:pt idx="1784">
                  <c:v>44439</c:v>
                </c:pt>
                <c:pt idx="1785">
                  <c:v>44440</c:v>
                </c:pt>
                <c:pt idx="1786">
                  <c:v>44441</c:v>
                </c:pt>
                <c:pt idx="1787">
                  <c:v>44442</c:v>
                </c:pt>
                <c:pt idx="1788">
                  <c:v>44445</c:v>
                </c:pt>
                <c:pt idx="1789">
                  <c:v>44447</c:v>
                </c:pt>
                <c:pt idx="1790">
                  <c:v>44448</c:v>
                </c:pt>
                <c:pt idx="1791">
                  <c:v>44449</c:v>
                </c:pt>
                <c:pt idx="1792">
                  <c:v>44452</c:v>
                </c:pt>
                <c:pt idx="1793">
                  <c:v>44453</c:v>
                </c:pt>
                <c:pt idx="1794">
                  <c:v>44454</c:v>
                </c:pt>
                <c:pt idx="1795">
                  <c:v>44455</c:v>
                </c:pt>
                <c:pt idx="1796">
                  <c:v>44456</c:v>
                </c:pt>
                <c:pt idx="1797">
                  <c:v>44459</c:v>
                </c:pt>
                <c:pt idx="1798">
                  <c:v>44460</c:v>
                </c:pt>
                <c:pt idx="1799">
                  <c:v>44461</c:v>
                </c:pt>
                <c:pt idx="1800">
                  <c:v>44462</c:v>
                </c:pt>
                <c:pt idx="1801">
                  <c:v>44463</c:v>
                </c:pt>
                <c:pt idx="1802">
                  <c:v>44466</c:v>
                </c:pt>
                <c:pt idx="1803">
                  <c:v>44467</c:v>
                </c:pt>
                <c:pt idx="1804">
                  <c:v>44468</c:v>
                </c:pt>
                <c:pt idx="1805">
                  <c:v>44469</c:v>
                </c:pt>
                <c:pt idx="1806">
                  <c:v>44470</c:v>
                </c:pt>
                <c:pt idx="1807">
                  <c:v>44473</c:v>
                </c:pt>
                <c:pt idx="1808">
                  <c:v>44474</c:v>
                </c:pt>
                <c:pt idx="1809">
                  <c:v>44475</c:v>
                </c:pt>
                <c:pt idx="1810">
                  <c:v>44476</c:v>
                </c:pt>
                <c:pt idx="1811">
                  <c:v>44477</c:v>
                </c:pt>
                <c:pt idx="1812">
                  <c:v>44480</c:v>
                </c:pt>
                <c:pt idx="1813">
                  <c:v>44482</c:v>
                </c:pt>
                <c:pt idx="1814">
                  <c:v>44483</c:v>
                </c:pt>
                <c:pt idx="1815">
                  <c:v>44484</c:v>
                </c:pt>
                <c:pt idx="1816">
                  <c:v>44487</c:v>
                </c:pt>
                <c:pt idx="1817">
                  <c:v>44488</c:v>
                </c:pt>
                <c:pt idx="1818">
                  <c:v>44489</c:v>
                </c:pt>
                <c:pt idx="1819">
                  <c:v>44490</c:v>
                </c:pt>
                <c:pt idx="1820">
                  <c:v>44491</c:v>
                </c:pt>
                <c:pt idx="1821">
                  <c:v>44494</c:v>
                </c:pt>
                <c:pt idx="1822">
                  <c:v>44495</c:v>
                </c:pt>
                <c:pt idx="1823">
                  <c:v>44496</c:v>
                </c:pt>
                <c:pt idx="1824">
                  <c:v>44497</c:v>
                </c:pt>
                <c:pt idx="1825">
                  <c:v>44498</c:v>
                </c:pt>
                <c:pt idx="1826">
                  <c:v>44501</c:v>
                </c:pt>
                <c:pt idx="1827">
                  <c:v>44503</c:v>
                </c:pt>
                <c:pt idx="1828">
                  <c:v>44504</c:v>
                </c:pt>
                <c:pt idx="1829">
                  <c:v>44505</c:v>
                </c:pt>
                <c:pt idx="1830">
                  <c:v>44508</c:v>
                </c:pt>
                <c:pt idx="1831">
                  <c:v>44509</c:v>
                </c:pt>
                <c:pt idx="1832">
                  <c:v>44510</c:v>
                </c:pt>
                <c:pt idx="1833">
                  <c:v>44511</c:v>
                </c:pt>
                <c:pt idx="1834">
                  <c:v>44512</c:v>
                </c:pt>
                <c:pt idx="1835">
                  <c:v>44516</c:v>
                </c:pt>
                <c:pt idx="1836">
                  <c:v>44517</c:v>
                </c:pt>
                <c:pt idx="1837">
                  <c:v>44518</c:v>
                </c:pt>
                <c:pt idx="1838">
                  <c:v>44519</c:v>
                </c:pt>
                <c:pt idx="1839">
                  <c:v>44522</c:v>
                </c:pt>
                <c:pt idx="1840">
                  <c:v>44523</c:v>
                </c:pt>
                <c:pt idx="1841">
                  <c:v>44524</c:v>
                </c:pt>
                <c:pt idx="1842">
                  <c:v>44525</c:v>
                </c:pt>
                <c:pt idx="1843">
                  <c:v>44526</c:v>
                </c:pt>
                <c:pt idx="1844">
                  <c:v>44529</c:v>
                </c:pt>
                <c:pt idx="1845">
                  <c:v>44530</c:v>
                </c:pt>
                <c:pt idx="1846">
                  <c:v>44531</c:v>
                </c:pt>
                <c:pt idx="1847">
                  <c:v>44532</c:v>
                </c:pt>
                <c:pt idx="1848">
                  <c:v>44533</c:v>
                </c:pt>
                <c:pt idx="1849">
                  <c:v>44536</c:v>
                </c:pt>
                <c:pt idx="1850">
                  <c:v>44537</c:v>
                </c:pt>
                <c:pt idx="1851">
                  <c:v>44538</c:v>
                </c:pt>
                <c:pt idx="1852">
                  <c:v>44539</c:v>
                </c:pt>
                <c:pt idx="1853">
                  <c:v>44540</c:v>
                </c:pt>
                <c:pt idx="1854">
                  <c:v>44543</c:v>
                </c:pt>
                <c:pt idx="1855">
                  <c:v>44544</c:v>
                </c:pt>
                <c:pt idx="1856">
                  <c:v>44545</c:v>
                </c:pt>
                <c:pt idx="1857">
                  <c:v>44546</c:v>
                </c:pt>
                <c:pt idx="1858">
                  <c:v>44547</c:v>
                </c:pt>
                <c:pt idx="1859">
                  <c:v>44550</c:v>
                </c:pt>
                <c:pt idx="1860">
                  <c:v>44551</c:v>
                </c:pt>
                <c:pt idx="1861">
                  <c:v>44552</c:v>
                </c:pt>
                <c:pt idx="1862">
                  <c:v>44553</c:v>
                </c:pt>
                <c:pt idx="1863">
                  <c:v>44557</c:v>
                </c:pt>
                <c:pt idx="1864">
                  <c:v>44558</c:v>
                </c:pt>
                <c:pt idx="1865">
                  <c:v>44559</c:v>
                </c:pt>
                <c:pt idx="1866">
                  <c:v>44560</c:v>
                </c:pt>
                <c:pt idx="1867">
                  <c:v>44564</c:v>
                </c:pt>
                <c:pt idx="1868">
                  <c:v>44565</c:v>
                </c:pt>
                <c:pt idx="1869">
                  <c:v>44566</c:v>
                </c:pt>
                <c:pt idx="1870">
                  <c:v>44567</c:v>
                </c:pt>
                <c:pt idx="1871">
                  <c:v>44568</c:v>
                </c:pt>
                <c:pt idx="1872">
                  <c:v>44571</c:v>
                </c:pt>
                <c:pt idx="1873">
                  <c:v>44572</c:v>
                </c:pt>
                <c:pt idx="1874">
                  <c:v>44573</c:v>
                </c:pt>
                <c:pt idx="1875">
                  <c:v>44574</c:v>
                </c:pt>
                <c:pt idx="1876">
                  <c:v>44575</c:v>
                </c:pt>
                <c:pt idx="1877">
                  <c:v>44578</c:v>
                </c:pt>
                <c:pt idx="1878">
                  <c:v>44579</c:v>
                </c:pt>
                <c:pt idx="1879">
                  <c:v>44580</c:v>
                </c:pt>
                <c:pt idx="1880">
                  <c:v>44581</c:v>
                </c:pt>
                <c:pt idx="1881">
                  <c:v>44582</c:v>
                </c:pt>
                <c:pt idx="1882">
                  <c:v>44585</c:v>
                </c:pt>
                <c:pt idx="1883">
                  <c:v>44586</c:v>
                </c:pt>
                <c:pt idx="1884">
                  <c:v>44587</c:v>
                </c:pt>
                <c:pt idx="1885">
                  <c:v>44588</c:v>
                </c:pt>
                <c:pt idx="1886">
                  <c:v>44589</c:v>
                </c:pt>
                <c:pt idx="1887">
                  <c:v>44592</c:v>
                </c:pt>
                <c:pt idx="1888">
                  <c:v>44593</c:v>
                </c:pt>
                <c:pt idx="1889">
                  <c:v>44594</c:v>
                </c:pt>
                <c:pt idx="1890">
                  <c:v>44595</c:v>
                </c:pt>
                <c:pt idx="1891">
                  <c:v>44596</c:v>
                </c:pt>
                <c:pt idx="1892">
                  <c:v>44599</c:v>
                </c:pt>
                <c:pt idx="1893">
                  <c:v>44600</c:v>
                </c:pt>
                <c:pt idx="1894">
                  <c:v>44601</c:v>
                </c:pt>
                <c:pt idx="1895">
                  <c:v>44602</c:v>
                </c:pt>
                <c:pt idx="1896">
                  <c:v>44603</c:v>
                </c:pt>
                <c:pt idx="1897">
                  <c:v>44606</c:v>
                </c:pt>
                <c:pt idx="1898">
                  <c:v>44607</c:v>
                </c:pt>
                <c:pt idx="1899">
                  <c:v>44608</c:v>
                </c:pt>
                <c:pt idx="1900">
                  <c:v>44609</c:v>
                </c:pt>
                <c:pt idx="1901">
                  <c:v>44610</c:v>
                </c:pt>
                <c:pt idx="1902">
                  <c:v>44613</c:v>
                </c:pt>
                <c:pt idx="1903">
                  <c:v>44614</c:v>
                </c:pt>
                <c:pt idx="1904">
                  <c:v>44615</c:v>
                </c:pt>
                <c:pt idx="1905">
                  <c:v>44616</c:v>
                </c:pt>
                <c:pt idx="1906">
                  <c:v>44617</c:v>
                </c:pt>
                <c:pt idx="1907">
                  <c:v>44622</c:v>
                </c:pt>
                <c:pt idx="1908">
                  <c:v>44623</c:v>
                </c:pt>
                <c:pt idx="1909">
                  <c:v>44624</c:v>
                </c:pt>
                <c:pt idx="1910">
                  <c:v>44627</c:v>
                </c:pt>
                <c:pt idx="1911">
                  <c:v>44628</c:v>
                </c:pt>
                <c:pt idx="1912">
                  <c:v>44629</c:v>
                </c:pt>
                <c:pt idx="1913">
                  <c:v>44630</c:v>
                </c:pt>
                <c:pt idx="1914">
                  <c:v>44631</c:v>
                </c:pt>
                <c:pt idx="1915">
                  <c:v>44634</c:v>
                </c:pt>
                <c:pt idx="1916">
                  <c:v>44635</c:v>
                </c:pt>
                <c:pt idx="1917">
                  <c:v>44636</c:v>
                </c:pt>
                <c:pt idx="1918">
                  <c:v>44637</c:v>
                </c:pt>
                <c:pt idx="1919">
                  <c:v>44638</c:v>
                </c:pt>
                <c:pt idx="1920">
                  <c:v>44641</c:v>
                </c:pt>
                <c:pt idx="1921">
                  <c:v>44642</c:v>
                </c:pt>
                <c:pt idx="1922">
                  <c:v>44643</c:v>
                </c:pt>
                <c:pt idx="1923">
                  <c:v>44644</c:v>
                </c:pt>
                <c:pt idx="1924">
                  <c:v>44645</c:v>
                </c:pt>
                <c:pt idx="1925">
                  <c:v>44648</c:v>
                </c:pt>
                <c:pt idx="1926">
                  <c:v>44649</c:v>
                </c:pt>
                <c:pt idx="1927">
                  <c:v>44650</c:v>
                </c:pt>
                <c:pt idx="1928">
                  <c:v>44651</c:v>
                </c:pt>
                <c:pt idx="1929">
                  <c:v>44652</c:v>
                </c:pt>
                <c:pt idx="1930">
                  <c:v>44655</c:v>
                </c:pt>
                <c:pt idx="1931">
                  <c:v>44656</c:v>
                </c:pt>
                <c:pt idx="1932">
                  <c:v>44657</c:v>
                </c:pt>
                <c:pt idx="1933">
                  <c:v>44658</c:v>
                </c:pt>
                <c:pt idx="1934">
                  <c:v>44659</c:v>
                </c:pt>
                <c:pt idx="1935">
                  <c:v>44662</c:v>
                </c:pt>
                <c:pt idx="1936">
                  <c:v>44663</c:v>
                </c:pt>
                <c:pt idx="1937">
                  <c:v>44664</c:v>
                </c:pt>
                <c:pt idx="1938">
                  <c:v>44665</c:v>
                </c:pt>
                <c:pt idx="1939">
                  <c:v>44669</c:v>
                </c:pt>
                <c:pt idx="1940">
                  <c:v>44670</c:v>
                </c:pt>
                <c:pt idx="1941">
                  <c:v>44671</c:v>
                </c:pt>
                <c:pt idx="1942">
                  <c:v>44673</c:v>
                </c:pt>
                <c:pt idx="1943">
                  <c:v>44676</c:v>
                </c:pt>
                <c:pt idx="1944">
                  <c:v>44677</c:v>
                </c:pt>
                <c:pt idx="1945">
                  <c:v>44678</c:v>
                </c:pt>
                <c:pt idx="1946">
                  <c:v>44679</c:v>
                </c:pt>
                <c:pt idx="1947">
                  <c:v>44680</c:v>
                </c:pt>
                <c:pt idx="1948">
                  <c:v>44683</c:v>
                </c:pt>
                <c:pt idx="1949">
                  <c:v>44684</c:v>
                </c:pt>
                <c:pt idx="1950">
                  <c:v>44685</c:v>
                </c:pt>
                <c:pt idx="1951">
                  <c:v>44686</c:v>
                </c:pt>
                <c:pt idx="1952">
                  <c:v>44687</c:v>
                </c:pt>
                <c:pt idx="1953">
                  <c:v>44690</c:v>
                </c:pt>
                <c:pt idx="1954">
                  <c:v>44691</c:v>
                </c:pt>
                <c:pt idx="1955">
                  <c:v>44692</c:v>
                </c:pt>
                <c:pt idx="1956">
                  <c:v>44693</c:v>
                </c:pt>
                <c:pt idx="1957">
                  <c:v>44694</c:v>
                </c:pt>
                <c:pt idx="1958">
                  <c:v>44697</c:v>
                </c:pt>
                <c:pt idx="1959">
                  <c:v>44698</c:v>
                </c:pt>
                <c:pt idx="1960">
                  <c:v>44699</c:v>
                </c:pt>
                <c:pt idx="1961">
                  <c:v>44700</c:v>
                </c:pt>
                <c:pt idx="1962">
                  <c:v>44701</c:v>
                </c:pt>
                <c:pt idx="1963">
                  <c:v>44704</c:v>
                </c:pt>
                <c:pt idx="1964">
                  <c:v>44705</c:v>
                </c:pt>
                <c:pt idx="1965">
                  <c:v>44706</c:v>
                </c:pt>
                <c:pt idx="1966">
                  <c:v>44707</c:v>
                </c:pt>
                <c:pt idx="1967">
                  <c:v>44708</c:v>
                </c:pt>
                <c:pt idx="1968">
                  <c:v>44711</c:v>
                </c:pt>
                <c:pt idx="1969">
                  <c:v>44712</c:v>
                </c:pt>
                <c:pt idx="1970">
                  <c:v>44713</c:v>
                </c:pt>
                <c:pt idx="1971">
                  <c:v>44714</c:v>
                </c:pt>
                <c:pt idx="1972">
                  <c:v>44715</c:v>
                </c:pt>
                <c:pt idx="1973">
                  <c:v>44718</c:v>
                </c:pt>
                <c:pt idx="1974">
                  <c:v>44719</c:v>
                </c:pt>
                <c:pt idx="1975">
                  <c:v>44720</c:v>
                </c:pt>
                <c:pt idx="1976">
                  <c:v>44721</c:v>
                </c:pt>
                <c:pt idx="1977">
                  <c:v>44722</c:v>
                </c:pt>
                <c:pt idx="1978">
                  <c:v>44725</c:v>
                </c:pt>
                <c:pt idx="1979">
                  <c:v>44726</c:v>
                </c:pt>
                <c:pt idx="1980">
                  <c:v>44727</c:v>
                </c:pt>
                <c:pt idx="1981">
                  <c:v>44729</c:v>
                </c:pt>
                <c:pt idx="1982">
                  <c:v>44732</c:v>
                </c:pt>
                <c:pt idx="1983">
                  <c:v>44733</c:v>
                </c:pt>
                <c:pt idx="1984">
                  <c:v>44734</c:v>
                </c:pt>
                <c:pt idx="1985">
                  <c:v>44735</c:v>
                </c:pt>
                <c:pt idx="1986">
                  <c:v>44736</c:v>
                </c:pt>
                <c:pt idx="1987">
                  <c:v>44739</c:v>
                </c:pt>
                <c:pt idx="1988">
                  <c:v>44740</c:v>
                </c:pt>
                <c:pt idx="1989">
                  <c:v>44741</c:v>
                </c:pt>
                <c:pt idx="1990">
                  <c:v>44742</c:v>
                </c:pt>
                <c:pt idx="1991">
                  <c:v>44743</c:v>
                </c:pt>
                <c:pt idx="1992">
                  <c:v>44746</c:v>
                </c:pt>
                <c:pt idx="1993">
                  <c:v>44747</c:v>
                </c:pt>
                <c:pt idx="1994">
                  <c:v>44748</c:v>
                </c:pt>
                <c:pt idx="1995">
                  <c:v>44749</c:v>
                </c:pt>
                <c:pt idx="1996">
                  <c:v>44750</c:v>
                </c:pt>
                <c:pt idx="1997">
                  <c:v>44753</c:v>
                </c:pt>
                <c:pt idx="1998">
                  <c:v>44754</c:v>
                </c:pt>
                <c:pt idx="1999">
                  <c:v>44755</c:v>
                </c:pt>
                <c:pt idx="2000">
                  <c:v>44756</c:v>
                </c:pt>
                <c:pt idx="2001">
                  <c:v>44757</c:v>
                </c:pt>
                <c:pt idx="2002">
                  <c:v>44760</c:v>
                </c:pt>
                <c:pt idx="2003">
                  <c:v>44761</c:v>
                </c:pt>
                <c:pt idx="2004">
                  <c:v>44762</c:v>
                </c:pt>
                <c:pt idx="2005">
                  <c:v>44763</c:v>
                </c:pt>
                <c:pt idx="2006">
                  <c:v>44764</c:v>
                </c:pt>
                <c:pt idx="2007">
                  <c:v>44767</c:v>
                </c:pt>
                <c:pt idx="2008">
                  <c:v>44768</c:v>
                </c:pt>
                <c:pt idx="2009">
                  <c:v>44769</c:v>
                </c:pt>
                <c:pt idx="2010">
                  <c:v>44770</c:v>
                </c:pt>
                <c:pt idx="2011">
                  <c:v>44771</c:v>
                </c:pt>
                <c:pt idx="2012">
                  <c:v>44774</c:v>
                </c:pt>
                <c:pt idx="2013">
                  <c:v>44775</c:v>
                </c:pt>
                <c:pt idx="2014">
                  <c:v>44776</c:v>
                </c:pt>
                <c:pt idx="2015">
                  <c:v>44777</c:v>
                </c:pt>
                <c:pt idx="2016">
                  <c:v>44778</c:v>
                </c:pt>
                <c:pt idx="2017">
                  <c:v>44781</c:v>
                </c:pt>
                <c:pt idx="2018">
                  <c:v>44782</c:v>
                </c:pt>
                <c:pt idx="2019">
                  <c:v>44783</c:v>
                </c:pt>
                <c:pt idx="2020">
                  <c:v>44784</c:v>
                </c:pt>
                <c:pt idx="2021">
                  <c:v>44785</c:v>
                </c:pt>
                <c:pt idx="2022">
                  <c:v>44788</c:v>
                </c:pt>
                <c:pt idx="2023">
                  <c:v>44789</c:v>
                </c:pt>
                <c:pt idx="2024">
                  <c:v>44790</c:v>
                </c:pt>
                <c:pt idx="2025">
                  <c:v>44791</c:v>
                </c:pt>
                <c:pt idx="2026">
                  <c:v>44792</c:v>
                </c:pt>
                <c:pt idx="2027">
                  <c:v>44795</c:v>
                </c:pt>
                <c:pt idx="2028">
                  <c:v>44796</c:v>
                </c:pt>
                <c:pt idx="2029">
                  <c:v>44797</c:v>
                </c:pt>
                <c:pt idx="2030">
                  <c:v>44798</c:v>
                </c:pt>
                <c:pt idx="2031">
                  <c:v>44799</c:v>
                </c:pt>
                <c:pt idx="2032">
                  <c:v>44802</c:v>
                </c:pt>
                <c:pt idx="2033">
                  <c:v>44803</c:v>
                </c:pt>
                <c:pt idx="2034">
                  <c:v>44804</c:v>
                </c:pt>
                <c:pt idx="2035">
                  <c:v>44805</c:v>
                </c:pt>
                <c:pt idx="2036">
                  <c:v>44806</c:v>
                </c:pt>
                <c:pt idx="2037">
                  <c:v>44809</c:v>
                </c:pt>
                <c:pt idx="2038">
                  <c:v>44810</c:v>
                </c:pt>
                <c:pt idx="2039">
                  <c:v>44812</c:v>
                </c:pt>
                <c:pt idx="2040">
                  <c:v>44813</c:v>
                </c:pt>
                <c:pt idx="2041">
                  <c:v>44816</c:v>
                </c:pt>
                <c:pt idx="2042">
                  <c:v>44817</c:v>
                </c:pt>
                <c:pt idx="2043">
                  <c:v>44818</c:v>
                </c:pt>
                <c:pt idx="2044">
                  <c:v>44819</c:v>
                </c:pt>
                <c:pt idx="2045">
                  <c:v>44820</c:v>
                </c:pt>
                <c:pt idx="2046">
                  <c:v>44823</c:v>
                </c:pt>
                <c:pt idx="2047">
                  <c:v>44824</c:v>
                </c:pt>
                <c:pt idx="2048">
                  <c:v>44825</c:v>
                </c:pt>
                <c:pt idx="2049">
                  <c:v>44826</c:v>
                </c:pt>
                <c:pt idx="2050">
                  <c:v>44827</c:v>
                </c:pt>
                <c:pt idx="2051">
                  <c:v>44830</c:v>
                </c:pt>
                <c:pt idx="2052">
                  <c:v>44831</c:v>
                </c:pt>
                <c:pt idx="2053">
                  <c:v>44832</c:v>
                </c:pt>
                <c:pt idx="2054">
                  <c:v>44833</c:v>
                </c:pt>
                <c:pt idx="2055">
                  <c:v>44834</c:v>
                </c:pt>
                <c:pt idx="2056">
                  <c:v>44837</c:v>
                </c:pt>
                <c:pt idx="2057">
                  <c:v>44838</c:v>
                </c:pt>
                <c:pt idx="2058">
                  <c:v>44839</c:v>
                </c:pt>
                <c:pt idx="2059">
                  <c:v>44840</c:v>
                </c:pt>
                <c:pt idx="2060">
                  <c:v>44841</c:v>
                </c:pt>
                <c:pt idx="2061">
                  <c:v>44844</c:v>
                </c:pt>
                <c:pt idx="2062">
                  <c:v>44845</c:v>
                </c:pt>
                <c:pt idx="2063">
                  <c:v>44847</c:v>
                </c:pt>
                <c:pt idx="2064">
                  <c:v>44848</c:v>
                </c:pt>
                <c:pt idx="2065">
                  <c:v>44851</c:v>
                </c:pt>
                <c:pt idx="2066">
                  <c:v>44852</c:v>
                </c:pt>
                <c:pt idx="2067">
                  <c:v>44853</c:v>
                </c:pt>
                <c:pt idx="2068">
                  <c:v>44854</c:v>
                </c:pt>
                <c:pt idx="2069">
                  <c:v>44855</c:v>
                </c:pt>
                <c:pt idx="2070">
                  <c:v>44858</c:v>
                </c:pt>
                <c:pt idx="2071">
                  <c:v>44859</c:v>
                </c:pt>
                <c:pt idx="2072">
                  <c:v>44860</c:v>
                </c:pt>
                <c:pt idx="2073">
                  <c:v>44861</c:v>
                </c:pt>
                <c:pt idx="2074">
                  <c:v>44862</c:v>
                </c:pt>
                <c:pt idx="2075">
                  <c:v>44865</c:v>
                </c:pt>
                <c:pt idx="2076">
                  <c:v>44866</c:v>
                </c:pt>
                <c:pt idx="2077">
                  <c:v>44868</c:v>
                </c:pt>
                <c:pt idx="2078">
                  <c:v>44869</c:v>
                </c:pt>
                <c:pt idx="2079">
                  <c:v>44872</c:v>
                </c:pt>
                <c:pt idx="2080">
                  <c:v>44873</c:v>
                </c:pt>
                <c:pt idx="2081">
                  <c:v>44874</c:v>
                </c:pt>
                <c:pt idx="2082">
                  <c:v>44875</c:v>
                </c:pt>
                <c:pt idx="2083">
                  <c:v>44876</c:v>
                </c:pt>
                <c:pt idx="2084">
                  <c:v>44879</c:v>
                </c:pt>
                <c:pt idx="2085">
                  <c:v>44881</c:v>
                </c:pt>
                <c:pt idx="2086">
                  <c:v>44882</c:v>
                </c:pt>
                <c:pt idx="2087">
                  <c:v>44883</c:v>
                </c:pt>
                <c:pt idx="2088">
                  <c:v>44886</c:v>
                </c:pt>
                <c:pt idx="2089">
                  <c:v>44887</c:v>
                </c:pt>
                <c:pt idx="2090">
                  <c:v>44888</c:v>
                </c:pt>
                <c:pt idx="2091">
                  <c:v>44889</c:v>
                </c:pt>
                <c:pt idx="2092">
                  <c:v>44890</c:v>
                </c:pt>
                <c:pt idx="2093">
                  <c:v>44893</c:v>
                </c:pt>
                <c:pt idx="2094">
                  <c:v>44894</c:v>
                </c:pt>
                <c:pt idx="2095">
                  <c:v>44895</c:v>
                </c:pt>
                <c:pt idx="2096">
                  <c:v>44896</c:v>
                </c:pt>
                <c:pt idx="2097">
                  <c:v>44897</c:v>
                </c:pt>
                <c:pt idx="2098">
                  <c:v>44900</c:v>
                </c:pt>
                <c:pt idx="2099">
                  <c:v>44901</c:v>
                </c:pt>
                <c:pt idx="2100">
                  <c:v>44902</c:v>
                </c:pt>
                <c:pt idx="2101">
                  <c:v>44903</c:v>
                </c:pt>
                <c:pt idx="2102">
                  <c:v>44904</c:v>
                </c:pt>
                <c:pt idx="2103">
                  <c:v>44907</c:v>
                </c:pt>
                <c:pt idx="2104">
                  <c:v>44908</c:v>
                </c:pt>
                <c:pt idx="2105">
                  <c:v>44909</c:v>
                </c:pt>
                <c:pt idx="2106">
                  <c:v>44910</c:v>
                </c:pt>
                <c:pt idx="2107">
                  <c:v>44911</c:v>
                </c:pt>
                <c:pt idx="2108">
                  <c:v>44914</c:v>
                </c:pt>
                <c:pt idx="2109">
                  <c:v>44915</c:v>
                </c:pt>
                <c:pt idx="2110">
                  <c:v>44916</c:v>
                </c:pt>
                <c:pt idx="2111">
                  <c:v>44917</c:v>
                </c:pt>
                <c:pt idx="2112">
                  <c:v>44918</c:v>
                </c:pt>
                <c:pt idx="2113">
                  <c:v>44921</c:v>
                </c:pt>
                <c:pt idx="2114">
                  <c:v>44922</c:v>
                </c:pt>
                <c:pt idx="2115">
                  <c:v>44923</c:v>
                </c:pt>
                <c:pt idx="2116">
                  <c:v>44924</c:v>
                </c:pt>
                <c:pt idx="2117">
                  <c:v>44928</c:v>
                </c:pt>
                <c:pt idx="2118">
                  <c:v>44929</c:v>
                </c:pt>
                <c:pt idx="2119">
                  <c:v>44930</c:v>
                </c:pt>
                <c:pt idx="2120">
                  <c:v>44931</c:v>
                </c:pt>
                <c:pt idx="2121">
                  <c:v>44932</c:v>
                </c:pt>
                <c:pt idx="2122">
                  <c:v>44935</c:v>
                </c:pt>
                <c:pt idx="2123">
                  <c:v>44936</c:v>
                </c:pt>
                <c:pt idx="2124">
                  <c:v>44937</c:v>
                </c:pt>
                <c:pt idx="2125">
                  <c:v>44938</c:v>
                </c:pt>
                <c:pt idx="2126">
                  <c:v>44939</c:v>
                </c:pt>
                <c:pt idx="2127">
                  <c:v>44942</c:v>
                </c:pt>
                <c:pt idx="2128">
                  <c:v>44943</c:v>
                </c:pt>
                <c:pt idx="2129">
                  <c:v>44944</c:v>
                </c:pt>
                <c:pt idx="2130">
                  <c:v>44945</c:v>
                </c:pt>
                <c:pt idx="2131">
                  <c:v>44946</c:v>
                </c:pt>
                <c:pt idx="2132">
                  <c:v>44949</c:v>
                </c:pt>
                <c:pt idx="2133">
                  <c:v>44950</c:v>
                </c:pt>
                <c:pt idx="2134">
                  <c:v>44951</c:v>
                </c:pt>
                <c:pt idx="2135">
                  <c:v>44952</c:v>
                </c:pt>
                <c:pt idx="2136">
                  <c:v>44953</c:v>
                </c:pt>
                <c:pt idx="2137">
                  <c:v>44956</c:v>
                </c:pt>
                <c:pt idx="2138">
                  <c:v>44957</c:v>
                </c:pt>
                <c:pt idx="2139">
                  <c:v>44958</c:v>
                </c:pt>
                <c:pt idx="2140">
                  <c:v>44959</c:v>
                </c:pt>
                <c:pt idx="2141">
                  <c:v>44960</c:v>
                </c:pt>
                <c:pt idx="2142">
                  <c:v>44963</c:v>
                </c:pt>
                <c:pt idx="2143">
                  <c:v>44964</c:v>
                </c:pt>
                <c:pt idx="2144">
                  <c:v>44965</c:v>
                </c:pt>
                <c:pt idx="2145">
                  <c:v>44966</c:v>
                </c:pt>
                <c:pt idx="2146">
                  <c:v>44967</c:v>
                </c:pt>
                <c:pt idx="2147">
                  <c:v>44970</c:v>
                </c:pt>
                <c:pt idx="2148">
                  <c:v>44971</c:v>
                </c:pt>
                <c:pt idx="2149">
                  <c:v>44972</c:v>
                </c:pt>
                <c:pt idx="2150">
                  <c:v>44973</c:v>
                </c:pt>
                <c:pt idx="2151">
                  <c:v>44974</c:v>
                </c:pt>
                <c:pt idx="2152">
                  <c:v>44979</c:v>
                </c:pt>
                <c:pt idx="2153">
                  <c:v>44980</c:v>
                </c:pt>
                <c:pt idx="2154">
                  <c:v>44981</c:v>
                </c:pt>
                <c:pt idx="2155">
                  <c:v>44984</c:v>
                </c:pt>
                <c:pt idx="2156">
                  <c:v>44985</c:v>
                </c:pt>
                <c:pt idx="2157">
                  <c:v>44986</c:v>
                </c:pt>
                <c:pt idx="2158">
                  <c:v>44987</c:v>
                </c:pt>
                <c:pt idx="2159">
                  <c:v>44988</c:v>
                </c:pt>
                <c:pt idx="2160">
                  <c:v>44991</c:v>
                </c:pt>
                <c:pt idx="2161">
                  <c:v>44992</c:v>
                </c:pt>
                <c:pt idx="2162">
                  <c:v>44993</c:v>
                </c:pt>
                <c:pt idx="2163">
                  <c:v>44994</c:v>
                </c:pt>
                <c:pt idx="2164">
                  <c:v>44995</c:v>
                </c:pt>
                <c:pt idx="2165">
                  <c:v>44998</c:v>
                </c:pt>
                <c:pt idx="2166">
                  <c:v>44999</c:v>
                </c:pt>
                <c:pt idx="2167">
                  <c:v>45000</c:v>
                </c:pt>
                <c:pt idx="2168">
                  <c:v>45001</c:v>
                </c:pt>
                <c:pt idx="2169">
                  <c:v>45002</c:v>
                </c:pt>
                <c:pt idx="2170">
                  <c:v>45005</c:v>
                </c:pt>
                <c:pt idx="2171">
                  <c:v>45006</c:v>
                </c:pt>
                <c:pt idx="2172">
                  <c:v>45007</c:v>
                </c:pt>
                <c:pt idx="2173">
                  <c:v>45008</c:v>
                </c:pt>
                <c:pt idx="2174">
                  <c:v>45009</c:v>
                </c:pt>
                <c:pt idx="2175">
                  <c:v>45012</c:v>
                </c:pt>
                <c:pt idx="2176">
                  <c:v>45013</c:v>
                </c:pt>
                <c:pt idx="2177">
                  <c:v>45014</c:v>
                </c:pt>
                <c:pt idx="2178">
                  <c:v>45015</c:v>
                </c:pt>
                <c:pt idx="2179">
                  <c:v>45016</c:v>
                </c:pt>
                <c:pt idx="2180">
                  <c:v>45019</c:v>
                </c:pt>
                <c:pt idx="2181">
                  <c:v>45020</c:v>
                </c:pt>
                <c:pt idx="2182">
                  <c:v>45021</c:v>
                </c:pt>
                <c:pt idx="2183">
                  <c:v>45022</c:v>
                </c:pt>
                <c:pt idx="2184">
                  <c:v>45026</c:v>
                </c:pt>
                <c:pt idx="2185">
                  <c:v>45027</c:v>
                </c:pt>
                <c:pt idx="2186">
                  <c:v>45028</c:v>
                </c:pt>
                <c:pt idx="2187">
                  <c:v>45029</c:v>
                </c:pt>
                <c:pt idx="2188">
                  <c:v>45030</c:v>
                </c:pt>
                <c:pt idx="2189">
                  <c:v>45033</c:v>
                </c:pt>
                <c:pt idx="2190">
                  <c:v>45034</c:v>
                </c:pt>
                <c:pt idx="2191">
                  <c:v>45035</c:v>
                </c:pt>
                <c:pt idx="2192">
                  <c:v>45036</c:v>
                </c:pt>
                <c:pt idx="2193">
                  <c:v>45040</c:v>
                </c:pt>
                <c:pt idx="2194">
                  <c:v>45041</c:v>
                </c:pt>
                <c:pt idx="2195">
                  <c:v>45042</c:v>
                </c:pt>
                <c:pt idx="2196">
                  <c:v>45043</c:v>
                </c:pt>
                <c:pt idx="2197">
                  <c:v>45044</c:v>
                </c:pt>
                <c:pt idx="2198">
                  <c:v>45048</c:v>
                </c:pt>
                <c:pt idx="2199">
                  <c:v>45049</c:v>
                </c:pt>
                <c:pt idx="2200">
                  <c:v>45050</c:v>
                </c:pt>
                <c:pt idx="2201">
                  <c:v>45051</c:v>
                </c:pt>
                <c:pt idx="2202">
                  <c:v>45054</c:v>
                </c:pt>
                <c:pt idx="2203">
                  <c:v>45055</c:v>
                </c:pt>
                <c:pt idx="2204">
                  <c:v>45056</c:v>
                </c:pt>
                <c:pt idx="2205">
                  <c:v>45057</c:v>
                </c:pt>
                <c:pt idx="2206">
                  <c:v>45058</c:v>
                </c:pt>
                <c:pt idx="2207">
                  <c:v>45061</c:v>
                </c:pt>
                <c:pt idx="2208">
                  <c:v>45062</c:v>
                </c:pt>
                <c:pt idx="2209">
                  <c:v>45063</c:v>
                </c:pt>
                <c:pt idx="2210">
                  <c:v>45064</c:v>
                </c:pt>
                <c:pt idx="2211">
                  <c:v>45065</c:v>
                </c:pt>
                <c:pt idx="2212">
                  <c:v>45068</c:v>
                </c:pt>
                <c:pt idx="2213">
                  <c:v>45069</c:v>
                </c:pt>
                <c:pt idx="2214">
                  <c:v>45070</c:v>
                </c:pt>
                <c:pt idx="2215">
                  <c:v>45071</c:v>
                </c:pt>
                <c:pt idx="2216">
                  <c:v>45072</c:v>
                </c:pt>
                <c:pt idx="2217">
                  <c:v>45075</c:v>
                </c:pt>
                <c:pt idx="2218">
                  <c:v>45076</c:v>
                </c:pt>
                <c:pt idx="2219">
                  <c:v>45077</c:v>
                </c:pt>
                <c:pt idx="2220">
                  <c:v>45078</c:v>
                </c:pt>
                <c:pt idx="2221">
                  <c:v>45079</c:v>
                </c:pt>
                <c:pt idx="2222">
                  <c:v>45082</c:v>
                </c:pt>
                <c:pt idx="2223">
                  <c:v>45083</c:v>
                </c:pt>
                <c:pt idx="2224">
                  <c:v>45084</c:v>
                </c:pt>
                <c:pt idx="2225">
                  <c:v>45086</c:v>
                </c:pt>
                <c:pt idx="2226">
                  <c:v>45089</c:v>
                </c:pt>
                <c:pt idx="2227">
                  <c:v>45090</c:v>
                </c:pt>
                <c:pt idx="2228">
                  <c:v>45091</c:v>
                </c:pt>
                <c:pt idx="2229">
                  <c:v>45092</c:v>
                </c:pt>
                <c:pt idx="2230">
                  <c:v>45093</c:v>
                </c:pt>
                <c:pt idx="2231">
                  <c:v>45096</c:v>
                </c:pt>
                <c:pt idx="2232">
                  <c:v>45097</c:v>
                </c:pt>
                <c:pt idx="2233">
                  <c:v>45098</c:v>
                </c:pt>
                <c:pt idx="2234">
                  <c:v>45099</c:v>
                </c:pt>
                <c:pt idx="2235">
                  <c:v>45100</c:v>
                </c:pt>
                <c:pt idx="2236">
                  <c:v>45103</c:v>
                </c:pt>
                <c:pt idx="2237">
                  <c:v>45104</c:v>
                </c:pt>
                <c:pt idx="2238">
                  <c:v>45105</c:v>
                </c:pt>
                <c:pt idx="2239">
                  <c:v>45106</c:v>
                </c:pt>
                <c:pt idx="2240">
                  <c:v>45107</c:v>
                </c:pt>
                <c:pt idx="2241">
                  <c:v>45110</c:v>
                </c:pt>
                <c:pt idx="2242">
                  <c:v>45111</c:v>
                </c:pt>
                <c:pt idx="2243">
                  <c:v>45112</c:v>
                </c:pt>
                <c:pt idx="2244">
                  <c:v>45113</c:v>
                </c:pt>
                <c:pt idx="2245">
                  <c:v>45114</c:v>
                </c:pt>
                <c:pt idx="2246">
                  <c:v>45117</c:v>
                </c:pt>
                <c:pt idx="2247">
                  <c:v>45118</c:v>
                </c:pt>
                <c:pt idx="2248">
                  <c:v>45119</c:v>
                </c:pt>
                <c:pt idx="2249">
                  <c:v>45120</c:v>
                </c:pt>
                <c:pt idx="2250">
                  <c:v>45121</c:v>
                </c:pt>
                <c:pt idx="2251">
                  <c:v>45124</c:v>
                </c:pt>
                <c:pt idx="2252">
                  <c:v>45125</c:v>
                </c:pt>
                <c:pt idx="2253">
                  <c:v>45126</c:v>
                </c:pt>
                <c:pt idx="2254">
                  <c:v>45127</c:v>
                </c:pt>
                <c:pt idx="2255">
                  <c:v>45128</c:v>
                </c:pt>
                <c:pt idx="2256">
                  <c:v>45131</c:v>
                </c:pt>
                <c:pt idx="2257">
                  <c:v>45132</c:v>
                </c:pt>
                <c:pt idx="2258">
                  <c:v>45133</c:v>
                </c:pt>
                <c:pt idx="2259">
                  <c:v>45134</c:v>
                </c:pt>
                <c:pt idx="2260">
                  <c:v>45135</c:v>
                </c:pt>
                <c:pt idx="2261">
                  <c:v>45138</c:v>
                </c:pt>
                <c:pt idx="2262">
                  <c:v>45139</c:v>
                </c:pt>
                <c:pt idx="2263">
                  <c:v>45140</c:v>
                </c:pt>
                <c:pt idx="2264">
                  <c:v>45141</c:v>
                </c:pt>
                <c:pt idx="2265">
                  <c:v>45142</c:v>
                </c:pt>
                <c:pt idx="2266">
                  <c:v>45145</c:v>
                </c:pt>
                <c:pt idx="2267">
                  <c:v>45146</c:v>
                </c:pt>
                <c:pt idx="2268">
                  <c:v>45147</c:v>
                </c:pt>
                <c:pt idx="2269">
                  <c:v>45148</c:v>
                </c:pt>
                <c:pt idx="2270">
                  <c:v>45149</c:v>
                </c:pt>
                <c:pt idx="2271">
                  <c:v>45152</c:v>
                </c:pt>
                <c:pt idx="2272">
                  <c:v>45153</c:v>
                </c:pt>
                <c:pt idx="2273">
                  <c:v>45154</c:v>
                </c:pt>
                <c:pt idx="2274">
                  <c:v>45155</c:v>
                </c:pt>
                <c:pt idx="2275">
                  <c:v>45156</c:v>
                </c:pt>
                <c:pt idx="2276">
                  <c:v>45159</c:v>
                </c:pt>
                <c:pt idx="2277">
                  <c:v>45160</c:v>
                </c:pt>
                <c:pt idx="2278">
                  <c:v>45161</c:v>
                </c:pt>
                <c:pt idx="2279">
                  <c:v>45162</c:v>
                </c:pt>
                <c:pt idx="2280">
                  <c:v>45163</c:v>
                </c:pt>
                <c:pt idx="2281">
                  <c:v>45166</c:v>
                </c:pt>
                <c:pt idx="2282">
                  <c:v>45167</c:v>
                </c:pt>
                <c:pt idx="2283">
                  <c:v>45168</c:v>
                </c:pt>
                <c:pt idx="2284">
                  <c:v>45169</c:v>
                </c:pt>
                <c:pt idx="2285">
                  <c:v>45170</c:v>
                </c:pt>
                <c:pt idx="2286">
                  <c:v>45173</c:v>
                </c:pt>
                <c:pt idx="2287">
                  <c:v>45174</c:v>
                </c:pt>
                <c:pt idx="2288">
                  <c:v>45175</c:v>
                </c:pt>
                <c:pt idx="2289">
                  <c:v>45177</c:v>
                </c:pt>
                <c:pt idx="2290">
                  <c:v>45180</c:v>
                </c:pt>
                <c:pt idx="2291">
                  <c:v>45181</c:v>
                </c:pt>
                <c:pt idx="2292">
                  <c:v>45182</c:v>
                </c:pt>
                <c:pt idx="2293">
                  <c:v>45183</c:v>
                </c:pt>
                <c:pt idx="2294">
                  <c:v>45184</c:v>
                </c:pt>
                <c:pt idx="2295">
                  <c:v>45187</c:v>
                </c:pt>
                <c:pt idx="2296">
                  <c:v>45188</c:v>
                </c:pt>
                <c:pt idx="2297">
                  <c:v>45189</c:v>
                </c:pt>
                <c:pt idx="2298">
                  <c:v>45190</c:v>
                </c:pt>
                <c:pt idx="2299">
                  <c:v>45191</c:v>
                </c:pt>
                <c:pt idx="2300">
                  <c:v>45194</c:v>
                </c:pt>
                <c:pt idx="2301">
                  <c:v>45195</c:v>
                </c:pt>
                <c:pt idx="2302">
                  <c:v>45196</c:v>
                </c:pt>
                <c:pt idx="2303">
                  <c:v>45197</c:v>
                </c:pt>
                <c:pt idx="2304">
                  <c:v>45198</c:v>
                </c:pt>
                <c:pt idx="2305">
                  <c:v>45201</c:v>
                </c:pt>
                <c:pt idx="2306">
                  <c:v>45202</c:v>
                </c:pt>
                <c:pt idx="2307">
                  <c:v>45203</c:v>
                </c:pt>
                <c:pt idx="2308">
                  <c:v>45204</c:v>
                </c:pt>
                <c:pt idx="2309">
                  <c:v>45205</c:v>
                </c:pt>
                <c:pt idx="2310">
                  <c:v>45208</c:v>
                </c:pt>
                <c:pt idx="2311">
                  <c:v>45209</c:v>
                </c:pt>
                <c:pt idx="2312">
                  <c:v>45210</c:v>
                </c:pt>
                <c:pt idx="2313">
                  <c:v>45212</c:v>
                </c:pt>
                <c:pt idx="2314">
                  <c:v>45215</c:v>
                </c:pt>
                <c:pt idx="2315">
                  <c:v>45216</c:v>
                </c:pt>
                <c:pt idx="2316">
                  <c:v>45217</c:v>
                </c:pt>
                <c:pt idx="2317">
                  <c:v>45218</c:v>
                </c:pt>
                <c:pt idx="2318">
                  <c:v>45219</c:v>
                </c:pt>
                <c:pt idx="2319">
                  <c:v>45222</c:v>
                </c:pt>
                <c:pt idx="2320">
                  <c:v>45223</c:v>
                </c:pt>
                <c:pt idx="2321">
                  <c:v>45224</c:v>
                </c:pt>
                <c:pt idx="2322">
                  <c:v>45225</c:v>
                </c:pt>
                <c:pt idx="2323">
                  <c:v>45226</c:v>
                </c:pt>
                <c:pt idx="2324">
                  <c:v>45229</c:v>
                </c:pt>
                <c:pt idx="2325">
                  <c:v>45230</c:v>
                </c:pt>
                <c:pt idx="2326">
                  <c:v>45231</c:v>
                </c:pt>
                <c:pt idx="2327">
                  <c:v>45233</c:v>
                </c:pt>
                <c:pt idx="2328">
                  <c:v>45236</c:v>
                </c:pt>
                <c:pt idx="2329">
                  <c:v>45237</c:v>
                </c:pt>
                <c:pt idx="2330">
                  <c:v>45238</c:v>
                </c:pt>
                <c:pt idx="2331">
                  <c:v>45239</c:v>
                </c:pt>
                <c:pt idx="2332">
                  <c:v>45240</c:v>
                </c:pt>
                <c:pt idx="2333">
                  <c:v>45243</c:v>
                </c:pt>
                <c:pt idx="2334">
                  <c:v>45244</c:v>
                </c:pt>
                <c:pt idx="2335">
                  <c:v>45246</c:v>
                </c:pt>
                <c:pt idx="2336">
                  <c:v>45247</c:v>
                </c:pt>
                <c:pt idx="2337">
                  <c:v>45250</c:v>
                </c:pt>
                <c:pt idx="2338">
                  <c:v>45251</c:v>
                </c:pt>
                <c:pt idx="2339">
                  <c:v>45252</c:v>
                </c:pt>
                <c:pt idx="2340">
                  <c:v>45253</c:v>
                </c:pt>
                <c:pt idx="2341">
                  <c:v>45254</c:v>
                </c:pt>
                <c:pt idx="2342">
                  <c:v>45257</c:v>
                </c:pt>
                <c:pt idx="2343">
                  <c:v>45258</c:v>
                </c:pt>
                <c:pt idx="2344">
                  <c:v>45259</c:v>
                </c:pt>
                <c:pt idx="2345">
                  <c:v>45260</c:v>
                </c:pt>
                <c:pt idx="2346">
                  <c:v>45261</c:v>
                </c:pt>
                <c:pt idx="2347">
                  <c:v>45264</c:v>
                </c:pt>
                <c:pt idx="2348">
                  <c:v>45265</c:v>
                </c:pt>
                <c:pt idx="2349">
                  <c:v>45266</c:v>
                </c:pt>
                <c:pt idx="2350">
                  <c:v>45267</c:v>
                </c:pt>
                <c:pt idx="2351">
                  <c:v>45268</c:v>
                </c:pt>
                <c:pt idx="2352">
                  <c:v>45271</c:v>
                </c:pt>
                <c:pt idx="2353">
                  <c:v>45272</c:v>
                </c:pt>
                <c:pt idx="2354">
                  <c:v>45273</c:v>
                </c:pt>
                <c:pt idx="2355">
                  <c:v>45274</c:v>
                </c:pt>
                <c:pt idx="2356">
                  <c:v>45275</c:v>
                </c:pt>
                <c:pt idx="2357">
                  <c:v>45278</c:v>
                </c:pt>
                <c:pt idx="2358">
                  <c:v>45279</c:v>
                </c:pt>
                <c:pt idx="2359">
                  <c:v>45280</c:v>
                </c:pt>
                <c:pt idx="2360">
                  <c:v>45281</c:v>
                </c:pt>
                <c:pt idx="2361">
                  <c:v>45282</c:v>
                </c:pt>
                <c:pt idx="2362">
                  <c:v>45286</c:v>
                </c:pt>
                <c:pt idx="2363">
                  <c:v>45287</c:v>
                </c:pt>
                <c:pt idx="2364">
                  <c:v>45288</c:v>
                </c:pt>
                <c:pt idx="2365">
                  <c:v>45293</c:v>
                </c:pt>
                <c:pt idx="2366">
                  <c:v>45294</c:v>
                </c:pt>
                <c:pt idx="2367">
                  <c:v>45295</c:v>
                </c:pt>
                <c:pt idx="2368">
                  <c:v>45296</c:v>
                </c:pt>
                <c:pt idx="2369">
                  <c:v>45299</c:v>
                </c:pt>
                <c:pt idx="2370">
                  <c:v>45300</c:v>
                </c:pt>
                <c:pt idx="2371">
                  <c:v>45301</c:v>
                </c:pt>
                <c:pt idx="2372">
                  <c:v>45302</c:v>
                </c:pt>
                <c:pt idx="2373">
                  <c:v>45303</c:v>
                </c:pt>
                <c:pt idx="2374">
                  <c:v>45306</c:v>
                </c:pt>
                <c:pt idx="2375">
                  <c:v>45307</c:v>
                </c:pt>
                <c:pt idx="2376">
                  <c:v>45308</c:v>
                </c:pt>
                <c:pt idx="2377">
                  <c:v>45309</c:v>
                </c:pt>
                <c:pt idx="2378">
                  <c:v>45310</c:v>
                </c:pt>
                <c:pt idx="2379">
                  <c:v>45313</c:v>
                </c:pt>
                <c:pt idx="2380">
                  <c:v>45314</c:v>
                </c:pt>
                <c:pt idx="2381">
                  <c:v>45315</c:v>
                </c:pt>
                <c:pt idx="2382">
                  <c:v>45316</c:v>
                </c:pt>
                <c:pt idx="2383">
                  <c:v>45317</c:v>
                </c:pt>
                <c:pt idx="2384">
                  <c:v>45320</c:v>
                </c:pt>
                <c:pt idx="2385">
                  <c:v>45321</c:v>
                </c:pt>
                <c:pt idx="2386">
                  <c:v>45322</c:v>
                </c:pt>
                <c:pt idx="2387">
                  <c:v>45323</c:v>
                </c:pt>
                <c:pt idx="2388">
                  <c:v>45324</c:v>
                </c:pt>
                <c:pt idx="2389">
                  <c:v>45327</c:v>
                </c:pt>
                <c:pt idx="2390">
                  <c:v>45328</c:v>
                </c:pt>
                <c:pt idx="2391">
                  <c:v>45329</c:v>
                </c:pt>
                <c:pt idx="2392">
                  <c:v>45330</c:v>
                </c:pt>
                <c:pt idx="2393">
                  <c:v>45331</c:v>
                </c:pt>
                <c:pt idx="2394">
                  <c:v>45336</c:v>
                </c:pt>
                <c:pt idx="2395">
                  <c:v>45337</c:v>
                </c:pt>
                <c:pt idx="2396">
                  <c:v>45338</c:v>
                </c:pt>
                <c:pt idx="2397">
                  <c:v>45341</c:v>
                </c:pt>
                <c:pt idx="2398">
                  <c:v>45342</c:v>
                </c:pt>
                <c:pt idx="2399">
                  <c:v>45343</c:v>
                </c:pt>
                <c:pt idx="2400">
                  <c:v>45344</c:v>
                </c:pt>
                <c:pt idx="2401">
                  <c:v>45345</c:v>
                </c:pt>
                <c:pt idx="2402">
                  <c:v>45348</c:v>
                </c:pt>
                <c:pt idx="2403">
                  <c:v>45349</c:v>
                </c:pt>
                <c:pt idx="2404">
                  <c:v>45350</c:v>
                </c:pt>
                <c:pt idx="2405">
                  <c:v>45351</c:v>
                </c:pt>
                <c:pt idx="2406">
                  <c:v>45352</c:v>
                </c:pt>
                <c:pt idx="2407">
                  <c:v>45355</c:v>
                </c:pt>
                <c:pt idx="2408">
                  <c:v>45356</c:v>
                </c:pt>
                <c:pt idx="2409">
                  <c:v>45357</c:v>
                </c:pt>
                <c:pt idx="2410">
                  <c:v>45358</c:v>
                </c:pt>
                <c:pt idx="2411">
                  <c:v>45359</c:v>
                </c:pt>
                <c:pt idx="2412">
                  <c:v>45362</c:v>
                </c:pt>
                <c:pt idx="2413">
                  <c:v>45363</c:v>
                </c:pt>
                <c:pt idx="2414">
                  <c:v>45364</c:v>
                </c:pt>
                <c:pt idx="2415">
                  <c:v>45365</c:v>
                </c:pt>
                <c:pt idx="2416">
                  <c:v>45366</c:v>
                </c:pt>
                <c:pt idx="2417">
                  <c:v>45369</c:v>
                </c:pt>
                <c:pt idx="2418">
                  <c:v>45370</c:v>
                </c:pt>
                <c:pt idx="2419">
                  <c:v>45371</c:v>
                </c:pt>
                <c:pt idx="2420">
                  <c:v>45372</c:v>
                </c:pt>
                <c:pt idx="2421">
                  <c:v>45373</c:v>
                </c:pt>
                <c:pt idx="2422">
                  <c:v>45376</c:v>
                </c:pt>
                <c:pt idx="2423">
                  <c:v>45377</c:v>
                </c:pt>
                <c:pt idx="2424">
                  <c:v>45378</c:v>
                </c:pt>
                <c:pt idx="2425">
                  <c:v>45379</c:v>
                </c:pt>
                <c:pt idx="2426">
                  <c:v>45383</c:v>
                </c:pt>
                <c:pt idx="2427">
                  <c:v>45384</c:v>
                </c:pt>
                <c:pt idx="2428">
                  <c:v>45385</c:v>
                </c:pt>
                <c:pt idx="2429">
                  <c:v>45386</c:v>
                </c:pt>
                <c:pt idx="2430">
                  <c:v>45387</c:v>
                </c:pt>
                <c:pt idx="2431">
                  <c:v>45390</c:v>
                </c:pt>
                <c:pt idx="2432">
                  <c:v>45391</c:v>
                </c:pt>
                <c:pt idx="2433">
                  <c:v>45392</c:v>
                </c:pt>
                <c:pt idx="2434">
                  <c:v>45393</c:v>
                </c:pt>
                <c:pt idx="2435">
                  <c:v>45394</c:v>
                </c:pt>
                <c:pt idx="2436">
                  <c:v>45397</c:v>
                </c:pt>
                <c:pt idx="2437">
                  <c:v>45398</c:v>
                </c:pt>
                <c:pt idx="2438">
                  <c:v>45399</c:v>
                </c:pt>
                <c:pt idx="2439">
                  <c:v>45400</c:v>
                </c:pt>
                <c:pt idx="2440">
                  <c:v>45401</c:v>
                </c:pt>
                <c:pt idx="2441">
                  <c:v>45404</c:v>
                </c:pt>
                <c:pt idx="2442">
                  <c:v>45405</c:v>
                </c:pt>
                <c:pt idx="2443">
                  <c:v>45406</c:v>
                </c:pt>
                <c:pt idx="2444">
                  <c:v>45407</c:v>
                </c:pt>
                <c:pt idx="2445">
                  <c:v>45408</c:v>
                </c:pt>
                <c:pt idx="2446">
                  <c:v>45411</c:v>
                </c:pt>
                <c:pt idx="2447">
                  <c:v>45412</c:v>
                </c:pt>
                <c:pt idx="2448">
                  <c:v>45414</c:v>
                </c:pt>
                <c:pt idx="2449">
                  <c:v>45415</c:v>
                </c:pt>
                <c:pt idx="2450">
                  <c:v>45418</c:v>
                </c:pt>
                <c:pt idx="2451">
                  <c:v>45419</c:v>
                </c:pt>
                <c:pt idx="2452">
                  <c:v>45420</c:v>
                </c:pt>
                <c:pt idx="2453">
                  <c:v>45421</c:v>
                </c:pt>
                <c:pt idx="2454">
                  <c:v>45422</c:v>
                </c:pt>
                <c:pt idx="2455">
                  <c:v>45425</c:v>
                </c:pt>
                <c:pt idx="2456">
                  <c:v>45426</c:v>
                </c:pt>
                <c:pt idx="2457">
                  <c:v>45427</c:v>
                </c:pt>
                <c:pt idx="2458">
                  <c:v>45428</c:v>
                </c:pt>
                <c:pt idx="2459">
                  <c:v>45429</c:v>
                </c:pt>
                <c:pt idx="2460">
                  <c:v>45432</c:v>
                </c:pt>
                <c:pt idx="2461">
                  <c:v>45433</c:v>
                </c:pt>
                <c:pt idx="2462">
                  <c:v>45434</c:v>
                </c:pt>
                <c:pt idx="2463">
                  <c:v>45435</c:v>
                </c:pt>
                <c:pt idx="2464">
                  <c:v>45436</c:v>
                </c:pt>
                <c:pt idx="2465">
                  <c:v>45439</c:v>
                </c:pt>
                <c:pt idx="2466">
                  <c:v>45440</c:v>
                </c:pt>
                <c:pt idx="2467">
                  <c:v>45441</c:v>
                </c:pt>
                <c:pt idx="2468">
                  <c:v>45443</c:v>
                </c:pt>
                <c:pt idx="2469">
                  <c:v>45446</c:v>
                </c:pt>
                <c:pt idx="2470">
                  <c:v>45447</c:v>
                </c:pt>
                <c:pt idx="2471">
                  <c:v>45448</c:v>
                </c:pt>
                <c:pt idx="2472">
                  <c:v>45449</c:v>
                </c:pt>
                <c:pt idx="2473">
                  <c:v>45450</c:v>
                </c:pt>
                <c:pt idx="2474">
                  <c:v>45453</c:v>
                </c:pt>
                <c:pt idx="2475">
                  <c:v>45454</c:v>
                </c:pt>
                <c:pt idx="2476">
                  <c:v>45455</c:v>
                </c:pt>
                <c:pt idx="2477">
                  <c:v>45456</c:v>
                </c:pt>
                <c:pt idx="2478">
                  <c:v>45457</c:v>
                </c:pt>
                <c:pt idx="2479">
                  <c:v>45460</c:v>
                </c:pt>
                <c:pt idx="2480">
                  <c:v>45461</c:v>
                </c:pt>
                <c:pt idx="2481">
                  <c:v>45462</c:v>
                </c:pt>
                <c:pt idx="2482">
                  <c:v>45463</c:v>
                </c:pt>
                <c:pt idx="2483">
                  <c:v>45464</c:v>
                </c:pt>
                <c:pt idx="2484">
                  <c:v>45467</c:v>
                </c:pt>
                <c:pt idx="2485">
                  <c:v>45468</c:v>
                </c:pt>
                <c:pt idx="2486">
                  <c:v>45469</c:v>
                </c:pt>
                <c:pt idx="2487">
                  <c:v>45470</c:v>
                </c:pt>
                <c:pt idx="2488">
                  <c:v>45471</c:v>
                </c:pt>
                <c:pt idx="2489">
                  <c:v>45474</c:v>
                </c:pt>
                <c:pt idx="2490">
                  <c:v>45475</c:v>
                </c:pt>
                <c:pt idx="2491">
                  <c:v>45476</c:v>
                </c:pt>
                <c:pt idx="2492">
                  <c:v>45477</c:v>
                </c:pt>
                <c:pt idx="2493">
                  <c:v>45478</c:v>
                </c:pt>
                <c:pt idx="2494">
                  <c:v>45481</c:v>
                </c:pt>
                <c:pt idx="2495">
                  <c:v>45482</c:v>
                </c:pt>
                <c:pt idx="2496">
                  <c:v>45483</c:v>
                </c:pt>
                <c:pt idx="2497">
                  <c:v>45484</c:v>
                </c:pt>
                <c:pt idx="2498">
                  <c:v>45485</c:v>
                </c:pt>
                <c:pt idx="2499">
                  <c:v>45488</c:v>
                </c:pt>
                <c:pt idx="2500">
                  <c:v>45489</c:v>
                </c:pt>
                <c:pt idx="2501">
                  <c:v>45490</c:v>
                </c:pt>
                <c:pt idx="2502">
                  <c:v>45491</c:v>
                </c:pt>
                <c:pt idx="2503">
                  <c:v>45492</c:v>
                </c:pt>
                <c:pt idx="2504">
                  <c:v>45495</c:v>
                </c:pt>
                <c:pt idx="2505">
                  <c:v>45496</c:v>
                </c:pt>
                <c:pt idx="2506">
                  <c:v>45497</c:v>
                </c:pt>
                <c:pt idx="2507">
                  <c:v>45498</c:v>
                </c:pt>
                <c:pt idx="2508">
                  <c:v>45499</c:v>
                </c:pt>
                <c:pt idx="2509">
                  <c:v>45502</c:v>
                </c:pt>
                <c:pt idx="2510">
                  <c:v>45503</c:v>
                </c:pt>
                <c:pt idx="2511">
                  <c:v>45504</c:v>
                </c:pt>
                <c:pt idx="2512">
                  <c:v>45505</c:v>
                </c:pt>
                <c:pt idx="2513">
                  <c:v>45506</c:v>
                </c:pt>
                <c:pt idx="2514">
                  <c:v>45509</c:v>
                </c:pt>
                <c:pt idx="2515">
                  <c:v>45510</c:v>
                </c:pt>
                <c:pt idx="2516">
                  <c:v>45511</c:v>
                </c:pt>
                <c:pt idx="2517">
                  <c:v>45512</c:v>
                </c:pt>
                <c:pt idx="2518">
                  <c:v>45513</c:v>
                </c:pt>
                <c:pt idx="2519">
                  <c:v>45516</c:v>
                </c:pt>
                <c:pt idx="2520">
                  <c:v>45517</c:v>
                </c:pt>
                <c:pt idx="2521">
                  <c:v>45518</c:v>
                </c:pt>
                <c:pt idx="2522">
                  <c:v>45519</c:v>
                </c:pt>
                <c:pt idx="2523">
                  <c:v>45520</c:v>
                </c:pt>
                <c:pt idx="2524">
                  <c:v>45523</c:v>
                </c:pt>
                <c:pt idx="2525">
                  <c:v>45524</c:v>
                </c:pt>
                <c:pt idx="2526">
                  <c:v>45525</c:v>
                </c:pt>
                <c:pt idx="2527">
                  <c:v>45526</c:v>
                </c:pt>
                <c:pt idx="2528">
                  <c:v>45527</c:v>
                </c:pt>
                <c:pt idx="2529">
                  <c:v>45530</c:v>
                </c:pt>
                <c:pt idx="2530">
                  <c:v>45531</c:v>
                </c:pt>
                <c:pt idx="2531">
                  <c:v>45532</c:v>
                </c:pt>
                <c:pt idx="2532">
                  <c:v>45533</c:v>
                </c:pt>
                <c:pt idx="2533">
                  <c:v>45534</c:v>
                </c:pt>
                <c:pt idx="2534">
                  <c:v>45537</c:v>
                </c:pt>
                <c:pt idx="2535">
                  <c:v>45538</c:v>
                </c:pt>
                <c:pt idx="2536">
                  <c:v>45539</c:v>
                </c:pt>
                <c:pt idx="2537">
                  <c:v>45540</c:v>
                </c:pt>
                <c:pt idx="2538">
                  <c:v>45541</c:v>
                </c:pt>
                <c:pt idx="2539">
                  <c:v>45544</c:v>
                </c:pt>
                <c:pt idx="2540">
                  <c:v>45545</c:v>
                </c:pt>
                <c:pt idx="2541">
                  <c:v>45546</c:v>
                </c:pt>
                <c:pt idx="2542">
                  <c:v>45547</c:v>
                </c:pt>
                <c:pt idx="2543">
                  <c:v>45548</c:v>
                </c:pt>
                <c:pt idx="2544">
                  <c:v>45551</c:v>
                </c:pt>
                <c:pt idx="2545">
                  <c:v>45552</c:v>
                </c:pt>
                <c:pt idx="2546">
                  <c:v>45553</c:v>
                </c:pt>
                <c:pt idx="2547">
                  <c:v>45554</c:v>
                </c:pt>
                <c:pt idx="2548">
                  <c:v>45555</c:v>
                </c:pt>
                <c:pt idx="2549">
                  <c:v>45558</c:v>
                </c:pt>
                <c:pt idx="2550">
                  <c:v>45559</c:v>
                </c:pt>
                <c:pt idx="2551">
                  <c:v>45560</c:v>
                </c:pt>
                <c:pt idx="2552">
                  <c:v>45561</c:v>
                </c:pt>
                <c:pt idx="2553">
                  <c:v>45562</c:v>
                </c:pt>
                <c:pt idx="2554">
                  <c:v>45565</c:v>
                </c:pt>
                <c:pt idx="2555">
                  <c:v>45566</c:v>
                </c:pt>
                <c:pt idx="2556">
                  <c:v>45567</c:v>
                </c:pt>
                <c:pt idx="2557">
                  <c:v>45568</c:v>
                </c:pt>
                <c:pt idx="2558">
                  <c:v>45569</c:v>
                </c:pt>
                <c:pt idx="2559">
                  <c:v>45572</c:v>
                </c:pt>
                <c:pt idx="2560">
                  <c:v>45573</c:v>
                </c:pt>
                <c:pt idx="2561">
                  <c:v>45574</c:v>
                </c:pt>
                <c:pt idx="2562">
                  <c:v>45575</c:v>
                </c:pt>
                <c:pt idx="2563">
                  <c:v>45576</c:v>
                </c:pt>
                <c:pt idx="2564">
                  <c:v>45579</c:v>
                </c:pt>
                <c:pt idx="2565">
                  <c:v>45580</c:v>
                </c:pt>
                <c:pt idx="2566">
                  <c:v>45581</c:v>
                </c:pt>
                <c:pt idx="2567">
                  <c:v>45582</c:v>
                </c:pt>
                <c:pt idx="2568">
                  <c:v>45583</c:v>
                </c:pt>
                <c:pt idx="2569">
                  <c:v>45586</c:v>
                </c:pt>
                <c:pt idx="2570">
                  <c:v>45587</c:v>
                </c:pt>
                <c:pt idx="2571">
                  <c:v>45588</c:v>
                </c:pt>
                <c:pt idx="2572">
                  <c:v>45589</c:v>
                </c:pt>
                <c:pt idx="2573">
                  <c:v>45590</c:v>
                </c:pt>
                <c:pt idx="2574">
                  <c:v>45593</c:v>
                </c:pt>
                <c:pt idx="2575">
                  <c:v>45594</c:v>
                </c:pt>
                <c:pt idx="2576">
                  <c:v>45595</c:v>
                </c:pt>
                <c:pt idx="2577">
                  <c:v>45596</c:v>
                </c:pt>
                <c:pt idx="2578">
                  <c:v>45597</c:v>
                </c:pt>
                <c:pt idx="2579">
                  <c:v>45600</c:v>
                </c:pt>
                <c:pt idx="2580">
                  <c:v>45601</c:v>
                </c:pt>
                <c:pt idx="2581">
                  <c:v>45602</c:v>
                </c:pt>
                <c:pt idx="2582">
                  <c:v>45603</c:v>
                </c:pt>
                <c:pt idx="2583">
                  <c:v>45604</c:v>
                </c:pt>
                <c:pt idx="2584">
                  <c:v>45607</c:v>
                </c:pt>
                <c:pt idx="2585">
                  <c:v>45608</c:v>
                </c:pt>
                <c:pt idx="2586">
                  <c:v>45609</c:v>
                </c:pt>
                <c:pt idx="2587">
                  <c:v>45610</c:v>
                </c:pt>
                <c:pt idx="2588">
                  <c:v>45614</c:v>
                </c:pt>
                <c:pt idx="2589">
                  <c:v>45615</c:v>
                </c:pt>
                <c:pt idx="2590">
                  <c:v>45617</c:v>
                </c:pt>
                <c:pt idx="2591">
                  <c:v>45618</c:v>
                </c:pt>
                <c:pt idx="2592">
                  <c:v>45621</c:v>
                </c:pt>
                <c:pt idx="2593">
                  <c:v>45622</c:v>
                </c:pt>
                <c:pt idx="2594">
                  <c:v>45623</c:v>
                </c:pt>
                <c:pt idx="2595">
                  <c:v>45624</c:v>
                </c:pt>
                <c:pt idx="2596">
                  <c:v>45625</c:v>
                </c:pt>
                <c:pt idx="2597">
                  <c:v>45628</c:v>
                </c:pt>
                <c:pt idx="2598">
                  <c:v>45629</c:v>
                </c:pt>
                <c:pt idx="2599">
                  <c:v>45630</c:v>
                </c:pt>
                <c:pt idx="2600">
                  <c:v>45631</c:v>
                </c:pt>
                <c:pt idx="2601">
                  <c:v>45632</c:v>
                </c:pt>
                <c:pt idx="2602">
                  <c:v>45635</c:v>
                </c:pt>
                <c:pt idx="2603">
                  <c:v>45636</c:v>
                </c:pt>
                <c:pt idx="2604">
                  <c:v>45637</c:v>
                </c:pt>
                <c:pt idx="2605">
                  <c:v>45638</c:v>
                </c:pt>
                <c:pt idx="2606">
                  <c:v>45639</c:v>
                </c:pt>
                <c:pt idx="2607">
                  <c:v>45642</c:v>
                </c:pt>
                <c:pt idx="2608">
                  <c:v>45643</c:v>
                </c:pt>
                <c:pt idx="2609">
                  <c:v>45644</c:v>
                </c:pt>
                <c:pt idx="2610">
                  <c:v>45645</c:v>
                </c:pt>
                <c:pt idx="2611">
                  <c:v>45646</c:v>
                </c:pt>
                <c:pt idx="2612">
                  <c:v>45649</c:v>
                </c:pt>
                <c:pt idx="2613">
                  <c:v>45652</c:v>
                </c:pt>
                <c:pt idx="2614">
                  <c:v>45653</c:v>
                </c:pt>
                <c:pt idx="2615">
                  <c:v>45656</c:v>
                </c:pt>
                <c:pt idx="2616">
                  <c:v>45659</c:v>
                </c:pt>
                <c:pt idx="2617">
                  <c:v>45660</c:v>
                </c:pt>
                <c:pt idx="2618">
                  <c:v>45663</c:v>
                </c:pt>
                <c:pt idx="2619">
                  <c:v>45664</c:v>
                </c:pt>
                <c:pt idx="2620">
                  <c:v>45665</c:v>
                </c:pt>
                <c:pt idx="2621">
                  <c:v>45666</c:v>
                </c:pt>
                <c:pt idx="2622">
                  <c:v>45667</c:v>
                </c:pt>
                <c:pt idx="2623">
                  <c:v>45670</c:v>
                </c:pt>
                <c:pt idx="2624">
                  <c:v>45671</c:v>
                </c:pt>
                <c:pt idx="2625">
                  <c:v>45672</c:v>
                </c:pt>
                <c:pt idx="2626">
                  <c:v>45673</c:v>
                </c:pt>
                <c:pt idx="2627">
                  <c:v>45674</c:v>
                </c:pt>
                <c:pt idx="2628">
                  <c:v>45677</c:v>
                </c:pt>
                <c:pt idx="2629">
                  <c:v>45678</c:v>
                </c:pt>
                <c:pt idx="2630">
                  <c:v>45679</c:v>
                </c:pt>
                <c:pt idx="2631">
                  <c:v>45680</c:v>
                </c:pt>
                <c:pt idx="2632">
                  <c:v>45681</c:v>
                </c:pt>
                <c:pt idx="2633">
                  <c:v>45684</c:v>
                </c:pt>
                <c:pt idx="2634">
                  <c:v>45685</c:v>
                </c:pt>
                <c:pt idx="2635">
                  <c:v>45686</c:v>
                </c:pt>
                <c:pt idx="2636">
                  <c:v>45687</c:v>
                </c:pt>
                <c:pt idx="2637">
                  <c:v>45688</c:v>
                </c:pt>
                <c:pt idx="2638">
                  <c:v>45691</c:v>
                </c:pt>
                <c:pt idx="2639">
                  <c:v>45692</c:v>
                </c:pt>
                <c:pt idx="2640">
                  <c:v>45693</c:v>
                </c:pt>
                <c:pt idx="2641">
                  <c:v>45694</c:v>
                </c:pt>
                <c:pt idx="2642">
                  <c:v>45695</c:v>
                </c:pt>
                <c:pt idx="2643">
                  <c:v>45698</c:v>
                </c:pt>
                <c:pt idx="2644">
                  <c:v>45699</c:v>
                </c:pt>
                <c:pt idx="2645">
                  <c:v>45700</c:v>
                </c:pt>
                <c:pt idx="2646">
                  <c:v>45701</c:v>
                </c:pt>
                <c:pt idx="2647">
                  <c:v>45702</c:v>
                </c:pt>
                <c:pt idx="2648">
                  <c:v>45705</c:v>
                </c:pt>
                <c:pt idx="2649">
                  <c:v>45706</c:v>
                </c:pt>
                <c:pt idx="2650">
                  <c:v>45707</c:v>
                </c:pt>
                <c:pt idx="2651">
                  <c:v>45708</c:v>
                </c:pt>
                <c:pt idx="2652">
                  <c:v>45709</c:v>
                </c:pt>
                <c:pt idx="2653">
                  <c:v>45712</c:v>
                </c:pt>
                <c:pt idx="2654">
                  <c:v>45713</c:v>
                </c:pt>
                <c:pt idx="2655">
                  <c:v>45714</c:v>
                </c:pt>
                <c:pt idx="2656">
                  <c:v>45715</c:v>
                </c:pt>
                <c:pt idx="2657">
                  <c:v>45716</c:v>
                </c:pt>
                <c:pt idx="2658">
                  <c:v>45721</c:v>
                </c:pt>
                <c:pt idx="2659">
                  <c:v>45722</c:v>
                </c:pt>
                <c:pt idx="2660">
                  <c:v>45723</c:v>
                </c:pt>
                <c:pt idx="2661">
                  <c:v>45726</c:v>
                </c:pt>
                <c:pt idx="2662">
                  <c:v>45727</c:v>
                </c:pt>
                <c:pt idx="2663">
                  <c:v>45728</c:v>
                </c:pt>
                <c:pt idx="2664">
                  <c:v>45729</c:v>
                </c:pt>
                <c:pt idx="2665">
                  <c:v>45730</c:v>
                </c:pt>
                <c:pt idx="2666">
                  <c:v>45733</c:v>
                </c:pt>
                <c:pt idx="2667">
                  <c:v>45734</c:v>
                </c:pt>
                <c:pt idx="2668">
                  <c:v>45735</c:v>
                </c:pt>
                <c:pt idx="2669">
                  <c:v>45736</c:v>
                </c:pt>
                <c:pt idx="2670">
                  <c:v>45737</c:v>
                </c:pt>
                <c:pt idx="2671">
                  <c:v>45740</c:v>
                </c:pt>
                <c:pt idx="2672">
                  <c:v>45741</c:v>
                </c:pt>
                <c:pt idx="2673">
                  <c:v>45742</c:v>
                </c:pt>
                <c:pt idx="2674">
                  <c:v>45743</c:v>
                </c:pt>
                <c:pt idx="2675">
                  <c:v>45744</c:v>
                </c:pt>
                <c:pt idx="2676">
                  <c:v>45747</c:v>
                </c:pt>
                <c:pt idx="2677">
                  <c:v>45748</c:v>
                </c:pt>
                <c:pt idx="2678">
                  <c:v>45749</c:v>
                </c:pt>
                <c:pt idx="2679">
                  <c:v>45750</c:v>
                </c:pt>
                <c:pt idx="2680">
                  <c:v>45751</c:v>
                </c:pt>
                <c:pt idx="2681">
                  <c:v>45754</c:v>
                </c:pt>
                <c:pt idx="2682">
                  <c:v>45755</c:v>
                </c:pt>
                <c:pt idx="2683">
                  <c:v>45756</c:v>
                </c:pt>
                <c:pt idx="2684">
                  <c:v>45757</c:v>
                </c:pt>
                <c:pt idx="2685">
                  <c:v>45758</c:v>
                </c:pt>
                <c:pt idx="2686">
                  <c:v>45761</c:v>
                </c:pt>
                <c:pt idx="2687">
                  <c:v>45762</c:v>
                </c:pt>
                <c:pt idx="2688">
                  <c:v>45763</c:v>
                </c:pt>
                <c:pt idx="2689">
                  <c:v>45764</c:v>
                </c:pt>
                <c:pt idx="2690">
                  <c:v>45769</c:v>
                </c:pt>
                <c:pt idx="2691">
                  <c:v>45770</c:v>
                </c:pt>
                <c:pt idx="2692">
                  <c:v>45771</c:v>
                </c:pt>
                <c:pt idx="2693">
                  <c:v>45772</c:v>
                </c:pt>
                <c:pt idx="2694">
                  <c:v>45775</c:v>
                </c:pt>
                <c:pt idx="2695">
                  <c:v>45776</c:v>
                </c:pt>
                <c:pt idx="2696">
                  <c:v>45777</c:v>
                </c:pt>
                <c:pt idx="2697">
                  <c:v>45779</c:v>
                </c:pt>
                <c:pt idx="2698">
                  <c:v>45782</c:v>
                </c:pt>
                <c:pt idx="2699">
                  <c:v>45783</c:v>
                </c:pt>
                <c:pt idx="2700">
                  <c:v>45784</c:v>
                </c:pt>
                <c:pt idx="2701">
                  <c:v>45785</c:v>
                </c:pt>
                <c:pt idx="2702">
                  <c:v>45786</c:v>
                </c:pt>
                <c:pt idx="2703">
                  <c:v>45789</c:v>
                </c:pt>
                <c:pt idx="2704">
                  <c:v>45790</c:v>
                </c:pt>
                <c:pt idx="2705">
                  <c:v>45791</c:v>
                </c:pt>
                <c:pt idx="2706">
                  <c:v>45792</c:v>
                </c:pt>
                <c:pt idx="2707">
                  <c:v>45793</c:v>
                </c:pt>
                <c:pt idx="2708">
                  <c:v>45796</c:v>
                </c:pt>
                <c:pt idx="2709">
                  <c:v>45797</c:v>
                </c:pt>
                <c:pt idx="2710">
                  <c:v>45798</c:v>
                </c:pt>
                <c:pt idx="2711">
                  <c:v>45799</c:v>
                </c:pt>
                <c:pt idx="2712">
                  <c:v>45800</c:v>
                </c:pt>
                <c:pt idx="2713">
                  <c:v>45803</c:v>
                </c:pt>
                <c:pt idx="2714">
                  <c:v>45804</c:v>
                </c:pt>
                <c:pt idx="2715">
                  <c:v>45805</c:v>
                </c:pt>
                <c:pt idx="2716">
                  <c:v>45806</c:v>
                </c:pt>
                <c:pt idx="2717">
                  <c:v>45807</c:v>
                </c:pt>
                <c:pt idx="2718">
                  <c:v>45810</c:v>
                </c:pt>
                <c:pt idx="2719">
                  <c:v>45811</c:v>
                </c:pt>
                <c:pt idx="2720">
                  <c:v>45812</c:v>
                </c:pt>
                <c:pt idx="2721">
                  <c:v>45813</c:v>
                </c:pt>
                <c:pt idx="2722">
                  <c:v>45814</c:v>
                </c:pt>
                <c:pt idx="2723">
                  <c:v>45817</c:v>
                </c:pt>
                <c:pt idx="2724">
                  <c:v>45818</c:v>
                </c:pt>
                <c:pt idx="2725">
                  <c:v>45819</c:v>
                </c:pt>
                <c:pt idx="2726">
                  <c:v>45820</c:v>
                </c:pt>
                <c:pt idx="2727">
                  <c:v>45821</c:v>
                </c:pt>
                <c:pt idx="2728">
                  <c:v>45824</c:v>
                </c:pt>
                <c:pt idx="2729">
                  <c:v>45825</c:v>
                </c:pt>
                <c:pt idx="2730">
                  <c:v>45826</c:v>
                </c:pt>
                <c:pt idx="2731">
                  <c:v>45828</c:v>
                </c:pt>
                <c:pt idx="2732">
                  <c:v>45831</c:v>
                </c:pt>
                <c:pt idx="2733">
                  <c:v>45832</c:v>
                </c:pt>
                <c:pt idx="2734">
                  <c:v>45833</c:v>
                </c:pt>
                <c:pt idx="2735">
                  <c:v>45834</c:v>
                </c:pt>
                <c:pt idx="2736">
                  <c:v>45835</c:v>
                </c:pt>
                <c:pt idx="2737">
                  <c:v>45838</c:v>
                </c:pt>
                <c:pt idx="2738">
                  <c:v>45839</c:v>
                </c:pt>
                <c:pt idx="2739">
                  <c:v>45840</c:v>
                </c:pt>
                <c:pt idx="2740">
                  <c:v>45841</c:v>
                </c:pt>
                <c:pt idx="2741">
                  <c:v>45842</c:v>
                </c:pt>
                <c:pt idx="2742">
                  <c:v>45845</c:v>
                </c:pt>
                <c:pt idx="2743">
                  <c:v>45846</c:v>
                </c:pt>
                <c:pt idx="2744">
                  <c:v>45847</c:v>
                </c:pt>
                <c:pt idx="2745">
                  <c:v>45848</c:v>
                </c:pt>
                <c:pt idx="2746">
                  <c:v>45849</c:v>
                </c:pt>
                <c:pt idx="2747">
                  <c:v>45852</c:v>
                </c:pt>
                <c:pt idx="2748">
                  <c:v>45853</c:v>
                </c:pt>
                <c:pt idx="2749">
                  <c:v>45854</c:v>
                </c:pt>
                <c:pt idx="2750">
                  <c:v>45855</c:v>
                </c:pt>
                <c:pt idx="2751">
                  <c:v>45856</c:v>
                </c:pt>
                <c:pt idx="2752">
                  <c:v>45859</c:v>
                </c:pt>
                <c:pt idx="2753">
                  <c:v>45860</c:v>
                </c:pt>
                <c:pt idx="2754">
                  <c:v>45861</c:v>
                </c:pt>
                <c:pt idx="2755">
                  <c:v>45862</c:v>
                </c:pt>
                <c:pt idx="2756">
                  <c:v>45863</c:v>
                </c:pt>
                <c:pt idx="2757">
                  <c:v>45866</c:v>
                </c:pt>
                <c:pt idx="2758">
                  <c:v>45867</c:v>
                </c:pt>
                <c:pt idx="2759">
                  <c:v>45868</c:v>
                </c:pt>
                <c:pt idx="2760">
                  <c:v>45869</c:v>
                </c:pt>
                <c:pt idx="2761">
                  <c:v>45870</c:v>
                </c:pt>
                <c:pt idx="2762">
                  <c:v>45873</c:v>
                </c:pt>
                <c:pt idx="2763">
                  <c:v>45874</c:v>
                </c:pt>
                <c:pt idx="2764">
                  <c:v>45875</c:v>
                </c:pt>
                <c:pt idx="2765">
                  <c:v>45876</c:v>
                </c:pt>
                <c:pt idx="2766">
                  <c:v>45877</c:v>
                </c:pt>
                <c:pt idx="2767">
                  <c:v>45880</c:v>
                </c:pt>
                <c:pt idx="2768">
                  <c:v>45881</c:v>
                </c:pt>
                <c:pt idx="2769">
                  <c:v>45882</c:v>
                </c:pt>
                <c:pt idx="2770">
                  <c:v>45883</c:v>
                </c:pt>
                <c:pt idx="2771">
                  <c:v>45884</c:v>
                </c:pt>
                <c:pt idx="2772">
                  <c:v>45887</c:v>
                </c:pt>
                <c:pt idx="2773">
                  <c:v>45888</c:v>
                </c:pt>
                <c:pt idx="2774">
                  <c:v>45889</c:v>
                </c:pt>
                <c:pt idx="2775">
                  <c:v>45890</c:v>
                </c:pt>
                <c:pt idx="2776">
                  <c:v>45891</c:v>
                </c:pt>
                <c:pt idx="2777">
                  <c:v>45894</c:v>
                </c:pt>
                <c:pt idx="2778">
                  <c:v>45895</c:v>
                </c:pt>
                <c:pt idx="2779">
                  <c:v>45896</c:v>
                </c:pt>
                <c:pt idx="2780">
                  <c:v>45897</c:v>
                </c:pt>
                <c:pt idx="2781">
                  <c:v>45898</c:v>
                </c:pt>
                <c:pt idx="2782">
                  <c:v>45901</c:v>
                </c:pt>
                <c:pt idx="2783">
                  <c:v>45902</c:v>
                </c:pt>
                <c:pt idx="2784">
                  <c:v>45903</c:v>
                </c:pt>
                <c:pt idx="2785">
                  <c:v>45904</c:v>
                </c:pt>
                <c:pt idx="2786">
                  <c:v>45905</c:v>
                </c:pt>
                <c:pt idx="2787">
                  <c:v>45908</c:v>
                </c:pt>
                <c:pt idx="2788">
                  <c:v>45909</c:v>
                </c:pt>
                <c:pt idx="2789">
                  <c:v>45910</c:v>
                </c:pt>
                <c:pt idx="2790">
                  <c:v>45911</c:v>
                </c:pt>
                <c:pt idx="2791">
                  <c:v>45912</c:v>
                </c:pt>
                <c:pt idx="2792">
                  <c:v>45915</c:v>
                </c:pt>
                <c:pt idx="2793">
                  <c:v>45916</c:v>
                </c:pt>
                <c:pt idx="2794">
                  <c:v>45917</c:v>
                </c:pt>
                <c:pt idx="2795">
                  <c:v>45918</c:v>
                </c:pt>
                <c:pt idx="2796">
                  <c:v>45919</c:v>
                </c:pt>
                <c:pt idx="2797">
                  <c:v>45922</c:v>
                </c:pt>
                <c:pt idx="2798">
                  <c:v>45923</c:v>
                </c:pt>
                <c:pt idx="2799">
                  <c:v>45924</c:v>
                </c:pt>
                <c:pt idx="2800">
                  <c:v>45925</c:v>
                </c:pt>
                <c:pt idx="2801">
                  <c:v>45926</c:v>
                </c:pt>
                <c:pt idx="2802">
                  <c:v>45929</c:v>
                </c:pt>
                <c:pt idx="2803">
                  <c:v>45930</c:v>
                </c:pt>
                <c:pt idx="2804">
                  <c:v>45931</c:v>
                </c:pt>
                <c:pt idx="2805">
                  <c:v>45932</c:v>
                </c:pt>
                <c:pt idx="2806">
                  <c:v>45933</c:v>
                </c:pt>
                <c:pt idx="2807">
                  <c:v>45936</c:v>
                </c:pt>
                <c:pt idx="2808">
                  <c:v>45937</c:v>
                </c:pt>
                <c:pt idx="2809">
                  <c:v>45938</c:v>
                </c:pt>
                <c:pt idx="2810">
                  <c:v>45939</c:v>
                </c:pt>
                <c:pt idx="2811">
                  <c:v>45940</c:v>
                </c:pt>
                <c:pt idx="2812">
                  <c:v>45943</c:v>
                </c:pt>
                <c:pt idx="2813">
                  <c:v>45944</c:v>
                </c:pt>
                <c:pt idx="2814">
                  <c:v>45945</c:v>
                </c:pt>
                <c:pt idx="2815">
                  <c:v>45946</c:v>
                </c:pt>
                <c:pt idx="2816">
                  <c:v>45947</c:v>
                </c:pt>
                <c:pt idx="2817">
                  <c:v>45950</c:v>
                </c:pt>
                <c:pt idx="2818">
                  <c:v>45951</c:v>
                </c:pt>
                <c:pt idx="2819">
                  <c:v>45952</c:v>
                </c:pt>
                <c:pt idx="2820">
                  <c:v>45953</c:v>
                </c:pt>
                <c:pt idx="2821">
                  <c:v>45954</c:v>
                </c:pt>
                <c:pt idx="2822">
                  <c:v>45957</c:v>
                </c:pt>
                <c:pt idx="2823">
                  <c:v>45958</c:v>
                </c:pt>
                <c:pt idx="2824">
                  <c:v>45959</c:v>
                </c:pt>
                <c:pt idx="2825">
                  <c:v>45960</c:v>
                </c:pt>
                <c:pt idx="2826">
                  <c:v>45961</c:v>
                </c:pt>
                <c:pt idx="2827">
                  <c:v>45964</c:v>
                </c:pt>
                <c:pt idx="2828">
                  <c:v>45965</c:v>
                </c:pt>
                <c:pt idx="2829">
                  <c:v>45966</c:v>
                </c:pt>
                <c:pt idx="2830">
                  <c:v>45967</c:v>
                </c:pt>
                <c:pt idx="2831">
                  <c:v>45968</c:v>
                </c:pt>
                <c:pt idx="2832">
                  <c:v>45971</c:v>
                </c:pt>
                <c:pt idx="2833">
                  <c:v>45972</c:v>
                </c:pt>
                <c:pt idx="2834">
                  <c:v>45973</c:v>
                </c:pt>
                <c:pt idx="2835">
                  <c:v>45974</c:v>
                </c:pt>
                <c:pt idx="2836">
                  <c:v>45975</c:v>
                </c:pt>
                <c:pt idx="2837">
                  <c:v>45978</c:v>
                </c:pt>
                <c:pt idx="2838">
                  <c:v>45979</c:v>
                </c:pt>
                <c:pt idx="2839">
                  <c:v>45980</c:v>
                </c:pt>
                <c:pt idx="2840">
                  <c:v>45982</c:v>
                </c:pt>
                <c:pt idx="2841">
                  <c:v>45985</c:v>
                </c:pt>
                <c:pt idx="2842">
                  <c:v>45986</c:v>
                </c:pt>
                <c:pt idx="2843">
                  <c:v>45987</c:v>
                </c:pt>
                <c:pt idx="2844">
                  <c:v>45988</c:v>
                </c:pt>
                <c:pt idx="2845">
                  <c:v>45989</c:v>
                </c:pt>
                <c:pt idx="2846">
                  <c:v>45992</c:v>
                </c:pt>
                <c:pt idx="2847">
                  <c:v>45993</c:v>
                </c:pt>
                <c:pt idx="2848">
                  <c:v>45994</c:v>
                </c:pt>
                <c:pt idx="2849">
                  <c:v>45995</c:v>
                </c:pt>
                <c:pt idx="2850">
                  <c:v>45996</c:v>
                </c:pt>
                <c:pt idx="2851">
                  <c:v>45999</c:v>
                </c:pt>
                <c:pt idx="2852">
                  <c:v>46000</c:v>
                </c:pt>
                <c:pt idx="2853">
                  <c:v>46001</c:v>
                </c:pt>
                <c:pt idx="2854">
                  <c:v>46002</c:v>
                </c:pt>
                <c:pt idx="2855">
                  <c:v>46003</c:v>
                </c:pt>
                <c:pt idx="2856">
                  <c:v>46006</c:v>
                </c:pt>
                <c:pt idx="2857">
                  <c:v>46007</c:v>
                </c:pt>
                <c:pt idx="2858">
                  <c:v>46008</c:v>
                </c:pt>
                <c:pt idx="2859">
                  <c:v>46009</c:v>
                </c:pt>
                <c:pt idx="2860">
                  <c:v>46010</c:v>
                </c:pt>
                <c:pt idx="2861">
                  <c:v>46013</c:v>
                </c:pt>
                <c:pt idx="2862">
                  <c:v>46014</c:v>
                </c:pt>
                <c:pt idx="2863">
                  <c:v>46017</c:v>
                </c:pt>
                <c:pt idx="2864">
                  <c:v>46020</c:v>
                </c:pt>
                <c:pt idx="2865">
                  <c:v>46021</c:v>
                </c:pt>
                <c:pt idx="2866">
                  <c:v>46024</c:v>
                </c:pt>
                <c:pt idx="2867">
                  <c:v>46027</c:v>
                </c:pt>
                <c:pt idx="2868">
                  <c:v>46028</c:v>
                </c:pt>
                <c:pt idx="2869">
                  <c:v>46029</c:v>
                </c:pt>
                <c:pt idx="2870">
                  <c:v>46030</c:v>
                </c:pt>
                <c:pt idx="2871">
                  <c:v>46031</c:v>
                </c:pt>
                <c:pt idx="2872">
                  <c:v>46034</c:v>
                </c:pt>
                <c:pt idx="2873">
                  <c:v>46035</c:v>
                </c:pt>
                <c:pt idx="2874">
                  <c:v>46036</c:v>
                </c:pt>
                <c:pt idx="2875">
                  <c:v>46037</c:v>
                </c:pt>
                <c:pt idx="2876">
                  <c:v>46038</c:v>
                </c:pt>
                <c:pt idx="2877">
                  <c:v>46041</c:v>
                </c:pt>
                <c:pt idx="2878">
                  <c:v>46042</c:v>
                </c:pt>
                <c:pt idx="2879">
                  <c:v>46043</c:v>
                </c:pt>
                <c:pt idx="2880">
                  <c:v>46044</c:v>
                </c:pt>
                <c:pt idx="2881">
                  <c:v>46045</c:v>
                </c:pt>
                <c:pt idx="2882">
                  <c:v>46048</c:v>
                </c:pt>
                <c:pt idx="2883">
                  <c:v>46049</c:v>
                </c:pt>
                <c:pt idx="2884">
                  <c:v>46050</c:v>
                </c:pt>
                <c:pt idx="2885">
                  <c:v>46051</c:v>
                </c:pt>
                <c:pt idx="2886">
                  <c:v>46052</c:v>
                </c:pt>
                <c:pt idx="2887">
                  <c:v>46055</c:v>
                </c:pt>
                <c:pt idx="2888">
                  <c:v>46056</c:v>
                </c:pt>
                <c:pt idx="2889">
                  <c:v>46057</c:v>
                </c:pt>
                <c:pt idx="2890">
                  <c:v>46058</c:v>
                </c:pt>
                <c:pt idx="2891">
                  <c:v>46059</c:v>
                </c:pt>
                <c:pt idx="2892">
                  <c:v>46062</c:v>
                </c:pt>
                <c:pt idx="2893">
                  <c:v>46063</c:v>
                </c:pt>
                <c:pt idx="2894">
                  <c:v>46064</c:v>
                </c:pt>
                <c:pt idx="2895">
                  <c:v>46065</c:v>
                </c:pt>
                <c:pt idx="2896">
                  <c:v>46066</c:v>
                </c:pt>
                <c:pt idx="2897">
                  <c:v>46071</c:v>
                </c:pt>
                <c:pt idx="2898">
                  <c:v>46072</c:v>
                </c:pt>
                <c:pt idx="2899">
                  <c:v>46073</c:v>
                </c:pt>
                <c:pt idx="2900">
                  <c:v>46076</c:v>
                </c:pt>
                <c:pt idx="2901">
                  <c:v>46077</c:v>
                </c:pt>
                <c:pt idx="2902">
                  <c:v>46078</c:v>
                </c:pt>
                <c:pt idx="2903">
                  <c:v>46079</c:v>
                </c:pt>
                <c:pt idx="2904">
                  <c:v>46080</c:v>
                </c:pt>
                <c:pt idx="2905">
                  <c:v>46083</c:v>
                </c:pt>
                <c:pt idx="2906">
                  <c:v>46084</c:v>
                </c:pt>
                <c:pt idx="2907">
                  <c:v>46085</c:v>
                </c:pt>
                <c:pt idx="2908">
                  <c:v>46086</c:v>
                </c:pt>
                <c:pt idx="2909">
                  <c:v>46087</c:v>
                </c:pt>
                <c:pt idx="2910">
                  <c:v>46090</c:v>
                </c:pt>
                <c:pt idx="2911">
                  <c:v>46091</c:v>
                </c:pt>
                <c:pt idx="2912">
                  <c:v>46092</c:v>
                </c:pt>
                <c:pt idx="2913">
                  <c:v>46093</c:v>
                </c:pt>
                <c:pt idx="2914">
                  <c:v>46094</c:v>
                </c:pt>
                <c:pt idx="2915">
                  <c:v>46097</c:v>
                </c:pt>
                <c:pt idx="2916">
                  <c:v>46098</c:v>
                </c:pt>
                <c:pt idx="2917">
                  <c:v>46099</c:v>
                </c:pt>
                <c:pt idx="2918">
                  <c:v>46100</c:v>
                </c:pt>
                <c:pt idx="2919">
                  <c:v>46101</c:v>
                </c:pt>
                <c:pt idx="2920">
                  <c:v>46104</c:v>
                </c:pt>
                <c:pt idx="2921">
                  <c:v>46105</c:v>
                </c:pt>
                <c:pt idx="2922">
                  <c:v>46106</c:v>
                </c:pt>
                <c:pt idx="2923">
                  <c:v>46107</c:v>
                </c:pt>
                <c:pt idx="2924">
                  <c:v>46108</c:v>
                </c:pt>
                <c:pt idx="2925">
                  <c:v>46111</c:v>
                </c:pt>
                <c:pt idx="2926">
                  <c:v>46112</c:v>
                </c:pt>
                <c:pt idx="2927">
                  <c:v>46113</c:v>
                </c:pt>
                <c:pt idx="2928">
                  <c:v>46114</c:v>
                </c:pt>
                <c:pt idx="2929">
                  <c:v>46118</c:v>
                </c:pt>
                <c:pt idx="2930">
                  <c:v>46119</c:v>
                </c:pt>
                <c:pt idx="2931">
                  <c:v>46120</c:v>
                </c:pt>
                <c:pt idx="2932">
                  <c:v>46121</c:v>
                </c:pt>
                <c:pt idx="2933">
                  <c:v>46122</c:v>
                </c:pt>
                <c:pt idx="2934">
                  <c:v>46125</c:v>
                </c:pt>
                <c:pt idx="2935">
                  <c:v>46126</c:v>
                </c:pt>
                <c:pt idx="2936">
                  <c:v>46127</c:v>
                </c:pt>
                <c:pt idx="2937">
                  <c:v>46128</c:v>
                </c:pt>
                <c:pt idx="2938">
                  <c:v>46129</c:v>
                </c:pt>
                <c:pt idx="2939">
                  <c:v>46132</c:v>
                </c:pt>
                <c:pt idx="2940">
                  <c:v>46134</c:v>
                </c:pt>
                <c:pt idx="2941">
                  <c:v>46135</c:v>
                </c:pt>
                <c:pt idx="2942">
                  <c:v>46136</c:v>
                </c:pt>
                <c:pt idx="2943">
                  <c:v>46139</c:v>
                </c:pt>
                <c:pt idx="2944">
                  <c:v>46140</c:v>
                </c:pt>
                <c:pt idx="2945">
                  <c:v>46141</c:v>
                </c:pt>
                <c:pt idx="2946">
                  <c:v>46142</c:v>
                </c:pt>
                <c:pt idx="2947">
                  <c:v>46146</c:v>
                </c:pt>
                <c:pt idx="2948">
                  <c:v>46147</c:v>
                </c:pt>
                <c:pt idx="2949">
                  <c:v>46148</c:v>
                </c:pt>
                <c:pt idx="2950">
                  <c:v>46149</c:v>
                </c:pt>
                <c:pt idx="2951">
                  <c:v>46150</c:v>
                </c:pt>
                <c:pt idx="2952">
                  <c:v>46153</c:v>
                </c:pt>
                <c:pt idx="2953">
                  <c:v>46154</c:v>
                </c:pt>
                <c:pt idx="2954">
                  <c:v>46155</c:v>
                </c:pt>
                <c:pt idx="2955">
                  <c:v>46156</c:v>
                </c:pt>
                <c:pt idx="2956">
                  <c:v>46157</c:v>
                </c:pt>
                <c:pt idx="2957">
                  <c:v>46160</c:v>
                </c:pt>
                <c:pt idx="2958">
                  <c:v>46161</c:v>
                </c:pt>
                <c:pt idx="2959">
                  <c:v>46162</c:v>
                </c:pt>
                <c:pt idx="2960">
                  <c:v>46163</c:v>
                </c:pt>
                <c:pt idx="2961">
                  <c:v>46164</c:v>
                </c:pt>
                <c:pt idx="2962">
                  <c:v>46167</c:v>
                </c:pt>
                <c:pt idx="2963">
                  <c:v>46168</c:v>
                </c:pt>
                <c:pt idx="2964">
                  <c:v>46169</c:v>
                </c:pt>
                <c:pt idx="2965">
                  <c:v>46170</c:v>
                </c:pt>
                <c:pt idx="2966">
                  <c:v>46171</c:v>
                </c:pt>
                <c:pt idx="2967">
                  <c:v>46174</c:v>
                </c:pt>
                <c:pt idx="2968">
                  <c:v>46175</c:v>
                </c:pt>
                <c:pt idx="2969">
                  <c:v>46176</c:v>
                </c:pt>
                <c:pt idx="2970">
                  <c:v>46178</c:v>
                </c:pt>
                <c:pt idx="2971">
                  <c:v>46181</c:v>
                </c:pt>
                <c:pt idx="2972">
                  <c:v>46182</c:v>
                </c:pt>
                <c:pt idx="2973">
                  <c:v>46183</c:v>
                </c:pt>
                <c:pt idx="2974">
                  <c:v>46184</c:v>
                </c:pt>
                <c:pt idx="2975">
                  <c:v>46185</c:v>
                </c:pt>
                <c:pt idx="2976">
                  <c:v>46188</c:v>
                </c:pt>
                <c:pt idx="2977">
                  <c:v>46189</c:v>
                </c:pt>
                <c:pt idx="2978">
                  <c:v>46190</c:v>
                </c:pt>
                <c:pt idx="2979">
                  <c:v>46191</c:v>
                </c:pt>
                <c:pt idx="2980">
                  <c:v>46192</c:v>
                </c:pt>
                <c:pt idx="2981">
                  <c:v>46195</c:v>
                </c:pt>
                <c:pt idx="2982">
                  <c:v>46196</c:v>
                </c:pt>
                <c:pt idx="2983">
                  <c:v>46197</c:v>
                </c:pt>
                <c:pt idx="2984">
                  <c:v>46198</c:v>
                </c:pt>
                <c:pt idx="2985">
                  <c:v>46199</c:v>
                </c:pt>
                <c:pt idx="2986">
                  <c:v>46202</c:v>
                </c:pt>
                <c:pt idx="2987">
                  <c:v>46203</c:v>
                </c:pt>
                <c:pt idx="2988">
                  <c:v>46204</c:v>
                </c:pt>
                <c:pt idx="2989">
                  <c:v>46205</c:v>
                </c:pt>
                <c:pt idx="2990">
                  <c:v>46206</c:v>
                </c:pt>
                <c:pt idx="2991">
                  <c:v>46209</c:v>
                </c:pt>
                <c:pt idx="2992">
                  <c:v>46210</c:v>
                </c:pt>
                <c:pt idx="2993">
                  <c:v>46211</c:v>
                </c:pt>
                <c:pt idx="2994">
                  <c:v>46212</c:v>
                </c:pt>
                <c:pt idx="2995">
                  <c:v>46213</c:v>
                </c:pt>
                <c:pt idx="2996">
                  <c:v>46216</c:v>
                </c:pt>
                <c:pt idx="2997">
                  <c:v>46217</c:v>
                </c:pt>
                <c:pt idx="2998">
                  <c:v>46218</c:v>
                </c:pt>
                <c:pt idx="2999">
                  <c:v>46219</c:v>
                </c:pt>
                <c:pt idx="3000">
                  <c:v>46220</c:v>
                </c:pt>
                <c:pt idx="3001">
                  <c:v>46223</c:v>
                </c:pt>
                <c:pt idx="3002">
                  <c:v>46224</c:v>
                </c:pt>
                <c:pt idx="3003">
                  <c:v>46225</c:v>
                </c:pt>
                <c:pt idx="3004">
                  <c:v>46226</c:v>
                </c:pt>
                <c:pt idx="3005">
                  <c:v>46227</c:v>
                </c:pt>
                <c:pt idx="3006">
                  <c:v>46230</c:v>
                </c:pt>
                <c:pt idx="3007">
                  <c:v>46231</c:v>
                </c:pt>
                <c:pt idx="3008">
                  <c:v>46232</c:v>
                </c:pt>
                <c:pt idx="3009">
                  <c:v>46233</c:v>
                </c:pt>
                <c:pt idx="3010">
                  <c:v>46234</c:v>
                </c:pt>
                <c:pt idx="3011">
                  <c:v>46237</c:v>
                </c:pt>
                <c:pt idx="3012">
                  <c:v>46238</c:v>
                </c:pt>
                <c:pt idx="3013">
                  <c:v>46239</c:v>
                </c:pt>
                <c:pt idx="3014">
                  <c:v>46240</c:v>
                </c:pt>
                <c:pt idx="3015">
                  <c:v>46241</c:v>
                </c:pt>
                <c:pt idx="3016">
                  <c:v>46244</c:v>
                </c:pt>
                <c:pt idx="3017">
                  <c:v>46245</c:v>
                </c:pt>
                <c:pt idx="3018">
                  <c:v>46246</c:v>
                </c:pt>
                <c:pt idx="3019">
                  <c:v>46247</c:v>
                </c:pt>
                <c:pt idx="3020">
                  <c:v>46248</c:v>
                </c:pt>
                <c:pt idx="3021">
                  <c:v>46251</c:v>
                </c:pt>
                <c:pt idx="3022">
                  <c:v>46252</c:v>
                </c:pt>
                <c:pt idx="3023">
                  <c:v>46253</c:v>
                </c:pt>
                <c:pt idx="3024">
                  <c:v>46254</c:v>
                </c:pt>
                <c:pt idx="3025">
                  <c:v>46255</c:v>
                </c:pt>
                <c:pt idx="3026">
                  <c:v>46258</c:v>
                </c:pt>
                <c:pt idx="3027">
                  <c:v>46259</c:v>
                </c:pt>
                <c:pt idx="3028">
                  <c:v>46260</c:v>
                </c:pt>
                <c:pt idx="3029">
                  <c:v>46261</c:v>
                </c:pt>
                <c:pt idx="3030">
                  <c:v>46262</c:v>
                </c:pt>
              </c:numCache>
            </c:numRef>
          </c:cat>
          <c:val>
            <c:numRef>
              <c:f>'Score Geral'!$I$26:$I$3044</c:f>
              <c:numCache>
                <c:formatCode>0.0000</c:formatCode>
                <c:ptCount val="3031"/>
                <c:pt idx="0">
                  <c:v>0.56579322860000003</c:v>
                </c:pt>
                <c:pt idx="1">
                  <c:v>0.42184962929999997</c:v>
                </c:pt>
                <c:pt idx="2">
                  <c:v>0.30190630629999998</c:v>
                </c:pt>
                <c:pt idx="3">
                  <c:v>0.2267727729</c:v>
                </c:pt>
                <c:pt idx="4">
                  <c:v>0.18052515890000001</c:v>
                </c:pt>
                <c:pt idx="5">
                  <c:v>0.16032137199999999</c:v>
                </c:pt>
                <c:pt idx="6">
                  <c:v>0.1544781694</c:v>
                </c:pt>
                <c:pt idx="7">
                  <c:v>0.1632689235</c:v>
                </c:pt>
                <c:pt idx="8">
                  <c:v>0.14944805329999999</c:v>
                </c:pt>
                <c:pt idx="9">
                  <c:v>0.1705188272</c:v>
                </c:pt>
                <c:pt idx="10">
                  <c:v>0.1001352358</c:v>
                </c:pt>
                <c:pt idx="11">
                  <c:v>4.9083241E-2</c:v>
                </c:pt>
                <c:pt idx="12">
                  <c:v>-3.1534589299999999E-2</c:v>
                </c:pt>
                <c:pt idx="13">
                  <c:v>-1.2433662999999999E-2</c:v>
                </c:pt>
                <c:pt idx="14">
                  <c:v>-3.9432879999999997E-3</c:v>
                </c:pt>
                <c:pt idx="15">
                  <c:v>1.3527823200000001E-2</c:v>
                </c:pt>
                <c:pt idx="16">
                  <c:v>2.5883542700000001E-2</c:v>
                </c:pt>
                <c:pt idx="17">
                  <c:v>4.8091798300000002E-2</c:v>
                </c:pt>
                <c:pt idx="18">
                  <c:v>5.6219950800000001E-2</c:v>
                </c:pt>
                <c:pt idx="19">
                  <c:v>8.6191166599999994E-2</c:v>
                </c:pt>
                <c:pt idx="20">
                  <c:v>0.12563094520000001</c:v>
                </c:pt>
                <c:pt idx="21">
                  <c:v>0.17760519059999999</c:v>
                </c:pt>
                <c:pt idx="22">
                  <c:v>0.25996047760000002</c:v>
                </c:pt>
                <c:pt idx="23">
                  <c:v>0.31428969579999999</c:v>
                </c:pt>
                <c:pt idx="24">
                  <c:v>0.33698237089999999</c:v>
                </c:pt>
                <c:pt idx="25">
                  <c:v>0.38062308230000003</c:v>
                </c:pt>
                <c:pt idx="26">
                  <c:v>0.43867308630000001</c:v>
                </c:pt>
                <c:pt idx="27">
                  <c:v>0.46180111089999998</c:v>
                </c:pt>
                <c:pt idx="28">
                  <c:v>0.43159428319999998</c:v>
                </c:pt>
                <c:pt idx="29">
                  <c:v>0.46044354440000002</c:v>
                </c:pt>
                <c:pt idx="30">
                  <c:v>0.48504859119999999</c:v>
                </c:pt>
                <c:pt idx="31">
                  <c:v>0.60714666100000003</c:v>
                </c:pt>
                <c:pt idx="32">
                  <c:v>0.69227709749999999</c:v>
                </c:pt>
                <c:pt idx="33">
                  <c:v>0.77747396749999997</c:v>
                </c:pt>
                <c:pt idx="34">
                  <c:v>0.83256247890000001</c:v>
                </c:pt>
                <c:pt idx="35">
                  <c:v>0.9168527326</c:v>
                </c:pt>
                <c:pt idx="36">
                  <c:v>0.9832684398</c:v>
                </c:pt>
                <c:pt idx="37">
                  <c:v>1.054736667</c:v>
                </c:pt>
                <c:pt idx="38">
                  <c:v>1.1123150876000001</c:v>
                </c:pt>
                <c:pt idx="39">
                  <c:v>1.1509179950999999</c:v>
                </c:pt>
                <c:pt idx="40">
                  <c:v>1.1659399933000001</c:v>
                </c:pt>
                <c:pt idx="41">
                  <c:v>1.1902329987</c:v>
                </c:pt>
                <c:pt idx="42">
                  <c:v>1.2004541715999999</c:v>
                </c:pt>
                <c:pt idx="43">
                  <c:v>1.1887428107</c:v>
                </c:pt>
                <c:pt idx="44">
                  <c:v>1.1707711950999999</c:v>
                </c:pt>
                <c:pt idx="45">
                  <c:v>1.1218393046999999</c:v>
                </c:pt>
                <c:pt idx="46">
                  <c:v>1.0780633422999999</c:v>
                </c:pt>
                <c:pt idx="47">
                  <c:v>1.0006653434999999</c:v>
                </c:pt>
                <c:pt idx="48">
                  <c:v>0.90843901010000006</c:v>
                </c:pt>
                <c:pt idx="49">
                  <c:v>0.82918579569999995</c:v>
                </c:pt>
                <c:pt idx="50">
                  <c:v>0.72302462700000003</c:v>
                </c:pt>
                <c:pt idx="51">
                  <c:v>0.61345923660000001</c:v>
                </c:pt>
                <c:pt idx="52">
                  <c:v>0.49256863439999998</c:v>
                </c:pt>
                <c:pt idx="53">
                  <c:v>0.40339715570000001</c:v>
                </c:pt>
                <c:pt idx="54">
                  <c:v>0.35275953319999998</c:v>
                </c:pt>
                <c:pt idx="55">
                  <c:v>0.33892670260000002</c:v>
                </c:pt>
                <c:pt idx="56">
                  <c:v>0.27486601049999998</c:v>
                </c:pt>
                <c:pt idx="57">
                  <c:v>0.1801695697</c:v>
                </c:pt>
                <c:pt idx="58">
                  <c:v>8.5467537499999996E-2</c:v>
                </c:pt>
                <c:pt idx="59">
                  <c:v>1.2540238299999999E-2</c:v>
                </c:pt>
                <c:pt idx="60">
                  <c:v>-2.7255812099999999E-2</c:v>
                </c:pt>
                <c:pt idx="61">
                  <c:v>-7.2139158600000003E-2</c:v>
                </c:pt>
                <c:pt idx="62">
                  <c:v>-0.1439773083</c:v>
                </c:pt>
                <c:pt idx="63">
                  <c:v>-0.17493861599999999</c:v>
                </c:pt>
                <c:pt idx="64">
                  <c:v>-0.2146458581</c:v>
                </c:pt>
                <c:pt idx="65">
                  <c:v>-0.21242921340000001</c:v>
                </c:pt>
                <c:pt idx="66">
                  <c:v>-0.20553689520000001</c:v>
                </c:pt>
                <c:pt idx="67">
                  <c:v>-0.20490795549999999</c:v>
                </c:pt>
                <c:pt idx="68">
                  <c:v>-0.24059165169999999</c:v>
                </c:pt>
                <c:pt idx="69">
                  <c:v>-0.27796802879999999</c:v>
                </c:pt>
                <c:pt idx="70">
                  <c:v>-0.2817565333</c:v>
                </c:pt>
                <c:pt idx="71">
                  <c:v>-0.25024112230000001</c:v>
                </c:pt>
                <c:pt idx="72">
                  <c:v>-0.2692927396</c:v>
                </c:pt>
                <c:pt idx="73">
                  <c:v>-0.25412891700000001</c:v>
                </c:pt>
                <c:pt idx="74">
                  <c:v>-0.33130468270000002</c:v>
                </c:pt>
                <c:pt idx="75">
                  <c:v>-0.41648493130000003</c:v>
                </c:pt>
                <c:pt idx="76">
                  <c:v>-0.489078191</c:v>
                </c:pt>
                <c:pt idx="77">
                  <c:v>-0.54746819609999997</c:v>
                </c:pt>
                <c:pt idx="78">
                  <c:v>-0.59489925359999996</c:v>
                </c:pt>
                <c:pt idx="79">
                  <c:v>-0.69747794169999999</c:v>
                </c:pt>
                <c:pt idx="80">
                  <c:v>-0.7777416975</c:v>
                </c:pt>
                <c:pt idx="81">
                  <c:v>-0.85520802750000002</c:v>
                </c:pt>
                <c:pt idx="82">
                  <c:v>-0.98957582150000001</c:v>
                </c:pt>
                <c:pt idx="83">
                  <c:v>-1.0615976278000001</c:v>
                </c:pt>
                <c:pt idx="84">
                  <c:v>-1.1629572153000001</c:v>
                </c:pt>
                <c:pt idx="85">
                  <c:v>-1.2179151124000001</c:v>
                </c:pt>
                <c:pt idx="86">
                  <c:v>-1.2999354060999999</c:v>
                </c:pt>
                <c:pt idx="87">
                  <c:v>-1.3775865006000001</c:v>
                </c:pt>
                <c:pt idx="88">
                  <c:v>-1.4358243199</c:v>
                </c:pt>
                <c:pt idx="89">
                  <c:v>-1.4809223462000001</c:v>
                </c:pt>
                <c:pt idx="90">
                  <c:v>-1.4601869276999999</c:v>
                </c:pt>
                <c:pt idx="91">
                  <c:v>-1.4923061683000001</c:v>
                </c:pt>
                <c:pt idx="92">
                  <c:v>-1.5219749805</c:v>
                </c:pt>
                <c:pt idx="93">
                  <c:v>-1.5045381496000001</c:v>
                </c:pt>
                <c:pt idx="94">
                  <c:v>-1.5122449048</c:v>
                </c:pt>
                <c:pt idx="95">
                  <c:v>-1.455511249</c:v>
                </c:pt>
                <c:pt idx="96">
                  <c:v>-1.4478763801000001</c:v>
                </c:pt>
                <c:pt idx="97">
                  <c:v>-1.4883234903</c:v>
                </c:pt>
                <c:pt idx="98">
                  <c:v>-1.4841256834000001</c:v>
                </c:pt>
                <c:pt idx="99">
                  <c:v>-1.4343648441000001</c:v>
                </c:pt>
                <c:pt idx="100">
                  <c:v>-1.3396822717000001</c:v>
                </c:pt>
                <c:pt idx="101">
                  <c:v>-1.2419617761999999</c:v>
                </c:pt>
                <c:pt idx="102">
                  <c:v>-1.13189601</c:v>
                </c:pt>
                <c:pt idx="103">
                  <c:v>-0.9374243914</c:v>
                </c:pt>
                <c:pt idx="104">
                  <c:v>-0.83285504180000003</c:v>
                </c:pt>
                <c:pt idx="105">
                  <c:v>-0.72998238459999998</c:v>
                </c:pt>
                <c:pt idx="106">
                  <c:v>-0.6652162599</c:v>
                </c:pt>
                <c:pt idx="107">
                  <c:v>-0.59551656419999999</c:v>
                </c:pt>
                <c:pt idx="108">
                  <c:v>-0.46448128919999998</c:v>
                </c:pt>
                <c:pt idx="109">
                  <c:v>-0.3446082406</c:v>
                </c:pt>
                <c:pt idx="110">
                  <c:v>-0.20015602260000001</c:v>
                </c:pt>
                <c:pt idx="111">
                  <c:v>-9.4218866400000004E-2</c:v>
                </c:pt>
                <c:pt idx="112">
                  <c:v>-1.7466601E-3</c:v>
                </c:pt>
                <c:pt idx="113">
                  <c:v>7.7602584500000002E-2</c:v>
                </c:pt>
                <c:pt idx="114">
                  <c:v>0.1127749366</c:v>
                </c:pt>
                <c:pt idx="115">
                  <c:v>0.16180537659999999</c:v>
                </c:pt>
                <c:pt idx="116">
                  <c:v>0.20553070379999999</c:v>
                </c:pt>
                <c:pt idx="117">
                  <c:v>0.28443605090000001</c:v>
                </c:pt>
                <c:pt idx="118">
                  <c:v>0.35881130500000002</c:v>
                </c:pt>
                <c:pt idx="119">
                  <c:v>0.41158920240000002</c:v>
                </c:pt>
                <c:pt idx="120">
                  <c:v>0.43518324879999998</c:v>
                </c:pt>
                <c:pt idx="121">
                  <c:v>0.47113547750000001</c:v>
                </c:pt>
                <c:pt idx="122">
                  <c:v>0.4478974772</c:v>
                </c:pt>
                <c:pt idx="123">
                  <c:v>0.39299886750000002</c:v>
                </c:pt>
                <c:pt idx="124">
                  <c:v>0.34552629340000002</c:v>
                </c:pt>
                <c:pt idx="125">
                  <c:v>0.35983254819999999</c:v>
                </c:pt>
                <c:pt idx="126">
                  <c:v>0.33395517260000002</c:v>
                </c:pt>
                <c:pt idx="127">
                  <c:v>0.35575567419999998</c:v>
                </c:pt>
                <c:pt idx="128">
                  <c:v>0.35552211220000002</c:v>
                </c:pt>
                <c:pt idx="129">
                  <c:v>0.33717317590000001</c:v>
                </c:pt>
                <c:pt idx="130">
                  <c:v>0.31010530559999999</c:v>
                </c:pt>
                <c:pt idx="131">
                  <c:v>0.26288818180000001</c:v>
                </c:pt>
                <c:pt idx="132">
                  <c:v>0.213761439</c:v>
                </c:pt>
                <c:pt idx="133">
                  <c:v>0.19931077119999999</c:v>
                </c:pt>
                <c:pt idx="134">
                  <c:v>0.1830661794</c:v>
                </c:pt>
                <c:pt idx="135">
                  <c:v>0.17415661739999999</c:v>
                </c:pt>
                <c:pt idx="136">
                  <c:v>0.1679934277</c:v>
                </c:pt>
                <c:pt idx="137">
                  <c:v>0.16101997949999999</c:v>
                </c:pt>
                <c:pt idx="138">
                  <c:v>0.15679260280000001</c:v>
                </c:pt>
                <c:pt idx="139">
                  <c:v>0.13341781289999999</c:v>
                </c:pt>
                <c:pt idx="140">
                  <c:v>3.6820198499999998E-2</c:v>
                </c:pt>
                <c:pt idx="141">
                  <c:v>-2.1165048299999999E-2</c:v>
                </c:pt>
                <c:pt idx="142">
                  <c:v>-6.87273828E-2</c:v>
                </c:pt>
                <c:pt idx="143">
                  <c:v>-2.7155717900000001E-2</c:v>
                </c:pt>
                <c:pt idx="144">
                  <c:v>3.4229261400000002E-2</c:v>
                </c:pt>
                <c:pt idx="145">
                  <c:v>7.3598013899999995E-2</c:v>
                </c:pt>
                <c:pt idx="146">
                  <c:v>0.1232985511</c:v>
                </c:pt>
                <c:pt idx="147">
                  <c:v>0.22066609940000001</c:v>
                </c:pt>
                <c:pt idx="148">
                  <c:v>0.27123621539999998</c:v>
                </c:pt>
                <c:pt idx="149">
                  <c:v>0.34196777519999999</c:v>
                </c:pt>
                <c:pt idx="150">
                  <c:v>0.41529935629999998</c:v>
                </c:pt>
                <c:pt idx="151">
                  <c:v>0.40922482519999998</c:v>
                </c:pt>
                <c:pt idx="152">
                  <c:v>0.51080340800000001</c:v>
                </c:pt>
                <c:pt idx="153">
                  <c:v>0.54159987499999995</c:v>
                </c:pt>
                <c:pt idx="154">
                  <c:v>0.50549006549999997</c:v>
                </c:pt>
                <c:pt idx="155">
                  <c:v>0.50313401670000002</c:v>
                </c:pt>
                <c:pt idx="156">
                  <c:v>0.52722251129999997</c:v>
                </c:pt>
                <c:pt idx="157">
                  <c:v>0.55627072519999998</c:v>
                </c:pt>
                <c:pt idx="158">
                  <c:v>0.60365965929999998</c:v>
                </c:pt>
                <c:pt idx="159">
                  <c:v>0.6517849724</c:v>
                </c:pt>
                <c:pt idx="160">
                  <c:v>0.74428252169999998</c:v>
                </c:pt>
                <c:pt idx="161">
                  <c:v>0.84807804040000001</c:v>
                </c:pt>
                <c:pt idx="162">
                  <c:v>0.97010098710000003</c:v>
                </c:pt>
                <c:pt idx="163">
                  <c:v>1.0273462239</c:v>
                </c:pt>
                <c:pt idx="164">
                  <c:v>1.0147097003000001</c:v>
                </c:pt>
                <c:pt idx="165">
                  <c:v>1.0181228706000001</c:v>
                </c:pt>
                <c:pt idx="166">
                  <c:v>1.0140470655</c:v>
                </c:pt>
                <c:pt idx="167">
                  <c:v>0.99066688999999997</c:v>
                </c:pt>
                <c:pt idx="168">
                  <c:v>0.96992651119999995</c:v>
                </c:pt>
                <c:pt idx="169">
                  <c:v>0.96067599690000005</c:v>
                </c:pt>
                <c:pt idx="170">
                  <c:v>0.91761371209999998</c:v>
                </c:pt>
                <c:pt idx="171">
                  <c:v>0.83700792840000005</c:v>
                </c:pt>
                <c:pt idx="172">
                  <c:v>0.84073586730000005</c:v>
                </c:pt>
                <c:pt idx="173">
                  <c:v>0.74142030859999997</c:v>
                </c:pt>
                <c:pt idx="174">
                  <c:v>0.66512470899999998</c:v>
                </c:pt>
                <c:pt idx="175">
                  <c:v>0.74533230770000003</c:v>
                </c:pt>
                <c:pt idx="176">
                  <c:v>0.77440897040000001</c:v>
                </c:pt>
                <c:pt idx="177">
                  <c:v>0.82986238729999995</c:v>
                </c:pt>
                <c:pt idx="178">
                  <c:v>0.8801091191</c:v>
                </c:pt>
                <c:pt idx="179">
                  <c:v>0.94001383260000004</c:v>
                </c:pt>
                <c:pt idx="180">
                  <c:v>1.0037464423</c:v>
                </c:pt>
                <c:pt idx="181">
                  <c:v>1.018166567</c:v>
                </c:pt>
                <c:pt idx="182">
                  <c:v>1.0603280174</c:v>
                </c:pt>
                <c:pt idx="183">
                  <c:v>1.0618629668999999</c:v>
                </c:pt>
                <c:pt idx="184">
                  <c:v>1.0987701108000001</c:v>
                </c:pt>
                <c:pt idx="185">
                  <c:v>1.1716099686999999</c:v>
                </c:pt>
                <c:pt idx="186">
                  <c:v>1.2314476067</c:v>
                </c:pt>
                <c:pt idx="187">
                  <c:v>1.2568535414999999</c:v>
                </c:pt>
                <c:pt idx="188">
                  <c:v>1.2294671437</c:v>
                </c:pt>
                <c:pt idx="189">
                  <c:v>1.2040794898</c:v>
                </c:pt>
                <c:pt idx="190">
                  <c:v>1.1965018192000001</c:v>
                </c:pt>
                <c:pt idx="191">
                  <c:v>1.2286724107</c:v>
                </c:pt>
                <c:pt idx="192">
                  <c:v>1.2592815762</c:v>
                </c:pt>
                <c:pt idx="193">
                  <c:v>1.2597906582</c:v>
                </c:pt>
                <c:pt idx="194">
                  <c:v>1.2955153294999999</c:v>
                </c:pt>
                <c:pt idx="195">
                  <c:v>1.3526910664</c:v>
                </c:pt>
                <c:pt idx="196">
                  <c:v>1.2640706232000001</c:v>
                </c:pt>
                <c:pt idx="197">
                  <c:v>1.1584616018</c:v>
                </c:pt>
                <c:pt idx="198">
                  <c:v>1.039369432</c:v>
                </c:pt>
                <c:pt idx="199">
                  <c:v>0.92433142599999996</c:v>
                </c:pt>
                <c:pt idx="200">
                  <c:v>0.78027909070000001</c:v>
                </c:pt>
                <c:pt idx="201">
                  <c:v>0.64409614439999996</c:v>
                </c:pt>
                <c:pt idx="202">
                  <c:v>0.50544906940000001</c:v>
                </c:pt>
                <c:pt idx="203">
                  <c:v>0.40402355760000003</c:v>
                </c:pt>
                <c:pt idx="204">
                  <c:v>0.2916994356</c:v>
                </c:pt>
                <c:pt idx="205">
                  <c:v>0.19267913740000001</c:v>
                </c:pt>
                <c:pt idx="206">
                  <c:v>6.0718307800000003E-2</c:v>
                </c:pt>
                <c:pt idx="207">
                  <c:v>-0.1027987987</c:v>
                </c:pt>
                <c:pt idx="208">
                  <c:v>-0.2108082285</c:v>
                </c:pt>
                <c:pt idx="209">
                  <c:v>-0.26094291600000002</c:v>
                </c:pt>
                <c:pt idx="210">
                  <c:v>-0.32525363839999999</c:v>
                </c:pt>
                <c:pt idx="211">
                  <c:v>-0.4391522303</c:v>
                </c:pt>
                <c:pt idx="212">
                  <c:v>-0.51786116989999997</c:v>
                </c:pt>
                <c:pt idx="213">
                  <c:v>-0.63632482050000005</c:v>
                </c:pt>
                <c:pt idx="214">
                  <c:v>-0.73845720910000001</c:v>
                </c:pt>
                <c:pt idx="215">
                  <c:v>-0.85700770479999999</c:v>
                </c:pt>
                <c:pt idx="216">
                  <c:v>-0.90268895469999999</c:v>
                </c:pt>
                <c:pt idx="217">
                  <c:v>-0.90547768900000003</c:v>
                </c:pt>
                <c:pt idx="218">
                  <c:v>-0.86834609019999998</c:v>
                </c:pt>
                <c:pt idx="219">
                  <c:v>-0.8531478924</c:v>
                </c:pt>
                <c:pt idx="220">
                  <c:v>-0.83213152999999995</c:v>
                </c:pt>
                <c:pt idx="221">
                  <c:v>-0.80270375500000002</c:v>
                </c:pt>
                <c:pt idx="222">
                  <c:v>-0.82793431549999996</c:v>
                </c:pt>
                <c:pt idx="223">
                  <c:v>-0.7893974614</c:v>
                </c:pt>
                <c:pt idx="224">
                  <c:v>-0.80234505720000004</c:v>
                </c:pt>
                <c:pt idx="225">
                  <c:v>-0.75578663700000004</c:v>
                </c:pt>
                <c:pt idx="226">
                  <c:v>-0.73686731949999995</c:v>
                </c:pt>
                <c:pt idx="227">
                  <c:v>-0.72154803109999999</c:v>
                </c:pt>
                <c:pt idx="228">
                  <c:v>-0.6755852295</c:v>
                </c:pt>
                <c:pt idx="229">
                  <c:v>-0.66339862640000002</c:v>
                </c:pt>
                <c:pt idx="230">
                  <c:v>-0.58269540939999998</c:v>
                </c:pt>
                <c:pt idx="231">
                  <c:v>-0.54444648179999999</c:v>
                </c:pt>
                <c:pt idx="232">
                  <c:v>-0.50259748910000002</c:v>
                </c:pt>
                <c:pt idx="233">
                  <c:v>-0.46530733229999999</c:v>
                </c:pt>
                <c:pt idx="234">
                  <c:v>-0.38799441239999999</c:v>
                </c:pt>
                <c:pt idx="235">
                  <c:v>-0.35597818590000002</c:v>
                </c:pt>
                <c:pt idx="236">
                  <c:v>-0.33080966179999999</c:v>
                </c:pt>
                <c:pt idx="237">
                  <c:v>-0.37236039729999998</c:v>
                </c:pt>
                <c:pt idx="238">
                  <c:v>-0.414691052</c:v>
                </c:pt>
                <c:pt idx="239">
                  <c:v>-0.40574674379999998</c:v>
                </c:pt>
                <c:pt idx="240">
                  <c:v>-0.36487830539999999</c:v>
                </c:pt>
                <c:pt idx="241">
                  <c:v>-0.38996574360000003</c:v>
                </c:pt>
                <c:pt idx="242">
                  <c:v>-0.4320773202</c:v>
                </c:pt>
                <c:pt idx="243">
                  <c:v>-0.44354146909999997</c:v>
                </c:pt>
                <c:pt idx="244">
                  <c:v>-0.4790607348</c:v>
                </c:pt>
                <c:pt idx="245">
                  <c:v>-0.46752342159999999</c:v>
                </c:pt>
                <c:pt idx="246">
                  <c:v>-0.4687309603</c:v>
                </c:pt>
                <c:pt idx="247">
                  <c:v>-0.45530461849999998</c:v>
                </c:pt>
                <c:pt idx="248">
                  <c:v>-0.41857075030000002</c:v>
                </c:pt>
                <c:pt idx="249">
                  <c:v>-0.40840343309999999</c:v>
                </c:pt>
                <c:pt idx="250">
                  <c:v>-0.37364617420000001</c:v>
                </c:pt>
                <c:pt idx="251">
                  <c:v>-0.39568773340000002</c:v>
                </c:pt>
                <c:pt idx="252">
                  <c:v>-0.36080352249999997</c:v>
                </c:pt>
                <c:pt idx="253">
                  <c:v>-0.29333749269999998</c:v>
                </c:pt>
                <c:pt idx="254">
                  <c:v>-0.26008486349999999</c:v>
                </c:pt>
                <c:pt idx="255">
                  <c:v>-0.21788580399999999</c:v>
                </c:pt>
                <c:pt idx="256">
                  <c:v>-0.14456243899999999</c:v>
                </c:pt>
                <c:pt idx="257">
                  <c:v>-5.5401840000000001E-2</c:v>
                </c:pt>
                <c:pt idx="258">
                  <c:v>3.0897907200000001E-2</c:v>
                </c:pt>
                <c:pt idx="259">
                  <c:v>1.9299704899999999E-2</c:v>
                </c:pt>
                <c:pt idx="260">
                  <c:v>-2.5290350000000002E-4</c:v>
                </c:pt>
                <c:pt idx="261">
                  <c:v>-8.8307679999999993E-3</c:v>
                </c:pt>
                <c:pt idx="262">
                  <c:v>2.5462690199999999E-2</c:v>
                </c:pt>
                <c:pt idx="263">
                  <c:v>2.1428227599999999E-2</c:v>
                </c:pt>
                <c:pt idx="264">
                  <c:v>2.1602968E-2</c:v>
                </c:pt>
                <c:pt idx="265">
                  <c:v>2.8928753799999998E-2</c:v>
                </c:pt>
                <c:pt idx="266">
                  <c:v>5.4880578700000002E-2</c:v>
                </c:pt>
                <c:pt idx="267">
                  <c:v>5.7427234100000002E-2</c:v>
                </c:pt>
                <c:pt idx="268">
                  <c:v>4.4972779900000003E-2</c:v>
                </c:pt>
                <c:pt idx="269">
                  <c:v>5.0207031700000002E-2</c:v>
                </c:pt>
                <c:pt idx="270">
                  <c:v>2.36076029E-2</c:v>
                </c:pt>
                <c:pt idx="271">
                  <c:v>2.81669357E-2</c:v>
                </c:pt>
                <c:pt idx="272">
                  <c:v>2.40133267E-2</c:v>
                </c:pt>
                <c:pt idx="273">
                  <c:v>1.0895255E-3</c:v>
                </c:pt>
                <c:pt idx="274">
                  <c:v>-4.2132919200000001E-2</c:v>
                </c:pt>
                <c:pt idx="275">
                  <c:v>-4.3107266300000002E-2</c:v>
                </c:pt>
                <c:pt idx="276">
                  <c:v>-5.5732609500000002E-2</c:v>
                </c:pt>
                <c:pt idx="277">
                  <c:v>-2.7148049800000001E-2</c:v>
                </c:pt>
                <c:pt idx="278">
                  <c:v>-3.3390155099999999E-2</c:v>
                </c:pt>
                <c:pt idx="279">
                  <c:v>1.8871268000000001E-3</c:v>
                </c:pt>
                <c:pt idx="280">
                  <c:v>0.15735091670000001</c:v>
                </c:pt>
                <c:pt idx="281">
                  <c:v>0.23111088900000001</c:v>
                </c:pt>
                <c:pt idx="282">
                  <c:v>0.31403139810000003</c:v>
                </c:pt>
                <c:pt idx="283">
                  <c:v>0.3627900215</c:v>
                </c:pt>
                <c:pt idx="284">
                  <c:v>0.4697749752</c:v>
                </c:pt>
                <c:pt idx="285">
                  <c:v>0.55786668490000002</c:v>
                </c:pt>
                <c:pt idx="286">
                  <c:v>0.62065227690000002</c:v>
                </c:pt>
                <c:pt idx="287">
                  <c:v>0.65847153130000002</c:v>
                </c:pt>
                <c:pt idx="288">
                  <c:v>0.66397662749999997</c:v>
                </c:pt>
                <c:pt idx="289">
                  <c:v>0.70528092190000002</c:v>
                </c:pt>
                <c:pt idx="290">
                  <c:v>0.72579773569999995</c:v>
                </c:pt>
                <c:pt idx="291">
                  <c:v>0.79641558869999995</c:v>
                </c:pt>
                <c:pt idx="292">
                  <c:v>0.7895988719</c:v>
                </c:pt>
                <c:pt idx="293">
                  <c:v>0.76263989430000001</c:v>
                </c:pt>
                <c:pt idx="294">
                  <c:v>0.76634937479999998</c:v>
                </c:pt>
                <c:pt idx="295">
                  <c:v>0.81457131299999996</c:v>
                </c:pt>
                <c:pt idx="296">
                  <c:v>0.80856639350000004</c:v>
                </c:pt>
                <c:pt idx="297">
                  <c:v>0.80003516640000005</c:v>
                </c:pt>
                <c:pt idx="298">
                  <c:v>0.74585643879999997</c:v>
                </c:pt>
                <c:pt idx="299">
                  <c:v>0.7351375564</c:v>
                </c:pt>
                <c:pt idx="300">
                  <c:v>0.72038904439999996</c:v>
                </c:pt>
                <c:pt idx="301">
                  <c:v>0.66077839569999997</c:v>
                </c:pt>
                <c:pt idx="302">
                  <c:v>0.62991058089999996</c:v>
                </c:pt>
                <c:pt idx="303">
                  <c:v>0.57017307780000004</c:v>
                </c:pt>
                <c:pt idx="304">
                  <c:v>0.52848721970000001</c:v>
                </c:pt>
                <c:pt idx="305">
                  <c:v>0.52204714510000005</c:v>
                </c:pt>
                <c:pt idx="306">
                  <c:v>0.52920099040000002</c:v>
                </c:pt>
                <c:pt idx="307">
                  <c:v>0.50930922599999995</c:v>
                </c:pt>
                <c:pt idx="308">
                  <c:v>0.46151880649999999</c:v>
                </c:pt>
                <c:pt idx="309">
                  <c:v>0.46464353520000001</c:v>
                </c:pt>
                <c:pt idx="310">
                  <c:v>0.4555326435</c:v>
                </c:pt>
                <c:pt idx="311">
                  <c:v>0.43804125049999998</c:v>
                </c:pt>
                <c:pt idx="312">
                  <c:v>0.47590413450000002</c:v>
                </c:pt>
                <c:pt idx="313">
                  <c:v>0.52665555799999997</c:v>
                </c:pt>
                <c:pt idx="314">
                  <c:v>0.5402054074</c:v>
                </c:pt>
                <c:pt idx="315">
                  <c:v>0.55904355490000002</c:v>
                </c:pt>
                <c:pt idx="316">
                  <c:v>0.53186113810000002</c:v>
                </c:pt>
                <c:pt idx="317">
                  <c:v>0.50634988020000005</c:v>
                </c:pt>
                <c:pt idx="318">
                  <c:v>0.47427587240000002</c:v>
                </c:pt>
                <c:pt idx="319">
                  <c:v>0.47039248709999998</c:v>
                </c:pt>
                <c:pt idx="320">
                  <c:v>0.45779058049999999</c:v>
                </c:pt>
                <c:pt idx="321">
                  <c:v>0.427656113</c:v>
                </c:pt>
                <c:pt idx="322">
                  <c:v>0.4450122373</c:v>
                </c:pt>
                <c:pt idx="323">
                  <c:v>0.47042437370000001</c:v>
                </c:pt>
                <c:pt idx="324">
                  <c:v>0.48617809629999997</c:v>
                </c:pt>
                <c:pt idx="325">
                  <c:v>0.48513272950000003</c:v>
                </c:pt>
                <c:pt idx="326">
                  <c:v>0.42033577529999999</c:v>
                </c:pt>
                <c:pt idx="327">
                  <c:v>0.34325117440000003</c:v>
                </c:pt>
                <c:pt idx="328">
                  <c:v>0.27943074150000002</c:v>
                </c:pt>
                <c:pt idx="329">
                  <c:v>0.22159433440000001</c:v>
                </c:pt>
                <c:pt idx="330">
                  <c:v>0.13501177180000001</c:v>
                </c:pt>
                <c:pt idx="331">
                  <c:v>3.3348871099999997E-2</c:v>
                </c:pt>
                <c:pt idx="332">
                  <c:v>-2.08292546E-2</c:v>
                </c:pt>
                <c:pt idx="333">
                  <c:v>-0.14946029</c:v>
                </c:pt>
                <c:pt idx="334">
                  <c:v>-0.30919914840000001</c:v>
                </c:pt>
                <c:pt idx="335">
                  <c:v>-0.40528096250000001</c:v>
                </c:pt>
                <c:pt idx="336">
                  <c:v>-0.53744475599999997</c:v>
                </c:pt>
                <c:pt idx="337">
                  <c:v>-0.63755418770000005</c:v>
                </c:pt>
                <c:pt idx="338">
                  <c:v>-0.74078641670000001</c:v>
                </c:pt>
                <c:pt idx="339">
                  <c:v>-0.85828770919999997</c:v>
                </c:pt>
                <c:pt idx="340">
                  <c:v>-0.95116735640000005</c:v>
                </c:pt>
                <c:pt idx="341">
                  <c:v>-1.0246911143999999</c:v>
                </c:pt>
                <c:pt idx="342">
                  <c:v>-1.1174422352</c:v>
                </c:pt>
                <c:pt idx="343">
                  <c:v>-1.2204142647</c:v>
                </c:pt>
                <c:pt idx="344">
                  <c:v>-1.3247665445000001</c:v>
                </c:pt>
                <c:pt idx="345">
                  <c:v>-1.4566379242</c:v>
                </c:pt>
                <c:pt idx="346">
                  <c:v>-1.5575723367000001</c:v>
                </c:pt>
                <c:pt idx="347">
                  <c:v>-1.6347420159999999</c:v>
                </c:pt>
                <c:pt idx="348">
                  <c:v>-1.6800979013999999</c:v>
                </c:pt>
                <c:pt idx="349">
                  <c:v>-1.7410269490000001</c:v>
                </c:pt>
                <c:pt idx="350">
                  <c:v>-1.7795382924000001</c:v>
                </c:pt>
                <c:pt idx="351">
                  <c:v>-1.7658974858000001</c:v>
                </c:pt>
                <c:pt idx="352">
                  <c:v>-1.7771273879</c:v>
                </c:pt>
                <c:pt idx="353">
                  <c:v>-1.8001420652</c:v>
                </c:pt>
                <c:pt idx="354">
                  <c:v>-1.7656345145000001</c:v>
                </c:pt>
                <c:pt idx="355">
                  <c:v>-1.6789373782999999</c:v>
                </c:pt>
                <c:pt idx="356">
                  <c:v>-1.6369435564000001</c:v>
                </c:pt>
                <c:pt idx="357">
                  <c:v>-1.5331687563</c:v>
                </c:pt>
                <c:pt idx="358">
                  <c:v>-1.4396762688</c:v>
                </c:pt>
                <c:pt idx="359">
                  <c:v>-1.3608628313</c:v>
                </c:pt>
                <c:pt idx="360">
                  <c:v>-1.2708691315</c:v>
                </c:pt>
                <c:pt idx="361">
                  <c:v>-1.2204837992999999</c:v>
                </c:pt>
                <c:pt idx="362">
                  <c:v>-1.1679549517000001</c:v>
                </c:pt>
                <c:pt idx="363">
                  <c:v>-1.1298675473999999</c:v>
                </c:pt>
                <c:pt idx="364">
                  <c:v>-1.0918348026</c:v>
                </c:pt>
                <c:pt idx="365">
                  <c:v>-1.024444066</c:v>
                </c:pt>
                <c:pt idx="366">
                  <c:v>-0.90505208390000003</c:v>
                </c:pt>
                <c:pt idx="367">
                  <c:v>-0.83320242899999997</c:v>
                </c:pt>
                <c:pt idx="368">
                  <c:v>-0.71701914040000003</c:v>
                </c:pt>
                <c:pt idx="369">
                  <c:v>-0.65212455069999997</c:v>
                </c:pt>
                <c:pt idx="370">
                  <c:v>-0.57181043480000004</c:v>
                </c:pt>
                <c:pt idx="371">
                  <c:v>-0.52945199259999998</c:v>
                </c:pt>
                <c:pt idx="372">
                  <c:v>-0.52284674220000005</c:v>
                </c:pt>
                <c:pt idx="373">
                  <c:v>-0.47785477739999999</c:v>
                </c:pt>
                <c:pt idx="374">
                  <c:v>-0.43585865099999999</c:v>
                </c:pt>
                <c:pt idx="375">
                  <c:v>-0.44955259450000001</c:v>
                </c:pt>
                <c:pt idx="376">
                  <c:v>-0.44832909659999998</c:v>
                </c:pt>
                <c:pt idx="377">
                  <c:v>-0.44016155439999999</c:v>
                </c:pt>
                <c:pt idx="378">
                  <c:v>-0.52188225330000004</c:v>
                </c:pt>
                <c:pt idx="379">
                  <c:v>-0.58932948650000005</c:v>
                </c:pt>
                <c:pt idx="380">
                  <c:v>-0.60117072800000004</c:v>
                </c:pt>
                <c:pt idx="381">
                  <c:v>-0.59234961620000004</c:v>
                </c:pt>
                <c:pt idx="382">
                  <c:v>-0.5504694993</c:v>
                </c:pt>
                <c:pt idx="383">
                  <c:v>-0.55943673000000005</c:v>
                </c:pt>
                <c:pt idx="384">
                  <c:v>-0.64256320229999997</c:v>
                </c:pt>
                <c:pt idx="385">
                  <c:v>-0.73263246920000002</c:v>
                </c:pt>
                <c:pt idx="386">
                  <c:v>-0.88366274300000003</c:v>
                </c:pt>
                <c:pt idx="387">
                  <c:v>-1.0500755959000001</c:v>
                </c:pt>
                <c:pt idx="388">
                  <c:v>-1.1056631205</c:v>
                </c:pt>
                <c:pt idx="389">
                  <c:v>-1.2271111373000001</c:v>
                </c:pt>
                <c:pt idx="390">
                  <c:v>-1.2985676286000001</c:v>
                </c:pt>
                <c:pt idx="391">
                  <c:v>-1.3041764500999999</c:v>
                </c:pt>
                <c:pt idx="392">
                  <c:v>-1.2845289333000001</c:v>
                </c:pt>
                <c:pt idx="393">
                  <c:v>-1.2726869677999999</c:v>
                </c:pt>
                <c:pt idx="394">
                  <c:v>-1.3069681985999999</c:v>
                </c:pt>
                <c:pt idx="395">
                  <c:v>-1.3621564357</c:v>
                </c:pt>
                <c:pt idx="396">
                  <c:v>-1.3768256386</c:v>
                </c:pt>
                <c:pt idx="397">
                  <c:v>-1.3965054628</c:v>
                </c:pt>
                <c:pt idx="398">
                  <c:v>-1.3997709030000001</c:v>
                </c:pt>
                <c:pt idx="399">
                  <c:v>-1.3692388201000001</c:v>
                </c:pt>
                <c:pt idx="400">
                  <c:v>-1.3791176896999999</c:v>
                </c:pt>
                <c:pt idx="401">
                  <c:v>-1.4205406327000001</c:v>
                </c:pt>
                <c:pt idx="402">
                  <c:v>-1.4941465746</c:v>
                </c:pt>
                <c:pt idx="403">
                  <c:v>-1.5909383933000001</c:v>
                </c:pt>
                <c:pt idx="404">
                  <c:v>-1.6374728156</c:v>
                </c:pt>
                <c:pt idx="405">
                  <c:v>-1.5776264743999999</c:v>
                </c:pt>
                <c:pt idx="406">
                  <c:v>-1.5439575712</c:v>
                </c:pt>
                <c:pt idx="407">
                  <c:v>-1.4901798894</c:v>
                </c:pt>
                <c:pt idx="408">
                  <c:v>-1.4303043479999999</c:v>
                </c:pt>
                <c:pt idx="409">
                  <c:v>-1.4062775294000001</c:v>
                </c:pt>
                <c:pt idx="410">
                  <c:v>-1.3515104677000001</c:v>
                </c:pt>
                <c:pt idx="411">
                  <c:v>-1.3393780605000001</c:v>
                </c:pt>
                <c:pt idx="412">
                  <c:v>-1.3830619230000001</c:v>
                </c:pt>
                <c:pt idx="413">
                  <c:v>-1.3941764641000001</c:v>
                </c:pt>
                <c:pt idx="414">
                  <c:v>-1.4055659570000001</c:v>
                </c:pt>
                <c:pt idx="415">
                  <c:v>-1.3708514313</c:v>
                </c:pt>
                <c:pt idx="416">
                  <c:v>-1.3782697802999999</c:v>
                </c:pt>
                <c:pt idx="417">
                  <c:v>-1.3852682803</c:v>
                </c:pt>
                <c:pt idx="418">
                  <c:v>-1.3749933161000001</c:v>
                </c:pt>
                <c:pt idx="419">
                  <c:v>-1.3664279703</c:v>
                </c:pt>
                <c:pt idx="420">
                  <c:v>-1.346945616</c:v>
                </c:pt>
                <c:pt idx="421">
                  <c:v>-1.2951844832999999</c:v>
                </c:pt>
                <c:pt idx="422">
                  <c:v>-1.2397456527999999</c:v>
                </c:pt>
                <c:pt idx="423">
                  <c:v>-1.1780471096</c:v>
                </c:pt>
                <c:pt idx="424">
                  <c:v>-1.1834774750999999</c:v>
                </c:pt>
                <c:pt idx="425">
                  <c:v>-1.2494972574000001</c:v>
                </c:pt>
                <c:pt idx="426">
                  <c:v>-1.3701084345000001</c:v>
                </c:pt>
                <c:pt idx="427">
                  <c:v>-1.3977064695000001</c:v>
                </c:pt>
                <c:pt idx="428">
                  <c:v>-1.433671629</c:v>
                </c:pt>
                <c:pt idx="429">
                  <c:v>-1.4839313228</c:v>
                </c:pt>
                <c:pt idx="430">
                  <c:v>-1.5193312262000001</c:v>
                </c:pt>
                <c:pt idx="431">
                  <c:v>-1.5359221638</c:v>
                </c:pt>
                <c:pt idx="432">
                  <c:v>-1.6090314145</c:v>
                </c:pt>
                <c:pt idx="433">
                  <c:v>-1.6743328723999999</c:v>
                </c:pt>
                <c:pt idx="434">
                  <c:v>-1.8100145655</c:v>
                </c:pt>
                <c:pt idx="435">
                  <c:v>-1.9171728902</c:v>
                </c:pt>
                <c:pt idx="436">
                  <c:v>-2.0730392201000001</c:v>
                </c:pt>
                <c:pt idx="437">
                  <c:v>-2.1655681737000001</c:v>
                </c:pt>
                <c:pt idx="438">
                  <c:v>-2.2348882030000001</c:v>
                </c:pt>
                <c:pt idx="439">
                  <c:v>-2.2764552813000001</c:v>
                </c:pt>
                <c:pt idx="440">
                  <c:v>-2.3261335030999999</c:v>
                </c:pt>
                <c:pt idx="441">
                  <c:v>-2.3687453353999999</c:v>
                </c:pt>
                <c:pt idx="442">
                  <c:v>-2.4119909649000002</c:v>
                </c:pt>
                <c:pt idx="443">
                  <c:v>-2.5071177544999999</c:v>
                </c:pt>
                <c:pt idx="444">
                  <c:v>-2.5637476644000001</c:v>
                </c:pt>
                <c:pt idx="445">
                  <c:v>-2.5505448372999999</c:v>
                </c:pt>
                <c:pt idx="446">
                  <c:v>-2.5016587406999999</c:v>
                </c:pt>
                <c:pt idx="447">
                  <c:v>-2.3637545201000001</c:v>
                </c:pt>
                <c:pt idx="448">
                  <c:v>-2.3427264179999998</c:v>
                </c:pt>
                <c:pt idx="449">
                  <c:v>-2.3213960596000001</c:v>
                </c:pt>
                <c:pt idx="450">
                  <c:v>-2.2778010711999999</c:v>
                </c:pt>
                <c:pt idx="451">
                  <c:v>-2.2545310175000002</c:v>
                </c:pt>
                <c:pt idx="452">
                  <c:v>-2.2312096206000001</c:v>
                </c:pt>
                <c:pt idx="453">
                  <c:v>-2.1521237921999998</c:v>
                </c:pt>
                <c:pt idx="454">
                  <c:v>-2.0789792592</c:v>
                </c:pt>
                <c:pt idx="455">
                  <c:v>-1.9906556229000001</c:v>
                </c:pt>
                <c:pt idx="456">
                  <c:v>-1.9155129725</c:v>
                </c:pt>
                <c:pt idx="457">
                  <c:v>-1.7691050959000001</c:v>
                </c:pt>
                <c:pt idx="458">
                  <c:v>-1.6131045441</c:v>
                </c:pt>
                <c:pt idx="459">
                  <c:v>-1.5277390037</c:v>
                </c:pt>
                <c:pt idx="460">
                  <c:v>-1.5156627817999999</c:v>
                </c:pt>
                <c:pt idx="461">
                  <c:v>-1.5016501339999999</c:v>
                </c:pt>
                <c:pt idx="462">
                  <c:v>-1.4848861530999999</c:v>
                </c:pt>
                <c:pt idx="463">
                  <c:v>-1.4666374866</c:v>
                </c:pt>
                <c:pt idx="464">
                  <c:v>-1.4113140580000001</c:v>
                </c:pt>
                <c:pt idx="465">
                  <c:v>-1.3433221547</c:v>
                </c:pt>
                <c:pt idx="466">
                  <c:v>-1.3067633216000001</c:v>
                </c:pt>
                <c:pt idx="467">
                  <c:v>-1.242017487</c:v>
                </c:pt>
                <c:pt idx="468">
                  <c:v>-1.224479603</c:v>
                </c:pt>
                <c:pt idx="469">
                  <c:v>-1.1732964235000001</c:v>
                </c:pt>
                <c:pt idx="470">
                  <c:v>-1.0878068621999999</c:v>
                </c:pt>
                <c:pt idx="471">
                  <c:v>-1.0306146391</c:v>
                </c:pt>
                <c:pt idx="472">
                  <c:v>-0.98146236320000002</c:v>
                </c:pt>
                <c:pt idx="473">
                  <c:v>-0.96000963630000002</c:v>
                </c:pt>
                <c:pt idx="474">
                  <c:v>-0.91258202720000003</c:v>
                </c:pt>
                <c:pt idx="475">
                  <c:v>-0.88105623330000005</c:v>
                </c:pt>
                <c:pt idx="476">
                  <c:v>-0.82082353210000003</c:v>
                </c:pt>
                <c:pt idx="477">
                  <c:v>-0.759444283</c:v>
                </c:pt>
                <c:pt idx="478">
                  <c:v>-0.72246264439999996</c:v>
                </c:pt>
                <c:pt idx="479">
                  <c:v>-0.73111063629999995</c:v>
                </c:pt>
                <c:pt idx="480">
                  <c:v>-0.71474829709999999</c:v>
                </c:pt>
                <c:pt idx="481">
                  <c:v>-0.66829153109999995</c:v>
                </c:pt>
                <c:pt idx="482">
                  <c:v>-0.59006223940000002</c:v>
                </c:pt>
                <c:pt idx="483">
                  <c:v>-0.5480960976</c:v>
                </c:pt>
                <c:pt idx="484">
                  <c:v>-0.49795930150000001</c:v>
                </c:pt>
                <c:pt idx="485">
                  <c:v>-0.44977502349999998</c:v>
                </c:pt>
                <c:pt idx="486">
                  <c:v>-0.45506566539999999</c:v>
                </c:pt>
                <c:pt idx="487">
                  <c:v>-0.42726666419999998</c:v>
                </c:pt>
                <c:pt idx="488">
                  <c:v>-0.44159888940000003</c:v>
                </c:pt>
                <c:pt idx="489">
                  <c:v>-0.45952265590000002</c:v>
                </c:pt>
                <c:pt idx="490">
                  <c:v>-0.47381806300000001</c:v>
                </c:pt>
                <c:pt idx="491">
                  <c:v>-0.4936817731</c:v>
                </c:pt>
                <c:pt idx="492">
                  <c:v>-0.51355383860000003</c:v>
                </c:pt>
                <c:pt idx="493">
                  <c:v>-0.52664422489999996</c:v>
                </c:pt>
                <c:pt idx="494">
                  <c:v>-0.54743137409999998</c:v>
                </c:pt>
                <c:pt idx="495">
                  <c:v>-0.55202084959999997</c:v>
                </c:pt>
                <c:pt idx="496">
                  <c:v>-0.52591205600000002</c:v>
                </c:pt>
                <c:pt idx="497">
                  <c:v>-0.50679011929999995</c:v>
                </c:pt>
                <c:pt idx="498">
                  <c:v>-0.51148825369999995</c:v>
                </c:pt>
                <c:pt idx="499">
                  <c:v>-0.54598875920000001</c:v>
                </c:pt>
                <c:pt idx="500">
                  <c:v>-0.56901828259999998</c:v>
                </c:pt>
                <c:pt idx="501">
                  <c:v>-0.61555212439999996</c:v>
                </c:pt>
                <c:pt idx="502">
                  <c:v>-0.65471922449999997</c:v>
                </c:pt>
                <c:pt idx="503">
                  <c:v>-0.70953366650000005</c:v>
                </c:pt>
                <c:pt idx="504">
                  <c:v>-0.74974754300000002</c:v>
                </c:pt>
                <c:pt idx="505">
                  <c:v>-0.78829132719999995</c:v>
                </c:pt>
                <c:pt idx="506">
                  <c:v>-0.86704629830000002</c:v>
                </c:pt>
                <c:pt idx="507">
                  <c:v>-0.9205117894</c:v>
                </c:pt>
                <c:pt idx="508">
                  <c:v>-0.94967219869999997</c:v>
                </c:pt>
                <c:pt idx="509">
                  <c:v>-0.9489826535</c:v>
                </c:pt>
                <c:pt idx="510">
                  <c:v>-0.93314507189999996</c:v>
                </c:pt>
                <c:pt idx="511">
                  <c:v>-0.89345495019999999</c:v>
                </c:pt>
                <c:pt idx="512">
                  <c:v>-0.87804358400000004</c:v>
                </c:pt>
                <c:pt idx="513">
                  <c:v>-0.88056110219999995</c:v>
                </c:pt>
                <c:pt idx="514">
                  <c:v>-0.91532474019999999</c:v>
                </c:pt>
                <c:pt idx="515">
                  <c:v>-0.91674123559999998</c:v>
                </c:pt>
                <c:pt idx="516">
                  <c:v>-0.91573632530000004</c:v>
                </c:pt>
                <c:pt idx="517">
                  <c:v>-0.94933505579999999</c:v>
                </c:pt>
                <c:pt idx="518">
                  <c:v>-0.97105502359999996</c:v>
                </c:pt>
                <c:pt idx="519">
                  <c:v>-1.0174800422000001</c:v>
                </c:pt>
                <c:pt idx="520">
                  <c:v>-1.0710709836000001</c:v>
                </c:pt>
                <c:pt idx="521">
                  <c:v>-1.1037562399</c:v>
                </c:pt>
                <c:pt idx="522">
                  <c:v>-1.1105010960999999</c:v>
                </c:pt>
                <c:pt idx="523">
                  <c:v>-1.1396002247999999</c:v>
                </c:pt>
                <c:pt idx="524">
                  <c:v>-1.1942577449</c:v>
                </c:pt>
                <c:pt idx="525">
                  <c:v>-1.2153499744</c:v>
                </c:pt>
                <c:pt idx="526">
                  <c:v>-1.235080357</c:v>
                </c:pt>
                <c:pt idx="527">
                  <c:v>-1.1947349970000001</c:v>
                </c:pt>
                <c:pt idx="528">
                  <c:v>-1.1642275202000001</c:v>
                </c:pt>
                <c:pt idx="529">
                  <c:v>-1.1904850453</c:v>
                </c:pt>
                <c:pt idx="530">
                  <c:v>-1.2126262202</c:v>
                </c:pt>
                <c:pt idx="531">
                  <c:v>-1.1934195219999999</c:v>
                </c:pt>
                <c:pt idx="532">
                  <c:v>-1.1738836569</c:v>
                </c:pt>
                <c:pt idx="533">
                  <c:v>-1.2050566737999999</c:v>
                </c:pt>
                <c:pt idx="534">
                  <c:v>-1.2276551116000001</c:v>
                </c:pt>
                <c:pt idx="535">
                  <c:v>-1.266365288</c:v>
                </c:pt>
                <c:pt idx="536">
                  <c:v>-1.2757036423000001</c:v>
                </c:pt>
                <c:pt idx="537">
                  <c:v>-1.2971282573</c:v>
                </c:pt>
                <c:pt idx="538">
                  <c:v>-1.2770389194</c:v>
                </c:pt>
                <c:pt idx="539">
                  <c:v>-1.2950669776999999</c:v>
                </c:pt>
                <c:pt idx="540">
                  <c:v>-1.3046583377000001</c:v>
                </c:pt>
                <c:pt idx="541">
                  <c:v>-1.3044021131000001</c:v>
                </c:pt>
                <c:pt idx="542">
                  <c:v>-1.311860864</c:v>
                </c:pt>
                <c:pt idx="543">
                  <c:v>-1.3740178526</c:v>
                </c:pt>
                <c:pt idx="544">
                  <c:v>-1.4234980722999999</c:v>
                </c:pt>
                <c:pt idx="545">
                  <c:v>-1.4161599384000001</c:v>
                </c:pt>
                <c:pt idx="546">
                  <c:v>-1.4260296912999999</c:v>
                </c:pt>
                <c:pt idx="547">
                  <c:v>-1.4685619650999999</c:v>
                </c:pt>
                <c:pt idx="548">
                  <c:v>-1.4781726333</c:v>
                </c:pt>
                <c:pt idx="549">
                  <c:v>-1.4633789562999999</c:v>
                </c:pt>
                <c:pt idx="550">
                  <c:v>-1.4386956329</c:v>
                </c:pt>
                <c:pt idx="551">
                  <c:v>-1.414942138</c:v>
                </c:pt>
                <c:pt idx="552">
                  <c:v>-1.4440083973</c:v>
                </c:pt>
                <c:pt idx="553">
                  <c:v>-1.4643053717000001</c:v>
                </c:pt>
                <c:pt idx="554">
                  <c:v>-1.4327936013</c:v>
                </c:pt>
                <c:pt idx="555">
                  <c:v>-1.3683681807000001</c:v>
                </c:pt>
                <c:pt idx="556">
                  <c:v>-1.2898600254000001</c:v>
                </c:pt>
                <c:pt idx="557">
                  <c:v>-1.2613434696000001</c:v>
                </c:pt>
                <c:pt idx="558">
                  <c:v>-1.2294180337</c:v>
                </c:pt>
                <c:pt idx="559">
                  <c:v>-1.2058431756000001</c:v>
                </c:pt>
                <c:pt idx="560">
                  <c:v>-1.1616430471999999</c:v>
                </c:pt>
                <c:pt idx="561">
                  <c:v>-1.0938396434</c:v>
                </c:pt>
                <c:pt idx="562">
                  <c:v>-1.0148254805000001</c:v>
                </c:pt>
                <c:pt idx="563">
                  <c:v>-0.95934856540000002</c:v>
                </c:pt>
                <c:pt idx="564">
                  <c:v>-0.83785393109999995</c:v>
                </c:pt>
                <c:pt idx="565">
                  <c:v>-0.73034577730000005</c:v>
                </c:pt>
                <c:pt idx="566">
                  <c:v>-0.65554688130000005</c:v>
                </c:pt>
                <c:pt idx="567">
                  <c:v>-0.58756186089999995</c:v>
                </c:pt>
                <c:pt idx="568">
                  <c:v>-0.54935848740000004</c:v>
                </c:pt>
                <c:pt idx="569">
                  <c:v>-0.53262105920000002</c:v>
                </c:pt>
                <c:pt idx="570">
                  <c:v>-0.55288521189999995</c:v>
                </c:pt>
                <c:pt idx="571">
                  <c:v>-0.54829563130000003</c:v>
                </c:pt>
                <c:pt idx="572">
                  <c:v>-0.54581593250000005</c:v>
                </c:pt>
                <c:pt idx="573">
                  <c:v>-0.53663565840000005</c:v>
                </c:pt>
                <c:pt idx="574">
                  <c:v>-0.59475597459999996</c:v>
                </c:pt>
                <c:pt idx="575">
                  <c:v>-0.6169050975</c:v>
                </c:pt>
                <c:pt idx="576">
                  <c:v>-0.60681306820000003</c:v>
                </c:pt>
                <c:pt idx="577">
                  <c:v>-0.63041511480000001</c:v>
                </c:pt>
                <c:pt idx="578">
                  <c:v>-0.62403761479999997</c:v>
                </c:pt>
                <c:pt idx="579">
                  <c:v>-0.6303572798</c:v>
                </c:pt>
                <c:pt idx="580">
                  <c:v>-0.66524687500000002</c:v>
                </c:pt>
                <c:pt idx="581">
                  <c:v>-0.67192140330000005</c:v>
                </c:pt>
                <c:pt idx="582">
                  <c:v>-0.66280311079999998</c:v>
                </c:pt>
                <c:pt idx="583">
                  <c:v>-0.63986407079999996</c:v>
                </c:pt>
                <c:pt idx="584">
                  <c:v>-0.62748941790000001</c:v>
                </c:pt>
                <c:pt idx="585">
                  <c:v>-0.6398636352</c:v>
                </c:pt>
                <c:pt idx="586">
                  <c:v>-0.66695161260000002</c:v>
                </c:pt>
                <c:pt idx="587">
                  <c:v>-0.67819569099999999</c:v>
                </c:pt>
                <c:pt idx="588">
                  <c:v>-0.68192351819999997</c:v>
                </c:pt>
                <c:pt idx="589">
                  <c:v>-0.61461540069999998</c:v>
                </c:pt>
                <c:pt idx="590">
                  <c:v>-0.54532998499999996</c:v>
                </c:pt>
                <c:pt idx="591">
                  <c:v>-0.46237537039999999</c:v>
                </c:pt>
                <c:pt idx="592">
                  <c:v>-0.39088475369999998</c:v>
                </c:pt>
                <c:pt idx="593">
                  <c:v>-0.30709321719999999</c:v>
                </c:pt>
                <c:pt idx="594">
                  <c:v>-0.22636506570000001</c:v>
                </c:pt>
                <c:pt idx="595">
                  <c:v>-0.1391915262</c:v>
                </c:pt>
                <c:pt idx="596">
                  <c:v>-0.1021253261</c:v>
                </c:pt>
                <c:pt idx="597">
                  <c:v>-0.1397031312</c:v>
                </c:pt>
                <c:pt idx="598">
                  <c:v>-0.16972455149999999</c:v>
                </c:pt>
                <c:pt idx="599">
                  <c:v>-0.21135320699999999</c:v>
                </c:pt>
                <c:pt idx="600">
                  <c:v>-0.27355315629999999</c:v>
                </c:pt>
                <c:pt idx="601">
                  <c:v>-0.2619123471</c:v>
                </c:pt>
                <c:pt idx="602">
                  <c:v>-0.29519538960000002</c:v>
                </c:pt>
                <c:pt idx="603">
                  <c:v>-0.32785606439999998</c:v>
                </c:pt>
                <c:pt idx="604">
                  <c:v>-0.36795608299999999</c:v>
                </c:pt>
                <c:pt idx="605">
                  <c:v>-0.39495525619999999</c:v>
                </c:pt>
                <c:pt idx="606">
                  <c:v>-0.42602109859999998</c:v>
                </c:pt>
                <c:pt idx="607">
                  <c:v>-0.4549266918</c:v>
                </c:pt>
                <c:pt idx="608">
                  <c:v>-0.49822256479999999</c:v>
                </c:pt>
                <c:pt idx="609">
                  <c:v>-0.53736569670000001</c:v>
                </c:pt>
                <c:pt idx="610">
                  <c:v>-0.59031995989999997</c:v>
                </c:pt>
                <c:pt idx="611">
                  <c:v>-0.65367958189999997</c:v>
                </c:pt>
                <c:pt idx="612">
                  <c:v>-0.71008577029999997</c:v>
                </c:pt>
                <c:pt idx="613">
                  <c:v>-0.77485720690000004</c:v>
                </c:pt>
                <c:pt idx="614">
                  <c:v>-0.86581474150000004</c:v>
                </c:pt>
                <c:pt idx="615">
                  <c:v>-0.97662048940000001</c:v>
                </c:pt>
                <c:pt idx="616">
                  <c:v>-1.0590630651999999</c:v>
                </c:pt>
                <c:pt idx="617">
                  <c:v>-1.1198890888999999</c:v>
                </c:pt>
                <c:pt idx="618">
                  <c:v>-1.1343363756</c:v>
                </c:pt>
                <c:pt idx="619">
                  <c:v>-1.1383438371000001</c:v>
                </c:pt>
                <c:pt idx="620">
                  <c:v>-1.1345184006</c:v>
                </c:pt>
                <c:pt idx="621">
                  <c:v>-1.1151217492000001</c:v>
                </c:pt>
                <c:pt idx="622">
                  <c:v>-1.1554495869999999</c:v>
                </c:pt>
                <c:pt idx="623">
                  <c:v>-1.1614670010999999</c:v>
                </c:pt>
                <c:pt idx="624">
                  <c:v>-1.1837758573999999</c:v>
                </c:pt>
                <c:pt idx="625">
                  <c:v>-1.2152620375000001</c:v>
                </c:pt>
                <c:pt idx="626">
                  <c:v>-1.2212858243</c:v>
                </c:pt>
                <c:pt idx="627">
                  <c:v>-1.2235009321000001</c:v>
                </c:pt>
                <c:pt idx="628">
                  <c:v>-1.1923851361</c:v>
                </c:pt>
                <c:pt idx="629">
                  <c:v>-1.1586171932</c:v>
                </c:pt>
                <c:pt idx="630">
                  <c:v>-1.1318411038</c:v>
                </c:pt>
                <c:pt idx="631">
                  <c:v>-1.1286630821000001</c:v>
                </c:pt>
                <c:pt idx="632">
                  <c:v>-1.1003714765999999</c:v>
                </c:pt>
                <c:pt idx="633">
                  <c:v>-1.1171313539000001</c:v>
                </c:pt>
                <c:pt idx="634">
                  <c:v>-1.1766802746</c:v>
                </c:pt>
                <c:pt idx="635">
                  <c:v>-1.2162422116</c:v>
                </c:pt>
                <c:pt idx="636">
                  <c:v>-1.2376881373999999</c:v>
                </c:pt>
                <c:pt idx="637">
                  <c:v>-1.2161708604999999</c:v>
                </c:pt>
                <c:pt idx="638">
                  <c:v>-1.2227640941</c:v>
                </c:pt>
                <c:pt idx="639">
                  <c:v>-1.2320261402999999</c:v>
                </c:pt>
                <c:pt idx="640">
                  <c:v>-1.2162170994999999</c:v>
                </c:pt>
                <c:pt idx="641">
                  <c:v>-1.2124805385999999</c:v>
                </c:pt>
                <c:pt idx="642">
                  <c:v>-1.205168968</c:v>
                </c:pt>
                <c:pt idx="643">
                  <c:v>-1.1906545289999999</c:v>
                </c:pt>
                <c:pt idx="644">
                  <c:v>-1.1835570324</c:v>
                </c:pt>
                <c:pt idx="645">
                  <c:v>-1.1494853872999999</c:v>
                </c:pt>
                <c:pt idx="646">
                  <c:v>-1.1452855553000001</c:v>
                </c:pt>
                <c:pt idx="647">
                  <c:v>-1.130332125</c:v>
                </c:pt>
                <c:pt idx="648">
                  <c:v>-1.0900440461000001</c:v>
                </c:pt>
                <c:pt idx="649">
                  <c:v>-1.0546338595</c:v>
                </c:pt>
                <c:pt idx="650">
                  <c:v>-0.99534048659999996</c:v>
                </c:pt>
                <c:pt idx="651">
                  <c:v>-0.97641275279999995</c:v>
                </c:pt>
                <c:pt idx="652">
                  <c:v>-0.90927355590000003</c:v>
                </c:pt>
                <c:pt idx="653">
                  <c:v>-0.89969808080000002</c:v>
                </c:pt>
                <c:pt idx="654">
                  <c:v>-0.84880826760000005</c:v>
                </c:pt>
                <c:pt idx="655">
                  <c:v>-0.75486436420000003</c:v>
                </c:pt>
                <c:pt idx="656">
                  <c:v>-0.66970098330000005</c:v>
                </c:pt>
                <c:pt idx="657">
                  <c:v>-0.58081400849999998</c:v>
                </c:pt>
                <c:pt idx="658">
                  <c:v>-0.49004021060000003</c:v>
                </c:pt>
                <c:pt idx="659">
                  <c:v>-0.38471664030000002</c:v>
                </c:pt>
                <c:pt idx="660">
                  <c:v>-0.30435797320000002</c:v>
                </c:pt>
                <c:pt idx="661">
                  <c:v>-0.19872357369999999</c:v>
                </c:pt>
                <c:pt idx="662">
                  <c:v>-0.17433629649999999</c:v>
                </c:pt>
                <c:pt idx="663">
                  <c:v>-0.1143728158</c:v>
                </c:pt>
                <c:pt idx="664">
                  <c:v>-2.4835387600000002E-2</c:v>
                </c:pt>
                <c:pt idx="665">
                  <c:v>6.2963516999999997E-2</c:v>
                </c:pt>
                <c:pt idx="666">
                  <c:v>8.8038707399999999E-2</c:v>
                </c:pt>
                <c:pt idx="667">
                  <c:v>0.16362158839999999</c:v>
                </c:pt>
                <c:pt idx="668">
                  <c:v>0.2076629784</c:v>
                </c:pt>
                <c:pt idx="669">
                  <c:v>0.21764902320000001</c:v>
                </c:pt>
                <c:pt idx="670">
                  <c:v>0.2236502779</c:v>
                </c:pt>
                <c:pt idx="671">
                  <c:v>0.1950569855</c:v>
                </c:pt>
                <c:pt idx="672">
                  <c:v>0.17391258230000001</c:v>
                </c:pt>
                <c:pt idx="673">
                  <c:v>0.12725647139999999</c:v>
                </c:pt>
                <c:pt idx="674">
                  <c:v>0.11392593870000001</c:v>
                </c:pt>
                <c:pt idx="675">
                  <c:v>8.4860343099999999E-2</c:v>
                </c:pt>
                <c:pt idx="676">
                  <c:v>8.6150489900000002E-2</c:v>
                </c:pt>
                <c:pt idx="677">
                  <c:v>6.20164505E-2</c:v>
                </c:pt>
                <c:pt idx="678">
                  <c:v>6.8486576000000004E-3</c:v>
                </c:pt>
                <c:pt idx="679">
                  <c:v>-5.8031068300000002E-2</c:v>
                </c:pt>
                <c:pt idx="680">
                  <c:v>-0.10638160050000001</c:v>
                </c:pt>
                <c:pt idx="681">
                  <c:v>-0.14366897989999999</c:v>
                </c:pt>
                <c:pt idx="682">
                  <c:v>-0.2436318237</c:v>
                </c:pt>
                <c:pt idx="683">
                  <c:v>-0.27007046839999999</c:v>
                </c:pt>
                <c:pt idx="684">
                  <c:v>-0.35774655049999998</c:v>
                </c:pt>
                <c:pt idx="685">
                  <c:v>-0.45411724009999999</c:v>
                </c:pt>
                <c:pt idx="686">
                  <c:v>-0.54897690239999997</c:v>
                </c:pt>
                <c:pt idx="687">
                  <c:v>-0.6189762567</c:v>
                </c:pt>
                <c:pt idx="688">
                  <c:v>-0.66936158540000001</c:v>
                </c:pt>
                <c:pt idx="689">
                  <c:v>-0.72560087090000003</c:v>
                </c:pt>
                <c:pt idx="690">
                  <c:v>-0.7516695095</c:v>
                </c:pt>
                <c:pt idx="691">
                  <c:v>-0.79427617839999998</c:v>
                </c:pt>
                <c:pt idx="692">
                  <c:v>-0.85486031220000003</c:v>
                </c:pt>
                <c:pt idx="693">
                  <c:v>-0.87093543620000002</c:v>
                </c:pt>
                <c:pt idx="694">
                  <c:v>-0.91858889840000002</c:v>
                </c:pt>
                <c:pt idx="695">
                  <c:v>-0.9789065643</c:v>
                </c:pt>
                <c:pt idx="696">
                  <c:v>-1.0246235534000001</c:v>
                </c:pt>
                <c:pt idx="697">
                  <c:v>-1.0600945629</c:v>
                </c:pt>
                <c:pt idx="698">
                  <c:v>-1.0459881</c:v>
                </c:pt>
                <c:pt idx="699">
                  <c:v>-1.0429443428</c:v>
                </c:pt>
                <c:pt idx="700">
                  <c:v>-1.0497625348999999</c:v>
                </c:pt>
                <c:pt idx="701">
                  <c:v>-1.0436893762999999</c:v>
                </c:pt>
                <c:pt idx="702">
                  <c:v>-1.1017032711999999</c:v>
                </c:pt>
                <c:pt idx="703">
                  <c:v>-1.1116480420999999</c:v>
                </c:pt>
                <c:pt idx="704">
                  <c:v>-1.1310522676999999</c:v>
                </c:pt>
                <c:pt idx="705">
                  <c:v>-1.1431957278</c:v>
                </c:pt>
                <c:pt idx="706">
                  <c:v>-1.1476694547999999</c:v>
                </c:pt>
                <c:pt idx="707">
                  <c:v>-1.1531380059</c:v>
                </c:pt>
                <c:pt idx="708">
                  <c:v>-1.1686267411</c:v>
                </c:pt>
                <c:pt idx="709">
                  <c:v>-1.2114377874</c:v>
                </c:pt>
                <c:pt idx="710">
                  <c:v>-1.1691053513</c:v>
                </c:pt>
                <c:pt idx="711">
                  <c:v>-1.1559821119</c:v>
                </c:pt>
                <c:pt idx="712">
                  <c:v>-1.1538801444</c:v>
                </c:pt>
                <c:pt idx="713">
                  <c:v>-1.1219251772000001</c:v>
                </c:pt>
                <c:pt idx="714">
                  <c:v>-1.0901539459</c:v>
                </c:pt>
                <c:pt idx="715">
                  <c:v>-1.0621673826</c:v>
                </c:pt>
                <c:pt idx="716">
                  <c:v>-1.0197479121999999</c:v>
                </c:pt>
                <c:pt idx="717">
                  <c:v>-0.96712135450000003</c:v>
                </c:pt>
                <c:pt idx="718">
                  <c:v>-0.91396763420000005</c:v>
                </c:pt>
                <c:pt idx="719">
                  <c:v>-0.94488819850000005</c:v>
                </c:pt>
                <c:pt idx="720">
                  <c:v>-0.896866147</c:v>
                </c:pt>
                <c:pt idx="721">
                  <c:v>-0.87996115880000003</c:v>
                </c:pt>
                <c:pt idx="722">
                  <c:v>-0.89527935430000005</c:v>
                </c:pt>
                <c:pt idx="723">
                  <c:v>-0.84661753579999999</c:v>
                </c:pt>
                <c:pt idx="724">
                  <c:v>-0.81332984429999999</c:v>
                </c:pt>
                <c:pt idx="725">
                  <c:v>-0.83511715379999996</c:v>
                </c:pt>
                <c:pt idx="726">
                  <c:v>-0.83648897590000004</c:v>
                </c:pt>
                <c:pt idx="727">
                  <c:v>-0.81618945980000002</c:v>
                </c:pt>
                <c:pt idx="728">
                  <c:v>-0.79137896409999997</c:v>
                </c:pt>
                <c:pt idx="729">
                  <c:v>-0.74030823960000003</c:v>
                </c:pt>
                <c:pt idx="730">
                  <c:v>-0.69156370919999999</c:v>
                </c:pt>
                <c:pt idx="731">
                  <c:v>-0.72078684849999997</c:v>
                </c:pt>
                <c:pt idx="732">
                  <c:v>-0.74776959369999996</c:v>
                </c:pt>
                <c:pt idx="733">
                  <c:v>-0.76428992910000004</c:v>
                </c:pt>
                <c:pt idx="734">
                  <c:v>-0.79880518769999997</c:v>
                </c:pt>
                <c:pt idx="735">
                  <c:v>-0.84230413640000001</c:v>
                </c:pt>
                <c:pt idx="736">
                  <c:v>-0.84539051190000003</c:v>
                </c:pt>
                <c:pt idx="737">
                  <c:v>-0.83903731849999996</c:v>
                </c:pt>
                <c:pt idx="738">
                  <c:v>-0.82627153779999996</c:v>
                </c:pt>
                <c:pt idx="739">
                  <c:v>-0.8644022576</c:v>
                </c:pt>
                <c:pt idx="740">
                  <c:v>-0.85073743069999996</c:v>
                </c:pt>
                <c:pt idx="741">
                  <c:v>-0.87195691900000005</c:v>
                </c:pt>
                <c:pt idx="742">
                  <c:v>-0.88732061939999995</c:v>
                </c:pt>
                <c:pt idx="743">
                  <c:v>-0.88339376179999995</c:v>
                </c:pt>
                <c:pt idx="744">
                  <c:v>-0.86836226549999995</c:v>
                </c:pt>
                <c:pt idx="745">
                  <c:v>-0.86011470700000003</c:v>
                </c:pt>
                <c:pt idx="746">
                  <c:v>-0.80375308000000001</c:v>
                </c:pt>
                <c:pt idx="747">
                  <c:v>-0.80762316069999995</c:v>
                </c:pt>
                <c:pt idx="748">
                  <c:v>-0.86565997319999999</c:v>
                </c:pt>
                <c:pt idx="749">
                  <c:v>-0.89608538309999997</c:v>
                </c:pt>
                <c:pt idx="750">
                  <c:v>-0.92384463039999998</c:v>
                </c:pt>
                <c:pt idx="751">
                  <c:v>-0.95833293249999996</c:v>
                </c:pt>
                <c:pt idx="752">
                  <c:v>-0.99197879470000005</c:v>
                </c:pt>
                <c:pt idx="753">
                  <c:v>-1.0059936193000001</c:v>
                </c:pt>
                <c:pt idx="754">
                  <c:v>-1.0141955617</c:v>
                </c:pt>
                <c:pt idx="755">
                  <c:v>-1.0191309171</c:v>
                </c:pt>
                <c:pt idx="756">
                  <c:v>-1.0216459894000001</c:v>
                </c:pt>
                <c:pt idx="757">
                  <c:v>-1.0519654743</c:v>
                </c:pt>
                <c:pt idx="758">
                  <c:v>-1.0625516722999999</c:v>
                </c:pt>
                <c:pt idx="759">
                  <c:v>-1.0927407527999999</c:v>
                </c:pt>
                <c:pt idx="760">
                  <c:v>-1.1382946519999999</c:v>
                </c:pt>
                <c:pt idx="761">
                  <c:v>-1.1789707265</c:v>
                </c:pt>
                <c:pt idx="762">
                  <c:v>-1.2280661243</c:v>
                </c:pt>
                <c:pt idx="763">
                  <c:v>-1.3002901532</c:v>
                </c:pt>
                <c:pt idx="764">
                  <c:v>-1.3640969590000001</c:v>
                </c:pt>
                <c:pt idx="765">
                  <c:v>-1.3893644514000001</c:v>
                </c:pt>
                <c:pt idx="766">
                  <c:v>-1.4418481641000001</c:v>
                </c:pt>
                <c:pt idx="767">
                  <c:v>-1.5283279845</c:v>
                </c:pt>
                <c:pt idx="768">
                  <c:v>-1.5530716850999999</c:v>
                </c:pt>
                <c:pt idx="769">
                  <c:v>-1.5377489746999999</c:v>
                </c:pt>
                <c:pt idx="770">
                  <c:v>-1.5108368178</c:v>
                </c:pt>
                <c:pt idx="771">
                  <c:v>-1.5192539655999999</c:v>
                </c:pt>
                <c:pt idx="772">
                  <c:v>-1.5177405413</c:v>
                </c:pt>
                <c:pt idx="773">
                  <c:v>-1.4925090561000001</c:v>
                </c:pt>
                <c:pt idx="774">
                  <c:v>-1.4805407981000001</c:v>
                </c:pt>
                <c:pt idx="775">
                  <c:v>-1.5387898900999999</c:v>
                </c:pt>
                <c:pt idx="776">
                  <c:v>-1.5597006124999999</c:v>
                </c:pt>
                <c:pt idx="777">
                  <c:v>-1.6234049814</c:v>
                </c:pt>
                <c:pt idx="778">
                  <c:v>-1.6342475464999999</c:v>
                </c:pt>
                <c:pt idx="779">
                  <c:v>-1.7008166356000001</c:v>
                </c:pt>
                <c:pt idx="780">
                  <c:v>-1.7813773903000001</c:v>
                </c:pt>
                <c:pt idx="781">
                  <c:v>-1.8383740703</c:v>
                </c:pt>
                <c:pt idx="782">
                  <c:v>-1.8912808956</c:v>
                </c:pt>
                <c:pt idx="783">
                  <c:v>-1.9280415133</c:v>
                </c:pt>
                <c:pt idx="784">
                  <c:v>-1.9554840327</c:v>
                </c:pt>
                <c:pt idx="785">
                  <c:v>-1.9731701210999999</c:v>
                </c:pt>
                <c:pt idx="786">
                  <c:v>-2.0566881886999999</c:v>
                </c:pt>
                <c:pt idx="787">
                  <c:v>-2.1063580282999999</c:v>
                </c:pt>
                <c:pt idx="788">
                  <c:v>-2.0573515541999998</c:v>
                </c:pt>
                <c:pt idx="789">
                  <c:v>-1.9982116653999999</c:v>
                </c:pt>
                <c:pt idx="790">
                  <c:v>-1.9547810554</c:v>
                </c:pt>
                <c:pt idx="791">
                  <c:v>-1.9566141382</c:v>
                </c:pt>
                <c:pt idx="792">
                  <c:v>-1.9419085126</c:v>
                </c:pt>
                <c:pt idx="793">
                  <c:v>-1.9327982003999999</c:v>
                </c:pt>
                <c:pt idx="794">
                  <c:v>-1.9378118967</c:v>
                </c:pt>
                <c:pt idx="795">
                  <c:v>-1.9530097904999999</c:v>
                </c:pt>
                <c:pt idx="796">
                  <c:v>-1.8892743802</c:v>
                </c:pt>
                <c:pt idx="797">
                  <c:v>-1.8364381995000001</c:v>
                </c:pt>
                <c:pt idx="798">
                  <c:v>-1.7403082140999999</c:v>
                </c:pt>
                <c:pt idx="799">
                  <c:v>-1.7191615516000001</c:v>
                </c:pt>
                <c:pt idx="800">
                  <c:v>-1.6827725169000001</c:v>
                </c:pt>
                <c:pt idx="801">
                  <c:v>-1.6119718326000001</c:v>
                </c:pt>
                <c:pt idx="802">
                  <c:v>-1.5475207789000001</c:v>
                </c:pt>
                <c:pt idx="803">
                  <c:v>-1.4859796885000001</c:v>
                </c:pt>
                <c:pt idx="804">
                  <c:v>-1.4054262766000001</c:v>
                </c:pt>
                <c:pt idx="805">
                  <c:v>-1.2967044031999999</c:v>
                </c:pt>
                <c:pt idx="806">
                  <c:v>-1.2037950428999999</c:v>
                </c:pt>
                <c:pt idx="807">
                  <c:v>-1.0893249072</c:v>
                </c:pt>
                <c:pt idx="808">
                  <c:v>-1.0170777436</c:v>
                </c:pt>
                <c:pt idx="809">
                  <c:v>-1.0142548512</c:v>
                </c:pt>
                <c:pt idx="810">
                  <c:v>-0.97727603829999998</c:v>
                </c:pt>
                <c:pt idx="811">
                  <c:v>-0.93107803590000005</c:v>
                </c:pt>
                <c:pt idx="812">
                  <c:v>-0.83689838660000004</c:v>
                </c:pt>
                <c:pt idx="813">
                  <c:v>-0.71744710759999997</c:v>
                </c:pt>
                <c:pt idx="814">
                  <c:v>-0.62193688039999995</c:v>
                </c:pt>
                <c:pt idx="815">
                  <c:v>-0.55064079450000003</c:v>
                </c:pt>
                <c:pt idx="816">
                  <c:v>-0.46831584840000001</c:v>
                </c:pt>
                <c:pt idx="817">
                  <c:v>-0.4014948311</c:v>
                </c:pt>
                <c:pt idx="818">
                  <c:v>-0.3615000988</c:v>
                </c:pt>
                <c:pt idx="819">
                  <c:v>-0.34622061780000002</c:v>
                </c:pt>
                <c:pt idx="820">
                  <c:v>-0.28377341620000002</c:v>
                </c:pt>
                <c:pt idx="821">
                  <c:v>-0.2290163721</c:v>
                </c:pt>
                <c:pt idx="822">
                  <c:v>-0.1904870477</c:v>
                </c:pt>
                <c:pt idx="823">
                  <c:v>-0.1383112906</c:v>
                </c:pt>
                <c:pt idx="824">
                  <c:v>-6.0455732700000001E-2</c:v>
                </c:pt>
                <c:pt idx="825">
                  <c:v>-2.1896025400000001E-2</c:v>
                </c:pt>
                <c:pt idx="826">
                  <c:v>2.0591740000000001E-2</c:v>
                </c:pt>
                <c:pt idx="827">
                  <c:v>5.7618802699999999E-2</c:v>
                </c:pt>
                <c:pt idx="828">
                  <c:v>6.8481366900000007E-2</c:v>
                </c:pt>
                <c:pt idx="829">
                  <c:v>0.1277644325</c:v>
                </c:pt>
                <c:pt idx="830">
                  <c:v>0.1832167472</c:v>
                </c:pt>
                <c:pt idx="831">
                  <c:v>0.20765377669999999</c:v>
                </c:pt>
                <c:pt idx="832">
                  <c:v>0.19687744800000001</c:v>
                </c:pt>
                <c:pt idx="833">
                  <c:v>0.1695725072</c:v>
                </c:pt>
                <c:pt idx="834">
                  <c:v>0.12628929359999999</c:v>
                </c:pt>
                <c:pt idx="835">
                  <c:v>0.13985098639999999</c:v>
                </c:pt>
                <c:pt idx="836">
                  <c:v>0.18442755599999999</c:v>
                </c:pt>
                <c:pt idx="837">
                  <c:v>0.22279150519999999</c:v>
                </c:pt>
                <c:pt idx="838">
                  <c:v>0.2563382152</c:v>
                </c:pt>
                <c:pt idx="839">
                  <c:v>0.27547990659999999</c:v>
                </c:pt>
                <c:pt idx="840">
                  <c:v>0.3242794142</c:v>
                </c:pt>
                <c:pt idx="841">
                  <c:v>0.36987929600000002</c:v>
                </c:pt>
                <c:pt idx="842">
                  <c:v>0.39437181329999998</c:v>
                </c:pt>
                <c:pt idx="843">
                  <c:v>0.3901844854</c:v>
                </c:pt>
                <c:pt idx="844">
                  <c:v>0.37757761820000002</c:v>
                </c:pt>
                <c:pt idx="845">
                  <c:v>0.38193515309999998</c:v>
                </c:pt>
                <c:pt idx="846">
                  <c:v>0.39262624140000002</c:v>
                </c:pt>
                <c:pt idx="847">
                  <c:v>0.34121898789999999</c:v>
                </c:pt>
                <c:pt idx="848">
                  <c:v>0.27539811240000001</c:v>
                </c:pt>
                <c:pt idx="849">
                  <c:v>0.25060188919999998</c:v>
                </c:pt>
                <c:pt idx="850">
                  <c:v>0.23833469039999999</c:v>
                </c:pt>
                <c:pt idx="851">
                  <c:v>0.27835709790000002</c:v>
                </c:pt>
                <c:pt idx="852">
                  <c:v>0.2473316035</c:v>
                </c:pt>
                <c:pt idx="853">
                  <c:v>0.2142881546</c:v>
                </c:pt>
                <c:pt idx="854">
                  <c:v>0.13802802110000001</c:v>
                </c:pt>
                <c:pt idx="855">
                  <c:v>-1.39920978E-2</c:v>
                </c:pt>
                <c:pt idx="856">
                  <c:v>-0.2115902241</c:v>
                </c:pt>
                <c:pt idx="857">
                  <c:v>-0.42394593609999998</c:v>
                </c:pt>
                <c:pt idx="858">
                  <c:v>-0.63859492900000003</c:v>
                </c:pt>
                <c:pt idx="859">
                  <c:v>-0.78767932439999999</c:v>
                </c:pt>
                <c:pt idx="860">
                  <c:v>-0.90591496540000005</c:v>
                </c:pt>
                <c:pt idx="861">
                  <c:v>-1.0723376858</c:v>
                </c:pt>
                <c:pt idx="862">
                  <c:v>-1.2241872368</c:v>
                </c:pt>
                <c:pt idx="863">
                  <c:v>-1.3498713288999999</c:v>
                </c:pt>
                <c:pt idx="864">
                  <c:v>-1.4533970734999999</c:v>
                </c:pt>
                <c:pt idx="865">
                  <c:v>-1.5501867234</c:v>
                </c:pt>
                <c:pt idx="866">
                  <c:v>-1.6732970776</c:v>
                </c:pt>
                <c:pt idx="867">
                  <c:v>-1.8097960862</c:v>
                </c:pt>
                <c:pt idx="868">
                  <c:v>-1.832741577</c:v>
                </c:pt>
                <c:pt idx="869">
                  <c:v>-1.8407995121</c:v>
                </c:pt>
                <c:pt idx="870">
                  <c:v>-1.8879240400999999</c:v>
                </c:pt>
                <c:pt idx="871">
                  <c:v>-1.9480218460000001</c:v>
                </c:pt>
                <c:pt idx="872">
                  <c:v>-2.0145719186000002</c:v>
                </c:pt>
                <c:pt idx="873">
                  <c:v>-2.0129535829999998</c:v>
                </c:pt>
                <c:pt idx="874">
                  <c:v>-2.0047897867</c:v>
                </c:pt>
                <c:pt idx="875">
                  <c:v>-2.0030444727000001</c:v>
                </c:pt>
                <c:pt idx="876">
                  <c:v>-1.9352335409000001</c:v>
                </c:pt>
                <c:pt idx="877">
                  <c:v>-1.8459864563999999</c:v>
                </c:pt>
                <c:pt idx="878">
                  <c:v>-1.7604673201000001</c:v>
                </c:pt>
                <c:pt idx="879">
                  <c:v>-1.6913180669000001</c:v>
                </c:pt>
                <c:pt idx="880">
                  <c:v>-1.6566078981000001</c:v>
                </c:pt>
                <c:pt idx="881">
                  <c:v>-1.6480783791</c:v>
                </c:pt>
                <c:pt idx="882">
                  <c:v>-1.6260170372</c:v>
                </c:pt>
                <c:pt idx="883">
                  <c:v>-1.6513062417</c:v>
                </c:pt>
                <c:pt idx="884">
                  <c:v>-1.6031936490000001</c:v>
                </c:pt>
                <c:pt idx="885">
                  <c:v>-1.5431633579999999</c:v>
                </c:pt>
                <c:pt idx="886">
                  <c:v>-1.5107041901</c:v>
                </c:pt>
                <c:pt idx="887">
                  <c:v>-1.4748918782</c:v>
                </c:pt>
                <c:pt idx="888">
                  <c:v>-1.4236038746999999</c:v>
                </c:pt>
                <c:pt idx="889">
                  <c:v>-1.4299636011000001</c:v>
                </c:pt>
                <c:pt idx="890">
                  <c:v>-1.4529967672999999</c:v>
                </c:pt>
                <c:pt idx="891">
                  <c:v>-1.4701999682</c:v>
                </c:pt>
                <c:pt idx="892">
                  <c:v>-1.4845030451000001</c:v>
                </c:pt>
                <c:pt idx="893">
                  <c:v>-1.5363217271</c:v>
                </c:pt>
                <c:pt idx="894">
                  <c:v>-1.5846616593</c:v>
                </c:pt>
                <c:pt idx="895">
                  <c:v>-1.5857916267000001</c:v>
                </c:pt>
                <c:pt idx="896">
                  <c:v>-1.5463311770999999</c:v>
                </c:pt>
                <c:pt idx="897">
                  <c:v>-1.4761621944000001</c:v>
                </c:pt>
                <c:pt idx="898">
                  <c:v>-1.4285258215000001</c:v>
                </c:pt>
                <c:pt idx="899">
                  <c:v>-1.3497555128000001</c:v>
                </c:pt>
                <c:pt idx="900">
                  <c:v>-1.2739125704000001</c:v>
                </c:pt>
                <c:pt idx="901">
                  <c:v>-1.2419453412999999</c:v>
                </c:pt>
                <c:pt idx="902">
                  <c:v>-1.1929751818000001</c:v>
                </c:pt>
                <c:pt idx="903">
                  <c:v>-1.0839864475000001</c:v>
                </c:pt>
                <c:pt idx="904">
                  <c:v>-0.92238034449999995</c:v>
                </c:pt>
                <c:pt idx="905">
                  <c:v>-0.83323542939999995</c:v>
                </c:pt>
                <c:pt idx="906">
                  <c:v>-0.76310434120000004</c:v>
                </c:pt>
                <c:pt idx="907">
                  <c:v>-0.63945873949999998</c:v>
                </c:pt>
                <c:pt idx="908">
                  <c:v>-0.53120715029999999</c:v>
                </c:pt>
                <c:pt idx="909">
                  <c:v>-0.43428311759999999</c:v>
                </c:pt>
                <c:pt idx="910">
                  <c:v>-0.33853082620000002</c:v>
                </c:pt>
                <c:pt idx="911">
                  <c:v>-0.19920493889999999</c:v>
                </c:pt>
                <c:pt idx="912">
                  <c:v>-5.70408819E-2</c:v>
                </c:pt>
                <c:pt idx="913">
                  <c:v>0.1022376997</c:v>
                </c:pt>
                <c:pt idx="914">
                  <c:v>0.230124573</c:v>
                </c:pt>
                <c:pt idx="915">
                  <c:v>0.35597988949999998</c:v>
                </c:pt>
                <c:pt idx="916">
                  <c:v>0.47650429770000002</c:v>
                </c:pt>
                <c:pt idx="917">
                  <c:v>0.56013418000000004</c:v>
                </c:pt>
                <c:pt idx="918">
                  <c:v>0.6001549236</c:v>
                </c:pt>
                <c:pt idx="919">
                  <c:v>0.67554101499999997</c:v>
                </c:pt>
                <c:pt idx="920">
                  <c:v>0.70667263170000005</c:v>
                </c:pt>
                <c:pt idx="921">
                  <c:v>0.79197055510000003</c:v>
                </c:pt>
                <c:pt idx="922">
                  <c:v>0.88253853979999997</c:v>
                </c:pt>
                <c:pt idx="923">
                  <c:v>0.93894172450000002</c:v>
                </c:pt>
                <c:pt idx="924">
                  <c:v>0.99546004610000005</c:v>
                </c:pt>
                <c:pt idx="925">
                  <c:v>1.0318039745000001</c:v>
                </c:pt>
                <c:pt idx="926">
                  <c:v>1.077487877</c:v>
                </c:pt>
                <c:pt idx="927">
                  <c:v>1.1011490752999999</c:v>
                </c:pt>
                <c:pt idx="928">
                  <c:v>1.0701853994999999</c:v>
                </c:pt>
                <c:pt idx="929">
                  <c:v>1.0199967931</c:v>
                </c:pt>
                <c:pt idx="930">
                  <c:v>1.0132654888999999</c:v>
                </c:pt>
                <c:pt idx="931">
                  <c:v>1.0111044165</c:v>
                </c:pt>
                <c:pt idx="932">
                  <c:v>0.95191877950000003</c:v>
                </c:pt>
                <c:pt idx="933">
                  <c:v>0.98414299849999998</c:v>
                </c:pt>
                <c:pt idx="934">
                  <c:v>1.0188791429999999</c:v>
                </c:pt>
                <c:pt idx="935">
                  <c:v>1.11389855</c:v>
                </c:pt>
                <c:pt idx="936">
                  <c:v>1.1896660959000001</c:v>
                </c:pt>
                <c:pt idx="937">
                  <c:v>1.2244934983</c:v>
                </c:pt>
                <c:pt idx="938">
                  <c:v>1.2623244934</c:v>
                </c:pt>
                <c:pt idx="939">
                  <c:v>1.2655269462000001</c:v>
                </c:pt>
                <c:pt idx="940">
                  <c:v>1.2539083187</c:v>
                </c:pt>
                <c:pt idx="941">
                  <c:v>1.3103213531</c:v>
                </c:pt>
                <c:pt idx="942">
                  <c:v>1.2886103470000001</c:v>
                </c:pt>
                <c:pt idx="943">
                  <c:v>1.2693438102000001</c:v>
                </c:pt>
                <c:pt idx="944">
                  <c:v>1.3278237148000001</c:v>
                </c:pt>
                <c:pt idx="945">
                  <c:v>1.3540073647999999</c:v>
                </c:pt>
                <c:pt idx="946">
                  <c:v>1.3357512422</c:v>
                </c:pt>
                <c:pt idx="947">
                  <c:v>1.3083518300999999</c:v>
                </c:pt>
                <c:pt idx="948">
                  <c:v>1.3385045434</c:v>
                </c:pt>
                <c:pt idx="949">
                  <c:v>1.4209740303</c:v>
                </c:pt>
                <c:pt idx="950">
                  <c:v>1.4751384362</c:v>
                </c:pt>
                <c:pt idx="951">
                  <c:v>1.5359778722999999</c:v>
                </c:pt>
                <c:pt idx="952">
                  <c:v>1.6023218021000001</c:v>
                </c:pt>
                <c:pt idx="953">
                  <c:v>1.6483867905</c:v>
                </c:pt>
                <c:pt idx="954">
                  <c:v>1.6298610236</c:v>
                </c:pt>
                <c:pt idx="955">
                  <c:v>1.5677783399</c:v>
                </c:pt>
                <c:pt idx="956">
                  <c:v>1.507220322</c:v>
                </c:pt>
                <c:pt idx="957">
                  <c:v>1.4696282313</c:v>
                </c:pt>
                <c:pt idx="958">
                  <c:v>1.4295372177000001</c:v>
                </c:pt>
                <c:pt idx="959">
                  <c:v>1.3777047547000001</c:v>
                </c:pt>
                <c:pt idx="960">
                  <c:v>1.3142522336</c:v>
                </c:pt>
                <c:pt idx="961">
                  <c:v>1.2480306737</c:v>
                </c:pt>
                <c:pt idx="962">
                  <c:v>1.1260131338999999</c:v>
                </c:pt>
                <c:pt idx="963">
                  <c:v>1.0945004207</c:v>
                </c:pt>
                <c:pt idx="964">
                  <c:v>1.0537351431999999</c:v>
                </c:pt>
                <c:pt idx="965">
                  <c:v>0.98777702460000005</c:v>
                </c:pt>
                <c:pt idx="966">
                  <c:v>0.90990483259999999</c:v>
                </c:pt>
                <c:pt idx="967">
                  <c:v>0.81272772999999998</c:v>
                </c:pt>
                <c:pt idx="968">
                  <c:v>0.76253202210000004</c:v>
                </c:pt>
                <c:pt idx="969">
                  <c:v>0.68025285160000004</c:v>
                </c:pt>
                <c:pt idx="970">
                  <c:v>0.60015842730000002</c:v>
                </c:pt>
                <c:pt idx="971">
                  <c:v>0.58660987789999997</c:v>
                </c:pt>
                <c:pt idx="972">
                  <c:v>0.49207830920000001</c:v>
                </c:pt>
                <c:pt idx="973">
                  <c:v>0.38656808809999998</c:v>
                </c:pt>
                <c:pt idx="974">
                  <c:v>0.33737198829999998</c:v>
                </c:pt>
                <c:pt idx="975">
                  <c:v>0.29443390619999998</c:v>
                </c:pt>
                <c:pt idx="976">
                  <c:v>0.26648001650000003</c:v>
                </c:pt>
                <c:pt idx="977">
                  <c:v>0.21082055929999999</c:v>
                </c:pt>
                <c:pt idx="978">
                  <c:v>9.8402949899999995E-2</c:v>
                </c:pt>
                <c:pt idx="979">
                  <c:v>-1.24079775E-2</c:v>
                </c:pt>
                <c:pt idx="980">
                  <c:v>-7.2548183500000002E-2</c:v>
                </c:pt>
                <c:pt idx="981">
                  <c:v>-6.9198746000000005E-2</c:v>
                </c:pt>
                <c:pt idx="982">
                  <c:v>-9.1917763599999994E-2</c:v>
                </c:pt>
                <c:pt idx="983">
                  <c:v>-0.10546547539999999</c:v>
                </c:pt>
                <c:pt idx="984">
                  <c:v>-0.1213926907</c:v>
                </c:pt>
                <c:pt idx="985">
                  <c:v>-9.2060959799999995E-2</c:v>
                </c:pt>
                <c:pt idx="986">
                  <c:v>-8.8262296300000001E-2</c:v>
                </c:pt>
                <c:pt idx="987">
                  <c:v>-9.2460464199999995E-2</c:v>
                </c:pt>
                <c:pt idx="988">
                  <c:v>-4.1203160099999997E-2</c:v>
                </c:pt>
                <c:pt idx="989">
                  <c:v>-4.5393340099999999E-2</c:v>
                </c:pt>
                <c:pt idx="990">
                  <c:v>-5.3801252000000004E-3</c:v>
                </c:pt>
                <c:pt idx="991">
                  <c:v>1.0308846199999999E-2</c:v>
                </c:pt>
                <c:pt idx="992">
                  <c:v>5.4432172000000003E-3</c:v>
                </c:pt>
                <c:pt idx="993">
                  <c:v>6.7678790599999997E-2</c:v>
                </c:pt>
                <c:pt idx="994">
                  <c:v>9.7387908999999995E-2</c:v>
                </c:pt>
                <c:pt idx="995">
                  <c:v>0.1172153581</c:v>
                </c:pt>
                <c:pt idx="996">
                  <c:v>0.13768385850000001</c:v>
                </c:pt>
                <c:pt idx="997">
                  <c:v>0.17461416969999999</c:v>
                </c:pt>
                <c:pt idx="998">
                  <c:v>0.20873816610000001</c:v>
                </c:pt>
                <c:pt idx="999">
                  <c:v>0.32515729739999999</c:v>
                </c:pt>
                <c:pt idx="1000">
                  <c:v>0.41542870009999999</c:v>
                </c:pt>
                <c:pt idx="1001">
                  <c:v>0.456296653</c:v>
                </c:pt>
                <c:pt idx="1002">
                  <c:v>0.43174576190000002</c:v>
                </c:pt>
                <c:pt idx="1003">
                  <c:v>0.44120729289999999</c:v>
                </c:pt>
                <c:pt idx="1004">
                  <c:v>0.45457462580000002</c:v>
                </c:pt>
                <c:pt idx="1005">
                  <c:v>0.42155174950000002</c:v>
                </c:pt>
                <c:pt idx="1006">
                  <c:v>0.41843001600000002</c:v>
                </c:pt>
                <c:pt idx="1007">
                  <c:v>0.3815834904</c:v>
                </c:pt>
                <c:pt idx="1008">
                  <c:v>0.32821905140000002</c:v>
                </c:pt>
                <c:pt idx="1009">
                  <c:v>0.33718989840000002</c:v>
                </c:pt>
                <c:pt idx="1010">
                  <c:v>0.340059903</c:v>
                </c:pt>
                <c:pt idx="1011">
                  <c:v>0.34130250829999997</c:v>
                </c:pt>
                <c:pt idx="1012">
                  <c:v>0.30525635200000001</c:v>
                </c:pt>
                <c:pt idx="1013">
                  <c:v>0.31256543920000002</c:v>
                </c:pt>
                <c:pt idx="1014">
                  <c:v>0.25374618399999999</c:v>
                </c:pt>
                <c:pt idx="1015">
                  <c:v>0.2151779737</c:v>
                </c:pt>
                <c:pt idx="1016">
                  <c:v>0.13052906889999999</c:v>
                </c:pt>
                <c:pt idx="1017">
                  <c:v>1.24571456E-2</c:v>
                </c:pt>
                <c:pt idx="1018">
                  <c:v>-5.6723504500000001E-2</c:v>
                </c:pt>
                <c:pt idx="1019">
                  <c:v>-0.11189103359999999</c:v>
                </c:pt>
                <c:pt idx="1020">
                  <c:v>-0.2382005267</c:v>
                </c:pt>
                <c:pt idx="1021">
                  <c:v>-0.31762746670000003</c:v>
                </c:pt>
                <c:pt idx="1022">
                  <c:v>-0.34765841629999999</c:v>
                </c:pt>
                <c:pt idx="1023">
                  <c:v>-0.31655663150000002</c:v>
                </c:pt>
                <c:pt idx="1024">
                  <c:v>-0.30383517739999999</c:v>
                </c:pt>
                <c:pt idx="1025">
                  <c:v>-0.32089397959999999</c:v>
                </c:pt>
                <c:pt idx="1026">
                  <c:v>-0.31780901839999998</c:v>
                </c:pt>
                <c:pt idx="1027">
                  <c:v>-0.34127962319999999</c:v>
                </c:pt>
                <c:pt idx="1028">
                  <c:v>-0.29171462440000001</c:v>
                </c:pt>
                <c:pt idx="1029">
                  <c:v>-0.22395739449999999</c:v>
                </c:pt>
                <c:pt idx="1030">
                  <c:v>-0.20555015669999999</c:v>
                </c:pt>
                <c:pt idx="1031">
                  <c:v>-0.18779100500000001</c:v>
                </c:pt>
                <c:pt idx="1032">
                  <c:v>-0.18558030049999999</c:v>
                </c:pt>
                <c:pt idx="1033">
                  <c:v>-0.13039885230000001</c:v>
                </c:pt>
                <c:pt idx="1034">
                  <c:v>-9.4610826600000003E-2</c:v>
                </c:pt>
                <c:pt idx="1035">
                  <c:v>-1.5764552800000001E-2</c:v>
                </c:pt>
                <c:pt idx="1036">
                  <c:v>2.9139233699999999E-2</c:v>
                </c:pt>
                <c:pt idx="1037">
                  <c:v>0.1267028992</c:v>
                </c:pt>
                <c:pt idx="1038">
                  <c:v>0.24575956979999999</c:v>
                </c:pt>
                <c:pt idx="1039">
                  <c:v>0.32855488519999998</c:v>
                </c:pt>
                <c:pt idx="1040">
                  <c:v>0.36953101360000001</c:v>
                </c:pt>
                <c:pt idx="1041">
                  <c:v>0.47863006800000002</c:v>
                </c:pt>
                <c:pt idx="1042">
                  <c:v>0.52364988020000003</c:v>
                </c:pt>
                <c:pt idx="1043">
                  <c:v>0.55183782839999995</c:v>
                </c:pt>
                <c:pt idx="1044">
                  <c:v>0.59413356409999996</c:v>
                </c:pt>
                <c:pt idx="1045">
                  <c:v>0.64738219860000001</c:v>
                </c:pt>
                <c:pt idx="1046">
                  <c:v>0.73907072679999997</c:v>
                </c:pt>
                <c:pt idx="1047">
                  <c:v>0.78466867500000004</c:v>
                </c:pt>
                <c:pt idx="1048">
                  <c:v>0.85996885540000001</c:v>
                </c:pt>
                <c:pt idx="1049">
                  <c:v>0.92247874519999995</c:v>
                </c:pt>
                <c:pt idx="1050">
                  <c:v>0.96734314340000005</c:v>
                </c:pt>
                <c:pt idx="1051">
                  <c:v>0.99076240790000003</c:v>
                </c:pt>
                <c:pt idx="1052">
                  <c:v>1.0217318676</c:v>
                </c:pt>
                <c:pt idx="1053">
                  <c:v>1.0781519234000001</c:v>
                </c:pt>
                <c:pt idx="1054">
                  <c:v>1.0854812808000001</c:v>
                </c:pt>
                <c:pt idx="1055">
                  <c:v>1.1285364341999999</c:v>
                </c:pt>
                <c:pt idx="1056">
                  <c:v>1.1126773068</c:v>
                </c:pt>
                <c:pt idx="1057">
                  <c:v>1.1560612617999999</c:v>
                </c:pt>
                <c:pt idx="1058">
                  <c:v>1.1942470993000001</c:v>
                </c:pt>
                <c:pt idx="1059">
                  <c:v>1.2304019025999999</c:v>
                </c:pt>
                <c:pt idx="1060">
                  <c:v>1.2589003687</c:v>
                </c:pt>
                <c:pt idx="1061">
                  <c:v>1.32413721</c:v>
                </c:pt>
                <c:pt idx="1062">
                  <c:v>1.3669880104000001</c:v>
                </c:pt>
                <c:pt idx="1063">
                  <c:v>1.4324102711</c:v>
                </c:pt>
                <c:pt idx="1064">
                  <c:v>1.4574025516</c:v>
                </c:pt>
                <c:pt idx="1065">
                  <c:v>1.4480392057</c:v>
                </c:pt>
                <c:pt idx="1066">
                  <c:v>1.4511952772000001</c:v>
                </c:pt>
                <c:pt idx="1067">
                  <c:v>1.4486375934</c:v>
                </c:pt>
                <c:pt idx="1068">
                  <c:v>1.483320534</c:v>
                </c:pt>
                <c:pt idx="1069">
                  <c:v>1.4683976490999999</c:v>
                </c:pt>
                <c:pt idx="1070">
                  <c:v>1.4231685927</c:v>
                </c:pt>
                <c:pt idx="1071">
                  <c:v>1.3650583858000001</c:v>
                </c:pt>
                <c:pt idx="1072">
                  <c:v>1.3169744191999999</c:v>
                </c:pt>
                <c:pt idx="1073">
                  <c:v>1.2810542784000001</c:v>
                </c:pt>
                <c:pt idx="1074">
                  <c:v>1.2043732905</c:v>
                </c:pt>
                <c:pt idx="1075">
                  <c:v>1.1318171522</c:v>
                </c:pt>
                <c:pt idx="1076">
                  <c:v>1.0041857201</c:v>
                </c:pt>
                <c:pt idx="1077">
                  <c:v>0.90338725610000004</c:v>
                </c:pt>
                <c:pt idx="1078">
                  <c:v>0.85627518150000004</c:v>
                </c:pt>
                <c:pt idx="1079">
                  <c:v>0.79465268190000005</c:v>
                </c:pt>
                <c:pt idx="1080">
                  <c:v>0.74816137569999996</c:v>
                </c:pt>
                <c:pt idx="1081">
                  <c:v>0.69922913460000002</c:v>
                </c:pt>
                <c:pt idx="1082">
                  <c:v>0.61930159250000005</c:v>
                </c:pt>
                <c:pt idx="1083">
                  <c:v>0.5566524558</c:v>
                </c:pt>
                <c:pt idx="1084">
                  <c:v>0.50804944330000001</c:v>
                </c:pt>
                <c:pt idx="1085">
                  <c:v>0.47909253870000001</c:v>
                </c:pt>
                <c:pt idx="1086">
                  <c:v>0.44780978519999998</c:v>
                </c:pt>
                <c:pt idx="1087">
                  <c:v>0.41173786699999998</c:v>
                </c:pt>
                <c:pt idx="1088">
                  <c:v>0.44159220789999998</c:v>
                </c:pt>
                <c:pt idx="1089">
                  <c:v>0.43372313610000002</c:v>
                </c:pt>
                <c:pt idx="1090">
                  <c:v>0.48793330639999999</c:v>
                </c:pt>
                <c:pt idx="1091">
                  <c:v>0.57365471619999997</c:v>
                </c:pt>
                <c:pt idx="1092">
                  <c:v>0.6658286229</c:v>
                </c:pt>
                <c:pt idx="1093">
                  <c:v>0.7454065648</c:v>
                </c:pt>
                <c:pt idx="1094">
                  <c:v>0.84108740159999995</c:v>
                </c:pt>
                <c:pt idx="1095">
                  <c:v>0.94019872019999995</c:v>
                </c:pt>
                <c:pt idx="1096">
                  <c:v>1.0468570951</c:v>
                </c:pt>
                <c:pt idx="1097">
                  <c:v>1.1416405396</c:v>
                </c:pt>
                <c:pt idx="1098">
                  <c:v>1.2584579016999999</c:v>
                </c:pt>
                <c:pt idx="1099">
                  <c:v>1.3026526368</c:v>
                </c:pt>
                <c:pt idx="1100">
                  <c:v>1.3938978787</c:v>
                </c:pt>
                <c:pt idx="1101">
                  <c:v>1.4305692114999999</c:v>
                </c:pt>
                <c:pt idx="1102">
                  <c:v>1.4409664528999999</c:v>
                </c:pt>
                <c:pt idx="1103">
                  <c:v>1.5084782552</c:v>
                </c:pt>
                <c:pt idx="1104">
                  <c:v>1.5637368765999999</c:v>
                </c:pt>
                <c:pt idx="1105">
                  <c:v>1.5964487348</c:v>
                </c:pt>
                <c:pt idx="1106">
                  <c:v>1.6594920153999999</c:v>
                </c:pt>
                <c:pt idx="1107">
                  <c:v>1.7408114663000001</c:v>
                </c:pt>
                <c:pt idx="1108">
                  <c:v>1.8016977300999999</c:v>
                </c:pt>
                <c:pt idx="1109">
                  <c:v>1.7805319729</c:v>
                </c:pt>
                <c:pt idx="1110">
                  <c:v>1.7804601797999999</c:v>
                </c:pt>
                <c:pt idx="1111">
                  <c:v>1.6728270027000001</c:v>
                </c:pt>
                <c:pt idx="1112">
                  <c:v>1.5596935526</c:v>
                </c:pt>
                <c:pt idx="1113">
                  <c:v>1.5031742936000001</c:v>
                </c:pt>
                <c:pt idx="1114">
                  <c:v>1.4673964918</c:v>
                </c:pt>
                <c:pt idx="1115">
                  <c:v>1.3871527602</c:v>
                </c:pt>
                <c:pt idx="1116">
                  <c:v>1.3094766229999999</c:v>
                </c:pt>
                <c:pt idx="1117">
                  <c:v>1.2378540027</c:v>
                </c:pt>
                <c:pt idx="1118">
                  <c:v>1.1569990661</c:v>
                </c:pt>
                <c:pt idx="1119">
                  <c:v>1.1199201655</c:v>
                </c:pt>
                <c:pt idx="1120">
                  <c:v>1.0693248037</c:v>
                </c:pt>
                <c:pt idx="1121">
                  <c:v>1.0092149472</c:v>
                </c:pt>
                <c:pt idx="1122">
                  <c:v>0.9893024963</c:v>
                </c:pt>
                <c:pt idx="1123">
                  <c:v>0.99295893570000004</c:v>
                </c:pt>
                <c:pt idx="1124">
                  <c:v>0.90136927359999997</c:v>
                </c:pt>
                <c:pt idx="1125">
                  <c:v>0.78532663420000004</c:v>
                </c:pt>
                <c:pt idx="1126">
                  <c:v>0.74520819859999998</c:v>
                </c:pt>
                <c:pt idx="1127">
                  <c:v>0.68764718619999998</c:v>
                </c:pt>
                <c:pt idx="1128">
                  <c:v>0.63981599779999998</c:v>
                </c:pt>
                <c:pt idx="1129">
                  <c:v>0.61965124039999997</c:v>
                </c:pt>
                <c:pt idx="1130">
                  <c:v>0.59322778649999997</c:v>
                </c:pt>
                <c:pt idx="1131">
                  <c:v>0.54310349920000001</c:v>
                </c:pt>
                <c:pt idx="1132">
                  <c:v>0.58420771589999998</c:v>
                </c:pt>
                <c:pt idx="1133">
                  <c:v>0.56431405899999998</c:v>
                </c:pt>
                <c:pt idx="1134">
                  <c:v>0.5988866062</c:v>
                </c:pt>
                <c:pt idx="1135">
                  <c:v>0.63252762289999998</c:v>
                </c:pt>
                <c:pt idx="1136">
                  <c:v>0.68011878879999998</c:v>
                </c:pt>
                <c:pt idx="1137">
                  <c:v>0.6620922749</c:v>
                </c:pt>
                <c:pt idx="1138">
                  <c:v>0.64122691720000002</c:v>
                </c:pt>
                <c:pt idx="1139">
                  <c:v>0.64941804800000003</c:v>
                </c:pt>
                <c:pt idx="1140">
                  <c:v>0.65371421709999999</c:v>
                </c:pt>
                <c:pt idx="1141">
                  <c:v>0.6837987418</c:v>
                </c:pt>
                <c:pt idx="1142">
                  <c:v>0.68562778400000002</c:v>
                </c:pt>
                <c:pt idx="1143">
                  <c:v>0.67681198419999999</c:v>
                </c:pt>
                <c:pt idx="1144">
                  <c:v>0.68305432420000001</c:v>
                </c:pt>
                <c:pt idx="1145">
                  <c:v>0.74895797740000003</c:v>
                </c:pt>
                <c:pt idx="1146">
                  <c:v>0.78527805220000002</c:v>
                </c:pt>
                <c:pt idx="1147">
                  <c:v>0.82655638870000003</c:v>
                </c:pt>
                <c:pt idx="1148">
                  <c:v>0.84555009640000001</c:v>
                </c:pt>
                <c:pt idx="1149">
                  <c:v>0.87851870330000004</c:v>
                </c:pt>
                <c:pt idx="1150">
                  <c:v>0.90897628860000002</c:v>
                </c:pt>
                <c:pt idx="1151">
                  <c:v>0.9551672216</c:v>
                </c:pt>
                <c:pt idx="1152">
                  <c:v>1.0517481871000001</c:v>
                </c:pt>
                <c:pt idx="1153">
                  <c:v>1.0964249992999999</c:v>
                </c:pt>
                <c:pt idx="1154">
                  <c:v>1.2078479542</c:v>
                </c:pt>
                <c:pt idx="1155">
                  <c:v>1.2181530179</c:v>
                </c:pt>
                <c:pt idx="1156">
                  <c:v>1.235626331</c:v>
                </c:pt>
                <c:pt idx="1157">
                  <c:v>1.2946641709</c:v>
                </c:pt>
                <c:pt idx="1158">
                  <c:v>1.4263382876999999</c:v>
                </c:pt>
                <c:pt idx="1159">
                  <c:v>1.5570363746</c:v>
                </c:pt>
                <c:pt idx="1160">
                  <c:v>1.6310148909</c:v>
                </c:pt>
                <c:pt idx="1161">
                  <c:v>1.6637089920999999</c:v>
                </c:pt>
                <c:pt idx="1162">
                  <c:v>1.6807150021999999</c:v>
                </c:pt>
                <c:pt idx="1163">
                  <c:v>1.709567147</c:v>
                </c:pt>
                <c:pt idx="1164">
                  <c:v>1.7258713907000001</c:v>
                </c:pt>
                <c:pt idx="1165">
                  <c:v>1.7851180646</c:v>
                </c:pt>
                <c:pt idx="1166">
                  <c:v>1.8119698609999999</c:v>
                </c:pt>
                <c:pt idx="1167">
                  <c:v>1.9295897012000001</c:v>
                </c:pt>
                <c:pt idx="1168">
                  <c:v>1.9367594654</c:v>
                </c:pt>
                <c:pt idx="1169">
                  <c:v>1.9656881817</c:v>
                </c:pt>
                <c:pt idx="1170">
                  <c:v>1.9619134644</c:v>
                </c:pt>
                <c:pt idx="1171">
                  <c:v>1.9108483746</c:v>
                </c:pt>
                <c:pt idx="1172">
                  <c:v>1.8829187995000001</c:v>
                </c:pt>
                <c:pt idx="1173">
                  <c:v>1.8218577090000001</c:v>
                </c:pt>
                <c:pt idx="1174">
                  <c:v>1.7687350774999999</c:v>
                </c:pt>
                <c:pt idx="1175">
                  <c:v>1.7016241969999999</c:v>
                </c:pt>
                <c:pt idx="1176">
                  <c:v>1.6731627541</c:v>
                </c:pt>
                <c:pt idx="1177">
                  <c:v>1.6456102143</c:v>
                </c:pt>
                <c:pt idx="1178">
                  <c:v>1.6079884592</c:v>
                </c:pt>
                <c:pt idx="1179">
                  <c:v>1.5606823415</c:v>
                </c:pt>
                <c:pt idx="1180">
                  <c:v>1.5003596525</c:v>
                </c:pt>
                <c:pt idx="1181">
                  <c:v>1.4779944255999999</c:v>
                </c:pt>
                <c:pt idx="1182">
                  <c:v>1.5011334483000001</c:v>
                </c:pt>
                <c:pt idx="1183">
                  <c:v>1.5290942304999999</c:v>
                </c:pt>
                <c:pt idx="1184">
                  <c:v>1.5067792824999999</c:v>
                </c:pt>
                <c:pt idx="1185">
                  <c:v>1.4446272558</c:v>
                </c:pt>
                <c:pt idx="1186">
                  <c:v>1.3046660533000001</c:v>
                </c:pt>
                <c:pt idx="1187">
                  <c:v>1.2018133654000001</c:v>
                </c:pt>
                <c:pt idx="1188">
                  <c:v>1.0342402719999999</c:v>
                </c:pt>
                <c:pt idx="1189">
                  <c:v>0.95728178340000003</c:v>
                </c:pt>
                <c:pt idx="1190">
                  <c:v>0.85703947309999995</c:v>
                </c:pt>
                <c:pt idx="1191">
                  <c:v>0.77133179809999997</c:v>
                </c:pt>
                <c:pt idx="1192">
                  <c:v>0.70538326490000003</c:v>
                </c:pt>
                <c:pt idx="1193">
                  <c:v>0.59594955439999997</c:v>
                </c:pt>
                <c:pt idx="1194">
                  <c:v>0.53252521669999997</c:v>
                </c:pt>
                <c:pt idx="1195">
                  <c:v>0.43322448299999999</c:v>
                </c:pt>
                <c:pt idx="1196">
                  <c:v>0.34482063540000002</c:v>
                </c:pt>
                <c:pt idx="1197">
                  <c:v>0.25367663820000003</c:v>
                </c:pt>
                <c:pt idx="1198">
                  <c:v>0.1068016938</c:v>
                </c:pt>
                <c:pt idx="1199">
                  <c:v>-4.9214491700000002E-2</c:v>
                </c:pt>
                <c:pt idx="1200">
                  <c:v>-0.17995852909999999</c:v>
                </c:pt>
                <c:pt idx="1201">
                  <c:v>-0.2645892581</c:v>
                </c:pt>
                <c:pt idx="1202">
                  <c:v>-0.34394334589999997</c:v>
                </c:pt>
                <c:pt idx="1203">
                  <c:v>-0.43877343460000001</c:v>
                </c:pt>
                <c:pt idx="1204">
                  <c:v>-0.51747945989999999</c:v>
                </c:pt>
                <c:pt idx="1205">
                  <c:v>-0.58131305609999995</c:v>
                </c:pt>
                <c:pt idx="1206">
                  <c:v>-0.58640146670000004</c:v>
                </c:pt>
                <c:pt idx="1207">
                  <c:v>-0.60077157749999999</c:v>
                </c:pt>
                <c:pt idx="1208">
                  <c:v>-0.64341192680000003</c:v>
                </c:pt>
                <c:pt idx="1209">
                  <c:v>-0.63516440590000001</c:v>
                </c:pt>
                <c:pt idx="1210">
                  <c:v>-0.66126580700000004</c:v>
                </c:pt>
                <c:pt idx="1211">
                  <c:v>-0.64492242609999995</c:v>
                </c:pt>
                <c:pt idx="1212">
                  <c:v>-0.62787832799999999</c:v>
                </c:pt>
                <c:pt idx="1213">
                  <c:v>-0.6030824105</c:v>
                </c:pt>
                <c:pt idx="1214">
                  <c:v>-0.56272281059999996</c:v>
                </c:pt>
                <c:pt idx="1215">
                  <c:v>-0.5388896312</c:v>
                </c:pt>
                <c:pt idx="1216">
                  <c:v>-0.49342572439999999</c:v>
                </c:pt>
                <c:pt idx="1217">
                  <c:v>-0.47064717760000002</c:v>
                </c:pt>
                <c:pt idx="1218">
                  <c:v>-0.43343681699999997</c:v>
                </c:pt>
                <c:pt idx="1219">
                  <c:v>-0.36771466759999999</c:v>
                </c:pt>
                <c:pt idx="1220">
                  <c:v>-0.29619278370000002</c:v>
                </c:pt>
                <c:pt idx="1221">
                  <c:v>-0.23976818450000001</c:v>
                </c:pt>
                <c:pt idx="1222">
                  <c:v>-0.1898567884</c:v>
                </c:pt>
                <c:pt idx="1223">
                  <c:v>-0.1299781985</c:v>
                </c:pt>
                <c:pt idx="1224">
                  <c:v>-8.9461433500000007E-2</c:v>
                </c:pt>
                <c:pt idx="1225">
                  <c:v>-0.11754278379999999</c:v>
                </c:pt>
                <c:pt idx="1226">
                  <c:v>-8.7409186E-2</c:v>
                </c:pt>
                <c:pt idx="1227">
                  <c:v>-7.1861071200000001E-2</c:v>
                </c:pt>
                <c:pt idx="1228">
                  <c:v>-2.7044076399999999E-2</c:v>
                </c:pt>
                <c:pt idx="1229">
                  <c:v>6.4717603400000004E-2</c:v>
                </c:pt>
                <c:pt idx="1230">
                  <c:v>0.11873078450000001</c:v>
                </c:pt>
                <c:pt idx="1231">
                  <c:v>0.16366876220000001</c:v>
                </c:pt>
                <c:pt idx="1232">
                  <c:v>0.18683272549999999</c:v>
                </c:pt>
                <c:pt idx="1233">
                  <c:v>0.1984148177</c:v>
                </c:pt>
                <c:pt idx="1234">
                  <c:v>0.23264120229999999</c:v>
                </c:pt>
                <c:pt idx="1235">
                  <c:v>0.27011208530000003</c:v>
                </c:pt>
                <c:pt idx="1236">
                  <c:v>0.31618695810000003</c:v>
                </c:pt>
                <c:pt idx="1237">
                  <c:v>0.3691649756</c:v>
                </c:pt>
                <c:pt idx="1238">
                  <c:v>0.46187270629999999</c:v>
                </c:pt>
                <c:pt idx="1239">
                  <c:v>0.52999654119999995</c:v>
                </c:pt>
                <c:pt idx="1240">
                  <c:v>0.60312273959999996</c:v>
                </c:pt>
                <c:pt idx="1241">
                  <c:v>0.65187840740000003</c:v>
                </c:pt>
                <c:pt idx="1242">
                  <c:v>0.6924696588</c:v>
                </c:pt>
                <c:pt idx="1243">
                  <c:v>0.73954867940000002</c:v>
                </c:pt>
                <c:pt idx="1244">
                  <c:v>0.76177310030000001</c:v>
                </c:pt>
                <c:pt idx="1245">
                  <c:v>0.78020246709999996</c:v>
                </c:pt>
                <c:pt idx="1246">
                  <c:v>0.77851783890000004</c:v>
                </c:pt>
                <c:pt idx="1247">
                  <c:v>0.73217899850000001</c:v>
                </c:pt>
                <c:pt idx="1248">
                  <c:v>0.67513956559999999</c:v>
                </c:pt>
                <c:pt idx="1249">
                  <c:v>0.6309679789</c:v>
                </c:pt>
                <c:pt idx="1250">
                  <c:v>0.55014274880000003</c:v>
                </c:pt>
                <c:pt idx="1251">
                  <c:v>0.4957834901</c:v>
                </c:pt>
                <c:pt idx="1252">
                  <c:v>0.40449320950000001</c:v>
                </c:pt>
                <c:pt idx="1253">
                  <c:v>0.30707406050000002</c:v>
                </c:pt>
                <c:pt idx="1254">
                  <c:v>0.2353557275</c:v>
                </c:pt>
                <c:pt idx="1255">
                  <c:v>0.15782277610000001</c:v>
                </c:pt>
                <c:pt idx="1256">
                  <c:v>9.75672239E-2</c:v>
                </c:pt>
                <c:pt idx="1257">
                  <c:v>2.84634312E-2</c:v>
                </c:pt>
                <c:pt idx="1258">
                  <c:v>-5.7067381899999998E-2</c:v>
                </c:pt>
                <c:pt idx="1259">
                  <c:v>-0.1894509563</c:v>
                </c:pt>
                <c:pt idx="1260">
                  <c:v>-0.28082916520000001</c:v>
                </c:pt>
                <c:pt idx="1261">
                  <c:v>-0.39292908869999998</c:v>
                </c:pt>
                <c:pt idx="1262">
                  <c:v>-0.48101829480000002</c:v>
                </c:pt>
                <c:pt idx="1263">
                  <c:v>-0.56055183630000005</c:v>
                </c:pt>
                <c:pt idx="1264">
                  <c:v>-0.68114744370000002</c:v>
                </c:pt>
                <c:pt idx="1265">
                  <c:v>-0.75303243760000005</c:v>
                </c:pt>
                <c:pt idx="1266">
                  <c:v>-0.84549434530000001</c:v>
                </c:pt>
                <c:pt idx="1267">
                  <c:v>-0.8603314379</c:v>
                </c:pt>
                <c:pt idx="1268">
                  <c:v>-0.85369862060000001</c:v>
                </c:pt>
                <c:pt idx="1269">
                  <c:v>-0.79073717399999999</c:v>
                </c:pt>
                <c:pt idx="1270">
                  <c:v>-0.76747182280000004</c:v>
                </c:pt>
                <c:pt idx="1271">
                  <c:v>-0.69828669369999996</c:v>
                </c:pt>
                <c:pt idx="1272">
                  <c:v>-0.75524015180000004</c:v>
                </c:pt>
                <c:pt idx="1273">
                  <c:v>-0.71695179649999996</c:v>
                </c:pt>
                <c:pt idx="1274">
                  <c:v>-0.69224653920000001</c:v>
                </c:pt>
                <c:pt idx="1275">
                  <c:v>-0.65461478870000001</c:v>
                </c:pt>
                <c:pt idx="1276">
                  <c:v>-0.60587768730000002</c:v>
                </c:pt>
                <c:pt idx="1277">
                  <c:v>-0.54500456990000001</c:v>
                </c:pt>
                <c:pt idx="1278">
                  <c:v>-0.47484902979999999</c:v>
                </c:pt>
                <c:pt idx="1279">
                  <c:v>-0.36362303229999998</c:v>
                </c:pt>
                <c:pt idx="1280">
                  <c:v>-0.25373855740000001</c:v>
                </c:pt>
                <c:pt idx="1281">
                  <c:v>-0.2010989493</c:v>
                </c:pt>
                <c:pt idx="1282">
                  <c:v>-0.10131330500000001</c:v>
                </c:pt>
                <c:pt idx="1283">
                  <c:v>8.5989324000000002E-3</c:v>
                </c:pt>
                <c:pt idx="1284">
                  <c:v>9.2943809200000005E-2</c:v>
                </c:pt>
                <c:pt idx="1285">
                  <c:v>0.1731999454</c:v>
                </c:pt>
                <c:pt idx="1286">
                  <c:v>0.20855417640000001</c:v>
                </c:pt>
                <c:pt idx="1287">
                  <c:v>0.29438843689999999</c:v>
                </c:pt>
                <c:pt idx="1288">
                  <c:v>0.357867249</c:v>
                </c:pt>
                <c:pt idx="1289">
                  <c:v>0.43770678419999998</c:v>
                </c:pt>
                <c:pt idx="1290">
                  <c:v>0.4888414143</c:v>
                </c:pt>
                <c:pt idx="1291">
                  <c:v>0.56592275069999998</c:v>
                </c:pt>
                <c:pt idx="1292">
                  <c:v>0.6568388892</c:v>
                </c:pt>
                <c:pt idx="1293">
                  <c:v>0.83302043280000004</c:v>
                </c:pt>
                <c:pt idx="1294">
                  <c:v>0.99274715960000004</c:v>
                </c:pt>
                <c:pt idx="1295">
                  <c:v>1.1520589824</c:v>
                </c:pt>
                <c:pt idx="1296">
                  <c:v>1.2282589675</c:v>
                </c:pt>
                <c:pt idx="1297">
                  <c:v>1.2745155905000001</c:v>
                </c:pt>
                <c:pt idx="1298">
                  <c:v>1.3116381803999999</c:v>
                </c:pt>
                <c:pt idx="1299">
                  <c:v>1.3101782328</c:v>
                </c:pt>
                <c:pt idx="1300">
                  <c:v>1.2569294139</c:v>
                </c:pt>
                <c:pt idx="1301">
                  <c:v>1.2241018088</c:v>
                </c:pt>
                <c:pt idx="1302">
                  <c:v>1.227464203</c:v>
                </c:pt>
                <c:pt idx="1303">
                  <c:v>1.2007704257</c:v>
                </c:pt>
                <c:pt idx="1304">
                  <c:v>1.1799864420999999</c:v>
                </c:pt>
                <c:pt idx="1305">
                  <c:v>1.1483021026</c:v>
                </c:pt>
                <c:pt idx="1306">
                  <c:v>1.1408112848</c:v>
                </c:pt>
                <c:pt idx="1307">
                  <c:v>1.1506687903999999</c:v>
                </c:pt>
                <c:pt idx="1308">
                  <c:v>1.1189818475</c:v>
                </c:pt>
                <c:pt idx="1309">
                  <c:v>1.1328332722000001</c:v>
                </c:pt>
                <c:pt idx="1310">
                  <c:v>1.0844233817</c:v>
                </c:pt>
                <c:pt idx="1311">
                  <c:v>1.0043134842999999</c:v>
                </c:pt>
                <c:pt idx="1312">
                  <c:v>0.93511093590000005</c:v>
                </c:pt>
                <c:pt idx="1313">
                  <c:v>0.81166769159999996</c:v>
                </c:pt>
                <c:pt idx="1314">
                  <c:v>0.70802664230000001</c:v>
                </c:pt>
                <c:pt idx="1315">
                  <c:v>0.57070302630000003</c:v>
                </c:pt>
                <c:pt idx="1316">
                  <c:v>0.46102261659999999</c:v>
                </c:pt>
                <c:pt idx="1317">
                  <c:v>0.40448533869999997</c:v>
                </c:pt>
                <c:pt idx="1318">
                  <c:v>0.34984810830000002</c:v>
                </c:pt>
                <c:pt idx="1319">
                  <c:v>0.29309140979999998</c:v>
                </c:pt>
                <c:pt idx="1320">
                  <c:v>0.24272261049999999</c:v>
                </c:pt>
                <c:pt idx="1321">
                  <c:v>0.25072366889999997</c:v>
                </c:pt>
                <c:pt idx="1322">
                  <c:v>0.26710366860000001</c:v>
                </c:pt>
                <c:pt idx="1323">
                  <c:v>0.2417826488</c:v>
                </c:pt>
                <c:pt idx="1324">
                  <c:v>0.24752577009999999</c:v>
                </c:pt>
                <c:pt idx="1325">
                  <c:v>0.2046391018</c:v>
                </c:pt>
                <c:pt idx="1326">
                  <c:v>0.17263690130000001</c:v>
                </c:pt>
                <c:pt idx="1327">
                  <c:v>0.166613856</c:v>
                </c:pt>
                <c:pt idx="1328">
                  <c:v>0.16682193040000001</c:v>
                </c:pt>
                <c:pt idx="1329">
                  <c:v>0.21029382069999999</c:v>
                </c:pt>
                <c:pt idx="1330">
                  <c:v>0.25325544960000002</c:v>
                </c:pt>
                <c:pt idx="1331">
                  <c:v>0.32391823469999997</c:v>
                </c:pt>
                <c:pt idx="1332">
                  <c:v>0.4384756333</c:v>
                </c:pt>
                <c:pt idx="1333">
                  <c:v>0.53801496069999999</c:v>
                </c:pt>
                <c:pt idx="1334">
                  <c:v>0.63657495819999999</c:v>
                </c:pt>
                <c:pt idx="1335">
                  <c:v>0.66617991030000001</c:v>
                </c:pt>
                <c:pt idx="1336">
                  <c:v>0.69849890380000001</c:v>
                </c:pt>
                <c:pt idx="1337">
                  <c:v>0.69749925349999997</c:v>
                </c:pt>
                <c:pt idx="1338">
                  <c:v>0.70201857099999998</c:v>
                </c:pt>
                <c:pt idx="1339">
                  <c:v>0.73987235029999998</c:v>
                </c:pt>
                <c:pt idx="1340">
                  <c:v>0.7769089897</c:v>
                </c:pt>
                <c:pt idx="1341">
                  <c:v>0.85394794709999999</c:v>
                </c:pt>
                <c:pt idx="1342">
                  <c:v>0.90744124940000004</c:v>
                </c:pt>
                <c:pt idx="1343">
                  <c:v>0.92358210299999999</c:v>
                </c:pt>
                <c:pt idx="1344">
                  <c:v>0.96904565789999997</c:v>
                </c:pt>
                <c:pt idx="1345">
                  <c:v>0.97907433349999995</c:v>
                </c:pt>
                <c:pt idx="1346">
                  <c:v>0.96709454309999998</c:v>
                </c:pt>
                <c:pt idx="1347">
                  <c:v>0.95882178539999996</c:v>
                </c:pt>
                <c:pt idx="1348">
                  <c:v>0.9518273102</c:v>
                </c:pt>
                <c:pt idx="1349">
                  <c:v>0.92887445700000004</c:v>
                </c:pt>
                <c:pt idx="1350">
                  <c:v>0.93316889150000004</c:v>
                </c:pt>
                <c:pt idx="1351">
                  <c:v>0.90637770370000004</c:v>
                </c:pt>
                <c:pt idx="1352">
                  <c:v>0.90727398410000004</c:v>
                </c:pt>
                <c:pt idx="1353">
                  <c:v>0.92624212679999995</c:v>
                </c:pt>
                <c:pt idx="1354">
                  <c:v>0.87850185439999995</c:v>
                </c:pt>
                <c:pt idx="1355">
                  <c:v>0.86299441109999997</c:v>
                </c:pt>
                <c:pt idx="1356">
                  <c:v>0.86536341139999995</c:v>
                </c:pt>
                <c:pt idx="1357">
                  <c:v>0.88092358029999995</c:v>
                </c:pt>
                <c:pt idx="1358">
                  <c:v>0.89765138629999996</c:v>
                </c:pt>
                <c:pt idx="1359">
                  <c:v>0.95642280850000005</c:v>
                </c:pt>
                <c:pt idx="1360">
                  <c:v>1.0143529427</c:v>
                </c:pt>
                <c:pt idx="1361">
                  <c:v>1.0472314120999999</c:v>
                </c:pt>
                <c:pt idx="1362">
                  <c:v>1.0450264109</c:v>
                </c:pt>
                <c:pt idx="1363">
                  <c:v>1.0004747462000001</c:v>
                </c:pt>
                <c:pt idx="1364">
                  <c:v>1.0344114024</c:v>
                </c:pt>
                <c:pt idx="1365">
                  <c:v>1.0412582429999999</c:v>
                </c:pt>
                <c:pt idx="1366">
                  <c:v>1.029897391</c:v>
                </c:pt>
                <c:pt idx="1367">
                  <c:v>1.0533290417000001</c:v>
                </c:pt>
                <c:pt idx="1368">
                  <c:v>1.0627679366</c:v>
                </c:pt>
                <c:pt idx="1369">
                  <c:v>1.0622303765000001</c:v>
                </c:pt>
                <c:pt idx="1370">
                  <c:v>1.0648724088999999</c:v>
                </c:pt>
                <c:pt idx="1371">
                  <c:v>1.0167879091000001</c:v>
                </c:pt>
                <c:pt idx="1372">
                  <c:v>0.8776747291</c:v>
                </c:pt>
                <c:pt idx="1373">
                  <c:v>0.79604592119999995</c:v>
                </c:pt>
                <c:pt idx="1374">
                  <c:v>0.63239926099999999</c:v>
                </c:pt>
                <c:pt idx="1375">
                  <c:v>0.57634082720000002</c:v>
                </c:pt>
                <c:pt idx="1376">
                  <c:v>0.50830884509999996</c:v>
                </c:pt>
                <c:pt idx="1377">
                  <c:v>0.50623620140000003</c:v>
                </c:pt>
                <c:pt idx="1378">
                  <c:v>0.48755498339999997</c:v>
                </c:pt>
                <c:pt idx="1379">
                  <c:v>0.46916776380000003</c:v>
                </c:pt>
                <c:pt idx="1380">
                  <c:v>0.37153487120000001</c:v>
                </c:pt>
                <c:pt idx="1381">
                  <c:v>0.26014699429999999</c:v>
                </c:pt>
                <c:pt idx="1382">
                  <c:v>0.1519517172</c:v>
                </c:pt>
                <c:pt idx="1383">
                  <c:v>4.9475500899999997E-2</c:v>
                </c:pt>
                <c:pt idx="1384">
                  <c:v>-2.6058429300000002E-2</c:v>
                </c:pt>
                <c:pt idx="1385">
                  <c:v>-0.11616918649999999</c:v>
                </c:pt>
                <c:pt idx="1386">
                  <c:v>-0.18971166819999999</c:v>
                </c:pt>
                <c:pt idx="1387">
                  <c:v>-0.22827979179999999</c:v>
                </c:pt>
                <c:pt idx="1388">
                  <c:v>-0.27809566409999997</c:v>
                </c:pt>
                <c:pt idx="1389">
                  <c:v>-0.30757801969999998</c:v>
                </c:pt>
                <c:pt idx="1390">
                  <c:v>-0.31245201459999999</c:v>
                </c:pt>
                <c:pt idx="1391">
                  <c:v>-0.3213982916</c:v>
                </c:pt>
                <c:pt idx="1392">
                  <c:v>-0.3183160793</c:v>
                </c:pt>
                <c:pt idx="1393">
                  <c:v>-0.2490897574</c:v>
                </c:pt>
                <c:pt idx="1394">
                  <c:v>-0.25360147449999998</c:v>
                </c:pt>
                <c:pt idx="1395">
                  <c:v>-0.18745481459999999</c:v>
                </c:pt>
                <c:pt idx="1396">
                  <c:v>-0.17994174700000001</c:v>
                </c:pt>
                <c:pt idx="1397">
                  <c:v>-0.13989385909999999</c:v>
                </c:pt>
                <c:pt idx="1398">
                  <c:v>-0.15504372299999999</c:v>
                </c:pt>
                <c:pt idx="1399">
                  <c:v>-0.1282245357</c:v>
                </c:pt>
                <c:pt idx="1400">
                  <c:v>-9.1531992500000006E-2</c:v>
                </c:pt>
                <c:pt idx="1401">
                  <c:v>-1.2929665599999999E-2</c:v>
                </c:pt>
                <c:pt idx="1402">
                  <c:v>3.35545181E-2</c:v>
                </c:pt>
                <c:pt idx="1403">
                  <c:v>9.5782772399999994E-2</c:v>
                </c:pt>
                <c:pt idx="1404">
                  <c:v>0.1500193631</c:v>
                </c:pt>
                <c:pt idx="1405">
                  <c:v>0.23070953380000001</c:v>
                </c:pt>
                <c:pt idx="1406">
                  <c:v>0.26058747139999999</c:v>
                </c:pt>
                <c:pt idx="1407">
                  <c:v>0.27558032139999999</c:v>
                </c:pt>
                <c:pt idx="1408">
                  <c:v>0.29732815559999998</c:v>
                </c:pt>
                <c:pt idx="1409">
                  <c:v>0.3195799681</c:v>
                </c:pt>
                <c:pt idx="1410">
                  <c:v>0.30472457609999998</c:v>
                </c:pt>
                <c:pt idx="1411">
                  <c:v>0.30673200750000001</c:v>
                </c:pt>
                <c:pt idx="1412">
                  <c:v>0.29333971920000002</c:v>
                </c:pt>
                <c:pt idx="1413">
                  <c:v>0.26516103210000003</c:v>
                </c:pt>
                <c:pt idx="1414">
                  <c:v>0.2726825189</c:v>
                </c:pt>
                <c:pt idx="1415">
                  <c:v>0.2358287811</c:v>
                </c:pt>
                <c:pt idx="1416">
                  <c:v>0.15977763610000001</c:v>
                </c:pt>
                <c:pt idx="1417">
                  <c:v>0.15107696679999999</c:v>
                </c:pt>
                <c:pt idx="1418">
                  <c:v>0.1094569046</c:v>
                </c:pt>
                <c:pt idx="1419">
                  <c:v>9.9951859800000001E-2</c:v>
                </c:pt>
                <c:pt idx="1420">
                  <c:v>4.5478040999999997E-2</c:v>
                </c:pt>
                <c:pt idx="1421">
                  <c:v>8.5014041400000004E-2</c:v>
                </c:pt>
                <c:pt idx="1422">
                  <c:v>0.13894036840000001</c:v>
                </c:pt>
                <c:pt idx="1423">
                  <c:v>0.1762142686</c:v>
                </c:pt>
                <c:pt idx="1424">
                  <c:v>0.2014514845</c:v>
                </c:pt>
                <c:pt idx="1425">
                  <c:v>0.1973684285</c:v>
                </c:pt>
                <c:pt idx="1426">
                  <c:v>0.2441019173</c:v>
                </c:pt>
                <c:pt idx="1427">
                  <c:v>0.29027895679999999</c:v>
                </c:pt>
                <c:pt idx="1428">
                  <c:v>0.36548703290000001</c:v>
                </c:pt>
                <c:pt idx="1429">
                  <c:v>0.42820523630000001</c:v>
                </c:pt>
                <c:pt idx="1430">
                  <c:v>0.50082017109999999</c:v>
                </c:pt>
                <c:pt idx="1431">
                  <c:v>0.59291026280000003</c:v>
                </c:pt>
                <c:pt idx="1432">
                  <c:v>0.62730487000000001</c:v>
                </c:pt>
                <c:pt idx="1433">
                  <c:v>0.71882777460000002</c:v>
                </c:pt>
                <c:pt idx="1434">
                  <c:v>0.85942230779999995</c:v>
                </c:pt>
                <c:pt idx="1435">
                  <c:v>0.99387006030000002</c:v>
                </c:pt>
                <c:pt idx="1436">
                  <c:v>1.1604415194</c:v>
                </c:pt>
                <c:pt idx="1437">
                  <c:v>1.3245929024</c:v>
                </c:pt>
                <c:pt idx="1438">
                  <c:v>1.4267335933</c:v>
                </c:pt>
                <c:pt idx="1439">
                  <c:v>1.5187365897</c:v>
                </c:pt>
                <c:pt idx="1440">
                  <c:v>1.5605622379999999</c:v>
                </c:pt>
                <c:pt idx="1441">
                  <c:v>1.6575662396999999</c:v>
                </c:pt>
                <c:pt idx="1442">
                  <c:v>1.7164887107</c:v>
                </c:pt>
                <c:pt idx="1443">
                  <c:v>1.7641944944000001</c:v>
                </c:pt>
                <c:pt idx="1444">
                  <c:v>1.8345390145</c:v>
                </c:pt>
                <c:pt idx="1445">
                  <c:v>1.8829328377000001</c:v>
                </c:pt>
                <c:pt idx="1446">
                  <c:v>1.9531882220000001</c:v>
                </c:pt>
                <c:pt idx="1447">
                  <c:v>1.977098174</c:v>
                </c:pt>
                <c:pt idx="1448">
                  <c:v>1.9795938450999999</c:v>
                </c:pt>
                <c:pt idx="1449">
                  <c:v>1.9577560236</c:v>
                </c:pt>
                <c:pt idx="1450">
                  <c:v>1.9347968989</c:v>
                </c:pt>
                <c:pt idx="1451">
                  <c:v>1.8349303800000001</c:v>
                </c:pt>
                <c:pt idx="1452">
                  <c:v>1.7906902421999999</c:v>
                </c:pt>
                <c:pt idx="1453">
                  <c:v>1.7216479029</c:v>
                </c:pt>
                <c:pt idx="1454">
                  <c:v>1.6481103925</c:v>
                </c:pt>
                <c:pt idx="1455">
                  <c:v>1.4811697403999999</c:v>
                </c:pt>
                <c:pt idx="1456">
                  <c:v>1.3890856729000001</c:v>
                </c:pt>
                <c:pt idx="1457">
                  <c:v>1.3066918554</c:v>
                </c:pt>
                <c:pt idx="1458">
                  <c:v>1.2210096136999999</c:v>
                </c:pt>
                <c:pt idx="1459">
                  <c:v>1.1635495244</c:v>
                </c:pt>
                <c:pt idx="1460">
                  <c:v>1.1414205711000001</c:v>
                </c:pt>
                <c:pt idx="1461">
                  <c:v>1.172794031</c:v>
                </c:pt>
                <c:pt idx="1462">
                  <c:v>1.1465127032</c:v>
                </c:pt>
                <c:pt idx="1463">
                  <c:v>1.0812450167000001</c:v>
                </c:pt>
                <c:pt idx="1464">
                  <c:v>0.9585793588</c:v>
                </c:pt>
                <c:pt idx="1465">
                  <c:v>0.86059108039999999</c:v>
                </c:pt>
                <c:pt idx="1466">
                  <c:v>0.80606936549999997</c:v>
                </c:pt>
                <c:pt idx="1467">
                  <c:v>0.7731965811</c:v>
                </c:pt>
                <c:pt idx="1468">
                  <c:v>0.75579631069999997</c:v>
                </c:pt>
                <c:pt idx="1469">
                  <c:v>0.74775893999999998</c:v>
                </c:pt>
                <c:pt idx="1470">
                  <c:v>0.74447396119999998</c:v>
                </c:pt>
                <c:pt idx="1471">
                  <c:v>0.75038806759999999</c:v>
                </c:pt>
                <c:pt idx="1472">
                  <c:v>0.81617853279999997</c:v>
                </c:pt>
                <c:pt idx="1473">
                  <c:v>0.86349628810000001</c:v>
                </c:pt>
                <c:pt idx="1474">
                  <c:v>0.93084430279999997</c:v>
                </c:pt>
                <c:pt idx="1475">
                  <c:v>0.95438156510000005</c:v>
                </c:pt>
                <c:pt idx="1476">
                  <c:v>1.0430363797</c:v>
                </c:pt>
                <c:pt idx="1477">
                  <c:v>1.0744441434000001</c:v>
                </c:pt>
                <c:pt idx="1478">
                  <c:v>1.0841300032000001</c:v>
                </c:pt>
                <c:pt idx="1479">
                  <c:v>1.1135127064999999</c:v>
                </c:pt>
                <c:pt idx="1480">
                  <c:v>1.1215683999999999</c:v>
                </c:pt>
                <c:pt idx="1481">
                  <c:v>1.1035854145999999</c:v>
                </c:pt>
                <c:pt idx="1482">
                  <c:v>1.0513764734</c:v>
                </c:pt>
                <c:pt idx="1483">
                  <c:v>1.0268027077999999</c:v>
                </c:pt>
                <c:pt idx="1484">
                  <c:v>1.0370422662000001</c:v>
                </c:pt>
                <c:pt idx="1485">
                  <c:v>1.0951336384000001</c:v>
                </c:pt>
                <c:pt idx="1486">
                  <c:v>1.1332310215000001</c:v>
                </c:pt>
                <c:pt idx="1487">
                  <c:v>1.1337321776</c:v>
                </c:pt>
                <c:pt idx="1488">
                  <c:v>1.1172154513999999</c:v>
                </c:pt>
                <c:pt idx="1489">
                  <c:v>1.0657821691</c:v>
                </c:pt>
                <c:pt idx="1490">
                  <c:v>1.0279464927999999</c:v>
                </c:pt>
                <c:pt idx="1491">
                  <c:v>1.0256299733000001</c:v>
                </c:pt>
                <c:pt idx="1492">
                  <c:v>0.99927505729999999</c:v>
                </c:pt>
                <c:pt idx="1493">
                  <c:v>1.0095008557</c:v>
                </c:pt>
                <c:pt idx="1494">
                  <c:v>0.92722146940000005</c:v>
                </c:pt>
                <c:pt idx="1495">
                  <c:v>0.88931245079999999</c:v>
                </c:pt>
                <c:pt idx="1496">
                  <c:v>0.88604491500000004</c:v>
                </c:pt>
                <c:pt idx="1497">
                  <c:v>0.82820182170000001</c:v>
                </c:pt>
                <c:pt idx="1498">
                  <c:v>0.71405661170000001</c:v>
                </c:pt>
                <c:pt idx="1499">
                  <c:v>0.64235760259999997</c:v>
                </c:pt>
                <c:pt idx="1500">
                  <c:v>0.54503848600000004</c:v>
                </c:pt>
                <c:pt idx="1501">
                  <c:v>0.47933980069999998</c:v>
                </c:pt>
                <c:pt idx="1502">
                  <c:v>0.4262722981</c:v>
                </c:pt>
                <c:pt idx="1503">
                  <c:v>0.4133053491</c:v>
                </c:pt>
                <c:pt idx="1504">
                  <c:v>0.37640157089999998</c:v>
                </c:pt>
                <c:pt idx="1505">
                  <c:v>0.3583980598</c:v>
                </c:pt>
                <c:pt idx="1506">
                  <c:v>0.32907073050000002</c:v>
                </c:pt>
                <c:pt idx="1507">
                  <c:v>0.27895100900000003</c:v>
                </c:pt>
                <c:pt idx="1508">
                  <c:v>0.30350402659999998</c:v>
                </c:pt>
                <c:pt idx="1509">
                  <c:v>0.34577180099999999</c:v>
                </c:pt>
                <c:pt idx="1510">
                  <c:v>0.38067046269999999</c:v>
                </c:pt>
                <c:pt idx="1511">
                  <c:v>0.39818465209999998</c:v>
                </c:pt>
                <c:pt idx="1512">
                  <c:v>0.37973211470000001</c:v>
                </c:pt>
                <c:pt idx="1513">
                  <c:v>0.34988270589999998</c:v>
                </c:pt>
                <c:pt idx="1514">
                  <c:v>0.32875641280000001</c:v>
                </c:pt>
                <c:pt idx="1515">
                  <c:v>0.35010803219999997</c:v>
                </c:pt>
                <c:pt idx="1516">
                  <c:v>0.37915738360000001</c:v>
                </c:pt>
                <c:pt idx="1517">
                  <c:v>0.3785235059</c:v>
                </c:pt>
                <c:pt idx="1518">
                  <c:v>0.45184494949999998</c:v>
                </c:pt>
                <c:pt idx="1519">
                  <c:v>0.56759752340000003</c:v>
                </c:pt>
                <c:pt idx="1520">
                  <c:v>0.63349007749999997</c:v>
                </c:pt>
                <c:pt idx="1521">
                  <c:v>0.68838211329999999</c:v>
                </c:pt>
                <c:pt idx="1522">
                  <c:v>0.75248743409999996</c:v>
                </c:pt>
                <c:pt idx="1523">
                  <c:v>0.79258478499999996</c:v>
                </c:pt>
                <c:pt idx="1524">
                  <c:v>0.78447482079999997</c:v>
                </c:pt>
                <c:pt idx="1525">
                  <c:v>0.82429831779999996</c:v>
                </c:pt>
                <c:pt idx="1526">
                  <c:v>0.80773576150000004</c:v>
                </c:pt>
                <c:pt idx="1527">
                  <c:v>0.8372826391</c:v>
                </c:pt>
                <c:pt idx="1528">
                  <c:v>0.88592280099999998</c:v>
                </c:pt>
                <c:pt idx="1529">
                  <c:v>0.8547686927</c:v>
                </c:pt>
                <c:pt idx="1530">
                  <c:v>0.83307247929999995</c:v>
                </c:pt>
                <c:pt idx="1531">
                  <c:v>0.84642055250000003</c:v>
                </c:pt>
                <c:pt idx="1532">
                  <c:v>0.90849110249999998</c:v>
                </c:pt>
                <c:pt idx="1533">
                  <c:v>1.0210903413000001</c:v>
                </c:pt>
                <c:pt idx="1534">
                  <c:v>1.1438359497999999</c:v>
                </c:pt>
                <c:pt idx="1535">
                  <c:v>1.2766513008</c:v>
                </c:pt>
                <c:pt idx="1536">
                  <c:v>1.3790580821</c:v>
                </c:pt>
                <c:pt idx="1537">
                  <c:v>1.4412046112000001</c:v>
                </c:pt>
                <c:pt idx="1538">
                  <c:v>1.5137802592</c:v>
                </c:pt>
                <c:pt idx="1539">
                  <c:v>1.5667495245</c:v>
                </c:pt>
                <c:pt idx="1540">
                  <c:v>1.5901811285</c:v>
                </c:pt>
                <c:pt idx="1541">
                  <c:v>1.6420437011</c:v>
                </c:pt>
                <c:pt idx="1542">
                  <c:v>1.6998672480000001</c:v>
                </c:pt>
                <c:pt idx="1543">
                  <c:v>1.7613709522000001</c:v>
                </c:pt>
                <c:pt idx="1544">
                  <c:v>1.8110183445000001</c:v>
                </c:pt>
                <c:pt idx="1545">
                  <c:v>1.8891365836</c:v>
                </c:pt>
                <c:pt idx="1546">
                  <c:v>1.9408354383999999</c:v>
                </c:pt>
                <c:pt idx="1547">
                  <c:v>2.0242151492999998</c:v>
                </c:pt>
                <c:pt idx="1548">
                  <c:v>2.0875889436000001</c:v>
                </c:pt>
                <c:pt idx="1549">
                  <c:v>2.119094724</c:v>
                </c:pt>
                <c:pt idx="1550">
                  <c:v>2.2033214121000002</c:v>
                </c:pt>
                <c:pt idx="1551">
                  <c:v>2.2811495761999998</c:v>
                </c:pt>
                <c:pt idx="1552">
                  <c:v>2.3531421439</c:v>
                </c:pt>
                <c:pt idx="1553">
                  <c:v>2.3623240861000001</c:v>
                </c:pt>
                <c:pt idx="1554">
                  <c:v>2.3224523770999999</c:v>
                </c:pt>
                <c:pt idx="1555">
                  <c:v>2.3014380324000001</c:v>
                </c:pt>
                <c:pt idx="1556">
                  <c:v>2.2455892753</c:v>
                </c:pt>
                <c:pt idx="1557">
                  <c:v>2.2483428109000001</c:v>
                </c:pt>
                <c:pt idx="1558">
                  <c:v>2.2548765547</c:v>
                </c:pt>
                <c:pt idx="1559">
                  <c:v>2.1814704816999999</c:v>
                </c:pt>
                <c:pt idx="1560">
                  <c:v>2.0465807835000001</c:v>
                </c:pt>
                <c:pt idx="1561">
                  <c:v>1.9392447916</c:v>
                </c:pt>
                <c:pt idx="1562">
                  <c:v>1.8736617626000001</c:v>
                </c:pt>
                <c:pt idx="1563">
                  <c:v>1.8201037222000001</c:v>
                </c:pt>
                <c:pt idx="1564">
                  <c:v>1.6947962501</c:v>
                </c:pt>
                <c:pt idx="1565">
                  <c:v>1.6461383509</c:v>
                </c:pt>
                <c:pt idx="1566">
                  <c:v>1.5939250419</c:v>
                </c:pt>
                <c:pt idx="1567">
                  <c:v>1.5384401675999999</c:v>
                </c:pt>
                <c:pt idx="1568">
                  <c:v>1.4332756866</c:v>
                </c:pt>
                <c:pt idx="1569">
                  <c:v>1.3142683239999999</c:v>
                </c:pt>
                <c:pt idx="1570">
                  <c:v>1.2010974270000001</c:v>
                </c:pt>
                <c:pt idx="1571">
                  <c:v>1.0657571064</c:v>
                </c:pt>
                <c:pt idx="1572">
                  <c:v>0.94168107680000002</c:v>
                </c:pt>
                <c:pt idx="1573">
                  <c:v>0.82185999350000005</c:v>
                </c:pt>
                <c:pt idx="1574">
                  <c:v>0.72310345450000002</c:v>
                </c:pt>
                <c:pt idx="1575">
                  <c:v>0.63524025569999998</c:v>
                </c:pt>
                <c:pt idx="1576">
                  <c:v>0.558297551</c:v>
                </c:pt>
                <c:pt idx="1577">
                  <c:v>0.4920309262</c:v>
                </c:pt>
                <c:pt idx="1578">
                  <c:v>0.46105095530000001</c:v>
                </c:pt>
                <c:pt idx="1579">
                  <c:v>0.41270202080000001</c:v>
                </c:pt>
                <c:pt idx="1580">
                  <c:v>0.43024218590000002</c:v>
                </c:pt>
                <c:pt idx="1581">
                  <c:v>0.48093492440000002</c:v>
                </c:pt>
                <c:pt idx="1582">
                  <c:v>0.47856428229999998</c:v>
                </c:pt>
                <c:pt idx="1583">
                  <c:v>0.43281579539999998</c:v>
                </c:pt>
                <c:pt idx="1584">
                  <c:v>0.42588559149999999</c:v>
                </c:pt>
                <c:pt idx="1585">
                  <c:v>0.45204700180000001</c:v>
                </c:pt>
                <c:pt idx="1586">
                  <c:v>0.44191544999999999</c:v>
                </c:pt>
                <c:pt idx="1587">
                  <c:v>0.42751812290000002</c:v>
                </c:pt>
                <c:pt idx="1588">
                  <c:v>0.41574584570000001</c:v>
                </c:pt>
                <c:pt idx="1589">
                  <c:v>0.4324834326</c:v>
                </c:pt>
                <c:pt idx="1590">
                  <c:v>0.43735768060000002</c:v>
                </c:pt>
                <c:pt idx="1591">
                  <c:v>0.45210056100000001</c:v>
                </c:pt>
                <c:pt idx="1592">
                  <c:v>0.4940719415</c:v>
                </c:pt>
                <c:pt idx="1593">
                  <c:v>0.51860629059999996</c:v>
                </c:pt>
                <c:pt idx="1594">
                  <c:v>0.54441377739999997</c:v>
                </c:pt>
                <c:pt idx="1595">
                  <c:v>0.56064351209999996</c:v>
                </c:pt>
                <c:pt idx="1596">
                  <c:v>0.55450654980000003</c:v>
                </c:pt>
                <c:pt idx="1597">
                  <c:v>0.51160713930000001</c:v>
                </c:pt>
                <c:pt idx="1598">
                  <c:v>0.45197825949999998</c:v>
                </c:pt>
                <c:pt idx="1599">
                  <c:v>0.34934577189999999</c:v>
                </c:pt>
                <c:pt idx="1600">
                  <c:v>0.2868597349</c:v>
                </c:pt>
                <c:pt idx="1601">
                  <c:v>0.22606285179999999</c:v>
                </c:pt>
                <c:pt idx="1602">
                  <c:v>0.13538027459999999</c:v>
                </c:pt>
                <c:pt idx="1603">
                  <c:v>9.5841759100000007E-2</c:v>
                </c:pt>
                <c:pt idx="1604">
                  <c:v>5.6320500599999997E-2</c:v>
                </c:pt>
                <c:pt idx="1605">
                  <c:v>-1.7220055500000001E-2</c:v>
                </c:pt>
                <c:pt idx="1606">
                  <c:v>-6.7254867400000001E-2</c:v>
                </c:pt>
                <c:pt idx="1607">
                  <c:v>-0.13178898350000001</c:v>
                </c:pt>
                <c:pt idx="1608">
                  <c:v>-0.19148141530000001</c:v>
                </c:pt>
                <c:pt idx="1609">
                  <c:v>-0.28300530330000001</c:v>
                </c:pt>
                <c:pt idx="1610">
                  <c:v>-0.3878852767</c:v>
                </c:pt>
                <c:pt idx="1611">
                  <c:v>-0.4809922089</c:v>
                </c:pt>
                <c:pt idx="1612">
                  <c:v>-0.52557845989999996</c:v>
                </c:pt>
                <c:pt idx="1613">
                  <c:v>-0.59860095059999996</c:v>
                </c:pt>
                <c:pt idx="1614">
                  <c:v>-0.66125481470000003</c:v>
                </c:pt>
                <c:pt idx="1615">
                  <c:v>-0.75488931920000002</c:v>
                </c:pt>
                <c:pt idx="1616">
                  <c:v>-0.79446036180000001</c:v>
                </c:pt>
                <c:pt idx="1617">
                  <c:v>-0.83376471279999997</c:v>
                </c:pt>
                <c:pt idx="1618">
                  <c:v>-0.85808917480000002</c:v>
                </c:pt>
                <c:pt idx="1619">
                  <c:v>-0.86314577650000002</c:v>
                </c:pt>
                <c:pt idx="1620">
                  <c:v>-0.82713532830000003</c:v>
                </c:pt>
                <c:pt idx="1621">
                  <c:v>-0.79283264419999999</c:v>
                </c:pt>
                <c:pt idx="1622">
                  <c:v>-0.74160943810000002</c:v>
                </c:pt>
                <c:pt idx="1623">
                  <c:v>-0.6876403914</c:v>
                </c:pt>
                <c:pt idx="1624">
                  <c:v>-0.6307767393</c:v>
                </c:pt>
                <c:pt idx="1625">
                  <c:v>-0.52638341300000002</c:v>
                </c:pt>
                <c:pt idx="1626">
                  <c:v>-0.39847683360000002</c:v>
                </c:pt>
                <c:pt idx="1627">
                  <c:v>-0.30024132460000003</c:v>
                </c:pt>
                <c:pt idx="1628">
                  <c:v>-0.2223282016</c:v>
                </c:pt>
                <c:pt idx="1629">
                  <c:v>-0.13623170379999999</c:v>
                </c:pt>
                <c:pt idx="1630">
                  <c:v>-3.5709172400000003E-2</c:v>
                </c:pt>
                <c:pt idx="1631">
                  <c:v>6.1944138500000002E-2</c:v>
                </c:pt>
                <c:pt idx="1632">
                  <c:v>0.18855317599999999</c:v>
                </c:pt>
                <c:pt idx="1633">
                  <c:v>0.30329497550000001</c:v>
                </c:pt>
                <c:pt idx="1634">
                  <c:v>0.41533570520000002</c:v>
                </c:pt>
                <c:pt idx="1635">
                  <c:v>0.54762537190000005</c:v>
                </c:pt>
                <c:pt idx="1636">
                  <c:v>0.66540994760000005</c:v>
                </c:pt>
                <c:pt idx="1637">
                  <c:v>0.75588059149999998</c:v>
                </c:pt>
                <c:pt idx="1638">
                  <c:v>0.81175136059999997</c:v>
                </c:pt>
                <c:pt idx="1639">
                  <c:v>0.8867748942</c:v>
                </c:pt>
                <c:pt idx="1640">
                  <c:v>0.95751770489999999</c:v>
                </c:pt>
                <c:pt idx="1641">
                  <c:v>0.96166086309999999</c:v>
                </c:pt>
                <c:pt idx="1642">
                  <c:v>0.99610665840000001</c:v>
                </c:pt>
                <c:pt idx="1643">
                  <c:v>1.0108817369</c:v>
                </c:pt>
                <c:pt idx="1644">
                  <c:v>1.0387591785000001</c:v>
                </c:pt>
                <c:pt idx="1645">
                  <c:v>1.1014894740000001</c:v>
                </c:pt>
                <c:pt idx="1646">
                  <c:v>1.1373739183</c:v>
                </c:pt>
                <c:pt idx="1647">
                  <c:v>1.2050456222000001</c:v>
                </c:pt>
                <c:pt idx="1648">
                  <c:v>1.2558888989000001</c:v>
                </c:pt>
                <c:pt idx="1649">
                  <c:v>1.3042706245</c:v>
                </c:pt>
                <c:pt idx="1650">
                  <c:v>1.3977374792999999</c:v>
                </c:pt>
                <c:pt idx="1651">
                  <c:v>1.5064604586999999</c:v>
                </c:pt>
                <c:pt idx="1652">
                  <c:v>1.6188576518</c:v>
                </c:pt>
                <c:pt idx="1653">
                  <c:v>1.6881872614</c:v>
                </c:pt>
                <c:pt idx="1654">
                  <c:v>1.7149403399000001</c:v>
                </c:pt>
                <c:pt idx="1655">
                  <c:v>1.749825078</c:v>
                </c:pt>
                <c:pt idx="1656">
                  <c:v>1.7219205117</c:v>
                </c:pt>
                <c:pt idx="1657">
                  <c:v>1.7351912901</c:v>
                </c:pt>
                <c:pt idx="1658">
                  <c:v>1.7639642852999999</c:v>
                </c:pt>
                <c:pt idx="1659">
                  <c:v>1.8349035739999999</c:v>
                </c:pt>
                <c:pt idx="1660">
                  <c:v>1.8940557562</c:v>
                </c:pt>
                <c:pt idx="1661">
                  <c:v>1.9375413017000001</c:v>
                </c:pt>
                <c:pt idx="1662">
                  <c:v>2.0302276651</c:v>
                </c:pt>
                <c:pt idx="1663">
                  <c:v>2.0254071797000002</c:v>
                </c:pt>
                <c:pt idx="1664">
                  <c:v>2.0015295018999999</c:v>
                </c:pt>
                <c:pt idx="1665">
                  <c:v>2.0372850616</c:v>
                </c:pt>
                <c:pt idx="1666">
                  <c:v>1.9969900079</c:v>
                </c:pt>
                <c:pt idx="1667">
                  <c:v>1.8811869707</c:v>
                </c:pt>
                <c:pt idx="1668">
                  <c:v>1.7692927715</c:v>
                </c:pt>
                <c:pt idx="1669">
                  <c:v>1.6912069433000001</c:v>
                </c:pt>
                <c:pt idx="1670">
                  <c:v>1.6544935996000001</c:v>
                </c:pt>
                <c:pt idx="1671">
                  <c:v>1.5334037138000001</c:v>
                </c:pt>
                <c:pt idx="1672">
                  <c:v>1.4079080592</c:v>
                </c:pt>
                <c:pt idx="1673">
                  <c:v>1.2345995947999999</c:v>
                </c:pt>
                <c:pt idx="1674">
                  <c:v>1.0807421611000001</c:v>
                </c:pt>
                <c:pt idx="1675">
                  <c:v>0.99386078889999996</c:v>
                </c:pt>
                <c:pt idx="1676">
                  <c:v>0.89431555149999997</c:v>
                </c:pt>
                <c:pt idx="1677">
                  <c:v>0.82591850280000001</c:v>
                </c:pt>
                <c:pt idx="1678">
                  <c:v>0.71457963690000004</c:v>
                </c:pt>
                <c:pt idx="1679">
                  <c:v>0.63220594320000001</c:v>
                </c:pt>
                <c:pt idx="1680">
                  <c:v>0.55854267030000004</c:v>
                </c:pt>
                <c:pt idx="1681">
                  <c:v>0.46796634139999999</c:v>
                </c:pt>
                <c:pt idx="1682">
                  <c:v>0.3765264814</c:v>
                </c:pt>
                <c:pt idx="1683">
                  <c:v>0.28432329169999998</c:v>
                </c:pt>
                <c:pt idx="1684">
                  <c:v>0.2135704373</c:v>
                </c:pt>
                <c:pt idx="1685">
                  <c:v>0.16526160009999999</c:v>
                </c:pt>
                <c:pt idx="1686">
                  <c:v>6.2440605699999999E-2</c:v>
                </c:pt>
                <c:pt idx="1687">
                  <c:v>3.3093025700000001E-2</c:v>
                </c:pt>
                <c:pt idx="1688">
                  <c:v>4.9079373599999997E-2</c:v>
                </c:pt>
                <c:pt idx="1689">
                  <c:v>1.1517156E-3</c:v>
                </c:pt>
                <c:pt idx="1690">
                  <c:v>-7.19708441E-2</c:v>
                </c:pt>
                <c:pt idx="1691">
                  <c:v>-0.1503164545</c:v>
                </c:pt>
                <c:pt idx="1692">
                  <c:v>-0.1780333865</c:v>
                </c:pt>
                <c:pt idx="1693">
                  <c:v>-0.22831485630000001</c:v>
                </c:pt>
                <c:pt idx="1694">
                  <c:v>-0.20611609859999999</c:v>
                </c:pt>
                <c:pt idx="1695">
                  <c:v>-0.1947372419</c:v>
                </c:pt>
                <c:pt idx="1696">
                  <c:v>-0.23166797829999999</c:v>
                </c:pt>
                <c:pt idx="1697">
                  <c:v>-0.24654006240000001</c:v>
                </c:pt>
                <c:pt idx="1698">
                  <c:v>-0.27075034529999997</c:v>
                </c:pt>
                <c:pt idx="1699">
                  <c:v>-0.26397724589999999</c:v>
                </c:pt>
                <c:pt idx="1700">
                  <c:v>-0.27817423810000003</c:v>
                </c:pt>
                <c:pt idx="1701">
                  <c:v>-0.2984042133</c:v>
                </c:pt>
                <c:pt idx="1702">
                  <c:v>-0.30146089770000001</c:v>
                </c:pt>
                <c:pt idx="1703">
                  <c:v>-0.3055875079</c:v>
                </c:pt>
                <c:pt idx="1704">
                  <c:v>-0.32730861080000001</c:v>
                </c:pt>
                <c:pt idx="1705">
                  <c:v>-0.34187402729999999</c:v>
                </c:pt>
                <c:pt idx="1706">
                  <c:v>-0.37520663129999998</c:v>
                </c:pt>
                <c:pt idx="1707">
                  <c:v>-0.33241080070000001</c:v>
                </c:pt>
                <c:pt idx="1708">
                  <c:v>-0.32856307060000001</c:v>
                </c:pt>
                <c:pt idx="1709">
                  <c:v>-0.3224145088</c:v>
                </c:pt>
                <c:pt idx="1710">
                  <c:v>-0.30668748130000001</c:v>
                </c:pt>
                <c:pt idx="1711">
                  <c:v>-0.29406108949999998</c:v>
                </c:pt>
                <c:pt idx="1712">
                  <c:v>-0.27906921579999999</c:v>
                </c:pt>
                <c:pt idx="1713">
                  <c:v>-0.28437520119999998</c:v>
                </c:pt>
                <c:pt idx="1714">
                  <c:v>-0.2493559279</c:v>
                </c:pt>
                <c:pt idx="1715">
                  <c:v>-0.27636314519999999</c:v>
                </c:pt>
                <c:pt idx="1716">
                  <c:v>-0.24671669030000001</c:v>
                </c:pt>
                <c:pt idx="1717">
                  <c:v>-0.25030595109999998</c:v>
                </c:pt>
                <c:pt idx="1718">
                  <c:v>-0.2168189563</c:v>
                </c:pt>
                <c:pt idx="1719">
                  <c:v>-0.21029800400000001</c:v>
                </c:pt>
                <c:pt idx="1720">
                  <c:v>-0.22129628470000001</c:v>
                </c:pt>
                <c:pt idx="1721">
                  <c:v>-0.2784146254</c:v>
                </c:pt>
                <c:pt idx="1722">
                  <c:v>-0.32784188920000001</c:v>
                </c:pt>
                <c:pt idx="1723">
                  <c:v>-0.33988236309999997</c:v>
                </c:pt>
                <c:pt idx="1724">
                  <c:v>-0.35063368080000001</c:v>
                </c:pt>
                <c:pt idx="1725">
                  <c:v>-0.35441562599999998</c:v>
                </c:pt>
                <c:pt idx="1726">
                  <c:v>-0.36736840370000001</c:v>
                </c:pt>
                <c:pt idx="1727">
                  <c:v>-0.33517052390000002</c:v>
                </c:pt>
                <c:pt idx="1728">
                  <c:v>-0.3545742818</c:v>
                </c:pt>
                <c:pt idx="1729">
                  <c:v>-0.3620926599</c:v>
                </c:pt>
                <c:pt idx="1730">
                  <c:v>-0.35113826199999998</c:v>
                </c:pt>
                <c:pt idx="1731">
                  <c:v>-0.33796660270000001</c:v>
                </c:pt>
                <c:pt idx="1732">
                  <c:v>-0.30334229550000003</c:v>
                </c:pt>
                <c:pt idx="1733">
                  <c:v>-0.26194917200000001</c:v>
                </c:pt>
                <c:pt idx="1734">
                  <c:v>-0.22221432390000001</c:v>
                </c:pt>
                <c:pt idx="1735">
                  <c:v>-0.20099775989999999</c:v>
                </c:pt>
                <c:pt idx="1736">
                  <c:v>-0.1123534175</c:v>
                </c:pt>
                <c:pt idx="1737">
                  <c:v>-9.7101521900000001E-2</c:v>
                </c:pt>
                <c:pt idx="1738">
                  <c:v>-4.0597451600000001E-2</c:v>
                </c:pt>
                <c:pt idx="1739">
                  <c:v>1.9929799000000001E-3</c:v>
                </c:pt>
                <c:pt idx="1740">
                  <c:v>0.10276468850000001</c:v>
                </c:pt>
                <c:pt idx="1741">
                  <c:v>0.18754617160000001</c:v>
                </c:pt>
                <c:pt idx="1742">
                  <c:v>0.28933179339999998</c:v>
                </c:pt>
                <c:pt idx="1743">
                  <c:v>0.36318293930000001</c:v>
                </c:pt>
                <c:pt idx="1744">
                  <c:v>0.39520653150000001</c:v>
                </c:pt>
                <c:pt idx="1745">
                  <c:v>0.50757828490000001</c:v>
                </c:pt>
                <c:pt idx="1746">
                  <c:v>0.6441827349</c:v>
                </c:pt>
                <c:pt idx="1747">
                  <c:v>0.75716761389999998</c:v>
                </c:pt>
                <c:pt idx="1748">
                  <c:v>0.79490494570000003</c:v>
                </c:pt>
                <c:pt idx="1749">
                  <c:v>0.80530316130000001</c:v>
                </c:pt>
                <c:pt idx="1750">
                  <c:v>0.79523353490000004</c:v>
                </c:pt>
                <c:pt idx="1751">
                  <c:v>0.81505717690000001</c:v>
                </c:pt>
                <c:pt idx="1752">
                  <c:v>0.87009554290000002</c:v>
                </c:pt>
                <c:pt idx="1753">
                  <c:v>0.86518241939999996</c:v>
                </c:pt>
                <c:pt idx="1754">
                  <c:v>0.8448949268</c:v>
                </c:pt>
                <c:pt idx="1755">
                  <c:v>0.86410258630000003</c:v>
                </c:pt>
                <c:pt idx="1756">
                  <c:v>0.87331424660000001</c:v>
                </c:pt>
                <c:pt idx="1757">
                  <c:v>0.88707608510000002</c:v>
                </c:pt>
                <c:pt idx="1758">
                  <c:v>0.95977404040000003</c:v>
                </c:pt>
                <c:pt idx="1759">
                  <c:v>0.96455386480000005</c:v>
                </c:pt>
                <c:pt idx="1760">
                  <c:v>0.92750253410000005</c:v>
                </c:pt>
                <c:pt idx="1761">
                  <c:v>0.85704994469999995</c:v>
                </c:pt>
                <c:pt idx="1762">
                  <c:v>0.78717613230000005</c:v>
                </c:pt>
                <c:pt idx="1763">
                  <c:v>0.72237339280000001</c:v>
                </c:pt>
                <c:pt idx="1764">
                  <c:v>0.73943438019999996</c:v>
                </c:pt>
                <c:pt idx="1765">
                  <c:v>0.74824832450000001</c:v>
                </c:pt>
                <c:pt idx="1766">
                  <c:v>0.68869076080000002</c:v>
                </c:pt>
                <c:pt idx="1767">
                  <c:v>0.57866007429999999</c:v>
                </c:pt>
                <c:pt idx="1768">
                  <c:v>0.53880747419999997</c:v>
                </c:pt>
                <c:pt idx="1769">
                  <c:v>0.53013630030000003</c:v>
                </c:pt>
                <c:pt idx="1770">
                  <c:v>0.54221004159999997</c:v>
                </c:pt>
                <c:pt idx="1771">
                  <c:v>0.53856996089999998</c:v>
                </c:pt>
                <c:pt idx="1772">
                  <c:v>0.51493808100000005</c:v>
                </c:pt>
                <c:pt idx="1773">
                  <c:v>0.49044740819999999</c:v>
                </c:pt>
                <c:pt idx="1774">
                  <c:v>0.49267419019999997</c:v>
                </c:pt>
                <c:pt idx="1775">
                  <c:v>0.5009291884</c:v>
                </c:pt>
                <c:pt idx="1776">
                  <c:v>0.50980342860000005</c:v>
                </c:pt>
                <c:pt idx="1777">
                  <c:v>0.52640958049999997</c:v>
                </c:pt>
                <c:pt idx="1778">
                  <c:v>0.47174253560000001</c:v>
                </c:pt>
                <c:pt idx="1779">
                  <c:v>0.3468779407</c:v>
                </c:pt>
                <c:pt idx="1780">
                  <c:v>0.30675705739999998</c:v>
                </c:pt>
                <c:pt idx="1781">
                  <c:v>0.29585067900000001</c:v>
                </c:pt>
                <c:pt idx="1782">
                  <c:v>0.29616486590000002</c:v>
                </c:pt>
                <c:pt idx="1783">
                  <c:v>0.30649719889999999</c:v>
                </c:pt>
                <c:pt idx="1784">
                  <c:v>0.3324937879</c:v>
                </c:pt>
                <c:pt idx="1785">
                  <c:v>0.30427450160000002</c:v>
                </c:pt>
                <c:pt idx="1786">
                  <c:v>0.3067569416</c:v>
                </c:pt>
                <c:pt idx="1787">
                  <c:v>0.27197390459999998</c:v>
                </c:pt>
                <c:pt idx="1788">
                  <c:v>0.2578577252</c:v>
                </c:pt>
                <c:pt idx="1789">
                  <c:v>0.20580228219999999</c:v>
                </c:pt>
                <c:pt idx="1790">
                  <c:v>0.1843704327</c:v>
                </c:pt>
                <c:pt idx="1791">
                  <c:v>0.17866051259999999</c:v>
                </c:pt>
                <c:pt idx="1792">
                  <c:v>0.19895245689999999</c:v>
                </c:pt>
                <c:pt idx="1793">
                  <c:v>0.1750281273</c:v>
                </c:pt>
                <c:pt idx="1794">
                  <c:v>0.1115727477</c:v>
                </c:pt>
                <c:pt idx="1795">
                  <c:v>8.82132152E-2</c:v>
                </c:pt>
                <c:pt idx="1796">
                  <c:v>9.5746014399999996E-2</c:v>
                </c:pt>
                <c:pt idx="1797">
                  <c:v>6.8170395499999994E-2</c:v>
                </c:pt>
                <c:pt idx="1798">
                  <c:v>3.0633041199999999E-2</c:v>
                </c:pt>
                <c:pt idx="1799">
                  <c:v>-1.8536412999999999E-3</c:v>
                </c:pt>
                <c:pt idx="1800">
                  <c:v>1.8391544900000001E-2</c:v>
                </c:pt>
                <c:pt idx="1801">
                  <c:v>1.4244529800000001E-2</c:v>
                </c:pt>
                <c:pt idx="1802">
                  <c:v>8.0985899999999993E-3</c:v>
                </c:pt>
                <c:pt idx="1803">
                  <c:v>1.75643846E-2</c:v>
                </c:pt>
                <c:pt idx="1804">
                  <c:v>5.2251504900000002E-2</c:v>
                </c:pt>
                <c:pt idx="1805">
                  <c:v>7.4022984299999997E-2</c:v>
                </c:pt>
                <c:pt idx="1806">
                  <c:v>7.9900999700000003E-2</c:v>
                </c:pt>
                <c:pt idx="1807">
                  <c:v>6.9074341999999997E-2</c:v>
                </c:pt>
                <c:pt idx="1808">
                  <c:v>0.1122428836</c:v>
                </c:pt>
                <c:pt idx="1809">
                  <c:v>0.15416537180000001</c:v>
                </c:pt>
                <c:pt idx="1810">
                  <c:v>0.18812103599999999</c:v>
                </c:pt>
                <c:pt idx="1811">
                  <c:v>0.24206635679999999</c:v>
                </c:pt>
                <c:pt idx="1812">
                  <c:v>0.23476062519999999</c:v>
                </c:pt>
                <c:pt idx="1813">
                  <c:v>0.26026106850000003</c:v>
                </c:pt>
                <c:pt idx="1814">
                  <c:v>0.29033595439999998</c:v>
                </c:pt>
                <c:pt idx="1815">
                  <c:v>0.35686453060000001</c:v>
                </c:pt>
                <c:pt idx="1816">
                  <c:v>0.38761227860000003</c:v>
                </c:pt>
                <c:pt idx="1817">
                  <c:v>0.39138156950000003</c:v>
                </c:pt>
                <c:pt idx="1818">
                  <c:v>0.4027961384</c:v>
                </c:pt>
                <c:pt idx="1819">
                  <c:v>0.4067032384</c:v>
                </c:pt>
                <c:pt idx="1820">
                  <c:v>0.44080395719999999</c:v>
                </c:pt>
                <c:pt idx="1821">
                  <c:v>0.4499080271</c:v>
                </c:pt>
                <c:pt idx="1822">
                  <c:v>0.45435502189999999</c:v>
                </c:pt>
                <c:pt idx="1823">
                  <c:v>0.43500217860000001</c:v>
                </c:pt>
                <c:pt idx="1824">
                  <c:v>0.4063547153</c:v>
                </c:pt>
                <c:pt idx="1825">
                  <c:v>0.36267264669999999</c:v>
                </c:pt>
                <c:pt idx="1826">
                  <c:v>0.29348677210000002</c:v>
                </c:pt>
                <c:pt idx="1827">
                  <c:v>0.25336583150000003</c:v>
                </c:pt>
                <c:pt idx="1828">
                  <c:v>0.192945121</c:v>
                </c:pt>
                <c:pt idx="1829">
                  <c:v>9.41191361E-2</c:v>
                </c:pt>
                <c:pt idx="1830">
                  <c:v>5.2457462500000003E-2</c:v>
                </c:pt>
                <c:pt idx="1831">
                  <c:v>6.4368052300000006E-2</c:v>
                </c:pt>
                <c:pt idx="1832">
                  <c:v>1.0538899399999999E-2</c:v>
                </c:pt>
                <c:pt idx="1833">
                  <c:v>2.5426278199999999E-2</c:v>
                </c:pt>
                <c:pt idx="1834">
                  <c:v>-3.1916384200000002E-2</c:v>
                </c:pt>
                <c:pt idx="1835">
                  <c:v>-4.9385881100000001E-2</c:v>
                </c:pt>
                <c:pt idx="1836">
                  <c:v>-6.9614988799999999E-2</c:v>
                </c:pt>
                <c:pt idx="1837">
                  <c:v>-5.2309848300000003E-2</c:v>
                </c:pt>
                <c:pt idx="1838">
                  <c:v>-3.97272719E-2</c:v>
                </c:pt>
                <c:pt idx="1839">
                  <c:v>-0.13453160159999999</c:v>
                </c:pt>
                <c:pt idx="1840">
                  <c:v>-0.2300736639</c:v>
                </c:pt>
                <c:pt idx="1841">
                  <c:v>-0.28928481789999999</c:v>
                </c:pt>
                <c:pt idx="1842">
                  <c:v>-0.35576400660000002</c:v>
                </c:pt>
                <c:pt idx="1843">
                  <c:v>-0.40347719770000001</c:v>
                </c:pt>
                <c:pt idx="1844">
                  <c:v>-0.44934196580000002</c:v>
                </c:pt>
                <c:pt idx="1845">
                  <c:v>-0.4810568402</c:v>
                </c:pt>
                <c:pt idx="1846">
                  <c:v>-0.51390383299999998</c:v>
                </c:pt>
                <c:pt idx="1847">
                  <c:v>-0.53436627670000003</c:v>
                </c:pt>
                <c:pt idx="1848">
                  <c:v>-0.60762891129999996</c:v>
                </c:pt>
                <c:pt idx="1849">
                  <c:v>-0.65304734519999996</c:v>
                </c:pt>
                <c:pt idx="1850">
                  <c:v>-0.65820583070000005</c:v>
                </c:pt>
                <c:pt idx="1851">
                  <c:v>-0.69467823510000004</c:v>
                </c:pt>
                <c:pt idx="1852">
                  <c:v>-0.7549999194</c:v>
                </c:pt>
                <c:pt idx="1853">
                  <c:v>-0.81494460629999999</c:v>
                </c:pt>
                <c:pt idx="1854">
                  <c:v>-0.89535590490000005</c:v>
                </c:pt>
                <c:pt idx="1855">
                  <c:v>-0.95750413970000003</c:v>
                </c:pt>
                <c:pt idx="1856">
                  <c:v>-1.0468172448999999</c:v>
                </c:pt>
                <c:pt idx="1857">
                  <c:v>-1.1519155432999999</c:v>
                </c:pt>
                <c:pt idx="1858">
                  <c:v>-1.2906535262000001</c:v>
                </c:pt>
                <c:pt idx="1859">
                  <c:v>-1.4376703287999999</c:v>
                </c:pt>
                <c:pt idx="1860">
                  <c:v>-1.4740957897</c:v>
                </c:pt>
                <c:pt idx="1861">
                  <c:v>-1.4897773161000001</c:v>
                </c:pt>
                <c:pt idx="1862">
                  <c:v>-1.5132815379</c:v>
                </c:pt>
                <c:pt idx="1863">
                  <c:v>-1.5299201764999999</c:v>
                </c:pt>
                <c:pt idx="1864">
                  <c:v>-1.5519741778</c:v>
                </c:pt>
                <c:pt idx="1865">
                  <c:v>-1.5672689218</c:v>
                </c:pt>
                <c:pt idx="1866">
                  <c:v>-1.6273038486</c:v>
                </c:pt>
                <c:pt idx="1867">
                  <c:v>-1.6742743741999999</c:v>
                </c:pt>
                <c:pt idx="1868">
                  <c:v>-1.6751257015000001</c:v>
                </c:pt>
                <c:pt idx="1869">
                  <c:v>-1.6457683972999999</c:v>
                </c:pt>
                <c:pt idx="1870">
                  <c:v>-1.6304678032</c:v>
                </c:pt>
                <c:pt idx="1871">
                  <c:v>-1.6737797840999999</c:v>
                </c:pt>
                <c:pt idx="1872">
                  <c:v>-1.7130634017999999</c:v>
                </c:pt>
                <c:pt idx="1873">
                  <c:v>-1.7531721868000001</c:v>
                </c:pt>
                <c:pt idx="1874">
                  <c:v>-1.7702433597</c:v>
                </c:pt>
                <c:pt idx="1875">
                  <c:v>-1.7736031006999999</c:v>
                </c:pt>
                <c:pt idx="1876">
                  <c:v>-1.7277460680000001</c:v>
                </c:pt>
                <c:pt idx="1877">
                  <c:v>-1.7116486880999999</c:v>
                </c:pt>
                <c:pt idx="1878">
                  <c:v>-1.6792992839000001</c:v>
                </c:pt>
                <c:pt idx="1879">
                  <c:v>-1.6872931306000001</c:v>
                </c:pt>
                <c:pt idx="1880">
                  <c:v>-1.6834947832</c:v>
                </c:pt>
                <c:pt idx="1881">
                  <c:v>-1.6955135655</c:v>
                </c:pt>
                <c:pt idx="1882">
                  <c:v>-1.68914754</c:v>
                </c:pt>
                <c:pt idx="1883">
                  <c:v>-1.7254248480000001</c:v>
                </c:pt>
                <c:pt idx="1884">
                  <c:v>-1.7256511149</c:v>
                </c:pt>
                <c:pt idx="1885">
                  <c:v>-1.730550552</c:v>
                </c:pt>
                <c:pt idx="1886">
                  <c:v>-1.7321175819000001</c:v>
                </c:pt>
                <c:pt idx="1887">
                  <c:v>-1.6989446560000001</c:v>
                </c:pt>
                <c:pt idx="1888">
                  <c:v>-1.7195546926</c:v>
                </c:pt>
                <c:pt idx="1889">
                  <c:v>-1.7850694701000001</c:v>
                </c:pt>
                <c:pt idx="1890">
                  <c:v>-1.8502087227999999</c:v>
                </c:pt>
                <c:pt idx="1891">
                  <c:v>-1.8806273574000001</c:v>
                </c:pt>
                <c:pt idx="1892">
                  <c:v>-1.8453903624000001</c:v>
                </c:pt>
                <c:pt idx="1893">
                  <c:v>-1.8335145173</c:v>
                </c:pt>
                <c:pt idx="1894">
                  <c:v>-1.8283312464999999</c:v>
                </c:pt>
                <c:pt idx="1895">
                  <c:v>-1.8248566467</c:v>
                </c:pt>
                <c:pt idx="1896">
                  <c:v>-1.7977162212</c:v>
                </c:pt>
                <c:pt idx="1897">
                  <c:v>-1.8159215206999999</c:v>
                </c:pt>
                <c:pt idx="1898">
                  <c:v>-1.7876383564</c:v>
                </c:pt>
                <c:pt idx="1899">
                  <c:v>-1.7788304892</c:v>
                </c:pt>
                <c:pt idx="1900">
                  <c:v>-1.7197884788</c:v>
                </c:pt>
                <c:pt idx="1901">
                  <c:v>-1.6778595129</c:v>
                </c:pt>
                <c:pt idx="1902">
                  <c:v>-1.5588923752999999</c:v>
                </c:pt>
                <c:pt idx="1903">
                  <c:v>-1.4348965788000001</c:v>
                </c:pt>
                <c:pt idx="1904">
                  <c:v>-1.2825336704000001</c:v>
                </c:pt>
                <c:pt idx="1905">
                  <c:v>-1.1778750976000001</c:v>
                </c:pt>
                <c:pt idx="1906">
                  <c:v>-1.0487065372</c:v>
                </c:pt>
                <c:pt idx="1907">
                  <c:v>-0.93850095259999999</c:v>
                </c:pt>
                <c:pt idx="1908">
                  <c:v>-0.81718688490000002</c:v>
                </c:pt>
                <c:pt idx="1909">
                  <c:v>-0.66011751929999996</c:v>
                </c:pt>
                <c:pt idx="1910">
                  <c:v>-0.48663408609999997</c:v>
                </c:pt>
                <c:pt idx="1911">
                  <c:v>-0.32482258539999997</c:v>
                </c:pt>
                <c:pt idx="1912">
                  <c:v>-0.15482208580000001</c:v>
                </c:pt>
                <c:pt idx="1913">
                  <c:v>-4.7432170500000002E-2</c:v>
                </c:pt>
                <c:pt idx="1914">
                  <c:v>7.2152664500000005E-2</c:v>
                </c:pt>
                <c:pt idx="1915">
                  <c:v>0.19698636119999999</c:v>
                </c:pt>
                <c:pt idx="1916">
                  <c:v>0.37551695509999999</c:v>
                </c:pt>
                <c:pt idx="1917">
                  <c:v>0.49714878829999998</c:v>
                </c:pt>
                <c:pt idx="1918">
                  <c:v>0.63664368640000002</c:v>
                </c:pt>
                <c:pt idx="1919">
                  <c:v>0.71534309679999997</c:v>
                </c:pt>
                <c:pt idx="1920">
                  <c:v>0.83571769169999999</c:v>
                </c:pt>
                <c:pt idx="1921">
                  <c:v>1.0188613551000001</c:v>
                </c:pt>
                <c:pt idx="1922">
                  <c:v>1.1449755071000001</c:v>
                </c:pt>
                <c:pt idx="1923">
                  <c:v>1.1916864696</c:v>
                </c:pt>
                <c:pt idx="1924">
                  <c:v>1.1988144638</c:v>
                </c:pt>
                <c:pt idx="1925">
                  <c:v>1.2141937662</c:v>
                </c:pt>
                <c:pt idx="1926">
                  <c:v>1.2367500361999999</c:v>
                </c:pt>
                <c:pt idx="1927">
                  <c:v>1.2492339963000001</c:v>
                </c:pt>
                <c:pt idx="1928">
                  <c:v>1.3064758745</c:v>
                </c:pt>
                <c:pt idx="1929">
                  <c:v>1.3513339374</c:v>
                </c:pt>
                <c:pt idx="1930">
                  <c:v>1.3660474932</c:v>
                </c:pt>
                <c:pt idx="1931">
                  <c:v>1.397525817</c:v>
                </c:pt>
                <c:pt idx="1932">
                  <c:v>1.4392593573000001</c:v>
                </c:pt>
                <c:pt idx="1933">
                  <c:v>1.4676227808</c:v>
                </c:pt>
                <c:pt idx="1934">
                  <c:v>1.5247964496999999</c:v>
                </c:pt>
                <c:pt idx="1935">
                  <c:v>1.5550485464999999</c:v>
                </c:pt>
                <c:pt idx="1936">
                  <c:v>1.5594945894000001</c:v>
                </c:pt>
                <c:pt idx="1937">
                  <c:v>1.5332908045</c:v>
                </c:pt>
                <c:pt idx="1938">
                  <c:v>1.5135461287</c:v>
                </c:pt>
                <c:pt idx="1939">
                  <c:v>1.473771934</c:v>
                </c:pt>
                <c:pt idx="1940">
                  <c:v>1.4773708080000001</c:v>
                </c:pt>
                <c:pt idx="1941">
                  <c:v>1.4592679855999999</c:v>
                </c:pt>
                <c:pt idx="1942">
                  <c:v>1.3751083675</c:v>
                </c:pt>
                <c:pt idx="1943">
                  <c:v>1.3537634220000001</c:v>
                </c:pt>
                <c:pt idx="1944">
                  <c:v>1.3406853371</c:v>
                </c:pt>
                <c:pt idx="1945">
                  <c:v>1.3298955946</c:v>
                </c:pt>
                <c:pt idx="1946">
                  <c:v>1.3177329011000001</c:v>
                </c:pt>
                <c:pt idx="1947">
                  <c:v>1.3311394566000001</c:v>
                </c:pt>
                <c:pt idx="1948">
                  <c:v>1.2758803683</c:v>
                </c:pt>
                <c:pt idx="1949">
                  <c:v>1.1615709645000001</c:v>
                </c:pt>
                <c:pt idx="1950">
                  <c:v>1.0638555998999999</c:v>
                </c:pt>
                <c:pt idx="1951">
                  <c:v>0.97956582579999996</c:v>
                </c:pt>
                <c:pt idx="1952">
                  <c:v>0.85231240559999999</c:v>
                </c:pt>
                <c:pt idx="1953">
                  <c:v>0.77642639520000001</c:v>
                </c:pt>
                <c:pt idx="1954">
                  <c:v>0.68858749890000004</c:v>
                </c:pt>
                <c:pt idx="1955">
                  <c:v>0.62502295740000002</c:v>
                </c:pt>
                <c:pt idx="1956">
                  <c:v>0.58290805769999998</c:v>
                </c:pt>
                <c:pt idx="1957">
                  <c:v>0.52835189729999998</c:v>
                </c:pt>
                <c:pt idx="1958">
                  <c:v>0.44362213220000002</c:v>
                </c:pt>
                <c:pt idx="1959">
                  <c:v>0.3828570818</c:v>
                </c:pt>
                <c:pt idx="1960">
                  <c:v>0.35560952340000002</c:v>
                </c:pt>
                <c:pt idx="1961">
                  <c:v>0.31138059779999999</c:v>
                </c:pt>
                <c:pt idx="1962">
                  <c:v>0.27262026010000001</c:v>
                </c:pt>
                <c:pt idx="1963">
                  <c:v>0.24137057249999999</c:v>
                </c:pt>
                <c:pt idx="1964">
                  <c:v>0.22177374150000001</c:v>
                </c:pt>
                <c:pt idx="1965">
                  <c:v>0.21191516539999999</c:v>
                </c:pt>
                <c:pt idx="1966">
                  <c:v>0.20097251199999999</c:v>
                </c:pt>
                <c:pt idx="1967">
                  <c:v>0.18413767789999999</c:v>
                </c:pt>
                <c:pt idx="1968">
                  <c:v>0.12446580829999999</c:v>
                </c:pt>
                <c:pt idx="1969">
                  <c:v>0.14018376220000001</c:v>
                </c:pt>
                <c:pt idx="1970">
                  <c:v>0.1489337657</c:v>
                </c:pt>
                <c:pt idx="1971">
                  <c:v>0.12186742389999999</c:v>
                </c:pt>
                <c:pt idx="1972">
                  <c:v>5.2731949600000001E-2</c:v>
                </c:pt>
                <c:pt idx="1973">
                  <c:v>5.2232809499999998E-2</c:v>
                </c:pt>
                <c:pt idx="1974">
                  <c:v>4.2597672599999997E-2</c:v>
                </c:pt>
                <c:pt idx="1975">
                  <c:v>2.4482555699999999E-2</c:v>
                </c:pt>
                <c:pt idx="1976">
                  <c:v>-1.9984511E-2</c:v>
                </c:pt>
                <c:pt idx="1977">
                  <c:v>-8.2582708500000004E-2</c:v>
                </c:pt>
                <c:pt idx="1978">
                  <c:v>-0.1241475739</c:v>
                </c:pt>
                <c:pt idx="1979">
                  <c:v>-0.13389894420000001</c:v>
                </c:pt>
                <c:pt idx="1980">
                  <c:v>-9.9482731500000005E-2</c:v>
                </c:pt>
                <c:pt idx="1981">
                  <c:v>-0.11210840750000001</c:v>
                </c:pt>
                <c:pt idx="1982">
                  <c:v>-4.7414381999999998E-2</c:v>
                </c:pt>
                <c:pt idx="1983">
                  <c:v>-3.8007064799999997E-2</c:v>
                </c:pt>
                <c:pt idx="1984">
                  <c:v>-2.85112699E-2</c:v>
                </c:pt>
                <c:pt idx="1985">
                  <c:v>-3.7986157200000002E-2</c:v>
                </c:pt>
                <c:pt idx="1986">
                  <c:v>-4.5169952200000002E-2</c:v>
                </c:pt>
                <c:pt idx="1987">
                  <c:v>-2.3219263099999998E-2</c:v>
                </c:pt>
                <c:pt idx="1988">
                  <c:v>2.0392825400000002E-2</c:v>
                </c:pt>
                <c:pt idx="1989">
                  <c:v>0.1195771392</c:v>
                </c:pt>
                <c:pt idx="1990">
                  <c:v>0.1535281476</c:v>
                </c:pt>
                <c:pt idx="1991">
                  <c:v>0.24133503579999999</c:v>
                </c:pt>
                <c:pt idx="1992">
                  <c:v>0.380247418</c:v>
                </c:pt>
                <c:pt idx="1993">
                  <c:v>0.54885170989999998</c:v>
                </c:pt>
                <c:pt idx="1994">
                  <c:v>0.63843814109999997</c:v>
                </c:pt>
                <c:pt idx="1995">
                  <c:v>0.64832382799999999</c:v>
                </c:pt>
                <c:pt idx="1996">
                  <c:v>0.66124931689999999</c:v>
                </c:pt>
                <c:pt idx="1997">
                  <c:v>0.69096549230000004</c:v>
                </c:pt>
                <c:pt idx="1998">
                  <c:v>0.71084304409999999</c:v>
                </c:pt>
                <c:pt idx="1999">
                  <c:v>0.70381439329999995</c:v>
                </c:pt>
                <c:pt idx="2000">
                  <c:v>0.72298551659999999</c:v>
                </c:pt>
                <c:pt idx="2001">
                  <c:v>0.68992595369999998</c:v>
                </c:pt>
                <c:pt idx="2002">
                  <c:v>0.70404840879999997</c:v>
                </c:pt>
                <c:pt idx="2003">
                  <c:v>0.67525352660000004</c:v>
                </c:pt>
                <c:pt idx="2004">
                  <c:v>0.6828954049</c:v>
                </c:pt>
                <c:pt idx="2005">
                  <c:v>0.6884550076</c:v>
                </c:pt>
                <c:pt idx="2006">
                  <c:v>0.67904057929999995</c:v>
                </c:pt>
                <c:pt idx="2007">
                  <c:v>0.64750382340000001</c:v>
                </c:pt>
                <c:pt idx="2008">
                  <c:v>0.61935166129999997</c:v>
                </c:pt>
                <c:pt idx="2009">
                  <c:v>0.60250086049999996</c:v>
                </c:pt>
                <c:pt idx="2010">
                  <c:v>0.52787491819999999</c:v>
                </c:pt>
                <c:pt idx="2011">
                  <c:v>0.50485624600000001</c:v>
                </c:pt>
                <c:pt idx="2012">
                  <c:v>0.46112398160000001</c:v>
                </c:pt>
                <c:pt idx="2013">
                  <c:v>0.31822606460000002</c:v>
                </c:pt>
                <c:pt idx="2014">
                  <c:v>0.2262623855</c:v>
                </c:pt>
                <c:pt idx="2015">
                  <c:v>0.14756601019999999</c:v>
                </c:pt>
                <c:pt idx="2016">
                  <c:v>0.1562055443</c:v>
                </c:pt>
                <c:pt idx="2017">
                  <c:v>0.1758224229</c:v>
                </c:pt>
                <c:pt idx="2018">
                  <c:v>0.20985252600000001</c:v>
                </c:pt>
                <c:pt idx="2019">
                  <c:v>0.26635984359999998</c:v>
                </c:pt>
                <c:pt idx="2020">
                  <c:v>0.3240233978</c:v>
                </c:pt>
                <c:pt idx="2021">
                  <c:v>0.34700188300000001</c:v>
                </c:pt>
                <c:pt idx="2022">
                  <c:v>0.37770691680000001</c:v>
                </c:pt>
                <c:pt idx="2023">
                  <c:v>0.36413203979999997</c:v>
                </c:pt>
                <c:pt idx="2024">
                  <c:v>0.33510870059999998</c:v>
                </c:pt>
                <c:pt idx="2025">
                  <c:v>0.34801227470000001</c:v>
                </c:pt>
                <c:pt idx="2026">
                  <c:v>0.36135279120000002</c:v>
                </c:pt>
                <c:pt idx="2027">
                  <c:v>0.40167254600000002</c:v>
                </c:pt>
                <c:pt idx="2028">
                  <c:v>0.44771510139999998</c:v>
                </c:pt>
                <c:pt idx="2029">
                  <c:v>0.50606094589999995</c:v>
                </c:pt>
                <c:pt idx="2030">
                  <c:v>0.52508020330000005</c:v>
                </c:pt>
                <c:pt idx="2031">
                  <c:v>0.57585123250000003</c:v>
                </c:pt>
                <c:pt idx="2032">
                  <c:v>0.64070483469999995</c:v>
                </c:pt>
                <c:pt idx="2033">
                  <c:v>0.67589344959999997</c:v>
                </c:pt>
                <c:pt idx="2034">
                  <c:v>0.79090805180000001</c:v>
                </c:pt>
                <c:pt idx="2035">
                  <c:v>0.90135701639999999</c:v>
                </c:pt>
                <c:pt idx="2036">
                  <c:v>1.0034423763</c:v>
                </c:pt>
                <c:pt idx="2037">
                  <c:v>1.0548667057000001</c:v>
                </c:pt>
                <c:pt idx="2038">
                  <c:v>1.0861456215</c:v>
                </c:pt>
                <c:pt idx="2039">
                  <c:v>1.1167955621000001</c:v>
                </c:pt>
                <c:pt idx="2040">
                  <c:v>1.1388437529</c:v>
                </c:pt>
                <c:pt idx="2041">
                  <c:v>1.1470240653999999</c:v>
                </c:pt>
                <c:pt idx="2042">
                  <c:v>1.2069973730000001</c:v>
                </c:pt>
                <c:pt idx="2043">
                  <c:v>1.2522173941000001</c:v>
                </c:pt>
                <c:pt idx="2044">
                  <c:v>1.3384943724</c:v>
                </c:pt>
                <c:pt idx="2045">
                  <c:v>1.3975435473</c:v>
                </c:pt>
                <c:pt idx="2046">
                  <c:v>1.3968168024000001</c:v>
                </c:pt>
                <c:pt idx="2047">
                  <c:v>1.4006131272</c:v>
                </c:pt>
                <c:pt idx="2048">
                  <c:v>1.3917461535</c:v>
                </c:pt>
                <c:pt idx="2049">
                  <c:v>1.4078978096999999</c:v>
                </c:pt>
                <c:pt idx="2050">
                  <c:v>1.3921481051</c:v>
                </c:pt>
                <c:pt idx="2051">
                  <c:v>1.3769420631</c:v>
                </c:pt>
                <c:pt idx="2052">
                  <c:v>1.327391148</c:v>
                </c:pt>
                <c:pt idx="2053">
                  <c:v>1.2330640613999999</c:v>
                </c:pt>
                <c:pt idx="2054">
                  <c:v>1.2075038389999999</c:v>
                </c:pt>
                <c:pt idx="2055">
                  <c:v>1.1493539844</c:v>
                </c:pt>
                <c:pt idx="2056">
                  <c:v>1.0830397111000001</c:v>
                </c:pt>
                <c:pt idx="2057">
                  <c:v>1.034348555</c:v>
                </c:pt>
                <c:pt idx="2058">
                  <c:v>0.98237950630000004</c:v>
                </c:pt>
                <c:pt idx="2059">
                  <c:v>0.95489741620000002</c:v>
                </c:pt>
                <c:pt idx="2060">
                  <c:v>0.89254705440000004</c:v>
                </c:pt>
                <c:pt idx="2061">
                  <c:v>0.82577399409999996</c:v>
                </c:pt>
                <c:pt idx="2062">
                  <c:v>0.81195999370000005</c:v>
                </c:pt>
                <c:pt idx="2063">
                  <c:v>0.75752279469999995</c:v>
                </c:pt>
                <c:pt idx="2064">
                  <c:v>0.67270322859999998</c:v>
                </c:pt>
                <c:pt idx="2065">
                  <c:v>0.62107271630000005</c:v>
                </c:pt>
                <c:pt idx="2066">
                  <c:v>0.59410906679999997</c:v>
                </c:pt>
                <c:pt idx="2067">
                  <c:v>0.55458055240000004</c:v>
                </c:pt>
                <c:pt idx="2068">
                  <c:v>0.53660003940000001</c:v>
                </c:pt>
                <c:pt idx="2069">
                  <c:v>0.51843510159999995</c:v>
                </c:pt>
                <c:pt idx="2070">
                  <c:v>0.4888411621</c:v>
                </c:pt>
                <c:pt idx="2071">
                  <c:v>0.43129147950000002</c:v>
                </c:pt>
                <c:pt idx="2072">
                  <c:v>0.39867718070000002</c:v>
                </c:pt>
                <c:pt idx="2073">
                  <c:v>0.38469136539999998</c:v>
                </c:pt>
                <c:pt idx="2074">
                  <c:v>0.41972135560000001</c:v>
                </c:pt>
                <c:pt idx="2075">
                  <c:v>0.4073422605</c:v>
                </c:pt>
                <c:pt idx="2076">
                  <c:v>0.3890608968</c:v>
                </c:pt>
                <c:pt idx="2077">
                  <c:v>0.38122891980000001</c:v>
                </c:pt>
                <c:pt idx="2078">
                  <c:v>0.38367217349999999</c:v>
                </c:pt>
                <c:pt idx="2079">
                  <c:v>0.37606344580000001</c:v>
                </c:pt>
                <c:pt idx="2080">
                  <c:v>0.3908448685</c:v>
                </c:pt>
                <c:pt idx="2081">
                  <c:v>0.39175369380000002</c:v>
                </c:pt>
                <c:pt idx="2082">
                  <c:v>0.45000900259999999</c:v>
                </c:pt>
                <c:pt idx="2083">
                  <c:v>0.50803647490000003</c:v>
                </c:pt>
                <c:pt idx="2084">
                  <c:v>0.54948265969999999</c:v>
                </c:pt>
                <c:pt idx="2085">
                  <c:v>0.60921427480000001</c:v>
                </c:pt>
                <c:pt idx="2086">
                  <c:v>0.59475239619999998</c:v>
                </c:pt>
                <c:pt idx="2087">
                  <c:v>0.61239317839999996</c:v>
                </c:pt>
                <c:pt idx="2088">
                  <c:v>0.67300363730000001</c:v>
                </c:pt>
                <c:pt idx="2089">
                  <c:v>0.67510623940000003</c:v>
                </c:pt>
                <c:pt idx="2090">
                  <c:v>0.68895678260000004</c:v>
                </c:pt>
                <c:pt idx="2091">
                  <c:v>0.71434315270000004</c:v>
                </c:pt>
                <c:pt idx="2092">
                  <c:v>0.75842400139999999</c:v>
                </c:pt>
                <c:pt idx="2093">
                  <c:v>0.77885880549999997</c:v>
                </c:pt>
                <c:pt idx="2094">
                  <c:v>0.8527576724</c:v>
                </c:pt>
                <c:pt idx="2095">
                  <c:v>0.90285644190000003</c:v>
                </c:pt>
                <c:pt idx="2096">
                  <c:v>0.97295034290000004</c:v>
                </c:pt>
                <c:pt idx="2097">
                  <c:v>1.0629143387</c:v>
                </c:pt>
                <c:pt idx="2098">
                  <c:v>1.1376396329</c:v>
                </c:pt>
                <c:pt idx="2099">
                  <c:v>1.2326597449000001</c:v>
                </c:pt>
                <c:pt idx="2100">
                  <c:v>1.3456984917999999</c:v>
                </c:pt>
                <c:pt idx="2101">
                  <c:v>1.4302809209</c:v>
                </c:pt>
                <c:pt idx="2102">
                  <c:v>1.5609481246000001</c:v>
                </c:pt>
                <c:pt idx="2103">
                  <c:v>1.6124877661000001</c:v>
                </c:pt>
                <c:pt idx="2104">
                  <c:v>1.6719832472</c:v>
                </c:pt>
                <c:pt idx="2105">
                  <c:v>1.7289073363</c:v>
                </c:pt>
                <c:pt idx="2106">
                  <c:v>1.8230519888000001</c:v>
                </c:pt>
                <c:pt idx="2107">
                  <c:v>1.9443032177999999</c:v>
                </c:pt>
                <c:pt idx="2108">
                  <c:v>2.0209652567999998</c:v>
                </c:pt>
                <c:pt idx="2109">
                  <c:v>2.0890025744999998</c:v>
                </c:pt>
                <c:pt idx="2110">
                  <c:v>2.1767249480999999</c:v>
                </c:pt>
                <c:pt idx="2111">
                  <c:v>2.2576262833</c:v>
                </c:pt>
                <c:pt idx="2112">
                  <c:v>2.3603304548000001</c:v>
                </c:pt>
                <c:pt idx="2113">
                  <c:v>2.4500847509999999</c:v>
                </c:pt>
                <c:pt idx="2114">
                  <c:v>2.5236502052000001</c:v>
                </c:pt>
                <c:pt idx="2115">
                  <c:v>2.5589405700999999</c:v>
                </c:pt>
                <c:pt idx="2116">
                  <c:v>2.5959812992</c:v>
                </c:pt>
                <c:pt idx="2117">
                  <c:v>2.5538825266999998</c:v>
                </c:pt>
                <c:pt idx="2118">
                  <c:v>2.5259900235999999</c:v>
                </c:pt>
                <c:pt idx="2119">
                  <c:v>2.4886108863</c:v>
                </c:pt>
                <c:pt idx="2120">
                  <c:v>2.4351232506999998</c:v>
                </c:pt>
                <c:pt idx="2121">
                  <c:v>2.3672826817999999</c:v>
                </c:pt>
                <c:pt idx="2122">
                  <c:v>2.2966751657</c:v>
                </c:pt>
                <c:pt idx="2123">
                  <c:v>2.2024817203999998</c:v>
                </c:pt>
                <c:pt idx="2124">
                  <c:v>2.1412630241000001</c:v>
                </c:pt>
                <c:pt idx="2125">
                  <c:v>2.0649642907999999</c:v>
                </c:pt>
                <c:pt idx="2126">
                  <c:v>1.9904948937</c:v>
                </c:pt>
                <c:pt idx="2127">
                  <c:v>1.8954849399</c:v>
                </c:pt>
                <c:pt idx="2128">
                  <c:v>1.8099448338999999</c:v>
                </c:pt>
                <c:pt idx="2129">
                  <c:v>1.7220184142999999</c:v>
                </c:pt>
                <c:pt idx="2130">
                  <c:v>1.6335796951999999</c:v>
                </c:pt>
                <c:pt idx="2131">
                  <c:v>1.5358471759000001</c:v>
                </c:pt>
                <c:pt idx="2132">
                  <c:v>1.4242706967000001</c:v>
                </c:pt>
                <c:pt idx="2133">
                  <c:v>1.277358604</c:v>
                </c:pt>
                <c:pt idx="2134">
                  <c:v>1.1525294283</c:v>
                </c:pt>
                <c:pt idx="2135">
                  <c:v>1.0667483046999999</c:v>
                </c:pt>
                <c:pt idx="2136">
                  <c:v>0.9881404976</c:v>
                </c:pt>
                <c:pt idx="2137">
                  <c:v>0.87059346930000003</c:v>
                </c:pt>
                <c:pt idx="2138">
                  <c:v>0.84534726579999997</c:v>
                </c:pt>
                <c:pt idx="2139">
                  <c:v>0.76799607290000005</c:v>
                </c:pt>
                <c:pt idx="2140">
                  <c:v>0.70600779700000005</c:v>
                </c:pt>
                <c:pt idx="2141">
                  <c:v>0.64520631210000001</c:v>
                </c:pt>
                <c:pt idx="2142">
                  <c:v>0.60332757049999997</c:v>
                </c:pt>
                <c:pt idx="2143">
                  <c:v>0.56978448680000005</c:v>
                </c:pt>
                <c:pt idx="2144">
                  <c:v>0.54308462040000005</c:v>
                </c:pt>
                <c:pt idx="2145">
                  <c:v>0.49027881779999999</c:v>
                </c:pt>
                <c:pt idx="2146">
                  <c:v>0.44616776320000001</c:v>
                </c:pt>
                <c:pt idx="2147">
                  <c:v>0.37251861959999999</c:v>
                </c:pt>
                <c:pt idx="2148">
                  <c:v>0.32822647370000002</c:v>
                </c:pt>
                <c:pt idx="2149">
                  <c:v>0.29567801700000002</c:v>
                </c:pt>
                <c:pt idx="2150">
                  <c:v>0.29001593749999999</c:v>
                </c:pt>
                <c:pt idx="2151">
                  <c:v>0.24421937599999999</c:v>
                </c:pt>
                <c:pt idx="2152">
                  <c:v>0.1946643945</c:v>
                </c:pt>
                <c:pt idx="2153">
                  <c:v>0.12651249610000001</c:v>
                </c:pt>
                <c:pt idx="2154">
                  <c:v>9.0011048699999999E-2</c:v>
                </c:pt>
                <c:pt idx="2155">
                  <c:v>5.1576061700000002E-2</c:v>
                </c:pt>
                <c:pt idx="2156">
                  <c:v>-2.4402824699999999E-2</c:v>
                </c:pt>
                <c:pt idx="2157">
                  <c:v>-0.1412081613</c:v>
                </c:pt>
                <c:pt idx="2158">
                  <c:v>-0.22028291829999999</c:v>
                </c:pt>
                <c:pt idx="2159">
                  <c:v>-0.26996484700000001</c:v>
                </c:pt>
                <c:pt idx="2160">
                  <c:v>-0.29032352140000001</c:v>
                </c:pt>
                <c:pt idx="2161">
                  <c:v>-0.31147495050000001</c:v>
                </c:pt>
                <c:pt idx="2162">
                  <c:v>-0.38119606589999999</c:v>
                </c:pt>
                <c:pt idx="2163">
                  <c:v>-0.4608314912</c:v>
                </c:pt>
                <c:pt idx="2164">
                  <c:v>-0.5162887343</c:v>
                </c:pt>
                <c:pt idx="2165">
                  <c:v>-0.56657403070000001</c:v>
                </c:pt>
                <c:pt idx="2166">
                  <c:v>-0.61695228589999995</c:v>
                </c:pt>
                <c:pt idx="2167">
                  <c:v>-0.64513156270000005</c:v>
                </c:pt>
                <c:pt idx="2168">
                  <c:v>-0.64361919909999998</c:v>
                </c:pt>
                <c:pt idx="2169">
                  <c:v>-0.70242472840000003</c:v>
                </c:pt>
                <c:pt idx="2170">
                  <c:v>-0.78589217089999996</c:v>
                </c:pt>
                <c:pt idx="2171">
                  <c:v>-0.89565275200000005</c:v>
                </c:pt>
                <c:pt idx="2172">
                  <c:v>-0.95879532150000002</c:v>
                </c:pt>
                <c:pt idx="2173">
                  <c:v>-0.98313915730000001</c:v>
                </c:pt>
                <c:pt idx="2174">
                  <c:v>-0.96373851229999996</c:v>
                </c:pt>
                <c:pt idx="2175">
                  <c:v>-0.95675517830000001</c:v>
                </c:pt>
                <c:pt idx="2176">
                  <c:v>-0.90434171249999995</c:v>
                </c:pt>
                <c:pt idx="2177">
                  <c:v>-0.85631528859999995</c:v>
                </c:pt>
                <c:pt idx="2178">
                  <c:v>-0.81137471859999999</c:v>
                </c:pt>
                <c:pt idx="2179">
                  <c:v>-0.79526356639999995</c:v>
                </c:pt>
                <c:pt idx="2180">
                  <c:v>-0.80726784910000005</c:v>
                </c:pt>
                <c:pt idx="2181">
                  <c:v>-0.83082336189999995</c:v>
                </c:pt>
                <c:pt idx="2182">
                  <c:v>-0.85639909089999999</c:v>
                </c:pt>
                <c:pt idx="2183">
                  <c:v>-0.83856905770000001</c:v>
                </c:pt>
                <c:pt idx="2184">
                  <c:v>-0.74448326590000002</c:v>
                </c:pt>
                <c:pt idx="2185">
                  <c:v>-0.74519273720000001</c:v>
                </c:pt>
                <c:pt idx="2186">
                  <c:v>-0.77584522460000005</c:v>
                </c:pt>
                <c:pt idx="2187">
                  <c:v>-0.80972725379999999</c:v>
                </c:pt>
                <c:pt idx="2188">
                  <c:v>-0.86024566469999997</c:v>
                </c:pt>
                <c:pt idx="2189">
                  <c:v>-0.88935729460000001</c:v>
                </c:pt>
                <c:pt idx="2190">
                  <c:v>-0.85022127709999995</c:v>
                </c:pt>
                <c:pt idx="2191">
                  <c:v>-0.80335786180000002</c:v>
                </c:pt>
                <c:pt idx="2192">
                  <c:v>-0.73115613989999995</c:v>
                </c:pt>
                <c:pt idx="2193">
                  <c:v>-0.68247011280000003</c:v>
                </c:pt>
                <c:pt idx="2194">
                  <c:v>-0.61904069029999997</c:v>
                </c:pt>
                <c:pt idx="2195">
                  <c:v>-0.58149957500000005</c:v>
                </c:pt>
                <c:pt idx="2196">
                  <c:v>-0.55070512770000002</c:v>
                </c:pt>
                <c:pt idx="2197">
                  <c:v>-0.59280148840000002</c:v>
                </c:pt>
                <c:pt idx="2198">
                  <c:v>-0.61853847669999995</c:v>
                </c:pt>
                <c:pt idx="2199">
                  <c:v>-0.62876288810000003</c:v>
                </c:pt>
                <c:pt idx="2200">
                  <c:v>-0.5683845502</c:v>
                </c:pt>
                <c:pt idx="2201">
                  <c:v>-0.59194291219999995</c:v>
                </c:pt>
                <c:pt idx="2202">
                  <c:v>-0.63215745980000004</c:v>
                </c:pt>
                <c:pt idx="2203">
                  <c:v>-0.65134488229999998</c:v>
                </c:pt>
                <c:pt idx="2204">
                  <c:v>-0.64462271149999995</c:v>
                </c:pt>
                <c:pt idx="2205">
                  <c:v>-0.71056061820000005</c:v>
                </c:pt>
                <c:pt idx="2206">
                  <c:v>-0.70759087220000005</c:v>
                </c:pt>
                <c:pt idx="2207">
                  <c:v>-0.67525961649999999</c:v>
                </c:pt>
                <c:pt idx="2208">
                  <c:v>-0.63247039500000002</c:v>
                </c:pt>
                <c:pt idx="2209">
                  <c:v>-0.60179992760000001</c:v>
                </c:pt>
                <c:pt idx="2210">
                  <c:v>-0.5674767745</c:v>
                </c:pt>
                <c:pt idx="2211">
                  <c:v>-0.61382792490000004</c:v>
                </c:pt>
                <c:pt idx="2212">
                  <c:v>-0.65045272629999995</c:v>
                </c:pt>
                <c:pt idx="2213">
                  <c:v>-0.69552578880000004</c:v>
                </c:pt>
                <c:pt idx="2214">
                  <c:v>-0.72019051020000002</c:v>
                </c:pt>
                <c:pt idx="2215">
                  <c:v>-0.74851470600000003</c:v>
                </c:pt>
                <c:pt idx="2216">
                  <c:v>-0.78637238919999997</c:v>
                </c:pt>
                <c:pt idx="2217">
                  <c:v>-0.83476399820000002</c:v>
                </c:pt>
                <c:pt idx="2218">
                  <c:v>-0.82527014769999996</c:v>
                </c:pt>
                <c:pt idx="2219">
                  <c:v>-0.82010958410000001</c:v>
                </c:pt>
                <c:pt idx="2220">
                  <c:v>-0.77845723460000005</c:v>
                </c:pt>
                <c:pt idx="2221">
                  <c:v>-0.78034521840000004</c:v>
                </c:pt>
                <c:pt idx="2222">
                  <c:v>-0.74414720430000003</c:v>
                </c:pt>
                <c:pt idx="2223">
                  <c:v>-0.64871957339999997</c:v>
                </c:pt>
                <c:pt idx="2224">
                  <c:v>-0.58233821269999997</c:v>
                </c:pt>
                <c:pt idx="2225">
                  <c:v>-0.55848850139999995</c:v>
                </c:pt>
                <c:pt idx="2226">
                  <c:v>-0.52144655210000002</c:v>
                </c:pt>
                <c:pt idx="2227">
                  <c:v>-0.52412205950000001</c:v>
                </c:pt>
                <c:pt idx="2228">
                  <c:v>-0.52352071420000001</c:v>
                </c:pt>
                <c:pt idx="2229">
                  <c:v>-0.4950032888</c:v>
                </c:pt>
                <c:pt idx="2230">
                  <c:v>-0.44709072059999999</c:v>
                </c:pt>
                <c:pt idx="2231">
                  <c:v>-0.39674374800000001</c:v>
                </c:pt>
                <c:pt idx="2232">
                  <c:v>-0.3267250988</c:v>
                </c:pt>
                <c:pt idx="2233">
                  <c:v>-0.2786650658</c:v>
                </c:pt>
                <c:pt idx="2234">
                  <c:v>-0.2169943905</c:v>
                </c:pt>
                <c:pt idx="2235">
                  <c:v>-0.1422113948</c:v>
                </c:pt>
                <c:pt idx="2236">
                  <c:v>-0.1019968362</c:v>
                </c:pt>
                <c:pt idx="2237">
                  <c:v>-2.05875612E-2</c:v>
                </c:pt>
                <c:pt idx="2238">
                  <c:v>3.9965537099999997E-2</c:v>
                </c:pt>
                <c:pt idx="2239">
                  <c:v>7.7171581500000003E-2</c:v>
                </c:pt>
                <c:pt idx="2240">
                  <c:v>2.78136844E-2</c:v>
                </c:pt>
                <c:pt idx="2241">
                  <c:v>-2.8997080799999998E-2</c:v>
                </c:pt>
                <c:pt idx="2242">
                  <c:v>-8.2744472499999999E-2</c:v>
                </c:pt>
                <c:pt idx="2243">
                  <c:v>-0.13329571539999999</c:v>
                </c:pt>
                <c:pt idx="2244">
                  <c:v>-0.21297720949999999</c:v>
                </c:pt>
                <c:pt idx="2245">
                  <c:v>-0.2897085358</c:v>
                </c:pt>
                <c:pt idx="2246">
                  <c:v>-0.33110363879999999</c:v>
                </c:pt>
                <c:pt idx="2247">
                  <c:v>-0.41236486179999998</c:v>
                </c:pt>
                <c:pt idx="2248">
                  <c:v>-0.4866199095</c:v>
                </c:pt>
                <c:pt idx="2249">
                  <c:v>-0.58935484829999996</c:v>
                </c:pt>
                <c:pt idx="2250">
                  <c:v>-0.6899811361</c:v>
                </c:pt>
                <c:pt idx="2251">
                  <c:v>-0.79952501809999998</c:v>
                </c:pt>
                <c:pt idx="2252">
                  <c:v>-0.93002159780000004</c:v>
                </c:pt>
                <c:pt idx="2253">
                  <c:v>-1.0683965979000001</c:v>
                </c:pt>
                <c:pt idx="2254">
                  <c:v>-1.1862962539999999</c:v>
                </c:pt>
                <c:pt idx="2255">
                  <c:v>-1.2929815361999999</c:v>
                </c:pt>
                <c:pt idx="2256">
                  <c:v>-1.4220035202000001</c:v>
                </c:pt>
                <c:pt idx="2257">
                  <c:v>-1.5214064815999999</c:v>
                </c:pt>
                <c:pt idx="2258">
                  <c:v>-1.6641154235</c:v>
                </c:pt>
                <c:pt idx="2259">
                  <c:v>-1.7744062389999999</c:v>
                </c:pt>
                <c:pt idx="2260">
                  <c:v>-1.899400894</c:v>
                </c:pt>
                <c:pt idx="2261">
                  <c:v>-1.9025993779999999</c:v>
                </c:pt>
                <c:pt idx="2262">
                  <c:v>-1.9317808614</c:v>
                </c:pt>
                <c:pt idx="2263">
                  <c:v>-1.9932861622</c:v>
                </c:pt>
                <c:pt idx="2264">
                  <c:v>-2.0117355535999999</c:v>
                </c:pt>
                <c:pt idx="2265">
                  <c:v>-2.0623374613999998</c:v>
                </c:pt>
                <c:pt idx="2266">
                  <c:v>-2.0884021711999998</c:v>
                </c:pt>
                <c:pt idx="2267">
                  <c:v>-2.1573552363999999</c:v>
                </c:pt>
                <c:pt idx="2268">
                  <c:v>-2.1748635538999999</c:v>
                </c:pt>
                <c:pt idx="2269">
                  <c:v>-2.1818348380999999</c:v>
                </c:pt>
                <c:pt idx="2270">
                  <c:v>-2.1449793380000002</c:v>
                </c:pt>
                <c:pt idx="2271">
                  <c:v>-2.11596473</c:v>
                </c:pt>
                <c:pt idx="2272">
                  <c:v>-2.0926849870000002</c:v>
                </c:pt>
                <c:pt idx="2273">
                  <c:v>-2.0257935207000002</c:v>
                </c:pt>
                <c:pt idx="2274">
                  <c:v>-1.9419324751</c:v>
                </c:pt>
                <c:pt idx="2275">
                  <c:v>-1.8654693831</c:v>
                </c:pt>
                <c:pt idx="2276">
                  <c:v>-1.8164841682999999</c:v>
                </c:pt>
                <c:pt idx="2277">
                  <c:v>-1.8016852693000001</c:v>
                </c:pt>
                <c:pt idx="2278">
                  <c:v>-1.7847365168</c:v>
                </c:pt>
                <c:pt idx="2279">
                  <c:v>-1.7228505358999999</c:v>
                </c:pt>
                <c:pt idx="2280">
                  <c:v>-1.681343306</c:v>
                </c:pt>
                <c:pt idx="2281">
                  <c:v>-1.6430309776000001</c:v>
                </c:pt>
                <c:pt idx="2282">
                  <c:v>-1.6533816101000001</c:v>
                </c:pt>
                <c:pt idx="2283">
                  <c:v>-1.6129737664999999</c:v>
                </c:pt>
                <c:pt idx="2284">
                  <c:v>-1.5508786881000001</c:v>
                </c:pt>
                <c:pt idx="2285">
                  <c:v>-1.5241345905000001</c:v>
                </c:pt>
                <c:pt idx="2286">
                  <c:v>-1.4644937613</c:v>
                </c:pt>
                <c:pt idx="2287">
                  <c:v>-1.4109457595999999</c:v>
                </c:pt>
                <c:pt idx="2288">
                  <c:v>-1.2886770232</c:v>
                </c:pt>
                <c:pt idx="2289">
                  <c:v>-1.2032196681</c:v>
                </c:pt>
                <c:pt idx="2290">
                  <c:v>-1.1385348992</c:v>
                </c:pt>
                <c:pt idx="2291">
                  <c:v>-1.1251830004000001</c:v>
                </c:pt>
                <c:pt idx="2292">
                  <c:v>-1.1225448773</c:v>
                </c:pt>
                <c:pt idx="2293">
                  <c:v>-1.1126670879</c:v>
                </c:pt>
                <c:pt idx="2294">
                  <c:v>-1.1447780060999999</c:v>
                </c:pt>
                <c:pt idx="2295">
                  <c:v>-1.179903116</c:v>
                </c:pt>
                <c:pt idx="2296">
                  <c:v>-1.2037964589000001</c:v>
                </c:pt>
                <c:pt idx="2297">
                  <c:v>-1.2016040847</c:v>
                </c:pt>
                <c:pt idx="2298">
                  <c:v>-1.1364136744</c:v>
                </c:pt>
                <c:pt idx="2299">
                  <c:v>-1.0966044774000001</c:v>
                </c:pt>
                <c:pt idx="2300">
                  <c:v>-1.0957473695</c:v>
                </c:pt>
                <c:pt idx="2301">
                  <c:v>-1.0870564696</c:v>
                </c:pt>
                <c:pt idx="2302">
                  <c:v>-1.0490948842000001</c:v>
                </c:pt>
                <c:pt idx="2303">
                  <c:v>-0.96022971430000004</c:v>
                </c:pt>
                <c:pt idx="2304">
                  <c:v>-0.9164596492</c:v>
                </c:pt>
                <c:pt idx="2305">
                  <c:v>-0.82653467800000002</c:v>
                </c:pt>
                <c:pt idx="2306">
                  <c:v>-0.73786315020000004</c:v>
                </c:pt>
                <c:pt idx="2307">
                  <c:v>-0.65598578809999997</c:v>
                </c:pt>
                <c:pt idx="2308">
                  <c:v>-0.58135063789999997</c:v>
                </c:pt>
                <c:pt idx="2309">
                  <c:v>-0.55010907939999998</c:v>
                </c:pt>
                <c:pt idx="2310">
                  <c:v>-0.48308906010000002</c:v>
                </c:pt>
                <c:pt idx="2311">
                  <c:v>-0.3844977597</c:v>
                </c:pt>
                <c:pt idx="2312">
                  <c:v>-0.2535421403</c:v>
                </c:pt>
                <c:pt idx="2313">
                  <c:v>-0.1000363868</c:v>
                </c:pt>
                <c:pt idx="2314">
                  <c:v>4.2579649900000002E-2</c:v>
                </c:pt>
                <c:pt idx="2315">
                  <c:v>0.19650447409999999</c:v>
                </c:pt>
                <c:pt idx="2316">
                  <c:v>0.3631254377</c:v>
                </c:pt>
                <c:pt idx="2317">
                  <c:v>0.5191965758</c:v>
                </c:pt>
                <c:pt idx="2318">
                  <c:v>0.65786065240000002</c:v>
                </c:pt>
                <c:pt idx="2319">
                  <c:v>0.74272484660000004</c:v>
                </c:pt>
                <c:pt idx="2320">
                  <c:v>0.83309706539999995</c:v>
                </c:pt>
                <c:pt idx="2321">
                  <c:v>0.90381080170000005</c:v>
                </c:pt>
                <c:pt idx="2322">
                  <c:v>0.97062306669999998</c:v>
                </c:pt>
                <c:pt idx="2323">
                  <c:v>1.0341135933000001</c:v>
                </c:pt>
                <c:pt idx="2324">
                  <c:v>1.0756221229</c:v>
                </c:pt>
                <c:pt idx="2325">
                  <c:v>1.1232917246</c:v>
                </c:pt>
                <c:pt idx="2326">
                  <c:v>1.1469383572</c:v>
                </c:pt>
                <c:pt idx="2327">
                  <c:v>1.1727357504</c:v>
                </c:pt>
                <c:pt idx="2328">
                  <c:v>1.207091184</c:v>
                </c:pt>
                <c:pt idx="2329">
                  <c:v>1.2618318395000001</c:v>
                </c:pt>
                <c:pt idx="2330">
                  <c:v>1.29725545</c:v>
                </c:pt>
                <c:pt idx="2331">
                  <c:v>1.3064255395</c:v>
                </c:pt>
                <c:pt idx="2332">
                  <c:v>1.3298147442999999</c:v>
                </c:pt>
                <c:pt idx="2333">
                  <c:v>1.3353531300000001</c:v>
                </c:pt>
                <c:pt idx="2334">
                  <c:v>1.3587239824999999</c:v>
                </c:pt>
                <c:pt idx="2335">
                  <c:v>1.3960794287</c:v>
                </c:pt>
                <c:pt idx="2336">
                  <c:v>1.4187733840000001</c:v>
                </c:pt>
                <c:pt idx="2337">
                  <c:v>1.4379803806</c:v>
                </c:pt>
                <c:pt idx="2338">
                  <c:v>1.4384909249</c:v>
                </c:pt>
                <c:pt idx="2339">
                  <c:v>1.432560893</c:v>
                </c:pt>
                <c:pt idx="2340">
                  <c:v>1.4248264245</c:v>
                </c:pt>
                <c:pt idx="2341">
                  <c:v>1.3932298015</c:v>
                </c:pt>
                <c:pt idx="2342">
                  <c:v>1.3876113033999999</c:v>
                </c:pt>
                <c:pt idx="2343">
                  <c:v>1.3826350846</c:v>
                </c:pt>
                <c:pt idx="2344">
                  <c:v>1.361677051</c:v>
                </c:pt>
                <c:pt idx="2345">
                  <c:v>1.3294256679000001</c:v>
                </c:pt>
                <c:pt idx="2346">
                  <c:v>1.2800456820999999</c:v>
                </c:pt>
                <c:pt idx="2347">
                  <c:v>1.2040214289</c:v>
                </c:pt>
                <c:pt idx="2348">
                  <c:v>1.1513427441999999</c:v>
                </c:pt>
                <c:pt idx="2349">
                  <c:v>1.1035597758</c:v>
                </c:pt>
                <c:pt idx="2350">
                  <c:v>1.0086866756999999</c:v>
                </c:pt>
                <c:pt idx="2351">
                  <c:v>0.93663496239999999</c:v>
                </c:pt>
                <c:pt idx="2352">
                  <c:v>0.88354896230000002</c:v>
                </c:pt>
                <c:pt idx="2353">
                  <c:v>0.81678036860000003</c:v>
                </c:pt>
                <c:pt idx="2354">
                  <c:v>0.7509640461</c:v>
                </c:pt>
                <c:pt idx="2355">
                  <c:v>0.64595542770000003</c:v>
                </c:pt>
                <c:pt idx="2356">
                  <c:v>0.57134921299999997</c:v>
                </c:pt>
                <c:pt idx="2357">
                  <c:v>0.48663173129999998</c:v>
                </c:pt>
                <c:pt idx="2358">
                  <c:v>0.42349052850000002</c:v>
                </c:pt>
                <c:pt idx="2359">
                  <c:v>0.35994566319999999</c:v>
                </c:pt>
                <c:pt idx="2360">
                  <c:v>0.29562359890000001</c:v>
                </c:pt>
                <c:pt idx="2361">
                  <c:v>0.23406313879999999</c:v>
                </c:pt>
                <c:pt idx="2362">
                  <c:v>0.21206167340000001</c:v>
                </c:pt>
                <c:pt idx="2363">
                  <c:v>0.19985534469999999</c:v>
                </c:pt>
                <c:pt idx="2364">
                  <c:v>0.18833592269999999</c:v>
                </c:pt>
                <c:pt idx="2365">
                  <c:v>0.15056816100000001</c:v>
                </c:pt>
                <c:pt idx="2366">
                  <c:v>0.1217784658</c:v>
                </c:pt>
                <c:pt idx="2367">
                  <c:v>0.1297101094</c:v>
                </c:pt>
                <c:pt idx="2368">
                  <c:v>0.1522345984</c:v>
                </c:pt>
                <c:pt idx="2369">
                  <c:v>0.1856030343</c:v>
                </c:pt>
                <c:pt idx="2370">
                  <c:v>0.19311273649999999</c:v>
                </c:pt>
                <c:pt idx="2371">
                  <c:v>0.246344697</c:v>
                </c:pt>
                <c:pt idx="2372">
                  <c:v>0.261162002</c:v>
                </c:pt>
                <c:pt idx="2373">
                  <c:v>0.29278205759999998</c:v>
                </c:pt>
                <c:pt idx="2374">
                  <c:v>0.31209794829999998</c:v>
                </c:pt>
                <c:pt idx="2375">
                  <c:v>0.33552588459999999</c:v>
                </c:pt>
                <c:pt idx="2376">
                  <c:v>0.36914484469999997</c:v>
                </c:pt>
                <c:pt idx="2377">
                  <c:v>0.38218835899999998</c:v>
                </c:pt>
                <c:pt idx="2378">
                  <c:v>0.4040317363</c:v>
                </c:pt>
                <c:pt idx="2379">
                  <c:v>0.39927398219999999</c:v>
                </c:pt>
                <c:pt idx="2380">
                  <c:v>0.40949954490000001</c:v>
                </c:pt>
                <c:pt idx="2381">
                  <c:v>0.42427189720000003</c:v>
                </c:pt>
                <c:pt idx="2382">
                  <c:v>0.459493973</c:v>
                </c:pt>
                <c:pt idx="2383">
                  <c:v>0.4603248512</c:v>
                </c:pt>
                <c:pt idx="2384">
                  <c:v>0.47503616970000001</c:v>
                </c:pt>
                <c:pt idx="2385">
                  <c:v>0.51434078400000005</c:v>
                </c:pt>
                <c:pt idx="2386">
                  <c:v>0.57060174409999997</c:v>
                </c:pt>
                <c:pt idx="2387">
                  <c:v>0.63062366999999997</c:v>
                </c:pt>
                <c:pt idx="2388">
                  <c:v>0.67258069570000001</c:v>
                </c:pt>
                <c:pt idx="2389">
                  <c:v>0.71569386619999997</c:v>
                </c:pt>
                <c:pt idx="2390">
                  <c:v>0.74119495430000004</c:v>
                </c:pt>
                <c:pt idx="2391">
                  <c:v>0.77687228259999996</c:v>
                </c:pt>
                <c:pt idx="2392">
                  <c:v>0.7596975144</c:v>
                </c:pt>
                <c:pt idx="2393">
                  <c:v>0.79673967570000004</c:v>
                </c:pt>
                <c:pt idx="2394">
                  <c:v>0.79300957809999995</c:v>
                </c:pt>
                <c:pt idx="2395">
                  <c:v>0.79750443829999995</c:v>
                </c:pt>
                <c:pt idx="2396">
                  <c:v>0.81124903540000004</c:v>
                </c:pt>
                <c:pt idx="2397">
                  <c:v>0.82981451989999999</c:v>
                </c:pt>
                <c:pt idx="2398">
                  <c:v>0.79549307319999996</c:v>
                </c:pt>
                <c:pt idx="2399">
                  <c:v>0.75334880000000004</c:v>
                </c:pt>
                <c:pt idx="2400">
                  <c:v>0.71566124819999999</c:v>
                </c:pt>
                <c:pt idx="2401">
                  <c:v>0.67205619750000001</c:v>
                </c:pt>
                <c:pt idx="2402">
                  <c:v>0.6338865025</c:v>
                </c:pt>
                <c:pt idx="2403">
                  <c:v>0.60623163660000001</c:v>
                </c:pt>
                <c:pt idx="2404">
                  <c:v>0.58570210639999998</c:v>
                </c:pt>
                <c:pt idx="2405">
                  <c:v>0.5433062568</c:v>
                </c:pt>
                <c:pt idx="2406">
                  <c:v>0.49053503110000002</c:v>
                </c:pt>
                <c:pt idx="2407">
                  <c:v>0.43321560329999997</c:v>
                </c:pt>
                <c:pt idx="2408">
                  <c:v>0.36578195499999999</c:v>
                </c:pt>
                <c:pt idx="2409">
                  <c:v>0.3311364229</c:v>
                </c:pt>
                <c:pt idx="2410">
                  <c:v>0.3335342718</c:v>
                </c:pt>
                <c:pt idx="2411">
                  <c:v>0.29619261029999999</c:v>
                </c:pt>
                <c:pt idx="2412">
                  <c:v>0.28499709680000002</c:v>
                </c:pt>
                <c:pt idx="2413">
                  <c:v>0.26037511629999999</c:v>
                </c:pt>
                <c:pt idx="2414">
                  <c:v>0.21635447569999999</c:v>
                </c:pt>
                <c:pt idx="2415">
                  <c:v>0.19348100130000001</c:v>
                </c:pt>
                <c:pt idx="2416">
                  <c:v>0.19428611379999999</c:v>
                </c:pt>
                <c:pt idx="2417">
                  <c:v>0.17324129329999999</c:v>
                </c:pt>
                <c:pt idx="2418">
                  <c:v>0.16581759439999999</c:v>
                </c:pt>
                <c:pt idx="2419">
                  <c:v>0.16046057959999999</c:v>
                </c:pt>
                <c:pt idx="2420">
                  <c:v>0.16643513090000001</c:v>
                </c:pt>
                <c:pt idx="2421">
                  <c:v>0.15625978679999999</c:v>
                </c:pt>
                <c:pt idx="2422">
                  <c:v>0.16721533420000001</c:v>
                </c:pt>
                <c:pt idx="2423">
                  <c:v>0.21018687280000001</c:v>
                </c:pt>
                <c:pt idx="2424">
                  <c:v>0.22862001100000001</c:v>
                </c:pt>
                <c:pt idx="2425">
                  <c:v>0.26676791280000001</c:v>
                </c:pt>
                <c:pt idx="2426">
                  <c:v>0.24541107379999999</c:v>
                </c:pt>
                <c:pt idx="2427">
                  <c:v>0.2098958346</c:v>
                </c:pt>
                <c:pt idx="2428">
                  <c:v>0.21681663509999999</c:v>
                </c:pt>
                <c:pt idx="2429">
                  <c:v>0.2316077795</c:v>
                </c:pt>
                <c:pt idx="2430">
                  <c:v>0.23711932699999999</c:v>
                </c:pt>
                <c:pt idx="2431">
                  <c:v>0.2012676907</c:v>
                </c:pt>
                <c:pt idx="2432">
                  <c:v>0.19267585810000001</c:v>
                </c:pt>
                <c:pt idx="2433">
                  <c:v>0.1899430325</c:v>
                </c:pt>
                <c:pt idx="2434">
                  <c:v>0.24055655989999999</c:v>
                </c:pt>
                <c:pt idx="2435">
                  <c:v>0.28154935040000001</c:v>
                </c:pt>
                <c:pt idx="2436">
                  <c:v>0.3272626616</c:v>
                </c:pt>
                <c:pt idx="2437">
                  <c:v>0.32900626989999998</c:v>
                </c:pt>
                <c:pt idx="2438">
                  <c:v>0.34534643990000002</c:v>
                </c:pt>
                <c:pt idx="2439">
                  <c:v>0.35054673460000002</c:v>
                </c:pt>
                <c:pt idx="2440">
                  <c:v>0.37321931409999998</c:v>
                </c:pt>
                <c:pt idx="2441">
                  <c:v>0.4151630838</c:v>
                </c:pt>
                <c:pt idx="2442">
                  <c:v>0.43854351349999998</c:v>
                </c:pt>
                <c:pt idx="2443">
                  <c:v>0.46451836959999998</c:v>
                </c:pt>
                <c:pt idx="2444">
                  <c:v>0.42913842009999997</c:v>
                </c:pt>
                <c:pt idx="2445">
                  <c:v>0.3901521778</c:v>
                </c:pt>
                <c:pt idx="2446">
                  <c:v>0.36583181050000002</c:v>
                </c:pt>
                <c:pt idx="2447">
                  <c:v>0.39423460490000001</c:v>
                </c:pt>
                <c:pt idx="2448">
                  <c:v>0.41615220539999997</c:v>
                </c:pt>
                <c:pt idx="2449">
                  <c:v>0.4003475158</c:v>
                </c:pt>
                <c:pt idx="2450">
                  <c:v>0.37810092080000002</c:v>
                </c:pt>
                <c:pt idx="2451">
                  <c:v>0.33167100109999997</c:v>
                </c:pt>
                <c:pt idx="2452">
                  <c:v>0.27174753219999997</c:v>
                </c:pt>
                <c:pt idx="2453">
                  <c:v>0.21809500549999999</c:v>
                </c:pt>
                <c:pt idx="2454">
                  <c:v>0.145149998</c:v>
                </c:pt>
                <c:pt idx="2455">
                  <c:v>4.3129948600000002E-2</c:v>
                </c:pt>
                <c:pt idx="2456">
                  <c:v>-4.9588269400000003E-2</c:v>
                </c:pt>
                <c:pt idx="2457">
                  <c:v>-0.18285873080000001</c:v>
                </c:pt>
                <c:pt idx="2458">
                  <c:v>-0.2921832506</c:v>
                </c:pt>
                <c:pt idx="2459">
                  <c:v>-0.41190758030000002</c:v>
                </c:pt>
                <c:pt idx="2460">
                  <c:v>-0.5053939408</c:v>
                </c:pt>
                <c:pt idx="2461">
                  <c:v>-0.59267241250000002</c:v>
                </c:pt>
                <c:pt idx="2462">
                  <c:v>-0.69211006509999995</c:v>
                </c:pt>
                <c:pt idx="2463">
                  <c:v>-0.76986339270000004</c:v>
                </c:pt>
                <c:pt idx="2464">
                  <c:v>-0.8502219339</c:v>
                </c:pt>
                <c:pt idx="2465">
                  <c:v>-0.90256324669999999</c:v>
                </c:pt>
                <c:pt idx="2466">
                  <c:v>-0.9472401144</c:v>
                </c:pt>
                <c:pt idx="2467">
                  <c:v>-1.0025078218000001</c:v>
                </c:pt>
                <c:pt idx="2468">
                  <c:v>-1.0451544424999999</c:v>
                </c:pt>
                <c:pt idx="2469">
                  <c:v>-1.0598246586</c:v>
                </c:pt>
                <c:pt idx="2470">
                  <c:v>-1.0922236451</c:v>
                </c:pt>
                <c:pt idx="2471">
                  <c:v>-1.1547476719000001</c:v>
                </c:pt>
                <c:pt idx="2472">
                  <c:v>-1.2077959277999999</c:v>
                </c:pt>
                <c:pt idx="2473">
                  <c:v>-1.2425582732</c:v>
                </c:pt>
                <c:pt idx="2474">
                  <c:v>-1.2766462291</c:v>
                </c:pt>
                <c:pt idx="2475">
                  <c:v>-1.3181907493</c:v>
                </c:pt>
                <c:pt idx="2476">
                  <c:v>-1.3367137547000001</c:v>
                </c:pt>
                <c:pt idx="2477">
                  <c:v>-1.3565378484999999</c:v>
                </c:pt>
                <c:pt idx="2478">
                  <c:v>-1.3388912807</c:v>
                </c:pt>
                <c:pt idx="2479">
                  <c:v>-1.3373204289</c:v>
                </c:pt>
                <c:pt idx="2480">
                  <c:v>-1.3314299570000001</c:v>
                </c:pt>
                <c:pt idx="2481">
                  <c:v>-1.3587123860000001</c:v>
                </c:pt>
                <c:pt idx="2482">
                  <c:v>-1.3667837604999999</c:v>
                </c:pt>
                <c:pt idx="2483">
                  <c:v>-1.3792588423000001</c:v>
                </c:pt>
                <c:pt idx="2484">
                  <c:v>-1.3841576712999999</c:v>
                </c:pt>
                <c:pt idx="2485">
                  <c:v>-1.3675335427999999</c:v>
                </c:pt>
                <c:pt idx="2486">
                  <c:v>-1.3358790427</c:v>
                </c:pt>
                <c:pt idx="2487">
                  <c:v>-1.3087942188999999</c:v>
                </c:pt>
                <c:pt idx="2488">
                  <c:v>-1.2805634751999999</c:v>
                </c:pt>
                <c:pt idx="2489">
                  <c:v>-1.2570626739999999</c:v>
                </c:pt>
                <c:pt idx="2490">
                  <c:v>-1.2307357873</c:v>
                </c:pt>
                <c:pt idx="2491">
                  <c:v>-1.1978340018</c:v>
                </c:pt>
                <c:pt idx="2492">
                  <c:v>-1.1454541967</c:v>
                </c:pt>
                <c:pt idx="2493">
                  <c:v>-1.1005344690000001</c:v>
                </c:pt>
                <c:pt idx="2494">
                  <c:v>-1.0493067148999999</c:v>
                </c:pt>
                <c:pt idx="2495">
                  <c:v>-1.0039092501</c:v>
                </c:pt>
                <c:pt idx="2496">
                  <c:v>-1.0033594044</c:v>
                </c:pt>
                <c:pt idx="2497">
                  <c:v>-1.0129639769000001</c:v>
                </c:pt>
                <c:pt idx="2498">
                  <c:v>-0.99282258450000005</c:v>
                </c:pt>
                <c:pt idx="2499">
                  <c:v>-0.99821870420000003</c:v>
                </c:pt>
                <c:pt idx="2500">
                  <c:v>-0.94829489590000005</c:v>
                </c:pt>
                <c:pt idx="2501">
                  <c:v>-0.90999983890000002</c:v>
                </c:pt>
                <c:pt idx="2502">
                  <c:v>-0.84980472819999997</c:v>
                </c:pt>
                <c:pt idx="2503">
                  <c:v>-0.83095304000000003</c:v>
                </c:pt>
                <c:pt idx="2504">
                  <c:v>-0.82659397489999997</c:v>
                </c:pt>
                <c:pt idx="2505">
                  <c:v>-0.82042235139999997</c:v>
                </c:pt>
                <c:pt idx="2506">
                  <c:v>-0.81983683249999995</c:v>
                </c:pt>
                <c:pt idx="2507">
                  <c:v>-0.83943065039999998</c:v>
                </c:pt>
                <c:pt idx="2508">
                  <c:v>-0.85183181190000001</c:v>
                </c:pt>
                <c:pt idx="2509">
                  <c:v>-0.88346453089999999</c:v>
                </c:pt>
                <c:pt idx="2510">
                  <c:v>-0.90519610139999995</c:v>
                </c:pt>
                <c:pt idx="2511">
                  <c:v>-0.9463604269</c:v>
                </c:pt>
                <c:pt idx="2512">
                  <c:v>-1.0163263437000001</c:v>
                </c:pt>
                <c:pt idx="2513">
                  <c:v>-1.1338999335</c:v>
                </c:pt>
                <c:pt idx="2514">
                  <c:v>-1.1585910344000001</c:v>
                </c:pt>
                <c:pt idx="2515">
                  <c:v>-1.1679859199</c:v>
                </c:pt>
                <c:pt idx="2516">
                  <c:v>-1.1773028392</c:v>
                </c:pt>
                <c:pt idx="2517">
                  <c:v>-1.1484823329</c:v>
                </c:pt>
                <c:pt idx="2518">
                  <c:v>-1.1206823854000001</c:v>
                </c:pt>
                <c:pt idx="2519">
                  <c:v>-1.109807086</c:v>
                </c:pt>
                <c:pt idx="2520">
                  <c:v>-1.0790909205999999</c:v>
                </c:pt>
                <c:pt idx="2521">
                  <c:v>-1.0986478720999999</c:v>
                </c:pt>
                <c:pt idx="2522">
                  <c:v>-1.120096218</c:v>
                </c:pt>
                <c:pt idx="2523">
                  <c:v>-1.1395703358</c:v>
                </c:pt>
                <c:pt idx="2524">
                  <c:v>-1.125201559</c:v>
                </c:pt>
                <c:pt idx="2525">
                  <c:v>-1.1237416513</c:v>
                </c:pt>
                <c:pt idx="2526">
                  <c:v>-1.1294925545000001</c:v>
                </c:pt>
                <c:pt idx="2527">
                  <c:v>-1.1841385525000001</c:v>
                </c:pt>
                <c:pt idx="2528">
                  <c:v>-1.2326922079</c:v>
                </c:pt>
                <c:pt idx="2529">
                  <c:v>-1.2258647556</c:v>
                </c:pt>
                <c:pt idx="2530">
                  <c:v>-1.2286151032999999</c:v>
                </c:pt>
                <c:pt idx="2531">
                  <c:v>-1.2241137820000001</c:v>
                </c:pt>
                <c:pt idx="2532">
                  <c:v>-1.2600875157</c:v>
                </c:pt>
                <c:pt idx="2533">
                  <c:v>-1.2227044076</c:v>
                </c:pt>
                <c:pt idx="2534">
                  <c:v>-1.12072876</c:v>
                </c:pt>
                <c:pt idx="2535">
                  <c:v>-1.1084187012</c:v>
                </c:pt>
                <c:pt idx="2536">
                  <c:v>-1.0948914830000001</c:v>
                </c:pt>
                <c:pt idx="2537">
                  <c:v>-1.1105158189</c:v>
                </c:pt>
                <c:pt idx="2538">
                  <c:v>-1.1073947161</c:v>
                </c:pt>
                <c:pt idx="2539">
                  <c:v>-1.062259823</c:v>
                </c:pt>
                <c:pt idx="2540">
                  <c:v>-1.0395758855999999</c:v>
                </c:pt>
                <c:pt idx="2541">
                  <c:v>-1.0206850598999999</c:v>
                </c:pt>
                <c:pt idx="2542">
                  <c:v>-0.99323949680000001</c:v>
                </c:pt>
                <c:pt idx="2543">
                  <c:v>-0.9598955495</c:v>
                </c:pt>
                <c:pt idx="2544">
                  <c:v>-0.95448487839999996</c:v>
                </c:pt>
                <c:pt idx="2545">
                  <c:v>-0.94871487170000002</c:v>
                </c:pt>
                <c:pt idx="2546">
                  <c:v>-0.89629817000000001</c:v>
                </c:pt>
                <c:pt idx="2547">
                  <c:v>-0.83112872419999995</c:v>
                </c:pt>
                <c:pt idx="2548">
                  <c:v>-0.74178049440000005</c:v>
                </c:pt>
                <c:pt idx="2549">
                  <c:v>-0.66742571699999997</c:v>
                </c:pt>
                <c:pt idx="2550">
                  <c:v>-0.65615283130000002</c:v>
                </c:pt>
                <c:pt idx="2551">
                  <c:v>-0.6261057055</c:v>
                </c:pt>
                <c:pt idx="2552">
                  <c:v>-0.55494286640000001</c:v>
                </c:pt>
                <c:pt idx="2553">
                  <c:v>-0.48377509029999999</c:v>
                </c:pt>
                <c:pt idx="2554">
                  <c:v>-0.496989615</c:v>
                </c:pt>
                <c:pt idx="2555">
                  <c:v>-0.52639898480000002</c:v>
                </c:pt>
                <c:pt idx="2556">
                  <c:v>-0.54429353160000005</c:v>
                </c:pt>
                <c:pt idx="2557">
                  <c:v>-0.59295988690000001</c:v>
                </c:pt>
                <c:pt idx="2558">
                  <c:v>-0.5972014779</c:v>
                </c:pt>
                <c:pt idx="2559">
                  <c:v>-0.58356508549999997</c:v>
                </c:pt>
                <c:pt idx="2560">
                  <c:v>-0.63768099280000001</c:v>
                </c:pt>
                <c:pt idx="2561">
                  <c:v>-0.70051500389999999</c:v>
                </c:pt>
                <c:pt idx="2562">
                  <c:v>-0.7479074389</c:v>
                </c:pt>
                <c:pt idx="2563">
                  <c:v>-0.79786838289999995</c:v>
                </c:pt>
                <c:pt idx="2564">
                  <c:v>-0.82948765930000001</c:v>
                </c:pt>
                <c:pt idx="2565">
                  <c:v>-0.90068960750000004</c:v>
                </c:pt>
                <c:pt idx="2566">
                  <c:v>-0.96518457049999995</c:v>
                </c:pt>
                <c:pt idx="2567">
                  <c:v>-1.0093349967</c:v>
                </c:pt>
                <c:pt idx="2568">
                  <c:v>-1.0483164349</c:v>
                </c:pt>
                <c:pt idx="2569">
                  <c:v>-1.1106738326000001</c:v>
                </c:pt>
                <c:pt idx="2570">
                  <c:v>-1.1867525676999999</c:v>
                </c:pt>
                <c:pt idx="2571">
                  <c:v>-1.2364474872</c:v>
                </c:pt>
                <c:pt idx="2572">
                  <c:v>-1.2830873513000001</c:v>
                </c:pt>
                <c:pt idx="2573">
                  <c:v>-1.3483291073000001</c:v>
                </c:pt>
                <c:pt idx="2574">
                  <c:v>-1.3544069978</c:v>
                </c:pt>
                <c:pt idx="2575">
                  <c:v>-1.2878809606999999</c:v>
                </c:pt>
                <c:pt idx="2576">
                  <c:v>-1.240750212</c:v>
                </c:pt>
                <c:pt idx="2577">
                  <c:v>-1.2139508031999999</c:v>
                </c:pt>
                <c:pt idx="2578">
                  <c:v>-1.1794131295000001</c:v>
                </c:pt>
                <c:pt idx="2579">
                  <c:v>-1.1530574188</c:v>
                </c:pt>
                <c:pt idx="2580">
                  <c:v>-1.1023184278</c:v>
                </c:pt>
                <c:pt idx="2581">
                  <c:v>-1.0022566032</c:v>
                </c:pt>
                <c:pt idx="2582">
                  <c:v>-0.87074653810000002</c:v>
                </c:pt>
                <c:pt idx="2583">
                  <c:v>-0.77903989910000004</c:v>
                </c:pt>
                <c:pt idx="2584">
                  <c:v>-0.69098627619999997</c:v>
                </c:pt>
                <c:pt idx="2585">
                  <c:v>-0.60800350520000002</c:v>
                </c:pt>
                <c:pt idx="2586">
                  <c:v>-0.50027974330000002</c:v>
                </c:pt>
                <c:pt idx="2587">
                  <c:v>-0.36516182130000002</c:v>
                </c:pt>
                <c:pt idx="2588">
                  <c:v>-0.26765039359999998</c:v>
                </c:pt>
                <c:pt idx="2589">
                  <c:v>-0.1856025915</c:v>
                </c:pt>
                <c:pt idx="2590">
                  <c:v>-5.9466731699999997E-2</c:v>
                </c:pt>
                <c:pt idx="2591">
                  <c:v>5.57198255E-2</c:v>
                </c:pt>
                <c:pt idx="2592">
                  <c:v>0.18010145029999999</c:v>
                </c:pt>
                <c:pt idx="2593">
                  <c:v>0.3347965229</c:v>
                </c:pt>
                <c:pt idx="2594">
                  <c:v>0.44213474089999999</c:v>
                </c:pt>
                <c:pt idx="2595">
                  <c:v>0.54136494749999997</c:v>
                </c:pt>
                <c:pt idx="2596">
                  <c:v>0.63962956790000003</c:v>
                </c:pt>
                <c:pt idx="2597">
                  <c:v>0.74574680209999999</c:v>
                </c:pt>
                <c:pt idx="2598">
                  <c:v>0.9213490862</c:v>
                </c:pt>
                <c:pt idx="2599">
                  <c:v>1.1010732878</c:v>
                </c:pt>
                <c:pt idx="2600">
                  <c:v>1.2318645822000001</c:v>
                </c:pt>
                <c:pt idx="2601">
                  <c:v>1.2769059959</c:v>
                </c:pt>
                <c:pt idx="2602">
                  <c:v>1.3048986594</c:v>
                </c:pt>
                <c:pt idx="2603">
                  <c:v>1.3720970749000001</c:v>
                </c:pt>
                <c:pt idx="2604">
                  <c:v>1.4939738481</c:v>
                </c:pt>
                <c:pt idx="2605">
                  <c:v>1.6010798837</c:v>
                </c:pt>
                <c:pt idx="2606">
                  <c:v>1.7479883656999999</c:v>
                </c:pt>
                <c:pt idx="2607">
                  <c:v>1.8719258243000001</c:v>
                </c:pt>
                <c:pt idx="2608">
                  <c:v>1.9402280166000001</c:v>
                </c:pt>
                <c:pt idx="2609">
                  <c:v>1.9786190184000001</c:v>
                </c:pt>
                <c:pt idx="2610">
                  <c:v>2.0095090001</c:v>
                </c:pt>
                <c:pt idx="2611">
                  <c:v>2.0031929046000001</c:v>
                </c:pt>
                <c:pt idx="2612">
                  <c:v>2.0160726194</c:v>
                </c:pt>
                <c:pt idx="2613">
                  <c:v>2.0095133292999998</c:v>
                </c:pt>
                <c:pt idx="2614">
                  <c:v>1.9733672831</c:v>
                </c:pt>
                <c:pt idx="2615">
                  <c:v>1.9176033254</c:v>
                </c:pt>
                <c:pt idx="2616">
                  <c:v>1.8342985542000001</c:v>
                </c:pt>
                <c:pt idx="2617">
                  <c:v>1.7105376084999999</c:v>
                </c:pt>
                <c:pt idx="2618">
                  <c:v>1.6013598129</c:v>
                </c:pt>
                <c:pt idx="2619">
                  <c:v>1.4420034767000001</c:v>
                </c:pt>
                <c:pt idx="2620">
                  <c:v>1.2688626219000001</c:v>
                </c:pt>
                <c:pt idx="2621">
                  <c:v>1.1459605012</c:v>
                </c:pt>
                <c:pt idx="2622">
                  <c:v>1.0909643827</c:v>
                </c:pt>
                <c:pt idx="2623">
                  <c:v>1.0614711543999999</c:v>
                </c:pt>
                <c:pt idx="2624">
                  <c:v>1.0043197184999999</c:v>
                </c:pt>
                <c:pt idx="2625">
                  <c:v>0.93362294909999999</c:v>
                </c:pt>
                <c:pt idx="2626">
                  <c:v>0.87160768899999996</c:v>
                </c:pt>
                <c:pt idx="2627">
                  <c:v>0.75122169080000001</c:v>
                </c:pt>
                <c:pt idx="2628">
                  <c:v>0.66038601109999995</c:v>
                </c:pt>
                <c:pt idx="2629">
                  <c:v>0.61222866119999997</c:v>
                </c:pt>
                <c:pt idx="2630">
                  <c:v>0.57784392849999999</c:v>
                </c:pt>
                <c:pt idx="2631">
                  <c:v>0.56121157740000005</c:v>
                </c:pt>
                <c:pt idx="2632">
                  <c:v>0.56138234730000003</c:v>
                </c:pt>
                <c:pt idx="2633">
                  <c:v>0.59745002030000005</c:v>
                </c:pt>
                <c:pt idx="2634">
                  <c:v>0.63370095120000003</c:v>
                </c:pt>
                <c:pt idx="2635">
                  <c:v>0.66531886110000005</c:v>
                </c:pt>
                <c:pt idx="2636">
                  <c:v>0.72657322069999997</c:v>
                </c:pt>
                <c:pt idx="2637">
                  <c:v>0.76748377840000004</c:v>
                </c:pt>
                <c:pt idx="2638">
                  <c:v>0.83724845199999998</c:v>
                </c:pt>
                <c:pt idx="2639">
                  <c:v>0.88990428619999995</c:v>
                </c:pt>
                <c:pt idx="2640">
                  <c:v>0.99284508999999999</c:v>
                </c:pt>
                <c:pt idx="2641">
                  <c:v>1.0972689626000001</c:v>
                </c:pt>
                <c:pt idx="2642">
                  <c:v>1.1942639673</c:v>
                </c:pt>
                <c:pt idx="2643">
                  <c:v>1.2611458122000001</c:v>
                </c:pt>
                <c:pt idx="2644">
                  <c:v>1.2959204302</c:v>
                </c:pt>
                <c:pt idx="2645">
                  <c:v>1.33192237</c:v>
                </c:pt>
                <c:pt idx="2646">
                  <c:v>1.3585682551</c:v>
                </c:pt>
                <c:pt idx="2647">
                  <c:v>1.3965540278999999</c:v>
                </c:pt>
                <c:pt idx="2648">
                  <c:v>1.4339589604</c:v>
                </c:pt>
                <c:pt idx="2649">
                  <c:v>1.4829604196999999</c:v>
                </c:pt>
                <c:pt idx="2650">
                  <c:v>1.5202118726</c:v>
                </c:pt>
                <c:pt idx="2651">
                  <c:v>1.5543596628</c:v>
                </c:pt>
                <c:pt idx="2652">
                  <c:v>1.5574826759</c:v>
                </c:pt>
                <c:pt idx="2653">
                  <c:v>1.5363858886999999</c:v>
                </c:pt>
                <c:pt idx="2654">
                  <c:v>1.5186203621000001</c:v>
                </c:pt>
                <c:pt idx="2655">
                  <c:v>1.5144766956</c:v>
                </c:pt>
                <c:pt idx="2656">
                  <c:v>1.4903015653</c:v>
                </c:pt>
                <c:pt idx="2657">
                  <c:v>1.4704106044</c:v>
                </c:pt>
                <c:pt idx="2658">
                  <c:v>1.446959444</c:v>
                </c:pt>
                <c:pt idx="2659">
                  <c:v>1.3686268309</c:v>
                </c:pt>
                <c:pt idx="2660">
                  <c:v>1.3358406375</c:v>
                </c:pt>
                <c:pt idx="2661">
                  <c:v>1.2245929241</c:v>
                </c:pt>
                <c:pt idx="2662">
                  <c:v>1.1056550729000001</c:v>
                </c:pt>
                <c:pt idx="2663">
                  <c:v>1.0374515653</c:v>
                </c:pt>
                <c:pt idx="2664">
                  <c:v>0.93118006419999999</c:v>
                </c:pt>
                <c:pt idx="2665">
                  <c:v>0.8152456803</c:v>
                </c:pt>
                <c:pt idx="2666">
                  <c:v>0.66168023119999997</c:v>
                </c:pt>
                <c:pt idx="2667">
                  <c:v>0.51325484909999997</c:v>
                </c:pt>
                <c:pt idx="2668">
                  <c:v>0.33729168990000002</c:v>
                </c:pt>
                <c:pt idx="2669">
                  <c:v>0.1740892312</c:v>
                </c:pt>
                <c:pt idx="2670">
                  <c:v>-8.5921494000000005E-3</c:v>
                </c:pt>
                <c:pt idx="2671">
                  <c:v>-0.17391937469999999</c:v>
                </c:pt>
                <c:pt idx="2672">
                  <c:v>-0.33232471130000002</c:v>
                </c:pt>
                <c:pt idx="2673">
                  <c:v>-0.44815587759999997</c:v>
                </c:pt>
                <c:pt idx="2674">
                  <c:v>-0.51995155299999996</c:v>
                </c:pt>
                <c:pt idx="2675">
                  <c:v>-0.63233452170000004</c:v>
                </c:pt>
                <c:pt idx="2676">
                  <c:v>-0.80737769790000002</c:v>
                </c:pt>
                <c:pt idx="2677">
                  <c:v>-0.97420557740000002</c:v>
                </c:pt>
                <c:pt idx="2678">
                  <c:v>-1.1570791099</c:v>
                </c:pt>
                <c:pt idx="2679">
                  <c:v>-1.2920332078000001</c:v>
                </c:pt>
                <c:pt idx="2680">
                  <c:v>-1.3881724653</c:v>
                </c:pt>
                <c:pt idx="2681">
                  <c:v>-1.5208233116000001</c:v>
                </c:pt>
                <c:pt idx="2682">
                  <c:v>-1.6344828438000001</c:v>
                </c:pt>
                <c:pt idx="2683">
                  <c:v>-1.7107855505</c:v>
                </c:pt>
                <c:pt idx="2684">
                  <c:v>-1.8294113747</c:v>
                </c:pt>
                <c:pt idx="2685">
                  <c:v>-1.8994414067000001</c:v>
                </c:pt>
                <c:pt idx="2686">
                  <c:v>-1.9684004795000001</c:v>
                </c:pt>
                <c:pt idx="2687">
                  <c:v>-2.0609424139999999</c:v>
                </c:pt>
                <c:pt idx="2688">
                  <c:v>-2.1493650195999998</c:v>
                </c:pt>
                <c:pt idx="2689">
                  <c:v>-2.2072858037</c:v>
                </c:pt>
                <c:pt idx="2690">
                  <c:v>-2.2703804582</c:v>
                </c:pt>
                <c:pt idx="2691">
                  <c:v>-2.2884280355</c:v>
                </c:pt>
                <c:pt idx="2692">
                  <c:v>-2.3476697059</c:v>
                </c:pt>
                <c:pt idx="2693">
                  <c:v>-2.3680918808000002</c:v>
                </c:pt>
                <c:pt idx="2694">
                  <c:v>-2.4235619760999998</c:v>
                </c:pt>
                <c:pt idx="2695">
                  <c:v>-2.4751739621</c:v>
                </c:pt>
                <c:pt idx="2696">
                  <c:v>-2.5053994922</c:v>
                </c:pt>
                <c:pt idx="2697">
                  <c:v>-2.4768103754999999</c:v>
                </c:pt>
                <c:pt idx="2698">
                  <c:v>-2.4371758073000001</c:v>
                </c:pt>
                <c:pt idx="2699">
                  <c:v>-2.3518849635999999</c:v>
                </c:pt>
                <c:pt idx="2700">
                  <c:v>-2.2514634020000002</c:v>
                </c:pt>
                <c:pt idx="2701">
                  <c:v>-2.1497770509</c:v>
                </c:pt>
                <c:pt idx="2702">
                  <c:v>-2.0564687799999999</c:v>
                </c:pt>
                <c:pt idx="2703">
                  <c:v>-1.9727638834000001</c:v>
                </c:pt>
                <c:pt idx="2704">
                  <c:v>-1.9219530839000001</c:v>
                </c:pt>
                <c:pt idx="2705">
                  <c:v>-1.8866678831000001</c:v>
                </c:pt>
                <c:pt idx="2706">
                  <c:v>-1.8612000150000001</c:v>
                </c:pt>
                <c:pt idx="2707">
                  <c:v>-1.8131326878</c:v>
                </c:pt>
                <c:pt idx="2708">
                  <c:v>-1.7301809074000001</c:v>
                </c:pt>
                <c:pt idx="2709">
                  <c:v>-1.6638388966</c:v>
                </c:pt>
                <c:pt idx="2710">
                  <c:v>-1.5868566654</c:v>
                </c:pt>
                <c:pt idx="2711">
                  <c:v>-1.4819581075999999</c:v>
                </c:pt>
                <c:pt idx="2712">
                  <c:v>-1.4308605324000001</c:v>
                </c:pt>
                <c:pt idx="2713">
                  <c:v>-1.4002575897</c:v>
                </c:pt>
                <c:pt idx="2714">
                  <c:v>-1.403718982</c:v>
                </c:pt>
                <c:pt idx="2715">
                  <c:v>-1.3709698669999999</c:v>
                </c:pt>
                <c:pt idx="2716">
                  <c:v>-1.3693117118</c:v>
                </c:pt>
                <c:pt idx="2717">
                  <c:v>-1.3375430071000001</c:v>
                </c:pt>
                <c:pt idx="2718">
                  <c:v>-1.3269023815000001</c:v>
                </c:pt>
                <c:pt idx="2719">
                  <c:v>-1.2891892941</c:v>
                </c:pt>
                <c:pt idx="2720">
                  <c:v>-1.2879586014</c:v>
                </c:pt>
                <c:pt idx="2721">
                  <c:v>-1.3012082810000001</c:v>
                </c:pt>
                <c:pt idx="2722">
                  <c:v>-1.3183130541999999</c:v>
                </c:pt>
                <c:pt idx="2723">
                  <c:v>-1.3122468002000001</c:v>
                </c:pt>
                <c:pt idx="2724">
                  <c:v>-1.2852636958999999</c:v>
                </c:pt>
                <c:pt idx="2725">
                  <c:v>-1.2494693700999999</c:v>
                </c:pt>
                <c:pt idx="2726">
                  <c:v>-1.2017381894000001</c:v>
                </c:pt>
                <c:pt idx="2727">
                  <c:v>-1.1482843999000001</c:v>
                </c:pt>
                <c:pt idx="2728">
                  <c:v>-1.1219720803</c:v>
                </c:pt>
                <c:pt idx="2729">
                  <c:v>-1.1206710628000001</c:v>
                </c:pt>
                <c:pt idx="2730">
                  <c:v>-1.070372206</c:v>
                </c:pt>
                <c:pt idx="2731">
                  <c:v>-1.0569008148000001</c:v>
                </c:pt>
                <c:pt idx="2732">
                  <c:v>-1.0121818741999999</c:v>
                </c:pt>
                <c:pt idx="2733">
                  <c:v>-0.9632610465</c:v>
                </c:pt>
                <c:pt idx="2734">
                  <c:v>-0.88808720510000005</c:v>
                </c:pt>
                <c:pt idx="2735">
                  <c:v>-0.80218853769999998</c:v>
                </c:pt>
                <c:pt idx="2736">
                  <c:v>-0.74372786339999997</c:v>
                </c:pt>
                <c:pt idx="2737">
                  <c:v>-0.76206184899999996</c:v>
                </c:pt>
                <c:pt idx="2738">
                  <c:v>-0.80627033010000004</c:v>
                </c:pt>
                <c:pt idx="2739">
                  <c:v>-0.79577904460000004</c:v>
                </c:pt>
                <c:pt idx="2740">
                  <c:v>-0.82110586109999995</c:v>
                </c:pt>
                <c:pt idx="2741">
                  <c:v>-0.82256322069999999</c:v>
                </c:pt>
                <c:pt idx="2742">
                  <c:v>-0.84480398229999998</c:v>
                </c:pt>
                <c:pt idx="2743">
                  <c:v>-0.87027309019999999</c:v>
                </c:pt>
                <c:pt idx="2744">
                  <c:v>-0.83976077250000003</c:v>
                </c:pt>
                <c:pt idx="2745">
                  <c:v>-0.83712169979999995</c:v>
                </c:pt>
                <c:pt idx="2746">
                  <c:v>-0.81222745249999995</c:v>
                </c:pt>
                <c:pt idx="2747">
                  <c:v>-0.80816255820000005</c:v>
                </c:pt>
                <c:pt idx="2748">
                  <c:v>-0.8256712974</c:v>
                </c:pt>
                <c:pt idx="2749">
                  <c:v>-0.84027013579999998</c:v>
                </c:pt>
                <c:pt idx="2750">
                  <c:v>-0.81304613250000002</c:v>
                </c:pt>
                <c:pt idx="2751">
                  <c:v>-0.80719371640000004</c:v>
                </c:pt>
                <c:pt idx="2752">
                  <c:v>-0.78785662879999996</c:v>
                </c:pt>
                <c:pt idx="2753">
                  <c:v>-0.81063265569999998</c:v>
                </c:pt>
                <c:pt idx="2754">
                  <c:v>-0.8251707519</c:v>
                </c:pt>
                <c:pt idx="2755">
                  <c:v>-0.83675517290000001</c:v>
                </c:pt>
                <c:pt idx="2756">
                  <c:v>-0.84210679610000005</c:v>
                </c:pt>
                <c:pt idx="2757">
                  <c:v>-0.82760882729999996</c:v>
                </c:pt>
                <c:pt idx="2758">
                  <c:v>-0.74972295950000001</c:v>
                </c:pt>
                <c:pt idx="2759">
                  <c:v>-0.66715453120000001</c:v>
                </c:pt>
                <c:pt idx="2760">
                  <c:v>-0.61536873169999995</c:v>
                </c:pt>
                <c:pt idx="2761">
                  <c:v>-0.54369810529999996</c:v>
                </c:pt>
                <c:pt idx="2762">
                  <c:v>-0.49820497590000001</c:v>
                </c:pt>
                <c:pt idx="2763">
                  <c:v>-0.46041661299999997</c:v>
                </c:pt>
                <c:pt idx="2764">
                  <c:v>-0.38679138169999999</c:v>
                </c:pt>
                <c:pt idx="2765">
                  <c:v>-0.38473545349999999</c:v>
                </c:pt>
                <c:pt idx="2766">
                  <c:v>-0.3982595149</c:v>
                </c:pt>
                <c:pt idx="2767">
                  <c:v>-0.4330389852</c:v>
                </c:pt>
                <c:pt idx="2768">
                  <c:v>-0.4299533881</c:v>
                </c:pt>
                <c:pt idx="2769">
                  <c:v>-0.41620533199999998</c:v>
                </c:pt>
                <c:pt idx="2770">
                  <c:v>-0.39385791460000003</c:v>
                </c:pt>
                <c:pt idx="2771">
                  <c:v>-0.36467276669999998</c:v>
                </c:pt>
                <c:pt idx="2772">
                  <c:v>-0.38034520910000003</c:v>
                </c:pt>
                <c:pt idx="2773">
                  <c:v>-0.41517010859999998</c:v>
                </c:pt>
                <c:pt idx="2774">
                  <c:v>-0.44196306499999999</c:v>
                </c:pt>
                <c:pt idx="2775">
                  <c:v>-0.43441376199999998</c:v>
                </c:pt>
                <c:pt idx="2776">
                  <c:v>-0.41359363329999999</c:v>
                </c:pt>
                <c:pt idx="2777">
                  <c:v>-0.41054891539999999</c:v>
                </c:pt>
                <c:pt idx="2778">
                  <c:v>-0.40900492500000002</c:v>
                </c:pt>
                <c:pt idx="2779">
                  <c:v>-0.36578833350000001</c:v>
                </c:pt>
                <c:pt idx="2780">
                  <c:v>-0.3623766578</c:v>
                </c:pt>
                <c:pt idx="2781">
                  <c:v>-0.36543232669999998</c:v>
                </c:pt>
                <c:pt idx="2782">
                  <c:v>-0.38085427459999999</c:v>
                </c:pt>
                <c:pt idx="2783">
                  <c:v>-0.35820926870000003</c:v>
                </c:pt>
                <c:pt idx="2784">
                  <c:v>-0.2947637454</c:v>
                </c:pt>
                <c:pt idx="2785">
                  <c:v>-0.26865154349999998</c:v>
                </c:pt>
                <c:pt idx="2786">
                  <c:v>-0.25780894090000001</c:v>
                </c:pt>
                <c:pt idx="2787">
                  <c:v>-0.21817021189999999</c:v>
                </c:pt>
                <c:pt idx="2788">
                  <c:v>-0.1849987052</c:v>
                </c:pt>
                <c:pt idx="2789">
                  <c:v>-0.19345852669999999</c:v>
                </c:pt>
                <c:pt idx="2790">
                  <c:v>-0.18998852999999999</c:v>
                </c:pt>
                <c:pt idx="2791">
                  <c:v>-0.1683934547</c:v>
                </c:pt>
                <c:pt idx="2792">
                  <c:v>-0.1417317058</c:v>
                </c:pt>
                <c:pt idx="2793">
                  <c:v>-0.1145955291</c:v>
                </c:pt>
                <c:pt idx="2794">
                  <c:v>-6.4008207600000006E-2</c:v>
                </c:pt>
                <c:pt idx="2795">
                  <c:v>-2.2056906899999999E-2</c:v>
                </c:pt>
                <c:pt idx="2796">
                  <c:v>-1.04076008E-2</c:v>
                </c:pt>
                <c:pt idx="2797">
                  <c:v>5.4232300000000002E-3</c:v>
                </c:pt>
                <c:pt idx="2798">
                  <c:v>4.7470616E-2</c:v>
                </c:pt>
                <c:pt idx="2799">
                  <c:v>7.7903843900000005E-2</c:v>
                </c:pt>
                <c:pt idx="2800">
                  <c:v>0.1023730194</c:v>
                </c:pt>
                <c:pt idx="2801">
                  <c:v>0.15064221359999999</c:v>
                </c:pt>
                <c:pt idx="2802">
                  <c:v>0.1605320173</c:v>
                </c:pt>
                <c:pt idx="2803">
                  <c:v>0.14151427720000001</c:v>
                </c:pt>
                <c:pt idx="2804">
                  <c:v>0.107441046</c:v>
                </c:pt>
                <c:pt idx="2805">
                  <c:v>5.7178761199999997E-2</c:v>
                </c:pt>
                <c:pt idx="2806">
                  <c:v>1.9984737799999999E-2</c:v>
                </c:pt>
                <c:pt idx="2807">
                  <c:v>1.7940216700000001E-2</c:v>
                </c:pt>
                <c:pt idx="2808">
                  <c:v>2.2219451599999999E-2</c:v>
                </c:pt>
                <c:pt idx="2809">
                  <c:v>7.6270709000000004E-3</c:v>
                </c:pt>
                <c:pt idx="2810">
                  <c:v>4.1138329799999998E-2</c:v>
                </c:pt>
                <c:pt idx="2811">
                  <c:v>6.4592171000000004E-2</c:v>
                </c:pt>
                <c:pt idx="2812">
                  <c:v>9.8654382499999999E-2</c:v>
                </c:pt>
                <c:pt idx="2813">
                  <c:v>8.7049023000000003E-2</c:v>
                </c:pt>
                <c:pt idx="2814">
                  <c:v>4.2643710899999999E-2</c:v>
                </c:pt>
                <c:pt idx="2815">
                  <c:v>2.5960732E-3</c:v>
                </c:pt>
                <c:pt idx="2816">
                  <c:v>-4.9115932500000001E-2</c:v>
                </c:pt>
                <c:pt idx="2817">
                  <c:v>-8.1340417700000001E-2</c:v>
                </c:pt>
                <c:pt idx="2818">
                  <c:v>-0.1867198866</c:v>
                </c:pt>
                <c:pt idx="2819">
                  <c:v>-0.28493954799999999</c:v>
                </c:pt>
                <c:pt idx="2820">
                  <c:v>-0.39551395150000002</c:v>
                </c:pt>
                <c:pt idx="2821">
                  <c:v>-0.47829747779999998</c:v>
                </c:pt>
                <c:pt idx="2822">
                  <c:v>-0.58129038560000001</c:v>
                </c:pt>
                <c:pt idx="2823">
                  <c:v>-0.64285680619999996</c:v>
                </c:pt>
                <c:pt idx="2824">
                  <c:v>-0.66529274049999998</c:v>
                </c:pt>
                <c:pt idx="2825">
                  <c:v>-0.69271958300000003</c:v>
                </c:pt>
                <c:pt idx="2826">
                  <c:v>-0.72217781120000002</c:v>
                </c:pt>
                <c:pt idx="2827">
                  <c:v>-0.74655702239999999</c:v>
                </c:pt>
                <c:pt idx="2828">
                  <c:v>-0.78146943540000002</c:v>
                </c:pt>
                <c:pt idx="2829">
                  <c:v>-0.80884843100000003</c:v>
                </c:pt>
                <c:pt idx="2830">
                  <c:v>-0.79947387179999996</c:v>
                </c:pt>
                <c:pt idx="2831">
                  <c:v>-0.80458456339999995</c:v>
                </c:pt>
                <c:pt idx="2832">
                  <c:v>-0.78330883669999996</c:v>
                </c:pt>
                <c:pt idx="2833">
                  <c:v>-0.80877127209999999</c:v>
                </c:pt>
                <c:pt idx="2834">
                  <c:v>-0.7798773698</c:v>
                </c:pt>
                <c:pt idx="2835">
                  <c:v>-0.69111246439999996</c:v>
                </c:pt>
                <c:pt idx="2836">
                  <c:v>-0.63403544779999998</c:v>
                </c:pt>
                <c:pt idx="2837">
                  <c:v>-0.55797209329999997</c:v>
                </c:pt>
                <c:pt idx="2838">
                  <c:v>-0.4727719427</c:v>
                </c:pt>
                <c:pt idx="2839">
                  <c:v>-0.30883403570000001</c:v>
                </c:pt>
                <c:pt idx="2840">
                  <c:v>-0.1840826317</c:v>
                </c:pt>
                <c:pt idx="2841">
                  <c:v>-5.9367414600000001E-2</c:v>
                </c:pt>
                <c:pt idx="2842">
                  <c:v>1.6435627299999998E-2</c:v>
                </c:pt>
                <c:pt idx="2843">
                  <c:v>0.13950157530000001</c:v>
                </c:pt>
                <c:pt idx="2844">
                  <c:v>0.25613398840000001</c:v>
                </c:pt>
                <c:pt idx="2845">
                  <c:v>0.3579299145</c:v>
                </c:pt>
                <c:pt idx="2846">
                  <c:v>0.45193893969999999</c:v>
                </c:pt>
                <c:pt idx="2847">
                  <c:v>0.55786147750000004</c:v>
                </c:pt>
                <c:pt idx="2848">
                  <c:v>0.64903202989999997</c:v>
                </c:pt>
                <c:pt idx="2849">
                  <c:v>0.73802038849999996</c:v>
                </c:pt>
                <c:pt idx="2850">
                  <c:v>0.81748826460000001</c:v>
                </c:pt>
                <c:pt idx="2851">
                  <c:v>0.82539761649999999</c:v>
                </c:pt>
                <c:pt idx="2852">
                  <c:v>0.83619283200000005</c:v>
                </c:pt>
                <c:pt idx="2853">
                  <c:v>0.8519489549</c:v>
                </c:pt>
                <c:pt idx="2854">
                  <c:v>0.8603462449</c:v>
                </c:pt>
                <c:pt idx="2855">
                  <c:v>0.84293223070000001</c:v>
                </c:pt>
                <c:pt idx="2856">
                  <c:v>0.816336442</c:v>
                </c:pt>
                <c:pt idx="2857">
                  <c:v>0.83209408019999997</c:v>
                </c:pt>
                <c:pt idx="2858">
                  <c:v>0.86370974789999999</c:v>
                </c:pt>
                <c:pt idx="2859">
                  <c:v>0.87405630820000002</c:v>
                </c:pt>
                <c:pt idx="2860">
                  <c:v>0.84582568130000002</c:v>
                </c:pt>
                <c:pt idx="2861">
                  <c:v>0.82821566579999994</c:v>
                </c:pt>
                <c:pt idx="2862">
                  <c:v>0.86209314349999999</c:v>
                </c:pt>
                <c:pt idx="2863">
                  <c:v>0.90634694589999998</c:v>
                </c:pt>
                <c:pt idx="2864">
                  <c:v>0.92756657180000002</c:v>
                </c:pt>
                <c:pt idx="2865">
                  <c:v>0.95395923439999997</c:v>
                </c:pt>
                <c:pt idx="2866">
                  <c:v>0.88686554449999999</c:v>
                </c:pt>
                <c:pt idx="2867">
                  <c:v>0.81067861880000003</c:v>
                </c:pt>
                <c:pt idx="2868">
                  <c:v>0.7161579978</c:v>
                </c:pt>
                <c:pt idx="2869">
                  <c:v>0.66996283999999995</c:v>
                </c:pt>
                <c:pt idx="2870">
                  <c:v>0.63769345229999996</c:v>
                </c:pt>
                <c:pt idx="2871">
                  <c:v>0.62804582720000002</c:v>
                </c:pt>
                <c:pt idx="2872">
                  <c:v>0.65223498440000005</c:v>
                </c:pt>
                <c:pt idx="2873">
                  <c:v>0.67276298069999996</c:v>
                </c:pt>
                <c:pt idx="2874">
                  <c:v>0.67567024369999995</c:v>
                </c:pt>
                <c:pt idx="2875">
                  <c:v>0.71835517589999998</c:v>
                </c:pt>
                <c:pt idx="2876">
                  <c:v>0.76584882620000005</c:v>
                </c:pt>
                <c:pt idx="2877">
                  <c:v>0.83489708839999999</c:v>
                </c:pt>
                <c:pt idx="2878">
                  <c:v>0.86502274710000004</c:v>
                </c:pt>
                <c:pt idx="2879">
                  <c:v>0.88845404269999995</c:v>
                </c:pt>
                <c:pt idx="2880">
                  <c:v>0.92121746049999997</c:v>
                </c:pt>
                <c:pt idx="2881">
                  <c:v>0.95708296100000001</c:v>
                </c:pt>
                <c:pt idx="2882">
                  <c:v>0.98977347979999997</c:v>
                </c:pt>
                <c:pt idx="2883">
                  <c:v>1.0101625348000001</c:v>
                </c:pt>
                <c:pt idx="2884">
                  <c:v>1.0388107213</c:v>
                </c:pt>
                <c:pt idx="2885">
                  <c:v>1.0437292672</c:v>
                </c:pt>
                <c:pt idx="2886">
                  <c:v>1.0415560177000001</c:v>
                </c:pt>
                <c:pt idx="2887">
                  <c:v>1.1185962155</c:v>
                </c:pt>
                <c:pt idx="2888">
                  <c:v>1.2120332274000001</c:v>
                </c:pt>
                <c:pt idx="2889">
                  <c:v>1.3178772138999999</c:v>
                </c:pt>
                <c:pt idx="2890">
                  <c:v>1.3813583577999999</c:v>
                </c:pt>
                <c:pt idx="2891">
                  <c:v>1.4623334909000001</c:v>
                </c:pt>
                <c:pt idx="2892">
                  <c:v>1.5221779288999999</c:v>
                </c:pt>
                <c:pt idx="2893">
                  <c:v>1.574523291</c:v>
                </c:pt>
                <c:pt idx="2894">
                  <c:v>1.6117792092000001</c:v>
                </c:pt>
                <c:pt idx="2895">
                  <c:v>1.6487229594999999</c:v>
                </c:pt>
                <c:pt idx="2896">
                  <c:v>1.6680987159</c:v>
                </c:pt>
                <c:pt idx="2897">
                  <c:v>1.7013275305</c:v>
                </c:pt>
                <c:pt idx="2898">
                  <c:v>1.7330836179</c:v>
                </c:pt>
                <c:pt idx="2899">
                  <c:v>1.7621974451</c:v>
                </c:pt>
                <c:pt idx="2900">
                  <c:v>1.7454818534000001</c:v>
                </c:pt>
                <c:pt idx="2901">
                  <c:v>1.6748801230999999</c:v>
                </c:pt>
                <c:pt idx="2902">
                  <c:v>1.6112037422000001</c:v>
                </c:pt>
                <c:pt idx="2903">
                  <c:v>1.5298792392</c:v>
                </c:pt>
                <c:pt idx="2904">
                  <c:v>1.441931066</c:v>
                </c:pt>
                <c:pt idx="2905">
                  <c:v>1.3241072617</c:v>
                </c:pt>
                <c:pt idx="2906">
                  <c:v>1.2408570527</c:v>
                </c:pt>
                <c:pt idx="2907">
                  <c:v>1.1314323556000001</c:v>
                </c:pt>
                <c:pt idx="2908">
                  <c:v>1.0143169218999999</c:v>
                </c:pt>
                <c:pt idx="2909">
                  <c:v>0.87059554380000004</c:v>
                </c:pt>
                <c:pt idx="2910">
                  <c:v>0.71534698510000005</c:v>
                </c:pt>
                <c:pt idx="2911">
                  <c:v>0.60863611750000002</c:v>
                </c:pt>
                <c:pt idx="2912">
                  <c:v>0.44254211570000002</c:v>
                </c:pt>
                <c:pt idx="2913">
                  <c:v>0.27521229660000002</c:v>
                </c:pt>
                <c:pt idx="2914">
                  <c:v>0.13901654329999999</c:v>
                </c:pt>
                <c:pt idx="2915">
                  <c:v>-6.5120747999999999E-3</c:v>
                </c:pt>
                <c:pt idx="2916">
                  <c:v>-0.16750449149999999</c:v>
                </c:pt>
                <c:pt idx="2917">
                  <c:v>-0.29876017189999998</c:v>
                </c:pt>
                <c:pt idx="2918">
                  <c:v>-0.47337635430000002</c:v>
                </c:pt>
                <c:pt idx="2919">
                  <c:v>-0.66190966429999998</c:v>
                </c:pt>
                <c:pt idx="2920">
                  <c:v>-0.80288154469999995</c:v>
                </c:pt>
                <c:pt idx="2921">
                  <c:v>-0.91094443979999995</c:v>
                </c:pt>
                <c:pt idx="2922">
                  <c:v>-0.99308682910000001</c:v>
                </c:pt>
                <c:pt idx="2923">
                  <c:v>-1.1084637020999999</c:v>
                </c:pt>
                <c:pt idx="2924">
                  <c:v>-1.1941120763999999</c:v>
                </c:pt>
                <c:pt idx="2925">
                  <c:v>-1.3111844094</c:v>
                </c:pt>
                <c:pt idx="2926">
                  <c:v>-1.3544384844999999</c:v>
                </c:pt>
                <c:pt idx="2927">
                  <c:v>-1.3885238061</c:v>
                </c:pt>
                <c:pt idx="2928">
                  <c:v>-1.3935853915</c:v>
                </c:pt>
                <c:pt idx="2929">
                  <c:v>-1.3744886485000001</c:v>
                </c:pt>
                <c:pt idx="2930">
                  <c:v>-1.3145415867000001</c:v>
                </c:pt>
                <c:pt idx="2931">
                  <c:v>-1.2694064988</c:v>
                </c:pt>
                <c:pt idx="2932">
                  <c:v>-1.2115291219</c:v>
                </c:pt>
                <c:pt idx="2933">
                  <c:v>-1.1327290104000001</c:v>
                </c:pt>
                <c:pt idx="2934">
                  <c:v>-1.054728428</c:v>
                </c:pt>
                <c:pt idx="2935">
                  <c:v>-0.96721912219999995</c:v>
                </c:pt>
                <c:pt idx="2936">
                  <c:v>-0.88631104890000001</c:v>
                </c:pt>
                <c:pt idx="2937">
                  <c:v>-0.79617557250000004</c:v>
                </c:pt>
                <c:pt idx="2938">
                  <c:v>-0.74404572469999997</c:v>
                </c:pt>
                <c:pt idx="2939">
                  <c:v>-0.68279912460000003</c:v>
                </c:pt>
                <c:pt idx="2940">
                  <c:v>-0.61551240959999998</c:v>
                </c:pt>
                <c:pt idx="2941">
                  <c:v>-0.5741622944</c:v>
                </c:pt>
                <c:pt idx="2942">
                  <c:v>-0.515724407</c:v>
                </c:pt>
                <c:pt idx="2943">
                  <c:v>-0.47324454989999998</c:v>
                </c:pt>
                <c:pt idx="2944">
                  <c:v>-0.40263428979999999</c:v>
                </c:pt>
                <c:pt idx="2945">
                  <c:v>-0.32550381849999999</c:v>
                </c:pt>
                <c:pt idx="2946">
                  <c:v>-0.25011626180000002</c:v>
                </c:pt>
                <c:pt idx="2947">
                  <c:v>-0.2037271537</c:v>
                </c:pt>
                <c:pt idx="2948">
                  <c:v>-0.15285042300000001</c:v>
                </c:pt>
                <c:pt idx="2949">
                  <c:v>-0.1112459329</c:v>
                </c:pt>
                <c:pt idx="2950">
                  <c:v>-7.06955217E-2</c:v>
                </c:pt>
                <c:pt idx="2951">
                  <c:v>-5.8763395400000001E-2</c:v>
                </c:pt>
                <c:pt idx="2952">
                  <c:v>-1.1142064199999999E-2</c:v>
                </c:pt>
                <c:pt idx="2953">
                  <c:v>-1.11762804E-2</c:v>
                </c:pt>
                <c:pt idx="2954">
                  <c:v>1.8506867400000002E-2</c:v>
                </c:pt>
                <c:pt idx="2955">
                  <c:v>1.3187595700000001E-2</c:v>
                </c:pt>
                <c:pt idx="2956">
                  <c:v>2.4695461599999999E-2</c:v>
                </c:pt>
                <c:pt idx="2957">
                  <c:v>7.4938413400000001E-2</c:v>
                </c:pt>
                <c:pt idx="2958">
                  <c:v>7.19136056E-2</c:v>
                </c:pt>
                <c:pt idx="2959">
                  <c:v>8.86135121E-2</c:v>
                </c:pt>
                <c:pt idx="2960">
                  <c:v>0.16115001330000001</c:v>
                </c:pt>
                <c:pt idx="2961">
                  <c:v>0.1982469342</c:v>
                </c:pt>
                <c:pt idx="2962">
                  <c:v>0.25129543430000001</c:v>
                </c:pt>
                <c:pt idx="2963">
                  <c:v>0.28749757850000002</c:v>
                </c:pt>
                <c:pt idx="2964">
                  <c:v>0.36844139529999997</c:v>
                </c:pt>
                <c:pt idx="2965">
                  <c:v>0.44680569250000002</c:v>
                </c:pt>
                <c:pt idx="2966">
                  <c:v>0.48606708669999998</c:v>
                </c:pt>
                <c:pt idx="2967">
                  <c:v>0.55690222769999997</c:v>
                </c:pt>
                <c:pt idx="2968">
                  <c:v>0.59529593439999995</c:v>
                </c:pt>
                <c:pt idx="2969">
                  <c:v>0.59036200419999996</c:v>
                </c:pt>
                <c:pt idx="2970">
                  <c:v>0.59610680829999996</c:v>
                </c:pt>
                <c:pt idx="2971">
                  <c:v>0.58928634739999997</c:v>
                </c:pt>
                <c:pt idx="2972">
                  <c:v>0.54386161420000001</c:v>
                </c:pt>
                <c:pt idx="2973">
                  <c:v>0.47315581670000001</c:v>
                </c:pt>
                <c:pt idx="2974">
                  <c:v>0.40529213419999999</c:v>
                </c:pt>
                <c:pt idx="2975">
                  <c:v>0.33605748159999999</c:v>
                </c:pt>
                <c:pt idx="2976">
                  <c:v>0.32498541590000002</c:v>
                </c:pt>
                <c:pt idx="2977">
                  <c:v>0.30315142740000001</c:v>
                </c:pt>
                <c:pt idx="2978">
                  <c:v>0.25667128150000001</c:v>
                </c:pt>
                <c:pt idx="2979">
                  <c:v>0.26293043599999999</c:v>
                </c:pt>
                <c:pt idx="2980">
                  <c:v>0.29139402250000002</c:v>
                </c:pt>
                <c:pt idx="2981">
                  <c:v>0.28842614259999999</c:v>
                </c:pt>
                <c:pt idx="2982">
                  <c:v>0.34331549610000001</c:v>
                </c:pt>
                <c:pt idx="2983">
                  <c:v>0.38570697430000001</c:v>
                </c:pt>
                <c:pt idx="2984">
                  <c:v>0.41819802979999998</c:v>
                </c:pt>
                <c:pt idx="2985">
                  <c:v>0.43377659769999999</c:v>
                </c:pt>
                <c:pt idx="2986">
                  <c:v>0.46204704060000001</c:v>
                </c:pt>
                <c:pt idx="2987">
                  <c:v>0.4974663359</c:v>
                </c:pt>
                <c:pt idx="2988">
                  <c:v>0.51499235840000002</c:v>
                </c:pt>
                <c:pt idx="2989">
                  <c:v>0.5197469441</c:v>
                </c:pt>
                <c:pt idx="2990">
                  <c:v>0.56042541850000005</c:v>
                </c:pt>
                <c:pt idx="2991">
                  <c:v>0.58557876740000003</c:v>
                </c:pt>
                <c:pt idx="2992">
                  <c:v>0.62567491929999997</c:v>
                </c:pt>
                <c:pt idx="2993">
                  <c:v>0.65656009510000002</c:v>
                </c:pt>
                <c:pt idx="2994">
                  <c:v>0.70557990380000002</c:v>
                </c:pt>
                <c:pt idx="2995">
                  <c:v>0.73341497680000001</c:v>
                </c:pt>
                <c:pt idx="2996">
                  <c:v>0.75043464849999997</c:v>
                </c:pt>
                <c:pt idx="2997">
                  <c:v>0.72158714329999996</c:v>
                </c:pt>
                <c:pt idx="2998">
                  <c:v>0.74453743409999995</c:v>
                </c:pt>
                <c:pt idx="2999">
                  <c:v>0.79209856729999994</c:v>
                </c:pt>
                <c:pt idx="3000">
                  <c:v>0.81985746900000001</c:v>
                </c:pt>
                <c:pt idx="3001">
                  <c:v>0.82442067519999995</c:v>
                </c:pt>
                <c:pt idx="3002">
                  <c:v>0.81792284179999997</c:v>
                </c:pt>
                <c:pt idx="3003">
                  <c:v>0.76253720270000003</c:v>
                </c:pt>
                <c:pt idx="3004">
                  <c:v>0.71645671499999997</c:v>
                </c:pt>
                <c:pt idx="3005">
                  <c:v>0.69427212100000002</c:v>
                </c:pt>
                <c:pt idx="3006">
                  <c:v>0.65537672859999996</c:v>
                </c:pt>
                <c:pt idx="3007">
                  <c:v>0.6244216172</c:v>
                </c:pt>
                <c:pt idx="3008">
                  <c:v>0.61388053050000002</c:v>
                </c:pt>
                <c:pt idx="3009">
                  <c:v>0.61654731250000006</c:v>
                </c:pt>
                <c:pt idx="3010">
                  <c:v>0.64688565129999998</c:v>
                </c:pt>
                <c:pt idx="3011">
                  <c:v>0.67645320750000004</c:v>
                </c:pt>
                <c:pt idx="3012">
                  <c:v>0.7348381517</c:v>
                </c:pt>
                <c:pt idx="3013">
                  <c:v>0.81640717780000005</c:v>
                </c:pt>
                <c:pt idx="3014">
                  <c:v>0.94721262539999995</c:v>
                </c:pt>
                <c:pt idx="3015">
                  <c:v>1.0397404249</c:v>
                </c:pt>
                <c:pt idx="3016">
                  <c:v>1.1726525242000001</c:v>
                </c:pt>
                <c:pt idx="3017">
                  <c:v>1.2859683537</c:v>
                </c:pt>
                <c:pt idx="3018">
                  <c:v>1.4085087061999999</c:v>
                </c:pt>
                <c:pt idx="3019">
                  <c:v>1.4452065656999999</c:v>
                </c:pt>
                <c:pt idx="3020">
                  <c:v>1.4863410992999999</c:v>
                </c:pt>
                <c:pt idx="3021">
                  <c:v>1.5183292587999999</c:v>
                </c:pt>
                <c:pt idx="3022">
                  <c:v>1.5776269388999999</c:v>
                </c:pt>
                <c:pt idx="3023">
                  <c:v>1.5883566121999999</c:v>
                </c:pt>
                <c:pt idx="3024">
                  <c:v>1.5863694129000001</c:v>
                </c:pt>
                <c:pt idx="3025">
                  <c:v>1.5543880889999999</c:v>
                </c:pt>
                <c:pt idx="3026">
                  <c:v>1.5399315630999999</c:v>
                </c:pt>
                <c:pt idx="3027">
                  <c:v>1.5503001808000001</c:v>
                </c:pt>
                <c:pt idx="3028">
                  <c:v>1.5616758218</c:v>
                </c:pt>
                <c:pt idx="3029">
                  <c:v>1.5855348086000001</c:v>
                </c:pt>
                <c:pt idx="3030">
                  <c:v>1.6214427338999999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63A-4D83-8BBA-A33FB92FEA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45631"/>
        <c:axId val="1711100431"/>
      </c:lineChart>
      <c:dateAx>
        <c:axId val="12345631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711100431"/>
        <c:crosses val="autoZero"/>
        <c:auto val="1"/>
        <c:lblOffset val="100"/>
        <c:baseTimeUnit val="days"/>
        <c:majorUnit val="1"/>
        <c:majorTimeUnit val="years"/>
      </c:dateAx>
      <c:valAx>
        <c:axId val="1711100431"/>
        <c:scaling>
          <c:orientation val="minMax"/>
          <c:min val="-3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23456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475727384989993E-2"/>
          <c:y val="6.0346565742311571E-2"/>
          <c:w val="0.92973406334075148"/>
          <c:h val="0.82545831653626145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'Short Interest'!$A$26:$A$3044</c:f>
              <c:numCache>
                <c:formatCode>yyyy\-mm\-dd</c:formatCode>
                <c:ptCount val="3031"/>
                <c:pt idx="0">
                  <c:v>41803</c:v>
                </c:pt>
                <c:pt idx="1">
                  <c:v>41806</c:v>
                </c:pt>
                <c:pt idx="2">
                  <c:v>41807</c:v>
                </c:pt>
                <c:pt idx="3">
                  <c:v>41808</c:v>
                </c:pt>
                <c:pt idx="4">
                  <c:v>41810</c:v>
                </c:pt>
                <c:pt idx="5">
                  <c:v>41813</c:v>
                </c:pt>
                <c:pt idx="6">
                  <c:v>41814</c:v>
                </c:pt>
                <c:pt idx="7">
                  <c:v>41815</c:v>
                </c:pt>
                <c:pt idx="8">
                  <c:v>41816</c:v>
                </c:pt>
                <c:pt idx="9">
                  <c:v>41817</c:v>
                </c:pt>
                <c:pt idx="10">
                  <c:v>41820</c:v>
                </c:pt>
                <c:pt idx="11">
                  <c:v>41821</c:v>
                </c:pt>
                <c:pt idx="12">
                  <c:v>41822</c:v>
                </c:pt>
                <c:pt idx="13">
                  <c:v>41823</c:v>
                </c:pt>
                <c:pt idx="14">
                  <c:v>41824</c:v>
                </c:pt>
                <c:pt idx="15">
                  <c:v>41827</c:v>
                </c:pt>
                <c:pt idx="16">
                  <c:v>41828</c:v>
                </c:pt>
                <c:pt idx="17">
                  <c:v>41830</c:v>
                </c:pt>
                <c:pt idx="18">
                  <c:v>41831</c:v>
                </c:pt>
                <c:pt idx="19">
                  <c:v>41834</c:v>
                </c:pt>
                <c:pt idx="20">
                  <c:v>41835</c:v>
                </c:pt>
                <c:pt idx="21">
                  <c:v>41836</c:v>
                </c:pt>
                <c:pt idx="22">
                  <c:v>41837</c:v>
                </c:pt>
                <c:pt idx="23">
                  <c:v>41838</c:v>
                </c:pt>
                <c:pt idx="24">
                  <c:v>41841</c:v>
                </c:pt>
                <c:pt idx="25">
                  <c:v>41842</c:v>
                </c:pt>
                <c:pt idx="26">
                  <c:v>41843</c:v>
                </c:pt>
                <c:pt idx="27">
                  <c:v>41844</c:v>
                </c:pt>
                <c:pt idx="28">
                  <c:v>41845</c:v>
                </c:pt>
                <c:pt idx="29">
                  <c:v>41848</c:v>
                </c:pt>
                <c:pt idx="30">
                  <c:v>41849</c:v>
                </c:pt>
                <c:pt idx="31">
                  <c:v>41850</c:v>
                </c:pt>
                <c:pt idx="32">
                  <c:v>41851</c:v>
                </c:pt>
                <c:pt idx="33">
                  <c:v>41852</c:v>
                </c:pt>
                <c:pt idx="34">
                  <c:v>41855</c:v>
                </c:pt>
                <c:pt idx="35">
                  <c:v>41856</c:v>
                </c:pt>
                <c:pt idx="36">
                  <c:v>41857</c:v>
                </c:pt>
                <c:pt idx="37">
                  <c:v>41858</c:v>
                </c:pt>
                <c:pt idx="38">
                  <c:v>41859</c:v>
                </c:pt>
                <c:pt idx="39">
                  <c:v>41862</c:v>
                </c:pt>
                <c:pt idx="40">
                  <c:v>41863</c:v>
                </c:pt>
                <c:pt idx="41">
                  <c:v>41864</c:v>
                </c:pt>
                <c:pt idx="42">
                  <c:v>41865</c:v>
                </c:pt>
                <c:pt idx="43">
                  <c:v>41866</c:v>
                </c:pt>
                <c:pt idx="44">
                  <c:v>41869</c:v>
                </c:pt>
                <c:pt idx="45">
                  <c:v>41870</c:v>
                </c:pt>
                <c:pt idx="46">
                  <c:v>41871</c:v>
                </c:pt>
                <c:pt idx="47">
                  <c:v>41872</c:v>
                </c:pt>
                <c:pt idx="48">
                  <c:v>41873</c:v>
                </c:pt>
                <c:pt idx="49">
                  <c:v>41876</c:v>
                </c:pt>
                <c:pt idx="50">
                  <c:v>41877</c:v>
                </c:pt>
                <c:pt idx="51">
                  <c:v>41878</c:v>
                </c:pt>
                <c:pt idx="52">
                  <c:v>41879</c:v>
                </c:pt>
                <c:pt idx="53">
                  <c:v>41880</c:v>
                </c:pt>
                <c:pt idx="54">
                  <c:v>41883</c:v>
                </c:pt>
                <c:pt idx="55">
                  <c:v>41884</c:v>
                </c:pt>
                <c:pt idx="56">
                  <c:v>41885</c:v>
                </c:pt>
                <c:pt idx="57">
                  <c:v>41886</c:v>
                </c:pt>
                <c:pt idx="58">
                  <c:v>41887</c:v>
                </c:pt>
                <c:pt idx="59">
                  <c:v>41890</c:v>
                </c:pt>
                <c:pt idx="60">
                  <c:v>41891</c:v>
                </c:pt>
                <c:pt idx="61">
                  <c:v>41892</c:v>
                </c:pt>
                <c:pt idx="62">
                  <c:v>41893</c:v>
                </c:pt>
                <c:pt idx="63">
                  <c:v>41894</c:v>
                </c:pt>
                <c:pt idx="64">
                  <c:v>41897</c:v>
                </c:pt>
                <c:pt idx="65">
                  <c:v>41898</c:v>
                </c:pt>
                <c:pt idx="66">
                  <c:v>41899</c:v>
                </c:pt>
                <c:pt idx="67">
                  <c:v>41900</c:v>
                </c:pt>
                <c:pt idx="68">
                  <c:v>41901</c:v>
                </c:pt>
                <c:pt idx="69">
                  <c:v>41904</c:v>
                </c:pt>
                <c:pt idx="70">
                  <c:v>41905</c:v>
                </c:pt>
                <c:pt idx="71">
                  <c:v>41906</c:v>
                </c:pt>
                <c:pt idx="72">
                  <c:v>41907</c:v>
                </c:pt>
                <c:pt idx="73">
                  <c:v>41908</c:v>
                </c:pt>
                <c:pt idx="74">
                  <c:v>41911</c:v>
                </c:pt>
                <c:pt idx="75">
                  <c:v>41912</c:v>
                </c:pt>
                <c:pt idx="76">
                  <c:v>41913</c:v>
                </c:pt>
                <c:pt idx="77">
                  <c:v>41914</c:v>
                </c:pt>
                <c:pt idx="78">
                  <c:v>41915</c:v>
                </c:pt>
                <c:pt idx="79">
                  <c:v>41918</c:v>
                </c:pt>
                <c:pt idx="80">
                  <c:v>41919</c:v>
                </c:pt>
                <c:pt idx="81">
                  <c:v>41920</c:v>
                </c:pt>
                <c:pt idx="82">
                  <c:v>41921</c:v>
                </c:pt>
                <c:pt idx="83">
                  <c:v>41922</c:v>
                </c:pt>
                <c:pt idx="84">
                  <c:v>41925</c:v>
                </c:pt>
                <c:pt idx="85">
                  <c:v>41926</c:v>
                </c:pt>
                <c:pt idx="86">
                  <c:v>41927</c:v>
                </c:pt>
                <c:pt idx="87">
                  <c:v>41928</c:v>
                </c:pt>
                <c:pt idx="88">
                  <c:v>41929</c:v>
                </c:pt>
                <c:pt idx="89">
                  <c:v>41932</c:v>
                </c:pt>
                <c:pt idx="90">
                  <c:v>41933</c:v>
                </c:pt>
                <c:pt idx="91">
                  <c:v>41934</c:v>
                </c:pt>
                <c:pt idx="92">
                  <c:v>41935</c:v>
                </c:pt>
                <c:pt idx="93">
                  <c:v>41936</c:v>
                </c:pt>
                <c:pt idx="94">
                  <c:v>41939</c:v>
                </c:pt>
                <c:pt idx="95">
                  <c:v>41940</c:v>
                </c:pt>
                <c:pt idx="96">
                  <c:v>41941</c:v>
                </c:pt>
                <c:pt idx="97">
                  <c:v>41942</c:v>
                </c:pt>
                <c:pt idx="98">
                  <c:v>41943</c:v>
                </c:pt>
                <c:pt idx="99">
                  <c:v>41946</c:v>
                </c:pt>
                <c:pt idx="100">
                  <c:v>41947</c:v>
                </c:pt>
                <c:pt idx="101">
                  <c:v>41948</c:v>
                </c:pt>
                <c:pt idx="102">
                  <c:v>41949</c:v>
                </c:pt>
                <c:pt idx="103">
                  <c:v>41950</c:v>
                </c:pt>
                <c:pt idx="104">
                  <c:v>41953</c:v>
                </c:pt>
                <c:pt idx="105">
                  <c:v>41954</c:v>
                </c:pt>
                <c:pt idx="106">
                  <c:v>41955</c:v>
                </c:pt>
                <c:pt idx="107">
                  <c:v>41956</c:v>
                </c:pt>
                <c:pt idx="108">
                  <c:v>41957</c:v>
                </c:pt>
                <c:pt idx="109">
                  <c:v>41960</c:v>
                </c:pt>
                <c:pt idx="110">
                  <c:v>41961</c:v>
                </c:pt>
                <c:pt idx="111">
                  <c:v>41962</c:v>
                </c:pt>
                <c:pt idx="112">
                  <c:v>41964</c:v>
                </c:pt>
                <c:pt idx="113">
                  <c:v>41967</c:v>
                </c:pt>
                <c:pt idx="114">
                  <c:v>41968</c:v>
                </c:pt>
                <c:pt idx="115">
                  <c:v>41969</c:v>
                </c:pt>
                <c:pt idx="116">
                  <c:v>41970</c:v>
                </c:pt>
                <c:pt idx="117">
                  <c:v>41971</c:v>
                </c:pt>
                <c:pt idx="118">
                  <c:v>41974</c:v>
                </c:pt>
                <c:pt idx="119">
                  <c:v>41975</c:v>
                </c:pt>
                <c:pt idx="120">
                  <c:v>41976</c:v>
                </c:pt>
                <c:pt idx="121">
                  <c:v>41977</c:v>
                </c:pt>
                <c:pt idx="122">
                  <c:v>41978</c:v>
                </c:pt>
                <c:pt idx="123">
                  <c:v>41981</c:v>
                </c:pt>
                <c:pt idx="124">
                  <c:v>41982</c:v>
                </c:pt>
                <c:pt idx="125">
                  <c:v>41983</c:v>
                </c:pt>
                <c:pt idx="126">
                  <c:v>41984</c:v>
                </c:pt>
                <c:pt idx="127">
                  <c:v>41985</c:v>
                </c:pt>
                <c:pt idx="128">
                  <c:v>41988</c:v>
                </c:pt>
                <c:pt idx="129">
                  <c:v>41989</c:v>
                </c:pt>
                <c:pt idx="130">
                  <c:v>41990</c:v>
                </c:pt>
                <c:pt idx="131">
                  <c:v>41991</c:v>
                </c:pt>
                <c:pt idx="132">
                  <c:v>41992</c:v>
                </c:pt>
                <c:pt idx="133">
                  <c:v>41995</c:v>
                </c:pt>
                <c:pt idx="134">
                  <c:v>41996</c:v>
                </c:pt>
                <c:pt idx="135">
                  <c:v>41999</c:v>
                </c:pt>
                <c:pt idx="136">
                  <c:v>42002</c:v>
                </c:pt>
                <c:pt idx="137">
                  <c:v>42003</c:v>
                </c:pt>
                <c:pt idx="138">
                  <c:v>42006</c:v>
                </c:pt>
                <c:pt idx="139">
                  <c:v>42009</c:v>
                </c:pt>
                <c:pt idx="140">
                  <c:v>42010</c:v>
                </c:pt>
                <c:pt idx="141">
                  <c:v>42011</c:v>
                </c:pt>
                <c:pt idx="142">
                  <c:v>42012</c:v>
                </c:pt>
                <c:pt idx="143">
                  <c:v>42013</c:v>
                </c:pt>
                <c:pt idx="144">
                  <c:v>42016</c:v>
                </c:pt>
                <c:pt idx="145">
                  <c:v>42017</c:v>
                </c:pt>
                <c:pt idx="146">
                  <c:v>42018</c:v>
                </c:pt>
                <c:pt idx="147">
                  <c:v>42019</c:v>
                </c:pt>
                <c:pt idx="148">
                  <c:v>42020</c:v>
                </c:pt>
                <c:pt idx="149">
                  <c:v>42023</c:v>
                </c:pt>
                <c:pt idx="150">
                  <c:v>42024</c:v>
                </c:pt>
                <c:pt idx="151">
                  <c:v>42025</c:v>
                </c:pt>
                <c:pt idx="152">
                  <c:v>42026</c:v>
                </c:pt>
                <c:pt idx="153">
                  <c:v>42027</c:v>
                </c:pt>
                <c:pt idx="154">
                  <c:v>42030</c:v>
                </c:pt>
                <c:pt idx="155">
                  <c:v>42031</c:v>
                </c:pt>
                <c:pt idx="156">
                  <c:v>42032</c:v>
                </c:pt>
                <c:pt idx="157">
                  <c:v>42033</c:v>
                </c:pt>
                <c:pt idx="158">
                  <c:v>42034</c:v>
                </c:pt>
                <c:pt idx="159">
                  <c:v>42037</c:v>
                </c:pt>
                <c:pt idx="160">
                  <c:v>42038</c:v>
                </c:pt>
                <c:pt idx="161">
                  <c:v>42039</c:v>
                </c:pt>
                <c:pt idx="162">
                  <c:v>42040</c:v>
                </c:pt>
                <c:pt idx="163">
                  <c:v>42041</c:v>
                </c:pt>
                <c:pt idx="164">
                  <c:v>42044</c:v>
                </c:pt>
                <c:pt idx="165">
                  <c:v>42045</c:v>
                </c:pt>
                <c:pt idx="166">
                  <c:v>42046</c:v>
                </c:pt>
                <c:pt idx="167">
                  <c:v>42047</c:v>
                </c:pt>
                <c:pt idx="168">
                  <c:v>42048</c:v>
                </c:pt>
                <c:pt idx="169">
                  <c:v>42053</c:v>
                </c:pt>
                <c:pt idx="170">
                  <c:v>42054</c:v>
                </c:pt>
                <c:pt idx="171">
                  <c:v>42055</c:v>
                </c:pt>
                <c:pt idx="172">
                  <c:v>42058</c:v>
                </c:pt>
                <c:pt idx="173">
                  <c:v>42059</c:v>
                </c:pt>
                <c:pt idx="174">
                  <c:v>42060</c:v>
                </c:pt>
                <c:pt idx="175">
                  <c:v>42061</c:v>
                </c:pt>
                <c:pt idx="176">
                  <c:v>42062</c:v>
                </c:pt>
                <c:pt idx="177">
                  <c:v>42065</c:v>
                </c:pt>
                <c:pt idx="178">
                  <c:v>42066</c:v>
                </c:pt>
                <c:pt idx="179">
                  <c:v>42067</c:v>
                </c:pt>
                <c:pt idx="180">
                  <c:v>42068</c:v>
                </c:pt>
                <c:pt idx="181">
                  <c:v>42069</c:v>
                </c:pt>
                <c:pt idx="182">
                  <c:v>42072</c:v>
                </c:pt>
                <c:pt idx="183">
                  <c:v>42073</c:v>
                </c:pt>
                <c:pt idx="184">
                  <c:v>42074</c:v>
                </c:pt>
                <c:pt idx="185">
                  <c:v>42075</c:v>
                </c:pt>
                <c:pt idx="186">
                  <c:v>42076</c:v>
                </c:pt>
                <c:pt idx="187">
                  <c:v>42079</c:v>
                </c:pt>
                <c:pt idx="188">
                  <c:v>42080</c:v>
                </c:pt>
                <c:pt idx="189">
                  <c:v>42081</c:v>
                </c:pt>
                <c:pt idx="190">
                  <c:v>42082</c:v>
                </c:pt>
                <c:pt idx="191">
                  <c:v>42083</c:v>
                </c:pt>
                <c:pt idx="192">
                  <c:v>42086</c:v>
                </c:pt>
                <c:pt idx="193">
                  <c:v>42087</c:v>
                </c:pt>
                <c:pt idx="194">
                  <c:v>42088</c:v>
                </c:pt>
                <c:pt idx="195">
                  <c:v>42089</c:v>
                </c:pt>
                <c:pt idx="196">
                  <c:v>42090</c:v>
                </c:pt>
                <c:pt idx="197">
                  <c:v>42093</c:v>
                </c:pt>
                <c:pt idx="198">
                  <c:v>42094</c:v>
                </c:pt>
                <c:pt idx="199">
                  <c:v>42095</c:v>
                </c:pt>
                <c:pt idx="200">
                  <c:v>42096</c:v>
                </c:pt>
                <c:pt idx="201">
                  <c:v>42100</c:v>
                </c:pt>
                <c:pt idx="202">
                  <c:v>42101</c:v>
                </c:pt>
                <c:pt idx="203">
                  <c:v>42102</c:v>
                </c:pt>
                <c:pt idx="204">
                  <c:v>42103</c:v>
                </c:pt>
                <c:pt idx="205">
                  <c:v>42104</c:v>
                </c:pt>
                <c:pt idx="206">
                  <c:v>42107</c:v>
                </c:pt>
                <c:pt idx="207">
                  <c:v>42108</c:v>
                </c:pt>
                <c:pt idx="208">
                  <c:v>42109</c:v>
                </c:pt>
                <c:pt idx="209">
                  <c:v>42110</c:v>
                </c:pt>
                <c:pt idx="210">
                  <c:v>42111</c:v>
                </c:pt>
                <c:pt idx="211">
                  <c:v>42114</c:v>
                </c:pt>
                <c:pt idx="212">
                  <c:v>42116</c:v>
                </c:pt>
                <c:pt idx="213">
                  <c:v>42117</c:v>
                </c:pt>
                <c:pt idx="214">
                  <c:v>42118</c:v>
                </c:pt>
                <c:pt idx="215">
                  <c:v>42121</c:v>
                </c:pt>
                <c:pt idx="216">
                  <c:v>42122</c:v>
                </c:pt>
                <c:pt idx="217">
                  <c:v>42123</c:v>
                </c:pt>
                <c:pt idx="218">
                  <c:v>42124</c:v>
                </c:pt>
                <c:pt idx="219">
                  <c:v>42128</c:v>
                </c:pt>
                <c:pt idx="220">
                  <c:v>42129</c:v>
                </c:pt>
                <c:pt idx="221">
                  <c:v>42130</c:v>
                </c:pt>
                <c:pt idx="222">
                  <c:v>42131</c:v>
                </c:pt>
                <c:pt idx="223">
                  <c:v>42132</c:v>
                </c:pt>
                <c:pt idx="224">
                  <c:v>42135</c:v>
                </c:pt>
                <c:pt idx="225">
                  <c:v>42136</c:v>
                </c:pt>
                <c:pt idx="226">
                  <c:v>42137</c:v>
                </c:pt>
                <c:pt idx="227">
                  <c:v>42138</c:v>
                </c:pt>
                <c:pt idx="228">
                  <c:v>42139</c:v>
                </c:pt>
                <c:pt idx="229">
                  <c:v>42142</c:v>
                </c:pt>
                <c:pt idx="230">
                  <c:v>42143</c:v>
                </c:pt>
                <c:pt idx="231">
                  <c:v>42144</c:v>
                </c:pt>
                <c:pt idx="232">
                  <c:v>42145</c:v>
                </c:pt>
                <c:pt idx="233">
                  <c:v>42146</c:v>
                </c:pt>
                <c:pt idx="234">
                  <c:v>42149</c:v>
                </c:pt>
                <c:pt idx="235">
                  <c:v>42150</c:v>
                </c:pt>
                <c:pt idx="236">
                  <c:v>42151</c:v>
                </c:pt>
                <c:pt idx="237">
                  <c:v>42152</c:v>
                </c:pt>
                <c:pt idx="238">
                  <c:v>42153</c:v>
                </c:pt>
                <c:pt idx="239">
                  <c:v>42156</c:v>
                </c:pt>
                <c:pt idx="240">
                  <c:v>42157</c:v>
                </c:pt>
                <c:pt idx="241">
                  <c:v>42158</c:v>
                </c:pt>
                <c:pt idx="242">
                  <c:v>42160</c:v>
                </c:pt>
                <c:pt idx="243">
                  <c:v>42163</c:v>
                </c:pt>
                <c:pt idx="244">
                  <c:v>42164</c:v>
                </c:pt>
                <c:pt idx="245">
                  <c:v>42165</c:v>
                </c:pt>
                <c:pt idx="246">
                  <c:v>42166</c:v>
                </c:pt>
                <c:pt idx="247">
                  <c:v>42167</c:v>
                </c:pt>
                <c:pt idx="248">
                  <c:v>42170</c:v>
                </c:pt>
                <c:pt idx="249">
                  <c:v>42171</c:v>
                </c:pt>
                <c:pt idx="250">
                  <c:v>42172</c:v>
                </c:pt>
                <c:pt idx="251">
                  <c:v>42173</c:v>
                </c:pt>
                <c:pt idx="252">
                  <c:v>42174</c:v>
                </c:pt>
                <c:pt idx="253">
                  <c:v>42177</c:v>
                </c:pt>
                <c:pt idx="254">
                  <c:v>42178</c:v>
                </c:pt>
                <c:pt idx="255">
                  <c:v>42179</c:v>
                </c:pt>
                <c:pt idx="256">
                  <c:v>42180</c:v>
                </c:pt>
                <c:pt idx="257">
                  <c:v>42181</c:v>
                </c:pt>
                <c:pt idx="258">
                  <c:v>42184</c:v>
                </c:pt>
                <c:pt idx="259">
                  <c:v>42185</c:v>
                </c:pt>
                <c:pt idx="260">
                  <c:v>42186</c:v>
                </c:pt>
                <c:pt idx="261">
                  <c:v>42187</c:v>
                </c:pt>
                <c:pt idx="262">
                  <c:v>42188</c:v>
                </c:pt>
                <c:pt idx="263">
                  <c:v>42191</c:v>
                </c:pt>
                <c:pt idx="264">
                  <c:v>42192</c:v>
                </c:pt>
                <c:pt idx="265">
                  <c:v>42193</c:v>
                </c:pt>
                <c:pt idx="266">
                  <c:v>42195</c:v>
                </c:pt>
                <c:pt idx="267">
                  <c:v>42198</c:v>
                </c:pt>
                <c:pt idx="268">
                  <c:v>42199</c:v>
                </c:pt>
                <c:pt idx="269">
                  <c:v>42200</c:v>
                </c:pt>
                <c:pt idx="270">
                  <c:v>42201</c:v>
                </c:pt>
                <c:pt idx="271">
                  <c:v>42202</c:v>
                </c:pt>
                <c:pt idx="272">
                  <c:v>42205</c:v>
                </c:pt>
                <c:pt idx="273">
                  <c:v>42206</c:v>
                </c:pt>
                <c:pt idx="274">
                  <c:v>42207</c:v>
                </c:pt>
                <c:pt idx="275">
                  <c:v>42208</c:v>
                </c:pt>
                <c:pt idx="276">
                  <c:v>42209</c:v>
                </c:pt>
                <c:pt idx="277">
                  <c:v>42212</c:v>
                </c:pt>
                <c:pt idx="278">
                  <c:v>42213</c:v>
                </c:pt>
                <c:pt idx="279">
                  <c:v>42214</c:v>
                </c:pt>
                <c:pt idx="280">
                  <c:v>42215</c:v>
                </c:pt>
                <c:pt idx="281">
                  <c:v>42216</c:v>
                </c:pt>
                <c:pt idx="282">
                  <c:v>42219</c:v>
                </c:pt>
                <c:pt idx="283">
                  <c:v>42220</c:v>
                </c:pt>
                <c:pt idx="284">
                  <c:v>42221</c:v>
                </c:pt>
                <c:pt idx="285">
                  <c:v>42222</c:v>
                </c:pt>
                <c:pt idx="286">
                  <c:v>42223</c:v>
                </c:pt>
                <c:pt idx="287">
                  <c:v>42226</c:v>
                </c:pt>
                <c:pt idx="288">
                  <c:v>42227</c:v>
                </c:pt>
                <c:pt idx="289">
                  <c:v>42228</c:v>
                </c:pt>
                <c:pt idx="290">
                  <c:v>42229</c:v>
                </c:pt>
                <c:pt idx="291">
                  <c:v>42230</c:v>
                </c:pt>
                <c:pt idx="292">
                  <c:v>42233</c:v>
                </c:pt>
                <c:pt idx="293">
                  <c:v>42234</c:v>
                </c:pt>
                <c:pt idx="294">
                  <c:v>42235</c:v>
                </c:pt>
                <c:pt idx="295">
                  <c:v>42236</c:v>
                </c:pt>
                <c:pt idx="296">
                  <c:v>42237</c:v>
                </c:pt>
                <c:pt idx="297">
                  <c:v>42240</c:v>
                </c:pt>
                <c:pt idx="298">
                  <c:v>42241</c:v>
                </c:pt>
                <c:pt idx="299">
                  <c:v>42242</c:v>
                </c:pt>
                <c:pt idx="300">
                  <c:v>42243</c:v>
                </c:pt>
                <c:pt idx="301">
                  <c:v>42244</c:v>
                </c:pt>
                <c:pt idx="302">
                  <c:v>42247</c:v>
                </c:pt>
                <c:pt idx="303">
                  <c:v>42248</c:v>
                </c:pt>
                <c:pt idx="304">
                  <c:v>42249</c:v>
                </c:pt>
                <c:pt idx="305">
                  <c:v>42250</c:v>
                </c:pt>
                <c:pt idx="306">
                  <c:v>42251</c:v>
                </c:pt>
                <c:pt idx="307">
                  <c:v>42255</c:v>
                </c:pt>
                <c:pt idx="308">
                  <c:v>42256</c:v>
                </c:pt>
                <c:pt idx="309">
                  <c:v>42257</c:v>
                </c:pt>
                <c:pt idx="310">
                  <c:v>42258</c:v>
                </c:pt>
                <c:pt idx="311">
                  <c:v>42261</c:v>
                </c:pt>
                <c:pt idx="312">
                  <c:v>42262</c:v>
                </c:pt>
                <c:pt idx="313">
                  <c:v>42263</c:v>
                </c:pt>
                <c:pt idx="314">
                  <c:v>42264</c:v>
                </c:pt>
                <c:pt idx="315">
                  <c:v>42265</c:v>
                </c:pt>
                <c:pt idx="316">
                  <c:v>42268</c:v>
                </c:pt>
                <c:pt idx="317">
                  <c:v>42269</c:v>
                </c:pt>
                <c:pt idx="318">
                  <c:v>42270</c:v>
                </c:pt>
                <c:pt idx="319">
                  <c:v>42271</c:v>
                </c:pt>
                <c:pt idx="320">
                  <c:v>42272</c:v>
                </c:pt>
                <c:pt idx="321">
                  <c:v>42275</c:v>
                </c:pt>
                <c:pt idx="322">
                  <c:v>42276</c:v>
                </c:pt>
                <c:pt idx="323">
                  <c:v>42277</c:v>
                </c:pt>
                <c:pt idx="324">
                  <c:v>42278</c:v>
                </c:pt>
                <c:pt idx="325">
                  <c:v>42279</c:v>
                </c:pt>
                <c:pt idx="326">
                  <c:v>42282</c:v>
                </c:pt>
                <c:pt idx="327">
                  <c:v>42283</c:v>
                </c:pt>
                <c:pt idx="328">
                  <c:v>42284</c:v>
                </c:pt>
                <c:pt idx="329">
                  <c:v>42285</c:v>
                </c:pt>
                <c:pt idx="330">
                  <c:v>42286</c:v>
                </c:pt>
                <c:pt idx="331">
                  <c:v>42290</c:v>
                </c:pt>
                <c:pt idx="332">
                  <c:v>42291</c:v>
                </c:pt>
                <c:pt idx="333">
                  <c:v>42292</c:v>
                </c:pt>
                <c:pt idx="334">
                  <c:v>42293</c:v>
                </c:pt>
                <c:pt idx="335">
                  <c:v>42296</c:v>
                </c:pt>
                <c:pt idx="336">
                  <c:v>42297</c:v>
                </c:pt>
                <c:pt idx="337">
                  <c:v>42298</c:v>
                </c:pt>
                <c:pt idx="338">
                  <c:v>42299</c:v>
                </c:pt>
                <c:pt idx="339">
                  <c:v>42300</c:v>
                </c:pt>
                <c:pt idx="340">
                  <c:v>42303</c:v>
                </c:pt>
                <c:pt idx="341">
                  <c:v>42304</c:v>
                </c:pt>
                <c:pt idx="342">
                  <c:v>42305</c:v>
                </c:pt>
                <c:pt idx="343">
                  <c:v>42306</c:v>
                </c:pt>
                <c:pt idx="344">
                  <c:v>42307</c:v>
                </c:pt>
                <c:pt idx="345">
                  <c:v>42311</c:v>
                </c:pt>
                <c:pt idx="346">
                  <c:v>42312</c:v>
                </c:pt>
                <c:pt idx="347">
                  <c:v>42313</c:v>
                </c:pt>
                <c:pt idx="348">
                  <c:v>42314</c:v>
                </c:pt>
                <c:pt idx="349">
                  <c:v>42317</c:v>
                </c:pt>
                <c:pt idx="350">
                  <c:v>42318</c:v>
                </c:pt>
                <c:pt idx="351">
                  <c:v>42319</c:v>
                </c:pt>
                <c:pt idx="352">
                  <c:v>42320</c:v>
                </c:pt>
                <c:pt idx="353">
                  <c:v>42321</c:v>
                </c:pt>
                <c:pt idx="354">
                  <c:v>42324</c:v>
                </c:pt>
                <c:pt idx="355">
                  <c:v>42325</c:v>
                </c:pt>
                <c:pt idx="356">
                  <c:v>42326</c:v>
                </c:pt>
                <c:pt idx="357">
                  <c:v>42327</c:v>
                </c:pt>
                <c:pt idx="358">
                  <c:v>42331</c:v>
                </c:pt>
                <c:pt idx="359">
                  <c:v>42332</c:v>
                </c:pt>
                <c:pt idx="360">
                  <c:v>42333</c:v>
                </c:pt>
                <c:pt idx="361">
                  <c:v>42334</c:v>
                </c:pt>
                <c:pt idx="362">
                  <c:v>42335</c:v>
                </c:pt>
                <c:pt idx="363">
                  <c:v>42338</c:v>
                </c:pt>
                <c:pt idx="364">
                  <c:v>42339</c:v>
                </c:pt>
                <c:pt idx="365">
                  <c:v>42340</c:v>
                </c:pt>
                <c:pt idx="366">
                  <c:v>42341</c:v>
                </c:pt>
                <c:pt idx="367">
                  <c:v>42342</c:v>
                </c:pt>
                <c:pt idx="368">
                  <c:v>42345</c:v>
                </c:pt>
                <c:pt idx="369">
                  <c:v>42346</c:v>
                </c:pt>
                <c:pt idx="370">
                  <c:v>42347</c:v>
                </c:pt>
                <c:pt idx="371">
                  <c:v>42348</c:v>
                </c:pt>
                <c:pt idx="372">
                  <c:v>42349</c:v>
                </c:pt>
                <c:pt idx="373">
                  <c:v>42352</c:v>
                </c:pt>
                <c:pt idx="374">
                  <c:v>42353</c:v>
                </c:pt>
                <c:pt idx="375">
                  <c:v>42354</c:v>
                </c:pt>
                <c:pt idx="376">
                  <c:v>42355</c:v>
                </c:pt>
                <c:pt idx="377">
                  <c:v>42356</c:v>
                </c:pt>
                <c:pt idx="378">
                  <c:v>42359</c:v>
                </c:pt>
                <c:pt idx="379">
                  <c:v>42360</c:v>
                </c:pt>
                <c:pt idx="380">
                  <c:v>42361</c:v>
                </c:pt>
                <c:pt idx="381">
                  <c:v>42366</c:v>
                </c:pt>
                <c:pt idx="382">
                  <c:v>42367</c:v>
                </c:pt>
                <c:pt idx="383">
                  <c:v>42368</c:v>
                </c:pt>
                <c:pt idx="384">
                  <c:v>42373</c:v>
                </c:pt>
                <c:pt idx="385">
                  <c:v>42374</c:v>
                </c:pt>
                <c:pt idx="386">
                  <c:v>42375</c:v>
                </c:pt>
                <c:pt idx="387">
                  <c:v>42376</c:v>
                </c:pt>
                <c:pt idx="388">
                  <c:v>42377</c:v>
                </c:pt>
                <c:pt idx="389">
                  <c:v>42380</c:v>
                </c:pt>
                <c:pt idx="390">
                  <c:v>42381</c:v>
                </c:pt>
                <c:pt idx="391">
                  <c:v>42382</c:v>
                </c:pt>
                <c:pt idx="392">
                  <c:v>42383</c:v>
                </c:pt>
                <c:pt idx="393">
                  <c:v>42384</c:v>
                </c:pt>
                <c:pt idx="394">
                  <c:v>42387</c:v>
                </c:pt>
                <c:pt idx="395">
                  <c:v>42388</c:v>
                </c:pt>
                <c:pt idx="396">
                  <c:v>42389</c:v>
                </c:pt>
                <c:pt idx="397">
                  <c:v>42390</c:v>
                </c:pt>
                <c:pt idx="398">
                  <c:v>42391</c:v>
                </c:pt>
                <c:pt idx="399">
                  <c:v>42395</c:v>
                </c:pt>
                <c:pt idx="400">
                  <c:v>42396</c:v>
                </c:pt>
                <c:pt idx="401">
                  <c:v>42397</c:v>
                </c:pt>
                <c:pt idx="402">
                  <c:v>42398</c:v>
                </c:pt>
                <c:pt idx="403">
                  <c:v>42401</c:v>
                </c:pt>
                <c:pt idx="404">
                  <c:v>42402</c:v>
                </c:pt>
                <c:pt idx="405">
                  <c:v>42403</c:v>
                </c:pt>
                <c:pt idx="406">
                  <c:v>42404</c:v>
                </c:pt>
                <c:pt idx="407">
                  <c:v>42405</c:v>
                </c:pt>
                <c:pt idx="408">
                  <c:v>42410</c:v>
                </c:pt>
                <c:pt idx="409">
                  <c:v>42411</c:v>
                </c:pt>
                <c:pt idx="410">
                  <c:v>42412</c:v>
                </c:pt>
                <c:pt idx="411">
                  <c:v>42415</c:v>
                </c:pt>
                <c:pt idx="412">
                  <c:v>42416</c:v>
                </c:pt>
                <c:pt idx="413">
                  <c:v>42417</c:v>
                </c:pt>
                <c:pt idx="414">
                  <c:v>42418</c:v>
                </c:pt>
                <c:pt idx="415">
                  <c:v>42419</c:v>
                </c:pt>
                <c:pt idx="416">
                  <c:v>42422</c:v>
                </c:pt>
                <c:pt idx="417">
                  <c:v>42423</c:v>
                </c:pt>
                <c:pt idx="418">
                  <c:v>42424</c:v>
                </c:pt>
                <c:pt idx="419">
                  <c:v>42425</c:v>
                </c:pt>
                <c:pt idx="420">
                  <c:v>42426</c:v>
                </c:pt>
                <c:pt idx="421">
                  <c:v>42429</c:v>
                </c:pt>
                <c:pt idx="422">
                  <c:v>42430</c:v>
                </c:pt>
                <c:pt idx="423">
                  <c:v>42431</c:v>
                </c:pt>
                <c:pt idx="424">
                  <c:v>42432</c:v>
                </c:pt>
                <c:pt idx="425">
                  <c:v>42433</c:v>
                </c:pt>
                <c:pt idx="426">
                  <c:v>42436</c:v>
                </c:pt>
                <c:pt idx="427">
                  <c:v>42437</c:v>
                </c:pt>
                <c:pt idx="428">
                  <c:v>42438</c:v>
                </c:pt>
                <c:pt idx="429">
                  <c:v>42439</c:v>
                </c:pt>
                <c:pt idx="430">
                  <c:v>42440</c:v>
                </c:pt>
                <c:pt idx="431">
                  <c:v>42443</c:v>
                </c:pt>
                <c:pt idx="432">
                  <c:v>42444</c:v>
                </c:pt>
                <c:pt idx="433">
                  <c:v>42445</c:v>
                </c:pt>
                <c:pt idx="434">
                  <c:v>42446</c:v>
                </c:pt>
                <c:pt idx="435">
                  <c:v>42447</c:v>
                </c:pt>
                <c:pt idx="436">
                  <c:v>42450</c:v>
                </c:pt>
                <c:pt idx="437">
                  <c:v>42451</c:v>
                </c:pt>
                <c:pt idx="438">
                  <c:v>42452</c:v>
                </c:pt>
                <c:pt idx="439">
                  <c:v>42453</c:v>
                </c:pt>
                <c:pt idx="440">
                  <c:v>42457</c:v>
                </c:pt>
                <c:pt idx="441">
                  <c:v>42458</c:v>
                </c:pt>
                <c:pt idx="442">
                  <c:v>42459</c:v>
                </c:pt>
                <c:pt idx="443">
                  <c:v>42460</c:v>
                </c:pt>
                <c:pt idx="444">
                  <c:v>42461</c:v>
                </c:pt>
                <c:pt idx="445">
                  <c:v>42464</c:v>
                </c:pt>
                <c:pt idx="446">
                  <c:v>42465</c:v>
                </c:pt>
                <c:pt idx="447">
                  <c:v>42466</c:v>
                </c:pt>
                <c:pt idx="448">
                  <c:v>42467</c:v>
                </c:pt>
                <c:pt idx="449">
                  <c:v>42468</c:v>
                </c:pt>
                <c:pt idx="450">
                  <c:v>42471</c:v>
                </c:pt>
                <c:pt idx="451">
                  <c:v>42472</c:v>
                </c:pt>
                <c:pt idx="452">
                  <c:v>42473</c:v>
                </c:pt>
                <c:pt idx="453">
                  <c:v>42474</c:v>
                </c:pt>
                <c:pt idx="454">
                  <c:v>42475</c:v>
                </c:pt>
                <c:pt idx="455">
                  <c:v>42478</c:v>
                </c:pt>
                <c:pt idx="456">
                  <c:v>42479</c:v>
                </c:pt>
                <c:pt idx="457">
                  <c:v>42480</c:v>
                </c:pt>
                <c:pt idx="458">
                  <c:v>42482</c:v>
                </c:pt>
                <c:pt idx="459">
                  <c:v>42485</c:v>
                </c:pt>
                <c:pt idx="460">
                  <c:v>42486</c:v>
                </c:pt>
                <c:pt idx="461">
                  <c:v>42487</c:v>
                </c:pt>
                <c:pt idx="462">
                  <c:v>42488</c:v>
                </c:pt>
                <c:pt idx="463">
                  <c:v>42489</c:v>
                </c:pt>
                <c:pt idx="464">
                  <c:v>42492</c:v>
                </c:pt>
                <c:pt idx="465">
                  <c:v>42493</c:v>
                </c:pt>
                <c:pt idx="466">
                  <c:v>42494</c:v>
                </c:pt>
                <c:pt idx="467">
                  <c:v>42495</c:v>
                </c:pt>
                <c:pt idx="468">
                  <c:v>42496</c:v>
                </c:pt>
                <c:pt idx="469">
                  <c:v>42499</c:v>
                </c:pt>
                <c:pt idx="470">
                  <c:v>42500</c:v>
                </c:pt>
                <c:pt idx="471">
                  <c:v>42501</c:v>
                </c:pt>
                <c:pt idx="472">
                  <c:v>42502</c:v>
                </c:pt>
                <c:pt idx="473">
                  <c:v>42503</c:v>
                </c:pt>
                <c:pt idx="474">
                  <c:v>42506</c:v>
                </c:pt>
                <c:pt idx="475">
                  <c:v>42507</c:v>
                </c:pt>
                <c:pt idx="476">
                  <c:v>42508</c:v>
                </c:pt>
                <c:pt idx="477">
                  <c:v>42509</c:v>
                </c:pt>
                <c:pt idx="478">
                  <c:v>42510</c:v>
                </c:pt>
                <c:pt idx="479">
                  <c:v>42513</c:v>
                </c:pt>
                <c:pt idx="480">
                  <c:v>42514</c:v>
                </c:pt>
                <c:pt idx="481">
                  <c:v>42515</c:v>
                </c:pt>
                <c:pt idx="482">
                  <c:v>42517</c:v>
                </c:pt>
                <c:pt idx="483">
                  <c:v>42520</c:v>
                </c:pt>
                <c:pt idx="484">
                  <c:v>42521</c:v>
                </c:pt>
                <c:pt idx="485">
                  <c:v>42522</c:v>
                </c:pt>
                <c:pt idx="486">
                  <c:v>42523</c:v>
                </c:pt>
                <c:pt idx="487">
                  <c:v>42524</c:v>
                </c:pt>
                <c:pt idx="488">
                  <c:v>42527</c:v>
                </c:pt>
                <c:pt idx="489">
                  <c:v>42528</c:v>
                </c:pt>
                <c:pt idx="490">
                  <c:v>42529</c:v>
                </c:pt>
                <c:pt idx="491">
                  <c:v>42530</c:v>
                </c:pt>
                <c:pt idx="492">
                  <c:v>42531</c:v>
                </c:pt>
                <c:pt idx="493">
                  <c:v>42534</c:v>
                </c:pt>
                <c:pt idx="494">
                  <c:v>42535</c:v>
                </c:pt>
                <c:pt idx="495">
                  <c:v>42536</c:v>
                </c:pt>
                <c:pt idx="496">
                  <c:v>42537</c:v>
                </c:pt>
                <c:pt idx="497">
                  <c:v>42538</c:v>
                </c:pt>
                <c:pt idx="498">
                  <c:v>42541</c:v>
                </c:pt>
                <c:pt idx="499">
                  <c:v>42542</c:v>
                </c:pt>
                <c:pt idx="500">
                  <c:v>42543</c:v>
                </c:pt>
                <c:pt idx="501">
                  <c:v>42544</c:v>
                </c:pt>
                <c:pt idx="502">
                  <c:v>42545</c:v>
                </c:pt>
                <c:pt idx="503">
                  <c:v>42548</c:v>
                </c:pt>
                <c:pt idx="504">
                  <c:v>42549</c:v>
                </c:pt>
                <c:pt idx="505">
                  <c:v>42550</c:v>
                </c:pt>
                <c:pt idx="506">
                  <c:v>42551</c:v>
                </c:pt>
                <c:pt idx="507">
                  <c:v>42552</c:v>
                </c:pt>
                <c:pt idx="508">
                  <c:v>42555</c:v>
                </c:pt>
                <c:pt idx="509">
                  <c:v>42556</c:v>
                </c:pt>
                <c:pt idx="510">
                  <c:v>42557</c:v>
                </c:pt>
                <c:pt idx="511">
                  <c:v>42558</c:v>
                </c:pt>
                <c:pt idx="512">
                  <c:v>42559</c:v>
                </c:pt>
                <c:pt idx="513">
                  <c:v>42562</c:v>
                </c:pt>
                <c:pt idx="514">
                  <c:v>42563</c:v>
                </c:pt>
                <c:pt idx="515">
                  <c:v>42564</c:v>
                </c:pt>
                <c:pt idx="516">
                  <c:v>42565</c:v>
                </c:pt>
                <c:pt idx="517">
                  <c:v>42566</c:v>
                </c:pt>
                <c:pt idx="518">
                  <c:v>42569</c:v>
                </c:pt>
                <c:pt idx="519">
                  <c:v>42570</c:v>
                </c:pt>
                <c:pt idx="520">
                  <c:v>42571</c:v>
                </c:pt>
                <c:pt idx="521">
                  <c:v>42572</c:v>
                </c:pt>
                <c:pt idx="522">
                  <c:v>42573</c:v>
                </c:pt>
                <c:pt idx="523">
                  <c:v>42576</c:v>
                </c:pt>
                <c:pt idx="524">
                  <c:v>42577</c:v>
                </c:pt>
                <c:pt idx="525">
                  <c:v>42578</c:v>
                </c:pt>
                <c:pt idx="526">
                  <c:v>42579</c:v>
                </c:pt>
                <c:pt idx="527">
                  <c:v>42580</c:v>
                </c:pt>
                <c:pt idx="528">
                  <c:v>42583</c:v>
                </c:pt>
                <c:pt idx="529">
                  <c:v>42584</c:v>
                </c:pt>
                <c:pt idx="530">
                  <c:v>42585</c:v>
                </c:pt>
                <c:pt idx="531">
                  <c:v>42586</c:v>
                </c:pt>
                <c:pt idx="532">
                  <c:v>42587</c:v>
                </c:pt>
                <c:pt idx="533">
                  <c:v>42590</c:v>
                </c:pt>
                <c:pt idx="534">
                  <c:v>42591</c:v>
                </c:pt>
                <c:pt idx="535">
                  <c:v>42592</c:v>
                </c:pt>
                <c:pt idx="536">
                  <c:v>42593</c:v>
                </c:pt>
                <c:pt idx="537">
                  <c:v>42594</c:v>
                </c:pt>
                <c:pt idx="538">
                  <c:v>42597</c:v>
                </c:pt>
                <c:pt idx="539">
                  <c:v>42598</c:v>
                </c:pt>
                <c:pt idx="540">
                  <c:v>42599</c:v>
                </c:pt>
                <c:pt idx="541">
                  <c:v>42600</c:v>
                </c:pt>
                <c:pt idx="542">
                  <c:v>42601</c:v>
                </c:pt>
                <c:pt idx="543">
                  <c:v>42604</c:v>
                </c:pt>
                <c:pt idx="544">
                  <c:v>42605</c:v>
                </c:pt>
                <c:pt idx="545">
                  <c:v>42606</c:v>
                </c:pt>
                <c:pt idx="546">
                  <c:v>42607</c:v>
                </c:pt>
                <c:pt idx="547">
                  <c:v>42608</c:v>
                </c:pt>
                <c:pt idx="548">
                  <c:v>42611</c:v>
                </c:pt>
                <c:pt idx="549">
                  <c:v>42612</c:v>
                </c:pt>
                <c:pt idx="550">
                  <c:v>42613</c:v>
                </c:pt>
                <c:pt idx="551">
                  <c:v>42614</c:v>
                </c:pt>
                <c:pt idx="552">
                  <c:v>42615</c:v>
                </c:pt>
                <c:pt idx="553">
                  <c:v>42618</c:v>
                </c:pt>
                <c:pt idx="554">
                  <c:v>42619</c:v>
                </c:pt>
                <c:pt idx="555">
                  <c:v>42621</c:v>
                </c:pt>
                <c:pt idx="556">
                  <c:v>42622</c:v>
                </c:pt>
                <c:pt idx="557">
                  <c:v>42625</c:v>
                </c:pt>
                <c:pt idx="558">
                  <c:v>42626</c:v>
                </c:pt>
                <c:pt idx="559">
                  <c:v>42627</c:v>
                </c:pt>
                <c:pt idx="560">
                  <c:v>42628</c:v>
                </c:pt>
                <c:pt idx="561">
                  <c:v>42629</c:v>
                </c:pt>
                <c:pt idx="562">
                  <c:v>42632</c:v>
                </c:pt>
                <c:pt idx="563">
                  <c:v>42633</c:v>
                </c:pt>
                <c:pt idx="564">
                  <c:v>42634</c:v>
                </c:pt>
                <c:pt idx="565">
                  <c:v>42635</c:v>
                </c:pt>
                <c:pt idx="566">
                  <c:v>42636</c:v>
                </c:pt>
                <c:pt idx="567">
                  <c:v>42639</c:v>
                </c:pt>
                <c:pt idx="568">
                  <c:v>42640</c:v>
                </c:pt>
                <c:pt idx="569">
                  <c:v>42641</c:v>
                </c:pt>
                <c:pt idx="570">
                  <c:v>42642</c:v>
                </c:pt>
                <c:pt idx="571">
                  <c:v>42643</c:v>
                </c:pt>
                <c:pt idx="572">
                  <c:v>42646</c:v>
                </c:pt>
                <c:pt idx="573">
                  <c:v>42647</c:v>
                </c:pt>
                <c:pt idx="574">
                  <c:v>42648</c:v>
                </c:pt>
                <c:pt idx="575">
                  <c:v>42649</c:v>
                </c:pt>
                <c:pt idx="576">
                  <c:v>42650</c:v>
                </c:pt>
                <c:pt idx="577">
                  <c:v>42653</c:v>
                </c:pt>
                <c:pt idx="578">
                  <c:v>42654</c:v>
                </c:pt>
                <c:pt idx="579">
                  <c:v>42656</c:v>
                </c:pt>
                <c:pt idx="580">
                  <c:v>42657</c:v>
                </c:pt>
                <c:pt idx="581">
                  <c:v>42660</c:v>
                </c:pt>
                <c:pt idx="582">
                  <c:v>42661</c:v>
                </c:pt>
                <c:pt idx="583">
                  <c:v>42662</c:v>
                </c:pt>
                <c:pt idx="584">
                  <c:v>42663</c:v>
                </c:pt>
                <c:pt idx="585">
                  <c:v>42664</c:v>
                </c:pt>
                <c:pt idx="586">
                  <c:v>42667</c:v>
                </c:pt>
                <c:pt idx="587">
                  <c:v>42668</c:v>
                </c:pt>
                <c:pt idx="588">
                  <c:v>42669</c:v>
                </c:pt>
                <c:pt idx="589">
                  <c:v>42670</c:v>
                </c:pt>
                <c:pt idx="590">
                  <c:v>42671</c:v>
                </c:pt>
                <c:pt idx="591">
                  <c:v>42674</c:v>
                </c:pt>
                <c:pt idx="592">
                  <c:v>42675</c:v>
                </c:pt>
                <c:pt idx="593">
                  <c:v>42677</c:v>
                </c:pt>
                <c:pt idx="594">
                  <c:v>42678</c:v>
                </c:pt>
                <c:pt idx="595">
                  <c:v>42681</c:v>
                </c:pt>
                <c:pt idx="596">
                  <c:v>42682</c:v>
                </c:pt>
                <c:pt idx="597">
                  <c:v>42683</c:v>
                </c:pt>
                <c:pt idx="598">
                  <c:v>42684</c:v>
                </c:pt>
                <c:pt idx="599">
                  <c:v>42685</c:v>
                </c:pt>
                <c:pt idx="600">
                  <c:v>42688</c:v>
                </c:pt>
                <c:pt idx="601">
                  <c:v>42690</c:v>
                </c:pt>
                <c:pt idx="602">
                  <c:v>42691</c:v>
                </c:pt>
                <c:pt idx="603">
                  <c:v>42692</c:v>
                </c:pt>
                <c:pt idx="604">
                  <c:v>42695</c:v>
                </c:pt>
                <c:pt idx="605">
                  <c:v>42696</c:v>
                </c:pt>
                <c:pt idx="606">
                  <c:v>42697</c:v>
                </c:pt>
                <c:pt idx="607">
                  <c:v>42698</c:v>
                </c:pt>
                <c:pt idx="608">
                  <c:v>42699</c:v>
                </c:pt>
                <c:pt idx="609">
                  <c:v>42702</c:v>
                </c:pt>
                <c:pt idx="610">
                  <c:v>42703</c:v>
                </c:pt>
                <c:pt idx="611">
                  <c:v>42704</c:v>
                </c:pt>
                <c:pt idx="612">
                  <c:v>42705</c:v>
                </c:pt>
                <c:pt idx="613">
                  <c:v>42706</c:v>
                </c:pt>
                <c:pt idx="614">
                  <c:v>42709</c:v>
                </c:pt>
                <c:pt idx="615">
                  <c:v>42710</c:v>
                </c:pt>
                <c:pt idx="616">
                  <c:v>42711</c:v>
                </c:pt>
                <c:pt idx="617">
                  <c:v>42712</c:v>
                </c:pt>
                <c:pt idx="618">
                  <c:v>42713</c:v>
                </c:pt>
                <c:pt idx="619">
                  <c:v>42716</c:v>
                </c:pt>
                <c:pt idx="620">
                  <c:v>42717</c:v>
                </c:pt>
                <c:pt idx="621">
                  <c:v>42718</c:v>
                </c:pt>
                <c:pt idx="622">
                  <c:v>42719</c:v>
                </c:pt>
                <c:pt idx="623">
                  <c:v>42720</c:v>
                </c:pt>
                <c:pt idx="624">
                  <c:v>42723</c:v>
                </c:pt>
                <c:pt idx="625">
                  <c:v>42724</c:v>
                </c:pt>
                <c:pt idx="626">
                  <c:v>42725</c:v>
                </c:pt>
                <c:pt idx="627">
                  <c:v>42726</c:v>
                </c:pt>
                <c:pt idx="628">
                  <c:v>42727</c:v>
                </c:pt>
                <c:pt idx="629">
                  <c:v>42730</c:v>
                </c:pt>
                <c:pt idx="630">
                  <c:v>42731</c:v>
                </c:pt>
                <c:pt idx="631">
                  <c:v>42732</c:v>
                </c:pt>
                <c:pt idx="632">
                  <c:v>42733</c:v>
                </c:pt>
                <c:pt idx="633">
                  <c:v>42737</c:v>
                </c:pt>
                <c:pt idx="634">
                  <c:v>42738</c:v>
                </c:pt>
                <c:pt idx="635">
                  <c:v>42739</c:v>
                </c:pt>
                <c:pt idx="636">
                  <c:v>42740</c:v>
                </c:pt>
                <c:pt idx="637">
                  <c:v>42741</c:v>
                </c:pt>
                <c:pt idx="638">
                  <c:v>42744</c:v>
                </c:pt>
                <c:pt idx="639">
                  <c:v>42745</c:v>
                </c:pt>
                <c:pt idx="640">
                  <c:v>42746</c:v>
                </c:pt>
                <c:pt idx="641">
                  <c:v>42747</c:v>
                </c:pt>
                <c:pt idx="642">
                  <c:v>42748</c:v>
                </c:pt>
                <c:pt idx="643">
                  <c:v>42751</c:v>
                </c:pt>
                <c:pt idx="644">
                  <c:v>42752</c:v>
                </c:pt>
                <c:pt idx="645">
                  <c:v>42753</c:v>
                </c:pt>
                <c:pt idx="646">
                  <c:v>42754</c:v>
                </c:pt>
                <c:pt idx="647">
                  <c:v>42755</c:v>
                </c:pt>
                <c:pt idx="648">
                  <c:v>42758</c:v>
                </c:pt>
                <c:pt idx="649">
                  <c:v>42759</c:v>
                </c:pt>
                <c:pt idx="650">
                  <c:v>42761</c:v>
                </c:pt>
                <c:pt idx="651">
                  <c:v>42762</c:v>
                </c:pt>
                <c:pt idx="652">
                  <c:v>42765</c:v>
                </c:pt>
                <c:pt idx="653">
                  <c:v>42766</c:v>
                </c:pt>
                <c:pt idx="654">
                  <c:v>42767</c:v>
                </c:pt>
                <c:pt idx="655">
                  <c:v>42768</c:v>
                </c:pt>
                <c:pt idx="656">
                  <c:v>42769</c:v>
                </c:pt>
                <c:pt idx="657">
                  <c:v>42772</c:v>
                </c:pt>
                <c:pt idx="658">
                  <c:v>42773</c:v>
                </c:pt>
                <c:pt idx="659">
                  <c:v>42774</c:v>
                </c:pt>
                <c:pt idx="660">
                  <c:v>42775</c:v>
                </c:pt>
                <c:pt idx="661">
                  <c:v>42776</c:v>
                </c:pt>
                <c:pt idx="662">
                  <c:v>42779</c:v>
                </c:pt>
                <c:pt idx="663">
                  <c:v>42780</c:v>
                </c:pt>
                <c:pt idx="664">
                  <c:v>42781</c:v>
                </c:pt>
                <c:pt idx="665">
                  <c:v>42782</c:v>
                </c:pt>
                <c:pt idx="666">
                  <c:v>42783</c:v>
                </c:pt>
                <c:pt idx="667">
                  <c:v>42786</c:v>
                </c:pt>
                <c:pt idx="668">
                  <c:v>42787</c:v>
                </c:pt>
                <c:pt idx="669">
                  <c:v>42788</c:v>
                </c:pt>
                <c:pt idx="670">
                  <c:v>42789</c:v>
                </c:pt>
                <c:pt idx="671">
                  <c:v>42790</c:v>
                </c:pt>
                <c:pt idx="672">
                  <c:v>42795</c:v>
                </c:pt>
                <c:pt idx="673">
                  <c:v>42796</c:v>
                </c:pt>
                <c:pt idx="674">
                  <c:v>42797</c:v>
                </c:pt>
                <c:pt idx="675">
                  <c:v>42800</c:v>
                </c:pt>
                <c:pt idx="676">
                  <c:v>42801</c:v>
                </c:pt>
                <c:pt idx="677">
                  <c:v>42802</c:v>
                </c:pt>
                <c:pt idx="678">
                  <c:v>42803</c:v>
                </c:pt>
                <c:pt idx="679">
                  <c:v>42804</c:v>
                </c:pt>
                <c:pt idx="680">
                  <c:v>42807</c:v>
                </c:pt>
                <c:pt idx="681">
                  <c:v>42808</c:v>
                </c:pt>
                <c:pt idx="682">
                  <c:v>42809</c:v>
                </c:pt>
                <c:pt idx="683">
                  <c:v>42810</c:v>
                </c:pt>
                <c:pt idx="684">
                  <c:v>42811</c:v>
                </c:pt>
                <c:pt idx="685">
                  <c:v>42814</c:v>
                </c:pt>
                <c:pt idx="686">
                  <c:v>42815</c:v>
                </c:pt>
                <c:pt idx="687">
                  <c:v>42816</c:v>
                </c:pt>
                <c:pt idx="688">
                  <c:v>42817</c:v>
                </c:pt>
                <c:pt idx="689">
                  <c:v>42818</c:v>
                </c:pt>
                <c:pt idx="690">
                  <c:v>42821</c:v>
                </c:pt>
                <c:pt idx="691">
                  <c:v>42822</c:v>
                </c:pt>
                <c:pt idx="692">
                  <c:v>42823</c:v>
                </c:pt>
                <c:pt idx="693">
                  <c:v>42824</c:v>
                </c:pt>
                <c:pt idx="694">
                  <c:v>42825</c:v>
                </c:pt>
                <c:pt idx="695">
                  <c:v>42828</c:v>
                </c:pt>
                <c:pt idx="696">
                  <c:v>42829</c:v>
                </c:pt>
                <c:pt idx="697">
                  <c:v>42830</c:v>
                </c:pt>
                <c:pt idx="698">
                  <c:v>42831</c:v>
                </c:pt>
                <c:pt idx="699">
                  <c:v>42832</c:v>
                </c:pt>
                <c:pt idx="700">
                  <c:v>42835</c:v>
                </c:pt>
                <c:pt idx="701">
                  <c:v>42836</c:v>
                </c:pt>
                <c:pt idx="702">
                  <c:v>42837</c:v>
                </c:pt>
                <c:pt idx="703">
                  <c:v>42838</c:v>
                </c:pt>
                <c:pt idx="704">
                  <c:v>42842</c:v>
                </c:pt>
                <c:pt idx="705">
                  <c:v>42843</c:v>
                </c:pt>
                <c:pt idx="706">
                  <c:v>42844</c:v>
                </c:pt>
                <c:pt idx="707">
                  <c:v>42845</c:v>
                </c:pt>
                <c:pt idx="708">
                  <c:v>42849</c:v>
                </c:pt>
                <c:pt idx="709">
                  <c:v>42850</c:v>
                </c:pt>
                <c:pt idx="710">
                  <c:v>42851</c:v>
                </c:pt>
                <c:pt idx="711">
                  <c:v>42852</c:v>
                </c:pt>
                <c:pt idx="712">
                  <c:v>42853</c:v>
                </c:pt>
                <c:pt idx="713">
                  <c:v>42857</c:v>
                </c:pt>
                <c:pt idx="714">
                  <c:v>42858</c:v>
                </c:pt>
                <c:pt idx="715">
                  <c:v>42859</c:v>
                </c:pt>
                <c:pt idx="716">
                  <c:v>42860</c:v>
                </c:pt>
                <c:pt idx="717">
                  <c:v>42863</c:v>
                </c:pt>
                <c:pt idx="718">
                  <c:v>42864</c:v>
                </c:pt>
                <c:pt idx="719">
                  <c:v>42865</c:v>
                </c:pt>
                <c:pt idx="720">
                  <c:v>42866</c:v>
                </c:pt>
                <c:pt idx="721">
                  <c:v>42867</c:v>
                </c:pt>
                <c:pt idx="722">
                  <c:v>42870</c:v>
                </c:pt>
                <c:pt idx="723">
                  <c:v>42871</c:v>
                </c:pt>
                <c:pt idx="724">
                  <c:v>42872</c:v>
                </c:pt>
                <c:pt idx="725">
                  <c:v>42873</c:v>
                </c:pt>
                <c:pt idx="726">
                  <c:v>42874</c:v>
                </c:pt>
                <c:pt idx="727">
                  <c:v>42877</c:v>
                </c:pt>
                <c:pt idx="728">
                  <c:v>42878</c:v>
                </c:pt>
                <c:pt idx="729">
                  <c:v>42879</c:v>
                </c:pt>
                <c:pt idx="730">
                  <c:v>42880</c:v>
                </c:pt>
                <c:pt idx="731">
                  <c:v>42881</c:v>
                </c:pt>
                <c:pt idx="732">
                  <c:v>42884</c:v>
                </c:pt>
                <c:pt idx="733">
                  <c:v>42885</c:v>
                </c:pt>
                <c:pt idx="734">
                  <c:v>42886</c:v>
                </c:pt>
                <c:pt idx="735">
                  <c:v>42887</c:v>
                </c:pt>
                <c:pt idx="736">
                  <c:v>42888</c:v>
                </c:pt>
                <c:pt idx="737">
                  <c:v>42891</c:v>
                </c:pt>
                <c:pt idx="738">
                  <c:v>42892</c:v>
                </c:pt>
                <c:pt idx="739">
                  <c:v>42893</c:v>
                </c:pt>
                <c:pt idx="740">
                  <c:v>42894</c:v>
                </c:pt>
                <c:pt idx="741">
                  <c:v>42895</c:v>
                </c:pt>
                <c:pt idx="742">
                  <c:v>42898</c:v>
                </c:pt>
                <c:pt idx="743">
                  <c:v>42899</c:v>
                </c:pt>
                <c:pt idx="744">
                  <c:v>42900</c:v>
                </c:pt>
                <c:pt idx="745">
                  <c:v>42902</c:v>
                </c:pt>
                <c:pt idx="746">
                  <c:v>42905</c:v>
                </c:pt>
                <c:pt idx="747">
                  <c:v>42906</c:v>
                </c:pt>
                <c:pt idx="748">
                  <c:v>42907</c:v>
                </c:pt>
                <c:pt idx="749">
                  <c:v>42908</c:v>
                </c:pt>
                <c:pt idx="750">
                  <c:v>42909</c:v>
                </c:pt>
                <c:pt idx="751">
                  <c:v>42912</c:v>
                </c:pt>
                <c:pt idx="752">
                  <c:v>42913</c:v>
                </c:pt>
                <c:pt idx="753">
                  <c:v>42914</c:v>
                </c:pt>
                <c:pt idx="754">
                  <c:v>42915</c:v>
                </c:pt>
                <c:pt idx="755">
                  <c:v>42916</c:v>
                </c:pt>
                <c:pt idx="756">
                  <c:v>42919</c:v>
                </c:pt>
                <c:pt idx="757">
                  <c:v>42920</c:v>
                </c:pt>
                <c:pt idx="758">
                  <c:v>42921</c:v>
                </c:pt>
                <c:pt idx="759">
                  <c:v>42922</c:v>
                </c:pt>
                <c:pt idx="760">
                  <c:v>42923</c:v>
                </c:pt>
                <c:pt idx="761">
                  <c:v>42926</c:v>
                </c:pt>
                <c:pt idx="762">
                  <c:v>42927</c:v>
                </c:pt>
                <c:pt idx="763">
                  <c:v>42928</c:v>
                </c:pt>
                <c:pt idx="764">
                  <c:v>42929</c:v>
                </c:pt>
                <c:pt idx="765">
                  <c:v>42930</c:v>
                </c:pt>
                <c:pt idx="766">
                  <c:v>42933</c:v>
                </c:pt>
                <c:pt idx="767">
                  <c:v>42934</c:v>
                </c:pt>
                <c:pt idx="768">
                  <c:v>42935</c:v>
                </c:pt>
                <c:pt idx="769">
                  <c:v>42936</c:v>
                </c:pt>
                <c:pt idx="770">
                  <c:v>42937</c:v>
                </c:pt>
                <c:pt idx="771">
                  <c:v>42940</c:v>
                </c:pt>
                <c:pt idx="772">
                  <c:v>42941</c:v>
                </c:pt>
                <c:pt idx="773">
                  <c:v>42942</c:v>
                </c:pt>
                <c:pt idx="774">
                  <c:v>42943</c:v>
                </c:pt>
                <c:pt idx="775">
                  <c:v>42944</c:v>
                </c:pt>
                <c:pt idx="776">
                  <c:v>42947</c:v>
                </c:pt>
                <c:pt idx="777">
                  <c:v>42948</c:v>
                </c:pt>
                <c:pt idx="778">
                  <c:v>42949</c:v>
                </c:pt>
                <c:pt idx="779">
                  <c:v>42950</c:v>
                </c:pt>
                <c:pt idx="780">
                  <c:v>42951</c:v>
                </c:pt>
                <c:pt idx="781">
                  <c:v>42954</c:v>
                </c:pt>
                <c:pt idx="782">
                  <c:v>42955</c:v>
                </c:pt>
                <c:pt idx="783">
                  <c:v>42956</c:v>
                </c:pt>
                <c:pt idx="784">
                  <c:v>42957</c:v>
                </c:pt>
                <c:pt idx="785">
                  <c:v>42958</c:v>
                </c:pt>
                <c:pt idx="786">
                  <c:v>42961</c:v>
                </c:pt>
                <c:pt idx="787">
                  <c:v>42962</c:v>
                </c:pt>
                <c:pt idx="788">
                  <c:v>42963</c:v>
                </c:pt>
                <c:pt idx="789">
                  <c:v>42964</c:v>
                </c:pt>
                <c:pt idx="790">
                  <c:v>42965</c:v>
                </c:pt>
                <c:pt idx="791">
                  <c:v>42968</c:v>
                </c:pt>
                <c:pt idx="792">
                  <c:v>42969</c:v>
                </c:pt>
                <c:pt idx="793">
                  <c:v>42970</c:v>
                </c:pt>
                <c:pt idx="794">
                  <c:v>42971</c:v>
                </c:pt>
                <c:pt idx="795">
                  <c:v>42972</c:v>
                </c:pt>
                <c:pt idx="796">
                  <c:v>42975</c:v>
                </c:pt>
                <c:pt idx="797">
                  <c:v>42976</c:v>
                </c:pt>
                <c:pt idx="798">
                  <c:v>42977</c:v>
                </c:pt>
                <c:pt idx="799">
                  <c:v>42978</c:v>
                </c:pt>
                <c:pt idx="800">
                  <c:v>42979</c:v>
                </c:pt>
                <c:pt idx="801">
                  <c:v>42982</c:v>
                </c:pt>
                <c:pt idx="802">
                  <c:v>42983</c:v>
                </c:pt>
                <c:pt idx="803">
                  <c:v>42984</c:v>
                </c:pt>
                <c:pt idx="804">
                  <c:v>42986</c:v>
                </c:pt>
                <c:pt idx="805">
                  <c:v>42989</c:v>
                </c:pt>
                <c:pt idx="806">
                  <c:v>42990</c:v>
                </c:pt>
                <c:pt idx="807">
                  <c:v>42991</c:v>
                </c:pt>
                <c:pt idx="808">
                  <c:v>42992</c:v>
                </c:pt>
                <c:pt idx="809">
                  <c:v>42993</c:v>
                </c:pt>
                <c:pt idx="810">
                  <c:v>42996</c:v>
                </c:pt>
                <c:pt idx="811">
                  <c:v>42997</c:v>
                </c:pt>
                <c:pt idx="812">
                  <c:v>42998</c:v>
                </c:pt>
                <c:pt idx="813">
                  <c:v>42999</c:v>
                </c:pt>
                <c:pt idx="814">
                  <c:v>43000</c:v>
                </c:pt>
                <c:pt idx="815">
                  <c:v>43003</c:v>
                </c:pt>
                <c:pt idx="816">
                  <c:v>43004</c:v>
                </c:pt>
                <c:pt idx="817">
                  <c:v>43005</c:v>
                </c:pt>
                <c:pt idx="818">
                  <c:v>43006</c:v>
                </c:pt>
                <c:pt idx="819">
                  <c:v>43007</c:v>
                </c:pt>
                <c:pt idx="820">
                  <c:v>43010</c:v>
                </c:pt>
                <c:pt idx="821">
                  <c:v>43011</c:v>
                </c:pt>
                <c:pt idx="822">
                  <c:v>43012</c:v>
                </c:pt>
                <c:pt idx="823">
                  <c:v>43013</c:v>
                </c:pt>
                <c:pt idx="824">
                  <c:v>43014</c:v>
                </c:pt>
                <c:pt idx="825">
                  <c:v>43017</c:v>
                </c:pt>
                <c:pt idx="826">
                  <c:v>43018</c:v>
                </c:pt>
                <c:pt idx="827">
                  <c:v>43019</c:v>
                </c:pt>
                <c:pt idx="828">
                  <c:v>43021</c:v>
                </c:pt>
                <c:pt idx="829">
                  <c:v>43024</c:v>
                </c:pt>
                <c:pt idx="830">
                  <c:v>43025</c:v>
                </c:pt>
                <c:pt idx="831">
                  <c:v>43026</c:v>
                </c:pt>
                <c:pt idx="832">
                  <c:v>43027</c:v>
                </c:pt>
                <c:pt idx="833">
                  <c:v>43028</c:v>
                </c:pt>
                <c:pt idx="834">
                  <c:v>43031</c:v>
                </c:pt>
                <c:pt idx="835">
                  <c:v>43032</c:v>
                </c:pt>
                <c:pt idx="836">
                  <c:v>43033</c:v>
                </c:pt>
                <c:pt idx="837">
                  <c:v>43034</c:v>
                </c:pt>
                <c:pt idx="838">
                  <c:v>43035</c:v>
                </c:pt>
                <c:pt idx="839">
                  <c:v>43038</c:v>
                </c:pt>
                <c:pt idx="840">
                  <c:v>43039</c:v>
                </c:pt>
                <c:pt idx="841">
                  <c:v>43040</c:v>
                </c:pt>
                <c:pt idx="842">
                  <c:v>43042</c:v>
                </c:pt>
                <c:pt idx="843">
                  <c:v>43045</c:v>
                </c:pt>
                <c:pt idx="844">
                  <c:v>43046</c:v>
                </c:pt>
                <c:pt idx="845">
                  <c:v>43047</c:v>
                </c:pt>
                <c:pt idx="846">
                  <c:v>43048</c:v>
                </c:pt>
                <c:pt idx="847">
                  <c:v>43049</c:v>
                </c:pt>
                <c:pt idx="848">
                  <c:v>43052</c:v>
                </c:pt>
                <c:pt idx="849">
                  <c:v>43053</c:v>
                </c:pt>
                <c:pt idx="850">
                  <c:v>43055</c:v>
                </c:pt>
                <c:pt idx="851">
                  <c:v>43056</c:v>
                </c:pt>
                <c:pt idx="852">
                  <c:v>43060</c:v>
                </c:pt>
                <c:pt idx="853">
                  <c:v>43061</c:v>
                </c:pt>
                <c:pt idx="854">
                  <c:v>43062</c:v>
                </c:pt>
                <c:pt idx="855">
                  <c:v>43063</c:v>
                </c:pt>
                <c:pt idx="856">
                  <c:v>43066</c:v>
                </c:pt>
                <c:pt idx="857">
                  <c:v>43067</c:v>
                </c:pt>
                <c:pt idx="858">
                  <c:v>43068</c:v>
                </c:pt>
                <c:pt idx="859">
                  <c:v>43069</c:v>
                </c:pt>
                <c:pt idx="860">
                  <c:v>43070</c:v>
                </c:pt>
                <c:pt idx="861">
                  <c:v>43073</c:v>
                </c:pt>
                <c:pt idx="862">
                  <c:v>43074</c:v>
                </c:pt>
                <c:pt idx="863">
                  <c:v>43075</c:v>
                </c:pt>
                <c:pt idx="864">
                  <c:v>43076</c:v>
                </c:pt>
                <c:pt idx="865">
                  <c:v>43077</c:v>
                </c:pt>
                <c:pt idx="866">
                  <c:v>43080</c:v>
                </c:pt>
                <c:pt idx="867">
                  <c:v>43081</c:v>
                </c:pt>
                <c:pt idx="868">
                  <c:v>43082</c:v>
                </c:pt>
                <c:pt idx="869">
                  <c:v>43083</c:v>
                </c:pt>
                <c:pt idx="870">
                  <c:v>43084</c:v>
                </c:pt>
                <c:pt idx="871">
                  <c:v>43087</c:v>
                </c:pt>
                <c:pt idx="872">
                  <c:v>43088</c:v>
                </c:pt>
                <c:pt idx="873">
                  <c:v>43089</c:v>
                </c:pt>
                <c:pt idx="874">
                  <c:v>43090</c:v>
                </c:pt>
                <c:pt idx="875">
                  <c:v>43091</c:v>
                </c:pt>
                <c:pt idx="876">
                  <c:v>43095</c:v>
                </c:pt>
                <c:pt idx="877">
                  <c:v>43096</c:v>
                </c:pt>
                <c:pt idx="878">
                  <c:v>43097</c:v>
                </c:pt>
                <c:pt idx="879">
                  <c:v>43102</c:v>
                </c:pt>
                <c:pt idx="880">
                  <c:v>43103</c:v>
                </c:pt>
                <c:pt idx="881">
                  <c:v>43104</c:v>
                </c:pt>
                <c:pt idx="882">
                  <c:v>43105</c:v>
                </c:pt>
                <c:pt idx="883">
                  <c:v>43108</c:v>
                </c:pt>
                <c:pt idx="884">
                  <c:v>43109</c:v>
                </c:pt>
                <c:pt idx="885">
                  <c:v>43110</c:v>
                </c:pt>
                <c:pt idx="886">
                  <c:v>43111</c:v>
                </c:pt>
                <c:pt idx="887">
                  <c:v>43112</c:v>
                </c:pt>
                <c:pt idx="888">
                  <c:v>43115</c:v>
                </c:pt>
                <c:pt idx="889">
                  <c:v>43116</c:v>
                </c:pt>
                <c:pt idx="890">
                  <c:v>43117</c:v>
                </c:pt>
                <c:pt idx="891">
                  <c:v>43118</c:v>
                </c:pt>
                <c:pt idx="892">
                  <c:v>43119</c:v>
                </c:pt>
                <c:pt idx="893">
                  <c:v>43122</c:v>
                </c:pt>
                <c:pt idx="894">
                  <c:v>43123</c:v>
                </c:pt>
                <c:pt idx="895">
                  <c:v>43124</c:v>
                </c:pt>
                <c:pt idx="896">
                  <c:v>43126</c:v>
                </c:pt>
                <c:pt idx="897">
                  <c:v>43129</c:v>
                </c:pt>
                <c:pt idx="898">
                  <c:v>43130</c:v>
                </c:pt>
                <c:pt idx="899">
                  <c:v>43131</c:v>
                </c:pt>
                <c:pt idx="900">
                  <c:v>43132</c:v>
                </c:pt>
                <c:pt idx="901">
                  <c:v>43133</c:v>
                </c:pt>
                <c:pt idx="902">
                  <c:v>43136</c:v>
                </c:pt>
                <c:pt idx="903">
                  <c:v>43137</c:v>
                </c:pt>
                <c:pt idx="904">
                  <c:v>43138</c:v>
                </c:pt>
                <c:pt idx="905">
                  <c:v>43139</c:v>
                </c:pt>
                <c:pt idx="906">
                  <c:v>43140</c:v>
                </c:pt>
                <c:pt idx="907">
                  <c:v>43145</c:v>
                </c:pt>
                <c:pt idx="908">
                  <c:v>43146</c:v>
                </c:pt>
                <c:pt idx="909">
                  <c:v>43147</c:v>
                </c:pt>
                <c:pt idx="910">
                  <c:v>43150</c:v>
                </c:pt>
                <c:pt idx="911">
                  <c:v>43151</c:v>
                </c:pt>
                <c:pt idx="912">
                  <c:v>43152</c:v>
                </c:pt>
                <c:pt idx="913">
                  <c:v>43153</c:v>
                </c:pt>
                <c:pt idx="914">
                  <c:v>43154</c:v>
                </c:pt>
                <c:pt idx="915">
                  <c:v>43157</c:v>
                </c:pt>
                <c:pt idx="916">
                  <c:v>43158</c:v>
                </c:pt>
                <c:pt idx="917">
                  <c:v>43159</c:v>
                </c:pt>
                <c:pt idx="918">
                  <c:v>43160</c:v>
                </c:pt>
                <c:pt idx="919">
                  <c:v>43161</c:v>
                </c:pt>
                <c:pt idx="920">
                  <c:v>43164</c:v>
                </c:pt>
                <c:pt idx="921">
                  <c:v>43165</c:v>
                </c:pt>
                <c:pt idx="922">
                  <c:v>43166</c:v>
                </c:pt>
                <c:pt idx="923">
                  <c:v>43167</c:v>
                </c:pt>
                <c:pt idx="924">
                  <c:v>43168</c:v>
                </c:pt>
                <c:pt idx="925">
                  <c:v>43171</c:v>
                </c:pt>
                <c:pt idx="926">
                  <c:v>43172</c:v>
                </c:pt>
                <c:pt idx="927">
                  <c:v>43173</c:v>
                </c:pt>
                <c:pt idx="928">
                  <c:v>43174</c:v>
                </c:pt>
                <c:pt idx="929">
                  <c:v>43175</c:v>
                </c:pt>
                <c:pt idx="930">
                  <c:v>43178</c:v>
                </c:pt>
                <c:pt idx="931">
                  <c:v>43179</c:v>
                </c:pt>
                <c:pt idx="932">
                  <c:v>43180</c:v>
                </c:pt>
                <c:pt idx="933">
                  <c:v>43181</c:v>
                </c:pt>
                <c:pt idx="934">
                  <c:v>43182</c:v>
                </c:pt>
                <c:pt idx="935">
                  <c:v>43185</c:v>
                </c:pt>
                <c:pt idx="936">
                  <c:v>43186</c:v>
                </c:pt>
                <c:pt idx="937">
                  <c:v>43187</c:v>
                </c:pt>
                <c:pt idx="938">
                  <c:v>43188</c:v>
                </c:pt>
                <c:pt idx="939">
                  <c:v>43192</c:v>
                </c:pt>
                <c:pt idx="940">
                  <c:v>43193</c:v>
                </c:pt>
                <c:pt idx="941">
                  <c:v>43194</c:v>
                </c:pt>
                <c:pt idx="942">
                  <c:v>43195</c:v>
                </c:pt>
                <c:pt idx="943">
                  <c:v>43196</c:v>
                </c:pt>
                <c:pt idx="944">
                  <c:v>43199</c:v>
                </c:pt>
                <c:pt idx="945">
                  <c:v>43200</c:v>
                </c:pt>
                <c:pt idx="946">
                  <c:v>43201</c:v>
                </c:pt>
                <c:pt idx="947">
                  <c:v>43202</c:v>
                </c:pt>
                <c:pt idx="948">
                  <c:v>43203</c:v>
                </c:pt>
                <c:pt idx="949">
                  <c:v>43206</c:v>
                </c:pt>
                <c:pt idx="950">
                  <c:v>43207</c:v>
                </c:pt>
                <c:pt idx="951">
                  <c:v>43208</c:v>
                </c:pt>
                <c:pt idx="952">
                  <c:v>43209</c:v>
                </c:pt>
                <c:pt idx="953">
                  <c:v>43210</c:v>
                </c:pt>
                <c:pt idx="954">
                  <c:v>43213</c:v>
                </c:pt>
                <c:pt idx="955">
                  <c:v>43214</c:v>
                </c:pt>
                <c:pt idx="956">
                  <c:v>43215</c:v>
                </c:pt>
                <c:pt idx="957">
                  <c:v>43216</c:v>
                </c:pt>
                <c:pt idx="958">
                  <c:v>43217</c:v>
                </c:pt>
                <c:pt idx="959">
                  <c:v>43220</c:v>
                </c:pt>
                <c:pt idx="960">
                  <c:v>43222</c:v>
                </c:pt>
                <c:pt idx="961">
                  <c:v>43223</c:v>
                </c:pt>
                <c:pt idx="962">
                  <c:v>43224</c:v>
                </c:pt>
                <c:pt idx="963">
                  <c:v>43227</c:v>
                </c:pt>
                <c:pt idx="964">
                  <c:v>43228</c:v>
                </c:pt>
                <c:pt idx="965">
                  <c:v>43229</c:v>
                </c:pt>
                <c:pt idx="966">
                  <c:v>43230</c:v>
                </c:pt>
                <c:pt idx="967">
                  <c:v>43231</c:v>
                </c:pt>
                <c:pt idx="968">
                  <c:v>43234</c:v>
                </c:pt>
                <c:pt idx="969">
                  <c:v>43235</c:v>
                </c:pt>
                <c:pt idx="970">
                  <c:v>43236</c:v>
                </c:pt>
                <c:pt idx="971">
                  <c:v>43237</c:v>
                </c:pt>
                <c:pt idx="972">
                  <c:v>43238</c:v>
                </c:pt>
                <c:pt idx="973">
                  <c:v>43241</c:v>
                </c:pt>
                <c:pt idx="974">
                  <c:v>43242</c:v>
                </c:pt>
                <c:pt idx="975">
                  <c:v>43243</c:v>
                </c:pt>
                <c:pt idx="976">
                  <c:v>43244</c:v>
                </c:pt>
                <c:pt idx="977">
                  <c:v>43245</c:v>
                </c:pt>
                <c:pt idx="978">
                  <c:v>43248</c:v>
                </c:pt>
                <c:pt idx="979">
                  <c:v>43249</c:v>
                </c:pt>
                <c:pt idx="980">
                  <c:v>43250</c:v>
                </c:pt>
                <c:pt idx="981">
                  <c:v>43252</c:v>
                </c:pt>
                <c:pt idx="982">
                  <c:v>43255</c:v>
                </c:pt>
                <c:pt idx="983">
                  <c:v>43256</c:v>
                </c:pt>
                <c:pt idx="984">
                  <c:v>43257</c:v>
                </c:pt>
                <c:pt idx="985">
                  <c:v>43258</c:v>
                </c:pt>
                <c:pt idx="986">
                  <c:v>43259</c:v>
                </c:pt>
                <c:pt idx="987">
                  <c:v>43262</c:v>
                </c:pt>
                <c:pt idx="988">
                  <c:v>43263</c:v>
                </c:pt>
                <c:pt idx="989">
                  <c:v>43264</c:v>
                </c:pt>
                <c:pt idx="990">
                  <c:v>43265</c:v>
                </c:pt>
                <c:pt idx="991">
                  <c:v>43266</c:v>
                </c:pt>
                <c:pt idx="992">
                  <c:v>43269</c:v>
                </c:pt>
                <c:pt idx="993">
                  <c:v>43270</c:v>
                </c:pt>
                <c:pt idx="994">
                  <c:v>43271</c:v>
                </c:pt>
                <c:pt idx="995">
                  <c:v>43272</c:v>
                </c:pt>
                <c:pt idx="996">
                  <c:v>43273</c:v>
                </c:pt>
                <c:pt idx="997">
                  <c:v>43276</c:v>
                </c:pt>
                <c:pt idx="998">
                  <c:v>43277</c:v>
                </c:pt>
                <c:pt idx="999">
                  <c:v>43278</c:v>
                </c:pt>
                <c:pt idx="1000">
                  <c:v>43279</c:v>
                </c:pt>
                <c:pt idx="1001">
                  <c:v>43280</c:v>
                </c:pt>
                <c:pt idx="1002">
                  <c:v>43283</c:v>
                </c:pt>
                <c:pt idx="1003">
                  <c:v>43284</c:v>
                </c:pt>
                <c:pt idx="1004">
                  <c:v>43285</c:v>
                </c:pt>
                <c:pt idx="1005">
                  <c:v>43286</c:v>
                </c:pt>
                <c:pt idx="1006">
                  <c:v>43287</c:v>
                </c:pt>
                <c:pt idx="1007">
                  <c:v>43291</c:v>
                </c:pt>
                <c:pt idx="1008">
                  <c:v>43292</c:v>
                </c:pt>
                <c:pt idx="1009">
                  <c:v>43293</c:v>
                </c:pt>
                <c:pt idx="1010">
                  <c:v>43294</c:v>
                </c:pt>
                <c:pt idx="1011">
                  <c:v>43297</c:v>
                </c:pt>
                <c:pt idx="1012">
                  <c:v>43298</c:v>
                </c:pt>
                <c:pt idx="1013">
                  <c:v>43299</c:v>
                </c:pt>
                <c:pt idx="1014">
                  <c:v>43300</c:v>
                </c:pt>
                <c:pt idx="1015">
                  <c:v>43301</c:v>
                </c:pt>
                <c:pt idx="1016">
                  <c:v>43304</c:v>
                </c:pt>
                <c:pt idx="1017">
                  <c:v>43305</c:v>
                </c:pt>
                <c:pt idx="1018">
                  <c:v>43306</c:v>
                </c:pt>
                <c:pt idx="1019">
                  <c:v>43307</c:v>
                </c:pt>
                <c:pt idx="1020">
                  <c:v>43308</c:v>
                </c:pt>
                <c:pt idx="1021">
                  <c:v>43311</c:v>
                </c:pt>
                <c:pt idx="1022">
                  <c:v>43312</c:v>
                </c:pt>
                <c:pt idx="1023">
                  <c:v>43313</c:v>
                </c:pt>
                <c:pt idx="1024">
                  <c:v>43314</c:v>
                </c:pt>
                <c:pt idx="1025">
                  <c:v>43315</c:v>
                </c:pt>
                <c:pt idx="1026">
                  <c:v>43318</c:v>
                </c:pt>
                <c:pt idx="1027">
                  <c:v>43319</c:v>
                </c:pt>
                <c:pt idx="1028">
                  <c:v>43320</c:v>
                </c:pt>
                <c:pt idx="1029">
                  <c:v>43321</c:v>
                </c:pt>
                <c:pt idx="1030">
                  <c:v>43322</c:v>
                </c:pt>
                <c:pt idx="1031">
                  <c:v>43325</c:v>
                </c:pt>
                <c:pt idx="1032">
                  <c:v>43326</c:v>
                </c:pt>
                <c:pt idx="1033">
                  <c:v>43327</c:v>
                </c:pt>
                <c:pt idx="1034">
                  <c:v>43328</c:v>
                </c:pt>
                <c:pt idx="1035">
                  <c:v>43329</c:v>
                </c:pt>
                <c:pt idx="1036">
                  <c:v>43332</c:v>
                </c:pt>
                <c:pt idx="1037">
                  <c:v>43333</c:v>
                </c:pt>
                <c:pt idx="1038">
                  <c:v>43334</c:v>
                </c:pt>
                <c:pt idx="1039">
                  <c:v>43335</c:v>
                </c:pt>
                <c:pt idx="1040">
                  <c:v>43336</c:v>
                </c:pt>
                <c:pt idx="1041">
                  <c:v>43339</c:v>
                </c:pt>
                <c:pt idx="1042">
                  <c:v>43340</c:v>
                </c:pt>
                <c:pt idx="1043">
                  <c:v>43341</c:v>
                </c:pt>
                <c:pt idx="1044">
                  <c:v>43342</c:v>
                </c:pt>
                <c:pt idx="1045">
                  <c:v>43343</c:v>
                </c:pt>
                <c:pt idx="1046">
                  <c:v>43346</c:v>
                </c:pt>
                <c:pt idx="1047">
                  <c:v>43347</c:v>
                </c:pt>
                <c:pt idx="1048">
                  <c:v>43348</c:v>
                </c:pt>
                <c:pt idx="1049">
                  <c:v>43349</c:v>
                </c:pt>
                <c:pt idx="1050">
                  <c:v>43353</c:v>
                </c:pt>
                <c:pt idx="1051">
                  <c:v>43354</c:v>
                </c:pt>
                <c:pt idx="1052">
                  <c:v>43355</c:v>
                </c:pt>
                <c:pt idx="1053">
                  <c:v>43356</c:v>
                </c:pt>
                <c:pt idx="1054">
                  <c:v>43357</c:v>
                </c:pt>
                <c:pt idx="1055">
                  <c:v>43360</c:v>
                </c:pt>
                <c:pt idx="1056">
                  <c:v>43361</c:v>
                </c:pt>
                <c:pt idx="1057">
                  <c:v>43362</c:v>
                </c:pt>
                <c:pt idx="1058">
                  <c:v>43363</c:v>
                </c:pt>
                <c:pt idx="1059">
                  <c:v>43364</c:v>
                </c:pt>
                <c:pt idx="1060">
                  <c:v>43367</c:v>
                </c:pt>
                <c:pt idx="1061">
                  <c:v>43368</c:v>
                </c:pt>
                <c:pt idx="1062">
                  <c:v>43369</c:v>
                </c:pt>
                <c:pt idx="1063">
                  <c:v>43370</c:v>
                </c:pt>
                <c:pt idx="1064">
                  <c:v>43371</c:v>
                </c:pt>
                <c:pt idx="1065">
                  <c:v>43374</c:v>
                </c:pt>
                <c:pt idx="1066">
                  <c:v>43375</c:v>
                </c:pt>
                <c:pt idx="1067">
                  <c:v>43376</c:v>
                </c:pt>
                <c:pt idx="1068">
                  <c:v>43377</c:v>
                </c:pt>
                <c:pt idx="1069">
                  <c:v>43378</c:v>
                </c:pt>
                <c:pt idx="1070">
                  <c:v>43381</c:v>
                </c:pt>
                <c:pt idx="1071">
                  <c:v>43382</c:v>
                </c:pt>
                <c:pt idx="1072">
                  <c:v>43383</c:v>
                </c:pt>
                <c:pt idx="1073">
                  <c:v>43384</c:v>
                </c:pt>
                <c:pt idx="1074">
                  <c:v>43388</c:v>
                </c:pt>
                <c:pt idx="1075">
                  <c:v>43389</c:v>
                </c:pt>
                <c:pt idx="1076">
                  <c:v>43390</c:v>
                </c:pt>
                <c:pt idx="1077">
                  <c:v>43391</c:v>
                </c:pt>
                <c:pt idx="1078">
                  <c:v>43392</c:v>
                </c:pt>
                <c:pt idx="1079">
                  <c:v>43395</c:v>
                </c:pt>
                <c:pt idx="1080">
                  <c:v>43396</c:v>
                </c:pt>
                <c:pt idx="1081">
                  <c:v>43397</c:v>
                </c:pt>
                <c:pt idx="1082">
                  <c:v>43398</c:v>
                </c:pt>
                <c:pt idx="1083">
                  <c:v>43399</c:v>
                </c:pt>
                <c:pt idx="1084">
                  <c:v>43402</c:v>
                </c:pt>
                <c:pt idx="1085">
                  <c:v>43403</c:v>
                </c:pt>
                <c:pt idx="1086">
                  <c:v>43404</c:v>
                </c:pt>
                <c:pt idx="1087">
                  <c:v>43405</c:v>
                </c:pt>
                <c:pt idx="1088">
                  <c:v>43409</c:v>
                </c:pt>
                <c:pt idx="1089">
                  <c:v>43410</c:v>
                </c:pt>
                <c:pt idx="1090">
                  <c:v>43411</c:v>
                </c:pt>
                <c:pt idx="1091">
                  <c:v>43412</c:v>
                </c:pt>
                <c:pt idx="1092">
                  <c:v>43413</c:v>
                </c:pt>
                <c:pt idx="1093">
                  <c:v>43416</c:v>
                </c:pt>
                <c:pt idx="1094">
                  <c:v>43417</c:v>
                </c:pt>
                <c:pt idx="1095">
                  <c:v>43418</c:v>
                </c:pt>
                <c:pt idx="1096">
                  <c:v>43420</c:v>
                </c:pt>
                <c:pt idx="1097">
                  <c:v>43423</c:v>
                </c:pt>
                <c:pt idx="1098">
                  <c:v>43425</c:v>
                </c:pt>
                <c:pt idx="1099">
                  <c:v>43426</c:v>
                </c:pt>
                <c:pt idx="1100">
                  <c:v>43427</c:v>
                </c:pt>
                <c:pt idx="1101">
                  <c:v>43430</c:v>
                </c:pt>
                <c:pt idx="1102">
                  <c:v>43431</c:v>
                </c:pt>
                <c:pt idx="1103">
                  <c:v>43432</c:v>
                </c:pt>
                <c:pt idx="1104">
                  <c:v>43433</c:v>
                </c:pt>
                <c:pt idx="1105">
                  <c:v>43434</c:v>
                </c:pt>
                <c:pt idx="1106">
                  <c:v>43437</c:v>
                </c:pt>
                <c:pt idx="1107">
                  <c:v>43438</c:v>
                </c:pt>
                <c:pt idx="1108">
                  <c:v>43439</c:v>
                </c:pt>
                <c:pt idx="1109">
                  <c:v>43440</c:v>
                </c:pt>
                <c:pt idx="1110">
                  <c:v>43441</c:v>
                </c:pt>
                <c:pt idx="1111">
                  <c:v>43444</c:v>
                </c:pt>
                <c:pt idx="1112">
                  <c:v>43445</c:v>
                </c:pt>
                <c:pt idx="1113">
                  <c:v>43446</c:v>
                </c:pt>
                <c:pt idx="1114">
                  <c:v>43447</c:v>
                </c:pt>
                <c:pt idx="1115">
                  <c:v>43448</c:v>
                </c:pt>
                <c:pt idx="1116">
                  <c:v>43451</c:v>
                </c:pt>
                <c:pt idx="1117">
                  <c:v>43452</c:v>
                </c:pt>
                <c:pt idx="1118">
                  <c:v>43453</c:v>
                </c:pt>
                <c:pt idx="1119">
                  <c:v>43454</c:v>
                </c:pt>
                <c:pt idx="1120">
                  <c:v>43455</c:v>
                </c:pt>
                <c:pt idx="1121">
                  <c:v>43460</c:v>
                </c:pt>
                <c:pt idx="1122">
                  <c:v>43461</c:v>
                </c:pt>
                <c:pt idx="1123">
                  <c:v>43462</c:v>
                </c:pt>
                <c:pt idx="1124">
                  <c:v>43467</c:v>
                </c:pt>
                <c:pt idx="1125">
                  <c:v>43468</c:v>
                </c:pt>
                <c:pt idx="1126">
                  <c:v>43469</c:v>
                </c:pt>
                <c:pt idx="1127">
                  <c:v>43472</c:v>
                </c:pt>
                <c:pt idx="1128">
                  <c:v>43473</c:v>
                </c:pt>
                <c:pt idx="1129">
                  <c:v>43474</c:v>
                </c:pt>
                <c:pt idx="1130">
                  <c:v>43475</c:v>
                </c:pt>
                <c:pt idx="1131">
                  <c:v>43476</c:v>
                </c:pt>
                <c:pt idx="1132">
                  <c:v>43479</c:v>
                </c:pt>
                <c:pt idx="1133">
                  <c:v>43480</c:v>
                </c:pt>
                <c:pt idx="1134">
                  <c:v>43481</c:v>
                </c:pt>
                <c:pt idx="1135">
                  <c:v>43482</c:v>
                </c:pt>
                <c:pt idx="1136">
                  <c:v>43483</c:v>
                </c:pt>
                <c:pt idx="1137">
                  <c:v>43486</c:v>
                </c:pt>
                <c:pt idx="1138">
                  <c:v>43487</c:v>
                </c:pt>
                <c:pt idx="1139">
                  <c:v>43488</c:v>
                </c:pt>
                <c:pt idx="1140">
                  <c:v>43489</c:v>
                </c:pt>
                <c:pt idx="1141">
                  <c:v>43493</c:v>
                </c:pt>
                <c:pt idx="1142">
                  <c:v>43494</c:v>
                </c:pt>
                <c:pt idx="1143">
                  <c:v>43495</c:v>
                </c:pt>
                <c:pt idx="1144">
                  <c:v>43496</c:v>
                </c:pt>
                <c:pt idx="1145">
                  <c:v>43497</c:v>
                </c:pt>
                <c:pt idx="1146">
                  <c:v>43500</c:v>
                </c:pt>
                <c:pt idx="1147">
                  <c:v>43501</c:v>
                </c:pt>
                <c:pt idx="1148">
                  <c:v>43502</c:v>
                </c:pt>
                <c:pt idx="1149">
                  <c:v>43503</c:v>
                </c:pt>
                <c:pt idx="1150">
                  <c:v>43504</c:v>
                </c:pt>
                <c:pt idx="1151">
                  <c:v>43507</c:v>
                </c:pt>
                <c:pt idx="1152">
                  <c:v>43508</c:v>
                </c:pt>
                <c:pt idx="1153">
                  <c:v>43509</c:v>
                </c:pt>
                <c:pt idx="1154">
                  <c:v>43510</c:v>
                </c:pt>
                <c:pt idx="1155">
                  <c:v>43511</c:v>
                </c:pt>
                <c:pt idx="1156">
                  <c:v>43514</c:v>
                </c:pt>
                <c:pt idx="1157">
                  <c:v>43515</c:v>
                </c:pt>
                <c:pt idx="1158">
                  <c:v>43516</c:v>
                </c:pt>
                <c:pt idx="1159">
                  <c:v>43517</c:v>
                </c:pt>
                <c:pt idx="1160">
                  <c:v>43518</c:v>
                </c:pt>
                <c:pt idx="1161">
                  <c:v>43521</c:v>
                </c:pt>
                <c:pt idx="1162">
                  <c:v>43522</c:v>
                </c:pt>
                <c:pt idx="1163">
                  <c:v>43523</c:v>
                </c:pt>
                <c:pt idx="1164">
                  <c:v>43524</c:v>
                </c:pt>
                <c:pt idx="1165">
                  <c:v>43525</c:v>
                </c:pt>
                <c:pt idx="1166">
                  <c:v>43530</c:v>
                </c:pt>
                <c:pt idx="1167">
                  <c:v>43531</c:v>
                </c:pt>
                <c:pt idx="1168">
                  <c:v>43532</c:v>
                </c:pt>
                <c:pt idx="1169">
                  <c:v>43535</c:v>
                </c:pt>
                <c:pt idx="1170">
                  <c:v>43536</c:v>
                </c:pt>
                <c:pt idx="1171">
                  <c:v>43537</c:v>
                </c:pt>
                <c:pt idx="1172">
                  <c:v>43538</c:v>
                </c:pt>
                <c:pt idx="1173">
                  <c:v>43539</c:v>
                </c:pt>
                <c:pt idx="1174">
                  <c:v>43542</c:v>
                </c:pt>
                <c:pt idx="1175">
                  <c:v>43543</c:v>
                </c:pt>
                <c:pt idx="1176">
                  <c:v>43544</c:v>
                </c:pt>
                <c:pt idx="1177">
                  <c:v>43545</c:v>
                </c:pt>
                <c:pt idx="1178">
                  <c:v>43546</c:v>
                </c:pt>
                <c:pt idx="1179">
                  <c:v>43549</c:v>
                </c:pt>
                <c:pt idx="1180">
                  <c:v>43550</c:v>
                </c:pt>
                <c:pt idx="1181">
                  <c:v>43551</c:v>
                </c:pt>
                <c:pt idx="1182">
                  <c:v>43552</c:v>
                </c:pt>
                <c:pt idx="1183">
                  <c:v>43553</c:v>
                </c:pt>
                <c:pt idx="1184">
                  <c:v>43556</c:v>
                </c:pt>
                <c:pt idx="1185">
                  <c:v>43557</c:v>
                </c:pt>
                <c:pt idx="1186">
                  <c:v>43558</c:v>
                </c:pt>
                <c:pt idx="1187">
                  <c:v>43559</c:v>
                </c:pt>
                <c:pt idx="1188">
                  <c:v>43560</c:v>
                </c:pt>
                <c:pt idx="1189">
                  <c:v>43563</c:v>
                </c:pt>
                <c:pt idx="1190">
                  <c:v>43564</c:v>
                </c:pt>
                <c:pt idx="1191">
                  <c:v>43565</c:v>
                </c:pt>
                <c:pt idx="1192">
                  <c:v>43566</c:v>
                </c:pt>
                <c:pt idx="1193">
                  <c:v>43567</c:v>
                </c:pt>
                <c:pt idx="1194">
                  <c:v>43570</c:v>
                </c:pt>
                <c:pt idx="1195">
                  <c:v>43571</c:v>
                </c:pt>
                <c:pt idx="1196">
                  <c:v>43572</c:v>
                </c:pt>
                <c:pt idx="1197">
                  <c:v>43573</c:v>
                </c:pt>
                <c:pt idx="1198">
                  <c:v>43577</c:v>
                </c:pt>
                <c:pt idx="1199">
                  <c:v>43578</c:v>
                </c:pt>
                <c:pt idx="1200">
                  <c:v>43579</c:v>
                </c:pt>
                <c:pt idx="1201">
                  <c:v>43580</c:v>
                </c:pt>
                <c:pt idx="1202">
                  <c:v>43581</c:v>
                </c:pt>
                <c:pt idx="1203">
                  <c:v>43584</c:v>
                </c:pt>
                <c:pt idx="1204">
                  <c:v>43585</c:v>
                </c:pt>
                <c:pt idx="1205">
                  <c:v>43587</c:v>
                </c:pt>
                <c:pt idx="1206">
                  <c:v>43588</c:v>
                </c:pt>
                <c:pt idx="1207">
                  <c:v>43591</c:v>
                </c:pt>
                <c:pt idx="1208">
                  <c:v>43592</c:v>
                </c:pt>
                <c:pt idx="1209">
                  <c:v>43593</c:v>
                </c:pt>
                <c:pt idx="1210">
                  <c:v>43594</c:v>
                </c:pt>
                <c:pt idx="1211">
                  <c:v>43595</c:v>
                </c:pt>
                <c:pt idx="1212">
                  <c:v>43598</c:v>
                </c:pt>
                <c:pt idx="1213">
                  <c:v>43599</c:v>
                </c:pt>
                <c:pt idx="1214">
                  <c:v>43600</c:v>
                </c:pt>
                <c:pt idx="1215">
                  <c:v>43601</c:v>
                </c:pt>
                <c:pt idx="1216">
                  <c:v>43602</c:v>
                </c:pt>
                <c:pt idx="1217">
                  <c:v>43605</c:v>
                </c:pt>
                <c:pt idx="1218">
                  <c:v>43606</c:v>
                </c:pt>
                <c:pt idx="1219">
                  <c:v>43607</c:v>
                </c:pt>
                <c:pt idx="1220">
                  <c:v>43608</c:v>
                </c:pt>
                <c:pt idx="1221">
                  <c:v>43609</c:v>
                </c:pt>
                <c:pt idx="1222">
                  <c:v>43612</c:v>
                </c:pt>
                <c:pt idx="1223">
                  <c:v>43613</c:v>
                </c:pt>
                <c:pt idx="1224">
                  <c:v>43614</c:v>
                </c:pt>
                <c:pt idx="1225">
                  <c:v>43615</c:v>
                </c:pt>
                <c:pt idx="1226">
                  <c:v>43616</c:v>
                </c:pt>
                <c:pt idx="1227">
                  <c:v>43619</c:v>
                </c:pt>
                <c:pt idx="1228">
                  <c:v>43620</c:v>
                </c:pt>
                <c:pt idx="1229">
                  <c:v>43621</c:v>
                </c:pt>
                <c:pt idx="1230">
                  <c:v>43622</c:v>
                </c:pt>
                <c:pt idx="1231">
                  <c:v>43623</c:v>
                </c:pt>
                <c:pt idx="1232">
                  <c:v>43626</c:v>
                </c:pt>
                <c:pt idx="1233">
                  <c:v>43627</c:v>
                </c:pt>
                <c:pt idx="1234">
                  <c:v>43628</c:v>
                </c:pt>
                <c:pt idx="1235">
                  <c:v>43629</c:v>
                </c:pt>
                <c:pt idx="1236">
                  <c:v>43630</c:v>
                </c:pt>
                <c:pt idx="1237">
                  <c:v>43633</c:v>
                </c:pt>
                <c:pt idx="1238">
                  <c:v>43634</c:v>
                </c:pt>
                <c:pt idx="1239">
                  <c:v>43635</c:v>
                </c:pt>
                <c:pt idx="1240">
                  <c:v>43637</c:v>
                </c:pt>
                <c:pt idx="1241">
                  <c:v>43640</c:v>
                </c:pt>
                <c:pt idx="1242">
                  <c:v>43641</c:v>
                </c:pt>
                <c:pt idx="1243">
                  <c:v>43642</c:v>
                </c:pt>
                <c:pt idx="1244">
                  <c:v>43643</c:v>
                </c:pt>
                <c:pt idx="1245">
                  <c:v>43644</c:v>
                </c:pt>
                <c:pt idx="1246">
                  <c:v>43647</c:v>
                </c:pt>
                <c:pt idx="1247">
                  <c:v>43648</c:v>
                </c:pt>
                <c:pt idx="1248">
                  <c:v>43649</c:v>
                </c:pt>
                <c:pt idx="1249">
                  <c:v>43650</c:v>
                </c:pt>
                <c:pt idx="1250">
                  <c:v>43651</c:v>
                </c:pt>
                <c:pt idx="1251">
                  <c:v>43654</c:v>
                </c:pt>
                <c:pt idx="1252">
                  <c:v>43656</c:v>
                </c:pt>
                <c:pt idx="1253">
                  <c:v>43657</c:v>
                </c:pt>
                <c:pt idx="1254">
                  <c:v>43658</c:v>
                </c:pt>
                <c:pt idx="1255">
                  <c:v>43661</c:v>
                </c:pt>
                <c:pt idx="1256">
                  <c:v>43662</c:v>
                </c:pt>
                <c:pt idx="1257">
                  <c:v>43663</c:v>
                </c:pt>
                <c:pt idx="1258">
                  <c:v>43664</c:v>
                </c:pt>
                <c:pt idx="1259">
                  <c:v>43665</c:v>
                </c:pt>
                <c:pt idx="1260">
                  <c:v>43668</c:v>
                </c:pt>
                <c:pt idx="1261">
                  <c:v>43669</c:v>
                </c:pt>
                <c:pt idx="1262">
                  <c:v>43670</c:v>
                </c:pt>
                <c:pt idx="1263">
                  <c:v>43671</c:v>
                </c:pt>
                <c:pt idx="1264">
                  <c:v>43672</c:v>
                </c:pt>
                <c:pt idx="1265">
                  <c:v>43675</c:v>
                </c:pt>
                <c:pt idx="1266">
                  <c:v>43676</c:v>
                </c:pt>
                <c:pt idx="1267">
                  <c:v>43677</c:v>
                </c:pt>
                <c:pt idx="1268">
                  <c:v>43678</c:v>
                </c:pt>
                <c:pt idx="1269">
                  <c:v>43679</c:v>
                </c:pt>
                <c:pt idx="1270">
                  <c:v>43682</c:v>
                </c:pt>
                <c:pt idx="1271">
                  <c:v>43683</c:v>
                </c:pt>
                <c:pt idx="1272">
                  <c:v>43684</c:v>
                </c:pt>
                <c:pt idx="1273">
                  <c:v>43685</c:v>
                </c:pt>
                <c:pt idx="1274">
                  <c:v>43686</c:v>
                </c:pt>
                <c:pt idx="1275">
                  <c:v>43689</c:v>
                </c:pt>
                <c:pt idx="1276">
                  <c:v>43690</c:v>
                </c:pt>
                <c:pt idx="1277">
                  <c:v>43691</c:v>
                </c:pt>
                <c:pt idx="1278">
                  <c:v>43692</c:v>
                </c:pt>
                <c:pt idx="1279">
                  <c:v>43693</c:v>
                </c:pt>
                <c:pt idx="1280">
                  <c:v>43696</c:v>
                </c:pt>
                <c:pt idx="1281">
                  <c:v>43697</c:v>
                </c:pt>
                <c:pt idx="1282">
                  <c:v>43698</c:v>
                </c:pt>
                <c:pt idx="1283">
                  <c:v>43699</c:v>
                </c:pt>
                <c:pt idx="1284">
                  <c:v>43700</c:v>
                </c:pt>
                <c:pt idx="1285">
                  <c:v>43703</c:v>
                </c:pt>
                <c:pt idx="1286">
                  <c:v>43704</c:v>
                </c:pt>
                <c:pt idx="1287">
                  <c:v>43705</c:v>
                </c:pt>
                <c:pt idx="1288">
                  <c:v>43706</c:v>
                </c:pt>
                <c:pt idx="1289">
                  <c:v>43707</c:v>
                </c:pt>
                <c:pt idx="1290">
                  <c:v>43710</c:v>
                </c:pt>
                <c:pt idx="1291">
                  <c:v>43711</c:v>
                </c:pt>
                <c:pt idx="1292">
                  <c:v>43712</c:v>
                </c:pt>
                <c:pt idx="1293">
                  <c:v>43713</c:v>
                </c:pt>
                <c:pt idx="1294">
                  <c:v>43714</c:v>
                </c:pt>
                <c:pt idx="1295">
                  <c:v>43717</c:v>
                </c:pt>
                <c:pt idx="1296">
                  <c:v>43718</c:v>
                </c:pt>
                <c:pt idx="1297">
                  <c:v>43719</c:v>
                </c:pt>
                <c:pt idx="1298">
                  <c:v>43720</c:v>
                </c:pt>
                <c:pt idx="1299">
                  <c:v>43721</c:v>
                </c:pt>
                <c:pt idx="1300">
                  <c:v>43724</c:v>
                </c:pt>
                <c:pt idx="1301">
                  <c:v>43725</c:v>
                </c:pt>
                <c:pt idx="1302">
                  <c:v>43726</c:v>
                </c:pt>
                <c:pt idx="1303">
                  <c:v>43727</c:v>
                </c:pt>
                <c:pt idx="1304">
                  <c:v>43728</c:v>
                </c:pt>
                <c:pt idx="1305">
                  <c:v>43731</c:v>
                </c:pt>
                <c:pt idx="1306">
                  <c:v>43732</c:v>
                </c:pt>
                <c:pt idx="1307">
                  <c:v>43733</c:v>
                </c:pt>
                <c:pt idx="1308">
                  <c:v>43734</c:v>
                </c:pt>
                <c:pt idx="1309">
                  <c:v>43735</c:v>
                </c:pt>
                <c:pt idx="1310">
                  <c:v>43738</c:v>
                </c:pt>
                <c:pt idx="1311">
                  <c:v>43739</c:v>
                </c:pt>
                <c:pt idx="1312">
                  <c:v>43740</c:v>
                </c:pt>
                <c:pt idx="1313">
                  <c:v>43741</c:v>
                </c:pt>
                <c:pt idx="1314">
                  <c:v>43742</c:v>
                </c:pt>
                <c:pt idx="1315">
                  <c:v>43745</c:v>
                </c:pt>
                <c:pt idx="1316">
                  <c:v>43746</c:v>
                </c:pt>
                <c:pt idx="1317">
                  <c:v>43747</c:v>
                </c:pt>
                <c:pt idx="1318">
                  <c:v>43748</c:v>
                </c:pt>
                <c:pt idx="1319">
                  <c:v>43749</c:v>
                </c:pt>
                <c:pt idx="1320">
                  <c:v>43752</c:v>
                </c:pt>
                <c:pt idx="1321">
                  <c:v>43753</c:v>
                </c:pt>
                <c:pt idx="1322">
                  <c:v>43754</c:v>
                </c:pt>
                <c:pt idx="1323">
                  <c:v>43755</c:v>
                </c:pt>
                <c:pt idx="1324">
                  <c:v>43756</c:v>
                </c:pt>
                <c:pt idx="1325">
                  <c:v>43759</c:v>
                </c:pt>
                <c:pt idx="1326">
                  <c:v>43760</c:v>
                </c:pt>
                <c:pt idx="1327">
                  <c:v>43761</c:v>
                </c:pt>
                <c:pt idx="1328">
                  <c:v>43762</c:v>
                </c:pt>
                <c:pt idx="1329">
                  <c:v>43763</c:v>
                </c:pt>
                <c:pt idx="1330">
                  <c:v>43766</c:v>
                </c:pt>
                <c:pt idx="1331">
                  <c:v>43767</c:v>
                </c:pt>
                <c:pt idx="1332">
                  <c:v>43768</c:v>
                </c:pt>
                <c:pt idx="1333">
                  <c:v>43769</c:v>
                </c:pt>
                <c:pt idx="1334">
                  <c:v>43770</c:v>
                </c:pt>
                <c:pt idx="1335">
                  <c:v>43773</c:v>
                </c:pt>
                <c:pt idx="1336">
                  <c:v>43774</c:v>
                </c:pt>
                <c:pt idx="1337">
                  <c:v>43775</c:v>
                </c:pt>
                <c:pt idx="1338">
                  <c:v>43776</c:v>
                </c:pt>
                <c:pt idx="1339">
                  <c:v>43777</c:v>
                </c:pt>
                <c:pt idx="1340">
                  <c:v>43780</c:v>
                </c:pt>
                <c:pt idx="1341">
                  <c:v>43781</c:v>
                </c:pt>
                <c:pt idx="1342">
                  <c:v>43782</c:v>
                </c:pt>
                <c:pt idx="1343">
                  <c:v>43783</c:v>
                </c:pt>
                <c:pt idx="1344">
                  <c:v>43787</c:v>
                </c:pt>
                <c:pt idx="1345">
                  <c:v>43788</c:v>
                </c:pt>
                <c:pt idx="1346">
                  <c:v>43790</c:v>
                </c:pt>
                <c:pt idx="1347">
                  <c:v>43791</c:v>
                </c:pt>
                <c:pt idx="1348">
                  <c:v>43794</c:v>
                </c:pt>
                <c:pt idx="1349">
                  <c:v>43795</c:v>
                </c:pt>
                <c:pt idx="1350">
                  <c:v>43796</c:v>
                </c:pt>
                <c:pt idx="1351">
                  <c:v>43797</c:v>
                </c:pt>
                <c:pt idx="1352">
                  <c:v>43798</c:v>
                </c:pt>
                <c:pt idx="1353">
                  <c:v>43801</c:v>
                </c:pt>
                <c:pt idx="1354">
                  <c:v>43802</c:v>
                </c:pt>
                <c:pt idx="1355">
                  <c:v>43803</c:v>
                </c:pt>
                <c:pt idx="1356">
                  <c:v>43804</c:v>
                </c:pt>
                <c:pt idx="1357">
                  <c:v>43805</c:v>
                </c:pt>
                <c:pt idx="1358">
                  <c:v>43808</c:v>
                </c:pt>
                <c:pt idx="1359">
                  <c:v>43809</c:v>
                </c:pt>
                <c:pt idx="1360">
                  <c:v>43810</c:v>
                </c:pt>
                <c:pt idx="1361">
                  <c:v>43811</c:v>
                </c:pt>
                <c:pt idx="1362">
                  <c:v>43812</c:v>
                </c:pt>
                <c:pt idx="1363">
                  <c:v>43815</c:v>
                </c:pt>
                <c:pt idx="1364">
                  <c:v>43816</c:v>
                </c:pt>
                <c:pt idx="1365">
                  <c:v>43817</c:v>
                </c:pt>
                <c:pt idx="1366">
                  <c:v>43818</c:v>
                </c:pt>
                <c:pt idx="1367">
                  <c:v>43819</c:v>
                </c:pt>
                <c:pt idx="1368">
                  <c:v>43822</c:v>
                </c:pt>
                <c:pt idx="1369">
                  <c:v>43825</c:v>
                </c:pt>
                <c:pt idx="1370">
                  <c:v>43826</c:v>
                </c:pt>
                <c:pt idx="1371">
                  <c:v>43829</c:v>
                </c:pt>
                <c:pt idx="1372">
                  <c:v>43832</c:v>
                </c:pt>
                <c:pt idx="1373">
                  <c:v>43833</c:v>
                </c:pt>
                <c:pt idx="1374">
                  <c:v>43836</c:v>
                </c:pt>
                <c:pt idx="1375">
                  <c:v>43837</c:v>
                </c:pt>
                <c:pt idx="1376">
                  <c:v>43838</c:v>
                </c:pt>
                <c:pt idx="1377">
                  <c:v>43839</c:v>
                </c:pt>
                <c:pt idx="1378">
                  <c:v>43840</c:v>
                </c:pt>
                <c:pt idx="1379">
                  <c:v>43843</c:v>
                </c:pt>
                <c:pt idx="1380">
                  <c:v>43844</c:v>
                </c:pt>
                <c:pt idx="1381">
                  <c:v>43845</c:v>
                </c:pt>
                <c:pt idx="1382">
                  <c:v>43846</c:v>
                </c:pt>
                <c:pt idx="1383">
                  <c:v>43847</c:v>
                </c:pt>
                <c:pt idx="1384">
                  <c:v>43850</c:v>
                </c:pt>
                <c:pt idx="1385">
                  <c:v>43851</c:v>
                </c:pt>
                <c:pt idx="1386">
                  <c:v>43852</c:v>
                </c:pt>
                <c:pt idx="1387">
                  <c:v>43853</c:v>
                </c:pt>
                <c:pt idx="1388">
                  <c:v>43854</c:v>
                </c:pt>
                <c:pt idx="1389">
                  <c:v>43857</c:v>
                </c:pt>
                <c:pt idx="1390">
                  <c:v>43858</c:v>
                </c:pt>
                <c:pt idx="1391">
                  <c:v>43859</c:v>
                </c:pt>
                <c:pt idx="1392">
                  <c:v>43860</c:v>
                </c:pt>
                <c:pt idx="1393">
                  <c:v>43861</c:v>
                </c:pt>
                <c:pt idx="1394">
                  <c:v>43864</c:v>
                </c:pt>
                <c:pt idx="1395">
                  <c:v>43865</c:v>
                </c:pt>
                <c:pt idx="1396">
                  <c:v>43866</c:v>
                </c:pt>
                <c:pt idx="1397">
                  <c:v>43867</c:v>
                </c:pt>
                <c:pt idx="1398">
                  <c:v>43868</c:v>
                </c:pt>
                <c:pt idx="1399">
                  <c:v>43871</c:v>
                </c:pt>
                <c:pt idx="1400">
                  <c:v>43872</c:v>
                </c:pt>
                <c:pt idx="1401">
                  <c:v>43873</c:v>
                </c:pt>
                <c:pt idx="1402">
                  <c:v>43874</c:v>
                </c:pt>
                <c:pt idx="1403">
                  <c:v>43875</c:v>
                </c:pt>
                <c:pt idx="1404">
                  <c:v>43878</c:v>
                </c:pt>
                <c:pt idx="1405">
                  <c:v>43879</c:v>
                </c:pt>
                <c:pt idx="1406">
                  <c:v>43880</c:v>
                </c:pt>
                <c:pt idx="1407">
                  <c:v>43881</c:v>
                </c:pt>
                <c:pt idx="1408">
                  <c:v>43882</c:v>
                </c:pt>
                <c:pt idx="1409">
                  <c:v>43887</c:v>
                </c:pt>
                <c:pt idx="1410">
                  <c:v>43888</c:v>
                </c:pt>
                <c:pt idx="1411">
                  <c:v>43889</c:v>
                </c:pt>
                <c:pt idx="1412">
                  <c:v>43892</c:v>
                </c:pt>
                <c:pt idx="1413">
                  <c:v>43893</c:v>
                </c:pt>
                <c:pt idx="1414">
                  <c:v>43894</c:v>
                </c:pt>
                <c:pt idx="1415">
                  <c:v>43895</c:v>
                </c:pt>
                <c:pt idx="1416">
                  <c:v>43896</c:v>
                </c:pt>
                <c:pt idx="1417">
                  <c:v>43899</c:v>
                </c:pt>
                <c:pt idx="1418">
                  <c:v>43900</c:v>
                </c:pt>
                <c:pt idx="1419">
                  <c:v>43901</c:v>
                </c:pt>
                <c:pt idx="1420">
                  <c:v>43902</c:v>
                </c:pt>
                <c:pt idx="1421">
                  <c:v>43903</c:v>
                </c:pt>
                <c:pt idx="1422">
                  <c:v>43906</c:v>
                </c:pt>
                <c:pt idx="1423">
                  <c:v>43907</c:v>
                </c:pt>
                <c:pt idx="1424">
                  <c:v>43908</c:v>
                </c:pt>
                <c:pt idx="1425">
                  <c:v>43909</c:v>
                </c:pt>
                <c:pt idx="1426">
                  <c:v>43910</c:v>
                </c:pt>
                <c:pt idx="1427">
                  <c:v>43913</c:v>
                </c:pt>
                <c:pt idx="1428">
                  <c:v>43914</c:v>
                </c:pt>
                <c:pt idx="1429">
                  <c:v>43915</c:v>
                </c:pt>
                <c:pt idx="1430">
                  <c:v>43916</c:v>
                </c:pt>
                <c:pt idx="1431">
                  <c:v>43917</c:v>
                </c:pt>
                <c:pt idx="1432">
                  <c:v>43920</c:v>
                </c:pt>
                <c:pt idx="1433">
                  <c:v>43921</c:v>
                </c:pt>
                <c:pt idx="1434">
                  <c:v>43922</c:v>
                </c:pt>
                <c:pt idx="1435">
                  <c:v>43923</c:v>
                </c:pt>
                <c:pt idx="1436">
                  <c:v>43924</c:v>
                </c:pt>
                <c:pt idx="1437">
                  <c:v>43927</c:v>
                </c:pt>
                <c:pt idx="1438">
                  <c:v>43928</c:v>
                </c:pt>
                <c:pt idx="1439">
                  <c:v>43929</c:v>
                </c:pt>
                <c:pt idx="1440">
                  <c:v>43930</c:v>
                </c:pt>
                <c:pt idx="1441">
                  <c:v>43934</c:v>
                </c:pt>
                <c:pt idx="1442">
                  <c:v>43935</c:v>
                </c:pt>
                <c:pt idx="1443">
                  <c:v>43936</c:v>
                </c:pt>
                <c:pt idx="1444">
                  <c:v>43937</c:v>
                </c:pt>
                <c:pt idx="1445">
                  <c:v>43938</c:v>
                </c:pt>
                <c:pt idx="1446">
                  <c:v>43941</c:v>
                </c:pt>
                <c:pt idx="1447">
                  <c:v>43943</c:v>
                </c:pt>
                <c:pt idx="1448">
                  <c:v>43944</c:v>
                </c:pt>
                <c:pt idx="1449">
                  <c:v>43945</c:v>
                </c:pt>
                <c:pt idx="1450">
                  <c:v>43948</c:v>
                </c:pt>
                <c:pt idx="1451">
                  <c:v>43949</c:v>
                </c:pt>
                <c:pt idx="1452">
                  <c:v>43950</c:v>
                </c:pt>
                <c:pt idx="1453">
                  <c:v>43951</c:v>
                </c:pt>
                <c:pt idx="1454">
                  <c:v>43955</c:v>
                </c:pt>
                <c:pt idx="1455">
                  <c:v>43956</c:v>
                </c:pt>
                <c:pt idx="1456">
                  <c:v>43957</c:v>
                </c:pt>
                <c:pt idx="1457">
                  <c:v>43958</c:v>
                </c:pt>
                <c:pt idx="1458">
                  <c:v>43959</c:v>
                </c:pt>
                <c:pt idx="1459">
                  <c:v>43962</c:v>
                </c:pt>
                <c:pt idx="1460">
                  <c:v>43963</c:v>
                </c:pt>
                <c:pt idx="1461">
                  <c:v>43964</c:v>
                </c:pt>
                <c:pt idx="1462">
                  <c:v>43965</c:v>
                </c:pt>
                <c:pt idx="1463">
                  <c:v>43966</c:v>
                </c:pt>
                <c:pt idx="1464">
                  <c:v>43969</c:v>
                </c:pt>
                <c:pt idx="1465">
                  <c:v>43970</c:v>
                </c:pt>
                <c:pt idx="1466">
                  <c:v>43971</c:v>
                </c:pt>
                <c:pt idx="1467">
                  <c:v>43972</c:v>
                </c:pt>
                <c:pt idx="1468">
                  <c:v>43973</c:v>
                </c:pt>
                <c:pt idx="1469">
                  <c:v>43976</c:v>
                </c:pt>
                <c:pt idx="1470">
                  <c:v>43977</c:v>
                </c:pt>
                <c:pt idx="1471">
                  <c:v>43978</c:v>
                </c:pt>
                <c:pt idx="1472">
                  <c:v>43979</c:v>
                </c:pt>
                <c:pt idx="1473">
                  <c:v>43980</c:v>
                </c:pt>
                <c:pt idx="1474">
                  <c:v>43983</c:v>
                </c:pt>
                <c:pt idx="1475">
                  <c:v>43984</c:v>
                </c:pt>
                <c:pt idx="1476">
                  <c:v>43985</c:v>
                </c:pt>
                <c:pt idx="1477">
                  <c:v>43986</c:v>
                </c:pt>
                <c:pt idx="1478">
                  <c:v>43987</c:v>
                </c:pt>
                <c:pt idx="1479">
                  <c:v>43990</c:v>
                </c:pt>
                <c:pt idx="1480">
                  <c:v>43991</c:v>
                </c:pt>
                <c:pt idx="1481">
                  <c:v>43992</c:v>
                </c:pt>
                <c:pt idx="1482">
                  <c:v>43994</c:v>
                </c:pt>
                <c:pt idx="1483">
                  <c:v>43997</c:v>
                </c:pt>
                <c:pt idx="1484">
                  <c:v>43998</c:v>
                </c:pt>
                <c:pt idx="1485">
                  <c:v>43999</c:v>
                </c:pt>
                <c:pt idx="1486">
                  <c:v>44000</c:v>
                </c:pt>
                <c:pt idx="1487">
                  <c:v>44001</c:v>
                </c:pt>
                <c:pt idx="1488">
                  <c:v>44004</c:v>
                </c:pt>
                <c:pt idx="1489">
                  <c:v>44005</c:v>
                </c:pt>
                <c:pt idx="1490">
                  <c:v>44006</c:v>
                </c:pt>
                <c:pt idx="1491">
                  <c:v>44007</c:v>
                </c:pt>
                <c:pt idx="1492">
                  <c:v>44008</c:v>
                </c:pt>
                <c:pt idx="1493">
                  <c:v>44011</c:v>
                </c:pt>
                <c:pt idx="1494">
                  <c:v>44012</c:v>
                </c:pt>
                <c:pt idx="1495">
                  <c:v>44013</c:v>
                </c:pt>
                <c:pt idx="1496">
                  <c:v>44014</c:v>
                </c:pt>
                <c:pt idx="1497">
                  <c:v>44015</c:v>
                </c:pt>
                <c:pt idx="1498">
                  <c:v>44018</c:v>
                </c:pt>
                <c:pt idx="1499">
                  <c:v>44019</c:v>
                </c:pt>
                <c:pt idx="1500">
                  <c:v>44020</c:v>
                </c:pt>
                <c:pt idx="1501">
                  <c:v>44021</c:v>
                </c:pt>
                <c:pt idx="1502">
                  <c:v>44022</c:v>
                </c:pt>
                <c:pt idx="1503">
                  <c:v>44025</c:v>
                </c:pt>
                <c:pt idx="1504">
                  <c:v>44026</c:v>
                </c:pt>
                <c:pt idx="1505">
                  <c:v>44027</c:v>
                </c:pt>
                <c:pt idx="1506">
                  <c:v>44028</c:v>
                </c:pt>
                <c:pt idx="1507">
                  <c:v>44029</c:v>
                </c:pt>
                <c:pt idx="1508">
                  <c:v>44032</c:v>
                </c:pt>
                <c:pt idx="1509">
                  <c:v>44033</c:v>
                </c:pt>
                <c:pt idx="1510">
                  <c:v>44034</c:v>
                </c:pt>
                <c:pt idx="1511">
                  <c:v>44035</c:v>
                </c:pt>
                <c:pt idx="1512">
                  <c:v>44036</c:v>
                </c:pt>
                <c:pt idx="1513">
                  <c:v>44039</c:v>
                </c:pt>
                <c:pt idx="1514">
                  <c:v>44040</c:v>
                </c:pt>
                <c:pt idx="1515">
                  <c:v>44041</c:v>
                </c:pt>
                <c:pt idx="1516">
                  <c:v>44042</c:v>
                </c:pt>
                <c:pt idx="1517">
                  <c:v>44043</c:v>
                </c:pt>
                <c:pt idx="1518">
                  <c:v>44046</c:v>
                </c:pt>
                <c:pt idx="1519">
                  <c:v>44047</c:v>
                </c:pt>
                <c:pt idx="1520">
                  <c:v>44048</c:v>
                </c:pt>
                <c:pt idx="1521">
                  <c:v>44049</c:v>
                </c:pt>
                <c:pt idx="1522">
                  <c:v>44050</c:v>
                </c:pt>
                <c:pt idx="1523">
                  <c:v>44053</c:v>
                </c:pt>
                <c:pt idx="1524">
                  <c:v>44054</c:v>
                </c:pt>
                <c:pt idx="1525">
                  <c:v>44055</c:v>
                </c:pt>
                <c:pt idx="1526">
                  <c:v>44056</c:v>
                </c:pt>
                <c:pt idx="1527">
                  <c:v>44057</c:v>
                </c:pt>
                <c:pt idx="1528">
                  <c:v>44060</c:v>
                </c:pt>
                <c:pt idx="1529">
                  <c:v>44061</c:v>
                </c:pt>
                <c:pt idx="1530">
                  <c:v>44062</c:v>
                </c:pt>
                <c:pt idx="1531">
                  <c:v>44063</c:v>
                </c:pt>
                <c:pt idx="1532">
                  <c:v>44064</c:v>
                </c:pt>
                <c:pt idx="1533">
                  <c:v>44067</c:v>
                </c:pt>
                <c:pt idx="1534">
                  <c:v>44068</c:v>
                </c:pt>
                <c:pt idx="1535">
                  <c:v>44069</c:v>
                </c:pt>
                <c:pt idx="1536">
                  <c:v>44070</c:v>
                </c:pt>
                <c:pt idx="1537">
                  <c:v>44071</c:v>
                </c:pt>
                <c:pt idx="1538">
                  <c:v>44074</c:v>
                </c:pt>
                <c:pt idx="1539">
                  <c:v>44075</c:v>
                </c:pt>
                <c:pt idx="1540">
                  <c:v>44076</c:v>
                </c:pt>
                <c:pt idx="1541">
                  <c:v>44077</c:v>
                </c:pt>
                <c:pt idx="1542">
                  <c:v>44078</c:v>
                </c:pt>
                <c:pt idx="1543">
                  <c:v>44082</c:v>
                </c:pt>
                <c:pt idx="1544">
                  <c:v>44083</c:v>
                </c:pt>
                <c:pt idx="1545">
                  <c:v>44084</c:v>
                </c:pt>
                <c:pt idx="1546">
                  <c:v>44085</c:v>
                </c:pt>
                <c:pt idx="1547">
                  <c:v>44088</c:v>
                </c:pt>
                <c:pt idx="1548">
                  <c:v>44089</c:v>
                </c:pt>
                <c:pt idx="1549">
                  <c:v>44090</c:v>
                </c:pt>
                <c:pt idx="1550">
                  <c:v>44091</c:v>
                </c:pt>
                <c:pt idx="1551">
                  <c:v>44092</c:v>
                </c:pt>
                <c:pt idx="1552">
                  <c:v>44095</c:v>
                </c:pt>
                <c:pt idx="1553">
                  <c:v>44096</c:v>
                </c:pt>
                <c:pt idx="1554">
                  <c:v>44097</c:v>
                </c:pt>
                <c:pt idx="1555">
                  <c:v>44098</c:v>
                </c:pt>
                <c:pt idx="1556">
                  <c:v>44099</c:v>
                </c:pt>
                <c:pt idx="1557">
                  <c:v>44102</c:v>
                </c:pt>
                <c:pt idx="1558">
                  <c:v>44103</c:v>
                </c:pt>
                <c:pt idx="1559">
                  <c:v>44104</c:v>
                </c:pt>
                <c:pt idx="1560">
                  <c:v>44105</c:v>
                </c:pt>
                <c:pt idx="1561">
                  <c:v>44106</c:v>
                </c:pt>
                <c:pt idx="1562">
                  <c:v>44109</c:v>
                </c:pt>
                <c:pt idx="1563">
                  <c:v>44110</c:v>
                </c:pt>
                <c:pt idx="1564">
                  <c:v>44111</c:v>
                </c:pt>
                <c:pt idx="1565">
                  <c:v>44112</c:v>
                </c:pt>
                <c:pt idx="1566">
                  <c:v>44113</c:v>
                </c:pt>
                <c:pt idx="1567">
                  <c:v>44117</c:v>
                </c:pt>
                <c:pt idx="1568">
                  <c:v>44118</c:v>
                </c:pt>
                <c:pt idx="1569">
                  <c:v>44119</c:v>
                </c:pt>
                <c:pt idx="1570">
                  <c:v>44120</c:v>
                </c:pt>
                <c:pt idx="1571">
                  <c:v>44123</c:v>
                </c:pt>
                <c:pt idx="1572">
                  <c:v>44124</c:v>
                </c:pt>
                <c:pt idx="1573">
                  <c:v>44125</c:v>
                </c:pt>
                <c:pt idx="1574">
                  <c:v>44126</c:v>
                </c:pt>
                <c:pt idx="1575">
                  <c:v>44127</c:v>
                </c:pt>
                <c:pt idx="1576">
                  <c:v>44130</c:v>
                </c:pt>
                <c:pt idx="1577">
                  <c:v>44131</c:v>
                </c:pt>
                <c:pt idx="1578">
                  <c:v>44132</c:v>
                </c:pt>
                <c:pt idx="1579">
                  <c:v>44133</c:v>
                </c:pt>
                <c:pt idx="1580">
                  <c:v>44134</c:v>
                </c:pt>
                <c:pt idx="1581">
                  <c:v>44138</c:v>
                </c:pt>
                <c:pt idx="1582">
                  <c:v>44139</c:v>
                </c:pt>
                <c:pt idx="1583">
                  <c:v>44140</c:v>
                </c:pt>
                <c:pt idx="1584">
                  <c:v>44141</c:v>
                </c:pt>
                <c:pt idx="1585">
                  <c:v>44144</c:v>
                </c:pt>
                <c:pt idx="1586">
                  <c:v>44145</c:v>
                </c:pt>
                <c:pt idx="1587">
                  <c:v>44146</c:v>
                </c:pt>
                <c:pt idx="1588">
                  <c:v>44147</c:v>
                </c:pt>
                <c:pt idx="1589">
                  <c:v>44148</c:v>
                </c:pt>
                <c:pt idx="1590">
                  <c:v>44151</c:v>
                </c:pt>
                <c:pt idx="1591">
                  <c:v>44152</c:v>
                </c:pt>
                <c:pt idx="1592">
                  <c:v>44153</c:v>
                </c:pt>
                <c:pt idx="1593">
                  <c:v>44154</c:v>
                </c:pt>
                <c:pt idx="1594">
                  <c:v>44155</c:v>
                </c:pt>
                <c:pt idx="1595">
                  <c:v>44158</c:v>
                </c:pt>
                <c:pt idx="1596">
                  <c:v>44159</c:v>
                </c:pt>
                <c:pt idx="1597">
                  <c:v>44160</c:v>
                </c:pt>
                <c:pt idx="1598">
                  <c:v>44161</c:v>
                </c:pt>
                <c:pt idx="1599">
                  <c:v>44162</c:v>
                </c:pt>
                <c:pt idx="1600">
                  <c:v>44165</c:v>
                </c:pt>
                <c:pt idx="1601">
                  <c:v>44166</c:v>
                </c:pt>
                <c:pt idx="1602">
                  <c:v>44167</c:v>
                </c:pt>
                <c:pt idx="1603">
                  <c:v>44168</c:v>
                </c:pt>
                <c:pt idx="1604">
                  <c:v>44169</c:v>
                </c:pt>
                <c:pt idx="1605">
                  <c:v>44172</c:v>
                </c:pt>
                <c:pt idx="1606">
                  <c:v>44173</c:v>
                </c:pt>
                <c:pt idx="1607">
                  <c:v>44174</c:v>
                </c:pt>
                <c:pt idx="1608">
                  <c:v>44175</c:v>
                </c:pt>
                <c:pt idx="1609">
                  <c:v>44176</c:v>
                </c:pt>
                <c:pt idx="1610">
                  <c:v>44179</c:v>
                </c:pt>
                <c:pt idx="1611">
                  <c:v>44180</c:v>
                </c:pt>
                <c:pt idx="1612">
                  <c:v>44181</c:v>
                </c:pt>
                <c:pt idx="1613">
                  <c:v>44182</c:v>
                </c:pt>
                <c:pt idx="1614">
                  <c:v>44183</c:v>
                </c:pt>
                <c:pt idx="1615">
                  <c:v>44186</c:v>
                </c:pt>
                <c:pt idx="1616">
                  <c:v>44187</c:v>
                </c:pt>
                <c:pt idx="1617">
                  <c:v>44188</c:v>
                </c:pt>
                <c:pt idx="1618">
                  <c:v>44193</c:v>
                </c:pt>
                <c:pt idx="1619">
                  <c:v>44194</c:v>
                </c:pt>
                <c:pt idx="1620">
                  <c:v>44200</c:v>
                </c:pt>
                <c:pt idx="1621">
                  <c:v>44201</c:v>
                </c:pt>
                <c:pt idx="1622">
                  <c:v>44202</c:v>
                </c:pt>
                <c:pt idx="1623">
                  <c:v>44203</c:v>
                </c:pt>
                <c:pt idx="1624">
                  <c:v>44204</c:v>
                </c:pt>
                <c:pt idx="1625">
                  <c:v>44207</c:v>
                </c:pt>
                <c:pt idx="1626">
                  <c:v>44208</c:v>
                </c:pt>
                <c:pt idx="1627">
                  <c:v>44209</c:v>
                </c:pt>
                <c:pt idx="1628">
                  <c:v>44210</c:v>
                </c:pt>
                <c:pt idx="1629">
                  <c:v>44211</c:v>
                </c:pt>
                <c:pt idx="1630">
                  <c:v>44214</c:v>
                </c:pt>
                <c:pt idx="1631">
                  <c:v>44215</c:v>
                </c:pt>
                <c:pt idx="1632">
                  <c:v>44216</c:v>
                </c:pt>
                <c:pt idx="1633">
                  <c:v>44217</c:v>
                </c:pt>
                <c:pt idx="1634">
                  <c:v>44218</c:v>
                </c:pt>
                <c:pt idx="1635">
                  <c:v>44222</c:v>
                </c:pt>
                <c:pt idx="1636">
                  <c:v>44223</c:v>
                </c:pt>
                <c:pt idx="1637">
                  <c:v>44224</c:v>
                </c:pt>
                <c:pt idx="1638">
                  <c:v>44225</c:v>
                </c:pt>
                <c:pt idx="1639">
                  <c:v>44228</c:v>
                </c:pt>
                <c:pt idx="1640">
                  <c:v>44229</c:v>
                </c:pt>
                <c:pt idx="1641">
                  <c:v>44230</c:v>
                </c:pt>
                <c:pt idx="1642">
                  <c:v>44231</c:v>
                </c:pt>
                <c:pt idx="1643">
                  <c:v>44232</c:v>
                </c:pt>
                <c:pt idx="1644">
                  <c:v>44235</c:v>
                </c:pt>
                <c:pt idx="1645">
                  <c:v>44236</c:v>
                </c:pt>
                <c:pt idx="1646">
                  <c:v>44237</c:v>
                </c:pt>
                <c:pt idx="1647">
                  <c:v>44238</c:v>
                </c:pt>
                <c:pt idx="1648">
                  <c:v>44239</c:v>
                </c:pt>
                <c:pt idx="1649">
                  <c:v>44244</c:v>
                </c:pt>
                <c:pt idx="1650">
                  <c:v>44245</c:v>
                </c:pt>
                <c:pt idx="1651">
                  <c:v>44246</c:v>
                </c:pt>
                <c:pt idx="1652">
                  <c:v>44249</c:v>
                </c:pt>
                <c:pt idx="1653">
                  <c:v>44250</c:v>
                </c:pt>
                <c:pt idx="1654">
                  <c:v>44251</c:v>
                </c:pt>
                <c:pt idx="1655">
                  <c:v>44252</c:v>
                </c:pt>
                <c:pt idx="1656">
                  <c:v>44253</c:v>
                </c:pt>
                <c:pt idx="1657">
                  <c:v>44256</c:v>
                </c:pt>
                <c:pt idx="1658">
                  <c:v>44257</c:v>
                </c:pt>
                <c:pt idx="1659">
                  <c:v>44258</c:v>
                </c:pt>
                <c:pt idx="1660">
                  <c:v>44259</c:v>
                </c:pt>
                <c:pt idx="1661">
                  <c:v>44260</c:v>
                </c:pt>
                <c:pt idx="1662">
                  <c:v>44263</c:v>
                </c:pt>
                <c:pt idx="1663">
                  <c:v>44264</c:v>
                </c:pt>
                <c:pt idx="1664">
                  <c:v>44265</c:v>
                </c:pt>
                <c:pt idx="1665">
                  <c:v>44266</c:v>
                </c:pt>
                <c:pt idx="1666">
                  <c:v>44267</c:v>
                </c:pt>
                <c:pt idx="1667">
                  <c:v>44270</c:v>
                </c:pt>
                <c:pt idx="1668">
                  <c:v>44271</c:v>
                </c:pt>
                <c:pt idx="1669">
                  <c:v>44272</c:v>
                </c:pt>
                <c:pt idx="1670">
                  <c:v>44273</c:v>
                </c:pt>
                <c:pt idx="1671">
                  <c:v>44274</c:v>
                </c:pt>
                <c:pt idx="1672">
                  <c:v>44277</c:v>
                </c:pt>
                <c:pt idx="1673">
                  <c:v>44278</c:v>
                </c:pt>
                <c:pt idx="1674">
                  <c:v>44279</c:v>
                </c:pt>
                <c:pt idx="1675">
                  <c:v>44280</c:v>
                </c:pt>
                <c:pt idx="1676">
                  <c:v>44281</c:v>
                </c:pt>
                <c:pt idx="1677">
                  <c:v>44284</c:v>
                </c:pt>
                <c:pt idx="1678">
                  <c:v>44285</c:v>
                </c:pt>
                <c:pt idx="1679">
                  <c:v>44286</c:v>
                </c:pt>
                <c:pt idx="1680">
                  <c:v>44287</c:v>
                </c:pt>
                <c:pt idx="1681">
                  <c:v>44291</c:v>
                </c:pt>
                <c:pt idx="1682">
                  <c:v>44292</c:v>
                </c:pt>
                <c:pt idx="1683">
                  <c:v>44293</c:v>
                </c:pt>
                <c:pt idx="1684">
                  <c:v>44294</c:v>
                </c:pt>
                <c:pt idx="1685">
                  <c:v>44295</c:v>
                </c:pt>
                <c:pt idx="1686">
                  <c:v>44298</c:v>
                </c:pt>
                <c:pt idx="1687">
                  <c:v>44299</c:v>
                </c:pt>
                <c:pt idx="1688">
                  <c:v>44300</c:v>
                </c:pt>
                <c:pt idx="1689">
                  <c:v>44301</c:v>
                </c:pt>
                <c:pt idx="1690">
                  <c:v>44302</c:v>
                </c:pt>
                <c:pt idx="1691">
                  <c:v>44305</c:v>
                </c:pt>
                <c:pt idx="1692">
                  <c:v>44306</c:v>
                </c:pt>
                <c:pt idx="1693">
                  <c:v>44308</c:v>
                </c:pt>
                <c:pt idx="1694">
                  <c:v>44309</c:v>
                </c:pt>
                <c:pt idx="1695">
                  <c:v>44312</c:v>
                </c:pt>
                <c:pt idx="1696">
                  <c:v>44313</c:v>
                </c:pt>
                <c:pt idx="1697">
                  <c:v>44314</c:v>
                </c:pt>
                <c:pt idx="1698">
                  <c:v>44315</c:v>
                </c:pt>
                <c:pt idx="1699">
                  <c:v>44316</c:v>
                </c:pt>
                <c:pt idx="1700">
                  <c:v>44319</c:v>
                </c:pt>
                <c:pt idx="1701">
                  <c:v>44320</c:v>
                </c:pt>
                <c:pt idx="1702">
                  <c:v>44321</c:v>
                </c:pt>
                <c:pt idx="1703">
                  <c:v>44322</c:v>
                </c:pt>
                <c:pt idx="1704">
                  <c:v>44323</c:v>
                </c:pt>
                <c:pt idx="1705">
                  <c:v>44326</c:v>
                </c:pt>
                <c:pt idx="1706">
                  <c:v>44327</c:v>
                </c:pt>
                <c:pt idx="1707">
                  <c:v>44328</c:v>
                </c:pt>
                <c:pt idx="1708">
                  <c:v>44329</c:v>
                </c:pt>
                <c:pt idx="1709">
                  <c:v>44330</c:v>
                </c:pt>
                <c:pt idx="1710">
                  <c:v>44333</c:v>
                </c:pt>
                <c:pt idx="1711">
                  <c:v>44334</c:v>
                </c:pt>
                <c:pt idx="1712">
                  <c:v>44335</c:v>
                </c:pt>
                <c:pt idx="1713">
                  <c:v>44336</c:v>
                </c:pt>
                <c:pt idx="1714">
                  <c:v>44337</c:v>
                </c:pt>
                <c:pt idx="1715">
                  <c:v>44340</c:v>
                </c:pt>
                <c:pt idx="1716">
                  <c:v>44341</c:v>
                </c:pt>
                <c:pt idx="1717">
                  <c:v>44342</c:v>
                </c:pt>
                <c:pt idx="1718">
                  <c:v>44343</c:v>
                </c:pt>
                <c:pt idx="1719">
                  <c:v>44344</c:v>
                </c:pt>
                <c:pt idx="1720">
                  <c:v>44347</c:v>
                </c:pt>
                <c:pt idx="1721">
                  <c:v>44348</c:v>
                </c:pt>
                <c:pt idx="1722">
                  <c:v>44349</c:v>
                </c:pt>
                <c:pt idx="1723">
                  <c:v>44351</c:v>
                </c:pt>
                <c:pt idx="1724">
                  <c:v>44354</c:v>
                </c:pt>
                <c:pt idx="1725">
                  <c:v>44355</c:v>
                </c:pt>
                <c:pt idx="1726">
                  <c:v>44356</c:v>
                </c:pt>
                <c:pt idx="1727">
                  <c:v>44357</c:v>
                </c:pt>
                <c:pt idx="1728">
                  <c:v>44358</c:v>
                </c:pt>
                <c:pt idx="1729">
                  <c:v>44361</c:v>
                </c:pt>
                <c:pt idx="1730">
                  <c:v>44362</c:v>
                </c:pt>
                <c:pt idx="1731">
                  <c:v>44363</c:v>
                </c:pt>
                <c:pt idx="1732">
                  <c:v>44364</c:v>
                </c:pt>
                <c:pt idx="1733">
                  <c:v>44365</c:v>
                </c:pt>
                <c:pt idx="1734">
                  <c:v>44368</c:v>
                </c:pt>
                <c:pt idx="1735">
                  <c:v>44369</c:v>
                </c:pt>
                <c:pt idx="1736">
                  <c:v>44370</c:v>
                </c:pt>
                <c:pt idx="1737">
                  <c:v>44371</c:v>
                </c:pt>
                <c:pt idx="1738">
                  <c:v>44372</c:v>
                </c:pt>
                <c:pt idx="1739">
                  <c:v>44375</c:v>
                </c:pt>
                <c:pt idx="1740">
                  <c:v>44376</c:v>
                </c:pt>
                <c:pt idx="1741">
                  <c:v>44377</c:v>
                </c:pt>
                <c:pt idx="1742">
                  <c:v>44378</c:v>
                </c:pt>
                <c:pt idx="1743">
                  <c:v>44379</c:v>
                </c:pt>
                <c:pt idx="1744">
                  <c:v>44382</c:v>
                </c:pt>
                <c:pt idx="1745">
                  <c:v>44383</c:v>
                </c:pt>
                <c:pt idx="1746">
                  <c:v>44384</c:v>
                </c:pt>
                <c:pt idx="1747">
                  <c:v>44385</c:v>
                </c:pt>
                <c:pt idx="1748">
                  <c:v>44389</c:v>
                </c:pt>
                <c:pt idx="1749">
                  <c:v>44390</c:v>
                </c:pt>
                <c:pt idx="1750">
                  <c:v>44391</c:v>
                </c:pt>
                <c:pt idx="1751">
                  <c:v>44392</c:v>
                </c:pt>
                <c:pt idx="1752">
                  <c:v>44393</c:v>
                </c:pt>
                <c:pt idx="1753">
                  <c:v>44396</c:v>
                </c:pt>
                <c:pt idx="1754">
                  <c:v>44397</c:v>
                </c:pt>
                <c:pt idx="1755">
                  <c:v>44398</c:v>
                </c:pt>
                <c:pt idx="1756">
                  <c:v>44399</c:v>
                </c:pt>
                <c:pt idx="1757">
                  <c:v>44400</c:v>
                </c:pt>
                <c:pt idx="1758">
                  <c:v>44403</c:v>
                </c:pt>
                <c:pt idx="1759">
                  <c:v>44404</c:v>
                </c:pt>
                <c:pt idx="1760">
                  <c:v>44405</c:v>
                </c:pt>
                <c:pt idx="1761">
                  <c:v>44406</c:v>
                </c:pt>
                <c:pt idx="1762">
                  <c:v>44407</c:v>
                </c:pt>
                <c:pt idx="1763">
                  <c:v>44410</c:v>
                </c:pt>
                <c:pt idx="1764">
                  <c:v>44411</c:v>
                </c:pt>
                <c:pt idx="1765">
                  <c:v>44412</c:v>
                </c:pt>
                <c:pt idx="1766">
                  <c:v>44413</c:v>
                </c:pt>
                <c:pt idx="1767">
                  <c:v>44414</c:v>
                </c:pt>
                <c:pt idx="1768">
                  <c:v>44417</c:v>
                </c:pt>
                <c:pt idx="1769">
                  <c:v>44418</c:v>
                </c:pt>
                <c:pt idx="1770">
                  <c:v>44419</c:v>
                </c:pt>
                <c:pt idx="1771">
                  <c:v>44420</c:v>
                </c:pt>
                <c:pt idx="1772">
                  <c:v>44421</c:v>
                </c:pt>
                <c:pt idx="1773">
                  <c:v>44424</c:v>
                </c:pt>
                <c:pt idx="1774">
                  <c:v>44425</c:v>
                </c:pt>
                <c:pt idx="1775">
                  <c:v>44426</c:v>
                </c:pt>
                <c:pt idx="1776">
                  <c:v>44427</c:v>
                </c:pt>
                <c:pt idx="1777">
                  <c:v>44428</c:v>
                </c:pt>
                <c:pt idx="1778">
                  <c:v>44431</c:v>
                </c:pt>
                <c:pt idx="1779">
                  <c:v>44432</c:v>
                </c:pt>
                <c:pt idx="1780">
                  <c:v>44433</c:v>
                </c:pt>
                <c:pt idx="1781">
                  <c:v>44434</c:v>
                </c:pt>
                <c:pt idx="1782">
                  <c:v>44435</c:v>
                </c:pt>
                <c:pt idx="1783">
                  <c:v>44438</c:v>
                </c:pt>
                <c:pt idx="1784">
                  <c:v>44439</c:v>
                </c:pt>
                <c:pt idx="1785">
                  <c:v>44440</c:v>
                </c:pt>
                <c:pt idx="1786">
                  <c:v>44441</c:v>
                </c:pt>
                <c:pt idx="1787">
                  <c:v>44442</c:v>
                </c:pt>
                <c:pt idx="1788">
                  <c:v>44445</c:v>
                </c:pt>
                <c:pt idx="1789">
                  <c:v>44447</c:v>
                </c:pt>
                <c:pt idx="1790">
                  <c:v>44448</c:v>
                </c:pt>
                <c:pt idx="1791">
                  <c:v>44449</c:v>
                </c:pt>
                <c:pt idx="1792">
                  <c:v>44452</c:v>
                </c:pt>
                <c:pt idx="1793">
                  <c:v>44453</c:v>
                </c:pt>
                <c:pt idx="1794">
                  <c:v>44454</c:v>
                </c:pt>
                <c:pt idx="1795">
                  <c:v>44455</c:v>
                </c:pt>
                <c:pt idx="1796">
                  <c:v>44456</c:v>
                </c:pt>
                <c:pt idx="1797">
                  <c:v>44459</c:v>
                </c:pt>
                <c:pt idx="1798">
                  <c:v>44460</c:v>
                </c:pt>
                <c:pt idx="1799">
                  <c:v>44461</c:v>
                </c:pt>
                <c:pt idx="1800">
                  <c:v>44462</c:v>
                </c:pt>
                <c:pt idx="1801">
                  <c:v>44463</c:v>
                </c:pt>
                <c:pt idx="1802">
                  <c:v>44466</c:v>
                </c:pt>
                <c:pt idx="1803">
                  <c:v>44467</c:v>
                </c:pt>
                <c:pt idx="1804">
                  <c:v>44468</c:v>
                </c:pt>
                <c:pt idx="1805">
                  <c:v>44469</c:v>
                </c:pt>
                <c:pt idx="1806">
                  <c:v>44470</c:v>
                </c:pt>
                <c:pt idx="1807">
                  <c:v>44473</c:v>
                </c:pt>
                <c:pt idx="1808">
                  <c:v>44474</c:v>
                </c:pt>
                <c:pt idx="1809">
                  <c:v>44475</c:v>
                </c:pt>
                <c:pt idx="1810">
                  <c:v>44476</c:v>
                </c:pt>
                <c:pt idx="1811">
                  <c:v>44477</c:v>
                </c:pt>
                <c:pt idx="1812">
                  <c:v>44480</c:v>
                </c:pt>
                <c:pt idx="1813">
                  <c:v>44482</c:v>
                </c:pt>
                <c:pt idx="1814">
                  <c:v>44483</c:v>
                </c:pt>
                <c:pt idx="1815">
                  <c:v>44484</c:v>
                </c:pt>
                <c:pt idx="1816">
                  <c:v>44487</c:v>
                </c:pt>
                <c:pt idx="1817">
                  <c:v>44488</c:v>
                </c:pt>
                <c:pt idx="1818">
                  <c:v>44489</c:v>
                </c:pt>
                <c:pt idx="1819">
                  <c:v>44490</c:v>
                </c:pt>
                <c:pt idx="1820">
                  <c:v>44491</c:v>
                </c:pt>
                <c:pt idx="1821">
                  <c:v>44494</c:v>
                </c:pt>
                <c:pt idx="1822">
                  <c:v>44495</c:v>
                </c:pt>
                <c:pt idx="1823">
                  <c:v>44496</c:v>
                </c:pt>
                <c:pt idx="1824">
                  <c:v>44497</c:v>
                </c:pt>
                <c:pt idx="1825">
                  <c:v>44498</c:v>
                </c:pt>
                <c:pt idx="1826">
                  <c:v>44501</c:v>
                </c:pt>
                <c:pt idx="1827">
                  <c:v>44503</c:v>
                </c:pt>
                <c:pt idx="1828">
                  <c:v>44504</c:v>
                </c:pt>
                <c:pt idx="1829">
                  <c:v>44505</c:v>
                </c:pt>
                <c:pt idx="1830">
                  <c:v>44508</c:v>
                </c:pt>
                <c:pt idx="1831">
                  <c:v>44509</c:v>
                </c:pt>
                <c:pt idx="1832">
                  <c:v>44510</c:v>
                </c:pt>
                <c:pt idx="1833">
                  <c:v>44511</c:v>
                </c:pt>
                <c:pt idx="1834">
                  <c:v>44512</c:v>
                </c:pt>
                <c:pt idx="1835">
                  <c:v>44516</c:v>
                </c:pt>
                <c:pt idx="1836">
                  <c:v>44517</c:v>
                </c:pt>
                <c:pt idx="1837">
                  <c:v>44518</c:v>
                </c:pt>
                <c:pt idx="1838">
                  <c:v>44519</c:v>
                </c:pt>
                <c:pt idx="1839">
                  <c:v>44522</c:v>
                </c:pt>
                <c:pt idx="1840">
                  <c:v>44523</c:v>
                </c:pt>
                <c:pt idx="1841">
                  <c:v>44524</c:v>
                </c:pt>
                <c:pt idx="1842">
                  <c:v>44525</c:v>
                </c:pt>
                <c:pt idx="1843">
                  <c:v>44526</c:v>
                </c:pt>
                <c:pt idx="1844">
                  <c:v>44529</c:v>
                </c:pt>
                <c:pt idx="1845">
                  <c:v>44530</c:v>
                </c:pt>
                <c:pt idx="1846">
                  <c:v>44531</c:v>
                </c:pt>
                <c:pt idx="1847">
                  <c:v>44532</c:v>
                </c:pt>
                <c:pt idx="1848">
                  <c:v>44533</c:v>
                </c:pt>
                <c:pt idx="1849">
                  <c:v>44536</c:v>
                </c:pt>
                <c:pt idx="1850">
                  <c:v>44537</c:v>
                </c:pt>
                <c:pt idx="1851">
                  <c:v>44538</c:v>
                </c:pt>
                <c:pt idx="1852">
                  <c:v>44539</c:v>
                </c:pt>
                <c:pt idx="1853">
                  <c:v>44540</c:v>
                </c:pt>
                <c:pt idx="1854">
                  <c:v>44543</c:v>
                </c:pt>
                <c:pt idx="1855">
                  <c:v>44544</c:v>
                </c:pt>
                <c:pt idx="1856">
                  <c:v>44545</c:v>
                </c:pt>
                <c:pt idx="1857">
                  <c:v>44546</c:v>
                </c:pt>
                <c:pt idx="1858">
                  <c:v>44547</c:v>
                </c:pt>
                <c:pt idx="1859">
                  <c:v>44550</c:v>
                </c:pt>
                <c:pt idx="1860">
                  <c:v>44551</c:v>
                </c:pt>
                <c:pt idx="1861">
                  <c:v>44552</c:v>
                </c:pt>
                <c:pt idx="1862">
                  <c:v>44553</c:v>
                </c:pt>
                <c:pt idx="1863">
                  <c:v>44557</c:v>
                </c:pt>
                <c:pt idx="1864">
                  <c:v>44558</c:v>
                </c:pt>
                <c:pt idx="1865">
                  <c:v>44559</c:v>
                </c:pt>
                <c:pt idx="1866">
                  <c:v>44560</c:v>
                </c:pt>
                <c:pt idx="1867">
                  <c:v>44564</c:v>
                </c:pt>
                <c:pt idx="1868">
                  <c:v>44565</c:v>
                </c:pt>
                <c:pt idx="1869">
                  <c:v>44566</c:v>
                </c:pt>
                <c:pt idx="1870">
                  <c:v>44567</c:v>
                </c:pt>
                <c:pt idx="1871">
                  <c:v>44568</c:v>
                </c:pt>
                <c:pt idx="1872">
                  <c:v>44571</c:v>
                </c:pt>
                <c:pt idx="1873">
                  <c:v>44572</c:v>
                </c:pt>
                <c:pt idx="1874">
                  <c:v>44573</c:v>
                </c:pt>
                <c:pt idx="1875">
                  <c:v>44574</c:v>
                </c:pt>
                <c:pt idx="1876">
                  <c:v>44575</c:v>
                </c:pt>
                <c:pt idx="1877">
                  <c:v>44578</c:v>
                </c:pt>
                <c:pt idx="1878">
                  <c:v>44579</c:v>
                </c:pt>
                <c:pt idx="1879">
                  <c:v>44580</c:v>
                </c:pt>
                <c:pt idx="1880">
                  <c:v>44581</c:v>
                </c:pt>
                <c:pt idx="1881">
                  <c:v>44582</c:v>
                </c:pt>
                <c:pt idx="1882">
                  <c:v>44585</c:v>
                </c:pt>
                <c:pt idx="1883">
                  <c:v>44586</c:v>
                </c:pt>
                <c:pt idx="1884">
                  <c:v>44587</c:v>
                </c:pt>
                <c:pt idx="1885">
                  <c:v>44588</c:v>
                </c:pt>
                <c:pt idx="1886">
                  <c:v>44589</c:v>
                </c:pt>
                <c:pt idx="1887">
                  <c:v>44592</c:v>
                </c:pt>
                <c:pt idx="1888">
                  <c:v>44593</c:v>
                </c:pt>
                <c:pt idx="1889">
                  <c:v>44594</c:v>
                </c:pt>
                <c:pt idx="1890">
                  <c:v>44595</c:v>
                </c:pt>
                <c:pt idx="1891">
                  <c:v>44596</c:v>
                </c:pt>
                <c:pt idx="1892">
                  <c:v>44599</c:v>
                </c:pt>
                <c:pt idx="1893">
                  <c:v>44600</c:v>
                </c:pt>
                <c:pt idx="1894">
                  <c:v>44601</c:v>
                </c:pt>
                <c:pt idx="1895">
                  <c:v>44602</c:v>
                </c:pt>
                <c:pt idx="1896">
                  <c:v>44603</c:v>
                </c:pt>
                <c:pt idx="1897">
                  <c:v>44606</c:v>
                </c:pt>
                <c:pt idx="1898">
                  <c:v>44607</c:v>
                </c:pt>
                <c:pt idx="1899">
                  <c:v>44608</c:v>
                </c:pt>
                <c:pt idx="1900">
                  <c:v>44609</c:v>
                </c:pt>
                <c:pt idx="1901">
                  <c:v>44610</c:v>
                </c:pt>
                <c:pt idx="1902">
                  <c:v>44613</c:v>
                </c:pt>
                <c:pt idx="1903">
                  <c:v>44614</c:v>
                </c:pt>
                <c:pt idx="1904">
                  <c:v>44615</c:v>
                </c:pt>
                <c:pt idx="1905">
                  <c:v>44616</c:v>
                </c:pt>
                <c:pt idx="1906">
                  <c:v>44617</c:v>
                </c:pt>
                <c:pt idx="1907">
                  <c:v>44622</c:v>
                </c:pt>
                <c:pt idx="1908">
                  <c:v>44623</c:v>
                </c:pt>
                <c:pt idx="1909">
                  <c:v>44624</c:v>
                </c:pt>
                <c:pt idx="1910">
                  <c:v>44627</c:v>
                </c:pt>
                <c:pt idx="1911">
                  <c:v>44628</c:v>
                </c:pt>
                <c:pt idx="1912">
                  <c:v>44629</c:v>
                </c:pt>
                <c:pt idx="1913">
                  <c:v>44630</c:v>
                </c:pt>
                <c:pt idx="1914">
                  <c:v>44631</c:v>
                </c:pt>
                <c:pt idx="1915">
                  <c:v>44634</c:v>
                </c:pt>
                <c:pt idx="1916">
                  <c:v>44635</c:v>
                </c:pt>
                <c:pt idx="1917">
                  <c:v>44636</c:v>
                </c:pt>
                <c:pt idx="1918">
                  <c:v>44637</c:v>
                </c:pt>
                <c:pt idx="1919">
                  <c:v>44638</c:v>
                </c:pt>
                <c:pt idx="1920">
                  <c:v>44641</c:v>
                </c:pt>
                <c:pt idx="1921">
                  <c:v>44642</c:v>
                </c:pt>
                <c:pt idx="1922">
                  <c:v>44643</c:v>
                </c:pt>
                <c:pt idx="1923">
                  <c:v>44644</c:v>
                </c:pt>
                <c:pt idx="1924">
                  <c:v>44645</c:v>
                </c:pt>
                <c:pt idx="1925">
                  <c:v>44648</c:v>
                </c:pt>
                <c:pt idx="1926">
                  <c:v>44649</c:v>
                </c:pt>
                <c:pt idx="1927">
                  <c:v>44650</c:v>
                </c:pt>
                <c:pt idx="1928">
                  <c:v>44651</c:v>
                </c:pt>
                <c:pt idx="1929">
                  <c:v>44652</c:v>
                </c:pt>
                <c:pt idx="1930">
                  <c:v>44655</c:v>
                </c:pt>
                <c:pt idx="1931">
                  <c:v>44656</c:v>
                </c:pt>
                <c:pt idx="1932">
                  <c:v>44657</c:v>
                </c:pt>
                <c:pt idx="1933">
                  <c:v>44658</c:v>
                </c:pt>
                <c:pt idx="1934">
                  <c:v>44659</c:v>
                </c:pt>
                <c:pt idx="1935">
                  <c:v>44662</c:v>
                </c:pt>
                <c:pt idx="1936">
                  <c:v>44663</c:v>
                </c:pt>
                <c:pt idx="1937">
                  <c:v>44664</c:v>
                </c:pt>
                <c:pt idx="1938">
                  <c:v>44665</c:v>
                </c:pt>
                <c:pt idx="1939">
                  <c:v>44669</c:v>
                </c:pt>
                <c:pt idx="1940">
                  <c:v>44670</c:v>
                </c:pt>
                <c:pt idx="1941">
                  <c:v>44671</c:v>
                </c:pt>
                <c:pt idx="1942">
                  <c:v>44673</c:v>
                </c:pt>
                <c:pt idx="1943">
                  <c:v>44676</c:v>
                </c:pt>
                <c:pt idx="1944">
                  <c:v>44677</c:v>
                </c:pt>
                <c:pt idx="1945">
                  <c:v>44678</c:v>
                </c:pt>
                <c:pt idx="1946">
                  <c:v>44679</c:v>
                </c:pt>
                <c:pt idx="1947">
                  <c:v>44680</c:v>
                </c:pt>
                <c:pt idx="1948">
                  <c:v>44683</c:v>
                </c:pt>
                <c:pt idx="1949">
                  <c:v>44684</c:v>
                </c:pt>
                <c:pt idx="1950">
                  <c:v>44685</c:v>
                </c:pt>
                <c:pt idx="1951">
                  <c:v>44686</c:v>
                </c:pt>
                <c:pt idx="1952">
                  <c:v>44687</c:v>
                </c:pt>
                <c:pt idx="1953">
                  <c:v>44690</c:v>
                </c:pt>
                <c:pt idx="1954">
                  <c:v>44691</c:v>
                </c:pt>
                <c:pt idx="1955">
                  <c:v>44692</c:v>
                </c:pt>
                <c:pt idx="1956">
                  <c:v>44693</c:v>
                </c:pt>
                <c:pt idx="1957">
                  <c:v>44694</c:v>
                </c:pt>
                <c:pt idx="1958">
                  <c:v>44697</c:v>
                </c:pt>
                <c:pt idx="1959">
                  <c:v>44698</c:v>
                </c:pt>
                <c:pt idx="1960">
                  <c:v>44699</c:v>
                </c:pt>
                <c:pt idx="1961">
                  <c:v>44700</c:v>
                </c:pt>
                <c:pt idx="1962">
                  <c:v>44701</c:v>
                </c:pt>
                <c:pt idx="1963">
                  <c:v>44704</c:v>
                </c:pt>
                <c:pt idx="1964">
                  <c:v>44705</c:v>
                </c:pt>
                <c:pt idx="1965">
                  <c:v>44706</c:v>
                </c:pt>
                <c:pt idx="1966">
                  <c:v>44707</c:v>
                </c:pt>
                <c:pt idx="1967">
                  <c:v>44708</c:v>
                </c:pt>
                <c:pt idx="1968">
                  <c:v>44711</c:v>
                </c:pt>
                <c:pt idx="1969">
                  <c:v>44712</c:v>
                </c:pt>
                <c:pt idx="1970">
                  <c:v>44713</c:v>
                </c:pt>
                <c:pt idx="1971">
                  <c:v>44714</c:v>
                </c:pt>
                <c:pt idx="1972">
                  <c:v>44715</c:v>
                </c:pt>
                <c:pt idx="1973">
                  <c:v>44718</c:v>
                </c:pt>
                <c:pt idx="1974">
                  <c:v>44719</c:v>
                </c:pt>
                <c:pt idx="1975">
                  <c:v>44720</c:v>
                </c:pt>
                <c:pt idx="1976">
                  <c:v>44721</c:v>
                </c:pt>
                <c:pt idx="1977">
                  <c:v>44722</c:v>
                </c:pt>
                <c:pt idx="1978">
                  <c:v>44725</c:v>
                </c:pt>
                <c:pt idx="1979">
                  <c:v>44726</c:v>
                </c:pt>
                <c:pt idx="1980">
                  <c:v>44727</c:v>
                </c:pt>
                <c:pt idx="1981">
                  <c:v>44729</c:v>
                </c:pt>
                <c:pt idx="1982">
                  <c:v>44732</c:v>
                </c:pt>
                <c:pt idx="1983">
                  <c:v>44733</c:v>
                </c:pt>
                <c:pt idx="1984">
                  <c:v>44734</c:v>
                </c:pt>
                <c:pt idx="1985">
                  <c:v>44735</c:v>
                </c:pt>
                <c:pt idx="1986">
                  <c:v>44736</c:v>
                </c:pt>
                <c:pt idx="1987">
                  <c:v>44739</c:v>
                </c:pt>
                <c:pt idx="1988">
                  <c:v>44740</c:v>
                </c:pt>
                <c:pt idx="1989">
                  <c:v>44741</c:v>
                </c:pt>
                <c:pt idx="1990">
                  <c:v>44742</c:v>
                </c:pt>
                <c:pt idx="1991">
                  <c:v>44743</c:v>
                </c:pt>
                <c:pt idx="1992">
                  <c:v>44746</c:v>
                </c:pt>
                <c:pt idx="1993">
                  <c:v>44747</c:v>
                </c:pt>
                <c:pt idx="1994">
                  <c:v>44748</c:v>
                </c:pt>
                <c:pt idx="1995">
                  <c:v>44749</c:v>
                </c:pt>
                <c:pt idx="1996">
                  <c:v>44750</c:v>
                </c:pt>
                <c:pt idx="1997">
                  <c:v>44753</c:v>
                </c:pt>
                <c:pt idx="1998">
                  <c:v>44754</c:v>
                </c:pt>
                <c:pt idx="1999">
                  <c:v>44755</c:v>
                </c:pt>
                <c:pt idx="2000">
                  <c:v>44756</c:v>
                </c:pt>
                <c:pt idx="2001">
                  <c:v>44757</c:v>
                </c:pt>
                <c:pt idx="2002">
                  <c:v>44760</c:v>
                </c:pt>
                <c:pt idx="2003">
                  <c:v>44761</c:v>
                </c:pt>
                <c:pt idx="2004">
                  <c:v>44762</c:v>
                </c:pt>
                <c:pt idx="2005">
                  <c:v>44763</c:v>
                </c:pt>
                <c:pt idx="2006">
                  <c:v>44764</c:v>
                </c:pt>
                <c:pt idx="2007">
                  <c:v>44767</c:v>
                </c:pt>
                <c:pt idx="2008">
                  <c:v>44768</c:v>
                </c:pt>
                <c:pt idx="2009">
                  <c:v>44769</c:v>
                </c:pt>
                <c:pt idx="2010">
                  <c:v>44770</c:v>
                </c:pt>
                <c:pt idx="2011">
                  <c:v>44771</c:v>
                </c:pt>
                <c:pt idx="2012">
                  <c:v>44774</c:v>
                </c:pt>
                <c:pt idx="2013">
                  <c:v>44775</c:v>
                </c:pt>
                <c:pt idx="2014">
                  <c:v>44776</c:v>
                </c:pt>
                <c:pt idx="2015">
                  <c:v>44777</c:v>
                </c:pt>
                <c:pt idx="2016">
                  <c:v>44778</c:v>
                </c:pt>
                <c:pt idx="2017">
                  <c:v>44781</c:v>
                </c:pt>
                <c:pt idx="2018">
                  <c:v>44782</c:v>
                </c:pt>
                <c:pt idx="2019">
                  <c:v>44783</c:v>
                </c:pt>
                <c:pt idx="2020">
                  <c:v>44784</c:v>
                </c:pt>
                <c:pt idx="2021">
                  <c:v>44785</c:v>
                </c:pt>
                <c:pt idx="2022">
                  <c:v>44788</c:v>
                </c:pt>
                <c:pt idx="2023">
                  <c:v>44789</c:v>
                </c:pt>
                <c:pt idx="2024">
                  <c:v>44790</c:v>
                </c:pt>
                <c:pt idx="2025">
                  <c:v>44791</c:v>
                </c:pt>
                <c:pt idx="2026">
                  <c:v>44792</c:v>
                </c:pt>
                <c:pt idx="2027">
                  <c:v>44795</c:v>
                </c:pt>
                <c:pt idx="2028">
                  <c:v>44796</c:v>
                </c:pt>
                <c:pt idx="2029">
                  <c:v>44797</c:v>
                </c:pt>
                <c:pt idx="2030">
                  <c:v>44798</c:v>
                </c:pt>
                <c:pt idx="2031">
                  <c:v>44799</c:v>
                </c:pt>
                <c:pt idx="2032">
                  <c:v>44802</c:v>
                </c:pt>
                <c:pt idx="2033">
                  <c:v>44803</c:v>
                </c:pt>
                <c:pt idx="2034">
                  <c:v>44804</c:v>
                </c:pt>
                <c:pt idx="2035">
                  <c:v>44805</c:v>
                </c:pt>
                <c:pt idx="2036">
                  <c:v>44806</c:v>
                </c:pt>
                <c:pt idx="2037">
                  <c:v>44809</c:v>
                </c:pt>
                <c:pt idx="2038">
                  <c:v>44810</c:v>
                </c:pt>
                <c:pt idx="2039">
                  <c:v>44812</c:v>
                </c:pt>
                <c:pt idx="2040">
                  <c:v>44813</c:v>
                </c:pt>
                <c:pt idx="2041">
                  <c:v>44816</c:v>
                </c:pt>
                <c:pt idx="2042">
                  <c:v>44817</c:v>
                </c:pt>
                <c:pt idx="2043">
                  <c:v>44818</c:v>
                </c:pt>
                <c:pt idx="2044">
                  <c:v>44819</c:v>
                </c:pt>
                <c:pt idx="2045">
                  <c:v>44820</c:v>
                </c:pt>
                <c:pt idx="2046">
                  <c:v>44823</c:v>
                </c:pt>
                <c:pt idx="2047">
                  <c:v>44824</c:v>
                </c:pt>
                <c:pt idx="2048">
                  <c:v>44825</c:v>
                </c:pt>
                <c:pt idx="2049">
                  <c:v>44826</c:v>
                </c:pt>
                <c:pt idx="2050">
                  <c:v>44827</c:v>
                </c:pt>
                <c:pt idx="2051">
                  <c:v>44830</c:v>
                </c:pt>
                <c:pt idx="2052">
                  <c:v>44831</c:v>
                </c:pt>
                <c:pt idx="2053">
                  <c:v>44832</c:v>
                </c:pt>
                <c:pt idx="2054">
                  <c:v>44833</c:v>
                </c:pt>
                <c:pt idx="2055">
                  <c:v>44834</c:v>
                </c:pt>
                <c:pt idx="2056">
                  <c:v>44837</c:v>
                </c:pt>
                <c:pt idx="2057">
                  <c:v>44838</c:v>
                </c:pt>
                <c:pt idx="2058">
                  <c:v>44839</c:v>
                </c:pt>
                <c:pt idx="2059">
                  <c:v>44840</c:v>
                </c:pt>
                <c:pt idx="2060">
                  <c:v>44841</c:v>
                </c:pt>
                <c:pt idx="2061">
                  <c:v>44844</c:v>
                </c:pt>
                <c:pt idx="2062">
                  <c:v>44845</c:v>
                </c:pt>
                <c:pt idx="2063">
                  <c:v>44847</c:v>
                </c:pt>
                <c:pt idx="2064">
                  <c:v>44848</c:v>
                </c:pt>
                <c:pt idx="2065">
                  <c:v>44851</c:v>
                </c:pt>
                <c:pt idx="2066">
                  <c:v>44852</c:v>
                </c:pt>
                <c:pt idx="2067">
                  <c:v>44853</c:v>
                </c:pt>
                <c:pt idx="2068">
                  <c:v>44854</c:v>
                </c:pt>
                <c:pt idx="2069">
                  <c:v>44855</c:v>
                </c:pt>
                <c:pt idx="2070">
                  <c:v>44858</c:v>
                </c:pt>
                <c:pt idx="2071">
                  <c:v>44859</c:v>
                </c:pt>
                <c:pt idx="2072">
                  <c:v>44860</c:v>
                </c:pt>
                <c:pt idx="2073">
                  <c:v>44861</c:v>
                </c:pt>
                <c:pt idx="2074">
                  <c:v>44862</c:v>
                </c:pt>
                <c:pt idx="2075">
                  <c:v>44865</c:v>
                </c:pt>
                <c:pt idx="2076">
                  <c:v>44866</c:v>
                </c:pt>
                <c:pt idx="2077">
                  <c:v>44868</c:v>
                </c:pt>
                <c:pt idx="2078">
                  <c:v>44869</c:v>
                </c:pt>
                <c:pt idx="2079">
                  <c:v>44872</c:v>
                </c:pt>
                <c:pt idx="2080">
                  <c:v>44873</c:v>
                </c:pt>
                <c:pt idx="2081">
                  <c:v>44874</c:v>
                </c:pt>
                <c:pt idx="2082">
                  <c:v>44875</c:v>
                </c:pt>
                <c:pt idx="2083">
                  <c:v>44876</c:v>
                </c:pt>
                <c:pt idx="2084">
                  <c:v>44879</c:v>
                </c:pt>
                <c:pt idx="2085">
                  <c:v>44881</c:v>
                </c:pt>
                <c:pt idx="2086">
                  <c:v>44882</c:v>
                </c:pt>
                <c:pt idx="2087">
                  <c:v>44883</c:v>
                </c:pt>
                <c:pt idx="2088">
                  <c:v>44886</c:v>
                </c:pt>
                <c:pt idx="2089">
                  <c:v>44887</c:v>
                </c:pt>
                <c:pt idx="2090">
                  <c:v>44888</c:v>
                </c:pt>
                <c:pt idx="2091">
                  <c:v>44889</c:v>
                </c:pt>
                <c:pt idx="2092">
                  <c:v>44890</c:v>
                </c:pt>
                <c:pt idx="2093">
                  <c:v>44893</c:v>
                </c:pt>
                <c:pt idx="2094">
                  <c:v>44894</c:v>
                </c:pt>
                <c:pt idx="2095">
                  <c:v>44895</c:v>
                </c:pt>
                <c:pt idx="2096">
                  <c:v>44896</c:v>
                </c:pt>
                <c:pt idx="2097">
                  <c:v>44897</c:v>
                </c:pt>
                <c:pt idx="2098">
                  <c:v>44900</c:v>
                </c:pt>
                <c:pt idx="2099">
                  <c:v>44901</c:v>
                </c:pt>
                <c:pt idx="2100">
                  <c:v>44902</c:v>
                </c:pt>
                <c:pt idx="2101">
                  <c:v>44903</c:v>
                </c:pt>
                <c:pt idx="2102">
                  <c:v>44904</c:v>
                </c:pt>
                <c:pt idx="2103">
                  <c:v>44907</c:v>
                </c:pt>
                <c:pt idx="2104">
                  <c:v>44908</c:v>
                </c:pt>
                <c:pt idx="2105">
                  <c:v>44909</c:v>
                </c:pt>
                <c:pt idx="2106">
                  <c:v>44910</c:v>
                </c:pt>
                <c:pt idx="2107">
                  <c:v>44911</c:v>
                </c:pt>
                <c:pt idx="2108">
                  <c:v>44914</c:v>
                </c:pt>
                <c:pt idx="2109">
                  <c:v>44915</c:v>
                </c:pt>
                <c:pt idx="2110">
                  <c:v>44916</c:v>
                </c:pt>
                <c:pt idx="2111">
                  <c:v>44917</c:v>
                </c:pt>
                <c:pt idx="2112">
                  <c:v>44918</c:v>
                </c:pt>
                <c:pt idx="2113">
                  <c:v>44921</c:v>
                </c:pt>
                <c:pt idx="2114">
                  <c:v>44922</c:v>
                </c:pt>
                <c:pt idx="2115">
                  <c:v>44923</c:v>
                </c:pt>
                <c:pt idx="2116">
                  <c:v>44924</c:v>
                </c:pt>
                <c:pt idx="2117">
                  <c:v>44928</c:v>
                </c:pt>
                <c:pt idx="2118">
                  <c:v>44929</c:v>
                </c:pt>
                <c:pt idx="2119">
                  <c:v>44930</c:v>
                </c:pt>
                <c:pt idx="2120">
                  <c:v>44931</c:v>
                </c:pt>
                <c:pt idx="2121">
                  <c:v>44932</c:v>
                </c:pt>
                <c:pt idx="2122">
                  <c:v>44935</c:v>
                </c:pt>
                <c:pt idx="2123">
                  <c:v>44936</c:v>
                </c:pt>
                <c:pt idx="2124">
                  <c:v>44937</c:v>
                </c:pt>
                <c:pt idx="2125">
                  <c:v>44938</c:v>
                </c:pt>
                <c:pt idx="2126">
                  <c:v>44939</c:v>
                </c:pt>
                <c:pt idx="2127">
                  <c:v>44942</c:v>
                </c:pt>
                <c:pt idx="2128">
                  <c:v>44943</c:v>
                </c:pt>
                <c:pt idx="2129">
                  <c:v>44944</c:v>
                </c:pt>
                <c:pt idx="2130">
                  <c:v>44945</c:v>
                </c:pt>
                <c:pt idx="2131">
                  <c:v>44946</c:v>
                </c:pt>
                <c:pt idx="2132">
                  <c:v>44949</c:v>
                </c:pt>
                <c:pt idx="2133">
                  <c:v>44950</c:v>
                </c:pt>
                <c:pt idx="2134">
                  <c:v>44951</c:v>
                </c:pt>
                <c:pt idx="2135">
                  <c:v>44952</c:v>
                </c:pt>
                <c:pt idx="2136">
                  <c:v>44953</c:v>
                </c:pt>
                <c:pt idx="2137">
                  <c:v>44956</c:v>
                </c:pt>
                <c:pt idx="2138">
                  <c:v>44957</c:v>
                </c:pt>
                <c:pt idx="2139">
                  <c:v>44958</c:v>
                </c:pt>
                <c:pt idx="2140">
                  <c:v>44959</c:v>
                </c:pt>
                <c:pt idx="2141">
                  <c:v>44960</c:v>
                </c:pt>
                <c:pt idx="2142">
                  <c:v>44963</c:v>
                </c:pt>
                <c:pt idx="2143">
                  <c:v>44964</c:v>
                </c:pt>
                <c:pt idx="2144">
                  <c:v>44965</c:v>
                </c:pt>
                <c:pt idx="2145">
                  <c:v>44966</c:v>
                </c:pt>
                <c:pt idx="2146">
                  <c:v>44967</c:v>
                </c:pt>
                <c:pt idx="2147">
                  <c:v>44970</c:v>
                </c:pt>
                <c:pt idx="2148">
                  <c:v>44971</c:v>
                </c:pt>
                <c:pt idx="2149">
                  <c:v>44972</c:v>
                </c:pt>
                <c:pt idx="2150">
                  <c:v>44973</c:v>
                </c:pt>
                <c:pt idx="2151">
                  <c:v>44974</c:v>
                </c:pt>
                <c:pt idx="2152">
                  <c:v>44979</c:v>
                </c:pt>
                <c:pt idx="2153">
                  <c:v>44980</c:v>
                </c:pt>
                <c:pt idx="2154">
                  <c:v>44981</c:v>
                </c:pt>
                <c:pt idx="2155">
                  <c:v>44984</c:v>
                </c:pt>
                <c:pt idx="2156">
                  <c:v>44985</c:v>
                </c:pt>
                <c:pt idx="2157">
                  <c:v>44986</c:v>
                </c:pt>
                <c:pt idx="2158">
                  <c:v>44987</c:v>
                </c:pt>
                <c:pt idx="2159">
                  <c:v>44988</c:v>
                </c:pt>
                <c:pt idx="2160">
                  <c:v>44991</c:v>
                </c:pt>
                <c:pt idx="2161">
                  <c:v>44992</c:v>
                </c:pt>
                <c:pt idx="2162">
                  <c:v>44993</c:v>
                </c:pt>
                <c:pt idx="2163">
                  <c:v>44994</c:v>
                </c:pt>
                <c:pt idx="2164">
                  <c:v>44995</c:v>
                </c:pt>
                <c:pt idx="2165">
                  <c:v>44998</c:v>
                </c:pt>
                <c:pt idx="2166">
                  <c:v>44999</c:v>
                </c:pt>
                <c:pt idx="2167">
                  <c:v>45000</c:v>
                </c:pt>
                <c:pt idx="2168">
                  <c:v>45001</c:v>
                </c:pt>
                <c:pt idx="2169">
                  <c:v>45002</c:v>
                </c:pt>
                <c:pt idx="2170">
                  <c:v>45005</c:v>
                </c:pt>
                <c:pt idx="2171">
                  <c:v>45006</c:v>
                </c:pt>
                <c:pt idx="2172">
                  <c:v>45007</c:v>
                </c:pt>
                <c:pt idx="2173">
                  <c:v>45008</c:v>
                </c:pt>
                <c:pt idx="2174">
                  <c:v>45009</c:v>
                </c:pt>
                <c:pt idx="2175">
                  <c:v>45012</c:v>
                </c:pt>
                <c:pt idx="2176">
                  <c:v>45013</c:v>
                </c:pt>
                <c:pt idx="2177">
                  <c:v>45014</c:v>
                </c:pt>
                <c:pt idx="2178">
                  <c:v>45015</c:v>
                </c:pt>
                <c:pt idx="2179">
                  <c:v>45016</c:v>
                </c:pt>
                <c:pt idx="2180">
                  <c:v>45019</c:v>
                </c:pt>
                <c:pt idx="2181">
                  <c:v>45020</c:v>
                </c:pt>
                <c:pt idx="2182">
                  <c:v>45021</c:v>
                </c:pt>
                <c:pt idx="2183">
                  <c:v>45022</c:v>
                </c:pt>
                <c:pt idx="2184">
                  <c:v>45026</c:v>
                </c:pt>
                <c:pt idx="2185">
                  <c:v>45027</c:v>
                </c:pt>
                <c:pt idx="2186">
                  <c:v>45028</c:v>
                </c:pt>
                <c:pt idx="2187">
                  <c:v>45029</c:v>
                </c:pt>
                <c:pt idx="2188">
                  <c:v>45030</c:v>
                </c:pt>
                <c:pt idx="2189">
                  <c:v>45033</c:v>
                </c:pt>
                <c:pt idx="2190">
                  <c:v>45034</c:v>
                </c:pt>
                <c:pt idx="2191">
                  <c:v>45035</c:v>
                </c:pt>
                <c:pt idx="2192">
                  <c:v>45036</c:v>
                </c:pt>
                <c:pt idx="2193">
                  <c:v>45040</c:v>
                </c:pt>
                <c:pt idx="2194">
                  <c:v>45041</c:v>
                </c:pt>
                <c:pt idx="2195">
                  <c:v>45042</c:v>
                </c:pt>
                <c:pt idx="2196">
                  <c:v>45043</c:v>
                </c:pt>
                <c:pt idx="2197">
                  <c:v>45044</c:v>
                </c:pt>
                <c:pt idx="2198">
                  <c:v>45048</c:v>
                </c:pt>
                <c:pt idx="2199">
                  <c:v>45049</c:v>
                </c:pt>
                <c:pt idx="2200">
                  <c:v>45050</c:v>
                </c:pt>
                <c:pt idx="2201">
                  <c:v>45051</c:v>
                </c:pt>
                <c:pt idx="2202">
                  <c:v>45054</c:v>
                </c:pt>
                <c:pt idx="2203">
                  <c:v>45055</c:v>
                </c:pt>
                <c:pt idx="2204">
                  <c:v>45056</c:v>
                </c:pt>
                <c:pt idx="2205">
                  <c:v>45057</c:v>
                </c:pt>
                <c:pt idx="2206">
                  <c:v>45058</c:v>
                </c:pt>
                <c:pt idx="2207">
                  <c:v>45061</c:v>
                </c:pt>
                <c:pt idx="2208">
                  <c:v>45062</c:v>
                </c:pt>
                <c:pt idx="2209">
                  <c:v>45063</c:v>
                </c:pt>
                <c:pt idx="2210">
                  <c:v>45064</c:v>
                </c:pt>
                <c:pt idx="2211">
                  <c:v>45065</c:v>
                </c:pt>
                <c:pt idx="2212">
                  <c:v>45068</c:v>
                </c:pt>
                <c:pt idx="2213">
                  <c:v>45069</c:v>
                </c:pt>
                <c:pt idx="2214">
                  <c:v>45070</c:v>
                </c:pt>
                <c:pt idx="2215">
                  <c:v>45071</c:v>
                </c:pt>
                <c:pt idx="2216">
                  <c:v>45072</c:v>
                </c:pt>
                <c:pt idx="2217">
                  <c:v>45075</c:v>
                </c:pt>
                <c:pt idx="2218">
                  <c:v>45076</c:v>
                </c:pt>
                <c:pt idx="2219">
                  <c:v>45077</c:v>
                </c:pt>
                <c:pt idx="2220">
                  <c:v>45078</c:v>
                </c:pt>
                <c:pt idx="2221">
                  <c:v>45079</c:v>
                </c:pt>
                <c:pt idx="2222">
                  <c:v>45082</c:v>
                </c:pt>
                <c:pt idx="2223">
                  <c:v>45083</c:v>
                </c:pt>
                <c:pt idx="2224">
                  <c:v>45084</c:v>
                </c:pt>
                <c:pt idx="2225">
                  <c:v>45086</c:v>
                </c:pt>
                <c:pt idx="2226">
                  <c:v>45089</c:v>
                </c:pt>
                <c:pt idx="2227">
                  <c:v>45090</c:v>
                </c:pt>
                <c:pt idx="2228">
                  <c:v>45091</c:v>
                </c:pt>
                <c:pt idx="2229">
                  <c:v>45092</c:v>
                </c:pt>
                <c:pt idx="2230">
                  <c:v>45093</c:v>
                </c:pt>
                <c:pt idx="2231">
                  <c:v>45096</c:v>
                </c:pt>
                <c:pt idx="2232">
                  <c:v>45097</c:v>
                </c:pt>
                <c:pt idx="2233">
                  <c:v>45098</c:v>
                </c:pt>
                <c:pt idx="2234">
                  <c:v>45099</c:v>
                </c:pt>
                <c:pt idx="2235">
                  <c:v>45100</c:v>
                </c:pt>
                <c:pt idx="2236">
                  <c:v>45103</c:v>
                </c:pt>
                <c:pt idx="2237">
                  <c:v>45104</c:v>
                </c:pt>
                <c:pt idx="2238">
                  <c:v>45105</c:v>
                </c:pt>
                <c:pt idx="2239">
                  <c:v>45106</c:v>
                </c:pt>
                <c:pt idx="2240">
                  <c:v>45107</c:v>
                </c:pt>
                <c:pt idx="2241">
                  <c:v>45110</c:v>
                </c:pt>
                <c:pt idx="2242">
                  <c:v>45111</c:v>
                </c:pt>
                <c:pt idx="2243">
                  <c:v>45112</c:v>
                </c:pt>
                <c:pt idx="2244">
                  <c:v>45113</c:v>
                </c:pt>
                <c:pt idx="2245">
                  <c:v>45114</c:v>
                </c:pt>
                <c:pt idx="2246">
                  <c:v>45117</c:v>
                </c:pt>
                <c:pt idx="2247">
                  <c:v>45118</c:v>
                </c:pt>
                <c:pt idx="2248">
                  <c:v>45119</c:v>
                </c:pt>
                <c:pt idx="2249">
                  <c:v>45120</c:v>
                </c:pt>
                <c:pt idx="2250">
                  <c:v>45121</c:v>
                </c:pt>
                <c:pt idx="2251">
                  <c:v>45124</c:v>
                </c:pt>
                <c:pt idx="2252">
                  <c:v>45125</c:v>
                </c:pt>
                <c:pt idx="2253">
                  <c:v>45126</c:v>
                </c:pt>
                <c:pt idx="2254">
                  <c:v>45127</c:v>
                </c:pt>
                <c:pt idx="2255">
                  <c:v>45128</c:v>
                </c:pt>
                <c:pt idx="2256">
                  <c:v>45131</c:v>
                </c:pt>
                <c:pt idx="2257">
                  <c:v>45132</c:v>
                </c:pt>
                <c:pt idx="2258">
                  <c:v>45133</c:v>
                </c:pt>
                <c:pt idx="2259">
                  <c:v>45134</c:v>
                </c:pt>
                <c:pt idx="2260">
                  <c:v>45135</c:v>
                </c:pt>
                <c:pt idx="2261">
                  <c:v>45138</c:v>
                </c:pt>
                <c:pt idx="2262">
                  <c:v>45139</c:v>
                </c:pt>
                <c:pt idx="2263">
                  <c:v>45140</c:v>
                </c:pt>
                <c:pt idx="2264">
                  <c:v>45141</c:v>
                </c:pt>
                <c:pt idx="2265">
                  <c:v>45142</c:v>
                </c:pt>
                <c:pt idx="2266">
                  <c:v>45145</c:v>
                </c:pt>
                <c:pt idx="2267">
                  <c:v>45146</c:v>
                </c:pt>
                <c:pt idx="2268">
                  <c:v>45147</c:v>
                </c:pt>
                <c:pt idx="2269">
                  <c:v>45148</c:v>
                </c:pt>
                <c:pt idx="2270">
                  <c:v>45149</c:v>
                </c:pt>
                <c:pt idx="2271">
                  <c:v>45152</c:v>
                </c:pt>
                <c:pt idx="2272">
                  <c:v>45153</c:v>
                </c:pt>
                <c:pt idx="2273">
                  <c:v>45154</c:v>
                </c:pt>
                <c:pt idx="2274">
                  <c:v>45155</c:v>
                </c:pt>
                <c:pt idx="2275">
                  <c:v>45156</c:v>
                </c:pt>
                <c:pt idx="2276">
                  <c:v>45159</c:v>
                </c:pt>
                <c:pt idx="2277">
                  <c:v>45160</c:v>
                </c:pt>
                <c:pt idx="2278">
                  <c:v>45161</c:v>
                </c:pt>
                <c:pt idx="2279">
                  <c:v>45162</c:v>
                </c:pt>
                <c:pt idx="2280">
                  <c:v>45163</c:v>
                </c:pt>
                <c:pt idx="2281">
                  <c:v>45166</c:v>
                </c:pt>
                <c:pt idx="2282">
                  <c:v>45167</c:v>
                </c:pt>
                <c:pt idx="2283">
                  <c:v>45168</c:v>
                </c:pt>
                <c:pt idx="2284">
                  <c:v>45169</c:v>
                </c:pt>
                <c:pt idx="2285">
                  <c:v>45170</c:v>
                </c:pt>
                <c:pt idx="2286">
                  <c:v>45173</c:v>
                </c:pt>
                <c:pt idx="2287">
                  <c:v>45174</c:v>
                </c:pt>
                <c:pt idx="2288">
                  <c:v>45175</c:v>
                </c:pt>
                <c:pt idx="2289">
                  <c:v>45177</c:v>
                </c:pt>
                <c:pt idx="2290">
                  <c:v>45180</c:v>
                </c:pt>
                <c:pt idx="2291">
                  <c:v>45181</c:v>
                </c:pt>
                <c:pt idx="2292">
                  <c:v>45182</c:v>
                </c:pt>
                <c:pt idx="2293">
                  <c:v>45183</c:v>
                </c:pt>
                <c:pt idx="2294">
                  <c:v>45184</c:v>
                </c:pt>
                <c:pt idx="2295">
                  <c:v>45187</c:v>
                </c:pt>
                <c:pt idx="2296">
                  <c:v>45188</c:v>
                </c:pt>
                <c:pt idx="2297">
                  <c:v>45189</c:v>
                </c:pt>
                <c:pt idx="2298">
                  <c:v>45190</c:v>
                </c:pt>
                <c:pt idx="2299">
                  <c:v>45191</c:v>
                </c:pt>
                <c:pt idx="2300">
                  <c:v>45194</c:v>
                </c:pt>
                <c:pt idx="2301">
                  <c:v>45195</c:v>
                </c:pt>
                <c:pt idx="2302">
                  <c:v>45196</c:v>
                </c:pt>
                <c:pt idx="2303">
                  <c:v>45197</c:v>
                </c:pt>
                <c:pt idx="2304">
                  <c:v>45198</c:v>
                </c:pt>
                <c:pt idx="2305">
                  <c:v>45201</c:v>
                </c:pt>
                <c:pt idx="2306">
                  <c:v>45202</c:v>
                </c:pt>
                <c:pt idx="2307">
                  <c:v>45203</c:v>
                </c:pt>
                <c:pt idx="2308">
                  <c:v>45204</c:v>
                </c:pt>
                <c:pt idx="2309">
                  <c:v>45205</c:v>
                </c:pt>
                <c:pt idx="2310">
                  <c:v>45208</c:v>
                </c:pt>
                <c:pt idx="2311">
                  <c:v>45209</c:v>
                </c:pt>
                <c:pt idx="2312">
                  <c:v>45210</c:v>
                </c:pt>
                <c:pt idx="2313">
                  <c:v>45212</c:v>
                </c:pt>
                <c:pt idx="2314">
                  <c:v>45215</c:v>
                </c:pt>
                <c:pt idx="2315">
                  <c:v>45216</c:v>
                </c:pt>
                <c:pt idx="2316">
                  <c:v>45217</c:v>
                </c:pt>
                <c:pt idx="2317">
                  <c:v>45218</c:v>
                </c:pt>
                <c:pt idx="2318">
                  <c:v>45219</c:v>
                </c:pt>
                <c:pt idx="2319">
                  <c:v>45222</c:v>
                </c:pt>
                <c:pt idx="2320">
                  <c:v>45223</c:v>
                </c:pt>
                <c:pt idx="2321">
                  <c:v>45224</c:v>
                </c:pt>
                <c:pt idx="2322">
                  <c:v>45225</c:v>
                </c:pt>
                <c:pt idx="2323">
                  <c:v>45226</c:v>
                </c:pt>
                <c:pt idx="2324">
                  <c:v>45229</c:v>
                </c:pt>
                <c:pt idx="2325">
                  <c:v>45230</c:v>
                </c:pt>
                <c:pt idx="2326">
                  <c:v>45231</c:v>
                </c:pt>
                <c:pt idx="2327">
                  <c:v>45233</c:v>
                </c:pt>
                <c:pt idx="2328">
                  <c:v>45236</c:v>
                </c:pt>
                <c:pt idx="2329">
                  <c:v>45237</c:v>
                </c:pt>
                <c:pt idx="2330">
                  <c:v>45238</c:v>
                </c:pt>
                <c:pt idx="2331">
                  <c:v>45239</c:v>
                </c:pt>
                <c:pt idx="2332">
                  <c:v>45240</c:v>
                </c:pt>
                <c:pt idx="2333">
                  <c:v>45243</c:v>
                </c:pt>
                <c:pt idx="2334">
                  <c:v>45244</c:v>
                </c:pt>
                <c:pt idx="2335">
                  <c:v>45246</c:v>
                </c:pt>
                <c:pt idx="2336">
                  <c:v>45247</c:v>
                </c:pt>
                <c:pt idx="2337">
                  <c:v>45250</c:v>
                </c:pt>
                <c:pt idx="2338">
                  <c:v>45251</c:v>
                </c:pt>
                <c:pt idx="2339">
                  <c:v>45252</c:v>
                </c:pt>
                <c:pt idx="2340">
                  <c:v>45253</c:v>
                </c:pt>
                <c:pt idx="2341">
                  <c:v>45254</c:v>
                </c:pt>
                <c:pt idx="2342">
                  <c:v>45257</c:v>
                </c:pt>
                <c:pt idx="2343">
                  <c:v>45258</c:v>
                </c:pt>
                <c:pt idx="2344">
                  <c:v>45259</c:v>
                </c:pt>
                <c:pt idx="2345">
                  <c:v>45260</c:v>
                </c:pt>
                <c:pt idx="2346">
                  <c:v>45261</c:v>
                </c:pt>
                <c:pt idx="2347">
                  <c:v>45264</c:v>
                </c:pt>
                <c:pt idx="2348">
                  <c:v>45265</c:v>
                </c:pt>
                <c:pt idx="2349">
                  <c:v>45266</c:v>
                </c:pt>
                <c:pt idx="2350">
                  <c:v>45267</c:v>
                </c:pt>
                <c:pt idx="2351">
                  <c:v>45268</c:v>
                </c:pt>
                <c:pt idx="2352">
                  <c:v>45271</c:v>
                </c:pt>
                <c:pt idx="2353">
                  <c:v>45272</c:v>
                </c:pt>
                <c:pt idx="2354">
                  <c:v>45273</c:v>
                </c:pt>
                <c:pt idx="2355">
                  <c:v>45274</c:v>
                </c:pt>
                <c:pt idx="2356">
                  <c:v>45275</c:v>
                </c:pt>
                <c:pt idx="2357">
                  <c:v>45278</c:v>
                </c:pt>
                <c:pt idx="2358">
                  <c:v>45279</c:v>
                </c:pt>
                <c:pt idx="2359">
                  <c:v>45280</c:v>
                </c:pt>
                <c:pt idx="2360">
                  <c:v>45281</c:v>
                </c:pt>
                <c:pt idx="2361">
                  <c:v>45282</c:v>
                </c:pt>
                <c:pt idx="2362">
                  <c:v>45286</c:v>
                </c:pt>
                <c:pt idx="2363">
                  <c:v>45287</c:v>
                </c:pt>
                <c:pt idx="2364">
                  <c:v>45288</c:v>
                </c:pt>
                <c:pt idx="2365">
                  <c:v>45293</c:v>
                </c:pt>
                <c:pt idx="2366">
                  <c:v>45294</c:v>
                </c:pt>
                <c:pt idx="2367">
                  <c:v>45295</c:v>
                </c:pt>
                <c:pt idx="2368">
                  <c:v>45296</c:v>
                </c:pt>
                <c:pt idx="2369">
                  <c:v>45299</c:v>
                </c:pt>
                <c:pt idx="2370">
                  <c:v>45300</c:v>
                </c:pt>
                <c:pt idx="2371">
                  <c:v>45301</c:v>
                </c:pt>
                <c:pt idx="2372">
                  <c:v>45302</c:v>
                </c:pt>
                <c:pt idx="2373">
                  <c:v>45303</c:v>
                </c:pt>
                <c:pt idx="2374">
                  <c:v>45306</c:v>
                </c:pt>
                <c:pt idx="2375">
                  <c:v>45307</c:v>
                </c:pt>
                <c:pt idx="2376">
                  <c:v>45308</c:v>
                </c:pt>
                <c:pt idx="2377">
                  <c:v>45309</c:v>
                </c:pt>
                <c:pt idx="2378">
                  <c:v>45310</c:v>
                </c:pt>
                <c:pt idx="2379">
                  <c:v>45313</c:v>
                </c:pt>
                <c:pt idx="2380">
                  <c:v>45314</c:v>
                </c:pt>
                <c:pt idx="2381">
                  <c:v>45315</c:v>
                </c:pt>
                <c:pt idx="2382">
                  <c:v>45316</c:v>
                </c:pt>
                <c:pt idx="2383">
                  <c:v>45317</c:v>
                </c:pt>
                <c:pt idx="2384">
                  <c:v>45320</c:v>
                </c:pt>
                <c:pt idx="2385">
                  <c:v>45321</c:v>
                </c:pt>
                <c:pt idx="2386">
                  <c:v>45322</c:v>
                </c:pt>
                <c:pt idx="2387">
                  <c:v>45323</c:v>
                </c:pt>
                <c:pt idx="2388">
                  <c:v>45324</c:v>
                </c:pt>
                <c:pt idx="2389">
                  <c:v>45327</c:v>
                </c:pt>
                <c:pt idx="2390">
                  <c:v>45328</c:v>
                </c:pt>
                <c:pt idx="2391">
                  <c:v>45329</c:v>
                </c:pt>
                <c:pt idx="2392">
                  <c:v>45330</c:v>
                </c:pt>
                <c:pt idx="2393">
                  <c:v>45331</c:v>
                </c:pt>
                <c:pt idx="2394">
                  <c:v>45336</c:v>
                </c:pt>
                <c:pt idx="2395">
                  <c:v>45337</c:v>
                </c:pt>
                <c:pt idx="2396">
                  <c:v>45338</c:v>
                </c:pt>
                <c:pt idx="2397">
                  <c:v>45341</c:v>
                </c:pt>
                <c:pt idx="2398">
                  <c:v>45342</c:v>
                </c:pt>
                <c:pt idx="2399">
                  <c:v>45343</c:v>
                </c:pt>
                <c:pt idx="2400">
                  <c:v>45344</c:v>
                </c:pt>
                <c:pt idx="2401">
                  <c:v>45345</c:v>
                </c:pt>
                <c:pt idx="2402">
                  <c:v>45348</c:v>
                </c:pt>
                <c:pt idx="2403">
                  <c:v>45349</c:v>
                </c:pt>
                <c:pt idx="2404">
                  <c:v>45350</c:v>
                </c:pt>
                <c:pt idx="2405">
                  <c:v>45351</c:v>
                </c:pt>
                <c:pt idx="2406">
                  <c:v>45352</c:v>
                </c:pt>
                <c:pt idx="2407">
                  <c:v>45355</c:v>
                </c:pt>
                <c:pt idx="2408">
                  <c:v>45356</c:v>
                </c:pt>
                <c:pt idx="2409">
                  <c:v>45357</c:v>
                </c:pt>
                <c:pt idx="2410">
                  <c:v>45358</c:v>
                </c:pt>
                <c:pt idx="2411">
                  <c:v>45359</c:v>
                </c:pt>
                <c:pt idx="2412">
                  <c:v>45362</c:v>
                </c:pt>
                <c:pt idx="2413">
                  <c:v>45363</c:v>
                </c:pt>
                <c:pt idx="2414">
                  <c:v>45364</c:v>
                </c:pt>
                <c:pt idx="2415">
                  <c:v>45365</c:v>
                </c:pt>
                <c:pt idx="2416">
                  <c:v>45366</c:v>
                </c:pt>
                <c:pt idx="2417">
                  <c:v>45369</c:v>
                </c:pt>
                <c:pt idx="2418">
                  <c:v>45370</c:v>
                </c:pt>
                <c:pt idx="2419">
                  <c:v>45371</c:v>
                </c:pt>
                <c:pt idx="2420">
                  <c:v>45372</c:v>
                </c:pt>
                <c:pt idx="2421">
                  <c:v>45373</c:v>
                </c:pt>
                <c:pt idx="2422">
                  <c:v>45376</c:v>
                </c:pt>
                <c:pt idx="2423">
                  <c:v>45377</c:v>
                </c:pt>
                <c:pt idx="2424">
                  <c:v>45378</c:v>
                </c:pt>
                <c:pt idx="2425">
                  <c:v>45379</c:v>
                </c:pt>
                <c:pt idx="2426">
                  <c:v>45383</c:v>
                </c:pt>
                <c:pt idx="2427">
                  <c:v>45384</c:v>
                </c:pt>
                <c:pt idx="2428">
                  <c:v>45385</c:v>
                </c:pt>
                <c:pt idx="2429">
                  <c:v>45386</c:v>
                </c:pt>
                <c:pt idx="2430">
                  <c:v>45387</c:v>
                </c:pt>
                <c:pt idx="2431">
                  <c:v>45390</c:v>
                </c:pt>
                <c:pt idx="2432">
                  <c:v>45391</c:v>
                </c:pt>
                <c:pt idx="2433">
                  <c:v>45392</c:v>
                </c:pt>
                <c:pt idx="2434">
                  <c:v>45393</c:v>
                </c:pt>
                <c:pt idx="2435">
                  <c:v>45394</c:v>
                </c:pt>
                <c:pt idx="2436">
                  <c:v>45397</c:v>
                </c:pt>
                <c:pt idx="2437">
                  <c:v>45398</c:v>
                </c:pt>
                <c:pt idx="2438">
                  <c:v>45399</c:v>
                </c:pt>
                <c:pt idx="2439">
                  <c:v>45400</c:v>
                </c:pt>
                <c:pt idx="2440">
                  <c:v>45401</c:v>
                </c:pt>
                <c:pt idx="2441">
                  <c:v>45404</c:v>
                </c:pt>
                <c:pt idx="2442">
                  <c:v>45405</c:v>
                </c:pt>
                <c:pt idx="2443">
                  <c:v>45406</c:v>
                </c:pt>
                <c:pt idx="2444">
                  <c:v>45407</c:v>
                </c:pt>
                <c:pt idx="2445">
                  <c:v>45408</c:v>
                </c:pt>
                <c:pt idx="2446">
                  <c:v>45411</c:v>
                </c:pt>
                <c:pt idx="2447">
                  <c:v>45412</c:v>
                </c:pt>
                <c:pt idx="2448">
                  <c:v>45414</c:v>
                </c:pt>
                <c:pt idx="2449">
                  <c:v>45415</c:v>
                </c:pt>
                <c:pt idx="2450">
                  <c:v>45418</c:v>
                </c:pt>
                <c:pt idx="2451">
                  <c:v>45419</c:v>
                </c:pt>
                <c:pt idx="2452">
                  <c:v>45420</c:v>
                </c:pt>
                <c:pt idx="2453">
                  <c:v>45421</c:v>
                </c:pt>
                <c:pt idx="2454">
                  <c:v>45422</c:v>
                </c:pt>
                <c:pt idx="2455">
                  <c:v>45425</c:v>
                </c:pt>
                <c:pt idx="2456">
                  <c:v>45426</c:v>
                </c:pt>
                <c:pt idx="2457">
                  <c:v>45427</c:v>
                </c:pt>
                <c:pt idx="2458">
                  <c:v>45428</c:v>
                </c:pt>
                <c:pt idx="2459">
                  <c:v>45429</c:v>
                </c:pt>
                <c:pt idx="2460">
                  <c:v>45432</c:v>
                </c:pt>
                <c:pt idx="2461">
                  <c:v>45433</c:v>
                </c:pt>
                <c:pt idx="2462">
                  <c:v>45434</c:v>
                </c:pt>
                <c:pt idx="2463">
                  <c:v>45435</c:v>
                </c:pt>
                <c:pt idx="2464">
                  <c:v>45436</c:v>
                </c:pt>
                <c:pt idx="2465">
                  <c:v>45439</c:v>
                </c:pt>
                <c:pt idx="2466">
                  <c:v>45440</c:v>
                </c:pt>
                <c:pt idx="2467">
                  <c:v>45441</c:v>
                </c:pt>
                <c:pt idx="2468">
                  <c:v>45443</c:v>
                </c:pt>
                <c:pt idx="2469">
                  <c:v>45446</c:v>
                </c:pt>
                <c:pt idx="2470">
                  <c:v>45447</c:v>
                </c:pt>
                <c:pt idx="2471">
                  <c:v>45448</c:v>
                </c:pt>
                <c:pt idx="2472">
                  <c:v>45449</c:v>
                </c:pt>
                <c:pt idx="2473">
                  <c:v>45450</c:v>
                </c:pt>
                <c:pt idx="2474">
                  <c:v>45453</c:v>
                </c:pt>
                <c:pt idx="2475">
                  <c:v>45454</c:v>
                </c:pt>
                <c:pt idx="2476">
                  <c:v>45455</c:v>
                </c:pt>
                <c:pt idx="2477">
                  <c:v>45456</c:v>
                </c:pt>
                <c:pt idx="2478">
                  <c:v>45457</c:v>
                </c:pt>
                <c:pt idx="2479">
                  <c:v>45460</c:v>
                </c:pt>
                <c:pt idx="2480">
                  <c:v>45461</c:v>
                </c:pt>
                <c:pt idx="2481">
                  <c:v>45462</c:v>
                </c:pt>
                <c:pt idx="2482">
                  <c:v>45463</c:v>
                </c:pt>
                <c:pt idx="2483">
                  <c:v>45464</c:v>
                </c:pt>
                <c:pt idx="2484">
                  <c:v>45467</c:v>
                </c:pt>
                <c:pt idx="2485">
                  <c:v>45468</c:v>
                </c:pt>
                <c:pt idx="2486">
                  <c:v>45469</c:v>
                </c:pt>
                <c:pt idx="2487">
                  <c:v>45470</c:v>
                </c:pt>
                <c:pt idx="2488">
                  <c:v>45471</c:v>
                </c:pt>
                <c:pt idx="2489">
                  <c:v>45474</c:v>
                </c:pt>
                <c:pt idx="2490">
                  <c:v>45475</c:v>
                </c:pt>
                <c:pt idx="2491">
                  <c:v>45476</c:v>
                </c:pt>
                <c:pt idx="2492">
                  <c:v>45477</c:v>
                </c:pt>
                <c:pt idx="2493">
                  <c:v>45478</c:v>
                </c:pt>
                <c:pt idx="2494">
                  <c:v>45481</c:v>
                </c:pt>
                <c:pt idx="2495">
                  <c:v>45482</c:v>
                </c:pt>
                <c:pt idx="2496">
                  <c:v>45483</c:v>
                </c:pt>
                <c:pt idx="2497">
                  <c:v>45484</c:v>
                </c:pt>
                <c:pt idx="2498">
                  <c:v>45485</c:v>
                </c:pt>
                <c:pt idx="2499">
                  <c:v>45488</c:v>
                </c:pt>
                <c:pt idx="2500">
                  <c:v>45489</c:v>
                </c:pt>
                <c:pt idx="2501">
                  <c:v>45490</c:v>
                </c:pt>
                <c:pt idx="2502">
                  <c:v>45491</c:v>
                </c:pt>
                <c:pt idx="2503">
                  <c:v>45492</c:v>
                </c:pt>
                <c:pt idx="2504">
                  <c:v>45495</c:v>
                </c:pt>
                <c:pt idx="2505">
                  <c:v>45496</c:v>
                </c:pt>
                <c:pt idx="2506">
                  <c:v>45497</c:v>
                </c:pt>
                <c:pt idx="2507">
                  <c:v>45498</c:v>
                </c:pt>
                <c:pt idx="2508">
                  <c:v>45499</c:v>
                </c:pt>
                <c:pt idx="2509">
                  <c:v>45502</c:v>
                </c:pt>
                <c:pt idx="2510">
                  <c:v>45503</c:v>
                </c:pt>
                <c:pt idx="2511">
                  <c:v>45504</c:v>
                </c:pt>
                <c:pt idx="2512">
                  <c:v>45505</c:v>
                </c:pt>
                <c:pt idx="2513">
                  <c:v>45506</c:v>
                </c:pt>
                <c:pt idx="2514">
                  <c:v>45509</c:v>
                </c:pt>
                <c:pt idx="2515">
                  <c:v>45510</c:v>
                </c:pt>
                <c:pt idx="2516">
                  <c:v>45511</c:v>
                </c:pt>
                <c:pt idx="2517">
                  <c:v>45512</c:v>
                </c:pt>
                <c:pt idx="2518">
                  <c:v>45513</c:v>
                </c:pt>
                <c:pt idx="2519">
                  <c:v>45516</c:v>
                </c:pt>
                <c:pt idx="2520">
                  <c:v>45517</c:v>
                </c:pt>
                <c:pt idx="2521">
                  <c:v>45518</c:v>
                </c:pt>
                <c:pt idx="2522">
                  <c:v>45519</c:v>
                </c:pt>
                <c:pt idx="2523">
                  <c:v>45520</c:v>
                </c:pt>
                <c:pt idx="2524">
                  <c:v>45523</c:v>
                </c:pt>
                <c:pt idx="2525">
                  <c:v>45524</c:v>
                </c:pt>
                <c:pt idx="2526">
                  <c:v>45525</c:v>
                </c:pt>
                <c:pt idx="2527">
                  <c:v>45526</c:v>
                </c:pt>
                <c:pt idx="2528">
                  <c:v>45527</c:v>
                </c:pt>
                <c:pt idx="2529">
                  <c:v>45530</c:v>
                </c:pt>
                <c:pt idx="2530">
                  <c:v>45531</c:v>
                </c:pt>
                <c:pt idx="2531">
                  <c:v>45532</c:v>
                </c:pt>
                <c:pt idx="2532">
                  <c:v>45533</c:v>
                </c:pt>
                <c:pt idx="2533">
                  <c:v>45534</c:v>
                </c:pt>
                <c:pt idx="2534">
                  <c:v>45537</c:v>
                </c:pt>
                <c:pt idx="2535">
                  <c:v>45538</c:v>
                </c:pt>
                <c:pt idx="2536">
                  <c:v>45539</c:v>
                </c:pt>
                <c:pt idx="2537">
                  <c:v>45540</c:v>
                </c:pt>
                <c:pt idx="2538">
                  <c:v>45541</c:v>
                </c:pt>
                <c:pt idx="2539">
                  <c:v>45544</c:v>
                </c:pt>
                <c:pt idx="2540">
                  <c:v>45545</c:v>
                </c:pt>
                <c:pt idx="2541">
                  <c:v>45546</c:v>
                </c:pt>
                <c:pt idx="2542">
                  <c:v>45547</c:v>
                </c:pt>
                <c:pt idx="2543">
                  <c:v>45548</c:v>
                </c:pt>
                <c:pt idx="2544">
                  <c:v>45551</c:v>
                </c:pt>
                <c:pt idx="2545">
                  <c:v>45552</c:v>
                </c:pt>
                <c:pt idx="2546">
                  <c:v>45553</c:v>
                </c:pt>
                <c:pt idx="2547">
                  <c:v>45554</c:v>
                </c:pt>
                <c:pt idx="2548">
                  <c:v>45555</c:v>
                </c:pt>
                <c:pt idx="2549">
                  <c:v>45558</c:v>
                </c:pt>
                <c:pt idx="2550">
                  <c:v>45559</c:v>
                </c:pt>
                <c:pt idx="2551">
                  <c:v>45560</c:v>
                </c:pt>
                <c:pt idx="2552">
                  <c:v>45561</c:v>
                </c:pt>
                <c:pt idx="2553">
                  <c:v>45562</c:v>
                </c:pt>
                <c:pt idx="2554">
                  <c:v>45565</c:v>
                </c:pt>
                <c:pt idx="2555">
                  <c:v>45566</c:v>
                </c:pt>
                <c:pt idx="2556">
                  <c:v>45567</c:v>
                </c:pt>
                <c:pt idx="2557">
                  <c:v>45568</c:v>
                </c:pt>
                <c:pt idx="2558">
                  <c:v>45569</c:v>
                </c:pt>
                <c:pt idx="2559">
                  <c:v>45572</c:v>
                </c:pt>
                <c:pt idx="2560">
                  <c:v>45573</c:v>
                </c:pt>
                <c:pt idx="2561">
                  <c:v>45574</c:v>
                </c:pt>
                <c:pt idx="2562">
                  <c:v>45575</c:v>
                </c:pt>
                <c:pt idx="2563">
                  <c:v>45576</c:v>
                </c:pt>
                <c:pt idx="2564">
                  <c:v>45579</c:v>
                </c:pt>
                <c:pt idx="2565">
                  <c:v>45580</c:v>
                </c:pt>
                <c:pt idx="2566">
                  <c:v>45581</c:v>
                </c:pt>
                <c:pt idx="2567">
                  <c:v>45582</c:v>
                </c:pt>
                <c:pt idx="2568">
                  <c:v>45583</c:v>
                </c:pt>
                <c:pt idx="2569">
                  <c:v>45586</c:v>
                </c:pt>
                <c:pt idx="2570">
                  <c:v>45587</c:v>
                </c:pt>
                <c:pt idx="2571">
                  <c:v>45588</c:v>
                </c:pt>
                <c:pt idx="2572">
                  <c:v>45589</c:v>
                </c:pt>
                <c:pt idx="2573">
                  <c:v>45590</c:v>
                </c:pt>
                <c:pt idx="2574">
                  <c:v>45593</c:v>
                </c:pt>
                <c:pt idx="2575">
                  <c:v>45594</c:v>
                </c:pt>
                <c:pt idx="2576">
                  <c:v>45595</c:v>
                </c:pt>
                <c:pt idx="2577">
                  <c:v>45596</c:v>
                </c:pt>
                <c:pt idx="2578">
                  <c:v>45597</c:v>
                </c:pt>
                <c:pt idx="2579">
                  <c:v>45600</c:v>
                </c:pt>
                <c:pt idx="2580">
                  <c:v>45601</c:v>
                </c:pt>
                <c:pt idx="2581">
                  <c:v>45602</c:v>
                </c:pt>
                <c:pt idx="2582">
                  <c:v>45603</c:v>
                </c:pt>
                <c:pt idx="2583">
                  <c:v>45604</c:v>
                </c:pt>
                <c:pt idx="2584">
                  <c:v>45607</c:v>
                </c:pt>
                <c:pt idx="2585">
                  <c:v>45608</c:v>
                </c:pt>
                <c:pt idx="2586">
                  <c:v>45609</c:v>
                </c:pt>
                <c:pt idx="2587">
                  <c:v>45610</c:v>
                </c:pt>
                <c:pt idx="2588">
                  <c:v>45614</c:v>
                </c:pt>
                <c:pt idx="2589">
                  <c:v>45615</c:v>
                </c:pt>
                <c:pt idx="2590">
                  <c:v>45617</c:v>
                </c:pt>
                <c:pt idx="2591">
                  <c:v>45618</c:v>
                </c:pt>
                <c:pt idx="2592">
                  <c:v>45621</c:v>
                </c:pt>
                <c:pt idx="2593">
                  <c:v>45622</c:v>
                </c:pt>
                <c:pt idx="2594">
                  <c:v>45623</c:v>
                </c:pt>
                <c:pt idx="2595">
                  <c:v>45624</c:v>
                </c:pt>
                <c:pt idx="2596">
                  <c:v>45625</c:v>
                </c:pt>
                <c:pt idx="2597">
                  <c:v>45628</c:v>
                </c:pt>
                <c:pt idx="2598">
                  <c:v>45629</c:v>
                </c:pt>
                <c:pt idx="2599">
                  <c:v>45630</c:v>
                </c:pt>
                <c:pt idx="2600">
                  <c:v>45631</c:v>
                </c:pt>
                <c:pt idx="2601">
                  <c:v>45632</c:v>
                </c:pt>
                <c:pt idx="2602">
                  <c:v>45635</c:v>
                </c:pt>
                <c:pt idx="2603">
                  <c:v>45636</c:v>
                </c:pt>
                <c:pt idx="2604">
                  <c:v>45637</c:v>
                </c:pt>
                <c:pt idx="2605">
                  <c:v>45638</c:v>
                </c:pt>
                <c:pt idx="2606">
                  <c:v>45639</c:v>
                </c:pt>
                <c:pt idx="2607">
                  <c:v>45642</c:v>
                </c:pt>
                <c:pt idx="2608">
                  <c:v>45643</c:v>
                </c:pt>
                <c:pt idx="2609">
                  <c:v>45644</c:v>
                </c:pt>
                <c:pt idx="2610">
                  <c:v>45645</c:v>
                </c:pt>
                <c:pt idx="2611">
                  <c:v>45646</c:v>
                </c:pt>
                <c:pt idx="2612">
                  <c:v>45649</c:v>
                </c:pt>
                <c:pt idx="2613">
                  <c:v>45652</c:v>
                </c:pt>
                <c:pt idx="2614">
                  <c:v>45653</c:v>
                </c:pt>
                <c:pt idx="2615">
                  <c:v>45656</c:v>
                </c:pt>
                <c:pt idx="2616">
                  <c:v>45659</c:v>
                </c:pt>
                <c:pt idx="2617">
                  <c:v>45660</c:v>
                </c:pt>
                <c:pt idx="2618">
                  <c:v>45663</c:v>
                </c:pt>
                <c:pt idx="2619">
                  <c:v>45664</c:v>
                </c:pt>
                <c:pt idx="2620">
                  <c:v>45665</c:v>
                </c:pt>
                <c:pt idx="2621">
                  <c:v>45666</c:v>
                </c:pt>
                <c:pt idx="2622">
                  <c:v>45667</c:v>
                </c:pt>
                <c:pt idx="2623">
                  <c:v>45670</c:v>
                </c:pt>
                <c:pt idx="2624">
                  <c:v>45671</c:v>
                </c:pt>
                <c:pt idx="2625">
                  <c:v>45672</c:v>
                </c:pt>
                <c:pt idx="2626">
                  <c:v>45673</c:v>
                </c:pt>
                <c:pt idx="2627">
                  <c:v>45674</c:v>
                </c:pt>
                <c:pt idx="2628">
                  <c:v>45677</c:v>
                </c:pt>
                <c:pt idx="2629">
                  <c:v>45678</c:v>
                </c:pt>
                <c:pt idx="2630">
                  <c:v>45679</c:v>
                </c:pt>
                <c:pt idx="2631">
                  <c:v>45680</c:v>
                </c:pt>
                <c:pt idx="2632">
                  <c:v>45681</c:v>
                </c:pt>
                <c:pt idx="2633">
                  <c:v>45684</c:v>
                </c:pt>
                <c:pt idx="2634">
                  <c:v>45685</c:v>
                </c:pt>
                <c:pt idx="2635">
                  <c:v>45686</c:v>
                </c:pt>
                <c:pt idx="2636">
                  <c:v>45687</c:v>
                </c:pt>
                <c:pt idx="2637">
                  <c:v>45688</c:v>
                </c:pt>
                <c:pt idx="2638">
                  <c:v>45691</c:v>
                </c:pt>
                <c:pt idx="2639">
                  <c:v>45692</c:v>
                </c:pt>
                <c:pt idx="2640">
                  <c:v>45693</c:v>
                </c:pt>
                <c:pt idx="2641">
                  <c:v>45694</c:v>
                </c:pt>
                <c:pt idx="2642">
                  <c:v>45695</c:v>
                </c:pt>
                <c:pt idx="2643">
                  <c:v>45698</c:v>
                </c:pt>
                <c:pt idx="2644">
                  <c:v>45699</c:v>
                </c:pt>
                <c:pt idx="2645">
                  <c:v>45700</c:v>
                </c:pt>
                <c:pt idx="2646">
                  <c:v>45701</c:v>
                </c:pt>
                <c:pt idx="2647">
                  <c:v>45702</c:v>
                </c:pt>
                <c:pt idx="2648">
                  <c:v>45705</c:v>
                </c:pt>
                <c:pt idx="2649">
                  <c:v>45706</c:v>
                </c:pt>
                <c:pt idx="2650">
                  <c:v>45707</c:v>
                </c:pt>
                <c:pt idx="2651">
                  <c:v>45708</c:v>
                </c:pt>
                <c:pt idx="2652">
                  <c:v>45709</c:v>
                </c:pt>
                <c:pt idx="2653">
                  <c:v>45712</c:v>
                </c:pt>
                <c:pt idx="2654">
                  <c:v>45713</c:v>
                </c:pt>
                <c:pt idx="2655">
                  <c:v>45714</c:v>
                </c:pt>
                <c:pt idx="2656">
                  <c:v>45715</c:v>
                </c:pt>
                <c:pt idx="2657">
                  <c:v>45716</c:v>
                </c:pt>
                <c:pt idx="2658">
                  <c:v>45721</c:v>
                </c:pt>
                <c:pt idx="2659">
                  <c:v>45722</c:v>
                </c:pt>
                <c:pt idx="2660">
                  <c:v>45723</c:v>
                </c:pt>
                <c:pt idx="2661">
                  <c:v>45726</c:v>
                </c:pt>
                <c:pt idx="2662">
                  <c:v>45727</c:v>
                </c:pt>
                <c:pt idx="2663">
                  <c:v>45728</c:v>
                </c:pt>
                <c:pt idx="2664">
                  <c:v>45729</c:v>
                </c:pt>
                <c:pt idx="2665">
                  <c:v>45730</c:v>
                </c:pt>
                <c:pt idx="2666">
                  <c:v>45733</c:v>
                </c:pt>
                <c:pt idx="2667">
                  <c:v>45734</c:v>
                </c:pt>
                <c:pt idx="2668">
                  <c:v>45735</c:v>
                </c:pt>
                <c:pt idx="2669">
                  <c:v>45736</c:v>
                </c:pt>
                <c:pt idx="2670">
                  <c:v>45737</c:v>
                </c:pt>
                <c:pt idx="2671">
                  <c:v>45740</c:v>
                </c:pt>
                <c:pt idx="2672">
                  <c:v>45741</c:v>
                </c:pt>
                <c:pt idx="2673">
                  <c:v>45742</c:v>
                </c:pt>
                <c:pt idx="2674">
                  <c:v>45743</c:v>
                </c:pt>
                <c:pt idx="2675">
                  <c:v>45744</c:v>
                </c:pt>
                <c:pt idx="2676">
                  <c:v>45747</c:v>
                </c:pt>
                <c:pt idx="2677">
                  <c:v>45748</c:v>
                </c:pt>
                <c:pt idx="2678">
                  <c:v>45749</c:v>
                </c:pt>
                <c:pt idx="2679">
                  <c:v>45750</c:v>
                </c:pt>
                <c:pt idx="2680">
                  <c:v>45751</c:v>
                </c:pt>
                <c:pt idx="2681">
                  <c:v>45754</c:v>
                </c:pt>
                <c:pt idx="2682">
                  <c:v>45755</c:v>
                </c:pt>
                <c:pt idx="2683">
                  <c:v>45756</c:v>
                </c:pt>
                <c:pt idx="2684">
                  <c:v>45757</c:v>
                </c:pt>
                <c:pt idx="2685">
                  <c:v>45758</c:v>
                </c:pt>
                <c:pt idx="2686">
                  <c:v>45761</c:v>
                </c:pt>
                <c:pt idx="2687">
                  <c:v>45762</c:v>
                </c:pt>
                <c:pt idx="2688">
                  <c:v>45763</c:v>
                </c:pt>
                <c:pt idx="2689">
                  <c:v>45764</c:v>
                </c:pt>
                <c:pt idx="2690">
                  <c:v>45769</c:v>
                </c:pt>
                <c:pt idx="2691">
                  <c:v>45770</c:v>
                </c:pt>
                <c:pt idx="2692">
                  <c:v>45771</c:v>
                </c:pt>
                <c:pt idx="2693">
                  <c:v>45772</c:v>
                </c:pt>
                <c:pt idx="2694">
                  <c:v>45775</c:v>
                </c:pt>
                <c:pt idx="2695">
                  <c:v>45776</c:v>
                </c:pt>
                <c:pt idx="2696">
                  <c:v>45777</c:v>
                </c:pt>
                <c:pt idx="2697">
                  <c:v>45779</c:v>
                </c:pt>
                <c:pt idx="2698">
                  <c:v>45782</c:v>
                </c:pt>
                <c:pt idx="2699">
                  <c:v>45783</c:v>
                </c:pt>
                <c:pt idx="2700">
                  <c:v>45784</c:v>
                </c:pt>
                <c:pt idx="2701">
                  <c:v>45785</c:v>
                </c:pt>
                <c:pt idx="2702">
                  <c:v>45786</c:v>
                </c:pt>
                <c:pt idx="2703">
                  <c:v>45789</c:v>
                </c:pt>
                <c:pt idx="2704">
                  <c:v>45790</c:v>
                </c:pt>
                <c:pt idx="2705">
                  <c:v>45791</c:v>
                </c:pt>
                <c:pt idx="2706">
                  <c:v>45792</c:v>
                </c:pt>
                <c:pt idx="2707">
                  <c:v>45793</c:v>
                </c:pt>
                <c:pt idx="2708">
                  <c:v>45796</c:v>
                </c:pt>
                <c:pt idx="2709">
                  <c:v>45797</c:v>
                </c:pt>
                <c:pt idx="2710">
                  <c:v>45798</c:v>
                </c:pt>
                <c:pt idx="2711">
                  <c:v>45799</c:v>
                </c:pt>
                <c:pt idx="2712">
                  <c:v>45800</c:v>
                </c:pt>
                <c:pt idx="2713">
                  <c:v>45803</c:v>
                </c:pt>
                <c:pt idx="2714">
                  <c:v>45804</c:v>
                </c:pt>
                <c:pt idx="2715">
                  <c:v>45805</c:v>
                </c:pt>
                <c:pt idx="2716">
                  <c:v>45806</c:v>
                </c:pt>
                <c:pt idx="2717">
                  <c:v>45807</c:v>
                </c:pt>
                <c:pt idx="2718">
                  <c:v>45810</c:v>
                </c:pt>
                <c:pt idx="2719">
                  <c:v>45811</c:v>
                </c:pt>
                <c:pt idx="2720">
                  <c:v>45812</c:v>
                </c:pt>
                <c:pt idx="2721">
                  <c:v>45813</c:v>
                </c:pt>
                <c:pt idx="2722">
                  <c:v>45814</c:v>
                </c:pt>
                <c:pt idx="2723">
                  <c:v>45817</c:v>
                </c:pt>
                <c:pt idx="2724">
                  <c:v>45818</c:v>
                </c:pt>
                <c:pt idx="2725">
                  <c:v>45819</c:v>
                </c:pt>
                <c:pt idx="2726">
                  <c:v>45820</c:v>
                </c:pt>
                <c:pt idx="2727">
                  <c:v>45821</c:v>
                </c:pt>
                <c:pt idx="2728">
                  <c:v>45824</c:v>
                </c:pt>
                <c:pt idx="2729">
                  <c:v>45825</c:v>
                </c:pt>
                <c:pt idx="2730">
                  <c:v>45826</c:v>
                </c:pt>
                <c:pt idx="2731">
                  <c:v>45828</c:v>
                </c:pt>
                <c:pt idx="2732">
                  <c:v>45831</c:v>
                </c:pt>
                <c:pt idx="2733">
                  <c:v>45832</c:v>
                </c:pt>
                <c:pt idx="2734">
                  <c:v>45833</c:v>
                </c:pt>
                <c:pt idx="2735">
                  <c:v>45834</c:v>
                </c:pt>
                <c:pt idx="2736">
                  <c:v>45835</c:v>
                </c:pt>
                <c:pt idx="2737">
                  <c:v>45838</c:v>
                </c:pt>
                <c:pt idx="2738">
                  <c:v>45839</c:v>
                </c:pt>
                <c:pt idx="2739">
                  <c:v>45840</c:v>
                </c:pt>
                <c:pt idx="2740">
                  <c:v>45841</c:v>
                </c:pt>
                <c:pt idx="2741">
                  <c:v>45842</c:v>
                </c:pt>
                <c:pt idx="2742">
                  <c:v>45845</c:v>
                </c:pt>
                <c:pt idx="2743">
                  <c:v>45846</c:v>
                </c:pt>
                <c:pt idx="2744">
                  <c:v>45847</c:v>
                </c:pt>
                <c:pt idx="2745">
                  <c:v>45848</c:v>
                </c:pt>
                <c:pt idx="2746">
                  <c:v>45849</c:v>
                </c:pt>
                <c:pt idx="2747">
                  <c:v>45852</c:v>
                </c:pt>
                <c:pt idx="2748">
                  <c:v>45853</c:v>
                </c:pt>
                <c:pt idx="2749">
                  <c:v>45854</c:v>
                </c:pt>
                <c:pt idx="2750">
                  <c:v>45855</c:v>
                </c:pt>
                <c:pt idx="2751">
                  <c:v>45856</c:v>
                </c:pt>
                <c:pt idx="2752">
                  <c:v>45859</c:v>
                </c:pt>
                <c:pt idx="2753">
                  <c:v>45860</c:v>
                </c:pt>
                <c:pt idx="2754">
                  <c:v>45861</c:v>
                </c:pt>
                <c:pt idx="2755">
                  <c:v>45862</c:v>
                </c:pt>
                <c:pt idx="2756">
                  <c:v>45863</c:v>
                </c:pt>
                <c:pt idx="2757">
                  <c:v>45866</c:v>
                </c:pt>
                <c:pt idx="2758">
                  <c:v>45867</c:v>
                </c:pt>
                <c:pt idx="2759">
                  <c:v>45868</c:v>
                </c:pt>
                <c:pt idx="2760">
                  <c:v>45869</c:v>
                </c:pt>
                <c:pt idx="2761">
                  <c:v>45870</c:v>
                </c:pt>
                <c:pt idx="2762">
                  <c:v>45873</c:v>
                </c:pt>
                <c:pt idx="2763">
                  <c:v>45874</c:v>
                </c:pt>
                <c:pt idx="2764">
                  <c:v>45875</c:v>
                </c:pt>
                <c:pt idx="2765">
                  <c:v>45876</c:v>
                </c:pt>
                <c:pt idx="2766">
                  <c:v>45877</c:v>
                </c:pt>
                <c:pt idx="2767">
                  <c:v>45880</c:v>
                </c:pt>
                <c:pt idx="2768">
                  <c:v>45881</c:v>
                </c:pt>
                <c:pt idx="2769">
                  <c:v>45882</c:v>
                </c:pt>
                <c:pt idx="2770">
                  <c:v>45883</c:v>
                </c:pt>
                <c:pt idx="2771">
                  <c:v>45884</c:v>
                </c:pt>
                <c:pt idx="2772">
                  <c:v>45887</c:v>
                </c:pt>
                <c:pt idx="2773">
                  <c:v>45888</c:v>
                </c:pt>
                <c:pt idx="2774">
                  <c:v>45889</c:v>
                </c:pt>
                <c:pt idx="2775">
                  <c:v>45890</c:v>
                </c:pt>
                <c:pt idx="2776">
                  <c:v>45891</c:v>
                </c:pt>
                <c:pt idx="2777">
                  <c:v>45894</c:v>
                </c:pt>
                <c:pt idx="2778">
                  <c:v>45895</c:v>
                </c:pt>
                <c:pt idx="2779">
                  <c:v>45896</c:v>
                </c:pt>
                <c:pt idx="2780">
                  <c:v>45897</c:v>
                </c:pt>
                <c:pt idx="2781">
                  <c:v>45898</c:v>
                </c:pt>
                <c:pt idx="2782">
                  <c:v>45901</c:v>
                </c:pt>
                <c:pt idx="2783">
                  <c:v>45902</c:v>
                </c:pt>
                <c:pt idx="2784">
                  <c:v>45903</c:v>
                </c:pt>
                <c:pt idx="2785">
                  <c:v>45904</c:v>
                </c:pt>
                <c:pt idx="2786">
                  <c:v>45905</c:v>
                </c:pt>
                <c:pt idx="2787">
                  <c:v>45908</c:v>
                </c:pt>
                <c:pt idx="2788">
                  <c:v>45909</c:v>
                </c:pt>
                <c:pt idx="2789">
                  <c:v>45910</c:v>
                </c:pt>
                <c:pt idx="2790">
                  <c:v>45911</c:v>
                </c:pt>
                <c:pt idx="2791">
                  <c:v>45912</c:v>
                </c:pt>
                <c:pt idx="2792">
                  <c:v>45915</c:v>
                </c:pt>
                <c:pt idx="2793">
                  <c:v>45916</c:v>
                </c:pt>
                <c:pt idx="2794">
                  <c:v>45917</c:v>
                </c:pt>
                <c:pt idx="2795">
                  <c:v>45918</c:v>
                </c:pt>
                <c:pt idx="2796">
                  <c:v>45919</c:v>
                </c:pt>
                <c:pt idx="2797">
                  <c:v>45922</c:v>
                </c:pt>
                <c:pt idx="2798">
                  <c:v>45923</c:v>
                </c:pt>
                <c:pt idx="2799">
                  <c:v>45924</c:v>
                </c:pt>
                <c:pt idx="2800">
                  <c:v>45925</c:v>
                </c:pt>
                <c:pt idx="2801">
                  <c:v>45926</c:v>
                </c:pt>
                <c:pt idx="2802">
                  <c:v>45929</c:v>
                </c:pt>
                <c:pt idx="2803">
                  <c:v>45930</c:v>
                </c:pt>
                <c:pt idx="2804">
                  <c:v>45931</c:v>
                </c:pt>
                <c:pt idx="2805">
                  <c:v>45932</c:v>
                </c:pt>
                <c:pt idx="2806">
                  <c:v>45933</c:v>
                </c:pt>
                <c:pt idx="2807">
                  <c:v>45936</c:v>
                </c:pt>
                <c:pt idx="2808">
                  <c:v>45937</c:v>
                </c:pt>
                <c:pt idx="2809">
                  <c:v>45938</c:v>
                </c:pt>
                <c:pt idx="2810">
                  <c:v>45939</c:v>
                </c:pt>
                <c:pt idx="2811">
                  <c:v>45940</c:v>
                </c:pt>
                <c:pt idx="2812">
                  <c:v>45943</c:v>
                </c:pt>
                <c:pt idx="2813">
                  <c:v>45944</c:v>
                </c:pt>
                <c:pt idx="2814">
                  <c:v>45945</c:v>
                </c:pt>
                <c:pt idx="2815">
                  <c:v>45946</c:v>
                </c:pt>
                <c:pt idx="2816">
                  <c:v>45947</c:v>
                </c:pt>
                <c:pt idx="2817">
                  <c:v>45950</c:v>
                </c:pt>
                <c:pt idx="2818">
                  <c:v>45951</c:v>
                </c:pt>
                <c:pt idx="2819">
                  <c:v>45952</c:v>
                </c:pt>
                <c:pt idx="2820">
                  <c:v>45953</c:v>
                </c:pt>
                <c:pt idx="2821">
                  <c:v>45954</c:v>
                </c:pt>
                <c:pt idx="2822">
                  <c:v>45957</c:v>
                </c:pt>
                <c:pt idx="2823">
                  <c:v>45958</c:v>
                </c:pt>
                <c:pt idx="2824">
                  <c:v>45959</c:v>
                </c:pt>
                <c:pt idx="2825">
                  <c:v>45960</c:v>
                </c:pt>
                <c:pt idx="2826">
                  <c:v>45961</c:v>
                </c:pt>
                <c:pt idx="2827">
                  <c:v>45964</c:v>
                </c:pt>
                <c:pt idx="2828">
                  <c:v>45965</c:v>
                </c:pt>
                <c:pt idx="2829">
                  <c:v>45966</c:v>
                </c:pt>
                <c:pt idx="2830">
                  <c:v>45967</c:v>
                </c:pt>
                <c:pt idx="2831">
                  <c:v>45968</c:v>
                </c:pt>
                <c:pt idx="2832">
                  <c:v>45971</c:v>
                </c:pt>
                <c:pt idx="2833">
                  <c:v>45972</c:v>
                </c:pt>
                <c:pt idx="2834">
                  <c:v>45973</c:v>
                </c:pt>
                <c:pt idx="2835">
                  <c:v>45974</c:v>
                </c:pt>
                <c:pt idx="2836">
                  <c:v>45975</c:v>
                </c:pt>
                <c:pt idx="2837">
                  <c:v>45978</c:v>
                </c:pt>
                <c:pt idx="2838">
                  <c:v>45979</c:v>
                </c:pt>
                <c:pt idx="2839">
                  <c:v>45980</c:v>
                </c:pt>
                <c:pt idx="2840">
                  <c:v>45982</c:v>
                </c:pt>
                <c:pt idx="2841">
                  <c:v>45985</c:v>
                </c:pt>
                <c:pt idx="2842">
                  <c:v>45986</c:v>
                </c:pt>
                <c:pt idx="2843">
                  <c:v>45987</c:v>
                </c:pt>
                <c:pt idx="2844">
                  <c:v>45988</c:v>
                </c:pt>
                <c:pt idx="2845">
                  <c:v>45989</c:v>
                </c:pt>
                <c:pt idx="2846">
                  <c:v>45992</c:v>
                </c:pt>
                <c:pt idx="2847">
                  <c:v>45993</c:v>
                </c:pt>
                <c:pt idx="2848">
                  <c:v>45994</c:v>
                </c:pt>
                <c:pt idx="2849">
                  <c:v>45995</c:v>
                </c:pt>
                <c:pt idx="2850">
                  <c:v>45996</c:v>
                </c:pt>
                <c:pt idx="2851">
                  <c:v>45999</c:v>
                </c:pt>
                <c:pt idx="2852">
                  <c:v>46000</c:v>
                </c:pt>
                <c:pt idx="2853">
                  <c:v>46001</c:v>
                </c:pt>
                <c:pt idx="2854">
                  <c:v>46002</c:v>
                </c:pt>
                <c:pt idx="2855">
                  <c:v>46003</c:v>
                </c:pt>
                <c:pt idx="2856">
                  <c:v>46006</c:v>
                </c:pt>
                <c:pt idx="2857">
                  <c:v>46007</c:v>
                </c:pt>
                <c:pt idx="2858">
                  <c:v>46008</c:v>
                </c:pt>
                <c:pt idx="2859">
                  <c:v>46009</c:v>
                </c:pt>
                <c:pt idx="2860">
                  <c:v>46010</c:v>
                </c:pt>
                <c:pt idx="2861">
                  <c:v>46013</c:v>
                </c:pt>
                <c:pt idx="2862">
                  <c:v>46014</c:v>
                </c:pt>
                <c:pt idx="2863">
                  <c:v>46017</c:v>
                </c:pt>
                <c:pt idx="2864">
                  <c:v>46020</c:v>
                </c:pt>
                <c:pt idx="2865">
                  <c:v>46021</c:v>
                </c:pt>
                <c:pt idx="2866">
                  <c:v>46024</c:v>
                </c:pt>
                <c:pt idx="2867">
                  <c:v>46027</c:v>
                </c:pt>
                <c:pt idx="2868">
                  <c:v>46028</c:v>
                </c:pt>
                <c:pt idx="2869">
                  <c:v>46029</c:v>
                </c:pt>
                <c:pt idx="2870">
                  <c:v>46030</c:v>
                </c:pt>
                <c:pt idx="2871">
                  <c:v>46031</c:v>
                </c:pt>
                <c:pt idx="2872">
                  <c:v>46034</c:v>
                </c:pt>
                <c:pt idx="2873">
                  <c:v>46035</c:v>
                </c:pt>
                <c:pt idx="2874">
                  <c:v>46036</c:v>
                </c:pt>
                <c:pt idx="2875">
                  <c:v>46037</c:v>
                </c:pt>
                <c:pt idx="2876">
                  <c:v>46038</c:v>
                </c:pt>
                <c:pt idx="2877">
                  <c:v>46041</c:v>
                </c:pt>
                <c:pt idx="2878">
                  <c:v>46042</c:v>
                </c:pt>
                <c:pt idx="2879">
                  <c:v>46043</c:v>
                </c:pt>
                <c:pt idx="2880">
                  <c:v>46044</c:v>
                </c:pt>
                <c:pt idx="2881">
                  <c:v>46045</c:v>
                </c:pt>
                <c:pt idx="2882">
                  <c:v>46048</c:v>
                </c:pt>
                <c:pt idx="2883">
                  <c:v>46049</c:v>
                </c:pt>
                <c:pt idx="2884">
                  <c:v>46050</c:v>
                </c:pt>
                <c:pt idx="2885">
                  <c:v>46051</c:v>
                </c:pt>
                <c:pt idx="2886">
                  <c:v>46052</c:v>
                </c:pt>
                <c:pt idx="2887">
                  <c:v>46055</c:v>
                </c:pt>
                <c:pt idx="2888">
                  <c:v>46056</c:v>
                </c:pt>
                <c:pt idx="2889">
                  <c:v>46057</c:v>
                </c:pt>
                <c:pt idx="2890">
                  <c:v>46058</c:v>
                </c:pt>
                <c:pt idx="2891">
                  <c:v>46059</c:v>
                </c:pt>
                <c:pt idx="2892">
                  <c:v>46062</c:v>
                </c:pt>
                <c:pt idx="2893">
                  <c:v>46063</c:v>
                </c:pt>
                <c:pt idx="2894">
                  <c:v>46064</c:v>
                </c:pt>
                <c:pt idx="2895">
                  <c:v>46065</c:v>
                </c:pt>
                <c:pt idx="2896">
                  <c:v>46066</c:v>
                </c:pt>
                <c:pt idx="2897">
                  <c:v>46071</c:v>
                </c:pt>
                <c:pt idx="2898">
                  <c:v>46072</c:v>
                </c:pt>
                <c:pt idx="2899">
                  <c:v>46073</c:v>
                </c:pt>
                <c:pt idx="2900">
                  <c:v>46076</c:v>
                </c:pt>
                <c:pt idx="2901">
                  <c:v>46077</c:v>
                </c:pt>
                <c:pt idx="2902">
                  <c:v>46078</c:v>
                </c:pt>
                <c:pt idx="2903">
                  <c:v>46079</c:v>
                </c:pt>
                <c:pt idx="2904">
                  <c:v>46080</c:v>
                </c:pt>
                <c:pt idx="2905">
                  <c:v>46083</c:v>
                </c:pt>
                <c:pt idx="2906">
                  <c:v>46084</c:v>
                </c:pt>
                <c:pt idx="2907">
                  <c:v>46085</c:v>
                </c:pt>
                <c:pt idx="2908">
                  <c:v>46086</c:v>
                </c:pt>
                <c:pt idx="2909">
                  <c:v>46087</c:v>
                </c:pt>
                <c:pt idx="2910">
                  <c:v>46090</c:v>
                </c:pt>
                <c:pt idx="2911">
                  <c:v>46091</c:v>
                </c:pt>
                <c:pt idx="2912">
                  <c:v>46092</c:v>
                </c:pt>
                <c:pt idx="2913">
                  <c:v>46093</c:v>
                </c:pt>
                <c:pt idx="2914">
                  <c:v>46094</c:v>
                </c:pt>
                <c:pt idx="2915">
                  <c:v>46097</c:v>
                </c:pt>
                <c:pt idx="2916">
                  <c:v>46098</c:v>
                </c:pt>
                <c:pt idx="2917">
                  <c:v>46099</c:v>
                </c:pt>
                <c:pt idx="2918">
                  <c:v>46100</c:v>
                </c:pt>
                <c:pt idx="2919">
                  <c:v>46101</c:v>
                </c:pt>
                <c:pt idx="2920">
                  <c:v>46104</c:v>
                </c:pt>
                <c:pt idx="2921">
                  <c:v>46105</c:v>
                </c:pt>
                <c:pt idx="2922">
                  <c:v>46106</c:v>
                </c:pt>
                <c:pt idx="2923">
                  <c:v>46107</c:v>
                </c:pt>
                <c:pt idx="2924">
                  <c:v>46108</c:v>
                </c:pt>
                <c:pt idx="2925">
                  <c:v>46111</c:v>
                </c:pt>
                <c:pt idx="2926">
                  <c:v>46112</c:v>
                </c:pt>
                <c:pt idx="2927">
                  <c:v>46113</c:v>
                </c:pt>
                <c:pt idx="2928">
                  <c:v>46114</c:v>
                </c:pt>
                <c:pt idx="2929">
                  <c:v>46118</c:v>
                </c:pt>
                <c:pt idx="2930">
                  <c:v>46119</c:v>
                </c:pt>
                <c:pt idx="2931">
                  <c:v>46120</c:v>
                </c:pt>
                <c:pt idx="2932">
                  <c:v>46121</c:v>
                </c:pt>
                <c:pt idx="2933">
                  <c:v>46122</c:v>
                </c:pt>
                <c:pt idx="2934">
                  <c:v>46125</c:v>
                </c:pt>
                <c:pt idx="2935">
                  <c:v>46126</c:v>
                </c:pt>
                <c:pt idx="2936">
                  <c:v>46127</c:v>
                </c:pt>
                <c:pt idx="2937">
                  <c:v>46128</c:v>
                </c:pt>
                <c:pt idx="2938">
                  <c:v>46129</c:v>
                </c:pt>
                <c:pt idx="2939">
                  <c:v>46132</c:v>
                </c:pt>
                <c:pt idx="2940">
                  <c:v>46134</c:v>
                </c:pt>
                <c:pt idx="2941">
                  <c:v>46135</c:v>
                </c:pt>
                <c:pt idx="2942">
                  <c:v>46136</c:v>
                </c:pt>
                <c:pt idx="2943">
                  <c:v>46139</c:v>
                </c:pt>
                <c:pt idx="2944">
                  <c:v>46140</c:v>
                </c:pt>
                <c:pt idx="2945">
                  <c:v>46141</c:v>
                </c:pt>
                <c:pt idx="2946">
                  <c:v>46142</c:v>
                </c:pt>
                <c:pt idx="2947">
                  <c:v>46146</c:v>
                </c:pt>
                <c:pt idx="2948">
                  <c:v>46147</c:v>
                </c:pt>
                <c:pt idx="2949">
                  <c:v>46148</c:v>
                </c:pt>
                <c:pt idx="2950">
                  <c:v>46149</c:v>
                </c:pt>
                <c:pt idx="2951">
                  <c:v>46150</c:v>
                </c:pt>
                <c:pt idx="2952">
                  <c:v>46153</c:v>
                </c:pt>
                <c:pt idx="2953">
                  <c:v>46154</c:v>
                </c:pt>
                <c:pt idx="2954">
                  <c:v>46155</c:v>
                </c:pt>
                <c:pt idx="2955">
                  <c:v>46156</c:v>
                </c:pt>
                <c:pt idx="2956">
                  <c:v>46157</c:v>
                </c:pt>
                <c:pt idx="2957">
                  <c:v>46160</c:v>
                </c:pt>
                <c:pt idx="2958">
                  <c:v>46161</c:v>
                </c:pt>
                <c:pt idx="2959">
                  <c:v>46162</c:v>
                </c:pt>
                <c:pt idx="2960">
                  <c:v>46163</c:v>
                </c:pt>
                <c:pt idx="2961">
                  <c:v>46164</c:v>
                </c:pt>
                <c:pt idx="2962">
                  <c:v>46167</c:v>
                </c:pt>
                <c:pt idx="2963">
                  <c:v>46168</c:v>
                </c:pt>
                <c:pt idx="2964">
                  <c:v>46169</c:v>
                </c:pt>
                <c:pt idx="2965">
                  <c:v>46170</c:v>
                </c:pt>
                <c:pt idx="2966">
                  <c:v>46171</c:v>
                </c:pt>
                <c:pt idx="2967">
                  <c:v>46174</c:v>
                </c:pt>
                <c:pt idx="2968">
                  <c:v>46175</c:v>
                </c:pt>
                <c:pt idx="2969">
                  <c:v>46176</c:v>
                </c:pt>
                <c:pt idx="2970">
                  <c:v>46178</c:v>
                </c:pt>
                <c:pt idx="2971">
                  <c:v>46181</c:v>
                </c:pt>
                <c:pt idx="2972">
                  <c:v>46182</c:v>
                </c:pt>
                <c:pt idx="2973">
                  <c:v>46183</c:v>
                </c:pt>
                <c:pt idx="2974">
                  <c:v>46184</c:v>
                </c:pt>
                <c:pt idx="2975">
                  <c:v>46185</c:v>
                </c:pt>
                <c:pt idx="2976">
                  <c:v>46188</c:v>
                </c:pt>
                <c:pt idx="2977">
                  <c:v>46189</c:v>
                </c:pt>
                <c:pt idx="2978">
                  <c:v>46190</c:v>
                </c:pt>
                <c:pt idx="2979">
                  <c:v>46191</c:v>
                </c:pt>
                <c:pt idx="2980">
                  <c:v>46192</c:v>
                </c:pt>
                <c:pt idx="2981">
                  <c:v>46195</c:v>
                </c:pt>
                <c:pt idx="2982">
                  <c:v>46196</c:v>
                </c:pt>
                <c:pt idx="2983">
                  <c:v>46197</c:v>
                </c:pt>
                <c:pt idx="2984">
                  <c:v>46198</c:v>
                </c:pt>
                <c:pt idx="2985">
                  <c:v>46199</c:v>
                </c:pt>
                <c:pt idx="2986">
                  <c:v>46202</c:v>
                </c:pt>
                <c:pt idx="2987">
                  <c:v>46203</c:v>
                </c:pt>
                <c:pt idx="2988">
                  <c:v>46204</c:v>
                </c:pt>
                <c:pt idx="2989">
                  <c:v>46205</c:v>
                </c:pt>
                <c:pt idx="2990">
                  <c:v>46206</c:v>
                </c:pt>
                <c:pt idx="2991">
                  <c:v>46209</c:v>
                </c:pt>
                <c:pt idx="2992">
                  <c:v>46210</c:v>
                </c:pt>
                <c:pt idx="2993">
                  <c:v>46211</c:v>
                </c:pt>
                <c:pt idx="2994">
                  <c:v>46212</c:v>
                </c:pt>
                <c:pt idx="2995">
                  <c:v>46213</c:v>
                </c:pt>
                <c:pt idx="2996">
                  <c:v>46216</c:v>
                </c:pt>
                <c:pt idx="2997">
                  <c:v>46217</c:v>
                </c:pt>
                <c:pt idx="2998">
                  <c:v>46218</c:v>
                </c:pt>
                <c:pt idx="2999">
                  <c:v>46219</c:v>
                </c:pt>
                <c:pt idx="3000">
                  <c:v>46220</c:v>
                </c:pt>
                <c:pt idx="3001">
                  <c:v>46223</c:v>
                </c:pt>
                <c:pt idx="3002">
                  <c:v>46224</c:v>
                </c:pt>
                <c:pt idx="3003">
                  <c:v>46225</c:v>
                </c:pt>
                <c:pt idx="3004">
                  <c:v>46226</c:v>
                </c:pt>
                <c:pt idx="3005">
                  <c:v>46227</c:v>
                </c:pt>
                <c:pt idx="3006">
                  <c:v>46230</c:v>
                </c:pt>
                <c:pt idx="3007">
                  <c:v>46231</c:v>
                </c:pt>
                <c:pt idx="3008">
                  <c:v>46232</c:v>
                </c:pt>
                <c:pt idx="3009">
                  <c:v>46233</c:v>
                </c:pt>
                <c:pt idx="3010">
                  <c:v>46234</c:v>
                </c:pt>
                <c:pt idx="3011">
                  <c:v>46237</c:v>
                </c:pt>
                <c:pt idx="3012">
                  <c:v>46238</c:v>
                </c:pt>
                <c:pt idx="3013">
                  <c:v>46239</c:v>
                </c:pt>
                <c:pt idx="3014">
                  <c:v>46240</c:v>
                </c:pt>
                <c:pt idx="3015">
                  <c:v>46241</c:v>
                </c:pt>
                <c:pt idx="3016">
                  <c:v>46244</c:v>
                </c:pt>
                <c:pt idx="3017">
                  <c:v>46245</c:v>
                </c:pt>
                <c:pt idx="3018">
                  <c:v>46246</c:v>
                </c:pt>
                <c:pt idx="3019">
                  <c:v>46247</c:v>
                </c:pt>
                <c:pt idx="3020">
                  <c:v>46248</c:v>
                </c:pt>
                <c:pt idx="3021">
                  <c:v>46251</c:v>
                </c:pt>
                <c:pt idx="3022">
                  <c:v>46252</c:v>
                </c:pt>
                <c:pt idx="3023">
                  <c:v>46253</c:v>
                </c:pt>
                <c:pt idx="3024">
                  <c:v>46254</c:v>
                </c:pt>
                <c:pt idx="3025">
                  <c:v>46255</c:v>
                </c:pt>
                <c:pt idx="3026">
                  <c:v>46258</c:v>
                </c:pt>
                <c:pt idx="3027">
                  <c:v>46259</c:v>
                </c:pt>
                <c:pt idx="3028">
                  <c:v>46260</c:v>
                </c:pt>
                <c:pt idx="3029">
                  <c:v>46261</c:v>
                </c:pt>
                <c:pt idx="3030">
                  <c:v>46262</c:v>
                </c:pt>
              </c:numCache>
            </c:numRef>
          </c:cat>
          <c:val>
            <c:numRef>
              <c:f>'Short Interest'!$I$26:$I$3044</c:f>
              <c:numCache>
                <c:formatCode>0.0000</c:formatCode>
                <c:ptCount val="3031"/>
                <c:pt idx="0">
                  <c:v>1.5558405317999999</c:v>
                </c:pt>
                <c:pt idx="1">
                  <c:v>1.5543990786999999</c:v>
                </c:pt>
                <c:pt idx="2">
                  <c:v>1.5406594695</c:v>
                </c:pt>
                <c:pt idx="3">
                  <c:v>1.5608238723000001</c:v>
                </c:pt>
                <c:pt idx="4">
                  <c:v>1.5890622753000001</c:v>
                </c:pt>
                <c:pt idx="5">
                  <c:v>1.6131530247000001</c:v>
                </c:pt>
                <c:pt idx="6">
                  <c:v>1.6409448561</c:v>
                </c:pt>
                <c:pt idx="7">
                  <c:v>1.7046122062</c:v>
                </c:pt>
                <c:pt idx="8">
                  <c:v>1.7702182899000001</c:v>
                </c:pt>
                <c:pt idx="9">
                  <c:v>1.8385199472</c:v>
                </c:pt>
                <c:pt idx="10">
                  <c:v>1.7846678987</c:v>
                </c:pt>
                <c:pt idx="11">
                  <c:v>1.7329405106</c:v>
                </c:pt>
                <c:pt idx="12">
                  <c:v>1.6435526785000001</c:v>
                </c:pt>
                <c:pt idx="13">
                  <c:v>1.5559592648</c:v>
                </c:pt>
                <c:pt idx="14">
                  <c:v>1.4619364348999999</c:v>
                </c:pt>
                <c:pt idx="15">
                  <c:v>1.352918426</c:v>
                </c:pt>
                <c:pt idx="16">
                  <c:v>1.2603491104</c:v>
                </c:pt>
                <c:pt idx="17">
                  <c:v>1.1701860636000001</c:v>
                </c:pt>
                <c:pt idx="18">
                  <c:v>1.0818037749</c:v>
                </c:pt>
                <c:pt idx="19">
                  <c:v>0.99119224829999997</c:v>
                </c:pt>
                <c:pt idx="20">
                  <c:v>0.89372391569999998</c:v>
                </c:pt>
                <c:pt idx="21">
                  <c:v>0.80252712469999998</c:v>
                </c:pt>
                <c:pt idx="22">
                  <c:v>0.70779507460000002</c:v>
                </c:pt>
                <c:pt idx="23">
                  <c:v>0.59740256619999998</c:v>
                </c:pt>
                <c:pt idx="24">
                  <c:v>0.48003647589999998</c:v>
                </c:pt>
                <c:pt idx="25">
                  <c:v>0.37294089829999999</c:v>
                </c:pt>
                <c:pt idx="26">
                  <c:v>0.29007112289999998</c:v>
                </c:pt>
                <c:pt idx="27">
                  <c:v>0.2054118103</c:v>
                </c:pt>
                <c:pt idx="28">
                  <c:v>8.9011521400000002E-2</c:v>
                </c:pt>
                <c:pt idx="29">
                  <c:v>-2.8266545300000001E-2</c:v>
                </c:pt>
                <c:pt idx="30">
                  <c:v>-0.14271952839999999</c:v>
                </c:pt>
                <c:pt idx="31">
                  <c:v>-0.1373404892</c:v>
                </c:pt>
                <c:pt idx="32">
                  <c:v>-0.13945680860000001</c:v>
                </c:pt>
                <c:pt idx="33">
                  <c:v>-0.13995085530000001</c:v>
                </c:pt>
                <c:pt idx="34">
                  <c:v>-0.1339613133</c:v>
                </c:pt>
                <c:pt idx="35">
                  <c:v>-0.10350256350000001</c:v>
                </c:pt>
                <c:pt idx="36">
                  <c:v>-7.2074512199999996E-2</c:v>
                </c:pt>
                <c:pt idx="37">
                  <c:v>-7.1573601599999995E-2</c:v>
                </c:pt>
                <c:pt idx="38">
                  <c:v>-6.28003652E-2</c:v>
                </c:pt>
                <c:pt idx="39">
                  <c:v>-3.6635325699999999E-2</c:v>
                </c:pt>
                <c:pt idx="40">
                  <c:v>-5.9466121999999996E-3</c:v>
                </c:pt>
                <c:pt idx="41">
                  <c:v>3.2303862500000002E-2</c:v>
                </c:pt>
                <c:pt idx="42">
                  <c:v>6.6490019900000003E-2</c:v>
                </c:pt>
                <c:pt idx="43">
                  <c:v>9.9770283799999998E-2</c:v>
                </c:pt>
                <c:pt idx="44">
                  <c:v>0.14775972130000001</c:v>
                </c:pt>
                <c:pt idx="45">
                  <c:v>0.18226937200000001</c:v>
                </c:pt>
                <c:pt idx="46">
                  <c:v>0.2187664497</c:v>
                </c:pt>
                <c:pt idx="47">
                  <c:v>0.24180463699999999</c:v>
                </c:pt>
                <c:pt idx="48">
                  <c:v>0.25944745409999997</c:v>
                </c:pt>
                <c:pt idx="49">
                  <c:v>0.27311698760000003</c:v>
                </c:pt>
                <c:pt idx="50">
                  <c:v>0.2839131117</c:v>
                </c:pt>
                <c:pt idx="51">
                  <c:v>0.28887013760000002</c:v>
                </c:pt>
                <c:pt idx="52">
                  <c:v>0.27837865740000001</c:v>
                </c:pt>
                <c:pt idx="53">
                  <c:v>0.26725324379999998</c:v>
                </c:pt>
                <c:pt idx="54">
                  <c:v>0.26991243650000002</c:v>
                </c:pt>
                <c:pt idx="55">
                  <c:v>0.27743540150000001</c:v>
                </c:pt>
                <c:pt idx="56">
                  <c:v>0.27276777619999998</c:v>
                </c:pt>
                <c:pt idx="57">
                  <c:v>0.26815090349999998</c:v>
                </c:pt>
                <c:pt idx="58">
                  <c:v>0.27481115709999998</c:v>
                </c:pt>
                <c:pt idx="59">
                  <c:v>0.31224097109999999</c:v>
                </c:pt>
                <c:pt idx="60">
                  <c:v>0.33845130690000003</c:v>
                </c:pt>
                <c:pt idx="61">
                  <c:v>0.35870657830000002</c:v>
                </c:pt>
                <c:pt idx="62">
                  <c:v>0.35969788860000002</c:v>
                </c:pt>
                <c:pt idx="63">
                  <c:v>0.34520069269999998</c:v>
                </c:pt>
                <c:pt idx="64">
                  <c:v>0.3233107851</c:v>
                </c:pt>
                <c:pt idx="65">
                  <c:v>0.29679131279999998</c:v>
                </c:pt>
                <c:pt idx="66">
                  <c:v>0.28768895989999999</c:v>
                </c:pt>
                <c:pt idx="67">
                  <c:v>0.28211685860000002</c:v>
                </c:pt>
                <c:pt idx="68">
                  <c:v>0.28503281419999998</c:v>
                </c:pt>
                <c:pt idx="69">
                  <c:v>0.29370993480000002</c:v>
                </c:pt>
                <c:pt idx="70">
                  <c:v>0.32149181640000002</c:v>
                </c:pt>
                <c:pt idx="71">
                  <c:v>0.36576292230000002</c:v>
                </c:pt>
                <c:pt idx="72">
                  <c:v>0.40704901249999997</c:v>
                </c:pt>
                <c:pt idx="73">
                  <c:v>0.45525800309999997</c:v>
                </c:pt>
                <c:pt idx="74">
                  <c:v>0.48219997240000001</c:v>
                </c:pt>
                <c:pt idx="75">
                  <c:v>0.50519705449999996</c:v>
                </c:pt>
                <c:pt idx="76">
                  <c:v>0.52467774339999995</c:v>
                </c:pt>
                <c:pt idx="77">
                  <c:v>0.52764177540000001</c:v>
                </c:pt>
                <c:pt idx="78">
                  <c:v>0.5311123754</c:v>
                </c:pt>
                <c:pt idx="79">
                  <c:v>0.5811501952</c:v>
                </c:pt>
                <c:pt idx="80">
                  <c:v>0.57550528990000005</c:v>
                </c:pt>
                <c:pt idx="81">
                  <c:v>0.57532608249999995</c:v>
                </c:pt>
                <c:pt idx="82">
                  <c:v>0.58123554190000004</c:v>
                </c:pt>
                <c:pt idx="83">
                  <c:v>0.56752444710000005</c:v>
                </c:pt>
                <c:pt idx="84">
                  <c:v>0.56891293639999996</c:v>
                </c:pt>
                <c:pt idx="85">
                  <c:v>0.5762623818</c:v>
                </c:pt>
                <c:pt idx="86">
                  <c:v>0.58405968230000005</c:v>
                </c:pt>
                <c:pt idx="87">
                  <c:v>0.60125348810000001</c:v>
                </c:pt>
                <c:pt idx="88">
                  <c:v>0.6087081325</c:v>
                </c:pt>
                <c:pt idx="89">
                  <c:v>0.61457312539999998</c:v>
                </c:pt>
                <c:pt idx="90">
                  <c:v>0.58982084729999995</c:v>
                </c:pt>
                <c:pt idx="91">
                  <c:v>0.57858650359999997</c:v>
                </c:pt>
                <c:pt idx="92">
                  <c:v>0.55024636299999996</c:v>
                </c:pt>
                <c:pt idx="93">
                  <c:v>0.51840820470000004</c:v>
                </c:pt>
                <c:pt idx="94">
                  <c:v>0.49444907170000002</c:v>
                </c:pt>
                <c:pt idx="95">
                  <c:v>0.48782230300000001</c:v>
                </c:pt>
                <c:pt idx="96">
                  <c:v>0.45420542559999999</c:v>
                </c:pt>
                <c:pt idx="97">
                  <c:v>0.41732722090000002</c:v>
                </c:pt>
                <c:pt idx="98">
                  <c:v>0.39282594999999998</c:v>
                </c:pt>
                <c:pt idx="99">
                  <c:v>0.35797237160000001</c:v>
                </c:pt>
                <c:pt idx="100">
                  <c:v>0.29825092809999998</c:v>
                </c:pt>
                <c:pt idx="101">
                  <c:v>0.24743725499999999</c:v>
                </c:pt>
                <c:pt idx="102">
                  <c:v>0.22690029580000001</c:v>
                </c:pt>
                <c:pt idx="103">
                  <c:v>0.1696914829</c:v>
                </c:pt>
                <c:pt idx="104">
                  <c:v>0.1471889747</c:v>
                </c:pt>
                <c:pt idx="105">
                  <c:v>0.12614709499999999</c:v>
                </c:pt>
                <c:pt idx="106">
                  <c:v>0.1192055574</c:v>
                </c:pt>
                <c:pt idx="107">
                  <c:v>0.104456758</c:v>
                </c:pt>
                <c:pt idx="108">
                  <c:v>8.7810636499999997E-2</c:v>
                </c:pt>
                <c:pt idx="109">
                  <c:v>7.9239035999999999E-2</c:v>
                </c:pt>
                <c:pt idx="110">
                  <c:v>5.1525913E-2</c:v>
                </c:pt>
                <c:pt idx="111">
                  <c:v>4.99867638E-2</c:v>
                </c:pt>
                <c:pt idx="112">
                  <c:v>1.8654008100000001E-2</c:v>
                </c:pt>
                <c:pt idx="113">
                  <c:v>-8.0266317999999996E-3</c:v>
                </c:pt>
                <c:pt idx="114">
                  <c:v>-1.7599158899999998E-2</c:v>
                </c:pt>
                <c:pt idx="115">
                  <c:v>-3.2424275299999999E-2</c:v>
                </c:pt>
                <c:pt idx="116">
                  <c:v>-4.0590279899999998E-2</c:v>
                </c:pt>
                <c:pt idx="117">
                  <c:v>-3.2943728499999998E-2</c:v>
                </c:pt>
                <c:pt idx="118">
                  <c:v>-3.4213020599999998E-2</c:v>
                </c:pt>
                <c:pt idx="119">
                  <c:v>-4.4373086899999997E-2</c:v>
                </c:pt>
                <c:pt idx="120">
                  <c:v>-4.89741764E-2</c:v>
                </c:pt>
                <c:pt idx="121">
                  <c:v>-4.0722504100000001E-2</c:v>
                </c:pt>
                <c:pt idx="122">
                  <c:v>-3.2453304000000002E-2</c:v>
                </c:pt>
                <c:pt idx="123">
                  <c:v>-6.3639662200000002E-2</c:v>
                </c:pt>
                <c:pt idx="124">
                  <c:v>-6.0373893300000002E-2</c:v>
                </c:pt>
                <c:pt idx="125">
                  <c:v>-5.6124498199999998E-2</c:v>
                </c:pt>
                <c:pt idx="126">
                  <c:v>-5.0744882400000003E-2</c:v>
                </c:pt>
                <c:pt idx="127">
                  <c:v>-5.4078942099999999E-2</c:v>
                </c:pt>
                <c:pt idx="128">
                  <c:v>-4.5167132700000001E-2</c:v>
                </c:pt>
                <c:pt idx="129">
                  <c:v>-3.9989419700000001E-2</c:v>
                </c:pt>
                <c:pt idx="130">
                  <c:v>-2.81662378E-2</c:v>
                </c:pt>
                <c:pt idx="131">
                  <c:v>-8.7912237999999993E-3</c:v>
                </c:pt>
                <c:pt idx="132">
                  <c:v>1.00600232E-2</c:v>
                </c:pt>
                <c:pt idx="133">
                  <c:v>2.5214494699999999E-2</c:v>
                </c:pt>
                <c:pt idx="134">
                  <c:v>3.4700153599999999E-2</c:v>
                </c:pt>
                <c:pt idx="135">
                  <c:v>4.7077740399999998E-2</c:v>
                </c:pt>
                <c:pt idx="136">
                  <c:v>5.9726384899999999E-2</c:v>
                </c:pt>
                <c:pt idx="137">
                  <c:v>8.27688325E-2</c:v>
                </c:pt>
                <c:pt idx="138">
                  <c:v>6.9512659000000004E-2</c:v>
                </c:pt>
                <c:pt idx="139">
                  <c:v>7.1592505299999998E-2</c:v>
                </c:pt>
                <c:pt idx="140">
                  <c:v>7.3783870500000001E-2</c:v>
                </c:pt>
                <c:pt idx="141">
                  <c:v>8.1126666E-2</c:v>
                </c:pt>
                <c:pt idx="142">
                  <c:v>6.3170278100000005E-2</c:v>
                </c:pt>
                <c:pt idx="143">
                  <c:v>8.3391762499999994E-2</c:v>
                </c:pt>
                <c:pt idx="144">
                  <c:v>0.1086377104</c:v>
                </c:pt>
                <c:pt idx="145">
                  <c:v>0.1422843422</c:v>
                </c:pt>
                <c:pt idx="146">
                  <c:v>0.17438515569999999</c:v>
                </c:pt>
                <c:pt idx="147">
                  <c:v>0.19861375689999999</c:v>
                </c:pt>
                <c:pt idx="148">
                  <c:v>0.20246592359999999</c:v>
                </c:pt>
                <c:pt idx="149">
                  <c:v>0.21272146719999999</c:v>
                </c:pt>
                <c:pt idx="150">
                  <c:v>0.2019002825</c:v>
                </c:pt>
                <c:pt idx="151">
                  <c:v>0.20209351740000001</c:v>
                </c:pt>
                <c:pt idx="152">
                  <c:v>0.19974546560000001</c:v>
                </c:pt>
                <c:pt idx="153">
                  <c:v>0.18639012839999999</c:v>
                </c:pt>
                <c:pt idx="154">
                  <c:v>0.16884212579999999</c:v>
                </c:pt>
                <c:pt idx="155">
                  <c:v>0.16767064670000001</c:v>
                </c:pt>
                <c:pt idx="156">
                  <c:v>0.1525223272</c:v>
                </c:pt>
                <c:pt idx="157">
                  <c:v>0.15975234329999999</c:v>
                </c:pt>
                <c:pt idx="158">
                  <c:v>0.1459509447</c:v>
                </c:pt>
                <c:pt idx="159">
                  <c:v>0.174207732</c:v>
                </c:pt>
                <c:pt idx="160">
                  <c:v>0.1876238278</c:v>
                </c:pt>
                <c:pt idx="161">
                  <c:v>0.1774959046</c:v>
                </c:pt>
                <c:pt idx="162">
                  <c:v>0.16993027990000001</c:v>
                </c:pt>
                <c:pt idx="163">
                  <c:v>0.18585418679999999</c:v>
                </c:pt>
                <c:pt idx="164">
                  <c:v>0.17576464489999999</c:v>
                </c:pt>
                <c:pt idx="165">
                  <c:v>0.15276033419999999</c:v>
                </c:pt>
                <c:pt idx="166">
                  <c:v>0.1536587767</c:v>
                </c:pt>
                <c:pt idx="167">
                  <c:v>0.1610225368</c:v>
                </c:pt>
                <c:pt idx="168">
                  <c:v>0.1561696622</c:v>
                </c:pt>
                <c:pt idx="169">
                  <c:v>0.1526352574</c:v>
                </c:pt>
                <c:pt idx="170">
                  <c:v>0.15665192080000001</c:v>
                </c:pt>
                <c:pt idx="171">
                  <c:v>0.14443145299999999</c:v>
                </c:pt>
                <c:pt idx="172">
                  <c:v>0.12304969859999999</c:v>
                </c:pt>
                <c:pt idx="173">
                  <c:v>0.1189350711</c:v>
                </c:pt>
                <c:pt idx="174">
                  <c:v>0.1226221453</c:v>
                </c:pt>
                <c:pt idx="175">
                  <c:v>0.1442080875</c:v>
                </c:pt>
                <c:pt idx="176">
                  <c:v>0.1500482675</c:v>
                </c:pt>
                <c:pt idx="177">
                  <c:v>0.16037756349999999</c:v>
                </c:pt>
                <c:pt idx="178">
                  <c:v>0.15143820920000001</c:v>
                </c:pt>
                <c:pt idx="179">
                  <c:v>0.15333326780000001</c:v>
                </c:pt>
                <c:pt idx="180">
                  <c:v>0.15461216659999999</c:v>
                </c:pt>
                <c:pt idx="181">
                  <c:v>0.16356918440000001</c:v>
                </c:pt>
                <c:pt idx="182">
                  <c:v>0.17854966959999999</c:v>
                </c:pt>
                <c:pt idx="183">
                  <c:v>0.1766578949</c:v>
                </c:pt>
                <c:pt idx="184">
                  <c:v>0.16577621200000001</c:v>
                </c:pt>
                <c:pt idx="185">
                  <c:v>0.1575704785</c:v>
                </c:pt>
                <c:pt idx="186">
                  <c:v>0.17194907470000001</c:v>
                </c:pt>
                <c:pt idx="187">
                  <c:v>0.16126450610000001</c:v>
                </c:pt>
                <c:pt idx="188">
                  <c:v>0.14646648540000001</c:v>
                </c:pt>
                <c:pt idx="189">
                  <c:v>0.16329671209999999</c:v>
                </c:pt>
                <c:pt idx="190">
                  <c:v>0.18672302560000001</c:v>
                </c:pt>
                <c:pt idx="191">
                  <c:v>0.18718431129999999</c:v>
                </c:pt>
                <c:pt idx="192">
                  <c:v>0.2295679689</c:v>
                </c:pt>
                <c:pt idx="193">
                  <c:v>0.25725523309999998</c:v>
                </c:pt>
                <c:pt idx="194">
                  <c:v>0.26419271589999999</c:v>
                </c:pt>
                <c:pt idx="195">
                  <c:v>0.27046816820000003</c:v>
                </c:pt>
                <c:pt idx="196">
                  <c:v>0.27514670879999997</c:v>
                </c:pt>
                <c:pt idx="197">
                  <c:v>0.27328461850000002</c:v>
                </c:pt>
                <c:pt idx="198">
                  <c:v>0.28689672199999999</c:v>
                </c:pt>
                <c:pt idx="199">
                  <c:v>0.28844947339999999</c:v>
                </c:pt>
                <c:pt idx="200">
                  <c:v>0.28846090019999998</c:v>
                </c:pt>
                <c:pt idx="201">
                  <c:v>0.28719631080000002</c:v>
                </c:pt>
                <c:pt idx="202">
                  <c:v>0.2847123352</c:v>
                </c:pt>
                <c:pt idx="203">
                  <c:v>0.29824229299999999</c:v>
                </c:pt>
                <c:pt idx="204">
                  <c:v>0.33337696369999997</c:v>
                </c:pt>
                <c:pt idx="205">
                  <c:v>0.35838178570000001</c:v>
                </c:pt>
                <c:pt idx="206">
                  <c:v>0.38123168460000001</c:v>
                </c:pt>
                <c:pt idx="207">
                  <c:v>0.39459049740000002</c:v>
                </c:pt>
                <c:pt idx="208">
                  <c:v>0.40629043069999998</c:v>
                </c:pt>
                <c:pt idx="209">
                  <c:v>0.41915971740000002</c:v>
                </c:pt>
                <c:pt idx="210">
                  <c:v>0.42081798450000002</c:v>
                </c:pt>
                <c:pt idx="211">
                  <c:v>0.4283236285</c:v>
                </c:pt>
                <c:pt idx="212">
                  <c:v>0.44598323379999999</c:v>
                </c:pt>
                <c:pt idx="213">
                  <c:v>0.44983566079999998</c:v>
                </c:pt>
                <c:pt idx="214">
                  <c:v>0.44177443820000001</c:v>
                </c:pt>
                <c:pt idx="215">
                  <c:v>0.45088212750000001</c:v>
                </c:pt>
                <c:pt idx="216">
                  <c:v>0.46784175729999999</c:v>
                </c:pt>
                <c:pt idx="217">
                  <c:v>0.4750343669</c:v>
                </c:pt>
                <c:pt idx="218">
                  <c:v>0.50653958889999995</c:v>
                </c:pt>
                <c:pt idx="219">
                  <c:v>0.53294319150000002</c:v>
                </c:pt>
                <c:pt idx="220">
                  <c:v>0.55491002879999995</c:v>
                </c:pt>
                <c:pt idx="221">
                  <c:v>0.59527821550000004</c:v>
                </c:pt>
                <c:pt idx="222">
                  <c:v>0.65893293040000001</c:v>
                </c:pt>
                <c:pt idx="223">
                  <c:v>0.73416065750000004</c:v>
                </c:pt>
                <c:pt idx="224">
                  <c:v>0.79696225139999999</c:v>
                </c:pt>
                <c:pt idx="225">
                  <c:v>0.83122993509999998</c:v>
                </c:pt>
                <c:pt idx="226">
                  <c:v>0.87618681909999996</c:v>
                </c:pt>
                <c:pt idx="227">
                  <c:v>0.92239385839999999</c:v>
                </c:pt>
                <c:pt idx="228">
                  <c:v>0.97955420140000005</c:v>
                </c:pt>
                <c:pt idx="229">
                  <c:v>1.0328156452999999</c:v>
                </c:pt>
                <c:pt idx="230">
                  <c:v>1.0724875980999999</c:v>
                </c:pt>
                <c:pt idx="231">
                  <c:v>1.1334006839999999</c:v>
                </c:pt>
                <c:pt idx="232">
                  <c:v>1.2284043714999999</c:v>
                </c:pt>
                <c:pt idx="233">
                  <c:v>1.3273421582</c:v>
                </c:pt>
                <c:pt idx="234">
                  <c:v>1.4084153456999999</c:v>
                </c:pt>
                <c:pt idx="235">
                  <c:v>1.4927142948000001</c:v>
                </c:pt>
                <c:pt idx="236">
                  <c:v>1.5632335764</c:v>
                </c:pt>
                <c:pt idx="237">
                  <c:v>1.6257090489999999</c:v>
                </c:pt>
                <c:pt idx="238">
                  <c:v>1.6789655746000001</c:v>
                </c:pt>
                <c:pt idx="239">
                  <c:v>1.7180734286999999</c:v>
                </c:pt>
                <c:pt idx="240">
                  <c:v>1.7277784441999999</c:v>
                </c:pt>
                <c:pt idx="241">
                  <c:v>1.7275822182</c:v>
                </c:pt>
                <c:pt idx="242">
                  <c:v>1.7363988332</c:v>
                </c:pt>
                <c:pt idx="243">
                  <c:v>1.7262346529999999</c:v>
                </c:pt>
                <c:pt idx="244">
                  <c:v>1.7207133404999999</c:v>
                </c:pt>
                <c:pt idx="245">
                  <c:v>1.7290196673</c:v>
                </c:pt>
                <c:pt idx="246">
                  <c:v>1.7481108066</c:v>
                </c:pt>
                <c:pt idx="247">
                  <c:v>1.7559370999999999</c:v>
                </c:pt>
                <c:pt idx="248">
                  <c:v>1.7656588105</c:v>
                </c:pt>
                <c:pt idx="249">
                  <c:v>1.7534153658</c:v>
                </c:pt>
                <c:pt idx="250">
                  <c:v>1.7342391465</c:v>
                </c:pt>
                <c:pt idx="251">
                  <c:v>1.7063520965000001</c:v>
                </c:pt>
                <c:pt idx="252">
                  <c:v>1.6536077521000001</c:v>
                </c:pt>
                <c:pt idx="253">
                  <c:v>1.5809901311000001</c:v>
                </c:pt>
                <c:pt idx="254">
                  <c:v>1.5033179636</c:v>
                </c:pt>
                <c:pt idx="255">
                  <c:v>1.4366753289</c:v>
                </c:pt>
                <c:pt idx="256">
                  <c:v>1.3764330723</c:v>
                </c:pt>
                <c:pt idx="257">
                  <c:v>1.3377460617000001</c:v>
                </c:pt>
                <c:pt idx="258">
                  <c:v>1.3211863825000001</c:v>
                </c:pt>
                <c:pt idx="259">
                  <c:v>1.2899618598</c:v>
                </c:pt>
                <c:pt idx="260">
                  <c:v>1.2678472717</c:v>
                </c:pt>
                <c:pt idx="261">
                  <c:v>1.2656337969</c:v>
                </c:pt>
                <c:pt idx="262">
                  <c:v>1.2828686788000001</c:v>
                </c:pt>
                <c:pt idx="263">
                  <c:v>1.2797727022000001</c:v>
                </c:pt>
                <c:pt idx="264">
                  <c:v>1.2476503469</c:v>
                </c:pt>
                <c:pt idx="265">
                  <c:v>1.1990319118999999</c:v>
                </c:pt>
                <c:pt idx="266">
                  <c:v>1.1059823162</c:v>
                </c:pt>
                <c:pt idx="267">
                  <c:v>1.0151820509</c:v>
                </c:pt>
                <c:pt idx="268">
                  <c:v>0.93084800209999996</c:v>
                </c:pt>
                <c:pt idx="269">
                  <c:v>0.83267575250000003</c:v>
                </c:pt>
                <c:pt idx="270">
                  <c:v>0.73901412200000005</c:v>
                </c:pt>
                <c:pt idx="271">
                  <c:v>0.64474733279999996</c:v>
                </c:pt>
                <c:pt idx="272">
                  <c:v>0.56310420549999995</c:v>
                </c:pt>
                <c:pt idx="273">
                  <c:v>0.50715864879999994</c:v>
                </c:pt>
                <c:pt idx="274">
                  <c:v>0.4421533762</c:v>
                </c:pt>
                <c:pt idx="275">
                  <c:v>0.37971147649999998</c:v>
                </c:pt>
                <c:pt idx="276">
                  <c:v>0.3201282647</c:v>
                </c:pt>
                <c:pt idx="277">
                  <c:v>0.28007489790000001</c:v>
                </c:pt>
                <c:pt idx="278">
                  <c:v>0.2313751516</c:v>
                </c:pt>
                <c:pt idx="279">
                  <c:v>0.1727138621</c:v>
                </c:pt>
                <c:pt idx="280">
                  <c:v>0.14627122149999999</c:v>
                </c:pt>
                <c:pt idx="281">
                  <c:v>0.12548827530000001</c:v>
                </c:pt>
                <c:pt idx="282">
                  <c:v>0.11389691320000001</c:v>
                </c:pt>
                <c:pt idx="283">
                  <c:v>0.1068979528</c:v>
                </c:pt>
                <c:pt idx="284">
                  <c:v>8.0109103900000006E-2</c:v>
                </c:pt>
                <c:pt idx="285">
                  <c:v>7.9876154300000002E-2</c:v>
                </c:pt>
                <c:pt idx="286">
                  <c:v>0.10050646219999999</c:v>
                </c:pt>
                <c:pt idx="287">
                  <c:v>0.1748915556</c:v>
                </c:pt>
                <c:pt idx="288">
                  <c:v>0.24635424789999999</c:v>
                </c:pt>
                <c:pt idx="289">
                  <c:v>0.31921336690000002</c:v>
                </c:pt>
                <c:pt idx="290">
                  <c:v>0.39312363769999997</c:v>
                </c:pt>
                <c:pt idx="291">
                  <c:v>0.45987035259999998</c:v>
                </c:pt>
                <c:pt idx="292">
                  <c:v>0.53364389000000001</c:v>
                </c:pt>
                <c:pt idx="293">
                  <c:v>0.61470147740000003</c:v>
                </c:pt>
                <c:pt idx="294">
                  <c:v>0.66841895070000001</c:v>
                </c:pt>
                <c:pt idx="295">
                  <c:v>0.71478711159999997</c:v>
                </c:pt>
                <c:pt idx="296">
                  <c:v>0.74963022999999995</c:v>
                </c:pt>
                <c:pt idx="297">
                  <c:v>0.78662325649999998</c:v>
                </c:pt>
                <c:pt idx="298">
                  <c:v>0.80838193449999995</c:v>
                </c:pt>
                <c:pt idx="299">
                  <c:v>0.82558454150000005</c:v>
                </c:pt>
                <c:pt idx="300">
                  <c:v>0.83650489650000004</c:v>
                </c:pt>
                <c:pt idx="301">
                  <c:v>0.85418804240000001</c:v>
                </c:pt>
                <c:pt idx="302">
                  <c:v>0.87573393290000001</c:v>
                </c:pt>
                <c:pt idx="303">
                  <c:v>0.879473002</c:v>
                </c:pt>
                <c:pt idx="304">
                  <c:v>0.87493850669999995</c:v>
                </c:pt>
                <c:pt idx="305">
                  <c:v>0.88180534399999999</c:v>
                </c:pt>
                <c:pt idx="306">
                  <c:v>0.8894549102</c:v>
                </c:pt>
                <c:pt idx="307">
                  <c:v>0.89777108839999997</c:v>
                </c:pt>
                <c:pt idx="308">
                  <c:v>0.90441045369999995</c:v>
                </c:pt>
                <c:pt idx="309">
                  <c:v>0.91138469609999995</c:v>
                </c:pt>
                <c:pt idx="310">
                  <c:v>0.90810151299999997</c:v>
                </c:pt>
                <c:pt idx="311">
                  <c:v>0.92461575910000005</c:v>
                </c:pt>
                <c:pt idx="312">
                  <c:v>0.93768759430000004</c:v>
                </c:pt>
                <c:pt idx="313">
                  <c:v>0.97342014909999997</c:v>
                </c:pt>
                <c:pt idx="314">
                  <c:v>1.0117132771999999</c:v>
                </c:pt>
                <c:pt idx="315">
                  <c:v>1.0579219231000001</c:v>
                </c:pt>
                <c:pt idx="316">
                  <c:v>1.1364261645</c:v>
                </c:pt>
                <c:pt idx="317">
                  <c:v>1.1842532849</c:v>
                </c:pt>
                <c:pt idx="318">
                  <c:v>1.2478160894999999</c:v>
                </c:pt>
                <c:pt idx="319">
                  <c:v>1.3043522969000001</c:v>
                </c:pt>
                <c:pt idx="320">
                  <c:v>1.3552310520999999</c:v>
                </c:pt>
                <c:pt idx="321">
                  <c:v>1.3910275524</c:v>
                </c:pt>
                <c:pt idx="322">
                  <c:v>1.4140312426999999</c:v>
                </c:pt>
                <c:pt idx="323">
                  <c:v>1.4215682686</c:v>
                </c:pt>
                <c:pt idx="324">
                  <c:v>1.4564342006</c:v>
                </c:pt>
                <c:pt idx="325">
                  <c:v>1.4954933258000001</c:v>
                </c:pt>
                <c:pt idx="326">
                  <c:v>1.5339042756000001</c:v>
                </c:pt>
                <c:pt idx="327">
                  <c:v>1.5748524455999999</c:v>
                </c:pt>
                <c:pt idx="328">
                  <c:v>1.5920276420999999</c:v>
                </c:pt>
                <c:pt idx="329">
                  <c:v>1.6016275714999999</c:v>
                </c:pt>
                <c:pt idx="330">
                  <c:v>1.6140865544</c:v>
                </c:pt>
                <c:pt idx="331">
                  <c:v>1.6367344283</c:v>
                </c:pt>
                <c:pt idx="332">
                  <c:v>1.6549216943</c:v>
                </c:pt>
                <c:pt idx="333">
                  <c:v>1.6803072498</c:v>
                </c:pt>
                <c:pt idx="334">
                  <c:v>1.6877265017</c:v>
                </c:pt>
                <c:pt idx="335">
                  <c:v>1.7063765482</c:v>
                </c:pt>
                <c:pt idx="336">
                  <c:v>1.7137199650999999</c:v>
                </c:pt>
                <c:pt idx="337">
                  <c:v>1.7029110879</c:v>
                </c:pt>
                <c:pt idx="338">
                  <c:v>1.7378742408000001</c:v>
                </c:pt>
                <c:pt idx="339">
                  <c:v>1.7552097679000001</c:v>
                </c:pt>
                <c:pt idx="340">
                  <c:v>1.7662375841</c:v>
                </c:pt>
                <c:pt idx="341">
                  <c:v>1.7797301726000001</c:v>
                </c:pt>
                <c:pt idx="342">
                  <c:v>1.7921584061</c:v>
                </c:pt>
                <c:pt idx="343">
                  <c:v>1.8029259757</c:v>
                </c:pt>
                <c:pt idx="344">
                  <c:v>1.7803086244999999</c:v>
                </c:pt>
                <c:pt idx="345">
                  <c:v>1.7326757989999999</c:v>
                </c:pt>
                <c:pt idx="346">
                  <c:v>1.6830947221000001</c:v>
                </c:pt>
                <c:pt idx="347">
                  <c:v>1.6416299341</c:v>
                </c:pt>
                <c:pt idx="348">
                  <c:v>1.590941988</c:v>
                </c:pt>
                <c:pt idx="349">
                  <c:v>1.5507025663</c:v>
                </c:pt>
                <c:pt idx="350">
                  <c:v>1.5170694002</c:v>
                </c:pt>
                <c:pt idx="351">
                  <c:v>1.4856851229000001</c:v>
                </c:pt>
                <c:pt idx="352">
                  <c:v>1.4568701198</c:v>
                </c:pt>
                <c:pt idx="353">
                  <c:v>1.4181049534000001</c:v>
                </c:pt>
                <c:pt idx="354">
                  <c:v>1.3909229947999999</c:v>
                </c:pt>
                <c:pt idx="355">
                  <c:v>1.3588183453</c:v>
                </c:pt>
                <c:pt idx="356">
                  <c:v>1.2955128170000001</c:v>
                </c:pt>
                <c:pt idx="357">
                  <c:v>1.2528649881</c:v>
                </c:pt>
                <c:pt idx="358">
                  <c:v>1.1960441127999999</c:v>
                </c:pt>
                <c:pt idx="359">
                  <c:v>1.131551253</c:v>
                </c:pt>
                <c:pt idx="360">
                  <c:v>1.0937900086000001</c:v>
                </c:pt>
                <c:pt idx="361">
                  <c:v>1.0606006022000001</c:v>
                </c:pt>
                <c:pt idx="362">
                  <c:v>1.0355638348</c:v>
                </c:pt>
                <c:pt idx="363">
                  <c:v>1.0157780387999999</c:v>
                </c:pt>
                <c:pt idx="364">
                  <c:v>0.99703827199999995</c:v>
                </c:pt>
                <c:pt idx="365">
                  <c:v>1.0052871289</c:v>
                </c:pt>
                <c:pt idx="366">
                  <c:v>1.0283656077000001</c:v>
                </c:pt>
                <c:pt idx="367">
                  <c:v>1.0413611300000001</c:v>
                </c:pt>
                <c:pt idx="368">
                  <c:v>1.0380047347000001</c:v>
                </c:pt>
                <c:pt idx="369">
                  <c:v>1.0477121089999999</c:v>
                </c:pt>
                <c:pt idx="370">
                  <c:v>1.0450517528000001</c:v>
                </c:pt>
                <c:pt idx="371">
                  <c:v>1.0397695591</c:v>
                </c:pt>
                <c:pt idx="372">
                  <c:v>1.0346770202</c:v>
                </c:pt>
                <c:pt idx="373">
                  <c:v>1.0480072810000001</c:v>
                </c:pt>
                <c:pt idx="374">
                  <c:v>1.0552309078</c:v>
                </c:pt>
                <c:pt idx="375">
                  <c:v>1.0543187911</c:v>
                </c:pt>
                <c:pt idx="376">
                  <c:v>1.0502531349999999</c:v>
                </c:pt>
                <c:pt idx="377">
                  <c:v>1.0531336849999999</c:v>
                </c:pt>
                <c:pt idx="378">
                  <c:v>1.0335087261</c:v>
                </c:pt>
                <c:pt idx="379">
                  <c:v>1.0263306238000001</c:v>
                </c:pt>
                <c:pt idx="380">
                  <c:v>1.0116115985</c:v>
                </c:pt>
                <c:pt idx="381">
                  <c:v>0.9639045866</c:v>
                </c:pt>
                <c:pt idx="382">
                  <c:v>0.91344389589999997</c:v>
                </c:pt>
                <c:pt idx="383">
                  <c:v>0.86122056660000001</c:v>
                </c:pt>
                <c:pt idx="384">
                  <c:v>0.81772547959999997</c:v>
                </c:pt>
                <c:pt idx="385">
                  <c:v>0.78078105590000002</c:v>
                </c:pt>
                <c:pt idx="386">
                  <c:v>0.74590054539999995</c:v>
                </c:pt>
                <c:pt idx="387">
                  <c:v>0.70324372999999996</c:v>
                </c:pt>
                <c:pt idx="388">
                  <c:v>0.67407810270000001</c:v>
                </c:pt>
                <c:pt idx="389">
                  <c:v>0.64340317020000004</c:v>
                </c:pt>
                <c:pt idx="390">
                  <c:v>0.60268195660000001</c:v>
                </c:pt>
                <c:pt idx="391">
                  <c:v>0.56699782350000005</c:v>
                </c:pt>
                <c:pt idx="392">
                  <c:v>0.53715207669999998</c:v>
                </c:pt>
                <c:pt idx="393">
                  <c:v>0.51383512689999999</c:v>
                </c:pt>
                <c:pt idx="394">
                  <c:v>0.45491368430000001</c:v>
                </c:pt>
                <c:pt idx="395">
                  <c:v>0.41538264689999999</c:v>
                </c:pt>
                <c:pt idx="396">
                  <c:v>0.3599198354</c:v>
                </c:pt>
                <c:pt idx="397">
                  <c:v>0.2983026634</c:v>
                </c:pt>
                <c:pt idx="398">
                  <c:v>0.24009868470000001</c:v>
                </c:pt>
                <c:pt idx="399">
                  <c:v>0.200950354</c:v>
                </c:pt>
                <c:pt idx="400">
                  <c:v>0.18408644809999999</c:v>
                </c:pt>
                <c:pt idx="401">
                  <c:v>0.1443052406</c:v>
                </c:pt>
                <c:pt idx="402">
                  <c:v>0.1186737546</c:v>
                </c:pt>
                <c:pt idx="403">
                  <c:v>7.5973084799999993E-2</c:v>
                </c:pt>
                <c:pt idx="404">
                  <c:v>3.2320359799999997E-2</c:v>
                </c:pt>
                <c:pt idx="405">
                  <c:v>6.887603E-3</c:v>
                </c:pt>
                <c:pt idx="406">
                  <c:v>-2.7028163300000001E-2</c:v>
                </c:pt>
                <c:pt idx="407">
                  <c:v>-5.4910948100000002E-2</c:v>
                </c:pt>
                <c:pt idx="408">
                  <c:v>-8.3926063800000006E-2</c:v>
                </c:pt>
                <c:pt idx="409">
                  <c:v>-0.1115622257</c:v>
                </c:pt>
                <c:pt idx="410">
                  <c:v>-0.1147547974</c:v>
                </c:pt>
                <c:pt idx="411">
                  <c:v>-0.11551282710000001</c:v>
                </c:pt>
                <c:pt idx="412">
                  <c:v>-0.10647571040000001</c:v>
                </c:pt>
                <c:pt idx="413">
                  <c:v>-9.3987894200000005E-2</c:v>
                </c:pt>
                <c:pt idx="414">
                  <c:v>-7.7654141499999996E-2</c:v>
                </c:pt>
                <c:pt idx="415">
                  <c:v>-5.0395669800000001E-2</c:v>
                </c:pt>
                <c:pt idx="416">
                  <c:v>-5.1901311200000001E-2</c:v>
                </c:pt>
                <c:pt idx="417">
                  <c:v>-2.3598745800000001E-2</c:v>
                </c:pt>
                <c:pt idx="418">
                  <c:v>7.3601782000000003E-3</c:v>
                </c:pt>
                <c:pt idx="419">
                  <c:v>4.8519179000000003E-2</c:v>
                </c:pt>
                <c:pt idx="420">
                  <c:v>7.0029292899999998E-2</c:v>
                </c:pt>
                <c:pt idx="421">
                  <c:v>5.0358634399999998E-2</c:v>
                </c:pt>
                <c:pt idx="422">
                  <c:v>4.8156152700000003E-2</c:v>
                </c:pt>
                <c:pt idx="423">
                  <c:v>6.2228267300000001E-2</c:v>
                </c:pt>
                <c:pt idx="424">
                  <c:v>9.4340801299999999E-2</c:v>
                </c:pt>
                <c:pt idx="425">
                  <c:v>0.1583453454</c:v>
                </c:pt>
                <c:pt idx="426">
                  <c:v>0.2184571813</c:v>
                </c:pt>
                <c:pt idx="427">
                  <c:v>0.28679896069999999</c:v>
                </c:pt>
                <c:pt idx="428">
                  <c:v>0.36503724329999998</c:v>
                </c:pt>
                <c:pt idx="429">
                  <c:v>0.42906867160000001</c:v>
                </c:pt>
                <c:pt idx="430">
                  <c:v>0.4751702183</c:v>
                </c:pt>
                <c:pt idx="431">
                  <c:v>0.52381415109999996</c:v>
                </c:pt>
                <c:pt idx="432">
                  <c:v>0.57318905959999999</c:v>
                </c:pt>
                <c:pt idx="433">
                  <c:v>0.60937957149999999</c:v>
                </c:pt>
                <c:pt idx="434">
                  <c:v>0.63994335130000002</c:v>
                </c:pt>
                <c:pt idx="435">
                  <c:v>0.66792396600000004</c:v>
                </c:pt>
                <c:pt idx="436">
                  <c:v>0.67914309080000002</c:v>
                </c:pt>
                <c:pt idx="437">
                  <c:v>0.7324338198</c:v>
                </c:pt>
                <c:pt idx="438">
                  <c:v>0.76241049809999994</c:v>
                </c:pt>
                <c:pt idx="439">
                  <c:v>0.79688689899999998</c:v>
                </c:pt>
                <c:pt idx="440">
                  <c:v>0.81194562810000004</c:v>
                </c:pt>
                <c:pt idx="441">
                  <c:v>0.82437979110000004</c:v>
                </c:pt>
                <c:pt idx="442">
                  <c:v>0.86767734529999996</c:v>
                </c:pt>
                <c:pt idx="443">
                  <c:v>0.90168797850000004</c:v>
                </c:pt>
                <c:pt idx="444">
                  <c:v>0.91819084709999998</c:v>
                </c:pt>
                <c:pt idx="445">
                  <c:v>0.9501907893</c:v>
                </c:pt>
                <c:pt idx="446">
                  <c:v>0.94607462919999996</c:v>
                </c:pt>
                <c:pt idx="447">
                  <c:v>0.92482545940000005</c:v>
                </c:pt>
                <c:pt idx="448">
                  <c:v>0.90818451330000005</c:v>
                </c:pt>
                <c:pt idx="449">
                  <c:v>0.89441729569999995</c:v>
                </c:pt>
                <c:pt idx="450">
                  <c:v>0.86200284370000002</c:v>
                </c:pt>
                <c:pt idx="451">
                  <c:v>0.84244843020000004</c:v>
                </c:pt>
                <c:pt idx="452">
                  <c:v>0.80030845240000004</c:v>
                </c:pt>
                <c:pt idx="453">
                  <c:v>0.72314639059999997</c:v>
                </c:pt>
                <c:pt idx="454">
                  <c:v>0.64060991580000004</c:v>
                </c:pt>
                <c:pt idx="455">
                  <c:v>0.55186692900000001</c:v>
                </c:pt>
                <c:pt idx="456">
                  <c:v>0.44194694480000002</c:v>
                </c:pt>
                <c:pt idx="457">
                  <c:v>0.34720751760000002</c:v>
                </c:pt>
                <c:pt idx="458">
                  <c:v>0.22224601199999999</c:v>
                </c:pt>
                <c:pt idx="459">
                  <c:v>0.1156565623</c:v>
                </c:pt>
                <c:pt idx="460">
                  <c:v>2.6766381200000001E-2</c:v>
                </c:pt>
                <c:pt idx="461">
                  <c:v>-3.60864449E-2</c:v>
                </c:pt>
                <c:pt idx="462">
                  <c:v>-7.6320962300000003E-2</c:v>
                </c:pt>
                <c:pt idx="463">
                  <c:v>-0.13005227159999999</c:v>
                </c:pt>
                <c:pt idx="464">
                  <c:v>-0.17007401059999999</c:v>
                </c:pt>
                <c:pt idx="465">
                  <c:v>-0.2408289488</c:v>
                </c:pt>
                <c:pt idx="466">
                  <c:v>-0.28606771739999998</c:v>
                </c:pt>
                <c:pt idx="467">
                  <c:v>-0.34100839040000003</c:v>
                </c:pt>
                <c:pt idx="468">
                  <c:v>-0.37848232030000001</c:v>
                </c:pt>
                <c:pt idx="469">
                  <c:v>-0.4216981461</c:v>
                </c:pt>
                <c:pt idx="470">
                  <c:v>-0.49418247799999998</c:v>
                </c:pt>
                <c:pt idx="471">
                  <c:v>-0.5516035212</c:v>
                </c:pt>
                <c:pt idx="472">
                  <c:v>-0.59617927069999999</c:v>
                </c:pt>
                <c:pt idx="473">
                  <c:v>-0.60648243550000003</c:v>
                </c:pt>
                <c:pt idx="474">
                  <c:v>-0.57676375359999998</c:v>
                </c:pt>
                <c:pt idx="475">
                  <c:v>-0.54450740350000004</c:v>
                </c:pt>
                <c:pt idx="476">
                  <c:v>-0.51589813579999999</c:v>
                </c:pt>
                <c:pt idx="477">
                  <c:v>-0.47141982510000002</c:v>
                </c:pt>
                <c:pt idx="478">
                  <c:v>-0.40366876369999999</c:v>
                </c:pt>
                <c:pt idx="479">
                  <c:v>-0.3342548608</c:v>
                </c:pt>
                <c:pt idx="480">
                  <c:v>-0.27203270829999998</c:v>
                </c:pt>
                <c:pt idx="481">
                  <c:v>-0.22547103539999999</c:v>
                </c:pt>
                <c:pt idx="482">
                  <c:v>-0.19082243030000001</c:v>
                </c:pt>
                <c:pt idx="483">
                  <c:v>-0.1653726626</c:v>
                </c:pt>
                <c:pt idx="484">
                  <c:v>-0.1439219152</c:v>
                </c:pt>
                <c:pt idx="485">
                  <c:v>-0.10862089699999999</c:v>
                </c:pt>
                <c:pt idx="486">
                  <c:v>-4.7939111200000002E-2</c:v>
                </c:pt>
                <c:pt idx="487">
                  <c:v>-1.8711282799999999E-2</c:v>
                </c:pt>
                <c:pt idx="488">
                  <c:v>1.9455784899999998E-2</c:v>
                </c:pt>
                <c:pt idx="489">
                  <c:v>4.3436179499999998E-2</c:v>
                </c:pt>
                <c:pt idx="490">
                  <c:v>6.2357911100000003E-2</c:v>
                </c:pt>
                <c:pt idx="491">
                  <c:v>0.1146752395</c:v>
                </c:pt>
                <c:pt idx="492">
                  <c:v>0.1409531467</c:v>
                </c:pt>
                <c:pt idx="493">
                  <c:v>0.15396438730000001</c:v>
                </c:pt>
                <c:pt idx="494">
                  <c:v>0.13348126890000001</c:v>
                </c:pt>
                <c:pt idx="495">
                  <c:v>0.1034748256</c:v>
                </c:pt>
                <c:pt idx="496">
                  <c:v>8.9398447399999997E-2</c:v>
                </c:pt>
                <c:pt idx="497">
                  <c:v>7.7865691900000006E-2</c:v>
                </c:pt>
                <c:pt idx="498">
                  <c:v>7.1543401600000001E-2</c:v>
                </c:pt>
                <c:pt idx="499">
                  <c:v>2.6360342799999999E-2</c:v>
                </c:pt>
                <c:pt idx="500">
                  <c:v>-2.3271386299999999E-2</c:v>
                </c:pt>
                <c:pt idx="501">
                  <c:v>-4.9432392300000003E-2</c:v>
                </c:pt>
                <c:pt idx="502">
                  <c:v>-6.1514917099999997E-2</c:v>
                </c:pt>
                <c:pt idx="503">
                  <c:v>-6.7762864800000003E-2</c:v>
                </c:pt>
                <c:pt idx="504">
                  <c:v>-6.4235218600000005E-2</c:v>
                </c:pt>
                <c:pt idx="505">
                  <c:v>-4.1162120099999998E-2</c:v>
                </c:pt>
                <c:pt idx="506">
                  <c:v>-3.0606431199999999E-2</c:v>
                </c:pt>
                <c:pt idx="507">
                  <c:v>-1.22137175E-2</c:v>
                </c:pt>
                <c:pt idx="508">
                  <c:v>1.2657963600000001E-2</c:v>
                </c:pt>
                <c:pt idx="509">
                  <c:v>3.7527943000000001E-2</c:v>
                </c:pt>
                <c:pt idx="510">
                  <c:v>5.7343246799999997E-2</c:v>
                </c:pt>
                <c:pt idx="511">
                  <c:v>7.2855909999999996E-2</c:v>
                </c:pt>
                <c:pt idx="512">
                  <c:v>7.17493451E-2</c:v>
                </c:pt>
                <c:pt idx="513">
                  <c:v>9.7237642200000002E-2</c:v>
                </c:pt>
                <c:pt idx="514">
                  <c:v>0.11913361259999999</c:v>
                </c:pt>
                <c:pt idx="515">
                  <c:v>0.15942991070000001</c:v>
                </c:pt>
                <c:pt idx="516">
                  <c:v>0.22747610809999999</c:v>
                </c:pt>
                <c:pt idx="517">
                  <c:v>0.30318610909999999</c:v>
                </c:pt>
                <c:pt idx="518">
                  <c:v>0.37597652980000001</c:v>
                </c:pt>
                <c:pt idx="519">
                  <c:v>0.44417034430000002</c:v>
                </c:pt>
                <c:pt idx="520">
                  <c:v>0.54260606339999995</c:v>
                </c:pt>
                <c:pt idx="521">
                  <c:v>0.64734451159999995</c:v>
                </c:pt>
                <c:pt idx="522">
                  <c:v>0.72107172490000004</c:v>
                </c:pt>
                <c:pt idx="523">
                  <c:v>0.78741799469999996</c:v>
                </c:pt>
                <c:pt idx="524">
                  <c:v>0.83993787200000003</c:v>
                </c:pt>
                <c:pt idx="525">
                  <c:v>0.87842601720000002</c:v>
                </c:pt>
                <c:pt idx="526">
                  <c:v>0.88346150239999999</c:v>
                </c:pt>
                <c:pt idx="527">
                  <c:v>0.90767853860000003</c:v>
                </c:pt>
                <c:pt idx="528">
                  <c:v>0.92356042869999999</c:v>
                </c:pt>
                <c:pt idx="529">
                  <c:v>0.94079875960000003</c:v>
                </c:pt>
                <c:pt idx="530">
                  <c:v>0.96187212570000002</c:v>
                </c:pt>
                <c:pt idx="531">
                  <c:v>0.9926679464</c:v>
                </c:pt>
                <c:pt idx="532">
                  <c:v>1.0274032156999999</c:v>
                </c:pt>
                <c:pt idx="533">
                  <c:v>1.0115256385</c:v>
                </c:pt>
                <c:pt idx="534">
                  <c:v>1.0549795050999999</c:v>
                </c:pt>
                <c:pt idx="535">
                  <c:v>1.0751064605</c:v>
                </c:pt>
                <c:pt idx="536">
                  <c:v>1.0925956827000001</c:v>
                </c:pt>
                <c:pt idx="537">
                  <c:v>1.0931131438999999</c:v>
                </c:pt>
                <c:pt idx="538">
                  <c:v>1.0829099299</c:v>
                </c:pt>
                <c:pt idx="539">
                  <c:v>1.0726595076000001</c:v>
                </c:pt>
                <c:pt idx="540">
                  <c:v>1.0546171695</c:v>
                </c:pt>
                <c:pt idx="541">
                  <c:v>1.0315392079000001</c:v>
                </c:pt>
                <c:pt idx="542">
                  <c:v>1.0173869418999999</c:v>
                </c:pt>
                <c:pt idx="543">
                  <c:v>1.0133623579</c:v>
                </c:pt>
                <c:pt idx="544">
                  <c:v>1.0061701098</c:v>
                </c:pt>
                <c:pt idx="545">
                  <c:v>1.018832907</c:v>
                </c:pt>
                <c:pt idx="546">
                  <c:v>1.0339082589999999</c:v>
                </c:pt>
                <c:pt idx="547">
                  <c:v>1.0390377479999999</c:v>
                </c:pt>
                <c:pt idx="548">
                  <c:v>1.0330225915</c:v>
                </c:pt>
                <c:pt idx="549">
                  <c:v>1.0449092169</c:v>
                </c:pt>
                <c:pt idx="550">
                  <c:v>1.0438932347000001</c:v>
                </c:pt>
                <c:pt idx="551">
                  <c:v>1.0386186690999999</c:v>
                </c:pt>
                <c:pt idx="552">
                  <c:v>1.0140556599999999</c:v>
                </c:pt>
                <c:pt idx="553">
                  <c:v>1.0038473589000001</c:v>
                </c:pt>
                <c:pt idx="554">
                  <c:v>1.0471189273999999</c:v>
                </c:pt>
                <c:pt idx="555">
                  <c:v>1.0530141109</c:v>
                </c:pt>
                <c:pt idx="556">
                  <c:v>1.1329380325</c:v>
                </c:pt>
                <c:pt idx="557">
                  <c:v>1.2180815413999999</c:v>
                </c:pt>
                <c:pt idx="558">
                  <c:v>1.2925206883</c:v>
                </c:pt>
                <c:pt idx="559">
                  <c:v>1.3501476988000001</c:v>
                </c:pt>
                <c:pt idx="560">
                  <c:v>1.4168728616999999</c:v>
                </c:pt>
                <c:pt idx="561">
                  <c:v>1.4606342379999999</c:v>
                </c:pt>
                <c:pt idx="562">
                  <c:v>1.4746177029</c:v>
                </c:pt>
                <c:pt idx="563">
                  <c:v>1.4741480157</c:v>
                </c:pt>
                <c:pt idx="564">
                  <c:v>1.4557010633</c:v>
                </c:pt>
                <c:pt idx="565">
                  <c:v>1.459494836</c:v>
                </c:pt>
                <c:pt idx="566">
                  <c:v>1.4437200218999999</c:v>
                </c:pt>
                <c:pt idx="567">
                  <c:v>1.4234638741000001</c:v>
                </c:pt>
                <c:pt idx="568">
                  <c:v>1.4188306322999999</c:v>
                </c:pt>
                <c:pt idx="569">
                  <c:v>1.4107240043</c:v>
                </c:pt>
                <c:pt idx="570">
                  <c:v>1.3945852217000001</c:v>
                </c:pt>
                <c:pt idx="571">
                  <c:v>1.3395904317</c:v>
                </c:pt>
                <c:pt idx="572">
                  <c:v>1.2978305468</c:v>
                </c:pt>
                <c:pt idx="573">
                  <c:v>1.2765004602000001</c:v>
                </c:pt>
                <c:pt idx="574">
                  <c:v>1.2559712365</c:v>
                </c:pt>
                <c:pt idx="575">
                  <c:v>1.2436376749</c:v>
                </c:pt>
                <c:pt idx="576">
                  <c:v>1.2195175286</c:v>
                </c:pt>
                <c:pt idx="577">
                  <c:v>1.1331480206</c:v>
                </c:pt>
                <c:pt idx="578">
                  <c:v>1.0296930530999999</c:v>
                </c:pt>
                <c:pt idx="579">
                  <c:v>0.91671121239999998</c:v>
                </c:pt>
                <c:pt idx="580">
                  <c:v>0.82300840289999999</c:v>
                </c:pt>
                <c:pt idx="581">
                  <c:v>0.72005392479999997</c:v>
                </c:pt>
                <c:pt idx="582">
                  <c:v>0.66015607730000003</c:v>
                </c:pt>
                <c:pt idx="583">
                  <c:v>0.608671183</c:v>
                </c:pt>
                <c:pt idx="584">
                  <c:v>0.55948792940000003</c:v>
                </c:pt>
                <c:pt idx="585">
                  <c:v>0.53393106430000004</c:v>
                </c:pt>
                <c:pt idx="586">
                  <c:v>0.47338349330000001</c:v>
                </c:pt>
                <c:pt idx="587">
                  <c:v>0.40221023589999999</c:v>
                </c:pt>
                <c:pt idx="588">
                  <c:v>0.34158454290000001</c:v>
                </c:pt>
                <c:pt idx="589">
                  <c:v>0.2923524119</c:v>
                </c:pt>
                <c:pt idx="590">
                  <c:v>0.2585398076</c:v>
                </c:pt>
                <c:pt idx="591">
                  <c:v>0.2275260335</c:v>
                </c:pt>
                <c:pt idx="592">
                  <c:v>0.24997094010000001</c:v>
                </c:pt>
                <c:pt idx="593">
                  <c:v>0.25349865859999998</c:v>
                </c:pt>
                <c:pt idx="594">
                  <c:v>0.249177226</c:v>
                </c:pt>
                <c:pt idx="595">
                  <c:v>0.23132986850000001</c:v>
                </c:pt>
                <c:pt idx="596">
                  <c:v>0.18689593879999999</c:v>
                </c:pt>
                <c:pt idx="597">
                  <c:v>0.14557905709999999</c:v>
                </c:pt>
                <c:pt idx="598">
                  <c:v>0.11904608310000001</c:v>
                </c:pt>
                <c:pt idx="599">
                  <c:v>7.5379181500000003E-2</c:v>
                </c:pt>
                <c:pt idx="600">
                  <c:v>4.3297784999999998E-2</c:v>
                </c:pt>
                <c:pt idx="601">
                  <c:v>1.33554699E-2</c:v>
                </c:pt>
                <c:pt idx="602">
                  <c:v>-4.08556214E-2</c:v>
                </c:pt>
                <c:pt idx="603">
                  <c:v>-9.9547192600000001E-2</c:v>
                </c:pt>
                <c:pt idx="604">
                  <c:v>-0.14511227709999999</c:v>
                </c:pt>
                <c:pt idx="605">
                  <c:v>-0.1749768796</c:v>
                </c:pt>
                <c:pt idx="606">
                  <c:v>-0.1966954417</c:v>
                </c:pt>
                <c:pt idx="607">
                  <c:v>-0.20552997449999999</c:v>
                </c:pt>
                <c:pt idx="608">
                  <c:v>-0.2186307284</c:v>
                </c:pt>
                <c:pt idx="609">
                  <c:v>-0.24027056550000001</c:v>
                </c:pt>
                <c:pt idx="610">
                  <c:v>-0.26924389370000001</c:v>
                </c:pt>
                <c:pt idx="611">
                  <c:v>-0.31240911510000002</c:v>
                </c:pt>
                <c:pt idx="612">
                  <c:v>-0.3716551132</c:v>
                </c:pt>
                <c:pt idx="613">
                  <c:v>-0.4425093537</c:v>
                </c:pt>
                <c:pt idx="614">
                  <c:v>-0.51895981349999998</c:v>
                </c:pt>
                <c:pt idx="615">
                  <c:v>-0.57057345920000002</c:v>
                </c:pt>
                <c:pt idx="616">
                  <c:v>-0.62292717949999998</c:v>
                </c:pt>
                <c:pt idx="617">
                  <c:v>-0.62712147939999996</c:v>
                </c:pt>
                <c:pt idx="618">
                  <c:v>-0.63676828249999995</c:v>
                </c:pt>
                <c:pt idx="619">
                  <c:v>-0.64505892490000005</c:v>
                </c:pt>
                <c:pt idx="620">
                  <c:v>-0.61205445660000002</c:v>
                </c:pt>
                <c:pt idx="621">
                  <c:v>-0.57153305710000002</c:v>
                </c:pt>
                <c:pt idx="622">
                  <c:v>-0.53729046459999996</c:v>
                </c:pt>
                <c:pt idx="623">
                  <c:v>-0.47113067069999998</c:v>
                </c:pt>
                <c:pt idx="624">
                  <c:v>-0.42144416379999999</c:v>
                </c:pt>
                <c:pt idx="625">
                  <c:v>-0.3705169801</c:v>
                </c:pt>
                <c:pt idx="626">
                  <c:v>-0.33086473360000002</c:v>
                </c:pt>
                <c:pt idx="627">
                  <c:v>-0.29199295879999998</c:v>
                </c:pt>
                <c:pt idx="628">
                  <c:v>-0.24551275049999999</c:v>
                </c:pt>
                <c:pt idx="629">
                  <c:v>-0.18025572840000001</c:v>
                </c:pt>
                <c:pt idx="630">
                  <c:v>-0.1113247257</c:v>
                </c:pt>
                <c:pt idx="631">
                  <c:v>-6.1573648699999997E-2</c:v>
                </c:pt>
                <c:pt idx="632">
                  <c:v>-1.29292507E-2</c:v>
                </c:pt>
                <c:pt idx="633">
                  <c:v>5.08690158E-2</c:v>
                </c:pt>
                <c:pt idx="634">
                  <c:v>0.1121544801</c:v>
                </c:pt>
                <c:pt idx="635">
                  <c:v>0.17895249490000001</c:v>
                </c:pt>
                <c:pt idx="636">
                  <c:v>0.20829378270000001</c:v>
                </c:pt>
                <c:pt idx="637">
                  <c:v>0.22074793300000001</c:v>
                </c:pt>
                <c:pt idx="638">
                  <c:v>0.18958765490000001</c:v>
                </c:pt>
                <c:pt idx="639">
                  <c:v>0.1545648868</c:v>
                </c:pt>
                <c:pt idx="640">
                  <c:v>0.1295784519</c:v>
                </c:pt>
                <c:pt idx="641">
                  <c:v>8.5058139699999993E-2</c:v>
                </c:pt>
                <c:pt idx="642">
                  <c:v>2.6118260300000001E-2</c:v>
                </c:pt>
                <c:pt idx="643">
                  <c:v>-1.96468484E-2</c:v>
                </c:pt>
                <c:pt idx="644">
                  <c:v>-5.7229434199999998E-2</c:v>
                </c:pt>
                <c:pt idx="645">
                  <c:v>-0.1077246743</c:v>
                </c:pt>
                <c:pt idx="646">
                  <c:v>-0.1815374451</c:v>
                </c:pt>
                <c:pt idx="647">
                  <c:v>-0.2578447217</c:v>
                </c:pt>
                <c:pt idx="648">
                  <c:v>-0.33921874219999998</c:v>
                </c:pt>
                <c:pt idx="649">
                  <c:v>-0.43475250920000003</c:v>
                </c:pt>
                <c:pt idx="650">
                  <c:v>-0.52052240049999998</c:v>
                </c:pt>
                <c:pt idx="651">
                  <c:v>-0.60448124609999998</c:v>
                </c:pt>
                <c:pt idx="652">
                  <c:v>-0.65339173179999999</c:v>
                </c:pt>
                <c:pt idx="653">
                  <c:v>-0.69528234619999996</c:v>
                </c:pt>
                <c:pt idx="654">
                  <c:v>-0.72815512169999996</c:v>
                </c:pt>
                <c:pt idx="655">
                  <c:v>-0.76705240149999998</c:v>
                </c:pt>
                <c:pt idx="656">
                  <c:v>-0.79491076770000002</c:v>
                </c:pt>
                <c:pt idx="657">
                  <c:v>-0.8090280527</c:v>
                </c:pt>
                <c:pt idx="658">
                  <c:v>-0.80405272900000002</c:v>
                </c:pt>
                <c:pt idx="659">
                  <c:v>-0.79029786609999997</c:v>
                </c:pt>
                <c:pt idx="660">
                  <c:v>-0.75697095940000003</c:v>
                </c:pt>
                <c:pt idx="661">
                  <c:v>-0.73696172930000003</c:v>
                </c:pt>
                <c:pt idx="662">
                  <c:v>-0.71157682499999997</c:v>
                </c:pt>
                <c:pt idx="663">
                  <c:v>-0.648141788</c:v>
                </c:pt>
                <c:pt idx="664">
                  <c:v>-0.59574607369999999</c:v>
                </c:pt>
                <c:pt idx="665">
                  <c:v>-0.55526780899999995</c:v>
                </c:pt>
                <c:pt idx="666">
                  <c:v>-0.48309360769999998</c:v>
                </c:pt>
                <c:pt idx="667">
                  <c:v>-0.38374903690000001</c:v>
                </c:pt>
                <c:pt idx="668">
                  <c:v>-0.27305098779999998</c:v>
                </c:pt>
                <c:pt idx="669">
                  <c:v>-0.1647464206</c:v>
                </c:pt>
                <c:pt idx="670">
                  <c:v>-8.8504103400000006E-2</c:v>
                </c:pt>
                <c:pt idx="671">
                  <c:v>-1.1960801E-2</c:v>
                </c:pt>
                <c:pt idx="672">
                  <c:v>6.3824749400000005E-2</c:v>
                </c:pt>
                <c:pt idx="673">
                  <c:v>0.1250892267</c:v>
                </c:pt>
                <c:pt idx="674">
                  <c:v>0.1767480002</c:v>
                </c:pt>
                <c:pt idx="675">
                  <c:v>0.1879533739</c:v>
                </c:pt>
                <c:pt idx="676">
                  <c:v>0.21568861049999999</c:v>
                </c:pt>
                <c:pt idx="677">
                  <c:v>0.22975644670000001</c:v>
                </c:pt>
                <c:pt idx="678">
                  <c:v>0.23428018019999999</c:v>
                </c:pt>
                <c:pt idx="679">
                  <c:v>0.22442525739999999</c:v>
                </c:pt>
                <c:pt idx="680">
                  <c:v>0.21686086509999999</c:v>
                </c:pt>
                <c:pt idx="681">
                  <c:v>0.17519710499999999</c:v>
                </c:pt>
                <c:pt idx="682">
                  <c:v>0.1251335157</c:v>
                </c:pt>
                <c:pt idx="683">
                  <c:v>7.9151825600000003E-2</c:v>
                </c:pt>
                <c:pt idx="684">
                  <c:v>-6.2947654E-3</c:v>
                </c:pt>
                <c:pt idx="685">
                  <c:v>-8.8933045899999993E-2</c:v>
                </c:pt>
                <c:pt idx="686">
                  <c:v>-0.16512647659999999</c:v>
                </c:pt>
                <c:pt idx="687">
                  <c:v>-0.24667876129999999</c:v>
                </c:pt>
                <c:pt idx="688">
                  <c:v>-0.30161076440000001</c:v>
                </c:pt>
                <c:pt idx="689">
                  <c:v>-0.38686722280000002</c:v>
                </c:pt>
                <c:pt idx="690">
                  <c:v>-0.47812293490000002</c:v>
                </c:pt>
                <c:pt idx="691">
                  <c:v>-0.52600928069999997</c:v>
                </c:pt>
                <c:pt idx="692">
                  <c:v>-0.61381408299999995</c:v>
                </c:pt>
                <c:pt idx="693">
                  <c:v>-0.70857076240000005</c:v>
                </c:pt>
                <c:pt idx="694">
                  <c:v>-0.78889375819999996</c:v>
                </c:pt>
                <c:pt idx="695">
                  <c:v>-0.85656542589999995</c:v>
                </c:pt>
                <c:pt idx="696">
                  <c:v>-0.92535901340000004</c:v>
                </c:pt>
                <c:pt idx="697">
                  <c:v>-1.0103601122000001</c:v>
                </c:pt>
                <c:pt idx="698">
                  <c:v>-1.0698760233</c:v>
                </c:pt>
                <c:pt idx="699">
                  <c:v>-1.1043046050000001</c:v>
                </c:pt>
                <c:pt idx="700">
                  <c:v>-1.1134190759</c:v>
                </c:pt>
                <c:pt idx="701">
                  <c:v>-1.1248941017</c:v>
                </c:pt>
                <c:pt idx="702">
                  <c:v>-1.1073181785999999</c:v>
                </c:pt>
                <c:pt idx="703">
                  <c:v>-1.0978090432000001</c:v>
                </c:pt>
                <c:pt idx="704">
                  <c:v>-1.1188281241</c:v>
                </c:pt>
                <c:pt idx="705">
                  <c:v>-1.104531395</c:v>
                </c:pt>
                <c:pt idx="706">
                  <c:v>-1.0992521581000001</c:v>
                </c:pt>
                <c:pt idx="707">
                  <c:v>-1.1069097965000001</c:v>
                </c:pt>
                <c:pt idx="708">
                  <c:v>-1.1044545851000001</c:v>
                </c:pt>
                <c:pt idx="709">
                  <c:v>-1.160501977</c:v>
                </c:pt>
                <c:pt idx="710">
                  <c:v>-1.2003384239999999</c:v>
                </c:pt>
                <c:pt idx="711">
                  <c:v>-1.2533198554</c:v>
                </c:pt>
                <c:pt idx="712">
                  <c:v>-1.2985160178999999</c:v>
                </c:pt>
                <c:pt idx="713">
                  <c:v>-1.3081347644000001</c:v>
                </c:pt>
                <c:pt idx="714">
                  <c:v>-1.2969230101</c:v>
                </c:pt>
                <c:pt idx="715">
                  <c:v>-1.2946234989000001</c:v>
                </c:pt>
                <c:pt idx="716">
                  <c:v>-1.3063011986999999</c:v>
                </c:pt>
                <c:pt idx="717">
                  <c:v>-1.2847626254</c:v>
                </c:pt>
                <c:pt idx="718">
                  <c:v>-1.2443934394</c:v>
                </c:pt>
                <c:pt idx="719">
                  <c:v>-1.2159676466</c:v>
                </c:pt>
                <c:pt idx="720">
                  <c:v>-1.1781383804000001</c:v>
                </c:pt>
                <c:pt idx="721">
                  <c:v>-1.1351697945999999</c:v>
                </c:pt>
                <c:pt idx="722">
                  <c:v>-1.0997003818</c:v>
                </c:pt>
                <c:pt idx="723">
                  <c:v>-1.0711558480000001</c:v>
                </c:pt>
                <c:pt idx="724">
                  <c:v>-1.0255081329</c:v>
                </c:pt>
                <c:pt idx="725">
                  <c:v>-0.98874583770000002</c:v>
                </c:pt>
                <c:pt idx="726">
                  <c:v>-0.98475887870000001</c:v>
                </c:pt>
                <c:pt idx="727">
                  <c:v>-0.98130445690000001</c:v>
                </c:pt>
                <c:pt idx="728">
                  <c:v>-0.95885435340000003</c:v>
                </c:pt>
                <c:pt idx="729">
                  <c:v>-0.97235935510000004</c:v>
                </c:pt>
                <c:pt idx="730">
                  <c:v>-0.95619561190000002</c:v>
                </c:pt>
                <c:pt idx="731">
                  <c:v>-0.93055736200000005</c:v>
                </c:pt>
                <c:pt idx="732">
                  <c:v>-0.89131685000000005</c:v>
                </c:pt>
                <c:pt idx="733">
                  <c:v>-0.8235622615</c:v>
                </c:pt>
                <c:pt idx="734">
                  <c:v>-0.75210219040000004</c:v>
                </c:pt>
                <c:pt idx="735">
                  <c:v>-0.71403956940000002</c:v>
                </c:pt>
                <c:pt idx="736">
                  <c:v>-0.68683999770000004</c:v>
                </c:pt>
                <c:pt idx="737">
                  <c:v>-0.65858296140000006</c:v>
                </c:pt>
                <c:pt idx="738">
                  <c:v>-0.64233331469999999</c:v>
                </c:pt>
                <c:pt idx="739">
                  <c:v>-0.64042487690000005</c:v>
                </c:pt>
                <c:pt idx="740">
                  <c:v>-0.64112912909999997</c:v>
                </c:pt>
                <c:pt idx="741">
                  <c:v>-0.67512738949999995</c:v>
                </c:pt>
                <c:pt idx="742">
                  <c:v>-0.72599690459999999</c:v>
                </c:pt>
                <c:pt idx="743">
                  <c:v>-0.76600815789999999</c:v>
                </c:pt>
                <c:pt idx="744">
                  <c:v>-0.82248020889999995</c:v>
                </c:pt>
                <c:pt idx="745">
                  <c:v>-0.88256426919999997</c:v>
                </c:pt>
                <c:pt idx="746">
                  <c:v>-0.90311468979999998</c:v>
                </c:pt>
                <c:pt idx="747">
                  <c:v>-0.91794094520000002</c:v>
                </c:pt>
                <c:pt idx="748">
                  <c:v>-0.92838299329999996</c:v>
                </c:pt>
                <c:pt idx="749">
                  <c:v>-0.9453085645</c:v>
                </c:pt>
                <c:pt idx="750">
                  <c:v>-0.94019854280000004</c:v>
                </c:pt>
                <c:pt idx="751">
                  <c:v>-0.93800540700000001</c:v>
                </c:pt>
                <c:pt idx="752">
                  <c:v>-0.94624656699999998</c:v>
                </c:pt>
                <c:pt idx="753">
                  <c:v>-0.95781815039999996</c:v>
                </c:pt>
                <c:pt idx="754">
                  <c:v>-1.0027411362</c:v>
                </c:pt>
                <c:pt idx="755">
                  <c:v>-1.0514147007000001</c:v>
                </c:pt>
                <c:pt idx="756">
                  <c:v>-1.0716195084</c:v>
                </c:pt>
                <c:pt idx="757">
                  <c:v>-1.0853081951000001</c:v>
                </c:pt>
                <c:pt idx="758">
                  <c:v>-1.0920511571</c:v>
                </c:pt>
                <c:pt idx="759">
                  <c:v>-1.1017249454</c:v>
                </c:pt>
                <c:pt idx="760">
                  <c:v>-1.1024695898000001</c:v>
                </c:pt>
                <c:pt idx="761">
                  <c:v>-1.1103624877</c:v>
                </c:pt>
                <c:pt idx="762">
                  <c:v>-1.1063495377000001</c:v>
                </c:pt>
                <c:pt idx="763">
                  <c:v>-1.1011474519</c:v>
                </c:pt>
                <c:pt idx="764">
                  <c:v>-1.1095403429999999</c:v>
                </c:pt>
                <c:pt idx="765">
                  <c:v>-1.0950953915999999</c:v>
                </c:pt>
                <c:pt idx="766">
                  <c:v>-1.0694580358000001</c:v>
                </c:pt>
                <c:pt idx="767">
                  <c:v>-1.0523683554000001</c:v>
                </c:pt>
                <c:pt idx="768">
                  <c:v>-1.0327179814</c:v>
                </c:pt>
                <c:pt idx="769">
                  <c:v>-1.0118134475</c:v>
                </c:pt>
                <c:pt idx="770">
                  <c:v>-0.99020711930000005</c:v>
                </c:pt>
                <c:pt idx="771">
                  <c:v>-0.96311314540000004</c:v>
                </c:pt>
                <c:pt idx="772">
                  <c:v>-0.92806951930000003</c:v>
                </c:pt>
                <c:pt idx="773">
                  <c:v>-0.87313883189999997</c:v>
                </c:pt>
                <c:pt idx="774">
                  <c:v>-0.81127560669999998</c:v>
                </c:pt>
                <c:pt idx="775">
                  <c:v>-0.76476977560000003</c:v>
                </c:pt>
                <c:pt idx="776">
                  <c:v>-0.71681155019999998</c:v>
                </c:pt>
                <c:pt idx="777">
                  <c:v>-0.68251147320000005</c:v>
                </c:pt>
                <c:pt idx="778">
                  <c:v>-0.65292280430000005</c:v>
                </c:pt>
                <c:pt idx="779">
                  <c:v>-0.62550870660000002</c:v>
                </c:pt>
                <c:pt idx="780">
                  <c:v>-0.58048661729999995</c:v>
                </c:pt>
                <c:pt idx="781">
                  <c:v>-0.53149725989999996</c:v>
                </c:pt>
                <c:pt idx="782">
                  <c:v>-0.47803999920000001</c:v>
                </c:pt>
                <c:pt idx="783">
                  <c:v>-0.43344354489999998</c:v>
                </c:pt>
                <c:pt idx="784">
                  <c:v>-0.38735573039999999</c:v>
                </c:pt>
                <c:pt idx="785">
                  <c:v>-0.3319753111</c:v>
                </c:pt>
                <c:pt idx="786">
                  <c:v>-0.28195068719999999</c:v>
                </c:pt>
                <c:pt idx="787">
                  <c:v>-0.25103930340000002</c:v>
                </c:pt>
                <c:pt idx="788">
                  <c:v>-0.2294504825</c:v>
                </c:pt>
                <c:pt idx="789">
                  <c:v>-0.21460427209999999</c:v>
                </c:pt>
                <c:pt idx="790">
                  <c:v>-0.21313422930000001</c:v>
                </c:pt>
                <c:pt idx="791">
                  <c:v>-0.22646048069999999</c:v>
                </c:pt>
                <c:pt idx="792">
                  <c:v>-0.22792743160000001</c:v>
                </c:pt>
                <c:pt idx="793">
                  <c:v>-0.2146623369</c:v>
                </c:pt>
                <c:pt idx="794">
                  <c:v>-0.20247632409999999</c:v>
                </c:pt>
                <c:pt idx="795">
                  <c:v>-0.1947654811</c:v>
                </c:pt>
                <c:pt idx="796">
                  <c:v>-0.18012989039999999</c:v>
                </c:pt>
                <c:pt idx="797">
                  <c:v>-0.164225066</c:v>
                </c:pt>
                <c:pt idx="798">
                  <c:v>-0.12670766050000001</c:v>
                </c:pt>
                <c:pt idx="799">
                  <c:v>-8.4624496600000002E-2</c:v>
                </c:pt>
                <c:pt idx="800">
                  <c:v>-4.6647131699999997E-2</c:v>
                </c:pt>
                <c:pt idx="801">
                  <c:v>-2.2485134800000001E-2</c:v>
                </c:pt>
                <c:pt idx="802">
                  <c:v>1.5341488E-3</c:v>
                </c:pt>
                <c:pt idx="803">
                  <c:v>1.51709911E-2</c:v>
                </c:pt>
                <c:pt idx="804">
                  <c:v>4.7875380400000001E-2</c:v>
                </c:pt>
                <c:pt idx="805">
                  <c:v>7.6014939300000001E-2</c:v>
                </c:pt>
                <c:pt idx="806">
                  <c:v>0.1131582916</c:v>
                </c:pt>
                <c:pt idx="807">
                  <c:v>0.14191089400000001</c:v>
                </c:pt>
                <c:pt idx="808">
                  <c:v>0.19117008990000001</c:v>
                </c:pt>
                <c:pt idx="809">
                  <c:v>0.23017181859999999</c:v>
                </c:pt>
                <c:pt idx="810">
                  <c:v>0.28530176350000003</c:v>
                </c:pt>
                <c:pt idx="811">
                  <c:v>0.34739337149999999</c:v>
                </c:pt>
                <c:pt idx="812">
                  <c:v>0.4269147526</c:v>
                </c:pt>
                <c:pt idx="813">
                  <c:v>0.47344166859999998</c:v>
                </c:pt>
                <c:pt idx="814">
                  <c:v>0.4944031438</c:v>
                </c:pt>
                <c:pt idx="815">
                  <c:v>0.50489110599999998</c:v>
                </c:pt>
                <c:pt idx="816">
                  <c:v>0.50769619690000001</c:v>
                </c:pt>
                <c:pt idx="817">
                  <c:v>0.49441782220000002</c:v>
                </c:pt>
                <c:pt idx="818">
                  <c:v>0.48155182260000001</c:v>
                </c:pt>
                <c:pt idx="819">
                  <c:v>0.48189799509999998</c:v>
                </c:pt>
                <c:pt idx="820">
                  <c:v>0.4729418312</c:v>
                </c:pt>
                <c:pt idx="821">
                  <c:v>0.46446546630000002</c:v>
                </c:pt>
                <c:pt idx="822">
                  <c:v>0.45986991700000002</c:v>
                </c:pt>
                <c:pt idx="823">
                  <c:v>0.42656443259999999</c:v>
                </c:pt>
                <c:pt idx="824">
                  <c:v>0.41355094640000001</c:v>
                </c:pt>
                <c:pt idx="825">
                  <c:v>0.38480744360000002</c:v>
                </c:pt>
                <c:pt idx="826">
                  <c:v>0.3575230875</c:v>
                </c:pt>
                <c:pt idx="827">
                  <c:v>0.33714338519999998</c:v>
                </c:pt>
                <c:pt idx="828">
                  <c:v>0.30440905150000003</c:v>
                </c:pt>
                <c:pt idx="829">
                  <c:v>0.2542806373</c:v>
                </c:pt>
                <c:pt idx="830">
                  <c:v>0.2434638046</c:v>
                </c:pt>
                <c:pt idx="831">
                  <c:v>0.23721910500000001</c:v>
                </c:pt>
                <c:pt idx="832">
                  <c:v>0.22429409359999999</c:v>
                </c:pt>
                <c:pt idx="833">
                  <c:v>0.20957497780000001</c:v>
                </c:pt>
                <c:pt idx="834">
                  <c:v>0.209665397</c:v>
                </c:pt>
                <c:pt idx="835">
                  <c:v>0.21840024760000001</c:v>
                </c:pt>
                <c:pt idx="836">
                  <c:v>0.23150246360000001</c:v>
                </c:pt>
                <c:pt idx="837">
                  <c:v>0.23672097759999999</c:v>
                </c:pt>
                <c:pt idx="838">
                  <c:v>0.25749348719999998</c:v>
                </c:pt>
                <c:pt idx="839">
                  <c:v>0.28080689619999999</c:v>
                </c:pt>
                <c:pt idx="840">
                  <c:v>0.28725874270000001</c:v>
                </c:pt>
                <c:pt idx="841">
                  <c:v>0.29263700840000001</c:v>
                </c:pt>
                <c:pt idx="842">
                  <c:v>0.3021096714</c:v>
                </c:pt>
                <c:pt idx="843">
                  <c:v>0.30035571639999997</c:v>
                </c:pt>
                <c:pt idx="844">
                  <c:v>0.30625191099999999</c:v>
                </c:pt>
                <c:pt idx="845">
                  <c:v>0.29158275890000002</c:v>
                </c:pt>
                <c:pt idx="846">
                  <c:v>0.28368195099999999</c:v>
                </c:pt>
                <c:pt idx="847">
                  <c:v>0.2682352737</c:v>
                </c:pt>
                <c:pt idx="848">
                  <c:v>0.23669835249999999</c:v>
                </c:pt>
                <c:pt idx="849">
                  <c:v>0.252917271</c:v>
                </c:pt>
                <c:pt idx="850">
                  <c:v>0.29907727470000001</c:v>
                </c:pt>
                <c:pt idx="851">
                  <c:v>0.3308667434</c:v>
                </c:pt>
                <c:pt idx="852">
                  <c:v>0.37171606930000001</c:v>
                </c:pt>
                <c:pt idx="853">
                  <c:v>0.4189188968</c:v>
                </c:pt>
                <c:pt idx="854">
                  <c:v>0.47130117440000002</c:v>
                </c:pt>
                <c:pt idx="855">
                  <c:v>0.50558747989999997</c:v>
                </c:pt>
                <c:pt idx="856">
                  <c:v>0.50432995550000004</c:v>
                </c:pt>
                <c:pt idx="857">
                  <c:v>0.52134784779999999</c:v>
                </c:pt>
                <c:pt idx="858">
                  <c:v>0.52911124919999997</c:v>
                </c:pt>
                <c:pt idx="859">
                  <c:v>0.50790557300000005</c:v>
                </c:pt>
                <c:pt idx="860">
                  <c:v>0.4750833679</c:v>
                </c:pt>
                <c:pt idx="861">
                  <c:v>0.43577003450000001</c:v>
                </c:pt>
                <c:pt idx="862">
                  <c:v>0.40465263400000001</c:v>
                </c:pt>
                <c:pt idx="863">
                  <c:v>0.37322793430000001</c:v>
                </c:pt>
                <c:pt idx="864">
                  <c:v>0.34515485130000001</c:v>
                </c:pt>
                <c:pt idx="865">
                  <c:v>0.3282872315</c:v>
                </c:pt>
                <c:pt idx="866">
                  <c:v>0.335364775</c:v>
                </c:pt>
                <c:pt idx="867">
                  <c:v>0.33293841709999999</c:v>
                </c:pt>
                <c:pt idx="868">
                  <c:v>0.32077216200000003</c:v>
                </c:pt>
                <c:pt idx="869">
                  <c:v>0.29736502269999998</c:v>
                </c:pt>
                <c:pt idx="870">
                  <c:v>0.25018903170000001</c:v>
                </c:pt>
                <c:pt idx="871">
                  <c:v>0.18137341539999999</c:v>
                </c:pt>
                <c:pt idx="872">
                  <c:v>0.1141685013</c:v>
                </c:pt>
                <c:pt idx="873">
                  <c:v>9.7991775000000007E-3</c:v>
                </c:pt>
                <c:pt idx="874">
                  <c:v>-9.8347604899999996E-2</c:v>
                </c:pt>
                <c:pt idx="875">
                  <c:v>-0.2195103964</c:v>
                </c:pt>
                <c:pt idx="876">
                  <c:v>-0.3149927549</c:v>
                </c:pt>
                <c:pt idx="877">
                  <c:v>-0.3665809666</c:v>
                </c:pt>
                <c:pt idx="878">
                  <c:v>-0.43271727110000002</c:v>
                </c:pt>
                <c:pt idx="879">
                  <c:v>-0.48393936370000001</c:v>
                </c:pt>
                <c:pt idx="880">
                  <c:v>-0.51351877769999998</c:v>
                </c:pt>
                <c:pt idx="881">
                  <c:v>-0.56026629760000002</c:v>
                </c:pt>
                <c:pt idx="882">
                  <c:v>-0.59038542890000001</c:v>
                </c:pt>
                <c:pt idx="883">
                  <c:v>-0.65325548119999999</c:v>
                </c:pt>
                <c:pt idx="884">
                  <c:v>-0.70891910049999995</c:v>
                </c:pt>
                <c:pt idx="885">
                  <c:v>-0.75443985920000001</c:v>
                </c:pt>
                <c:pt idx="886">
                  <c:v>-0.79147611750000002</c:v>
                </c:pt>
                <c:pt idx="887">
                  <c:v>-0.82429736720000002</c:v>
                </c:pt>
                <c:pt idx="888">
                  <c:v>-0.83940219719999998</c:v>
                </c:pt>
                <c:pt idx="889">
                  <c:v>-0.81719942980000004</c:v>
                </c:pt>
                <c:pt idx="890">
                  <c:v>-0.74022260390000005</c:v>
                </c:pt>
                <c:pt idx="891">
                  <c:v>-0.67362908509999997</c:v>
                </c:pt>
                <c:pt idx="892">
                  <c:v>-0.60620502030000001</c:v>
                </c:pt>
                <c:pt idx="893">
                  <c:v>-0.51793167470000001</c:v>
                </c:pt>
                <c:pt idx="894">
                  <c:v>-0.41767739869999998</c:v>
                </c:pt>
                <c:pt idx="895">
                  <c:v>-0.29356855399999998</c:v>
                </c:pt>
                <c:pt idx="896">
                  <c:v>-0.14488537230000001</c:v>
                </c:pt>
                <c:pt idx="897">
                  <c:v>-6.2903809800000002E-2</c:v>
                </c:pt>
                <c:pt idx="898">
                  <c:v>9.3934981999999993E-3</c:v>
                </c:pt>
                <c:pt idx="899">
                  <c:v>7.1368626199999993E-2</c:v>
                </c:pt>
                <c:pt idx="900">
                  <c:v>0.1503373382</c:v>
                </c:pt>
                <c:pt idx="901">
                  <c:v>0.22334983780000001</c:v>
                </c:pt>
                <c:pt idx="902">
                  <c:v>0.35266907939999997</c:v>
                </c:pt>
                <c:pt idx="903">
                  <c:v>0.43315989900000001</c:v>
                </c:pt>
                <c:pt idx="904">
                  <c:v>0.54345093160000002</c:v>
                </c:pt>
                <c:pt idx="905">
                  <c:v>0.64275565609999996</c:v>
                </c:pt>
                <c:pt idx="906">
                  <c:v>0.71883898189999995</c:v>
                </c:pt>
                <c:pt idx="907">
                  <c:v>0.81326659219999997</c:v>
                </c:pt>
                <c:pt idx="908">
                  <c:v>0.92868342010000005</c:v>
                </c:pt>
                <c:pt idx="909">
                  <c:v>1.0006609793000001</c:v>
                </c:pt>
                <c:pt idx="910">
                  <c:v>1.0855893762</c:v>
                </c:pt>
                <c:pt idx="911">
                  <c:v>1.1332581185999999</c:v>
                </c:pt>
                <c:pt idx="912">
                  <c:v>1.1552704465000001</c:v>
                </c:pt>
                <c:pt idx="913">
                  <c:v>1.2011154595</c:v>
                </c:pt>
                <c:pt idx="914">
                  <c:v>1.2257408234</c:v>
                </c:pt>
                <c:pt idx="915">
                  <c:v>1.2566013501</c:v>
                </c:pt>
                <c:pt idx="916">
                  <c:v>1.2419192085999999</c:v>
                </c:pt>
                <c:pt idx="917">
                  <c:v>1.2112951064999999</c:v>
                </c:pt>
                <c:pt idx="918">
                  <c:v>1.2859328963000001</c:v>
                </c:pt>
                <c:pt idx="919">
                  <c:v>1.3538261694</c:v>
                </c:pt>
                <c:pt idx="920">
                  <c:v>1.4145855302999999</c:v>
                </c:pt>
                <c:pt idx="921">
                  <c:v>1.4658643844000001</c:v>
                </c:pt>
                <c:pt idx="922">
                  <c:v>1.5292348614</c:v>
                </c:pt>
                <c:pt idx="923">
                  <c:v>1.5562353349</c:v>
                </c:pt>
                <c:pt idx="924">
                  <c:v>1.5879411821</c:v>
                </c:pt>
                <c:pt idx="925">
                  <c:v>1.6259149414</c:v>
                </c:pt>
                <c:pt idx="926">
                  <c:v>1.6574557486999999</c:v>
                </c:pt>
                <c:pt idx="927">
                  <c:v>1.6897769961</c:v>
                </c:pt>
                <c:pt idx="928">
                  <c:v>1.7157421422000001</c:v>
                </c:pt>
                <c:pt idx="929">
                  <c:v>1.7194787924999999</c:v>
                </c:pt>
                <c:pt idx="930">
                  <c:v>1.7794758938999999</c:v>
                </c:pt>
                <c:pt idx="931">
                  <c:v>1.780257784</c:v>
                </c:pt>
                <c:pt idx="932">
                  <c:v>1.7103810633000001</c:v>
                </c:pt>
                <c:pt idx="933">
                  <c:v>1.6850236351000001</c:v>
                </c:pt>
                <c:pt idx="934">
                  <c:v>1.6617212994999999</c:v>
                </c:pt>
                <c:pt idx="935">
                  <c:v>1.6330304175000001</c:v>
                </c:pt>
                <c:pt idx="936">
                  <c:v>1.6077297065</c:v>
                </c:pt>
                <c:pt idx="937">
                  <c:v>1.6043152587</c:v>
                </c:pt>
                <c:pt idx="938">
                  <c:v>1.5742848322</c:v>
                </c:pt>
                <c:pt idx="939">
                  <c:v>1.5057312749</c:v>
                </c:pt>
                <c:pt idx="940">
                  <c:v>1.4387384055000001</c:v>
                </c:pt>
                <c:pt idx="941">
                  <c:v>1.3596164796000001</c:v>
                </c:pt>
                <c:pt idx="942">
                  <c:v>1.2893108993</c:v>
                </c:pt>
                <c:pt idx="943">
                  <c:v>1.2344320962999999</c:v>
                </c:pt>
                <c:pt idx="944">
                  <c:v>1.1622960622</c:v>
                </c:pt>
                <c:pt idx="945">
                  <c:v>1.0910421045000001</c:v>
                </c:pt>
                <c:pt idx="946">
                  <c:v>1.0540772330999999</c:v>
                </c:pt>
                <c:pt idx="947">
                  <c:v>1.0331758512</c:v>
                </c:pt>
                <c:pt idx="948">
                  <c:v>1.0014914906000001</c:v>
                </c:pt>
                <c:pt idx="949">
                  <c:v>0.93487251660000004</c:v>
                </c:pt>
                <c:pt idx="950">
                  <c:v>0.92839189479999995</c:v>
                </c:pt>
                <c:pt idx="951">
                  <c:v>0.88562641310000001</c:v>
                </c:pt>
                <c:pt idx="952">
                  <c:v>0.87324655630000003</c:v>
                </c:pt>
                <c:pt idx="953">
                  <c:v>0.89626699970000001</c:v>
                </c:pt>
                <c:pt idx="954">
                  <c:v>0.94731250850000004</c:v>
                </c:pt>
                <c:pt idx="955">
                  <c:v>0.96014660890000003</c:v>
                </c:pt>
                <c:pt idx="956">
                  <c:v>0.94711978019999998</c:v>
                </c:pt>
                <c:pt idx="957">
                  <c:v>0.91607641309999999</c:v>
                </c:pt>
                <c:pt idx="958">
                  <c:v>0.87769240800000003</c:v>
                </c:pt>
                <c:pt idx="959">
                  <c:v>0.85771735059999998</c:v>
                </c:pt>
                <c:pt idx="960">
                  <c:v>0.81465675630000001</c:v>
                </c:pt>
                <c:pt idx="961">
                  <c:v>0.77348727070000001</c:v>
                </c:pt>
                <c:pt idx="962">
                  <c:v>0.71794462849999996</c:v>
                </c:pt>
                <c:pt idx="963">
                  <c:v>0.64932549949999996</c:v>
                </c:pt>
                <c:pt idx="964">
                  <c:v>0.58608438019999998</c:v>
                </c:pt>
                <c:pt idx="965">
                  <c:v>0.54889382900000006</c:v>
                </c:pt>
                <c:pt idx="966">
                  <c:v>0.51670629629999998</c:v>
                </c:pt>
                <c:pt idx="967">
                  <c:v>0.39645976640000002</c:v>
                </c:pt>
                <c:pt idx="968">
                  <c:v>0.27070434290000001</c:v>
                </c:pt>
                <c:pt idx="969">
                  <c:v>0.2020038723</c:v>
                </c:pt>
                <c:pt idx="970">
                  <c:v>0.15046582759999999</c:v>
                </c:pt>
                <c:pt idx="971">
                  <c:v>4.6412969900000003E-2</c:v>
                </c:pt>
                <c:pt idx="972">
                  <c:v>-1.8595743599999999E-2</c:v>
                </c:pt>
                <c:pt idx="973">
                  <c:v>-8.4295413999999999E-2</c:v>
                </c:pt>
                <c:pt idx="974">
                  <c:v>-0.12545007459999999</c:v>
                </c:pt>
                <c:pt idx="975">
                  <c:v>-0.1967884832</c:v>
                </c:pt>
                <c:pt idx="976">
                  <c:v>-0.2596873723</c:v>
                </c:pt>
                <c:pt idx="977">
                  <c:v>-0.31111501190000002</c:v>
                </c:pt>
                <c:pt idx="978">
                  <c:v>-0.3323796121</c:v>
                </c:pt>
                <c:pt idx="979">
                  <c:v>-0.34697764599999997</c:v>
                </c:pt>
                <c:pt idx="980">
                  <c:v>-0.38377245389999998</c:v>
                </c:pt>
                <c:pt idx="981">
                  <c:v>-0.41305526199999998</c:v>
                </c:pt>
                <c:pt idx="982">
                  <c:v>-0.42284181910000002</c:v>
                </c:pt>
                <c:pt idx="983">
                  <c:v>-0.3918430853</c:v>
                </c:pt>
                <c:pt idx="984">
                  <c:v>-0.3958636391</c:v>
                </c:pt>
                <c:pt idx="985">
                  <c:v>-0.4259122253</c:v>
                </c:pt>
                <c:pt idx="986">
                  <c:v>-0.4622692799</c:v>
                </c:pt>
                <c:pt idx="987">
                  <c:v>-0.4697108062</c:v>
                </c:pt>
                <c:pt idx="988">
                  <c:v>-0.43092831129999998</c:v>
                </c:pt>
                <c:pt idx="989">
                  <c:v>-0.37981568570000002</c:v>
                </c:pt>
                <c:pt idx="990">
                  <c:v>-0.35620957040000001</c:v>
                </c:pt>
                <c:pt idx="991">
                  <c:v>-0.32473477099999998</c:v>
                </c:pt>
                <c:pt idx="992">
                  <c:v>-0.30634909199999999</c:v>
                </c:pt>
                <c:pt idx="993">
                  <c:v>-0.31156993160000002</c:v>
                </c:pt>
                <c:pt idx="994">
                  <c:v>-0.31998325830000002</c:v>
                </c:pt>
                <c:pt idx="995">
                  <c:v>-0.31109457010000002</c:v>
                </c:pt>
                <c:pt idx="996">
                  <c:v>-0.29181384830000001</c:v>
                </c:pt>
                <c:pt idx="997">
                  <c:v>-0.26676904439999999</c:v>
                </c:pt>
                <c:pt idx="998">
                  <c:v>-0.23963738170000001</c:v>
                </c:pt>
                <c:pt idx="999">
                  <c:v>-0.23134636980000001</c:v>
                </c:pt>
                <c:pt idx="1000">
                  <c:v>-0.2231433058</c:v>
                </c:pt>
                <c:pt idx="1001">
                  <c:v>-0.1746363128</c:v>
                </c:pt>
                <c:pt idx="1002">
                  <c:v>-8.6457778599999993E-2</c:v>
                </c:pt>
                <c:pt idx="1003">
                  <c:v>-4.5532895800000001E-2</c:v>
                </c:pt>
                <c:pt idx="1004">
                  <c:v>-2.0782897000000002E-2</c:v>
                </c:pt>
                <c:pt idx="1005">
                  <c:v>7.5446590899999999E-2</c:v>
                </c:pt>
                <c:pt idx="1006">
                  <c:v>0.19045064110000001</c:v>
                </c:pt>
                <c:pt idx="1007">
                  <c:v>0.2803832705</c:v>
                </c:pt>
                <c:pt idx="1008">
                  <c:v>0.38351181950000002</c:v>
                </c:pt>
                <c:pt idx="1009">
                  <c:v>0.47007496399999998</c:v>
                </c:pt>
                <c:pt idx="1010">
                  <c:v>0.53912273399999999</c:v>
                </c:pt>
                <c:pt idx="1011">
                  <c:v>0.59666587500000001</c:v>
                </c:pt>
                <c:pt idx="1012">
                  <c:v>0.63434436360000002</c:v>
                </c:pt>
                <c:pt idx="1013">
                  <c:v>0.65290295080000005</c:v>
                </c:pt>
                <c:pt idx="1014">
                  <c:v>0.65469539160000001</c:v>
                </c:pt>
                <c:pt idx="1015">
                  <c:v>0.65117095979999995</c:v>
                </c:pt>
                <c:pt idx="1016">
                  <c:v>0.62614061919999997</c:v>
                </c:pt>
                <c:pt idx="1017">
                  <c:v>0.5735479859</c:v>
                </c:pt>
                <c:pt idx="1018">
                  <c:v>0.54577573130000001</c:v>
                </c:pt>
                <c:pt idx="1019">
                  <c:v>0.54299063719999996</c:v>
                </c:pt>
                <c:pt idx="1020">
                  <c:v>0.52475086510000002</c:v>
                </c:pt>
                <c:pt idx="1021">
                  <c:v>0.52848645640000003</c:v>
                </c:pt>
                <c:pt idx="1022">
                  <c:v>0.54937331810000001</c:v>
                </c:pt>
                <c:pt idx="1023">
                  <c:v>0.52345558510000001</c:v>
                </c:pt>
                <c:pt idx="1024">
                  <c:v>0.54065835399999995</c:v>
                </c:pt>
                <c:pt idx="1025">
                  <c:v>0.54376874740000003</c:v>
                </c:pt>
                <c:pt idx="1026">
                  <c:v>0.51845703229999995</c:v>
                </c:pt>
                <c:pt idx="1027">
                  <c:v>0.4857098037</c:v>
                </c:pt>
                <c:pt idx="1028">
                  <c:v>0.49485110519999997</c:v>
                </c:pt>
                <c:pt idx="1029">
                  <c:v>0.43419468459999999</c:v>
                </c:pt>
                <c:pt idx="1030">
                  <c:v>0.40189727060000002</c:v>
                </c:pt>
                <c:pt idx="1031">
                  <c:v>0.37112546950000003</c:v>
                </c:pt>
                <c:pt idx="1032">
                  <c:v>0.34200604699999998</c:v>
                </c:pt>
                <c:pt idx="1033">
                  <c:v>0.35561649820000002</c:v>
                </c:pt>
                <c:pt idx="1034">
                  <c:v>0.36569689259999999</c:v>
                </c:pt>
                <c:pt idx="1035">
                  <c:v>0.39382483499999998</c:v>
                </c:pt>
                <c:pt idx="1036">
                  <c:v>0.40780422119999998</c:v>
                </c:pt>
                <c:pt idx="1037">
                  <c:v>0.43232181120000002</c:v>
                </c:pt>
                <c:pt idx="1038">
                  <c:v>0.43133486409999999</c:v>
                </c:pt>
                <c:pt idx="1039">
                  <c:v>0.43575313970000001</c:v>
                </c:pt>
                <c:pt idx="1040">
                  <c:v>0.40631360979999998</c:v>
                </c:pt>
                <c:pt idx="1041">
                  <c:v>0.38299438940000002</c:v>
                </c:pt>
                <c:pt idx="1042">
                  <c:v>0.3441976631</c:v>
                </c:pt>
                <c:pt idx="1043">
                  <c:v>0.25573038279999999</c:v>
                </c:pt>
                <c:pt idx="1044">
                  <c:v>0.20498891720000001</c:v>
                </c:pt>
                <c:pt idx="1045">
                  <c:v>0.132294152</c:v>
                </c:pt>
                <c:pt idx="1046">
                  <c:v>9.3186974300000003E-2</c:v>
                </c:pt>
                <c:pt idx="1047">
                  <c:v>5.4727585699999998E-2</c:v>
                </c:pt>
                <c:pt idx="1048">
                  <c:v>1.0663252999999999E-2</c:v>
                </c:pt>
                <c:pt idx="1049">
                  <c:v>-7.7583142800000005E-2</c:v>
                </c:pt>
                <c:pt idx="1050">
                  <c:v>-0.11370181779999999</c:v>
                </c:pt>
                <c:pt idx="1051">
                  <c:v>-0.15665210500000001</c:v>
                </c:pt>
                <c:pt idx="1052">
                  <c:v>-0.22298512940000001</c:v>
                </c:pt>
                <c:pt idx="1053">
                  <c:v>-0.28920402340000001</c:v>
                </c:pt>
                <c:pt idx="1054">
                  <c:v>-0.38613265990000001</c:v>
                </c:pt>
                <c:pt idx="1055">
                  <c:v>-0.4470870884</c:v>
                </c:pt>
                <c:pt idx="1056">
                  <c:v>-0.50610131219999999</c:v>
                </c:pt>
                <c:pt idx="1057">
                  <c:v>-0.54473134209999996</c:v>
                </c:pt>
                <c:pt idx="1058">
                  <c:v>-0.59266729949999997</c:v>
                </c:pt>
                <c:pt idx="1059">
                  <c:v>-0.59228284019999999</c:v>
                </c:pt>
                <c:pt idx="1060">
                  <c:v>-0.6333125396</c:v>
                </c:pt>
                <c:pt idx="1061">
                  <c:v>-0.64117569070000002</c:v>
                </c:pt>
                <c:pt idx="1062">
                  <c:v>-0.65322564670000005</c:v>
                </c:pt>
                <c:pt idx="1063">
                  <c:v>-0.65205120400000005</c:v>
                </c:pt>
                <c:pt idx="1064">
                  <c:v>-0.65432088659999998</c:v>
                </c:pt>
                <c:pt idx="1065">
                  <c:v>-0.66397605449999997</c:v>
                </c:pt>
                <c:pt idx="1066">
                  <c:v>-0.64207950869999997</c:v>
                </c:pt>
                <c:pt idx="1067">
                  <c:v>-0.64548343360000004</c:v>
                </c:pt>
                <c:pt idx="1068">
                  <c:v>-0.66340006750000002</c:v>
                </c:pt>
                <c:pt idx="1069">
                  <c:v>-0.66002439970000004</c:v>
                </c:pt>
                <c:pt idx="1070">
                  <c:v>-0.6052741116</c:v>
                </c:pt>
                <c:pt idx="1071">
                  <c:v>-0.58041909749999998</c:v>
                </c:pt>
                <c:pt idx="1072">
                  <c:v>-0.54737295500000005</c:v>
                </c:pt>
                <c:pt idx="1073">
                  <c:v>-0.47802313959999998</c:v>
                </c:pt>
                <c:pt idx="1074">
                  <c:v>-0.36534304969999998</c:v>
                </c:pt>
                <c:pt idx="1075">
                  <c:v>-0.26492559799999998</c:v>
                </c:pt>
                <c:pt idx="1076">
                  <c:v>-0.1552734133</c:v>
                </c:pt>
                <c:pt idx="1077">
                  <c:v>-5.3030452499999998E-2</c:v>
                </c:pt>
                <c:pt idx="1078">
                  <c:v>4.7661080600000003E-2</c:v>
                </c:pt>
                <c:pt idx="1079">
                  <c:v>0.14726786529999999</c:v>
                </c:pt>
                <c:pt idx="1080">
                  <c:v>0.25314692950000001</c:v>
                </c:pt>
                <c:pt idx="1081">
                  <c:v>0.36075316759999998</c:v>
                </c:pt>
                <c:pt idx="1082">
                  <c:v>0.45337767089999997</c:v>
                </c:pt>
                <c:pt idx="1083">
                  <c:v>0.56182814670000003</c:v>
                </c:pt>
                <c:pt idx="1084">
                  <c:v>0.60776056720000005</c:v>
                </c:pt>
                <c:pt idx="1085">
                  <c:v>0.64796204410000002</c:v>
                </c:pt>
                <c:pt idx="1086">
                  <c:v>0.68233844480000005</c:v>
                </c:pt>
                <c:pt idx="1087">
                  <c:v>0.69210851640000004</c:v>
                </c:pt>
                <c:pt idx="1088">
                  <c:v>0.69321868399999997</c:v>
                </c:pt>
                <c:pt idx="1089">
                  <c:v>0.71860431999999996</c:v>
                </c:pt>
                <c:pt idx="1090">
                  <c:v>0.7403440765</c:v>
                </c:pt>
                <c:pt idx="1091">
                  <c:v>0.73727993079999998</c:v>
                </c:pt>
                <c:pt idx="1092">
                  <c:v>0.76775591539999999</c:v>
                </c:pt>
                <c:pt idx="1093">
                  <c:v>0.77435377080000001</c:v>
                </c:pt>
                <c:pt idx="1094">
                  <c:v>0.77307276849999995</c:v>
                </c:pt>
                <c:pt idx="1095">
                  <c:v>0.74120805990000005</c:v>
                </c:pt>
                <c:pt idx="1096">
                  <c:v>0.72917967360000002</c:v>
                </c:pt>
                <c:pt idx="1097">
                  <c:v>0.68787102820000001</c:v>
                </c:pt>
                <c:pt idx="1098">
                  <c:v>0.64695496269999997</c:v>
                </c:pt>
                <c:pt idx="1099">
                  <c:v>0.59680167090000003</c:v>
                </c:pt>
                <c:pt idx="1100">
                  <c:v>0.56139851500000004</c:v>
                </c:pt>
                <c:pt idx="1101">
                  <c:v>0.51175519380000001</c:v>
                </c:pt>
                <c:pt idx="1102">
                  <c:v>0.45347114309999997</c:v>
                </c:pt>
                <c:pt idx="1103">
                  <c:v>0.39339115790000001</c:v>
                </c:pt>
                <c:pt idx="1104">
                  <c:v>0.31956886569999998</c:v>
                </c:pt>
                <c:pt idx="1105">
                  <c:v>0.30495119180000002</c:v>
                </c:pt>
                <c:pt idx="1106">
                  <c:v>0.31911223119999998</c:v>
                </c:pt>
                <c:pt idx="1107">
                  <c:v>0.29223989099999997</c:v>
                </c:pt>
                <c:pt idx="1108">
                  <c:v>0.26038866040000003</c:v>
                </c:pt>
                <c:pt idx="1109">
                  <c:v>0.26540525539999998</c:v>
                </c:pt>
                <c:pt idx="1110">
                  <c:v>0.24877406930000001</c:v>
                </c:pt>
                <c:pt idx="1111">
                  <c:v>0.22525226709999999</c:v>
                </c:pt>
                <c:pt idx="1112">
                  <c:v>0.20579341400000001</c:v>
                </c:pt>
                <c:pt idx="1113">
                  <c:v>0.17254964310000001</c:v>
                </c:pt>
                <c:pt idx="1114">
                  <c:v>0.14086111239999999</c:v>
                </c:pt>
                <c:pt idx="1115">
                  <c:v>0.17441074149999999</c:v>
                </c:pt>
                <c:pt idx="1116">
                  <c:v>0.1738265766</c:v>
                </c:pt>
                <c:pt idx="1117">
                  <c:v>0.16304237639999999</c:v>
                </c:pt>
                <c:pt idx="1118">
                  <c:v>0.15351040569999999</c:v>
                </c:pt>
                <c:pt idx="1119">
                  <c:v>0.1434809789</c:v>
                </c:pt>
                <c:pt idx="1120">
                  <c:v>0.13074311860000001</c:v>
                </c:pt>
                <c:pt idx="1121">
                  <c:v>0.1270670642</c:v>
                </c:pt>
                <c:pt idx="1122">
                  <c:v>0.10443982390000001</c:v>
                </c:pt>
                <c:pt idx="1123">
                  <c:v>9.5374333500000005E-2</c:v>
                </c:pt>
                <c:pt idx="1124">
                  <c:v>9.2713946300000002E-2</c:v>
                </c:pt>
                <c:pt idx="1125">
                  <c:v>9.3257164399999995E-2</c:v>
                </c:pt>
                <c:pt idx="1126">
                  <c:v>8.3090532499999994E-2</c:v>
                </c:pt>
                <c:pt idx="1127">
                  <c:v>8.0329853300000004E-2</c:v>
                </c:pt>
                <c:pt idx="1128">
                  <c:v>0.1154809243</c:v>
                </c:pt>
                <c:pt idx="1129">
                  <c:v>0.1592297523</c:v>
                </c:pt>
                <c:pt idx="1130">
                  <c:v>0.1737615737</c:v>
                </c:pt>
                <c:pt idx="1131">
                  <c:v>0.20472875360000001</c:v>
                </c:pt>
                <c:pt idx="1132">
                  <c:v>0.22548931289999999</c:v>
                </c:pt>
                <c:pt idx="1133">
                  <c:v>0.2481652781</c:v>
                </c:pt>
                <c:pt idx="1134">
                  <c:v>0.2610052222</c:v>
                </c:pt>
                <c:pt idx="1135">
                  <c:v>0.29014644249999999</c:v>
                </c:pt>
                <c:pt idx="1136">
                  <c:v>0.2344974786</c:v>
                </c:pt>
                <c:pt idx="1137">
                  <c:v>0.22050968039999999</c:v>
                </c:pt>
                <c:pt idx="1138">
                  <c:v>0.21303969759999999</c:v>
                </c:pt>
                <c:pt idx="1139">
                  <c:v>0.2028682711</c:v>
                </c:pt>
                <c:pt idx="1140">
                  <c:v>0.19519082469999999</c:v>
                </c:pt>
                <c:pt idx="1141">
                  <c:v>0.1940215529</c:v>
                </c:pt>
                <c:pt idx="1142">
                  <c:v>0.16355533550000001</c:v>
                </c:pt>
                <c:pt idx="1143">
                  <c:v>0.14620508469999999</c:v>
                </c:pt>
                <c:pt idx="1144">
                  <c:v>0.13622626360000001</c:v>
                </c:pt>
                <c:pt idx="1145">
                  <c:v>0.12176184299999999</c:v>
                </c:pt>
                <c:pt idx="1146">
                  <c:v>0.1270096356</c:v>
                </c:pt>
                <c:pt idx="1147">
                  <c:v>0.13790817189999999</c:v>
                </c:pt>
                <c:pt idx="1148">
                  <c:v>0.1337134807</c:v>
                </c:pt>
                <c:pt idx="1149">
                  <c:v>0.12803438610000001</c:v>
                </c:pt>
                <c:pt idx="1150">
                  <c:v>0.1204906885</c:v>
                </c:pt>
                <c:pt idx="1151">
                  <c:v>0.1240829056</c:v>
                </c:pt>
                <c:pt idx="1152">
                  <c:v>0.12590885060000001</c:v>
                </c:pt>
                <c:pt idx="1153">
                  <c:v>0.1198627483</c:v>
                </c:pt>
                <c:pt idx="1154">
                  <c:v>0.1212728176</c:v>
                </c:pt>
                <c:pt idx="1155">
                  <c:v>0.12911538989999999</c:v>
                </c:pt>
                <c:pt idx="1156">
                  <c:v>0.12746178289999999</c:v>
                </c:pt>
                <c:pt idx="1157">
                  <c:v>0.1543458029</c:v>
                </c:pt>
                <c:pt idx="1158">
                  <c:v>0.17652866740000001</c:v>
                </c:pt>
                <c:pt idx="1159">
                  <c:v>0.1797362539</c:v>
                </c:pt>
                <c:pt idx="1160">
                  <c:v>0.17959881380000001</c:v>
                </c:pt>
                <c:pt idx="1161">
                  <c:v>0.17055598590000001</c:v>
                </c:pt>
                <c:pt idx="1162">
                  <c:v>0.1751867228</c:v>
                </c:pt>
                <c:pt idx="1163">
                  <c:v>0.18934582750000001</c:v>
                </c:pt>
                <c:pt idx="1164">
                  <c:v>0.20152934049999999</c:v>
                </c:pt>
                <c:pt idx="1165">
                  <c:v>0.21202075640000001</c:v>
                </c:pt>
                <c:pt idx="1166">
                  <c:v>0.22772476650000001</c:v>
                </c:pt>
                <c:pt idx="1167">
                  <c:v>0.22666107890000001</c:v>
                </c:pt>
                <c:pt idx="1168">
                  <c:v>0.2128715695</c:v>
                </c:pt>
                <c:pt idx="1169">
                  <c:v>0.2034650211</c:v>
                </c:pt>
                <c:pt idx="1170">
                  <c:v>0.18934299039999999</c:v>
                </c:pt>
                <c:pt idx="1171">
                  <c:v>0.18957611769999999</c:v>
                </c:pt>
                <c:pt idx="1172">
                  <c:v>0.1823995243</c:v>
                </c:pt>
                <c:pt idx="1173">
                  <c:v>0.19788152219999999</c:v>
                </c:pt>
                <c:pt idx="1174">
                  <c:v>0.24625057180000001</c:v>
                </c:pt>
                <c:pt idx="1175">
                  <c:v>0.25796603969999998</c:v>
                </c:pt>
                <c:pt idx="1176">
                  <c:v>0.26282458559999999</c:v>
                </c:pt>
                <c:pt idx="1177">
                  <c:v>0.27395569079999998</c:v>
                </c:pt>
                <c:pt idx="1178">
                  <c:v>0.27862839029999997</c:v>
                </c:pt>
                <c:pt idx="1179">
                  <c:v>0.28486722279999999</c:v>
                </c:pt>
                <c:pt idx="1180">
                  <c:v>0.28893064689999998</c:v>
                </c:pt>
                <c:pt idx="1181">
                  <c:v>0.33366312799999998</c:v>
                </c:pt>
                <c:pt idx="1182">
                  <c:v>0.3730860882</c:v>
                </c:pt>
                <c:pt idx="1183">
                  <c:v>0.40650653879999998</c:v>
                </c:pt>
                <c:pt idx="1184">
                  <c:v>0.46444531309999998</c:v>
                </c:pt>
                <c:pt idx="1185">
                  <c:v>0.52123546300000001</c:v>
                </c:pt>
                <c:pt idx="1186">
                  <c:v>0.56540170339999996</c:v>
                </c:pt>
                <c:pt idx="1187">
                  <c:v>0.60328258450000005</c:v>
                </c:pt>
                <c:pt idx="1188">
                  <c:v>0.64898215290000005</c:v>
                </c:pt>
                <c:pt idx="1189">
                  <c:v>0.70141396320000005</c:v>
                </c:pt>
                <c:pt idx="1190">
                  <c:v>0.73426090060000004</c:v>
                </c:pt>
                <c:pt idx="1191">
                  <c:v>0.77371339480000001</c:v>
                </c:pt>
                <c:pt idx="1192">
                  <c:v>0.77910373550000001</c:v>
                </c:pt>
                <c:pt idx="1193">
                  <c:v>0.810944785</c:v>
                </c:pt>
                <c:pt idx="1194">
                  <c:v>0.81664173240000004</c:v>
                </c:pt>
                <c:pt idx="1195">
                  <c:v>0.79359486440000004</c:v>
                </c:pt>
                <c:pt idx="1196">
                  <c:v>0.8272562202</c:v>
                </c:pt>
                <c:pt idx="1197">
                  <c:v>0.86995141730000003</c:v>
                </c:pt>
                <c:pt idx="1198">
                  <c:v>0.89017878559999997</c:v>
                </c:pt>
                <c:pt idx="1199">
                  <c:v>0.88649805349999999</c:v>
                </c:pt>
                <c:pt idx="1200">
                  <c:v>0.89430973130000002</c:v>
                </c:pt>
                <c:pt idx="1201">
                  <c:v>0.93207350040000003</c:v>
                </c:pt>
                <c:pt idx="1202">
                  <c:v>0.961874008</c:v>
                </c:pt>
                <c:pt idx="1203">
                  <c:v>0.96274688919999996</c:v>
                </c:pt>
                <c:pt idx="1204">
                  <c:v>0.95624822759999994</c:v>
                </c:pt>
                <c:pt idx="1205">
                  <c:v>0.92439635249999996</c:v>
                </c:pt>
                <c:pt idx="1206">
                  <c:v>0.89767868019999997</c:v>
                </c:pt>
                <c:pt idx="1207">
                  <c:v>0.86174230119999995</c:v>
                </c:pt>
                <c:pt idx="1208">
                  <c:v>0.80341582079999996</c:v>
                </c:pt>
                <c:pt idx="1209">
                  <c:v>0.75220639869999995</c:v>
                </c:pt>
                <c:pt idx="1210">
                  <c:v>0.6732776788</c:v>
                </c:pt>
                <c:pt idx="1211">
                  <c:v>0.66057790670000005</c:v>
                </c:pt>
                <c:pt idx="1212">
                  <c:v>0.62952160229999998</c:v>
                </c:pt>
                <c:pt idx="1213">
                  <c:v>0.62859387600000005</c:v>
                </c:pt>
                <c:pt idx="1214">
                  <c:v>0.62370052470000004</c:v>
                </c:pt>
                <c:pt idx="1215">
                  <c:v>0.62176210300000001</c:v>
                </c:pt>
                <c:pt idx="1216">
                  <c:v>0.6636758129</c:v>
                </c:pt>
                <c:pt idx="1217">
                  <c:v>0.67870371439999999</c:v>
                </c:pt>
                <c:pt idx="1218">
                  <c:v>0.68165909520000001</c:v>
                </c:pt>
                <c:pt idx="1219">
                  <c:v>0.69114847049999995</c:v>
                </c:pt>
                <c:pt idx="1220">
                  <c:v>0.71471489690000001</c:v>
                </c:pt>
                <c:pt idx="1221">
                  <c:v>0.73006043620000005</c:v>
                </c:pt>
                <c:pt idx="1222">
                  <c:v>0.73033484280000005</c:v>
                </c:pt>
                <c:pt idx="1223">
                  <c:v>0.68009039469999999</c:v>
                </c:pt>
                <c:pt idx="1224">
                  <c:v>0.67527294989999997</c:v>
                </c:pt>
                <c:pt idx="1225">
                  <c:v>0.65568897429999995</c:v>
                </c:pt>
                <c:pt idx="1226">
                  <c:v>0.63114744460000005</c:v>
                </c:pt>
                <c:pt idx="1227">
                  <c:v>0.59869170599999999</c:v>
                </c:pt>
                <c:pt idx="1228">
                  <c:v>0.59696204399999997</c:v>
                </c:pt>
                <c:pt idx="1229">
                  <c:v>0.62224228739999998</c:v>
                </c:pt>
                <c:pt idx="1230">
                  <c:v>0.66068376829999997</c:v>
                </c:pt>
                <c:pt idx="1231">
                  <c:v>0.72287921590000004</c:v>
                </c:pt>
                <c:pt idx="1232">
                  <c:v>0.7269400063</c:v>
                </c:pt>
                <c:pt idx="1233">
                  <c:v>0.71250987919999997</c:v>
                </c:pt>
                <c:pt idx="1234">
                  <c:v>0.69513077000000001</c:v>
                </c:pt>
                <c:pt idx="1235">
                  <c:v>0.66788309589999995</c:v>
                </c:pt>
                <c:pt idx="1236">
                  <c:v>0.63911792769999998</c:v>
                </c:pt>
                <c:pt idx="1237">
                  <c:v>0.56622591450000004</c:v>
                </c:pt>
                <c:pt idx="1238">
                  <c:v>0.50418751350000002</c:v>
                </c:pt>
                <c:pt idx="1239">
                  <c:v>0.44218936939999998</c:v>
                </c:pt>
                <c:pt idx="1240">
                  <c:v>0.42330181630000002</c:v>
                </c:pt>
                <c:pt idx="1241">
                  <c:v>0.40377110649999998</c:v>
                </c:pt>
                <c:pt idx="1242">
                  <c:v>0.38379715930000002</c:v>
                </c:pt>
                <c:pt idx="1243">
                  <c:v>0.3292663535</c:v>
                </c:pt>
                <c:pt idx="1244">
                  <c:v>0.32145815259999999</c:v>
                </c:pt>
                <c:pt idx="1245">
                  <c:v>0.29528677939999998</c:v>
                </c:pt>
                <c:pt idx="1246">
                  <c:v>0.30066431850000003</c:v>
                </c:pt>
                <c:pt idx="1247">
                  <c:v>0.31514101630000002</c:v>
                </c:pt>
                <c:pt idx="1248">
                  <c:v>0.34085789480000001</c:v>
                </c:pt>
                <c:pt idx="1249">
                  <c:v>0.37493968020000001</c:v>
                </c:pt>
                <c:pt idx="1250">
                  <c:v>0.37726591240000001</c:v>
                </c:pt>
                <c:pt idx="1251">
                  <c:v>0.36125590769999999</c:v>
                </c:pt>
                <c:pt idx="1252">
                  <c:v>0.35796219029999998</c:v>
                </c:pt>
                <c:pt idx="1253">
                  <c:v>0.38266961719999998</c:v>
                </c:pt>
                <c:pt idx="1254">
                  <c:v>0.43170715570000001</c:v>
                </c:pt>
                <c:pt idx="1255">
                  <c:v>0.47162857229999999</c:v>
                </c:pt>
                <c:pt idx="1256">
                  <c:v>0.51410654720000004</c:v>
                </c:pt>
                <c:pt idx="1257">
                  <c:v>0.55322455999999998</c:v>
                </c:pt>
                <c:pt idx="1258">
                  <c:v>0.593565923</c:v>
                </c:pt>
                <c:pt idx="1259">
                  <c:v>0.60903525879999998</c:v>
                </c:pt>
                <c:pt idx="1260">
                  <c:v>0.61643884319999998</c:v>
                </c:pt>
                <c:pt idx="1261">
                  <c:v>0.60839670869999996</c:v>
                </c:pt>
                <c:pt idx="1262">
                  <c:v>0.59587328829999997</c:v>
                </c:pt>
                <c:pt idx="1263">
                  <c:v>0.5315415349</c:v>
                </c:pt>
                <c:pt idx="1264">
                  <c:v>0.47889510600000001</c:v>
                </c:pt>
                <c:pt idx="1265">
                  <c:v>0.4318796849</c:v>
                </c:pt>
                <c:pt idx="1266">
                  <c:v>0.42378377569999998</c:v>
                </c:pt>
                <c:pt idx="1267">
                  <c:v>0.42673773609999999</c:v>
                </c:pt>
                <c:pt idx="1268">
                  <c:v>0.4366236986</c:v>
                </c:pt>
                <c:pt idx="1269">
                  <c:v>0.4279776428</c:v>
                </c:pt>
                <c:pt idx="1270">
                  <c:v>0.41465174300000002</c:v>
                </c:pt>
                <c:pt idx="1271">
                  <c:v>0.42518256809999999</c:v>
                </c:pt>
                <c:pt idx="1272">
                  <c:v>0.4300078423</c:v>
                </c:pt>
                <c:pt idx="1273">
                  <c:v>0.40925524050000001</c:v>
                </c:pt>
                <c:pt idx="1274">
                  <c:v>0.37489231039999998</c:v>
                </c:pt>
                <c:pt idx="1275">
                  <c:v>0.31335187069999998</c:v>
                </c:pt>
                <c:pt idx="1276">
                  <c:v>0.22937198080000001</c:v>
                </c:pt>
                <c:pt idx="1277">
                  <c:v>0.16777170059999999</c:v>
                </c:pt>
                <c:pt idx="1278">
                  <c:v>0.1152233736</c:v>
                </c:pt>
                <c:pt idx="1279">
                  <c:v>6.22798585E-2</c:v>
                </c:pt>
                <c:pt idx="1280">
                  <c:v>2.4105971300000001E-2</c:v>
                </c:pt>
                <c:pt idx="1281">
                  <c:v>-5.1870194999999999E-3</c:v>
                </c:pt>
                <c:pt idx="1282">
                  <c:v>-4.3674103300000003E-2</c:v>
                </c:pt>
                <c:pt idx="1283">
                  <c:v>-6.4470127500000002E-2</c:v>
                </c:pt>
                <c:pt idx="1284">
                  <c:v>-4.6105832899999998E-2</c:v>
                </c:pt>
                <c:pt idx="1285">
                  <c:v>1.33832412E-2</c:v>
                </c:pt>
                <c:pt idx="1286">
                  <c:v>4.4293818899999997E-2</c:v>
                </c:pt>
                <c:pt idx="1287">
                  <c:v>5.2195589299999998E-2</c:v>
                </c:pt>
                <c:pt idx="1288">
                  <c:v>3.8016349900000003E-2</c:v>
                </c:pt>
                <c:pt idx="1289">
                  <c:v>7.6272802999999998E-3</c:v>
                </c:pt>
                <c:pt idx="1290">
                  <c:v>1.4770973E-2</c:v>
                </c:pt>
                <c:pt idx="1291">
                  <c:v>3.0877029999999998E-3</c:v>
                </c:pt>
                <c:pt idx="1292">
                  <c:v>-2.6772671500000001E-2</c:v>
                </c:pt>
                <c:pt idx="1293">
                  <c:v>-6.4729710400000001E-2</c:v>
                </c:pt>
                <c:pt idx="1294">
                  <c:v>-5.40003306E-2</c:v>
                </c:pt>
                <c:pt idx="1295">
                  <c:v>-5.1871031099999999E-2</c:v>
                </c:pt>
                <c:pt idx="1296">
                  <c:v>2.33217748E-2</c:v>
                </c:pt>
                <c:pt idx="1297">
                  <c:v>9.6743653499999999E-2</c:v>
                </c:pt>
                <c:pt idx="1298">
                  <c:v>0.13681965400000001</c:v>
                </c:pt>
                <c:pt idx="1299">
                  <c:v>0.16506239640000001</c:v>
                </c:pt>
                <c:pt idx="1300">
                  <c:v>0.19750963990000001</c:v>
                </c:pt>
                <c:pt idx="1301">
                  <c:v>0.2478818478</c:v>
                </c:pt>
                <c:pt idx="1302">
                  <c:v>0.27612985960000003</c:v>
                </c:pt>
                <c:pt idx="1303">
                  <c:v>0.30832955379999999</c:v>
                </c:pt>
                <c:pt idx="1304">
                  <c:v>0.3288130568</c:v>
                </c:pt>
                <c:pt idx="1305">
                  <c:v>0.34983252129999998</c:v>
                </c:pt>
                <c:pt idx="1306">
                  <c:v>0.3831217375</c:v>
                </c:pt>
                <c:pt idx="1307">
                  <c:v>0.38775128489999999</c:v>
                </c:pt>
                <c:pt idx="1308">
                  <c:v>0.39444682170000001</c:v>
                </c:pt>
                <c:pt idx="1309">
                  <c:v>0.378213886</c:v>
                </c:pt>
                <c:pt idx="1310">
                  <c:v>0.40454658430000001</c:v>
                </c:pt>
                <c:pt idx="1311">
                  <c:v>0.39076683239999999</c:v>
                </c:pt>
                <c:pt idx="1312">
                  <c:v>0.38503942200000002</c:v>
                </c:pt>
                <c:pt idx="1313">
                  <c:v>0.3991169121</c:v>
                </c:pt>
                <c:pt idx="1314">
                  <c:v>0.41410210790000002</c:v>
                </c:pt>
                <c:pt idx="1315">
                  <c:v>0.40854887210000002</c:v>
                </c:pt>
                <c:pt idx="1316">
                  <c:v>0.41819590890000002</c:v>
                </c:pt>
                <c:pt idx="1317">
                  <c:v>0.39241681439999998</c:v>
                </c:pt>
                <c:pt idx="1318">
                  <c:v>0.37103951439999999</c:v>
                </c:pt>
                <c:pt idx="1319">
                  <c:v>0.36503701150000001</c:v>
                </c:pt>
                <c:pt idx="1320">
                  <c:v>0.35715316889999998</c:v>
                </c:pt>
                <c:pt idx="1321">
                  <c:v>0.33322792979999999</c:v>
                </c:pt>
                <c:pt idx="1322">
                  <c:v>0.27658753539999997</c:v>
                </c:pt>
                <c:pt idx="1323">
                  <c:v>0.27358562949999998</c:v>
                </c:pt>
                <c:pt idx="1324">
                  <c:v>0.27161798609999999</c:v>
                </c:pt>
                <c:pt idx="1325">
                  <c:v>0.2384564666</c:v>
                </c:pt>
                <c:pt idx="1326">
                  <c:v>0.22617091950000001</c:v>
                </c:pt>
                <c:pt idx="1327">
                  <c:v>0.17153673920000001</c:v>
                </c:pt>
                <c:pt idx="1328">
                  <c:v>0.14515546069999999</c:v>
                </c:pt>
                <c:pt idx="1329">
                  <c:v>0.1076934827</c:v>
                </c:pt>
                <c:pt idx="1330">
                  <c:v>9.27033996E-2</c:v>
                </c:pt>
                <c:pt idx="1331">
                  <c:v>0.1080055707</c:v>
                </c:pt>
                <c:pt idx="1332">
                  <c:v>0.1470186913</c:v>
                </c:pt>
                <c:pt idx="1333">
                  <c:v>0.1089460904</c:v>
                </c:pt>
                <c:pt idx="1334">
                  <c:v>7.01200612E-2</c:v>
                </c:pt>
                <c:pt idx="1335">
                  <c:v>4.2785104400000003E-2</c:v>
                </c:pt>
                <c:pt idx="1336">
                  <c:v>3.2880298199999998E-2</c:v>
                </c:pt>
                <c:pt idx="1337">
                  <c:v>1.7957105099999999E-2</c:v>
                </c:pt>
                <c:pt idx="1338">
                  <c:v>8.0334528000000002E-3</c:v>
                </c:pt>
                <c:pt idx="1339">
                  <c:v>-2.9101309299999999E-2</c:v>
                </c:pt>
                <c:pt idx="1340">
                  <c:v>-4.4057382300000003E-2</c:v>
                </c:pt>
                <c:pt idx="1341">
                  <c:v>-5.0785399600000003E-2</c:v>
                </c:pt>
                <c:pt idx="1342">
                  <c:v>-4.1910035900000003E-2</c:v>
                </c:pt>
                <c:pt idx="1343">
                  <c:v>-1.8298658900000001E-2</c:v>
                </c:pt>
                <c:pt idx="1344">
                  <c:v>-1.8707650700000002E-2</c:v>
                </c:pt>
                <c:pt idx="1345">
                  <c:v>-4.9655930299999998E-2</c:v>
                </c:pt>
                <c:pt idx="1346">
                  <c:v>2.2313877700000002E-2</c:v>
                </c:pt>
                <c:pt idx="1347">
                  <c:v>5.3451149000000003E-2</c:v>
                </c:pt>
                <c:pt idx="1348">
                  <c:v>0.1116433042</c:v>
                </c:pt>
                <c:pt idx="1349">
                  <c:v>0.19007385239999999</c:v>
                </c:pt>
                <c:pt idx="1350">
                  <c:v>0.20784512520000001</c:v>
                </c:pt>
                <c:pt idx="1351">
                  <c:v>0.25824252089999999</c:v>
                </c:pt>
                <c:pt idx="1352">
                  <c:v>0.2449789396</c:v>
                </c:pt>
                <c:pt idx="1353">
                  <c:v>0.22150281729999999</c:v>
                </c:pt>
                <c:pt idx="1354">
                  <c:v>0.25245564910000001</c:v>
                </c:pt>
                <c:pt idx="1355">
                  <c:v>0.28705008199999998</c:v>
                </c:pt>
                <c:pt idx="1356">
                  <c:v>0.33757970259999998</c:v>
                </c:pt>
                <c:pt idx="1357">
                  <c:v>0.35321642190000002</c:v>
                </c:pt>
                <c:pt idx="1358">
                  <c:v>0.35229931590000002</c:v>
                </c:pt>
                <c:pt idx="1359">
                  <c:v>0.34762435120000001</c:v>
                </c:pt>
                <c:pt idx="1360">
                  <c:v>0.39189753430000002</c:v>
                </c:pt>
                <c:pt idx="1361">
                  <c:v>0.39916778050000001</c:v>
                </c:pt>
                <c:pt idx="1362">
                  <c:v>0.45416067989999998</c:v>
                </c:pt>
                <c:pt idx="1363">
                  <c:v>0.49789356379999999</c:v>
                </c:pt>
                <c:pt idx="1364">
                  <c:v>0.53290077199999997</c:v>
                </c:pt>
                <c:pt idx="1365">
                  <c:v>0.58104611120000005</c:v>
                </c:pt>
                <c:pt idx="1366">
                  <c:v>0.64397234209999998</c:v>
                </c:pt>
                <c:pt idx="1367">
                  <c:v>0.62456057509999996</c:v>
                </c:pt>
                <c:pt idx="1368">
                  <c:v>0.64042423820000005</c:v>
                </c:pt>
                <c:pt idx="1369">
                  <c:v>0.63952184850000005</c:v>
                </c:pt>
                <c:pt idx="1370">
                  <c:v>0.64041365790000004</c:v>
                </c:pt>
                <c:pt idx="1371">
                  <c:v>0.70966492400000003</c:v>
                </c:pt>
                <c:pt idx="1372">
                  <c:v>0.71565306139999996</c:v>
                </c:pt>
                <c:pt idx="1373">
                  <c:v>0.75114881020000002</c:v>
                </c:pt>
                <c:pt idx="1374">
                  <c:v>0.77095666630000004</c:v>
                </c:pt>
                <c:pt idx="1375">
                  <c:v>0.82269878829999998</c:v>
                </c:pt>
                <c:pt idx="1376">
                  <c:v>0.84679066739999997</c:v>
                </c:pt>
                <c:pt idx="1377">
                  <c:v>0.86981114920000002</c:v>
                </c:pt>
                <c:pt idx="1378">
                  <c:v>0.90796420580000003</c:v>
                </c:pt>
                <c:pt idx="1379">
                  <c:v>0.95511779510000006</c:v>
                </c:pt>
                <c:pt idx="1380">
                  <c:v>0.99166469229999998</c:v>
                </c:pt>
                <c:pt idx="1381">
                  <c:v>1.0288476439000001</c:v>
                </c:pt>
                <c:pt idx="1382">
                  <c:v>1.0718470183</c:v>
                </c:pt>
                <c:pt idx="1383">
                  <c:v>1.0588145859</c:v>
                </c:pt>
                <c:pt idx="1384">
                  <c:v>1.0776655163</c:v>
                </c:pt>
                <c:pt idx="1385">
                  <c:v>1.1056798731999999</c:v>
                </c:pt>
                <c:pt idx="1386">
                  <c:v>1.0711879905999999</c:v>
                </c:pt>
                <c:pt idx="1387">
                  <c:v>1.0462472523999999</c:v>
                </c:pt>
                <c:pt idx="1388">
                  <c:v>1.0479051825000001</c:v>
                </c:pt>
                <c:pt idx="1389">
                  <c:v>1.0349933093000001</c:v>
                </c:pt>
                <c:pt idx="1390">
                  <c:v>1.0376740905999999</c:v>
                </c:pt>
                <c:pt idx="1391">
                  <c:v>1.0024558846</c:v>
                </c:pt>
                <c:pt idx="1392">
                  <c:v>0.97155421860000002</c:v>
                </c:pt>
                <c:pt idx="1393">
                  <c:v>0.95829683740000005</c:v>
                </c:pt>
                <c:pt idx="1394">
                  <c:v>0.92285922389999997</c:v>
                </c:pt>
                <c:pt idx="1395">
                  <c:v>0.90464141789999997</c:v>
                </c:pt>
                <c:pt idx="1396">
                  <c:v>0.87377266919999996</c:v>
                </c:pt>
                <c:pt idx="1397">
                  <c:v>0.86612901799999997</c:v>
                </c:pt>
                <c:pt idx="1398">
                  <c:v>0.82077374849999996</c:v>
                </c:pt>
                <c:pt idx="1399">
                  <c:v>0.78841051409999996</c:v>
                </c:pt>
                <c:pt idx="1400">
                  <c:v>0.76221500109999996</c:v>
                </c:pt>
                <c:pt idx="1401">
                  <c:v>0.76569532039999999</c:v>
                </c:pt>
                <c:pt idx="1402">
                  <c:v>0.78273745120000005</c:v>
                </c:pt>
                <c:pt idx="1403">
                  <c:v>0.79025113410000003</c:v>
                </c:pt>
                <c:pt idx="1404">
                  <c:v>0.81318065799999995</c:v>
                </c:pt>
                <c:pt idx="1405">
                  <c:v>0.82228358310000005</c:v>
                </c:pt>
                <c:pt idx="1406">
                  <c:v>0.81855291259999996</c:v>
                </c:pt>
                <c:pt idx="1407">
                  <c:v>0.86634209760000003</c:v>
                </c:pt>
                <c:pt idx="1408">
                  <c:v>0.92656325539999995</c:v>
                </c:pt>
                <c:pt idx="1409">
                  <c:v>1.0120403818999999</c:v>
                </c:pt>
                <c:pt idx="1410">
                  <c:v>1.1060756795</c:v>
                </c:pt>
                <c:pt idx="1411">
                  <c:v>1.1633196313</c:v>
                </c:pt>
                <c:pt idx="1412">
                  <c:v>1.2191782038000001</c:v>
                </c:pt>
                <c:pt idx="1413">
                  <c:v>1.2457039398</c:v>
                </c:pt>
                <c:pt idx="1414">
                  <c:v>1.2963091064000001</c:v>
                </c:pt>
                <c:pt idx="1415">
                  <c:v>1.3429704217</c:v>
                </c:pt>
                <c:pt idx="1416">
                  <c:v>1.3671684013000001</c:v>
                </c:pt>
                <c:pt idx="1417">
                  <c:v>1.3803287589</c:v>
                </c:pt>
                <c:pt idx="1418">
                  <c:v>1.3776900490999999</c:v>
                </c:pt>
                <c:pt idx="1419">
                  <c:v>1.3909038168000001</c:v>
                </c:pt>
                <c:pt idx="1420">
                  <c:v>1.3812032261</c:v>
                </c:pt>
                <c:pt idx="1421">
                  <c:v>1.3888196275</c:v>
                </c:pt>
                <c:pt idx="1422">
                  <c:v>1.3851542701999999</c:v>
                </c:pt>
                <c:pt idx="1423">
                  <c:v>1.3607379086</c:v>
                </c:pt>
                <c:pt idx="1424">
                  <c:v>1.3526691145</c:v>
                </c:pt>
                <c:pt idx="1425">
                  <c:v>1.3352127307999999</c:v>
                </c:pt>
                <c:pt idx="1426">
                  <c:v>1.2895841753999999</c:v>
                </c:pt>
                <c:pt idx="1427">
                  <c:v>1.2481147254</c:v>
                </c:pt>
                <c:pt idx="1428">
                  <c:v>1.1843971391000001</c:v>
                </c:pt>
                <c:pt idx="1429">
                  <c:v>1.109776256</c:v>
                </c:pt>
                <c:pt idx="1430">
                  <c:v>0.99241260570000001</c:v>
                </c:pt>
                <c:pt idx="1431">
                  <c:v>0.87729813560000003</c:v>
                </c:pt>
                <c:pt idx="1432">
                  <c:v>0.78538612269999997</c:v>
                </c:pt>
                <c:pt idx="1433">
                  <c:v>0.67678054509999996</c:v>
                </c:pt>
                <c:pt idx="1434">
                  <c:v>0.58839446880000001</c:v>
                </c:pt>
                <c:pt idx="1435">
                  <c:v>0.48691692450000001</c:v>
                </c:pt>
                <c:pt idx="1436">
                  <c:v>0.39201354589999998</c:v>
                </c:pt>
                <c:pt idx="1437">
                  <c:v>0.32371366730000001</c:v>
                </c:pt>
                <c:pt idx="1438">
                  <c:v>0.28960218589999998</c:v>
                </c:pt>
                <c:pt idx="1439">
                  <c:v>0.27741994759999999</c:v>
                </c:pt>
                <c:pt idx="1440">
                  <c:v>0.25953267149999998</c:v>
                </c:pt>
                <c:pt idx="1441">
                  <c:v>0.2402698982</c:v>
                </c:pt>
                <c:pt idx="1442">
                  <c:v>0.1996195845</c:v>
                </c:pt>
                <c:pt idx="1443">
                  <c:v>0.14524336190000001</c:v>
                </c:pt>
                <c:pt idx="1444">
                  <c:v>0.1013980149</c:v>
                </c:pt>
                <c:pt idx="1445">
                  <c:v>5.1905314799999998E-2</c:v>
                </c:pt>
                <c:pt idx="1446">
                  <c:v>1.50953574E-2</c:v>
                </c:pt>
                <c:pt idx="1447">
                  <c:v>1.2222436099999999E-2</c:v>
                </c:pt>
                <c:pt idx="1448">
                  <c:v>1.9395924799999999E-2</c:v>
                </c:pt>
                <c:pt idx="1449">
                  <c:v>4.5220907999999997E-2</c:v>
                </c:pt>
                <c:pt idx="1450">
                  <c:v>4.9320925799999998E-2</c:v>
                </c:pt>
                <c:pt idx="1451">
                  <c:v>7.4930664999999994E-2</c:v>
                </c:pt>
                <c:pt idx="1452">
                  <c:v>8.2974185800000003E-2</c:v>
                </c:pt>
                <c:pt idx="1453">
                  <c:v>9.6602204400000002E-2</c:v>
                </c:pt>
                <c:pt idx="1454">
                  <c:v>0.1317643107</c:v>
                </c:pt>
                <c:pt idx="1455">
                  <c:v>0.19631287180000001</c:v>
                </c:pt>
                <c:pt idx="1456">
                  <c:v>0.2446529489</c:v>
                </c:pt>
                <c:pt idx="1457">
                  <c:v>0.2843735141</c:v>
                </c:pt>
                <c:pt idx="1458">
                  <c:v>0.3204925052</c:v>
                </c:pt>
                <c:pt idx="1459">
                  <c:v>0.34445209329999998</c:v>
                </c:pt>
                <c:pt idx="1460">
                  <c:v>0.37790415640000002</c:v>
                </c:pt>
                <c:pt idx="1461">
                  <c:v>0.43773105089999997</c:v>
                </c:pt>
                <c:pt idx="1462">
                  <c:v>0.51846368170000001</c:v>
                </c:pt>
                <c:pt idx="1463">
                  <c:v>0.60873803069999999</c:v>
                </c:pt>
                <c:pt idx="1464">
                  <c:v>0.69502145810000004</c:v>
                </c:pt>
                <c:pt idx="1465">
                  <c:v>0.78470443999999995</c:v>
                </c:pt>
                <c:pt idx="1466">
                  <c:v>0.86575434409999996</c:v>
                </c:pt>
                <c:pt idx="1467">
                  <c:v>0.94938260129999996</c:v>
                </c:pt>
                <c:pt idx="1468">
                  <c:v>0.98964976839999996</c:v>
                </c:pt>
                <c:pt idx="1469">
                  <c:v>0.99862964340000004</c:v>
                </c:pt>
                <c:pt idx="1470">
                  <c:v>0.98777940350000004</c:v>
                </c:pt>
                <c:pt idx="1471">
                  <c:v>0.98641893820000004</c:v>
                </c:pt>
                <c:pt idx="1472">
                  <c:v>0.96933968020000005</c:v>
                </c:pt>
                <c:pt idx="1473">
                  <c:v>0.93090978469999996</c:v>
                </c:pt>
                <c:pt idx="1474">
                  <c:v>0.90158488049999996</c:v>
                </c:pt>
                <c:pt idx="1475">
                  <c:v>0.90750028419999995</c:v>
                </c:pt>
                <c:pt idx="1476">
                  <c:v>0.90285661589999999</c:v>
                </c:pt>
                <c:pt idx="1477">
                  <c:v>0.89400698739999995</c:v>
                </c:pt>
                <c:pt idx="1478">
                  <c:v>0.88473726900000005</c:v>
                </c:pt>
                <c:pt idx="1479">
                  <c:v>0.91406011529999998</c:v>
                </c:pt>
                <c:pt idx="1480">
                  <c:v>0.89495867240000004</c:v>
                </c:pt>
                <c:pt idx="1481">
                  <c:v>0.86098203620000002</c:v>
                </c:pt>
                <c:pt idx="1482">
                  <c:v>0.82817643750000003</c:v>
                </c:pt>
                <c:pt idx="1483">
                  <c:v>0.7795630764</c:v>
                </c:pt>
                <c:pt idx="1484">
                  <c:v>0.74379099390000003</c:v>
                </c:pt>
                <c:pt idx="1485">
                  <c:v>0.71066200329999996</c:v>
                </c:pt>
                <c:pt idx="1486">
                  <c:v>0.66960517990000001</c:v>
                </c:pt>
                <c:pt idx="1487">
                  <c:v>0.630159947</c:v>
                </c:pt>
                <c:pt idx="1488">
                  <c:v>0.60537788250000002</c:v>
                </c:pt>
                <c:pt idx="1489">
                  <c:v>0.5903704206</c:v>
                </c:pt>
                <c:pt idx="1490">
                  <c:v>0.577043796</c:v>
                </c:pt>
                <c:pt idx="1491">
                  <c:v>0.58160503490000004</c:v>
                </c:pt>
                <c:pt idx="1492">
                  <c:v>0.56092393500000004</c:v>
                </c:pt>
                <c:pt idx="1493">
                  <c:v>0.55265947069999999</c:v>
                </c:pt>
                <c:pt idx="1494">
                  <c:v>0.55855832120000004</c:v>
                </c:pt>
                <c:pt idx="1495">
                  <c:v>0.53699635970000004</c:v>
                </c:pt>
                <c:pt idx="1496">
                  <c:v>0.48919126029999999</c:v>
                </c:pt>
                <c:pt idx="1497">
                  <c:v>0.4422504055</c:v>
                </c:pt>
                <c:pt idx="1498">
                  <c:v>0.42235074989999999</c:v>
                </c:pt>
                <c:pt idx="1499">
                  <c:v>0.4123099704</c:v>
                </c:pt>
                <c:pt idx="1500">
                  <c:v>0.35127281830000001</c:v>
                </c:pt>
                <c:pt idx="1501">
                  <c:v>0.35023971990000002</c:v>
                </c:pt>
                <c:pt idx="1502">
                  <c:v>0.37136427379999998</c:v>
                </c:pt>
                <c:pt idx="1503">
                  <c:v>0.39424595950000002</c:v>
                </c:pt>
                <c:pt idx="1504">
                  <c:v>0.39216218209999998</c:v>
                </c:pt>
                <c:pt idx="1505">
                  <c:v>0.34569709250000002</c:v>
                </c:pt>
                <c:pt idx="1506">
                  <c:v>0.32394465569999997</c:v>
                </c:pt>
                <c:pt idx="1507">
                  <c:v>0.27933691799999999</c:v>
                </c:pt>
                <c:pt idx="1508">
                  <c:v>0.2612947913</c:v>
                </c:pt>
                <c:pt idx="1509">
                  <c:v>0.20046796559999999</c:v>
                </c:pt>
                <c:pt idx="1510">
                  <c:v>0.16061303869999999</c:v>
                </c:pt>
                <c:pt idx="1511">
                  <c:v>0.13477530879999999</c:v>
                </c:pt>
                <c:pt idx="1512">
                  <c:v>0.1082167607</c:v>
                </c:pt>
                <c:pt idx="1513">
                  <c:v>0.13868821379999999</c:v>
                </c:pt>
                <c:pt idx="1514">
                  <c:v>0.1475415075</c:v>
                </c:pt>
                <c:pt idx="1515">
                  <c:v>0.20757017620000001</c:v>
                </c:pt>
                <c:pt idx="1516">
                  <c:v>0.2262451496</c:v>
                </c:pt>
                <c:pt idx="1517">
                  <c:v>0.30948141779999999</c:v>
                </c:pt>
                <c:pt idx="1518">
                  <c:v>0.36086476350000002</c:v>
                </c:pt>
                <c:pt idx="1519">
                  <c:v>0.42739212469999999</c:v>
                </c:pt>
                <c:pt idx="1520">
                  <c:v>0.49399682960000002</c:v>
                </c:pt>
                <c:pt idx="1521">
                  <c:v>0.60407691929999996</c:v>
                </c:pt>
                <c:pt idx="1522">
                  <c:v>0.64784664169999995</c:v>
                </c:pt>
                <c:pt idx="1523">
                  <c:v>0.68198632219999999</c:v>
                </c:pt>
                <c:pt idx="1524">
                  <c:v>0.68993486069999999</c:v>
                </c:pt>
                <c:pt idx="1525">
                  <c:v>0.72906655840000001</c:v>
                </c:pt>
                <c:pt idx="1526">
                  <c:v>0.79077042679999998</c:v>
                </c:pt>
                <c:pt idx="1527">
                  <c:v>0.81927873520000005</c:v>
                </c:pt>
                <c:pt idx="1528">
                  <c:v>0.87226050570000002</c:v>
                </c:pt>
                <c:pt idx="1529">
                  <c:v>0.87670640990000004</c:v>
                </c:pt>
                <c:pt idx="1530">
                  <c:v>0.91250351460000001</c:v>
                </c:pt>
                <c:pt idx="1531">
                  <c:v>0.93315353219999997</c:v>
                </c:pt>
                <c:pt idx="1532">
                  <c:v>0.98418581800000005</c:v>
                </c:pt>
                <c:pt idx="1533">
                  <c:v>1.0243045866</c:v>
                </c:pt>
                <c:pt idx="1534">
                  <c:v>1.0178466468</c:v>
                </c:pt>
                <c:pt idx="1535">
                  <c:v>1.0195545326</c:v>
                </c:pt>
                <c:pt idx="1536">
                  <c:v>0.95411195900000001</c:v>
                </c:pt>
                <c:pt idx="1537">
                  <c:v>0.92427217449999999</c:v>
                </c:pt>
                <c:pt idx="1538">
                  <c:v>0.83305210289999998</c:v>
                </c:pt>
                <c:pt idx="1539">
                  <c:v>0.77223890750000002</c:v>
                </c:pt>
                <c:pt idx="1540">
                  <c:v>0.68460940169999995</c:v>
                </c:pt>
                <c:pt idx="1541">
                  <c:v>0.59596884829999996</c:v>
                </c:pt>
                <c:pt idx="1542">
                  <c:v>0.49646275499999998</c:v>
                </c:pt>
                <c:pt idx="1543">
                  <c:v>0.44925478279999997</c:v>
                </c:pt>
                <c:pt idx="1544">
                  <c:v>0.41678777169999998</c:v>
                </c:pt>
                <c:pt idx="1545">
                  <c:v>0.39474942280000003</c:v>
                </c:pt>
                <c:pt idx="1546">
                  <c:v>0.3806614405</c:v>
                </c:pt>
                <c:pt idx="1547">
                  <c:v>0.38291405010000001</c:v>
                </c:pt>
                <c:pt idx="1548">
                  <c:v>0.39879452650000002</c:v>
                </c:pt>
                <c:pt idx="1549">
                  <c:v>0.43039710479999999</c:v>
                </c:pt>
                <c:pt idx="1550">
                  <c:v>0.48777966509999998</c:v>
                </c:pt>
                <c:pt idx="1551">
                  <c:v>0.51544825189999999</c:v>
                </c:pt>
                <c:pt idx="1552">
                  <c:v>0.55540259579999995</c:v>
                </c:pt>
                <c:pt idx="1553">
                  <c:v>0.57677932720000002</c:v>
                </c:pt>
                <c:pt idx="1554">
                  <c:v>0.62346171299999997</c:v>
                </c:pt>
                <c:pt idx="1555">
                  <c:v>0.68974590280000003</c:v>
                </c:pt>
                <c:pt idx="1556">
                  <c:v>0.74263949360000003</c:v>
                </c:pt>
                <c:pt idx="1557">
                  <c:v>0.82420696329999998</c:v>
                </c:pt>
                <c:pt idx="1558">
                  <c:v>0.93016762419999999</c:v>
                </c:pt>
                <c:pt idx="1559">
                  <c:v>1.0511300669999999</c:v>
                </c:pt>
                <c:pt idx="1560">
                  <c:v>1.1456842708999999</c:v>
                </c:pt>
                <c:pt idx="1561">
                  <c:v>1.2466900005999999</c:v>
                </c:pt>
                <c:pt idx="1562">
                  <c:v>1.3486323657999999</c:v>
                </c:pt>
                <c:pt idx="1563">
                  <c:v>1.4356713030999999</c:v>
                </c:pt>
                <c:pt idx="1564">
                  <c:v>1.516784999</c:v>
                </c:pt>
                <c:pt idx="1565">
                  <c:v>1.5793461284999999</c:v>
                </c:pt>
                <c:pt idx="1566">
                  <c:v>1.6348842315000001</c:v>
                </c:pt>
                <c:pt idx="1567">
                  <c:v>1.6781326984</c:v>
                </c:pt>
                <c:pt idx="1568">
                  <c:v>1.7152925711</c:v>
                </c:pt>
                <c:pt idx="1569">
                  <c:v>1.7364062523999999</c:v>
                </c:pt>
                <c:pt idx="1570">
                  <c:v>1.7379404919999999</c:v>
                </c:pt>
                <c:pt idx="1571">
                  <c:v>1.7459014279</c:v>
                </c:pt>
                <c:pt idx="1572">
                  <c:v>1.7667461543</c:v>
                </c:pt>
                <c:pt idx="1573">
                  <c:v>1.7864958835</c:v>
                </c:pt>
                <c:pt idx="1574">
                  <c:v>1.7889159115</c:v>
                </c:pt>
                <c:pt idx="1575">
                  <c:v>1.7745754545000001</c:v>
                </c:pt>
                <c:pt idx="1576">
                  <c:v>1.7654641599000001</c:v>
                </c:pt>
                <c:pt idx="1577">
                  <c:v>1.7612964441000001</c:v>
                </c:pt>
                <c:pt idx="1578">
                  <c:v>1.7878538510999999</c:v>
                </c:pt>
                <c:pt idx="1579">
                  <c:v>1.780964083</c:v>
                </c:pt>
                <c:pt idx="1580">
                  <c:v>1.7360672791</c:v>
                </c:pt>
                <c:pt idx="1581">
                  <c:v>1.7077095267</c:v>
                </c:pt>
                <c:pt idx="1582">
                  <c:v>1.6831667108999999</c:v>
                </c:pt>
                <c:pt idx="1583">
                  <c:v>1.635987917</c:v>
                </c:pt>
                <c:pt idx="1584">
                  <c:v>1.5796275285000001</c:v>
                </c:pt>
                <c:pt idx="1585">
                  <c:v>1.5342950233999999</c:v>
                </c:pt>
                <c:pt idx="1586">
                  <c:v>1.4933505051</c:v>
                </c:pt>
                <c:pt idx="1587">
                  <c:v>1.4371097047000001</c:v>
                </c:pt>
                <c:pt idx="1588">
                  <c:v>1.3622341521000001</c:v>
                </c:pt>
                <c:pt idx="1589">
                  <c:v>1.2779048411</c:v>
                </c:pt>
                <c:pt idx="1590">
                  <c:v>1.1893226069</c:v>
                </c:pt>
                <c:pt idx="1591">
                  <c:v>1.0847351924999999</c:v>
                </c:pt>
                <c:pt idx="1592">
                  <c:v>0.97743843929999996</c:v>
                </c:pt>
                <c:pt idx="1593">
                  <c:v>0.86752610809999997</c:v>
                </c:pt>
                <c:pt idx="1594">
                  <c:v>0.77260621500000004</c:v>
                </c:pt>
                <c:pt idx="1595">
                  <c:v>0.69841625190000001</c:v>
                </c:pt>
                <c:pt idx="1596">
                  <c:v>0.63319275249999996</c:v>
                </c:pt>
                <c:pt idx="1597">
                  <c:v>0.55142638200000005</c:v>
                </c:pt>
                <c:pt idx="1598">
                  <c:v>0.47615057129999999</c:v>
                </c:pt>
                <c:pt idx="1599">
                  <c:v>0.356585822</c:v>
                </c:pt>
                <c:pt idx="1600">
                  <c:v>0.2637273376</c:v>
                </c:pt>
                <c:pt idx="1601">
                  <c:v>0.21295517689999999</c:v>
                </c:pt>
                <c:pt idx="1602">
                  <c:v>0.21190730369999999</c:v>
                </c:pt>
                <c:pt idx="1603">
                  <c:v>0.18241947419999999</c:v>
                </c:pt>
                <c:pt idx="1604">
                  <c:v>0.16163134179999999</c:v>
                </c:pt>
                <c:pt idx="1605">
                  <c:v>0.1811164223</c:v>
                </c:pt>
                <c:pt idx="1606">
                  <c:v>0.17397167120000001</c:v>
                </c:pt>
                <c:pt idx="1607">
                  <c:v>0.1420218942</c:v>
                </c:pt>
                <c:pt idx="1608">
                  <c:v>0.12725189370000001</c:v>
                </c:pt>
                <c:pt idx="1609">
                  <c:v>0.12763020310000001</c:v>
                </c:pt>
                <c:pt idx="1610">
                  <c:v>0.14476529190000001</c:v>
                </c:pt>
                <c:pt idx="1611">
                  <c:v>0.1723364134</c:v>
                </c:pt>
                <c:pt idx="1612">
                  <c:v>0.2303497279</c:v>
                </c:pt>
                <c:pt idx="1613">
                  <c:v>0.28161940530000001</c:v>
                </c:pt>
                <c:pt idx="1614">
                  <c:v>0.33656928390000002</c:v>
                </c:pt>
                <c:pt idx="1615">
                  <c:v>0.37915043250000002</c:v>
                </c:pt>
                <c:pt idx="1616">
                  <c:v>0.43154860760000002</c:v>
                </c:pt>
                <c:pt idx="1617">
                  <c:v>0.47361953509999999</c:v>
                </c:pt>
                <c:pt idx="1618">
                  <c:v>0.5275658687</c:v>
                </c:pt>
                <c:pt idx="1619">
                  <c:v>0.56451570900000003</c:v>
                </c:pt>
                <c:pt idx="1620">
                  <c:v>0.6200551835</c:v>
                </c:pt>
                <c:pt idx="1621">
                  <c:v>0.68715289209999997</c:v>
                </c:pt>
                <c:pt idx="1622">
                  <c:v>0.74148780120000002</c:v>
                </c:pt>
                <c:pt idx="1623">
                  <c:v>0.73775210199999997</c:v>
                </c:pt>
                <c:pt idx="1624">
                  <c:v>0.77684223649999995</c:v>
                </c:pt>
                <c:pt idx="1625">
                  <c:v>0.80240970519999999</c:v>
                </c:pt>
                <c:pt idx="1626">
                  <c:v>0.79461198649999998</c:v>
                </c:pt>
                <c:pt idx="1627">
                  <c:v>0.81214487179999995</c:v>
                </c:pt>
                <c:pt idx="1628">
                  <c:v>0.84654144099999995</c:v>
                </c:pt>
                <c:pt idx="1629">
                  <c:v>0.86612906499999998</c:v>
                </c:pt>
                <c:pt idx="1630">
                  <c:v>0.88673080709999996</c:v>
                </c:pt>
                <c:pt idx="1631">
                  <c:v>0.89029389780000001</c:v>
                </c:pt>
                <c:pt idx="1632">
                  <c:v>0.90210533370000001</c:v>
                </c:pt>
                <c:pt idx="1633">
                  <c:v>0.91115448379999997</c:v>
                </c:pt>
                <c:pt idx="1634">
                  <c:v>0.91835986540000003</c:v>
                </c:pt>
                <c:pt idx="1635">
                  <c:v>0.91528878920000001</c:v>
                </c:pt>
                <c:pt idx="1636">
                  <c:v>0.91210715080000004</c:v>
                </c:pt>
                <c:pt idx="1637">
                  <c:v>0.88383185710000001</c:v>
                </c:pt>
                <c:pt idx="1638">
                  <c:v>0.86895436100000001</c:v>
                </c:pt>
                <c:pt idx="1639">
                  <c:v>0.84822008520000003</c:v>
                </c:pt>
                <c:pt idx="1640">
                  <c:v>0.83123082420000005</c:v>
                </c:pt>
                <c:pt idx="1641">
                  <c:v>0.83158519440000001</c:v>
                </c:pt>
                <c:pt idx="1642">
                  <c:v>0.82756204769999997</c:v>
                </c:pt>
                <c:pt idx="1643">
                  <c:v>0.82103893750000001</c:v>
                </c:pt>
                <c:pt idx="1644">
                  <c:v>0.82262595729999999</c:v>
                </c:pt>
                <c:pt idx="1645">
                  <c:v>0.8126325875</c:v>
                </c:pt>
                <c:pt idx="1646">
                  <c:v>0.80385112759999999</c:v>
                </c:pt>
                <c:pt idx="1647">
                  <c:v>0.80679892880000004</c:v>
                </c:pt>
                <c:pt idx="1648">
                  <c:v>0.81067871800000002</c:v>
                </c:pt>
                <c:pt idx="1649">
                  <c:v>0.82237509799999997</c:v>
                </c:pt>
                <c:pt idx="1650">
                  <c:v>0.83977998760000006</c:v>
                </c:pt>
                <c:pt idx="1651">
                  <c:v>0.84567541180000005</c:v>
                </c:pt>
                <c:pt idx="1652">
                  <c:v>0.8596336121</c:v>
                </c:pt>
                <c:pt idx="1653">
                  <c:v>0.87070497820000003</c:v>
                </c:pt>
                <c:pt idx="1654">
                  <c:v>0.89399812479999996</c:v>
                </c:pt>
                <c:pt idx="1655">
                  <c:v>0.93935359510000005</c:v>
                </c:pt>
                <c:pt idx="1656">
                  <c:v>0.96720782579999998</c:v>
                </c:pt>
                <c:pt idx="1657">
                  <c:v>1.0025895713999999</c:v>
                </c:pt>
                <c:pt idx="1658">
                  <c:v>1.0470346864</c:v>
                </c:pt>
                <c:pt idx="1659">
                  <c:v>1.0602095519000001</c:v>
                </c:pt>
                <c:pt idx="1660">
                  <c:v>1.1015472710000001</c:v>
                </c:pt>
                <c:pt idx="1661">
                  <c:v>1.1579522636999999</c:v>
                </c:pt>
                <c:pt idx="1662">
                  <c:v>1.1976618315000001</c:v>
                </c:pt>
                <c:pt idx="1663">
                  <c:v>1.2264849078</c:v>
                </c:pt>
                <c:pt idx="1664">
                  <c:v>1.2601968320000001</c:v>
                </c:pt>
                <c:pt idx="1665">
                  <c:v>1.2864471089</c:v>
                </c:pt>
                <c:pt idx="1666">
                  <c:v>1.3280337008</c:v>
                </c:pt>
                <c:pt idx="1667">
                  <c:v>1.3869175026</c:v>
                </c:pt>
                <c:pt idx="1668">
                  <c:v>1.4276283212</c:v>
                </c:pt>
                <c:pt idx="1669">
                  <c:v>1.457445557</c:v>
                </c:pt>
                <c:pt idx="1670">
                  <c:v>1.4588182104</c:v>
                </c:pt>
                <c:pt idx="1671">
                  <c:v>1.4703977663000001</c:v>
                </c:pt>
                <c:pt idx="1672">
                  <c:v>1.4881566094000001</c:v>
                </c:pt>
                <c:pt idx="1673">
                  <c:v>1.4988718832000001</c:v>
                </c:pt>
                <c:pt idx="1674">
                  <c:v>1.5209077408</c:v>
                </c:pt>
                <c:pt idx="1675">
                  <c:v>1.5012015395</c:v>
                </c:pt>
                <c:pt idx="1676">
                  <c:v>1.4651400737</c:v>
                </c:pt>
                <c:pt idx="1677">
                  <c:v>1.4526965382000001</c:v>
                </c:pt>
                <c:pt idx="1678">
                  <c:v>1.4283050228</c:v>
                </c:pt>
                <c:pt idx="1679">
                  <c:v>1.4069482999</c:v>
                </c:pt>
                <c:pt idx="1680">
                  <c:v>1.4135862341000001</c:v>
                </c:pt>
                <c:pt idx="1681">
                  <c:v>1.4036502706</c:v>
                </c:pt>
                <c:pt idx="1682">
                  <c:v>1.3916488470999999</c:v>
                </c:pt>
                <c:pt idx="1683">
                  <c:v>1.3854842540000001</c:v>
                </c:pt>
                <c:pt idx="1684">
                  <c:v>1.3834954162999999</c:v>
                </c:pt>
                <c:pt idx="1685">
                  <c:v>1.3715356708999999</c:v>
                </c:pt>
                <c:pt idx="1686">
                  <c:v>1.3742166097999999</c:v>
                </c:pt>
                <c:pt idx="1687">
                  <c:v>1.3558443365999999</c:v>
                </c:pt>
                <c:pt idx="1688">
                  <c:v>1.3175153579000001</c:v>
                </c:pt>
                <c:pt idx="1689">
                  <c:v>1.2919767284999999</c:v>
                </c:pt>
                <c:pt idx="1690">
                  <c:v>1.2996424939</c:v>
                </c:pt>
                <c:pt idx="1691">
                  <c:v>1.3027983781000001</c:v>
                </c:pt>
                <c:pt idx="1692">
                  <c:v>1.3293056203</c:v>
                </c:pt>
                <c:pt idx="1693">
                  <c:v>1.3155027333</c:v>
                </c:pt>
                <c:pt idx="1694">
                  <c:v>1.2895253079</c:v>
                </c:pt>
                <c:pt idx="1695">
                  <c:v>1.2514027306</c:v>
                </c:pt>
                <c:pt idx="1696">
                  <c:v>1.2374124566</c:v>
                </c:pt>
                <c:pt idx="1697">
                  <c:v>1.2323480961</c:v>
                </c:pt>
                <c:pt idx="1698">
                  <c:v>1.2364978814000001</c:v>
                </c:pt>
                <c:pt idx="1699">
                  <c:v>1.2429667853999999</c:v>
                </c:pt>
                <c:pt idx="1700">
                  <c:v>1.223627851</c:v>
                </c:pt>
                <c:pt idx="1701">
                  <c:v>1.1893480447</c:v>
                </c:pt>
                <c:pt idx="1702">
                  <c:v>1.155811868</c:v>
                </c:pt>
                <c:pt idx="1703">
                  <c:v>1.1371883822</c:v>
                </c:pt>
                <c:pt idx="1704">
                  <c:v>1.0980117922999999</c:v>
                </c:pt>
                <c:pt idx="1705">
                  <c:v>1.0506864005000001</c:v>
                </c:pt>
                <c:pt idx="1706">
                  <c:v>1.035000725</c:v>
                </c:pt>
                <c:pt idx="1707">
                  <c:v>1.0144205536999999</c:v>
                </c:pt>
                <c:pt idx="1708">
                  <c:v>0.99277031289999995</c:v>
                </c:pt>
                <c:pt idx="1709">
                  <c:v>1.0325863125000001</c:v>
                </c:pt>
                <c:pt idx="1710">
                  <c:v>1.0702366531</c:v>
                </c:pt>
                <c:pt idx="1711">
                  <c:v>1.0731086303999999</c:v>
                </c:pt>
                <c:pt idx="1712">
                  <c:v>1.0693896941000001</c:v>
                </c:pt>
                <c:pt idx="1713">
                  <c:v>1.0310681116</c:v>
                </c:pt>
                <c:pt idx="1714">
                  <c:v>0.98505099490000003</c:v>
                </c:pt>
                <c:pt idx="1715">
                  <c:v>0.95343123230000004</c:v>
                </c:pt>
                <c:pt idx="1716">
                  <c:v>0.94284969360000004</c:v>
                </c:pt>
                <c:pt idx="1717">
                  <c:v>0.90424110089999998</c:v>
                </c:pt>
                <c:pt idx="1718">
                  <c:v>0.88200885279999997</c:v>
                </c:pt>
                <c:pt idx="1719">
                  <c:v>0.87052770889999997</c:v>
                </c:pt>
                <c:pt idx="1720">
                  <c:v>0.89638903120000002</c:v>
                </c:pt>
                <c:pt idx="1721">
                  <c:v>0.93835193049999999</c:v>
                </c:pt>
                <c:pt idx="1722">
                  <c:v>1.004423893</c:v>
                </c:pt>
                <c:pt idx="1723">
                  <c:v>1.0822914792</c:v>
                </c:pt>
                <c:pt idx="1724">
                  <c:v>1.1335048068</c:v>
                </c:pt>
                <c:pt idx="1725">
                  <c:v>1.1870055445000001</c:v>
                </c:pt>
                <c:pt idx="1726">
                  <c:v>1.2585883850999999</c:v>
                </c:pt>
                <c:pt idx="1727">
                  <c:v>1.3110563128999999</c:v>
                </c:pt>
                <c:pt idx="1728">
                  <c:v>1.3631530015</c:v>
                </c:pt>
                <c:pt idx="1729">
                  <c:v>1.4016693808</c:v>
                </c:pt>
                <c:pt idx="1730">
                  <c:v>1.3911414421999999</c:v>
                </c:pt>
                <c:pt idx="1731">
                  <c:v>1.3812557027000001</c:v>
                </c:pt>
                <c:pt idx="1732">
                  <c:v>1.3602498043</c:v>
                </c:pt>
                <c:pt idx="1733">
                  <c:v>1.3827013949</c:v>
                </c:pt>
                <c:pt idx="1734">
                  <c:v>1.3885649792999999</c:v>
                </c:pt>
                <c:pt idx="1735">
                  <c:v>1.4446965778</c:v>
                </c:pt>
                <c:pt idx="1736">
                  <c:v>1.5208267067000001</c:v>
                </c:pt>
                <c:pt idx="1737">
                  <c:v>1.5636887130999999</c:v>
                </c:pt>
                <c:pt idx="1738">
                  <c:v>1.5986394183999999</c:v>
                </c:pt>
                <c:pt idx="1739">
                  <c:v>1.5966287475000001</c:v>
                </c:pt>
                <c:pt idx="1740">
                  <c:v>1.5886586591</c:v>
                </c:pt>
                <c:pt idx="1741">
                  <c:v>1.5525875385000001</c:v>
                </c:pt>
                <c:pt idx="1742">
                  <c:v>1.5224620392999999</c:v>
                </c:pt>
                <c:pt idx="1743">
                  <c:v>1.5098055651</c:v>
                </c:pt>
                <c:pt idx="1744">
                  <c:v>1.498438355</c:v>
                </c:pt>
                <c:pt idx="1745">
                  <c:v>1.4951427304</c:v>
                </c:pt>
                <c:pt idx="1746">
                  <c:v>1.5207771279</c:v>
                </c:pt>
                <c:pt idx="1747">
                  <c:v>1.5088650343000001</c:v>
                </c:pt>
                <c:pt idx="1748">
                  <c:v>1.4821194518</c:v>
                </c:pt>
                <c:pt idx="1749">
                  <c:v>1.4373614719000001</c:v>
                </c:pt>
                <c:pt idx="1750">
                  <c:v>1.4124396294999999</c:v>
                </c:pt>
                <c:pt idx="1751">
                  <c:v>1.3970093479000001</c:v>
                </c:pt>
                <c:pt idx="1752">
                  <c:v>1.3789911955</c:v>
                </c:pt>
                <c:pt idx="1753">
                  <c:v>1.3825989564000001</c:v>
                </c:pt>
                <c:pt idx="1754">
                  <c:v>1.364781493</c:v>
                </c:pt>
                <c:pt idx="1755">
                  <c:v>1.3595096629000001</c:v>
                </c:pt>
                <c:pt idx="1756">
                  <c:v>1.3618748104</c:v>
                </c:pt>
                <c:pt idx="1757">
                  <c:v>1.3310979090999999</c:v>
                </c:pt>
                <c:pt idx="1758">
                  <c:v>1.3103651974999999</c:v>
                </c:pt>
                <c:pt idx="1759">
                  <c:v>1.3206710898</c:v>
                </c:pt>
                <c:pt idx="1760">
                  <c:v>1.3532473840000001</c:v>
                </c:pt>
                <c:pt idx="1761">
                  <c:v>1.3703619112000001</c:v>
                </c:pt>
                <c:pt idx="1762">
                  <c:v>1.34379059</c:v>
                </c:pt>
                <c:pt idx="1763">
                  <c:v>1.3213840518</c:v>
                </c:pt>
                <c:pt idx="1764">
                  <c:v>1.2649206816</c:v>
                </c:pt>
                <c:pt idx="1765">
                  <c:v>1.2091341076</c:v>
                </c:pt>
                <c:pt idx="1766">
                  <c:v>1.1703949655000001</c:v>
                </c:pt>
                <c:pt idx="1767">
                  <c:v>1.109216024</c:v>
                </c:pt>
                <c:pt idx="1768">
                  <c:v>1.0733059528</c:v>
                </c:pt>
                <c:pt idx="1769">
                  <c:v>1.0390678803</c:v>
                </c:pt>
                <c:pt idx="1770">
                  <c:v>0.99472488370000001</c:v>
                </c:pt>
                <c:pt idx="1771">
                  <c:v>0.96939154719999998</c:v>
                </c:pt>
                <c:pt idx="1772">
                  <c:v>0.91485174790000001</c:v>
                </c:pt>
                <c:pt idx="1773">
                  <c:v>0.84126142810000004</c:v>
                </c:pt>
                <c:pt idx="1774">
                  <c:v>0.76585099739999996</c:v>
                </c:pt>
                <c:pt idx="1775">
                  <c:v>0.73515473119999997</c:v>
                </c:pt>
                <c:pt idx="1776">
                  <c:v>0.71115634969999997</c:v>
                </c:pt>
                <c:pt idx="1777">
                  <c:v>0.66015329739999995</c:v>
                </c:pt>
                <c:pt idx="1778">
                  <c:v>0.62193930990000001</c:v>
                </c:pt>
                <c:pt idx="1779">
                  <c:v>0.57458071980000003</c:v>
                </c:pt>
                <c:pt idx="1780">
                  <c:v>0.54289504720000004</c:v>
                </c:pt>
                <c:pt idx="1781">
                  <c:v>0.50691083569999995</c:v>
                </c:pt>
                <c:pt idx="1782">
                  <c:v>0.4634087972</c:v>
                </c:pt>
                <c:pt idx="1783">
                  <c:v>0.45298628089999998</c:v>
                </c:pt>
                <c:pt idx="1784">
                  <c:v>0.44466255809999999</c:v>
                </c:pt>
                <c:pt idx="1785">
                  <c:v>0.45543331739999998</c:v>
                </c:pt>
                <c:pt idx="1786">
                  <c:v>0.47344118639999999</c:v>
                </c:pt>
                <c:pt idx="1787">
                  <c:v>0.46088787990000002</c:v>
                </c:pt>
                <c:pt idx="1788">
                  <c:v>0.42114969920000001</c:v>
                </c:pt>
                <c:pt idx="1789">
                  <c:v>0.3940017536</c:v>
                </c:pt>
                <c:pt idx="1790">
                  <c:v>0.37625618760000001</c:v>
                </c:pt>
                <c:pt idx="1791">
                  <c:v>0.35147639780000001</c:v>
                </c:pt>
                <c:pt idx="1792">
                  <c:v>0.29928066019999999</c:v>
                </c:pt>
                <c:pt idx="1793">
                  <c:v>0.2928285356</c:v>
                </c:pt>
                <c:pt idx="1794">
                  <c:v>0.30119644600000001</c:v>
                </c:pt>
                <c:pt idx="1795">
                  <c:v>0.29057479289999999</c:v>
                </c:pt>
                <c:pt idx="1796">
                  <c:v>0.2498346035</c:v>
                </c:pt>
                <c:pt idx="1797">
                  <c:v>0.20208900299999999</c:v>
                </c:pt>
                <c:pt idx="1798">
                  <c:v>0.1636900902</c:v>
                </c:pt>
                <c:pt idx="1799">
                  <c:v>0.1195308195</c:v>
                </c:pt>
                <c:pt idx="1800">
                  <c:v>0.1122684917</c:v>
                </c:pt>
                <c:pt idx="1801">
                  <c:v>0.11648615499999999</c:v>
                </c:pt>
                <c:pt idx="1802">
                  <c:v>0.1158181727</c:v>
                </c:pt>
                <c:pt idx="1803">
                  <c:v>0.15448966850000001</c:v>
                </c:pt>
                <c:pt idx="1804">
                  <c:v>0.1976304971</c:v>
                </c:pt>
                <c:pt idx="1805">
                  <c:v>0.20675615559999999</c:v>
                </c:pt>
                <c:pt idx="1806">
                  <c:v>0.1909855235</c:v>
                </c:pt>
                <c:pt idx="1807">
                  <c:v>0.1438290089</c:v>
                </c:pt>
                <c:pt idx="1808">
                  <c:v>0.1205370638</c:v>
                </c:pt>
                <c:pt idx="1809">
                  <c:v>9.8122810500000004E-2</c:v>
                </c:pt>
                <c:pt idx="1810">
                  <c:v>9.3463636700000005E-2</c:v>
                </c:pt>
                <c:pt idx="1811">
                  <c:v>8.4552021399999996E-2</c:v>
                </c:pt>
                <c:pt idx="1812">
                  <c:v>0.12654082359999999</c:v>
                </c:pt>
                <c:pt idx="1813">
                  <c:v>0.19614143149999999</c:v>
                </c:pt>
                <c:pt idx="1814">
                  <c:v>0.21873565480000001</c:v>
                </c:pt>
                <c:pt idx="1815">
                  <c:v>0.24321468760000001</c:v>
                </c:pt>
                <c:pt idx="1816">
                  <c:v>0.26982734790000001</c:v>
                </c:pt>
                <c:pt idx="1817">
                  <c:v>0.26329044499999998</c:v>
                </c:pt>
                <c:pt idx="1818">
                  <c:v>0.26444849970000001</c:v>
                </c:pt>
                <c:pt idx="1819">
                  <c:v>0.28674295890000001</c:v>
                </c:pt>
                <c:pt idx="1820">
                  <c:v>0.3080710726</c:v>
                </c:pt>
                <c:pt idx="1821">
                  <c:v>0.30654241580000002</c:v>
                </c:pt>
                <c:pt idx="1822">
                  <c:v>0.24550913120000001</c:v>
                </c:pt>
                <c:pt idx="1823">
                  <c:v>0.1959651798</c:v>
                </c:pt>
                <c:pt idx="1824">
                  <c:v>0.11157360869999999</c:v>
                </c:pt>
                <c:pt idx="1825">
                  <c:v>2.46727505E-2</c:v>
                </c:pt>
                <c:pt idx="1826">
                  <c:v>-4.2443544299999997E-2</c:v>
                </c:pt>
                <c:pt idx="1827">
                  <c:v>-9.7707747600000006E-2</c:v>
                </c:pt>
                <c:pt idx="1828">
                  <c:v>-0.13419957900000001</c:v>
                </c:pt>
                <c:pt idx="1829">
                  <c:v>-0.1878597984</c:v>
                </c:pt>
                <c:pt idx="1830">
                  <c:v>-0.2067430109</c:v>
                </c:pt>
                <c:pt idx="1831">
                  <c:v>-0.2350411691</c:v>
                </c:pt>
                <c:pt idx="1832">
                  <c:v>-0.26936421939999999</c:v>
                </c:pt>
                <c:pt idx="1833">
                  <c:v>-0.33093598639999999</c:v>
                </c:pt>
                <c:pt idx="1834">
                  <c:v>-0.41607358059999999</c:v>
                </c:pt>
                <c:pt idx="1835">
                  <c:v>-0.46101229989999998</c:v>
                </c:pt>
                <c:pt idx="1836">
                  <c:v>-0.49934004180000002</c:v>
                </c:pt>
                <c:pt idx="1837">
                  <c:v>-0.51857991800000003</c:v>
                </c:pt>
                <c:pt idx="1838">
                  <c:v>-0.47160914770000001</c:v>
                </c:pt>
                <c:pt idx="1839">
                  <c:v>-0.41822551899999999</c:v>
                </c:pt>
                <c:pt idx="1840">
                  <c:v>-0.35816107489999999</c:v>
                </c:pt>
                <c:pt idx="1841">
                  <c:v>-0.29771355630000002</c:v>
                </c:pt>
                <c:pt idx="1842">
                  <c:v>-0.24170590180000001</c:v>
                </c:pt>
                <c:pt idx="1843">
                  <c:v>-0.1246386952</c:v>
                </c:pt>
                <c:pt idx="1844">
                  <c:v>-3.7268817400000001E-2</c:v>
                </c:pt>
                <c:pt idx="1845">
                  <c:v>3.5651524800000001E-2</c:v>
                </c:pt>
                <c:pt idx="1846">
                  <c:v>0.1152648565</c:v>
                </c:pt>
                <c:pt idx="1847">
                  <c:v>0.19438588849999999</c:v>
                </c:pt>
                <c:pt idx="1848">
                  <c:v>0.28168975889999998</c:v>
                </c:pt>
                <c:pt idx="1849">
                  <c:v>0.34709948600000001</c:v>
                </c:pt>
                <c:pt idx="1850">
                  <c:v>0.45210310850000002</c:v>
                </c:pt>
                <c:pt idx="1851">
                  <c:v>0.54629094850000004</c:v>
                </c:pt>
                <c:pt idx="1852">
                  <c:v>0.62697121659999999</c:v>
                </c:pt>
                <c:pt idx="1853">
                  <c:v>0.70877466550000001</c:v>
                </c:pt>
                <c:pt idx="1854">
                  <c:v>0.79888187649999998</c:v>
                </c:pt>
                <c:pt idx="1855">
                  <c:v>0.87191303499999995</c:v>
                </c:pt>
                <c:pt idx="1856">
                  <c:v>0.94466648620000004</c:v>
                </c:pt>
                <c:pt idx="1857">
                  <c:v>0.99084882659999995</c:v>
                </c:pt>
                <c:pt idx="1858">
                  <c:v>1.0395770817000001</c:v>
                </c:pt>
                <c:pt idx="1859">
                  <c:v>1.0386812048</c:v>
                </c:pt>
                <c:pt idx="1860">
                  <c:v>1.0377690881999999</c:v>
                </c:pt>
                <c:pt idx="1861">
                  <c:v>1.0201864903</c:v>
                </c:pt>
                <c:pt idx="1862">
                  <c:v>1.0051612812999999</c:v>
                </c:pt>
                <c:pt idx="1863">
                  <c:v>0.97339176579999998</c:v>
                </c:pt>
                <c:pt idx="1864">
                  <c:v>0.92325727079999997</c:v>
                </c:pt>
                <c:pt idx="1865">
                  <c:v>0.89961941670000001</c:v>
                </c:pt>
                <c:pt idx="1866">
                  <c:v>0.91003633289999997</c:v>
                </c:pt>
                <c:pt idx="1867">
                  <c:v>0.91212435469999997</c:v>
                </c:pt>
                <c:pt idx="1868">
                  <c:v>0.89811566860000003</c:v>
                </c:pt>
                <c:pt idx="1869">
                  <c:v>0.87321175080000002</c:v>
                </c:pt>
                <c:pt idx="1870">
                  <c:v>0.85687956600000004</c:v>
                </c:pt>
                <c:pt idx="1871">
                  <c:v>0.82869477899999999</c:v>
                </c:pt>
                <c:pt idx="1872">
                  <c:v>0.81199918159999995</c:v>
                </c:pt>
                <c:pt idx="1873">
                  <c:v>0.80553259710000003</c:v>
                </c:pt>
                <c:pt idx="1874">
                  <c:v>0.80277814759999999</c:v>
                </c:pt>
                <c:pt idx="1875">
                  <c:v>0.79073880600000002</c:v>
                </c:pt>
                <c:pt idx="1876">
                  <c:v>0.79282215</c:v>
                </c:pt>
                <c:pt idx="1877">
                  <c:v>0.77669547000000005</c:v>
                </c:pt>
                <c:pt idx="1878">
                  <c:v>0.78574273510000003</c:v>
                </c:pt>
                <c:pt idx="1879">
                  <c:v>0.74673463240000004</c:v>
                </c:pt>
                <c:pt idx="1880">
                  <c:v>0.73670004249999999</c:v>
                </c:pt>
                <c:pt idx="1881">
                  <c:v>0.73207299889999999</c:v>
                </c:pt>
                <c:pt idx="1882">
                  <c:v>0.70284322070000005</c:v>
                </c:pt>
                <c:pt idx="1883">
                  <c:v>0.67097823820000002</c:v>
                </c:pt>
                <c:pt idx="1884">
                  <c:v>0.66229998509999999</c:v>
                </c:pt>
                <c:pt idx="1885">
                  <c:v>0.65037576210000003</c:v>
                </c:pt>
                <c:pt idx="1886">
                  <c:v>0.64400513049999997</c:v>
                </c:pt>
                <c:pt idx="1887">
                  <c:v>0.64439105510000005</c:v>
                </c:pt>
                <c:pt idx="1888">
                  <c:v>0.5978953293</c:v>
                </c:pt>
                <c:pt idx="1889">
                  <c:v>0.60123116460000003</c:v>
                </c:pt>
                <c:pt idx="1890">
                  <c:v>0.607862189</c:v>
                </c:pt>
                <c:pt idx="1891">
                  <c:v>0.61387633210000003</c:v>
                </c:pt>
                <c:pt idx="1892">
                  <c:v>0.58422606119999998</c:v>
                </c:pt>
                <c:pt idx="1893">
                  <c:v>0.57122364199999998</c:v>
                </c:pt>
                <c:pt idx="1894">
                  <c:v>0.51738573899999996</c:v>
                </c:pt>
                <c:pt idx="1895">
                  <c:v>0.43518519010000001</c:v>
                </c:pt>
                <c:pt idx="1896">
                  <c:v>0.36422904960000002</c:v>
                </c:pt>
                <c:pt idx="1897">
                  <c:v>0.34797863350000002</c:v>
                </c:pt>
                <c:pt idx="1898">
                  <c:v>0.32704711679999998</c:v>
                </c:pt>
                <c:pt idx="1899">
                  <c:v>0.28938035740000001</c:v>
                </c:pt>
                <c:pt idx="1900">
                  <c:v>0.30952375170000002</c:v>
                </c:pt>
                <c:pt idx="1901">
                  <c:v>0.31219619100000001</c:v>
                </c:pt>
                <c:pt idx="1902">
                  <c:v>0.3366434559</c:v>
                </c:pt>
                <c:pt idx="1903">
                  <c:v>0.33139088</c:v>
                </c:pt>
                <c:pt idx="1904">
                  <c:v>0.32946244149999998</c:v>
                </c:pt>
                <c:pt idx="1905">
                  <c:v>0.30227479489999998</c:v>
                </c:pt>
                <c:pt idx="1906">
                  <c:v>0.27260917680000002</c:v>
                </c:pt>
                <c:pt idx="1907">
                  <c:v>0.25266030820000002</c:v>
                </c:pt>
                <c:pt idx="1908">
                  <c:v>0.21959100040000001</c:v>
                </c:pt>
                <c:pt idx="1909">
                  <c:v>0.24624002280000001</c:v>
                </c:pt>
                <c:pt idx="1910">
                  <c:v>0.26432347830000003</c:v>
                </c:pt>
                <c:pt idx="1911">
                  <c:v>0.259457296</c:v>
                </c:pt>
                <c:pt idx="1912">
                  <c:v>0.27345253660000002</c:v>
                </c:pt>
                <c:pt idx="1913">
                  <c:v>0.30817082439999999</c:v>
                </c:pt>
                <c:pt idx="1914">
                  <c:v>0.32209843230000001</c:v>
                </c:pt>
                <c:pt idx="1915">
                  <c:v>0.35120780489999998</c:v>
                </c:pt>
                <c:pt idx="1916">
                  <c:v>0.41233141899999998</c:v>
                </c:pt>
                <c:pt idx="1917">
                  <c:v>0.4613833759</c:v>
                </c:pt>
                <c:pt idx="1918">
                  <c:v>0.44267818419999999</c:v>
                </c:pt>
                <c:pt idx="1919">
                  <c:v>0.44132703239999999</c:v>
                </c:pt>
                <c:pt idx="1920">
                  <c:v>0.42804861869999999</c:v>
                </c:pt>
                <c:pt idx="1921">
                  <c:v>0.38101027999999998</c:v>
                </c:pt>
                <c:pt idx="1922">
                  <c:v>0.31692103830000001</c:v>
                </c:pt>
                <c:pt idx="1923">
                  <c:v>0.23145084539999999</c:v>
                </c:pt>
                <c:pt idx="1924">
                  <c:v>0.1909257939</c:v>
                </c:pt>
                <c:pt idx="1925">
                  <c:v>0.13972939470000001</c:v>
                </c:pt>
                <c:pt idx="1926">
                  <c:v>0.1150650149</c:v>
                </c:pt>
                <c:pt idx="1927">
                  <c:v>6.1418160300000003E-2</c:v>
                </c:pt>
                <c:pt idx="1928">
                  <c:v>2.51296903E-2</c:v>
                </c:pt>
                <c:pt idx="1929">
                  <c:v>-2.3872870300000001E-2</c:v>
                </c:pt>
                <c:pt idx="1930">
                  <c:v>-0.10072663849999999</c:v>
                </c:pt>
                <c:pt idx="1931">
                  <c:v>-0.20540675280000001</c:v>
                </c:pt>
                <c:pt idx="1932">
                  <c:v>-0.30264387030000001</c:v>
                </c:pt>
                <c:pt idx="1933">
                  <c:v>-0.41874416390000002</c:v>
                </c:pt>
                <c:pt idx="1934">
                  <c:v>-0.5096427295</c:v>
                </c:pt>
                <c:pt idx="1935">
                  <c:v>-0.60641844150000002</c:v>
                </c:pt>
                <c:pt idx="1936">
                  <c:v>-0.6827413403</c:v>
                </c:pt>
                <c:pt idx="1937">
                  <c:v>-0.73253651740000003</c:v>
                </c:pt>
                <c:pt idx="1938">
                  <c:v>-0.79237238779999997</c:v>
                </c:pt>
                <c:pt idx="1939">
                  <c:v>-0.82803374320000001</c:v>
                </c:pt>
                <c:pt idx="1940">
                  <c:v>-0.8635689325</c:v>
                </c:pt>
                <c:pt idx="1941">
                  <c:v>-0.80768147779999999</c:v>
                </c:pt>
                <c:pt idx="1942">
                  <c:v>-0.78793542169999997</c:v>
                </c:pt>
                <c:pt idx="1943">
                  <c:v>-0.7440347423</c:v>
                </c:pt>
                <c:pt idx="1944">
                  <c:v>-0.71685318799999997</c:v>
                </c:pt>
                <c:pt idx="1945">
                  <c:v>-0.64958262320000004</c:v>
                </c:pt>
                <c:pt idx="1946">
                  <c:v>-0.61165919830000004</c:v>
                </c:pt>
                <c:pt idx="1947">
                  <c:v>-0.60366321540000001</c:v>
                </c:pt>
                <c:pt idx="1948">
                  <c:v>-0.52445052179999996</c:v>
                </c:pt>
                <c:pt idx="1949">
                  <c:v>-0.52883808720000003</c:v>
                </c:pt>
                <c:pt idx="1950">
                  <c:v>-0.5524378687</c:v>
                </c:pt>
                <c:pt idx="1951">
                  <c:v>-0.54629127150000001</c:v>
                </c:pt>
                <c:pt idx="1952">
                  <c:v>-0.55340451609999997</c:v>
                </c:pt>
                <c:pt idx="1953">
                  <c:v>-0.57047744570000003</c:v>
                </c:pt>
                <c:pt idx="1954">
                  <c:v>-0.55069440380000001</c:v>
                </c:pt>
                <c:pt idx="1955">
                  <c:v>-0.55356236290000005</c:v>
                </c:pt>
                <c:pt idx="1956">
                  <c:v>-0.5318870094</c:v>
                </c:pt>
                <c:pt idx="1957">
                  <c:v>-0.50356633669999995</c:v>
                </c:pt>
                <c:pt idx="1958">
                  <c:v>-0.55034504930000006</c:v>
                </c:pt>
                <c:pt idx="1959">
                  <c:v>-0.56773286700000003</c:v>
                </c:pt>
                <c:pt idx="1960">
                  <c:v>-0.60483817039999999</c:v>
                </c:pt>
                <c:pt idx="1961">
                  <c:v>-0.6500990633</c:v>
                </c:pt>
                <c:pt idx="1962">
                  <c:v>-0.73202826040000002</c:v>
                </c:pt>
                <c:pt idx="1963">
                  <c:v>-0.78694148539999997</c:v>
                </c:pt>
                <c:pt idx="1964">
                  <c:v>-0.81068937990000001</c:v>
                </c:pt>
                <c:pt idx="1965">
                  <c:v>-0.82475465189999997</c:v>
                </c:pt>
                <c:pt idx="1966">
                  <c:v>-0.86619626689999996</c:v>
                </c:pt>
                <c:pt idx="1967">
                  <c:v>-0.81693761679999999</c:v>
                </c:pt>
                <c:pt idx="1968">
                  <c:v>-0.73945117240000002</c:v>
                </c:pt>
                <c:pt idx="1969">
                  <c:v>-0.64305013580000003</c:v>
                </c:pt>
                <c:pt idx="1970">
                  <c:v>-0.54435872630000004</c:v>
                </c:pt>
                <c:pt idx="1971">
                  <c:v>-0.44867332859999998</c:v>
                </c:pt>
                <c:pt idx="1972">
                  <c:v>-0.3506805254</c:v>
                </c:pt>
                <c:pt idx="1973">
                  <c:v>-0.2212743039</c:v>
                </c:pt>
                <c:pt idx="1974">
                  <c:v>-4.90231608E-2</c:v>
                </c:pt>
                <c:pt idx="1975">
                  <c:v>4.3181418399999998E-2</c:v>
                </c:pt>
                <c:pt idx="1976">
                  <c:v>9.0202762699999994E-2</c:v>
                </c:pt>
                <c:pt idx="1977">
                  <c:v>0.12538209829999999</c:v>
                </c:pt>
                <c:pt idx="1978">
                  <c:v>0.1476369723</c:v>
                </c:pt>
                <c:pt idx="1979">
                  <c:v>0.18056980119999999</c:v>
                </c:pt>
                <c:pt idx="1980">
                  <c:v>0.2089722957</c:v>
                </c:pt>
                <c:pt idx="1981">
                  <c:v>0.24477378429999999</c:v>
                </c:pt>
                <c:pt idx="1982">
                  <c:v>0.26905431590000001</c:v>
                </c:pt>
                <c:pt idx="1983">
                  <c:v>0.25940748000000002</c:v>
                </c:pt>
                <c:pt idx="1984">
                  <c:v>0.24478277379999999</c:v>
                </c:pt>
                <c:pt idx="1985">
                  <c:v>0.19625691810000001</c:v>
                </c:pt>
                <c:pt idx="1986">
                  <c:v>0.17148775869999999</c:v>
                </c:pt>
                <c:pt idx="1987">
                  <c:v>0.15348338319999999</c:v>
                </c:pt>
                <c:pt idx="1988">
                  <c:v>0.129199816</c:v>
                </c:pt>
                <c:pt idx="1989">
                  <c:v>0.1190563192</c:v>
                </c:pt>
                <c:pt idx="1990">
                  <c:v>2.6204878500000001E-2</c:v>
                </c:pt>
                <c:pt idx="1991">
                  <c:v>-2.5503072599999999E-2</c:v>
                </c:pt>
                <c:pt idx="1992">
                  <c:v>-5.1030730000000003E-2</c:v>
                </c:pt>
                <c:pt idx="1993">
                  <c:v>-7.8746299800000003E-2</c:v>
                </c:pt>
                <c:pt idx="1994">
                  <c:v>-0.1137783146</c:v>
                </c:pt>
                <c:pt idx="1995">
                  <c:v>-0.14459775850000001</c:v>
                </c:pt>
                <c:pt idx="1996">
                  <c:v>-0.13841993120000001</c:v>
                </c:pt>
                <c:pt idx="1997">
                  <c:v>-8.5259146999999993E-2</c:v>
                </c:pt>
                <c:pt idx="1998">
                  <c:v>-4.42775381E-2</c:v>
                </c:pt>
                <c:pt idx="1999">
                  <c:v>-1.48838102E-2</c:v>
                </c:pt>
                <c:pt idx="2000">
                  <c:v>6.8043592999999999E-2</c:v>
                </c:pt>
                <c:pt idx="2001">
                  <c:v>0.13250619960000001</c:v>
                </c:pt>
                <c:pt idx="2002">
                  <c:v>0.18915120020000001</c:v>
                </c:pt>
                <c:pt idx="2003">
                  <c:v>0.27275951069999999</c:v>
                </c:pt>
                <c:pt idx="2004">
                  <c:v>0.38740316200000002</c:v>
                </c:pt>
                <c:pt idx="2005">
                  <c:v>0.51487794340000004</c:v>
                </c:pt>
                <c:pt idx="2006">
                  <c:v>0.62198866409999998</c:v>
                </c:pt>
                <c:pt idx="2007">
                  <c:v>0.69856827880000005</c:v>
                </c:pt>
                <c:pt idx="2008">
                  <c:v>0.78442668839999996</c:v>
                </c:pt>
                <c:pt idx="2009">
                  <c:v>0.78993945399999999</c:v>
                </c:pt>
                <c:pt idx="2010">
                  <c:v>0.78040584000000002</c:v>
                </c:pt>
                <c:pt idx="2011">
                  <c:v>0.78829637610000003</c:v>
                </c:pt>
                <c:pt idx="2012">
                  <c:v>0.7976022908</c:v>
                </c:pt>
                <c:pt idx="2013">
                  <c:v>0.82039257730000004</c:v>
                </c:pt>
                <c:pt idx="2014">
                  <c:v>0.82035235360000003</c:v>
                </c:pt>
                <c:pt idx="2015">
                  <c:v>0.80418158439999998</c:v>
                </c:pt>
                <c:pt idx="2016">
                  <c:v>0.75524253509999995</c:v>
                </c:pt>
                <c:pt idx="2017">
                  <c:v>0.76420552389999996</c:v>
                </c:pt>
                <c:pt idx="2018">
                  <c:v>0.75602745680000005</c:v>
                </c:pt>
                <c:pt idx="2019">
                  <c:v>0.73642818870000004</c:v>
                </c:pt>
                <c:pt idx="2020">
                  <c:v>0.7347877961</c:v>
                </c:pt>
                <c:pt idx="2021">
                  <c:v>0.71353676499999996</c:v>
                </c:pt>
                <c:pt idx="2022">
                  <c:v>0.68881608770000002</c:v>
                </c:pt>
                <c:pt idx="2023">
                  <c:v>0.66060782269999996</c:v>
                </c:pt>
                <c:pt idx="2024">
                  <c:v>0.61075132050000003</c:v>
                </c:pt>
                <c:pt idx="2025">
                  <c:v>0.50344221499999997</c:v>
                </c:pt>
                <c:pt idx="2026">
                  <c:v>0.41707257170000001</c:v>
                </c:pt>
                <c:pt idx="2027">
                  <c:v>0.36658577209999998</c:v>
                </c:pt>
                <c:pt idx="2028">
                  <c:v>0.32846082339999999</c:v>
                </c:pt>
                <c:pt idx="2029">
                  <c:v>0.28106509029999999</c:v>
                </c:pt>
                <c:pt idx="2030">
                  <c:v>0.27091885040000002</c:v>
                </c:pt>
                <c:pt idx="2031">
                  <c:v>0.28240985200000002</c:v>
                </c:pt>
                <c:pt idx="2032">
                  <c:v>0.28035256310000001</c:v>
                </c:pt>
                <c:pt idx="2033">
                  <c:v>0.2868088566</c:v>
                </c:pt>
                <c:pt idx="2034">
                  <c:v>0.30063539610000001</c:v>
                </c:pt>
                <c:pt idx="2035">
                  <c:v>0.33659145489999998</c:v>
                </c:pt>
                <c:pt idx="2036">
                  <c:v>0.39507474770000001</c:v>
                </c:pt>
                <c:pt idx="2037">
                  <c:v>0.50247413389999995</c:v>
                </c:pt>
                <c:pt idx="2038">
                  <c:v>0.6060165944</c:v>
                </c:pt>
                <c:pt idx="2039">
                  <c:v>0.72496217650000006</c:v>
                </c:pt>
                <c:pt idx="2040">
                  <c:v>0.87000746709999999</c:v>
                </c:pt>
                <c:pt idx="2041">
                  <c:v>0.98436535700000005</c:v>
                </c:pt>
                <c:pt idx="2042">
                  <c:v>1.0661275324999999</c:v>
                </c:pt>
                <c:pt idx="2043">
                  <c:v>1.156599484</c:v>
                </c:pt>
                <c:pt idx="2044">
                  <c:v>1.3028576789999999</c:v>
                </c:pt>
                <c:pt idx="2045">
                  <c:v>1.4513402343999999</c:v>
                </c:pt>
                <c:pt idx="2046">
                  <c:v>1.6079114375000001</c:v>
                </c:pt>
                <c:pt idx="2047">
                  <c:v>1.7594901725000001</c:v>
                </c:pt>
                <c:pt idx="2048">
                  <c:v>1.8891564795</c:v>
                </c:pt>
                <c:pt idx="2049">
                  <c:v>2.0180373699</c:v>
                </c:pt>
                <c:pt idx="2050">
                  <c:v>2.1476056142000002</c:v>
                </c:pt>
                <c:pt idx="2051">
                  <c:v>2.2653134139</c:v>
                </c:pt>
                <c:pt idx="2052">
                  <c:v>2.3555703342999998</c:v>
                </c:pt>
                <c:pt idx="2053">
                  <c:v>2.4741127381000001</c:v>
                </c:pt>
                <c:pt idx="2054">
                  <c:v>2.5767325757999999</c:v>
                </c:pt>
                <c:pt idx="2055">
                  <c:v>2.6437624563000002</c:v>
                </c:pt>
                <c:pt idx="2056">
                  <c:v>2.6902536419</c:v>
                </c:pt>
                <c:pt idx="2057">
                  <c:v>2.7457027976999999</c:v>
                </c:pt>
                <c:pt idx="2058">
                  <c:v>2.7418631347</c:v>
                </c:pt>
                <c:pt idx="2059">
                  <c:v>2.6960382003999999</c:v>
                </c:pt>
                <c:pt idx="2060">
                  <c:v>2.6251936812999999</c:v>
                </c:pt>
                <c:pt idx="2061">
                  <c:v>2.5332633468000001</c:v>
                </c:pt>
                <c:pt idx="2062">
                  <c:v>2.4839705969999999</c:v>
                </c:pt>
                <c:pt idx="2063">
                  <c:v>2.4633591178000001</c:v>
                </c:pt>
                <c:pt idx="2064">
                  <c:v>2.4209397812</c:v>
                </c:pt>
                <c:pt idx="2065">
                  <c:v>2.3849239692999999</c:v>
                </c:pt>
                <c:pt idx="2066">
                  <c:v>2.3077250153</c:v>
                </c:pt>
                <c:pt idx="2067">
                  <c:v>2.2294731018</c:v>
                </c:pt>
                <c:pt idx="2068">
                  <c:v>2.1110723662000002</c:v>
                </c:pt>
                <c:pt idx="2069">
                  <c:v>2.0361191425</c:v>
                </c:pt>
                <c:pt idx="2070">
                  <c:v>1.9116755597999999</c:v>
                </c:pt>
                <c:pt idx="2071">
                  <c:v>1.8149227066</c:v>
                </c:pt>
                <c:pt idx="2072">
                  <c:v>1.7178752114</c:v>
                </c:pt>
                <c:pt idx="2073">
                  <c:v>1.6263491237000001</c:v>
                </c:pt>
                <c:pt idx="2074">
                  <c:v>1.4996773865999999</c:v>
                </c:pt>
                <c:pt idx="2075">
                  <c:v>1.3879670979000001</c:v>
                </c:pt>
                <c:pt idx="2076">
                  <c:v>1.2818592260999999</c:v>
                </c:pt>
                <c:pt idx="2077">
                  <c:v>1.201355011</c:v>
                </c:pt>
                <c:pt idx="2078">
                  <c:v>1.1272294072</c:v>
                </c:pt>
                <c:pt idx="2079">
                  <c:v>1.0545561287</c:v>
                </c:pt>
                <c:pt idx="2080">
                  <c:v>0.97343266490000002</c:v>
                </c:pt>
                <c:pt idx="2081">
                  <c:v>0.89847773019999999</c:v>
                </c:pt>
                <c:pt idx="2082">
                  <c:v>0.86399038900000003</c:v>
                </c:pt>
                <c:pt idx="2083">
                  <c:v>0.78564757240000005</c:v>
                </c:pt>
                <c:pt idx="2084">
                  <c:v>0.74421367930000004</c:v>
                </c:pt>
                <c:pt idx="2085">
                  <c:v>0.72019776120000001</c:v>
                </c:pt>
                <c:pt idx="2086">
                  <c:v>0.65803672859999995</c:v>
                </c:pt>
                <c:pt idx="2087">
                  <c:v>0.65125716479999995</c:v>
                </c:pt>
                <c:pt idx="2088">
                  <c:v>0.62529302139999998</c:v>
                </c:pt>
                <c:pt idx="2089">
                  <c:v>0.66273756760000002</c:v>
                </c:pt>
                <c:pt idx="2090">
                  <c:v>0.6619020913</c:v>
                </c:pt>
                <c:pt idx="2091">
                  <c:v>0.71102222479999999</c:v>
                </c:pt>
                <c:pt idx="2092">
                  <c:v>0.71375369170000003</c:v>
                </c:pt>
                <c:pt idx="2093">
                  <c:v>0.74132428750000001</c:v>
                </c:pt>
                <c:pt idx="2094">
                  <c:v>0.76196838160000002</c:v>
                </c:pt>
                <c:pt idx="2095">
                  <c:v>0.79450220900000001</c:v>
                </c:pt>
                <c:pt idx="2096">
                  <c:v>0.81440721299999996</c:v>
                </c:pt>
                <c:pt idx="2097">
                  <c:v>0.85155784869999995</c:v>
                </c:pt>
                <c:pt idx="2098">
                  <c:v>0.85394313050000004</c:v>
                </c:pt>
                <c:pt idx="2099">
                  <c:v>0.82780183480000002</c:v>
                </c:pt>
                <c:pt idx="2100">
                  <c:v>0.80402898540000001</c:v>
                </c:pt>
                <c:pt idx="2101">
                  <c:v>0.77425633029999996</c:v>
                </c:pt>
                <c:pt idx="2102">
                  <c:v>0.76639263849999995</c:v>
                </c:pt>
                <c:pt idx="2103">
                  <c:v>0.72801274019999995</c:v>
                </c:pt>
                <c:pt idx="2104">
                  <c:v>0.71380634310000002</c:v>
                </c:pt>
                <c:pt idx="2105">
                  <c:v>0.6734955588</c:v>
                </c:pt>
                <c:pt idx="2106">
                  <c:v>0.63582742879999998</c:v>
                </c:pt>
                <c:pt idx="2107">
                  <c:v>0.5647113278</c:v>
                </c:pt>
                <c:pt idx="2108">
                  <c:v>0.46364516859999999</c:v>
                </c:pt>
                <c:pt idx="2109">
                  <c:v>0.38881731959999999</c:v>
                </c:pt>
                <c:pt idx="2110">
                  <c:v>0.2926139961</c:v>
                </c:pt>
                <c:pt idx="2111">
                  <c:v>0.18860255770000001</c:v>
                </c:pt>
                <c:pt idx="2112">
                  <c:v>0.1058810466</c:v>
                </c:pt>
                <c:pt idx="2113">
                  <c:v>4.87697941E-2</c:v>
                </c:pt>
                <c:pt idx="2114">
                  <c:v>-1.48291295E-2</c:v>
                </c:pt>
                <c:pt idx="2115">
                  <c:v>-8.9437188599999995E-2</c:v>
                </c:pt>
                <c:pt idx="2116">
                  <c:v>-0.14071584619999999</c:v>
                </c:pt>
                <c:pt idx="2117">
                  <c:v>-0.22271065709999999</c:v>
                </c:pt>
                <c:pt idx="2118">
                  <c:v>-0.28345976020000002</c:v>
                </c:pt>
                <c:pt idx="2119">
                  <c:v>-0.32809386730000001</c:v>
                </c:pt>
                <c:pt idx="2120">
                  <c:v>-0.36556696459999999</c:v>
                </c:pt>
                <c:pt idx="2121">
                  <c:v>-0.38208820659999998</c:v>
                </c:pt>
                <c:pt idx="2122">
                  <c:v>-0.37970503649999998</c:v>
                </c:pt>
                <c:pt idx="2123">
                  <c:v>-0.37545240439999999</c:v>
                </c:pt>
                <c:pt idx="2124">
                  <c:v>-0.40850653009999999</c:v>
                </c:pt>
                <c:pt idx="2125">
                  <c:v>-0.44484702700000001</c:v>
                </c:pt>
                <c:pt idx="2126">
                  <c:v>-0.48912779579999999</c:v>
                </c:pt>
                <c:pt idx="2127">
                  <c:v>-0.52843986239999996</c:v>
                </c:pt>
                <c:pt idx="2128">
                  <c:v>-0.54054816500000002</c:v>
                </c:pt>
                <c:pt idx="2129">
                  <c:v>-0.52609002149999995</c:v>
                </c:pt>
                <c:pt idx="2130">
                  <c:v>-0.4877692823</c:v>
                </c:pt>
                <c:pt idx="2131">
                  <c:v>-0.46106813679999997</c:v>
                </c:pt>
                <c:pt idx="2132">
                  <c:v>-0.41675189150000003</c:v>
                </c:pt>
                <c:pt idx="2133">
                  <c:v>-0.40404131230000001</c:v>
                </c:pt>
                <c:pt idx="2134">
                  <c:v>-0.40821155069999998</c:v>
                </c:pt>
                <c:pt idx="2135">
                  <c:v>-0.41508580830000003</c:v>
                </c:pt>
                <c:pt idx="2136">
                  <c:v>-0.4043305338</c:v>
                </c:pt>
                <c:pt idx="2137">
                  <c:v>-0.4173664587</c:v>
                </c:pt>
                <c:pt idx="2138">
                  <c:v>-0.36295854399999999</c:v>
                </c:pt>
                <c:pt idx="2139">
                  <c:v>-0.33719757979999998</c:v>
                </c:pt>
                <c:pt idx="2140">
                  <c:v>-0.29367251919999998</c:v>
                </c:pt>
                <c:pt idx="2141">
                  <c:v>-0.24686617729999999</c:v>
                </c:pt>
                <c:pt idx="2142">
                  <c:v>-0.2048130014</c:v>
                </c:pt>
                <c:pt idx="2143">
                  <c:v>-0.15767483739999999</c:v>
                </c:pt>
                <c:pt idx="2144">
                  <c:v>-0.1901658521</c:v>
                </c:pt>
                <c:pt idx="2145">
                  <c:v>-0.18595612750000001</c:v>
                </c:pt>
                <c:pt idx="2146">
                  <c:v>-0.1553556351</c:v>
                </c:pt>
                <c:pt idx="2147">
                  <c:v>-0.1065774595</c:v>
                </c:pt>
                <c:pt idx="2148">
                  <c:v>-6.3890266900000006E-2</c:v>
                </c:pt>
                <c:pt idx="2149">
                  <c:v>-5.29218495E-2</c:v>
                </c:pt>
                <c:pt idx="2150">
                  <c:v>-5.19653396E-2</c:v>
                </c:pt>
                <c:pt idx="2151">
                  <c:v>-5.1879502500000001E-2</c:v>
                </c:pt>
                <c:pt idx="2152">
                  <c:v>-4.31207043E-2</c:v>
                </c:pt>
                <c:pt idx="2153">
                  <c:v>-4.2036293699999998E-2</c:v>
                </c:pt>
                <c:pt idx="2154">
                  <c:v>-3.4373800000000003E-2</c:v>
                </c:pt>
                <c:pt idx="2155">
                  <c:v>-3.1575475899999997E-2</c:v>
                </c:pt>
                <c:pt idx="2156">
                  <c:v>-4.6718627800000002E-2</c:v>
                </c:pt>
                <c:pt idx="2157">
                  <c:v>-5.39511908E-2</c:v>
                </c:pt>
                <c:pt idx="2158">
                  <c:v>-6.0619938900000003E-2</c:v>
                </c:pt>
                <c:pt idx="2159">
                  <c:v>-0.11730251780000001</c:v>
                </c:pt>
                <c:pt idx="2160">
                  <c:v>-0.15195770750000001</c:v>
                </c:pt>
                <c:pt idx="2161">
                  <c:v>-0.2129479634</c:v>
                </c:pt>
                <c:pt idx="2162">
                  <c:v>-0.2705644042</c:v>
                </c:pt>
                <c:pt idx="2163">
                  <c:v>-0.32990225699999998</c:v>
                </c:pt>
                <c:pt idx="2164">
                  <c:v>-0.37244722819999998</c:v>
                </c:pt>
                <c:pt idx="2165">
                  <c:v>-0.35052910069999998</c:v>
                </c:pt>
                <c:pt idx="2166">
                  <c:v>-0.32495438999999998</c:v>
                </c:pt>
                <c:pt idx="2167">
                  <c:v>-0.32069108819999997</c:v>
                </c:pt>
                <c:pt idx="2168">
                  <c:v>-0.3519977567</c:v>
                </c:pt>
                <c:pt idx="2169">
                  <c:v>-0.36726062520000002</c:v>
                </c:pt>
                <c:pt idx="2170">
                  <c:v>-0.36288733870000001</c:v>
                </c:pt>
                <c:pt idx="2171">
                  <c:v>-0.35089606089999997</c:v>
                </c:pt>
                <c:pt idx="2172">
                  <c:v>-0.34633942870000001</c:v>
                </c:pt>
                <c:pt idx="2173">
                  <c:v>-0.36180292219999999</c:v>
                </c:pt>
                <c:pt idx="2174">
                  <c:v>-0.37817842880000002</c:v>
                </c:pt>
                <c:pt idx="2175">
                  <c:v>-0.3872898823</c:v>
                </c:pt>
                <c:pt idx="2176">
                  <c:v>-0.40682582369999998</c:v>
                </c:pt>
                <c:pt idx="2177">
                  <c:v>-0.41818517370000002</c:v>
                </c:pt>
                <c:pt idx="2178">
                  <c:v>-0.42787283809999999</c:v>
                </c:pt>
                <c:pt idx="2179">
                  <c:v>-0.44087846549999998</c:v>
                </c:pt>
                <c:pt idx="2180">
                  <c:v>-0.43363988650000002</c:v>
                </c:pt>
                <c:pt idx="2181">
                  <c:v>-0.4516221098</c:v>
                </c:pt>
                <c:pt idx="2182">
                  <c:v>-0.46730012189999998</c:v>
                </c:pt>
                <c:pt idx="2183">
                  <c:v>-0.4961513696</c:v>
                </c:pt>
                <c:pt idx="2184">
                  <c:v>-0.51158522139999996</c:v>
                </c:pt>
                <c:pt idx="2185">
                  <c:v>-0.54555916270000004</c:v>
                </c:pt>
                <c:pt idx="2186">
                  <c:v>-0.57357064589999995</c:v>
                </c:pt>
                <c:pt idx="2187">
                  <c:v>-0.60995599889999996</c:v>
                </c:pt>
                <c:pt idx="2188">
                  <c:v>-0.62907806359999996</c:v>
                </c:pt>
                <c:pt idx="2189">
                  <c:v>-0.64763571760000005</c:v>
                </c:pt>
                <c:pt idx="2190">
                  <c:v>-0.68877529640000001</c:v>
                </c:pt>
                <c:pt idx="2191">
                  <c:v>-0.7264331248</c:v>
                </c:pt>
                <c:pt idx="2192">
                  <c:v>-0.77061123899999995</c:v>
                </c:pt>
                <c:pt idx="2193">
                  <c:v>-0.80994808029999998</c:v>
                </c:pt>
                <c:pt idx="2194">
                  <c:v>-0.84229703990000004</c:v>
                </c:pt>
                <c:pt idx="2195">
                  <c:v>-0.86859944680000001</c:v>
                </c:pt>
                <c:pt idx="2196">
                  <c:v>-0.89662704370000001</c:v>
                </c:pt>
                <c:pt idx="2197">
                  <c:v>-0.91604318419999997</c:v>
                </c:pt>
                <c:pt idx="2198">
                  <c:v>-0.93446250239999995</c:v>
                </c:pt>
                <c:pt idx="2199">
                  <c:v>-0.95738021979999999</c:v>
                </c:pt>
                <c:pt idx="2200">
                  <c:v>-0.96339329819999997</c:v>
                </c:pt>
                <c:pt idx="2201">
                  <c:v>-0.96219422529999998</c:v>
                </c:pt>
                <c:pt idx="2202">
                  <c:v>-0.95813074720000002</c:v>
                </c:pt>
                <c:pt idx="2203">
                  <c:v>-0.9654356503</c:v>
                </c:pt>
                <c:pt idx="2204">
                  <c:v>-0.97673798249999999</c:v>
                </c:pt>
                <c:pt idx="2205">
                  <c:v>-0.99914064849999995</c:v>
                </c:pt>
                <c:pt idx="2206">
                  <c:v>-1.0091385179000001</c:v>
                </c:pt>
                <c:pt idx="2207">
                  <c:v>-1.0155733534</c:v>
                </c:pt>
                <c:pt idx="2208">
                  <c:v>-1.0028631166999999</c:v>
                </c:pt>
                <c:pt idx="2209">
                  <c:v>-1.0381686313</c:v>
                </c:pt>
                <c:pt idx="2210">
                  <c:v>-1.0657482266</c:v>
                </c:pt>
                <c:pt idx="2211">
                  <c:v>-1.0731096738000001</c:v>
                </c:pt>
                <c:pt idx="2212">
                  <c:v>-1.0798694842000001</c:v>
                </c:pt>
                <c:pt idx="2213">
                  <c:v>-1.088938497</c:v>
                </c:pt>
                <c:pt idx="2214">
                  <c:v>-1.1061565026</c:v>
                </c:pt>
                <c:pt idx="2215">
                  <c:v>-1.1072305822999999</c:v>
                </c:pt>
                <c:pt idx="2216">
                  <c:v>-1.1646089152000001</c:v>
                </c:pt>
                <c:pt idx="2217">
                  <c:v>-1.2375474881999999</c:v>
                </c:pt>
                <c:pt idx="2218">
                  <c:v>-1.2987269657</c:v>
                </c:pt>
                <c:pt idx="2219">
                  <c:v>-1.3341052195000001</c:v>
                </c:pt>
                <c:pt idx="2220">
                  <c:v>-1.3777456462</c:v>
                </c:pt>
                <c:pt idx="2221">
                  <c:v>-1.4035428601</c:v>
                </c:pt>
                <c:pt idx="2222">
                  <c:v>-1.4584778653999999</c:v>
                </c:pt>
                <c:pt idx="2223">
                  <c:v>-1.5108208331999999</c:v>
                </c:pt>
                <c:pt idx="2224">
                  <c:v>-1.5378211679</c:v>
                </c:pt>
                <c:pt idx="2225">
                  <c:v>-1.5508024505</c:v>
                </c:pt>
                <c:pt idx="2226">
                  <c:v>-1.5721585171000001</c:v>
                </c:pt>
                <c:pt idx="2227">
                  <c:v>-1.6065074909999999</c:v>
                </c:pt>
                <c:pt idx="2228">
                  <c:v>-1.6329141406000001</c:v>
                </c:pt>
                <c:pt idx="2229">
                  <c:v>-1.6770773993000001</c:v>
                </c:pt>
                <c:pt idx="2230">
                  <c:v>-1.6562732088000001</c:v>
                </c:pt>
                <c:pt idx="2231">
                  <c:v>-1.6525570499</c:v>
                </c:pt>
                <c:pt idx="2232">
                  <c:v>-1.6575438488000001</c:v>
                </c:pt>
                <c:pt idx="2233">
                  <c:v>-1.6731051924</c:v>
                </c:pt>
                <c:pt idx="2234">
                  <c:v>-1.6798847827000001</c:v>
                </c:pt>
                <c:pt idx="2235">
                  <c:v>-1.7013121001</c:v>
                </c:pt>
                <c:pt idx="2236">
                  <c:v>-1.7296431926</c:v>
                </c:pt>
                <c:pt idx="2237">
                  <c:v>-1.7011592128999999</c:v>
                </c:pt>
                <c:pt idx="2238">
                  <c:v>-1.6501343411</c:v>
                </c:pt>
                <c:pt idx="2239">
                  <c:v>-1.5871902269</c:v>
                </c:pt>
                <c:pt idx="2240">
                  <c:v>-1.5547603038</c:v>
                </c:pt>
                <c:pt idx="2241">
                  <c:v>-1.5197632668000001</c:v>
                </c:pt>
                <c:pt idx="2242">
                  <c:v>-1.5274186295000001</c:v>
                </c:pt>
                <c:pt idx="2243">
                  <c:v>-1.5260326876999999</c:v>
                </c:pt>
                <c:pt idx="2244">
                  <c:v>-1.5370304653</c:v>
                </c:pt>
                <c:pt idx="2245">
                  <c:v>-1.5560983465</c:v>
                </c:pt>
                <c:pt idx="2246">
                  <c:v>-1.5791140749999999</c:v>
                </c:pt>
                <c:pt idx="2247">
                  <c:v>-1.5990576799</c:v>
                </c:pt>
                <c:pt idx="2248">
                  <c:v>-1.5991188697000001</c:v>
                </c:pt>
                <c:pt idx="2249">
                  <c:v>-1.6050953084999999</c:v>
                </c:pt>
                <c:pt idx="2250">
                  <c:v>-1.6123700697000001</c:v>
                </c:pt>
                <c:pt idx="2251">
                  <c:v>-1.6876873903</c:v>
                </c:pt>
                <c:pt idx="2252">
                  <c:v>-1.7197547011000001</c:v>
                </c:pt>
                <c:pt idx="2253">
                  <c:v>-1.7575653965</c:v>
                </c:pt>
                <c:pt idx="2254">
                  <c:v>-1.7762531991999999</c:v>
                </c:pt>
                <c:pt idx="2255">
                  <c:v>-1.8021476788999999</c:v>
                </c:pt>
                <c:pt idx="2256">
                  <c:v>-1.813482791</c:v>
                </c:pt>
                <c:pt idx="2257">
                  <c:v>-1.8017231958</c:v>
                </c:pt>
                <c:pt idx="2258">
                  <c:v>-1.8041940684</c:v>
                </c:pt>
                <c:pt idx="2259">
                  <c:v>-1.8254690599000001</c:v>
                </c:pt>
                <c:pt idx="2260">
                  <c:v>-1.8715401035000001</c:v>
                </c:pt>
                <c:pt idx="2261">
                  <c:v>-1.9105573295</c:v>
                </c:pt>
                <c:pt idx="2262">
                  <c:v>-1.9607093523000001</c:v>
                </c:pt>
                <c:pt idx="2263">
                  <c:v>-1.9766401265</c:v>
                </c:pt>
                <c:pt idx="2264">
                  <c:v>-1.9852038621000001</c:v>
                </c:pt>
                <c:pt idx="2265">
                  <c:v>-1.9912454012</c:v>
                </c:pt>
                <c:pt idx="2266">
                  <c:v>-1.9862042294</c:v>
                </c:pt>
                <c:pt idx="2267">
                  <c:v>-1.9826397909</c:v>
                </c:pt>
                <c:pt idx="2268">
                  <c:v>-1.9875548000000001</c:v>
                </c:pt>
                <c:pt idx="2269">
                  <c:v>-2.0240539600999998</c:v>
                </c:pt>
                <c:pt idx="2270">
                  <c:v>-2.0704560297999999</c:v>
                </c:pt>
                <c:pt idx="2271">
                  <c:v>-2.1128590781000001</c:v>
                </c:pt>
                <c:pt idx="2272">
                  <c:v>-2.1290336071999998</c:v>
                </c:pt>
                <c:pt idx="2273">
                  <c:v>-2.1601436252999999</c:v>
                </c:pt>
                <c:pt idx="2274">
                  <c:v>-2.1857966555999999</c:v>
                </c:pt>
                <c:pt idx="2275">
                  <c:v>-2.2235026147000001</c:v>
                </c:pt>
                <c:pt idx="2276">
                  <c:v>-2.2613076535999999</c:v>
                </c:pt>
                <c:pt idx="2277">
                  <c:v>-2.2886626998000001</c:v>
                </c:pt>
                <c:pt idx="2278">
                  <c:v>-2.3277597351999999</c:v>
                </c:pt>
                <c:pt idx="2279">
                  <c:v>-2.3716791044000001</c:v>
                </c:pt>
                <c:pt idx="2280">
                  <c:v>-2.4147709795000001</c:v>
                </c:pt>
                <c:pt idx="2281">
                  <c:v>-2.4550576899999998</c:v>
                </c:pt>
                <c:pt idx="2282">
                  <c:v>-2.4939850194000002</c:v>
                </c:pt>
                <c:pt idx="2283">
                  <c:v>-2.5248645052000001</c:v>
                </c:pt>
                <c:pt idx="2284">
                  <c:v>-2.5603490601000001</c:v>
                </c:pt>
                <c:pt idx="2285">
                  <c:v>-2.5808404131999998</c:v>
                </c:pt>
                <c:pt idx="2286">
                  <c:v>-2.6091521015999999</c:v>
                </c:pt>
                <c:pt idx="2287">
                  <c:v>-2.6416463061000002</c:v>
                </c:pt>
                <c:pt idx="2288">
                  <c:v>-2.6776639205000001</c:v>
                </c:pt>
                <c:pt idx="2289">
                  <c:v>-2.6913225556000002</c:v>
                </c:pt>
                <c:pt idx="2290">
                  <c:v>-2.7099041415</c:v>
                </c:pt>
                <c:pt idx="2291">
                  <c:v>-2.7236674475</c:v>
                </c:pt>
                <c:pt idx="2292">
                  <c:v>-2.7299883048</c:v>
                </c:pt>
                <c:pt idx="2293">
                  <c:v>-2.7321143433000001</c:v>
                </c:pt>
                <c:pt idx="2294">
                  <c:v>-2.7301677496000001</c:v>
                </c:pt>
                <c:pt idx="2295">
                  <c:v>-2.7113363628</c:v>
                </c:pt>
                <c:pt idx="2296">
                  <c:v>-2.6739543757000002</c:v>
                </c:pt>
                <c:pt idx="2297">
                  <c:v>-2.6300195294000002</c:v>
                </c:pt>
                <c:pt idx="2298">
                  <c:v>-2.6033528270000001</c:v>
                </c:pt>
                <c:pt idx="2299">
                  <c:v>-2.5814361976</c:v>
                </c:pt>
                <c:pt idx="2300">
                  <c:v>-2.5343107906000002</c:v>
                </c:pt>
                <c:pt idx="2301">
                  <c:v>-2.4746907137999998</c:v>
                </c:pt>
                <c:pt idx="2302">
                  <c:v>-2.4150438683000002</c:v>
                </c:pt>
                <c:pt idx="2303">
                  <c:v>-2.3542093367999999</c:v>
                </c:pt>
                <c:pt idx="2304">
                  <c:v>-2.2848585512000001</c:v>
                </c:pt>
                <c:pt idx="2305">
                  <c:v>-2.2350300747</c:v>
                </c:pt>
                <c:pt idx="2306">
                  <c:v>-2.2107370714000001</c:v>
                </c:pt>
                <c:pt idx="2307">
                  <c:v>-2.1661690585</c:v>
                </c:pt>
                <c:pt idx="2308">
                  <c:v>-2.1158308044999998</c:v>
                </c:pt>
                <c:pt idx="2309">
                  <c:v>-2.0589840464</c:v>
                </c:pt>
                <c:pt idx="2310">
                  <c:v>-2.0050721771000002</c:v>
                </c:pt>
                <c:pt idx="2311">
                  <c:v>-1.9408510742</c:v>
                </c:pt>
                <c:pt idx="2312">
                  <c:v>-1.8550691805999999</c:v>
                </c:pt>
                <c:pt idx="2313">
                  <c:v>-1.7721474708</c:v>
                </c:pt>
                <c:pt idx="2314">
                  <c:v>-1.6966478639</c:v>
                </c:pt>
                <c:pt idx="2315">
                  <c:v>-1.6288179815999999</c:v>
                </c:pt>
                <c:pt idx="2316">
                  <c:v>-1.6047776192000001</c:v>
                </c:pt>
                <c:pt idx="2317">
                  <c:v>-1.5968956718</c:v>
                </c:pt>
                <c:pt idx="2318">
                  <c:v>-1.5903522389</c:v>
                </c:pt>
                <c:pt idx="2319">
                  <c:v>-1.5707090646999999</c:v>
                </c:pt>
                <c:pt idx="2320">
                  <c:v>-1.5567290075</c:v>
                </c:pt>
                <c:pt idx="2321">
                  <c:v>-1.5546675145</c:v>
                </c:pt>
                <c:pt idx="2322">
                  <c:v>-1.5607747551</c:v>
                </c:pt>
                <c:pt idx="2323">
                  <c:v>-1.5599113104</c:v>
                </c:pt>
                <c:pt idx="2324">
                  <c:v>-1.5568556171000001</c:v>
                </c:pt>
                <c:pt idx="2325">
                  <c:v>-1.56840698</c:v>
                </c:pt>
                <c:pt idx="2326">
                  <c:v>-1.5682071719999999</c:v>
                </c:pt>
                <c:pt idx="2327">
                  <c:v>-1.5312946944000001</c:v>
                </c:pt>
                <c:pt idx="2328">
                  <c:v>-1.4914214707</c:v>
                </c:pt>
                <c:pt idx="2329">
                  <c:v>-1.4630095822</c:v>
                </c:pt>
                <c:pt idx="2330">
                  <c:v>-1.4432827844</c:v>
                </c:pt>
                <c:pt idx="2331">
                  <c:v>-1.3996380756</c:v>
                </c:pt>
                <c:pt idx="2332">
                  <c:v>-1.371233506</c:v>
                </c:pt>
                <c:pt idx="2333">
                  <c:v>-1.3447622293999999</c:v>
                </c:pt>
                <c:pt idx="2334">
                  <c:v>-1.3227831417</c:v>
                </c:pt>
                <c:pt idx="2335">
                  <c:v>-1.2989969877</c:v>
                </c:pt>
                <c:pt idx="2336">
                  <c:v>-1.2848366472999999</c:v>
                </c:pt>
                <c:pt idx="2337">
                  <c:v>-1.2316919094000001</c:v>
                </c:pt>
                <c:pt idx="2338">
                  <c:v>-1.1694705400000001</c:v>
                </c:pt>
                <c:pt idx="2339">
                  <c:v>-1.0998708639999999</c:v>
                </c:pt>
                <c:pt idx="2340">
                  <c:v>-1.0268040744</c:v>
                </c:pt>
                <c:pt idx="2341">
                  <c:v>-0.97139232060000003</c:v>
                </c:pt>
                <c:pt idx="2342">
                  <c:v>-0.91381279969999996</c:v>
                </c:pt>
                <c:pt idx="2343">
                  <c:v>-0.854471223</c:v>
                </c:pt>
                <c:pt idx="2344">
                  <c:v>-0.80044780559999995</c:v>
                </c:pt>
                <c:pt idx="2345">
                  <c:v>-0.76318419159999995</c:v>
                </c:pt>
                <c:pt idx="2346">
                  <c:v>-0.70728182949999996</c:v>
                </c:pt>
                <c:pt idx="2347">
                  <c:v>-0.66703907799999995</c:v>
                </c:pt>
                <c:pt idx="2348">
                  <c:v>-0.64559531960000005</c:v>
                </c:pt>
                <c:pt idx="2349">
                  <c:v>-0.63548525649999998</c:v>
                </c:pt>
                <c:pt idx="2350">
                  <c:v>-0.62615975930000001</c:v>
                </c:pt>
                <c:pt idx="2351">
                  <c:v>-0.60773361110000002</c:v>
                </c:pt>
                <c:pt idx="2352">
                  <c:v>-0.61480912160000001</c:v>
                </c:pt>
                <c:pt idx="2353">
                  <c:v>-0.59594635579999999</c:v>
                </c:pt>
                <c:pt idx="2354">
                  <c:v>-0.5929266272</c:v>
                </c:pt>
                <c:pt idx="2355">
                  <c:v>-0.6073140642</c:v>
                </c:pt>
                <c:pt idx="2356">
                  <c:v>-0.61896976390000003</c:v>
                </c:pt>
                <c:pt idx="2357">
                  <c:v>-0.63016565459999996</c:v>
                </c:pt>
                <c:pt idx="2358">
                  <c:v>-0.62182911240000005</c:v>
                </c:pt>
                <c:pt idx="2359">
                  <c:v>-0.59972153459999999</c:v>
                </c:pt>
                <c:pt idx="2360">
                  <c:v>-0.59741202810000005</c:v>
                </c:pt>
                <c:pt idx="2361">
                  <c:v>-0.60205936250000003</c:v>
                </c:pt>
                <c:pt idx="2362">
                  <c:v>-0.60470653630000004</c:v>
                </c:pt>
                <c:pt idx="2363">
                  <c:v>-0.6052882181</c:v>
                </c:pt>
                <c:pt idx="2364">
                  <c:v>-0.62962490630000001</c:v>
                </c:pt>
                <c:pt idx="2365">
                  <c:v>-0.66812021470000005</c:v>
                </c:pt>
                <c:pt idx="2366">
                  <c:v>-0.70158825759999999</c:v>
                </c:pt>
                <c:pt idx="2367">
                  <c:v>-0.74364082529999997</c:v>
                </c:pt>
                <c:pt idx="2368">
                  <c:v>-0.78315701810000005</c:v>
                </c:pt>
                <c:pt idx="2369">
                  <c:v>-0.83129969010000004</c:v>
                </c:pt>
                <c:pt idx="2370">
                  <c:v>-0.85603667989999999</c:v>
                </c:pt>
                <c:pt idx="2371">
                  <c:v>-0.87092043149999998</c:v>
                </c:pt>
                <c:pt idx="2372">
                  <c:v>-0.88490546989999996</c:v>
                </c:pt>
                <c:pt idx="2373">
                  <c:v>-0.91366140500000004</c:v>
                </c:pt>
                <c:pt idx="2374">
                  <c:v>-0.9561944134</c:v>
                </c:pt>
                <c:pt idx="2375">
                  <c:v>-1.0094963744000001</c:v>
                </c:pt>
                <c:pt idx="2376">
                  <c:v>-1.0358624771</c:v>
                </c:pt>
                <c:pt idx="2377">
                  <c:v>-1.0625806252000001</c:v>
                </c:pt>
                <c:pt idx="2378">
                  <c:v>-1.0600652178000001</c:v>
                </c:pt>
                <c:pt idx="2379">
                  <c:v>-1.0859548307</c:v>
                </c:pt>
                <c:pt idx="2380">
                  <c:v>-1.1534520938999999</c:v>
                </c:pt>
                <c:pt idx="2381">
                  <c:v>-1.2117971224999999</c:v>
                </c:pt>
                <c:pt idx="2382">
                  <c:v>-1.254054016</c:v>
                </c:pt>
                <c:pt idx="2383">
                  <c:v>-1.2617760018999999</c:v>
                </c:pt>
                <c:pt idx="2384">
                  <c:v>-1.2971422929</c:v>
                </c:pt>
                <c:pt idx="2385">
                  <c:v>-1.3380389257</c:v>
                </c:pt>
                <c:pt idx="2386">
                  <c:v>-1.3596592024</c:v>
                </c:pt>
                <c:pt idx="2387">
                  <c:v>-1.3672611242999999</c:v>
                </c:pt>
                <c:pt idx="2388">
                  <c:v>-1.3760167474</c:v>
                </c:pt>
                <c:pt idx="2389">
                  <c:v>-1.3763230630000001</c:v>
                </c:pt>
                <c:pt idx="2390">
                  <c:v>-1.3645564983</c:v>
                </c:pt>
                <c:pt idx="2391">
                  <c:v>-1.3764472142999999</c:v>
                </c:pt>
                <c:pt idx="2392">
                  <c:v>-1.3767381686</c:v>
                </c:pt>
                <c:pt idx="2393">
                  <c:v>-1.4059736062999999</c:v>
                </c:pt>
                <c:pt idx="2394">
                  <c:v>-1.4280636849999999</c:v>
                </c:pt>
                <c:pt idx="2395">
                  <c:v>-1.4347656251000001</c:v>
                </c:pt>
                <c:pt idx="2396">
                  <c:v>-1.4302473767999999</c:v>
                </c:pt>
                <c:pt idx="2397">
                  <c:v>-1.4140448989000001</c:v>
                </c:pt>
                <c:pt idx="2398">
                  <c:v>-1.3973745009</c:v>
                </c:pt>
                <c:pt idx="2399">
                  <c:v>-1.411857221</c:v>
                </c:pt>
                <c:pt idx="2400">
                  <c:v>-1.4387347337</c:v>
                </c:pt>
                <c:pt idx="2401">
                  <c:v>-1.4438810512</c:v>
                </c:pt>
                <c:pt idx="2402">
                  <c:v>-1.4446685566999999</c:v>
                </c:pt>
                <c:pt idx="2403">
                  <c:v>-1.4574918923</c:v>
                </c:pt>
                <c:pt idx="2404">
                  <c:v>-1.4973743425999999</c:v>
                </c:pt>
                <c:pt idx="2405">
                  <c:v>-1.5083805194</c:v>
                </c:pt>
                <c:pt idx="2406">
                  <c:v>-1.4717804474</c:v>
                </c:pt>
                <c:pt idx="2407">
                  <c:v>-1.4274254174000001</c:v>
                </c:pt>
                <c:pt idx="2408">
                  <c:v>-1.3776302662</c:v>
                </c:pt>
                <c:pt idx="2409">
                  <c:v>-1.3447625920999999</c:v>
                </c:pt>
                <c:pt idx="2410">
                  <c:v>-1.3136158794999999</c:v>
                </c:pt>
                <c:pt idx="2411">
                  <c:v>-1.3026014616999999</c:v>
                </c:pt>
                <c:pt idx="2412">
                  <c:v>-1.2896476852000001</c:v>
                </c:pt>
                <c:pt idx="2413">
                  <c:v>-1.2798570630999999</c:v>
                </c:pt>
                <c:pt idx="2414">
                  <c:v>-1.2466865605999999</c:v>
                </c:pt>
                <c:pt idx="2415">
                  <c:v>-1.1959980098</c:v>
                </c:pt>
                <c:pt idx="2416">
                  <c:v>-1.1733703599</c:v>
                </c:pt>
                <c:pt idx="2417">
                  <c:v>-1.1577933444999999</c:v>
                </c:pt>
                <c:pt idx="2418">
                  <c:v>-1.1533530359999999</c:v>
                </c:pt>
                <c:pt idx="2419">
                  <c:v>-1.1515745022999999</c:v>
                </c:pt>
                <c:pt idx="2420">
                  <c:v>-1.1317592469</c:v>
                </c:pt>
                <c:pt idx="2421">
                  <c:v>-1.0967223894</c:v>
                </c:pt>
                <c:pt idx="2422">
                  <c:v>-1.0553960421999999</c:v>
                </c:pt>
                <c:pt idx="2423">
                  <c:v>-1.0260895714</c:v>
                </c:pt>
                <c:pt idx="2424">
                  <c:v>-1.0232258551</c:v>
                </c:pt>
                <c:pt idx="2425">
                  <c:v>-1.0193040044999999</c:v>
                </c:pt>
                <c:pt idx="2426">
                  <c:v>-1.0335551284</c:v>
                </c:pt>
                <c:pt idx="2427">
                  <c:v>-1.0516369803000001</c:v>
                </c:pt>
                <c:pt idx="2428">
                  <c:v>-1.0532226795999999</c:v>
                </c:pt>
                <c:pt idx="2429">
                  <c:v>-1.0581813077</c:v>
                </c:pt>
                <c:pt idx="2430">
                  <c:v>-1.0411067543999999</c:v>
                </c:pt>
                <c:pt idx="2431">
                  <c:v>-1.0293624745000001</c:v>
                </c:pt>
                <c:pt idx="2432">
                  <c:v>-1.0059124500000001</c:v>
                </c:pt>
                <c:pt idx="2433">
                  <c:v>-0.974101726</c:v>
                </c:pt>
                <c:pt idx="2434">
                  <c:v>-0.95800304089999999</c:v>
                </c:pt>
                <c:pt idx="2435">
                  <c:v>-0.95813525330000004</c:v>
                </c:pt>
                <c:pt idx="2436">
                  <c:v>-0.98049711419999996</c:v>
                </c:pt>
                <c:pt idx="2437">
                  <c:v>-0.99766248609999997</c:v>
                </c:pt>
                <c:pt idx="2438">
                  <c:v>-1.0163718288000001</c:v>
                </c:pt>
                <c:pt idx="2439">
                  <c:v>-1.0408210082</c:v>
                </c:pt>
                <c:pt idx="2440">
                  <c:v>-1.0556377501</c:v>
                </c:pt>
                <c:pt idx="2441">
                  <c:v>-1.0838390711000001</c:v>
                </c:pt>
                <c:pt idx="2442">
                  <c:v>-1.1303707599999999</c:v>
                </c:pt>
                <c:pt idx="2443">
                  <c:v>-1.1627639767</c:v>
                </c:pt>
                <c:pt idx="2444">
                  <c:v>-1.1898752404999999</c:v>
                </c:pt>
                <c:pt idx="2445">
                  <c:v>-1.2119817362</c:v>
                </c:pt>
                <c:pt idx="2446">
                  <c:v>-1.2291381863999999</c:v>
                </c:pt>
                <c:pt idx="2447">
                  <c:v>-1.2265345753000001</c:v>
                </c:pt>
                <c:pt idx="2448">
                  <c:v>-1.2424059368</c:v>
                </c:pt>
                <c:pt idx="2449">
                  <c:v>-1.2844631289999999</c:v>
                </c:pt>
                <c:pt idx="2450">
                  <c:v>-1.3241234035</c:v>
                </c:pt>
                <c:pt idx="2451">
                  <c:v>-1.3679313822000001</c:v>
                </c:pt>
                <c:pt idx="2452">
                  <c:v>-1.3998775975</c:v>
                </c:pt>
                <c:pt idx="2453">
                  <c:v>-1.4359013710999999</c:v>
                </c:pt>
                <c:pt idx="2454">
                  <c:v>-1.4796571897999999</c:v>
                </c:pt>
                <c:pt idx="2455">
                  <c:v>-1.52043295</c:v>
                </c:pt>
                <c:pt idx="2456">
                  <c:v>-1.5367959527999999</c:v>
                </c:pt>
                <c:pt idx="2457">
                  <c:v>-1.5389150328000001</c:v>
                </c:pt>
                <c:pt idx="2458">
                  <c:v>-1.5348804937</c:v>
                </c:pt>
                <c:pt idx="2459">
                  <c:v>-1.5203311535999999</c:v>
                </c:pt>
                <c:pt idx="2460">
                  <c:v>-1.5071966269999999</c:v>
                </c:pt>
                <c:pt idx="2461">
                  <c:v>-1.5243353687000001</c:v>
                </c:pt>
                <c:pt idx="2462">
                  <c:v>-1.5321299857999999</c:v>
                </c:pt>
                <c:pt idx="2463">
                  <c:v>-1.5215261690999999</c:v>
                </c:pt>
                <c:pt idx="2464">
                  <c:v>-1.5234777873000001</c:v>
                </c:pt>
                <c:pt idx="2465">
                  <c:v>-1.5380526498</c:v>
                </c:pt>
                <c:pt idx="2466">
                  <c:v>-1.5093022577999999</c:v>
                </c:pt>
                <c:pt idx="2467">
                  <c:v>-1.5114529127</c:v>
                </c:pt>
                <c:pt idx="2468">
                  <c:v>-1.5197560679</c:v>
                </c:pt>
                <c:pt idx="2469">
                  <c:v>-1.5252260364000001</c:v>
                </c:pt>
                <c:pt idx="2470">
                  <c:v>-1.5161358826</c:v>
                </c:pt>
                <c:pt idx="2471">
                  <c:v>-1.4819513967</c:v>
                </c:pt>
                <c:pt idx="2472">
                  <c:v>-1.4457668599</c:v>
                </c:pt>
                <c:pt idx="2473">
                  <c:v>-1.4158204964000001</c:v>
                </c:pt>
                <c:pt idx="2474">
                  <c:v>-1.3756317653000001</c:v>
                </c:pt>
                <c:pt idx="2475">
                  <c:v>-1.3543988039999999</c:v>
                </c:pt>
                <c:pt idx="2476">
                  <c:v>-1.3241587067</c:v>
                </c:pt>
                <c:pt idx="2477">
                  <c:v>-1.2965989358000001</c:v>
                </c:pt>
                <c:pt idx="2478">
                  <c:v>-1.2594387057</c:v>
                </c:pt>
                <c:pt idx="2479">
                  <c:v>-1.2317524811</c:v>
                </c:pt>
                <c:pt idx="2480">
                  <c:v>-1.1866732154999999</c:v>
                </c:pt>
                <c:pt idx="2481">
                  <c:v>-1.1400318589</c:v>
                </c:pt>
                <c:pt idx="2482">
                  <c:v>-1.0558825933</c:v>
                </c:pt>
                <c:pt idx="2483">
                  <c:v>-0.96776016350000005</c:v>
                </c:pt>
                <c:pt idx="2484">
                  <c:v>-0.88503953859999995</c:v>
                </c:pt>
                <c:pt idx="2485">
                  <c:v>-0.8107446921</c:v>
                </c:pt>
                <c:pt idx="2486">
                  <c:v>-0.71679731260000001</c:v>
                </c:pt>
                <c:pt idx="2487">
                  <c:v>-0.71284633809999998</c:v>
                </c:pt>
                <c:pt idx="2488">
                  <c:v>-0.64155380790000005</c:v>
                </c:pt>
                <c:pt idx="2489">
                  <c:v>-0.58463687860000002</c:v>
                </c:pt>
                <c:pt idx="2490">
                  <c:v>-0.52226452550000002</c:v>
                </c:pt>
                <c:pt idx="2491">
                  <c:v>-0.48527491960000002</c:v>
                </c:pt>
                <c:pt idx="2492">
                  <c:v>-0.50215058450000005</c:v>
                </c:pt>
                <c:pt idx="2493">
                  <c:v>-0.49918759759999998</c:v>
                </c:pt>
                <c:pt idx="2494">
                  <c:v>-0.47875269720000002</c:v>
                </c:pt>
                <c:pt idx="2495">
                  <c:v>-0.47450877429999999</c:v>
                </c:pt>
                <c:pt idx="2496">
                  <c:v>-0.43662682120000001</c:v>
                </c:pt>
                <c:pt idx="2497">
                  <c:v>-0.40260091129999998</c:v>
                </c:pt>
                <c:pt idx="2498">
                  <c:v>-0.37217201680000001</c:v>
                </c:pt>
                <c:pt idx="2499">
                  <c:v>-0.34426080819999999</c:v>
                </c:pt>
                <c:pt idx="2500">
                  <c:v>-0.31031807509999998</c:v>
                </c:pt>
                <c:pt idx="2501">
                  <c:v>-0.30527376210000001</c:v>
                </c:pt>
                <c:pt idx="2502">
                  <c:v>-0.30292093599999997</c:v>
                </c:pt>
                <c:pt idx="2503">
                  <c:v>-0.32370996990000001</c:v>
                </c:pt>
                <c:pt idx="2504">
                  <c:v>-0.34674058829999999</c:v>
                </c:pt>
                <c:pt idx="2505">
                  <c:v>-0.34620434319999999</c:v>
                </c:pt>
                <c:pt idx="2506">
                  <c:v>-0.33120748929999999</c:v>
                </c:pt>
                <c:pt idx="2507">
                  <c:v>-0.34096867510000001</c:v>
                </c:pt>
                <c:pt idx="2508">
                  <c:v>-0.29208497779999998</c:v>
                </c:pt>
                <c:pt idx="2509">
                  <c:v>-0.26841693439999997</c:v>
                </c:pt>
                <c:pt idx="2510">
                  <c:v>-0.25328422249999999</c:v>
                </c:pt>
                <c:pt idx="2511">
                  <c:v>-0.24576661969999999</c:v>
                </c:pt>
                <c:pt idx="2512">
                  <c:v>-0.2152197421</c:v>
                </c:pt>
                <c:pt idx="2513">
                  <c:v>-0.190298836</c:v>
                </c:pt>
                <c:pt idx="2514">
                  <c:v>-0.19837359730000001</c:v>
                </c:pt>
                <c:pt idx="2515">
                  <c:v>-0.20442075400000001</c:v>
                </c:pt>
                <c:pt idx="2516">
                  <c:v>-0.20390002160000001</c:v>
                </c:pt>
                <c:pt idx="2517">
                  <c:v>-0.2148264376</c:v>
                </c:pt>
                <c:pt idx="2518">
                  <c:v>-0.20604512850000001</c:v>
                </c:pt>
                <c:pt idx="2519">
                  <c:v>-0.20304832</c:v>
                </c:pt>
                <c:pt idx="2520">
                  <c:v>-0.21547024710000001</c:v>
                </c:pt>
                <c:pt idx="2521">
                  <c:v>-0.20704934720000001</c:v>
                </c:pt>
                <c:pt idx="2522">
                  <c:v>-0.2081443087</c:v>
                </c:pt>
                <c:pt idx="2523">
                  <c:v>-0.20393051770000001</c:v>
                </c:pt>
                <c:pt idx="2524">
                  <c:v>-0.1816188225</c:v>
                </c:pt>
                <c:pt idx="2525">
                  <c:v>-0.14875367910000001</c:v>
                </c:pt>
                <c:pt idx="2526">
                  <c:v>-0.1417209277</c:v>
                </c:pt>
                <c:pt idx="2527">
                  <c:v>-0.14053820289999999</c:v>
                </c:pt>
                <c:pt idx="2528">
                  <c:v>-0.10628148630000001</c:v>
                </c:pt>
                <c:pt idx="2529">
                  <c:v>-6.6561199700000004E-2</c:v>
                </c:pt>
                <c:pt idx="2530">
                  <c:v>-5.2767014299999998E-2</c:v>
                </c:pt>
                <c:pt idx="2531">
                  <c:v>-4.1715705200000001E-2</c:v>
                </c:pt>
                <c:pt idx="2532">
                  <c:v>-3.6211886300000003E-2</c:v>
                </c:pt>
                <c:pt idx="2533">
                  <c:v>-4.4193925000000002E-2</c:v>
                </c:pt>
                <c:pt idx="2534">
                  <c:v>-3.1723785800000001E-2</c:v>
                </c:pt>
                <c:pt idx="2535">
                  <c:v>-9.6579043000000007E-3</c:v>
                </c:pt>
                <c:pt idx="2536">
                  <c:v>-5.5927139999999999E-4</c:v>
                </c:pt>
                <c:pt idx="2537">
                  <c:v>2.4979241999999999E-2</c:v>
                </c:pt>
                <c:pt idx="2538">
                  <c:v>3.5679818000000002E-2</c:v>
                </c:pt>
                <c:pt idx="2539">
                  <c:v>1.8304258E-2</c:v>
                </c:pt>
                <c:pt idx="2540">
                  <c:v>9.1938552999999996E-3</c:v>
                </c:pt>
                <c:pt idx="2541">
                  <c:v>-1.12417777E-2</c:v>
                </c:pt>
                <c:pt idx="2542">
                  <c:v>-5.5722040200000003E-2</c:v>
                </c:pt>
                <c:pt idx="2543">
                  <c:v>-7.8877008600000006E-2</c:v>
                </c:pt>
                <c:pt idx="2544">
                  <c:v>-0.11030201470000001</c:v>
                </c:pt>
                <c:pt idx="2545">
                  <c:v>-0.14908425719999999</c:v>
                </c:pt>
                <c:pt idx="2546">
                  <c:v>-0.19720615699999999</c:v>
                </c:pt>
                <c:pt idx="2547">
                  <c:v>-0.2552225843</c:v>
                </c:pt>
                <c:pt idx="2548">
                  <c:v>-0.32324269290000002</c:v>
                </c:pt>
                <c:pt idx="2549">
                  <c:v>-0.39583297229999997</c:v>
                </c:pt>
                <c:pt idx="2550">
                  <c:v>-0.47080125430000003</c:v>
                </c:pt>
                <c:pt idx="2551">
                  <c:v>-0.543357804</c:v>
                </c:pt>
                <c:pt idx="2552">
                  <c:v>-0.60524577950000003</c:v>
                </c:pt>
                <c:pt idx="2553">
                  <c:v>-0.63262576370000001</c:v>
                </c:pt>
                <c:pt idx="2554">
                  <c:v>-0.64971553339999999</c:v>
                </c:pt>
                <c:pt idx="2555">
                  <c:v>-0.66051009800000005</c:v>
                </c:pt>
                <c:pt idx="2556">
                  <c:v>-0.67830885740000002</c:v>
                </c:pt>
                <c:pt idx="2557">
                  <c:v>-0.68067742600000003</c:v>
                </c:pt>
                <c:pt idx="2558">
                  <c:v>-0.70350242770000004</c:v>
                </c:pt>
                <c:pt idx="2559">
                  <c:v>-0.71490147609999999</c:v>
                </c:pt>
                <c:pt idx="2560">
                  <c:v>-0.72172118969999999</c:v>
                </c:pt>
                <c:pt idx="2561">
                  <c:v>-0.73500257150000003</c:v>
                </c:pt>
                <c:pt idx="2562">
                  <c:v>-0.72593087649999999</c:v>
                </c:pt>
                <c:pt idx="2563">
                  <c:v>-0.72709846690000002</c:v>
                </c:pt>
                <c:pt idx="2564">
                  <c:v>-0.72942476040000004</c:v>
                </c:pt>
                <c:pt idx="2565">
                  <c:v>-0.72792237199999998</c:v>
                </c:pt>
                <c:pt idx="2566">
                  <c:v>-0.72635031439999997</c:v>
                </c:pt>
                <c:pt idx="2567">
                  <c:v>-0.7333739185</c:v>
                </c:pt>
                <c:pt idx="2568">
                  <c:v>-0.72781459500000001</c:v>
                </c:pt>
                <c:pt idx="2569">
                  <c:v>-0.71305525879999998</c:v>
                </c:pt>
                <c:pt idx="2570">
                  <c:v>-0.70429143670000005</c:v>
                </c:pt>
                <c:pt idx="2571">
                  <c:v>-0.70223360639999999</c:v>
                </c:pt>
                <c:pt idx="2572">
                  <c:v>-0.67743696070000003</c:v>
                </c:pt>
                <c:pt idx="2573">
                  <c:v>-0.65363283480000001</c:v>
                </c:pt>
                <c:pt idx="2574">
                  <c:v>-0.66293489750000001</c:v>
                </c:pt>
                <c:pt idx="2575">
                  <c:v>-0.68479527179999999</c:v>
                </c:pt>
                <c:pt idx="2576">
                  <c:v>-0.69997075659999997</c:v>
                </c:pt>
                <c:pt idx="2577">
                  <c:v>-0.69618722379999998</c:v>
                </c:pt>
                <c:pt idx="2578">
                  <c:v>-0.71091993850000001</c:v>
                </c:pt>
                <c:pt idx="2579">
                  <c:v>-0.73422131489999998</c:v>
                </c:pt>
                <c:pt idx="2580">
                  <c:v>-0.75611967970000005</c:v>
                </c:pt>
                <c:pt idx="2581">
                  <c:v>-0.7783828693</c:v>
                </c:pt>
                <c:pt idx="2582">
                  <c:v>-0.78072269679999995</c:v>
                </c:pt>
                <c:pt idx="2583">
                  <c:v>-0.79323174119999995</c:v>
                </c:pt>
                <c:pt idx="2584">
                  <c:v>-0.80323876260000004</c:v>
                </c:pt>
                <c:pt idx="2585">
                  <c:v>-0.8225910863</c:v>
                </c:pt>
                <c:pt idx="2586">
                  <c:v>-0.84998465010000002</c:v>
                </c:pt>
                <c:pt idx="2587">
                  <c:v>-0.87580875130000002</c:v>
                </c:pt>
                <c:pt idx="2588">
                  <c:v>-0.91397005539999998</c:v>
                </c:pt>
                <c:pt idx="2589">
                  <c:v>-0.95305269299999995</c:v>
                </c:pt>
                <c:pt idx="2590">
                  <c:v>-0.98284302700000004</c:v>
                </c:pt>
                <c:pt idx="2591">
                  <c:v>-1.000003795</c:v>
                </c:pt>
                <c:pt idx="2592">
                  <c:v>-1.0010632535999999</c:v>
                </c:pt>
                <c:pt idx="2593">
                  <c:v>-1.0159642616</c:v>
                </c:pt>
                <c:pt idx="2594">
                  <c:v>-1.0323403499999999</c:v>
                </c:pt>
                <c:pt idx="2595">
                  <c:v>-1.0486204915999999</c:v>
                </c:pt>
                <c:pt idx="2596">
                  <c:v>-1.0629549213</c:v>
                </c:pt>
                <c:pt idx="2597">
                  <c:v>-1.0704962790000001</c:v>
                </c:pt>
                <c:pt idx="2598">
                  <c:v>-1.0923964523</c:v>
                </c:pt>
                <c:pt idx="2599">
                  <c:v>-1.1073660283</c:v>
                </c:pt>
                <c:pt idx="2600">
                  <c:v>-1.1097580595000001</c:v>
                </c:pt>
                <c:pt idx="2601">
                  <c:v>-1.1059122527</c:v>
                </c:pt>
                <c:pt idx="2602">
                  <c:v>-1.1218058244</c:v>
                </c:pt>
                <c:pt idx="2603">
                  <c:v>-1.1460182885000001</c:v>
                </c:pt>
                <c:pt idx="2604">
                  <c:v>-1.1853233188000001</c:v>
                </c:pt>
                <c:pt idx="2605">
                  <c:v>-1.2019012357000001</c:v>
                </c:pt>
                <c:pt idx="2606">
                  <c:v>-1.2081538211</c:v>
                </c:pt>
                <c:pt idx="2607">
                  <c:v>-1.2201939811</c:v>
                </c:pt>
                <c:pt idx="2608">
                  <c:v>-1.2487393169000001</c:v>
                </c:pt>
                <c:pt idx="2609">
                  <c:v>-1.2651007324000001</c:v>
                </c:pt>
                <c:pt idx="2610">
                  <c:v>-1.2911735335000001</c:v>
                </c:pt>
                <c:pt idx="2611">
                  <c:v>-1.3415700344000001</c:v>
                </c:pt>
                <c:pt idx="2612">
                  <c:v>-1.3946352294</c:v>
                </c:pt>
                <c:pt idx="2613">
                  <c:v>-1.4571311058</c:v>
                </c:pt>
                <c:pt idx="2614">
                  <c:v>-1.5020325771</c:v>
                </c:pt>
                <c:pt idx="2615">
                  <c:v>-1.5306592748000001</c:v>
                </c:pt>
                <c:pt idx="2616">
                  <c:v>-1.5842639865000001</c:v>
                </c:pt>
                <c:pt idx="2617">
                  <c:v>-1.6149396347</c:v>
                </c:pt>
                <c:pt idx="2618">
                  <c:v>-1.6753007192</c:v>
                </c:pt>
                <c:pt idx="2619">
                  <c:v>-1.7319040382999999</c:v>
                </c:pt>
                <c:pt idx="2620">
                  <c:v>-1.7807141008</c:v>
                </c:pt>
                <c:pt idx="2621">
                  <c:v>-1.7978190902</c:v>
                </c:pt>
                <c:pt idx="2622">
                  <c:v>-1.8314049505000001</c:v>
                </c:pt>
                <c:pt idx="2623">
                  <c:v>-1.8780301872</c:v>
                </c:pt>
                <c:pt idx="2624">
                  <c:v>-1.9150645997</c:v>
                </c:pt>
                <c:pt idx="2625">
                  <c:v>-1.9398922109000001</c:v>
                </c:pt>
                <c:pt idx="2626">
                  <c:v>-1.9956367125000001</c:v>
                </c:pt>
                <c:pt idx="2627">
                  <c:v>-2.0602402478999999</c:v>
                </c:pt>
                <c:pt idx="2628">
                  <c:v>-2.1050935877999999</c:v>
                </c:pt>
                <c:pt idx="2629">
                  <c:v>-2.1335860318000002</c:v>
                </c:pt>
                <c:pt idx="2630">
                  <c:v>-2.1580302742000002</c:v>
                </c:pt>
                <c:pt idx="2631">
                  <c:v>-2.1662527591999998</c:v>
                </c:pt>
                <c:pt idx="2632">
                  <c:v>-2.1698508731000001</c:v>
                </c:pt>
                <c:pt idx="2633">
                  <c:v>-2.1779879055000002</c:v>
                </c:pt>
                <c:pt idx="2634">
                  <c:v>-2.1813554696000002</c:v>
                </c:pt>
                <c:pt idx="2635">
                  <c:v>-2.1800155221000002</c:v>
                </c:pt>
                <c:pt idx="2636">
                  <c:v>-2.1721105726999999</c:v>
                </c:pt>
                <c:pt idx="2637">
                  <c:v>-2.1347362664</c:v>
                </c:pt>
                <c:pt idx="2638">
                  <c:v>-2.1164666157999998</c:v>
                </c:pt>
                <c:pt idx="2639">
                  <c:v>-2.0798846534000002</c:v>
                </c:pt>
                <c:pt idx="2640">
                  <c:v>-2.0400532219</c:v>
                </c:pt>
                <c:pt idx="2641">
                  <c:v>-2.0186277065999998</c:v>
                </c:pt>
                <c:pt idx="2642">
                  <c:v>-2.0225797509999999</c:v>
                </c:pt>
                <c:pt idx="2643">
                  <c:v>-2.0191424988</c:v>
                </c:pt>
                <c:pt idx="2644">
                  <c:v>-1.9812196996</c:v>
                </c:pt>
                <c:pt idx="2645">
                  <c:v>-1.9585183659000001</c:v>
                </c:pt>
                <c:pt idx="2646">
                  <c:v>-1.9260487543</c:v>
                </c:pt>
                <c:pt idx="2647">
                  <c:v>-1.8758755678000001</c:v>
                </c:pt>
                <c:pt idx="2648">
                  <c:v>-1.8230847891999999</c:v>
                </c:pt>
                <c:pt idx="2649">
                  <c:v>-1.7735821848</c:v>
                </c:pt>
                <c:pt idx="2650">
                  <c:v>-1.7351241914</c:v>
                </c:pt>
                <c:pt idx="2651">
                  <c:v>-1.6875788085000001</c:v>
                </c:pt>
                <c:pt idx="2652">
                  <c:v>-1.6504343979</c:v>
                </c:pt>
                <c:pt idx="2653">
                  <c:v>-1.6069154002999999</c:v>
                </c:pt>
                <c:pt idx="2654">
                  <c:v>-1.5917686161</c:v>
                </c:pt>
                <c:pt idx="2655">
                  <c:v>-1.5616873141000001</c:v>
                </c:pt>
                <c:pt idx="2656">
                  <c:v>-1.5661609173</c:v>
                </c:pt>
                <c:pt idx="2657">
                  <c:v>-1.5795656524999999</c:v>
                </c:pt>
                <c:pt idx="2658">
                  <c:v>-1.5884419335</c:v>
                </c:pt>
                <c:pt idx="2659">
                  <c:v>-1.5973873539000001</c:v>
                </c:pt>
                <c:pt idx="2660">
                  <c:v>-1.6127801865</c:v>
                </c:pt>
                <c:pt idx="2661">
                  <c:v>-1.6401165453</c:v>
                </c:pt>
                <c:pt idx="2662">
                  <c:v>-1.6793336522</c:v>
                </c:pt>
                <c:pt idx="2663">
                  <c:v>-1.7127352809</c:v>
                </c:pt>
                <c:pt idx="2664">
                  <c:v>-1.7613481135</c:v>
                </c:pt>
                <c:pt idx="2665">
                  <c:v>-1.8126405452000001</c:v>
                </c:pt>
                <c:pt idx="2666">
                  <c:v>-1.8647383692999999</c:v>
                </c:pt>
                <c:pt idx="2667">
                  <c:v>-1.9186420772999999</c:v>
                </c:pt>
                <c:pt idx="2668">
                  <c:v>-1.9582771823</c:v>
                </c:pt>
                <c:pt idx="2669">
                  <c:v>-1.9639637236</c:v>
                </c:pt>
                <c:pt idx="2670">
                  <c:v>-1.9743614361999999</c:v>
                </c:pt>
                <c:pt idx="2671">
                  <c:v>-1.980284639</c:v>
                </c:pt>
                <c:pt idx="2672">
                  <c:v>-2.0217087840999999</c:v>
                </c:pt>
                <c:pt idx="2673">
                  <c:v>-2.0596300194000001</c:v>
                </c:pt>
                <c:pt idx="2674">
                  <c:v>-2.0985182456999998</c:v>
                </c:pt>
                <c:pt idx="2675">
                  <c:v>-2.1167541593000001</c:v>
                </c:pt>
                <c:pt idx="2676">
                  <c:v>-2.1651253911000001</c:v>
                </c:pt>
                <c:pt idx="2677">
                  <c:v>-2.1975893870999998</c:v>
                </c:pt>
                <c:pt idx="2678">
                  <c:v>-2.2159144894999998</c:v>
                </c:pt>
                <c:pt idx="2679">
                  <c:v>-2.2567552147000001</c:v>
                </c:pt>
                <c:pt idx="2680">
                  <c:v>-2.2897884413999998</c:v>
                </c:pt>
                <c:pt idx="2681">
                  <c:v>-2.3031302835999998</c:v>
                </c:pt>
                <c:pt idx="2682">
                  <c:v>-2.3175895272</c:v>
                </c:pt>
                <c:pt idx="2683">
                  <c:v>-2.3119759283999999</c:v>
                </c:pt>
                <c:pt idx="2684">
                  <c:v>-2.3105679868000002</c:v>
                </c:pt>
                <c:pt idx="2685">
                  <c:v>-2.2790745828999999</c:v>
                </c:pt>
                <c:pt idx="2686">
                  <c:v>-2.2726858231999998</c:v>
                </c:pt>
                <c:pt idx="2687">
                  <c:v>-2.2549913618000001</c:v>
                </c:pt>
                <c:pt idx="2688">
                  <c:v>-2.2121200808000001</c:v>
                </c:pt>
                <c:pt idx="2689">
                  <c:v>-2.1689218313</c:v>
                </c:pt>
                <c:pt idx="2690">
                  <c:v>-2.1703169735999999</c:v>
                </c:pt>
                <c:pt idx="2691">
                  <c:v>-2.1734240944000001</c:v>
                </c:pt>
                <c:pt idx="2692">
                  <c:v>-2.1769681317999998</c:v>
                </c:pt>
                <c:pt idx="2693">
                  <c:v>-2.1361129917000001</c:v>
                </c:pt>
                <c:pt idx="2694">
                  <c:v>-2.1084081239999999</c:v>
                </c:pt>
                <c:pt idx="2695">
                  <c:v>-2.0765068195</c:v>
                </c:pt>
                <c:pt idx="2696">
                  <c:v>-2.0036231083999998</c:v>
                </c:pt>
                <c:pt idx="2697">
                  <c:v>-1.9063141862999999</c:v>
                </c:pt>
                <c:pt idx="2698">
                  <c:v>-1.8003336746</c:v>
                </c:pt>
                <c:pt idx="2699">
                  <c:v>-1.7257277857</c:v>
                </c:pt>
                <c:pt idx="2700">
                  <c:v>-1.6649939204999999</c:v>
                </c:pt>
                <c:pt idx="2701">
                  <c:v>-1.6140524684999999</c:v>
                </c:pt>
                <c:pt idx="2702">
                  <c:v>-1.5689533697</c:v>
                </c:pt>
                <c:pt idx="2703">
                  <c:v>-1.5326718094</c:v>
                </c:pt>
                <c:pt idx="2704">
                  <c:v>-1.4968774009000001</c:v>
                </c:pt>
                <c:pt idx="2705">
                  <c:v>-1.4659686837000001</c:v>
                </c:pt>
                <c:pt idx="2706">
                  <c:v>-1.4541575725</c:v>
                </c:pt>
                <c:pt idx="2707">
                  <c:v>-1.4148114899999999</c:v>
                </c:pt>
                <c:pt idx="2708">
                  <c:v>-1.3926613323999999</c:v>
                </c:pt>
                <c:pt idx="2709">
                  <c:v>-1.3996964435000001</c:v>
                </c:pt>
                <c:pt idx="2710">
                  <c:v>-1.4148030561</c:v>
                </c:pt>
                <c:pt idx="2711">
                  <c:v>-1.4201804733000001</c:v>
                </c:pt>
                <c:pt idx="2712">
                  <c:v>-1.4257237004000001</c:v>
                </c:pt>
                <c:pt idx="2713">
                  <c:v>-1.4306059739999999</c:v>
                </c:pt>
                <c:pt idx="2714">
                  <c:v>-1.4586406569999999</c:v>
                </c:pt>
                <c:pt idx="2715">
                  <c:v>-1.483951045</c:v>
                </c:pt>
                <c:pt idx="2716">
                  <c:v>-1.5200797887999999</c:v>
                </c:pt>
                <c:pt idx="2717">
                  <c:v>-1.5800801924000001</c:v>
                </c:pt>
                <c:pt idx="2718">
                  <c:v>-1.6552941736</c:v>
                </c:pt>
                <c:pt idx="2719">
                  <c:v>-1.7172440345</c:v>
                </c:pt>
                <c:pt idx="2720">
                  <c:v>-1.7771354043000001</c:v>
                </c:pt>
                <c:pt idx="2721">
                  <c:v>-1.7994286202000001</c:v>
                </c:pt>
                <c:pt idx="2722">
                  <c:v>-1.8286591982</c:v>
                </c:pt>
                <c:pt idx="2723">
                  <c:v>-1.8762697046000001</c:v>
                </c:pt>
                <c:pt idx="2724">
                  <c:v>-1.9039959289999999</c:v>
                </c:pt>
                <c:pt idx="2725">
                  <c:v>-1.9308463785000001</c:v>
                </c:pt>
                <c:pt idx="2726">
                  <c:v>-1.9728011729999999</c:v>
                </c:pt>
                <c:pt idx="2727">
                  <c:v>-2.0076857934999999</c:v>
                </c:pt>
                <c:pt idx="2728">
                  <c:v>-2.0368491503000001</c:v>
                </c:pt>
                <c:pt idx="2729">
                  <c:v>-2.0439860743999998</c:v>
                </c:pt>
                <c:pt idx="2730">
                  <c:v>-2.0492725650999999</c:v>
                </c:pt>
                <c:pt idx="2731">
                  <c:v>-2.0606052282</c:v>
                </c:pt>
                <c:pt idx="2732">
                  <c:v>-2.0595854375</c:v>
                </c:pt>
                <c:pt idx="2733">
                  <c:v>-2.064616681</c:v>
                </c:pt>
                <c:pt idx="2734">
                  <c:v>-2.0640212332000001</c:v>
                </c:pt>
                <c:pt idx="2735">
                  <c:v>-2.0572423198999998</c:v>
                </c:pt>
                <c:pt idx="2736">
                  <c:v>-2.0520702701000002</c:v>
                </c:pt>
                <c:pt idx="2737">
                  <c:v>-2.0475097082999998</c:v>
                </c:pt>
                <c:pt idx="2738">
                  <c:v>-2.0517870835999998</c:v>
                </c:pt>
                <c:pt idx="2739">
                  <c:v>-2.0491665411</c:v>
                </c:pt>
                <c:pt idx="2740">
                  <c:v>-2.0748653079000001</c:v>
                </c:pt>
                <c:pt idx="2741">
                  <c:v>-2.0810289103000001</c:v>
                </c:pt>
                <c:pt idx="2742">
                  <c:v>-2.1036351514999998</c:v>
                </c:pt>
                <c:pt idx="2743">
                  <c:v>-2.1088601709999999</c:v>
                </c:pt>
                <c:pt idx="2744">
                  <c:v>-2.1097689583000001</c:v>
                </c:pt>
                <c:pt idx="2745">
                  <c:v>-2.1019009136000002</c:v>
                </c:pt>
                <c:pt idx="2746">
                  <c:v>-2.1060470405</c:v>
                </c:pt>
                <c:pt idx="2747">
                  <c:v>-2.0864763542999998</c:v>
                </c:pt>
                <c:pt idx="2748">
                  <c:v>-2.0769005565000001</c:v>
                </c:pt>
                <c:pt idx="2749">
                  <c:v>-2.0667069873999999</c:v>
                </c:pt>
                <c:pt idx="2750">
                  <c:v>-2.0733109186999998</c:v>
                </c:pt>
                <c:pt idx="2751">
                  <c:v>-2.0638502417</c:v>
                </c:pt>
                <c:pt idx="2752">
                  <c:v>-2.050905813</c:v>
                </c:pt>
                <c:pt idx="2753">
                  <c:v>-2.0517843377</c:v>
                </c:pt>
                <c:pt idx="2754">
                  <c:v>-2.0384880977000002</c:v>
                </c:pt>
                <c:pt idx="2755">
                  <c:v>-2.0257596678000001</c:v>
                </c:pt>
                <c:pt idx="2756">
                  <c:v>-2.0014758120999998</c:v>
                </c:pt>
                <c:pt idx="2757">
                  <c:v>-1.9627515141</c:v>
                </c:pt>
                <c:pt idx="2758">
                  <c:v>-1.9144300086999999</c:v>
                </c:pt>
                <c:pt idx="2759">
                  <c:v>-1.8764723117</c:v>
                </c:pt>
                <c:pt idx="2760">
                  <c:v>-1.8414618309999999</c:v>
                </c:pt>
                <c:pt idx="2761">
                  <c:v>-1.8137439850999999</c:v>
                </c:pt>
                <c:pt idx="2762">
                  <c:v>-1.7915059869000001</c:v>
                </c:pt>
                <c:pt idx="2763">
                  <c:v>-1.7555412744000001</c:v>
                </c:pt>
                <c:pt idx="2764">
                  <c:v>-1.7459021401000001</c:v>
                </c:pt>
                <c:pt idx="2765">
                  <c:v>-1.7293415556</c:v>
                </c:pt>
                <c:pt idx="2766">
                  <c:v>-1.7034361549000001</c:v>
                </c:pt>
                <c:pt idx="2767">
                  <c:v>-1.6672596764000001</c:v>
                </c:pt>
                <c:pt idx="2768">
                  <c:v>-1.6098501982</c:v>
                </c:pt>
                <c:pt idx="2769">
                  <c:v>-1.525600139</c:v>
                </c:pt>
                <c:pt idx="2770">
                  <c:v>-1.4494215209000001</c:v>
                </c:pt>
                <c:pt idx="2771">
                  <c:v>-1.3888164484000001</c:v>
                </c:pt>
                <c:pt idx="2772">
                  <c:v>-1.3533970786</c:v>
                </c:pt>
                <c:pt idx="2773">
                  <c:v>-1.3217698592</c:v>
                </c:pt>
                <c:pt idx="2774">
                  <c:v>-1.2898139987999999</c:v>
                </c:pt>
                <c:pt idx="2775">
                  <c:v>-1.2675003693</c:v>
                </c:pt>
                <c:pt idx="2776">
                  <c:v>-1.2476644232</c:v>
                </c:pt>
                <c:pt idx="2777">
                  <c:v>-1.2246882218999999</c:v>
                </c:pt>
                <c:pt idx="2778">
                  <c:v>-1.1958244723</c:v>
                </c:pt>
                <c:pt idx="2779">
                  <c:v>-1.1777502245</c:v>
                </c:pt>
                <c:pt idx="2780">
                  <c:v>-1.1541826631000001</c:v>
                </c:pt>
                <c:pt idx="2781">
                  <c:v>-1.1166027312</c:v>
                </c:pt>
                <c:pt idx="2782">
                  <c:v>-1.0524265230000001</c:v>
                </c:pt>
                <c:pt idx="2783">
                  <c:v>-0.97992452959999998</c:v>
                </c:pt>
                <c:pt idx="2784">
                  <c:v>-0.90050260869999998</c:v>
                </c:pt>
                <c:pt idx="2785">
                  <c:v>-0.81042257709999999</c:v>
                </c:pt>
                <c:pt idx="2786">
                  <c:v>-0.72817048070000001</c:v>
                </c:pt>
                <c:pt idx="2787">
                  <c:v>-0.62947786620000001</c:v>
                </c:pt>
                <c:pt idx="2788">
                  <c:v>-0.55287940420000004</c:v>
                </c:pt>
                <c:pt idx="2789">
                  <c:v>-0.50738907659999999</c:v>
                </c:pt>
                <c:pt idx="2790">
                  <c:v>-0.4758215341</c:v>
                </c:pt>
                <c:pt idx="2791">
                  <c:v>-0.45098371110000002</c:v>
                </c:pt>
                <c:pt idx="2792">
                  <c:v>-0.40705821219999999</c:v>
                </c:pt>
                <c:pt idx="2793">
                  <c:v>-0.36221345259999999</c:v>
                </c:pt>
                <c:pt idx="2794">
                  <c:v>-0.32254120689999999</c:v>
                </c:pt>
                <c:pt idx="2795">
                  <c:v>-0.28078139210000003</c:v>
                </c:pt>
                <c:pt idx="2796">
                  <c:v>-0.23822573</c:v>
                </c:pt>
                <c:pt idx="2797">
                  <c:v>-0.19049477109999999</c:v>
                </c:pt>
                <c:pt idx="2798">
                  <c:v>-0.1633514999</c:v>
                </c:pt>
                <c:pt idx="2799">
                  <c:v>-0.148290265</c:v>
                </c:pt>
                <c:pt idx="2800">
                  <c:v>-0.12680672409999999</c:v>
                </c:pt>
                <c:pt idx="2801">
                  <c:v>-0.10469681359999999</c:v>
                </c:pt>
                <c:pt idx="2802">
                  <c:v>-9.1327374599999997E-2</c:v>
                </c:pt>
                <c:pt idx="2803">
                  <c:v>-7.5367243400000006E-2</c:v>
                </c:pt>
                <c:pt idx="2804">
                  <c:v>-7.26450451E-2</c:v>
                </c:pt>
                <c:pt idx="2805">
                  <c:v>-8.5991279000000004E-2</c:v>
                </c:pt>
                <c:pt idx="2806">
                  <c:v>-9.7595612299999995E-2</c:v>
                </c:pt>
                <c:pt idx="2807">
                  <c:v>-0.1012436053</c:v>
                </c:pt>
                <c:pt idx="2808">
                  <c:v>-0.12537186889999999</c:v>
                </c:pt>
                <c:pt idx="2809">
                  <c:v>-0.13609999140000001</c:v>
                </c:pt>
                <c:pt idx="2810">
                  <c:v>-0.1541349051</c:v>
                </c:pt>
                <c:pt idx="2811">
                  <c:v>-0.1638781299</c:v>
                </c:pt>
                <c:pt idx="2812">
                  <c:v>-0.1815998862</c:v>
                </c:pt>
                <c:pt idx="2813">
                  <c:v>-0.1953690139</c:v>
                </c:pt>
                <c:pt idx="2814">
                  <c:v>-0.19879677709999999</c:v>
                </c:pt>
                <c:pt idx="2815">
                  <c:v>-0.2280746636</c:v>
                </c:pt>
                <c:pt idx="2816">
                  <c:v>-0.25904550269999999</c:v>
                </c:pt>
                <c:pt idx="2817">
                  <c:v>-0.29667711959999998</c:v>
                </c:pt>
                <c:pt idx="2818">
                  <c:v>-0.35059918369999998</c:v>
                </c:pt>
                <c:pt idx="2819">
                  <c:v>-0.40794530280000002</c:v>
                </c:pt>
                <c:pt idx="2820">
                  <c:v>-0.4309054564</c:v>
                </c:pt>
                <c:pt idx="2821">
                  <c:v>-0.45456668169999997</c:v>
                </c:pt>
                <c:pt idx="2822">
                  <c:v>-0.48203460949999999</c:v>
                </c:pt>
                <c:pt idx="2823">
                  <c:v>-0.51775950230000001</c:v>
                </c:pt>
                <c:pt idx="2824">
                  <c:v>-0.57050163369999995</c:v>
                </c:pt>
                <c:pt idx="2825">
                  <c:v>-0.63415609890000002</c:v>
                </c:pt>
                <c:pt idx="2826">
                  <c:v>-0.67552327379999999</c:v>
                </c:pt>
                <c:pt idx="2827">
                  <c:v>-0.70948115109999998</c:v>
                </c:pt>
                <c:pt idx="2828">
                  <c:v>-0.7477940367</c:v>
                </c:pt>
                <c:pt idx="2829">
                  <c:v>-0.8233563693</c:v>
                </c:pt>
                <c:pt idx="2830">
                  <c:v>-0.89019289459999995</c:v>
                </c:pt>
                <c:pt idx="2831">
                  <c:v>-0.97133270890000001</c:v>
                </c:pt>
                <c:pt idx="2832">
                  <c:v>-1.0126009072</c:v>
                </c:pt>
                <c:pt idx="2833">
                  <c:v>-1.0487056831999999</c:v>
                </c:pt>
                <c:pt idx="2834">
                  <c:v>-1.11193564</c:v>
                </c:pt>
                <c:pt idx="2835">
                  <c:v>-1.1864458929999999</c:v>
                </c:pt>
                <c:pt idx="2836">
                  <c:v>-1.2346925893</c:v>
                </c:pt>
                <c:pt idx="2837">
                  <c:v>-1.2881335583</c:v>
                </c:pt>
                <c:pt idx="2838">
                  <c:v>-1.3229694896999999</c:v>
                </c:pt>
                <c:pt idx="2839">
                  <c:v>-1.3543161257</c:v>
                </c:pt>
                <c:pt idx="2840">
                  <c:v>-1.3685759158999999</c:v>
                </c:pt>
                <c:pt idx="2841">
                  <c:v>-1.3966090980000001</c:v>
                </c:pt>
                <c:pt idx="2842">
                  <c:v>-1.4195663998000001</c:v>
                </c:pt>
                <c:pt idx="2843">
                  <c:v>-1.4520757119000001</c:v>
                </c:pt>
                <c:pt idx="2844">
                  <c:v>-1.4689380893999999</c:v>
                </c:pt>
                <c:pt idx="2845">
                  <c:v>-1.4816311090000001</c:v>
                </c:pt>
                <c:pt idx="2846">
                  <c:v>-1.4960455179000001</c:v>
                </c:pt>
                <c:pt idx="2847">
                  <c:v>-1.524374101</c:v>
                </c:pt>
                <c:pt idx="2848">
                  <c:v>-1.5623121938</c:v>
                </c:pt>
                <c:pt idx="2849">
                  <c:v>-1.6029274465000001</c:v>
                </c:pt>
                <c:pt idx="2850">
                  <c:v>-1.5888308217</c:v>
                </c:pt>
                <c:pt idx="2851">
                  <c:v>-1.5834918888</c:v>
                </c:pt>
                <c:pt idx="2852">
                  <c:v>-1.5524249273999999</c:v>
                </c:pt>
                <c:pt idx="2853">
                  <c:v>-1.5630227775000001</c:v>
                </c:pt>
                <c:pt idx="2854">
                  <c:v>-1.5691141456</c:v>
                </c:pt>
                <c:pt idx="2855">
                  <c:v>-1.5587233892000001</c:v>
                </c:pt>
                <c:pt idx="2856">
                  <c:v>-1.5367783755</c:v>
                </c:pt>
                <c:pt idx="2857">
                  <c:v>-1.5083872359999999</c:v>
                </c:pt>
                <c:pt idx="2858">
                  <c:v>-1.4894009669999999</c:v>
                </c:pt>
                <c:pt idx="2859">
                  <c:v>-1.4812533348000001</c:v>
                </c:pt>
                <c:pt idx="2860">
                  <c:v>-1.4551830455000001</c:v>
                </c:pt>
                <c:pt idx="2861">
                  <c:v>-1.4313949638000001</c:v>
                </c:pt>
                <c:pt idx="2862">
                  <c:v>-1.4335469961</c:v>
                </c:pt>
                <c:pt idx="2863">
                  <c:v>-1.4400795074999999</c:v>
                </c:pt>
                <c:pt idx="2864">
                  <c:v>-1.4283704363</c:v>
                </c:pt>
                <c:pt idx="2865">
                  <c:v>-1.4352239164</c:v>
                </c:pt>
                <c:pt idx="2866">
                  <c:v>-1.4503788914</c:v>
                </c:pt>
                <c:pt idx="2867">
                  <c:v>-1.4548714382000001</c:v>
                </c:pt>
                <c:pt idx="2868">
                  <c:v>-1.4564558733999999</c:v>
                </c:pt>
                <c:pt idx="2869">
                  <c:v>-1.4496529632999999</c:v>
                </c:pt>
                <c:pt idx="2870">
                  <c:v>-1.4333749876999999</c:v>
                </c:pt>
                <c:pt idx="2871">
                  <c:v>-1.4468561767999999</c:v>
                </c:pt>
                <c:pt idx="2872">
                  <c:v>-1.448649423</c:v>
                </c:pt>
                <c:pt idx="2873">
                  <c:v>-1.4124136274000001</c:v>
                </c:pt>
                <c:pt idx="2874">
                  <c:v>-1.3879020787</c:v>
                </c:pt>
                <c:pt idx="2875">
                  <c:v>-1.3658576455</c:v>
                </c:pt>
                <c:pt idx="2876">
                  <c:v>-1.3538359174000001</c:v>
                </c:pt>
                <c:pt idx="2877">
                  <c:v>-1.3426519905000001</c:v>
                </c:pt>
                <c:pt idx="2878">
                  <c:v>-1.3279468866999999</c:v>
                </c:pt>
                <c:pt idx="2879">
                  <c:v>-1.3252562551</c:v>
                </c:pt>
                <c:pt idx="2880">
                  <c:v>-1.3174601544</c:v>
                </c:pt>
                <c:pt idx="2881">
                  <c:v>-1.3146202924999999</c:v>
                </c:pt>
                <c:pt idx="2882">
                  <c:v>-1.3214482883000001</c:v>
                </c:pt>
                <c:pt idx="2883">
                  <c:v>-1.3284228264</c:v>
                </c:pt>
                <c:pt idx="2884">
                  <c:v>-1.3333790745</c:v>
                </c:pt>
                <c:pt idx="2885">
                  <c:v>-1.349125782</c:v>
                </c:pt>
                <c:pt idx="2886">
                  <c:v>-1.3744693099</c:v>
                </c:pt>
                <c:pt idx="2887">
                  <c:v>-1.3998913924</c:v>
                </c:pt>
                <c:pt idx="2888">
                  <c:v>-1.4222389448999999</c:v>
                </c:pt>
                <c:pt idx="2889">
                  <c:v>-1.4263048136000001</c:v>
                </c:pt>
                <c:pt idx="2890">
                  <c:v>-1.4331146172</c:v>
                </c:pt>
                <c:pt idx="2891">
                  <c:v>-1.4514103744</c:v>
                </c:pt>
                <c:pt idx="2892">
                  <c:v>-1.4724935803000001</c:v>
                </c:pt>
                <c:pt idx="2893">
                  <c:v>-1.4948207436000001</c:v>
                </c:pt>
                <c:pt idx="2894">
                  <c:v>-1.5599707995000001</c:v>
                </c:pt>
                <c:pt idx="2895">
                  <c:v>-1.6313434462</c:v>
                </c:pt>
                <c:pt idx="2896">
                  <c:v>-1.6885735543</c:v>
                </c:pt>
                <c:pt idx="2897">
                  <c:v>-1.72488256</c:v>
                </c:pt>
                <c:pt idx="2898">
                  <c:v>-1.7678777955</c:v>
                </c:pt>
                <c:pt idx="2899">
                  <c:v>-1.8060871602999999</c:v>
                </c:pt>
                <c:pt idx="2900">
                  <c:v>-1.7823617081000001</c:v>
                </c:pt>
                <c:pt idx="2901">
                  <c:v>-1.7401883977999999</c:v>
                </c:pt>
                <c:pt idx="2902">
                  <c:v>-1.691189979</c:v>
                </c:pt>
                <c:pt idx="2903">
                  <c:v>-1.6545319481</c:v>
                </c:pt>
                <c:pt idx="2904">
                  <c:v>-1.6211117693999999</c:v>
                </c:pt>
                <c:pt idx="2905">
                  <c:v>-1.5884787517000001</c:v>
                </c:pt>
                <c:pt idx="2906">
                  <c:v>-1.5468056268999999</c:v>
                </c:pt>
                <c:pt idx="2907">
                  <c:v>-1.5056550618</c:v>
                </c:pt>
                <c:pt idx="2908">
                  <c:v>-1.4506438802999999</c:v>
                </c:pt>
                <c:pt idx="2909">
                  <c:v>-1.4090101493</c:v>
                </c:pt>
                <c:pt idx="2910">
                  <c:v>-1.3984608775</c:v>
                </c:pt>
                <c:pt idx="2911">
                  <c:v>-1.3908440934999999</c:v>
                </c:pt>
                <c:pt idx="2912">
                  <c:v>-1.3706673529</c:v>
                </c:pt>
                <c:pt idx="2913">
                  <c:v>-1.3548669436</c:v>
                </c:pt>
                <c:pt idx="2914">
                  <c:v>-1.3243997907</c:v>
                </c:pt>
                <c:pt idx="2915">
                  <c:v>-1.2785068967</c:v>
                </c:pt>
                <c:pt idx="2916">
                  <c:v>-1.2421307856999999</c:v>
                </c:pt>
                <c:pt idx="2917">
                  <c:v>-1.1975562757</c:v>
                </c:pt>
                <c:pt idx="2918">
                  <c:v>-1.1645003760999999</c:v>
                </c:pt>
                <c:pt idx="2919">
                  <c:v>-1.1364025727</c:v>
                </c:pt>
                <c:pt idx="2920">
                  <c:v>-1.0932447806000001</c:v>
                </c:pt>
                <c:pt idx="2921">
                  <c:v>-1.0849163208999999</c:v>
                </c:pt>
                <c:pt idx="2922">
                  <c:v>-1.0826773082000001</c:v>
                </c:pt>
                <c:pt idx="2923">
                  <c:v>-1.0884169560000001</c:v>
                </c:pt>
                <c:pt idx="2924">
                  <c:v>-1.0753673109999999</c:v>
                </c:pt>
                <c:pt idx="2925">
                  <c:v>-1.0417863778000001</c:v>
                </c:pt>
                <c:pt idx="2926">
                  <c:v>-1.0177816978000001</c:v>
                </c:pt>
                <c:pt idx="2927">
                  <c:v>-0.99900400499999997</c:v>
                </c:pt>
                <c:pt idx="2928">
                  <c:v>-0.9697663715</c:v>
                </c:pt>
                <c:pt idx="2929">
                  <c:v>-0.9464836969</c:v>
                </c:pt>
                <c:pt idx="2930">
                  <c:v>-0.92506297110000002</c:v>
                </c:pt>
                <c:pt idx="2931">
                  <c:v>-0.88841157000000004</c:v>
                </c:pt>
                <c:pt idx="2932">
                  <c:v>-0.85548921590000004</c:v>
                </c:pt>
                <c:pt idx="2933">
                  <c:v>-0.83320048260000001</c:v>
                </c:pt>
                <c:pt idx="2934">
                  <c:v>-0.79933909349999999</c:v>
                </c:pt>
                <c:pt idx="2935">
                  <c:v>-0.79510846180000005</c:v>
                </c:pt>
                <c:pt idx="2936">
                  <c:v>-0.81502658839999997</c:v>
                </c:pt>
                <c:pt idx="2937">
                  <c:v>-0.83481095289999996</c:v>
                </c:pt>
                <c:pt idx="2938">
                  <c:v>-0.8565871062</c:v>
                </c:pt>
                <c:pt idx="2939">
                  <c:v>-0.88729861359999995</c:v>
                </c:pt>
                <c:pt idx="2940">
                  <c:v>-0.91320531869999999</c:v>
                </c:pt>
                <c:pt idx="2941">
                  <c:v>-0.94727420269999996</c:v>
                </c:pt>
                <c:pt idx="2942">
                  <c:v>-0.97057086820000005</c:v>
                </c:pt>
                <c:pt idx="2943">
                  <c:v>-1.0068080872</c:v>
                </c:pt>
                <c:pt idx="2944">
                  <c:v>-1.0274028941</c:v>
                </c:pt>
                <c:pt idx="2945">
                  <c:v>-1.0540398784</c:v>
                </c:pt>
                <c:pt idx="2946">
                  <c:v>-1.1000778550999999</c:v>
                </c:pt>
                <c:pt idx="2947">
                  <c:v>-1.1246987835</c:v>
                </c:pt>
                <c:pt idx="2948">
                  <c:v>-1.1418063459000001</c:v>
                </c:pt>
                <c:pt idx="2949">
                  <c:v>-1.1573655707999999</c:v>
                </c:pt>
                <c:pt idx="2950">
                  <c:v>-1.1655738442000001</c:v>
                </c:pt>
                <c:pt idx="2951">
                  <c:v>-1.1481942478</c:v>
                </c:pt>
                <c:pt idx="2952">
                  <c:v>-1.1265827584999999</c:v>
                </c:pt>
                <c:pt idx="2953">
                  <c:v>-1.1051009125</c:v>
                </c:pt>
                <c:pt idx="2954">
                  <c:v>-1.0714755703000001</c:v>
                </c:pt>
                <c:pt idx="2955">
                  <c:v>-1.0323285534</c:v>
                </c:pt>
                <c:pt idx="2956">
                  <c:v>-0.95485354980000003</c:v>
                </c:pt>
                <c:pt idx="2957">
                  <c:v>-0.85357818559999998</c:v>
                </c:pt>
                <c:pt idx="2958">
                  <c:v>-0.76025673569999996</c:v>
                </c:pt>
                <c:pt idx="2959">
                  <c:v>-0.66632936480000005</c:v>
                </c:pt>
                <c:pt idx="2960">
                  <c:v>-0.55670426289999997</c:v>
                </c:pt>
                <c:pt idx="2961">
                  <c:v>-0.44298604660000002</c:v>
                </c:pt>
                <c:pt idx="2962">
                  <c:v>-0.34231190249999999</c:v>
                </c:pt>
                <c:pt idx="2963">
                  <c:v>-0.26339479560000001</c:v>
                </c:pt>
                <c:pt idx="2964">
                  <c:v>-0.1701510218</c:v>
                </c:pt>
                <c:pt idx="2965">
                  <c:v>-9.2532737800000001E-2</c:v>
                </c:pt>
                <c:pt idx="2966">
                  <c:v>-6.2322534000000002E-3</c:v>
                </c:pt>
                <c:pt idx="2967">
                  <c:v>8.4386758000000006E-2</c:v>
                </c:pt>
                <c:pt idx="2968">
                  <c:v>0.16429993919999999</c:v>
                </c:pt>
                <c:pt idx="2969">
                  <c:v>0.22695076289999999</c:v>
                </c:pt>
                <c:pt idx="2970">
                  <c:v>0.31013002940000001</c:v>
                </c:pt>
                <c:pt idx="2971">
                  <c:v>0.38185631469999998</c:v>
                </c:pt>
                <c:pt idx="2972">
                  <c:v>0.46576701500000001</c:v>
                </c:pt>
                <c:pt idx="2973">
                  <c:v>0.53222859830000002</c:v>
                </c:pt>
                <c:pt idx="2974">
                  <c:v>0.61689071380000005</c:v>
                </c:pt>
                <c:pt idx="2975">
                  <c:v>0.69236813370000005</c:v>
                </c:pt>
                <c:pt idx="2976">
                  <c:v>0.73205575889999996</c:v>
                </c:pt>
                <c:pt idx="2977">
                  <c:v>0.74182433729999997</c:v>
                </c:pt>
                <c:pt idx="2978">
                  <c:v>0.73057556530000001</c:v>
                </c:pt>
                <c:pt idx="2979">
                  <c:v>0.7461575332</c:v>
                </c:pt>
                <c:pt idx="2980">
                  <c:v>0.75086516739999998</c:v>
                </c:pt>
                <c:pt idx="2981">
                  <c:v>0.75929522679999994</c:v>
                </c:pt>
                <c:pt idx="2982">
                  <c:v>0.73750505489999996</c:v>
                </c:pt>
                <c:pt idx="2983">
                  <c:v>0.72925669530000004</c:v>
                </c:pt>
                <c:pt idx="2984">
                  <c:v>0.73262559579999997</c:v>
                </c:pt>
                <c:pt idx="2985">
                  <c:v>0.72190393549999998</c:v>
                </c:pt>
                <c:pt idx="2986">
                  <c:v>0.71555098210000001</c:v>
                </c:pt>
                <c:pt idx="2987">
                  <c:v>0.71510619779999995</c:v>
                </c:pt>
                <c:pt idx="2988">
                  <c:v>0.73237640110000002</c:v>
                </c:pt>
                <c:pt idx="2989">
                  <c:v>0.75030431689999999</c:v>
                </c:pt>
                <c:pt idx="2990">
                  <c:v>0.77814511450000001</c:v>
                </c:pt>
                <c:pt idx="2991">
                  <c:v>0.82605032359999997</c:v>
                </c:pt>
                <c:pt idx="2992">
                  <c:v>0.85752779909999999</c:v>
                </c:pt>
                <c:pt idx="2993">
                  <c:v>0.84686634419999995</c:v>
                </c:pt>
                <c:pt idx="2994">
                  <c:v>0.84137997769999995</c:v>
                </c:pt>
                <c:pt idx="2995">
                  <c:v>0.83576685419999996</c:v>
                </c:pt>
                <c:pt idx="2996">
                  <c:v>0.82818269960000002</c:v>
                </c:pt>
                <c:pt idx="2997">
                  <c:v>0.84935585670000002</c:v>
                </c:pt>
                <c:pt idx="2998">
                  <c:v>0.87243016429999998</c:v>
                </c:pt>
                <c:pt idx="2999">
                  <c:v>0.9315825485</c:v>
                </c:pt>
                <c:pt idx="3000">
                  <c:v>0.98887525799999998</c:v>
                </c:pt>
                <c:pt idx="3001">
                  <c:v>1.0126300896</c:v>
                </c:pt>
                <c:pt idx="3002">
                  <c:v>1.0249271933999999</c:v>
                </c:pt>
                <c:pt idx="3003">
                  <c:v>1.0482347935</c:v>
                </c:pt>
                <c:pt idx="3004">
                  <c:v>1.0646785033999999</c:v>
                </c:pt>
                <c:pt idx="3005">
                  <c:v>1.06676612</c:v>
                </c:pt>
                <c:pt idx="3006">
                  <c:v>1.086687916</c:v>
                </c:pt>
                <c:pt idx="3007">
                  <c:v>1.1061865777</c:v>
                </c:pt>
                <c:pt idx="3008">
                  <c:v>1.1185866114</c:v>
                </c:pt>
                <c:pt idx="3009">
                  <c:v>1.1114378534</c:v>
                </c:pt>
                <c:pt idx="3010">
                  <c:v>1.1022447026</c:v>
                </c:pt>
                <c:pt idx="3011">
                  <c:v>1.1141198085999999</c:v>
                </c:pt>
                <c:pt idx="3012">
                  <c:v>1.0807998437999999</c:v>
                </c:pt>
                <c:pt idx="3013">
                  <c:v>1.0695142243</c:v>
                </c:pt>
                <c:pt idx="3014">
                  <c:v>1.1019736027</c:v>
                </c:pt>
                <c:pt idx="3015">
                  <c:v>1.1311356268999999</c:v>
                </c:pt>
                <c:pt idx="3016">
                  <c:v>1.1489628871999999</c:v>
                </c:pt>
                <c:pt idx="3017">
                  <c:v>1.1596468234999999</c:v>
                </c:pt>
                <c:pt idx="3018">
                  <c:v>1.1767102434000001</c:v>
                </c:pt>
                <c:pt idx="3019">
                  <c:v>1.1894459116</c:v>
                </c:pt>
                <c:pt idx="3020">
                  <c:v>1.1778998233</c:v>
                </c:pt>
                <c:pt idx="3021">
                  <c:v>1.1751391574000001</c:v>
                </c:pt>
                <c:pt idx="3022">
                  <c:v>1.2237871627000001</c:v>
                </c:pt>
                <c:pt idx="3023">
                  <c:v>1.2337205924000001</c:v>
                </c:pt>
                <c:pt idx="3024">
                  <c:v>1.2813096505999999</c:v>
                </c:pt>
                <c:pt idx="3025">
                  <c:v>1.3077000781999999</c:v>
                </c:pt>
                <c:pt idx="3026">
                  <c:v>1.3503986496</c:v>
                </c:pt>
                <c:pt idx="3027">
                  <c:v>1.3481992587</c:v>
                </c:pt>
                <c:pt idx="3028">
                  <c:v>1.3608493058</c:v>
                </c:pt>
                <c:pt idx="3029">
                  <c:v>1.3633605123000001</c:v>
                </c:pt>
                <c:pt idx="3030">
                  <c:v>1.3796482943999999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67-480B-97BB-B45BAB9B5B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45631"/>
        <c:axId val="1711100431"/>
      </c:lineChart>
      <c:dateAx>
        <c:axId val="12345631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711100431"/>
        <c:crosses val="autoZero"/>
        <c:auto val="1"/>
        <c:lblOffset val="100"/>
        <c:baseTimeUnit val="days"/>
        <c:majorUnit val="1"/>
        <c:majorTimeUnit val="years"/>
      </c:dateAx>
      <c:valAx>
        <c:axId val="1711100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23456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289026665111127E-2"/>
          <c:y val="5.7084567824453238E-2"/>
          <c:w val="0.92516459290608488"/>
          <c:h val="0.82872032038572574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'Low Momentum'!$A$26:$A$3044</c:f>
              <c:numCache>
                <c:formatCode>yyyy\-mm\-dd</c:formatCode>
                <c:ptCount val="3031"/>
                <c:pt idx="0">
                  <c:v>41803</c:v>
                </c:pt>
                <c:pt idx="1">
                  <c:v>41806</c:v>
                </c:pt>
                <c:pt idx="2">
                  <c:v>41807</c:v>
                </c:pt>
                <c:pt idx="3">
                  <c:v>41808</c:v>
                </c:pt>
                <c:pt idx="4">
                  <c:v>41810</c:v>
                </c:pt>
                <c:pt idx="5">
                  <c:v>41813</c:v>
                </c:pt>
                <c:pt idx="6">
                  <c:v>41814</c:v>
                </c:pt>
                <c:pt idx="7">
                  <c:v>41815</c:v>
                </c:pt>
                <c:pt idx="8">
                  <c:v>41816</c:v>
                </c:pt>
                <c:pt idx="9">
                  <c:v>41817</c:v>
                </c:pt>
                <c:pt idx="10">
                  <c:v>41820</c:v>
                </c:pt>
                <c:pt idx="11">
                  <c:v>41821</c:v>
                </c:pt>
                <c:pt idx="12">
                  <c:v>41822</c:v>
                </c:pt>
                <c:pt idx="13">
                  <c:v>41823</c:v>
                </c:pt>
                <c:pt idx="14">
                  <c:v>41824</c:v>
                </c:pt>
                <c:pt idx="15">
                  <c:v>41827</c:v>
                </c:pt>
                <c:pt idx="16">
                  <c:v>41828</c:v>
                </c:pt>
                <c:pt idx="17">
                  <c:v>41830</c:v>
                </c:pt>
                <c:pt idx="18">
                  <c:v>41831</c:v>
                </c:pt>
                <c:pt idx="19">
                  <c:v>41834</c:v>
                </c:pt>
                <c:pt idx="20">
                  <c:v>41835</c:v>
                </c:pt>
                <c:pt idx="21">
                  <c:v>41836</c:v>
                </c:pt>
                <c:pt idx="22">
                  <c:v>41837</c:v>
                </c:pt>
                <c:pt idx="23">
                  <c:v>41838</c:v>
                </c:pt>
                <c:pt idx="24">
                  <c:v>41841</c:v>
                </c:pt>
                <c:pt idx="25">
                  <c:v>41842</c:v>
                </c:pt>
                <c:pt idx="26">
                  <c:v>41843</c:v>
                </c:pt>
                <c:pt idx="27">
                  <c:v>41844</c:v>
                </c:pt>
                <c:pt idx="28">
                  <c:v>41845</c:v>
                </c:pt>
                <c:pt idx="29">
                  <c:v>41848</c:v>
                </c:pt>
                <c:pt idx="30">
                  <c:v>41849</c:v>
                </c:pt>
                <c:pt idx="31">
                  <c:v>41850</c:v>
                </c:pt>
                <c:pt idx="32">
                  <c:v>41851</c:v>
                </c:pt>
                <c:pt idx="33">
                  <c:v>41852</c:v>
                </c:pt>
                <c:pt idx="34">
                  <c:v>41855</c:v>
                </c:pt>
                <c:pt idx="35">
                  <c:v>41856</c:v>
                </c:pt>
                <c:pt idx="36">
                  <c:v>41857</c:v>
                </c:pt>
                <c:pt idx="37">
                  <c:v>41858</c:v>
                </c:pt>
                <c:pt idx="38">
                  <c:v>41859</c:v>
                </c:pt>
                <c:pt idx="39">
                  <c:v>41862</c:v>
                </c:pt>
                <c:pt idx="40">
                  <c:v>41863</c:v>
                </c:pt>
                <c:pt idx="41">
                  <c:v>41864</c:v>
                </c:pt>
                <c:pt idx="42">
                  <c:v>41865</c:v>
                </c:pt>
                <c:pt idx="43">
                  <c:v>41866</c:v>
                </c:pt>
                <c:pt idx="44">
                  <c:v>41869</c:v>
                </c:pt>
                <c:pt idx="45">
                  <c:v>41870</c:v>
                </c:pt>
                <c:pt idx="46">
                  <c:v>41871</c:v>
                </c:pt>
                <c:pt idx="47">
                  <c:v>41872</c:v>
                </c:pt>
                <c:pt idx="48">
                  <c:v>41873</c:v>
                </c:pt>
                <c:pt idx="49">
                  <c:v>41876</c:v>
                </c:pt>
                <c:pt idx="50">
                  <c:v>41877</c:v>
                </c:pt>
                <c:pt idx="51">
                  <c:v>41878</c:v>
                </c:pt>
                <c:pt idx="52">
                  <c:v>41879</c:v>
                </c:pt>
                <c:pt idx="53">
                  <c:v>41880</c:v>
                </c:pt>
                <c:pt idx="54">
                  <c:v>41883</c:v>
                </c:pt>
                <c:pt idx="55">
                  <c:v>41884</c:v>
                </c:pt>
                <c:pt idx="56">
                  <c:v>41885</c:v>
                </c:pt>
                <c:pt idx="57">
                  <c:v>41886</c:v>
                </c:pt>
                <c:pt idx="58">
                  <c:v>41887</c:v>
                </c:pt>
                <c:pt idx="59">
                  <c:v>41890</c:v>
                </c:pt>
                <c:pt idx="60">
                  <c:v>41891</c:v>
                </c:pt>
                <c:pt idx="61">
                  <c:v>41892</c:v>
                </c:pt>
                <c:pt idx="62">
                  <c:v>41893</c:v>
                </c:pt>
                <c:pt idx="63">
                  <c:v>41894</c:v>
                </c:pt>
                <c:pt idx="64">
                  <c:v>41897</c:v>
                </c:pt>
                <c:pt idx="65">
                  <c:v>41898</c:v>
                </c:pt>
                <c:pt idx="66">
                  <c:v>41899</c:v>
                </c:pt>
                <c:pt idx="67">
                  <c:v>41900</c:v>
                </c:pt>
                <c:pt idx="68">
                  <c:v>41901</c:v>
                </c:pt>
                <c:pt idx="69">
                  <c:v>41904</c:v>
                </c:pt>
                <c:pt idx="70">
                  <c:v>41905</c:v>
                </c:pt>
                <c:pt idx="71">
                  <c:v>41906</c:v>
                </c:pt>
                <c:pt idx="72">
                  <c:v>41907</c:v>
                </c:pt>
                <c:pt idx="73">
                  <c:v>41908</c:v>
                </c:pt>
                <c:pt idx="74">
                  <c:v>41911</c:v>
                </c:pt>
                <c:pt idx="75">
                  <c:v>41912</c:v>
                </c:pt>
                <c:pt idx="76">
                  <c:v>41913</c:v>
                </c:pt>
                <c:pt idx="77">
                  <c:v>41914</c:v>
                </c:pt>
                <c:pt idx="78">
                  <c:v>41915</c:v>
                </c:pt>
                <c:pt idx="79">
                  <c:v>41918</c:v>
                </c:pt>
                <c:pt idx="80">
                  <c:v>41919</c:v>
                </c:pt>
                <c:pt idx="81">
                  <c:v>41920</c:v>
                </c:pt>
                <c:pt idx="82">
                  <c:v>41921</c:v>
                </c:pt>
                <c:pt idx="83">
                  <c:v>41922</c:v>
                </c:pt>
                <c:pt idx="84">
                  <c:v>41925</c:v>
                </c:pt>
                <c:pt idx="85">
                  <c:v>41926</c:v>
                </c:pt>
                <c:pt idx="86">
                  <c:v>41927</c:v>
                </c:pt>
                <c:pt idx="87">
                  <c:v>41928</c:v>
                </c:pt>
                <c:pt idx="88">
                  <c:v>41929</c:v>
                </c:pt>
                <c:pt idx="89">
                  <c:v>41932</c:v>
                </c:pt>
                <c:pt idx="90">
                  <c:v>41933</c:v>
                </c:pt>
                <c:pt idx="91">
                  <c:v>41934</c:v>
                </c:pt>
                <c:pt idx="92">
                  <c:v>41935</c:v>
                </c:pt>
                <c:pt idx="93">
                  <c:v>41936</c:v>
                </c:pt>
                <c:pt idx="94">
                  <c:v>41939</c:v>
                </c:pt>
                <c:pt idx="95">
                  <c:v>41940</c:v>
                </c:pt>
                <c:pt idx="96">
                  <c:v>41941</c:v>
                </c:pt>
                <c:pt idx="97">
                  <c:v>41942</c:v>
                </c:pt>
                <c:pt idx="98">
                  <c:v>41943</c:v>
                </c:pt>
                <c:pt idx="99">
                  <c:v>41946</c:v>
                </c:pt>
                <c:pt idx="100">
                  <c:v>41947</c:v>
                </c:pt>
                <c:pt idx="101">
                  <c:v>41948</c:v>
                </c:pt>
                <c:pt idx="102">
                  <c:v>41949</c:v>
                </c:pt>
                <c:pt idx="103">
                  <c:v>41950</c:v>
                </c:pt>
                <c:pt idx="104">
                  <c:v>41953</c:v>
                </c:pt>
                <c:pt idx="105">
                  <c:v>41954</c:v>
                </c:pt>
                <c:pt idx="106">
                  <c:v>41955</c:v>
                </c:pt>
                <c:pt idx="107">
                  <c:v>41956</c:v>
                </c:pt>
                <c:pt idx="108">
                  <c:v>41957</c:v>
                </c:pt>
                <c:pt idx="109">
                  <c:v>41960</c:v>
                </c:pt>
                <c:pt idx="110">
                  <c:v>41961</c:v>
                </c:pt>
                <c:pt idx="111">
                  <c:v>41962</c:v>
                </c:pt>
                <c:pt idx="112">
                  <c:v>41964</c:v>
                </c:pt>
                <c:pt idx="113">
                  <c:v>41967</c:v>
                </c:pt>
                <c:pt idx="114">
                  <c:v>41968</c:v>
                </c:pt>
                <c:pt idx="115">
                  <c:v>41969</c:v>
                </c:pt>
                <c:pt idx="116">
                  <c:v>41970</c:v>
                </c:pt>
                <c:pt idx="117">
                  <c:v>41971</c:v>
                </c:pt>
                <c:pt idx="118">
                  <c:v>41974</c:v>
                </c:pt>
                <c:pt idx="119">
                  <c:v>41975</c:v>
                </c:pt>
                <c:pt idx="120">
                  <c:v>41976</c:v>
                </c:pt>
                <c:pt idx="121">
                  <c:v>41977</c:v>
                </c:pt>
                <c:pt idx="122">
                  <c:v>41978</c:v>
                </c:pt>
                <c:pt idx="123">
                  <c:v>41981</c:v>
                </c:pt>
                <c:pt idx="124">
                  <c:v>41982</c:v>
                </c:pt>
                <c:pt idx="125">
                  <c:v>41983</c:v>
                </c:pt>
                <c:pt idx="126">
                  <c:v>41984</c:v>
                </c:pt>
                <c:pt idx="127">
                  <c:v>41985</c:v>
                </c:pt>
                <c:pt idx="128">
                  <c:v>41988</c:v>
                </c:pt>
                <c:pt idx="129">
                  <c:v>41989</c:v>
                </c:pt>
                <c:pt idx="130">
                  <c:v>41990</c:v>
                </c:pt>
                <c:pt idx="131">
                  <c:v>41991</c:v>
                </c:pt>
                <c:pt idx="132">
                  <c:v>41992</c:v>
                </c:pt>
                <c:pt idx="133">
                  <c:v>41995</c:v>
                </c:pt>
                <c:pt idx="134">
                  <c:v>41996</c:v>
                </c:pt>
                <c:pt idx="135">
                  <c:v>41999</c:v>
                </c:pt>
                <c:pt idx="136">
                  <c:v>42002</c:v>
                </c:pt>
                <c:pt idx="137">
                  <c:v>42003</c:v>
                </c:pt>
                <c:pt idx="138">
                  <c:v>42006</c:v>
                </c:pt>
                <c:pt idx="139">
                  <c:v>42009</c:v>
                </c:pt>
                <c:pt idx="140">
                  <c:v>42010</c:v>
                </c:pt>
                <c:pt idx="141">
                  <c:v>42011</c:v>
                </c:pt>
                <c:pt idx="142">
                  <c:v>42012</c:v>
                </c:pt>
                <c:pt idx="143">
                  <c:v>42013</c:v>
                </c:pt>
                <c:pt idx="144">
                  <c:v>42016</c:v>
                </c:pt>
                <c:pt idx="145">
                  <c:v>42017</c:v>
                </c:pt>
                <c:pt idx="146">
                  <c:v>42018</c:v>
                </c:pt>
                <c:pt idx="147">
                  <c:v>42019</c:v>
                </c:pt>
                <c:pt idx="148">
                  <c:v>42020</c:v>
                </c:pt>
                <c:pt idx="149">
                  <c:v>42023</c:v>
                </c:pt>
                <c:pt idx="150">
                  <c:v>42024</c:v>
                </c:pt>
                <c:pt idx="151">
                  <c:v>42025</c:v>
                </c:pt>
                <c:pt idx="152">
                  <c:v>42026</c:v>
                </c:pt>
                <c:pt idx="153">
                  <c:v>42027</c:v>
                </c:pt>
                <c:pt idx="154">
                  <c:v>42030</c:v>
                </c:pt>
                <c:pt idx="155">
                  <c:v>42031</c:v>
                </c:pt>
                <c:pt idx="156">
                  <c:v>42032</c:v>
                </c:pt>
                <c:pt idx="157">
                  <c:v>42033</c:v>
                </c:pt>
                <c:pt idx="158">
                  <c:v>42034</c:v>
                </c:pt>
                <c:pt idx="159">
                  <c:v>42037</c:v>
                </c:pt>
                <c:pt idx="160">
                  <c:v>42038</c:v>
                </c:pt>
                <c:pt idx="161">
                  <c:v>42039</c:v>
                </c:pt>
                <c:pt idx="162">
                  <c:v>42040</c:v>
                </c:pt>
                <c:pt idx="163">
                  <c:v>42041</c:v>
                </c:pt>
                <c:pt idx="164">
                  <c:v>42044</c:v>
                </c:pt>
                <c:pt idx="165">
                  <c:v>42045</c:v>
                </c:pt>
                <c:pt idx="166">
                  <c:v>42046</c:v>
                </c:pt>
                <c:pt idx="167">
                  <c:v>42047</c:v>
                </c:pt>
                <c:pt idx="168">
                  <c:v>42048</c:v>
                </c:pt>
                <c:pt idx="169">
                  <c:v>42053</c:v>
                </c:pt>
                <c:pt idx="170">
                  <c:v>42054</c:v>
                </c:pt>
                <c:pt idx="171">
                  <c:v>42055</c:v>
                </c:pt>
                <c:pt idx="172">
                  <c:v>42058</c:v>
                </c:pt>
                <c:pt idx="173">
                  <c:v>42059</c:v>
                </c:pt>
                <c:pt idx="174">
                  <c:v>42060</c:v>
                </c:pt>
                <c:pt idx="175">
                  <c:v>42061</c:v>
                </c:pt>
                <c:pt idx="176">
                  <c:v>42062</c:v>
                </c:pt>
                <c:pt idx="177">
                  <c:v>42065</c:v>
                </c:pt>
                <c:pt idx="178">
                  <c:v>42066</c:v>
                </c:pt>
                <c:pt idx="179">
                  <c:v>42067</c:v>
                </c:pt>
                <c:pt idx="180">
                  <c:v>42068</c:v>
                </c:pt>
                <c:pt idx="181">
                  <c:v>42069</c:v>
                </c:pt>
                <c:pt idx="182">
                  <c:v>42072</c:v>
                </c:pt>
                <c:pt idx="183">
                  <c:v>42073</c:v>
                </c:pt>
                <c:pt idx="184">
                  <c:v>42074</c:v>
                </c:pt>
                <c:pt idx="185">
                  <c:v>42075</c:v>
                </c:pt>
                <c:pt idx="186">
                  <c:v>42076</c:v>
                </c:pt>
                <c:pt idx="187">
                  <c:v>42079</c:v>
                </c:pt>
                <c:pt idx="188">
                  <c:v>42080</c:v>
                </c:pt>
                <c:pt idx="189">
                  <c:v>42081</c:v>
                </c:pt>
                <c:pt idx="190">
                  <c:v>42082</c:v>
                </c:pt>
                <c:pt idx="191">
                  <c:v>42083</c:v>
                </c:pt>
                <c:pt idx="192">
                  <c:v>42086</c:v>
                </c:pt>
                <c:pt idx="193">
                  <c:v>42087</c:v>
                </c:pt>
                <c:pt idx="194">
                  <c:v>42088</c:v>
                </c:pt>
                <c:pt idx="195">
                  <c:v>42089</c:v>
                </c:pt>
                <c:pt idx="196">
                  <c:v>42090</c:v>
                </c:pt>
                <c:pt idx="197">
                  <c:v>42093</c:v>
                </c:pt>
                <c:pt idx="198">
                  <c:v>42094</c:v>
                </c:pt>
                <c:pt idx="199">
                  <c:v>42095</c:v>
                </c:pt>
                <c:pt idx="200">
                  <c:v>42096</c:v>
                </c:pt>
                <c:pt idx="201">
                  <c:v>42100</c:v>
                </c:pt>
                <c:pt idx="202">
                  <c:v>42101</c:v>
                </c:pt>
                <c:pt idx="203">
                  <c:v>42102</c:v>
                </c:pt>
                <c:pt idx="204">
                  <c:v>42103</c:v>
                </c:pt>
                <c:pt idx="205">
                  <c:v>42104</c:v>
                </c:pt>
                <c:pt idx="206">
                  <c:v>42107</c:v>
                </c:pt>
                <c:pt idx="207">
                  <c:v>42108</c:v>
                </c:pt>
                <c:pt idx="208">
                  <c:v>42109</c:v>
                </c:pt>
                <c:pt idx="209">
                  <c:v>42110</c:v>
                </c:pt>
                <c:pt idx="210">
                  <c:v>42111</c:v>
                </c:pt>
                <c:pt idx="211">
                  <c:v>42114</c:v>
                </c:pt>
                <c:pt idx="212">
                  <c:v>42116</c:v>
                </c:pt>
                <c:pt idx="213">
                  <c:v>42117</c:v>
                </c:pt>
                <c:pt idx="214">
                  <c:v>42118</c:v>
                </c:pt>
                <c:pt idx="215">
                  <c:v>42121</c:v>
                </c:pt>
                <c:pt idx="216">
                  <c:v>42122</c:v>
                </c:pt>
                <c:pt idx="217">
                  <c:v>42123</c:v>
                </c:pt>
                <c:pt idx="218">
                  <c:v>42124</c:v>
                </c:pt>
                <c:pt idx="219">
                  <c:v>42128</c:v>
                </c:pt>
                <c:pt idx="220">
                  <c:v>42129</c:v>
                </c:pt>
                <c:pt idx="221">
                  <c:v>42130</c:v>
                </c:pt>
                <c:pt idx="222">
                  <c:v>42131</c:v>
                </c:pt>
                <c:pt idx="223">
                  <c:v>42132</c:v>
                </c:pt>
                <c:pt idx="224">
                  <c:v>42135</c:v>
                </c:pt>
                <c:pt idx="225">
                  <c:v>42136</c:v>
                </c:pt>
                <c:pt idx="226">
                  <c:v>42137</c:v>
                </c:pt>
                <c:pt idx="227">
                  <c:v>42138</c:v>
                </c:pt>
                <c:pt idx="228">
                  <c:v>42139</c:v>
                </c:pt>
                <c:pt idx="229">
                  <c:v>42142</c:v>
                </c:pt>
                <c:pt idx="230">
                  <c:v>42143</c:v>
                </c:pt>
                <c:pt idx="231">
                  <c:v>42144</c:v>
                </c:pt>
                <c:pt idx="232">
                  <c:v>42145</c:v>
                </c:pt>
                <c:pt idx="233">
                  <c:v>42146</c:v>
                </c:pt>
                <c:pt idx="234">
                  <c:v>42149</c:v>
                </c:pt>
                <c:pt idx="235">
                  <c:v>42150</c:v>
                </c:pt>
                <c:pt idx="236">
                  <c:v>42151</c:v>
                </c:pt>
                <c:pt idx="237">
                  <c:v>42152</c:v>
                </c:pt>
                <c:pt idx="238">
                  <c:v>42153</c:v>
                </c:pt>
                <c:pt idx="239">
                  <c:v>42156</c:v>
                </c:pt>
                <c:pt idx="240">
                  <c:v>42157</c:v>
                </c:pt>
                <c:pt idx="241">
                  <c:v>42158</c:v>
                </c:pt>
                <c:pt idx="242">
                  <c:v>42160</c:v>
                </c:pt>
                <c:pt idx="243">
                  <c:v>42163</c:v>
                </c:pt>
                <c:pt idx="244">
                  <c:v>42164</c:v>
                </c:pt>
                <c:pt idx="245">
                  <c:v>42165</c:v>
                </c:pt>
                <c:pt idx="246">
                  <c:v>42166</c:v>
                </c:pt>
                <c:pt idx="247">
                  <c:v>42167</c:v>
                </c:pt>
                <c:pt idx="248">
                  <c:v>42170</c:v>
                </c:pt>
                <c:pt idx="249">
                  <c:v>42171</c:v>
                </c:pt>
                <c:pt idx="250">
                  <c:v>42172</c:v>
                </c:pt>
                <c:pt idx="251">
                  <c:v>42173</c:v>
                </c:pt>
                <c:pt idx="252">
                  <c:v>42174</c:v>
                </c:pt>
                <c:pt idx="253">
                  <c:v>42177</c:v>
                </c:pt>
                <c:pt idx="254">
                  <c:v>42178</c:v>
                </c:pt>
                <c:pt idx="255">
                  <c:v>42179</c:v>
                </c:pt>
                <c:pt idx="256">
                  <c:v>42180</c:v>
                </c:pt>
                <c:pt idx="257">
                  <c:v>42181</c:v>
                </c:pt>
                <c:pt idx="258">
                  <c:v>42184</c:v>
                </c:pt>
                <c:pt idx="259">
                  <c:v>42185</c:v>
                </c:pt>
                <c:pt idx="260">
                  <c:v>42186</c:v>
                </c:pt>
                <c:pt idx="261">
                  <c:v>42187</c:v>
                </c:pt>
                <c:pt idx="262">
                  <c:v>42188</c:v>
                </c:pt>
                <c:pt idx="263">
                  <c:v>42191</c:v>
                </c:pt>
                <c:pt idx="264">
                  <c:v>42192</c:v>
                </c:pt>
                <c:pt idx="265">
                  <c:v>42193</c:v>
                </c:pt>
                <c:pt idx="266">
                  <c:v>42195</c:v>
                </c:pt>
                <c:pt idx="267">
                  <c:v>42198</c:v>
                </c:pt>
                <c:pt idx="268">
                  <c:v>42199</c:v>
                </c:pt>
                <c:pt idx="269">
                  <c:v>42200</c:v>
                </c:pt>
                <c:pt idx="270">
                  <c:v>42201</c:v>
                </c:pt>
                <c:pt idx="271">
                  <c:v>42202</c:v>
                </c:pt>
                <c:pt idx="272">
                  <c:v>42205</c:v>
                </c:pt>
                <c:pt idx="273">
                  <c:v>42206</c:v>
                </c:pt>
                <c:pt idx="274">
                  <c:v>42207</c:v>
                </c:pt>
                <c:pt idx="275">
                  <c:v>42208</c:v>
                </c:pt>
                <c:pt idx="276">
                  <c:v>42209</c:v>
                </c:pt>
                <c:pt idx="277">
                  <c:v>42212</c:v>
                </c:pt>
                <c:pt idx="278">
                  <c:v>42213</c:v>
                </c:pt>
                <c:pt idx="279">
                  <c:v>42214</c:v>
                </c:pt>
                <c:pt idx="280">
                  <c:v>42215</c:v>
                </c:pt>
                <c:pt idx="281">
                  <c:v>42216</c:v>
                </c:pt>
                <c:pt idx="282">
                  <c:v>42219</c:v>
                </c:pt>
                <c:pt idx="283">
                  <c:v>42220</c:v>
                </c:pt>
                <c:pt idx="284">
                  <c:v>42221</c:v>
                </c:pt>
                <c:pt idx="285">
                  <c:v>42222</c:v>
                </c:pt>
                <c:pt idx="286">
                  <c:v>42223</c:v>
                </c:pt>
                <c:pt idx="287">
                  <c:v>42226</c:v>
                </c:pt>
                <c:pt idx="288">
                  <c:v>42227</c:v>
                </c:pt>
                <c:pt idx="289">
                  <c:v>42228</c:v>
                </c:pt>
                <c:pt idx="290">
                  <c:v>42229</c:v>
                </c:pt>
                <c:pt idx="291">
                  <c:v>42230</c:v>
                </c:pt>
                <c:pt idx="292">
                  <c:v>42233</c:v>
                </c:pt>
                <c:pt idx="293">
                  <c:v>42234</c:v>
                </c:pt>
                <c:pt idx="294">
                  <c:v>42235</c:v>
                </c:pt>
                <c:pt idx="295">
                  <c:v>42236</c:v>
                </c:pt>
                <c:pt idx="296">
                  <c:v>42237</c:v>
                </c:pt>
                <c:pt idx="297">
                  <c:v>42240</c:v>
                </c:pt>
                <c:pt idx="298">
                  <c:v>42241</c:v>
                </c:pt>
                <c:pt idx="299">
                  <c:v>42242</c:v>
                </c:pt>
                <c:pt idx="300">
                  <c:v>42243</c:v>
                </c:pt>
                <c:pt idx="301">
                  <c:v>42244</c:v>
                </c:pt>
                <c:pt idx="302">
                  <c:v>42247</c:v>
                </c:pt>
                <c:pt idx="303">
                  <c:v>42248</c:v>
                </c:pt>
                <c:pt idx="304">
                  <c:v>42249</c:v>
                </c:pt>
                <c:pt idx="305">
                  <c:v>42250</c:v>
                </c:pt>
                <c:pt idx="306">
                  <c:v>42251</c:v>
                </c:pt>
                <c:pt idx="307">
                  <c:v>42255</c:v>
                </c:pt>
                <c:pt idx="308">
                  <c:v>42256</c:v>
                </c:pt>
                <c:pt idx="309">
                  <c:v>42257</c:v>
                </c:pt>
                <c:pt idx="310">
                  <c:v>42258</c:v>
                </c:pt>
                <c:pt idx="311">
                  <c:v>42261</c:v>
                </c:pt>
                <c:pt idx="312">
                  <c:v>42262</c:v>
                </c:pt>
                <c:pt idx="313">
                  <c:v>42263</c:v>
                </c:pt>
                <c:pt idx="314">
                  <c:v>42264</c:v>
                </c:pt>
                <c:pt idx="315">
                  <c:v>42265</c:v>
                </c:pt>
                <c:pt idx="316">
                  <c:v>42268</c:v>
                </c:pt>
                <c:pt idx="317">
                  <c:v>42269</c:v>
                </c:pt>
                <c:pt idx="318">
                  <c:v>42270</c:v>
                </c:pt>
                <c:pt idx="319">
                  <c:v>42271</c:v>
                </c:pt>
                <c:pt idx="320">
                  <c:v>42272</c:v>
                </c:pt>
                <c:pt idx="321">
                  <c:v>42275</c:v>
                </c:pt>
                <c:pt idx="322">
                  <c:v>42276</c:v>
                </c:pt>
                <c:pt idx="323">
                  <c:v>42277</c:v>
                </c:pt>
                <c:pt idx="324">
                  <c:v>42278</c:v>
                </c:pt>
                <c:pt idx="325">
                  <c:v>42279</c:v>
                </c:pt>
                <c:pt idx="326">
                  <c:v>42282</c:v>
                </c:pt>
                <c:pt idx="327">
                  <c:v>42283</c:v>
                </c:pt>
                <c:pt idx="328">
                  <c:v>42284</c:v>
                </c:pt>
                <c:pt idx="329">
                  <c:v>42285</c:v>
                </c:pt>
                <c:pt idx="330">
                  <c:v>42286</c:v>
                </c:pt>
                <c:pt idx="331">
                  <c:v>42290</c:v>
                </c:pt>
                <c:pt idx="332">
                  <c:v>42291</c:v>
                </c:pt>
                <c:pt idx="333">
                  <c:v>42292</c:v>
                </c:pt>
                <c:pt idx="334">
                  <c:v>42293</c:v>
                </c:pt>
                <c:pt idx="335">
                  <c:v>42296</c:v>
                </c:pt>
                <c:pt idx="336">
                  <c:v>42297</c:v>
                </c:pt>
                <c:pt idx="337">
                  <c:v>42298</c:v>
                </c:pt>
                <c:pt idx="338">
                  <c:v>42299</c:v>
                </c:pt>
                <c:pt idx="339">
                  <c:v>42300</c:v>
                </c:pt>
                <c:pt idx="340">
                  <c:v>42303</c:v>
                </c:pt>
                <c:pt idx="341">
                  <c:v>42304</c:v>
                </c:pt>
                <c:pt idx="342">
                  <c:v>42305</c:v>
                </c:pt>
                <c:pt idx="343">
                  <c:v>42306</c:v>
                </c:pt>
                <c:pt idx="344">
                  <c:v>42307</c:v>
                </c:pt>
                <c:pt idx="345">
                  <c:v>42311</c:v>
                </c:pt>
                <c:pt idx="346">
                  <c:v>42312</c:v>
                </c:pt>
                <c:pt idx="347">
                  <c:v>42313</c:v>
                </c:pt>
                <c:pt idx="348">
                  <c:v>42314</c:v>
                </c:pt>
                <c:pt idx="349">
                  <c:v>42317</c:v>
                </c:pt>
                <c:pt idx="350">
                  <c:v>42318</c:v>
                </c:pt>
                <c:pt idx="351">
                  <c:v>42319</c:v>
                </c:pt>
                <c:pt idx="352">
                  <c:v>42320</c:v>
                </c:pt>
                <c:pt idx="353">
                  <c:v>42321</c:v>
                </c:pt>
                <c:pt idx="354">
                  <c:v>42324</c:v>
                </c:pt>
                <c:pt idx="355">
                  <c:v>42325</c:v>
                </c:pt>
                <c:pt idx="356">
                  <c:v>42326</c:v>
                </c:pt>
                <c:pt idx="357">
                  <c:v>42327</c:v>
                </c:pt>
                <c:pt idx="358">
                  <c:v>42331</c:v>
                </c:pt>
                <c:pt idx="359">
                  <c:v>42332</c:v>
                </c:pt>
                <c:pt idx="360">
                  <c:v>42333</c:v>
                </c:pt>
                <c:pt idx="361">
                  <c:v>42334</c:v>
                </c:pt>
                <c:pt idx="362">
                  <c:v>42335</c:v>
                </c:pt>
                <c:pt idx="363">
                  <c:v>42338</c:v>
                </c:pt>
                <c:pt idx="364">
                  <c:v>42339</c:v>
                </c:pt>
                <c:pt idx="365">
                  <c:v>42340</c:v>
                </c:pt>
                <c:pt idx="366">
                  <c:v>42341</c:v>
                </c:pt>
                <c:pt idx="367">
                  <c:v>42342</c:v>
                </c:pt>
                <c:pt idx="368">
                  <c:v>42345</c:v>
                </c:pt>
                <c:pt idx="369">
                  <c:v>42346</c:v>
                </c:pt>
                <c:pt idx="370">
                  <c:v>42347</c:v>
                </c:pt>
                <c:pt idx="371">
                  <c:v>42348</c:v>
                </c:pt>
                <c:pt idx="372">
                  <c:v>42349</c:v>
                </c:pt>
                <c:pt idx="373">
                  <c:v>42352</c:v>
                </c:pt>
                <c:pt idx="374">
                  <c:v>42353</c:v>
                </c:pt>
                <c:pt idx="375">
                  <c:v>42354</c:v>
                </c:pt>
                <c:pt idx="376">
                  <c:v>42355</c:v>
                </c:pt>
                <c:pt idx="377">
                  <c:v>42356</c:v>
                </c:pt>
                <c:pt idx="378">
                  <c:v>42359</c:v>
                </c:pt>
                <c:pt idx="379">
                  <c:v>42360</c:v>
                </c:pt>
                <c:pt idx="380">
                  <c:v>42361</c:v>
                </c:pt>
                <c:pt idx="381">
                  <c:v>42366</c:v>
                </c:pt>
                <c:pt idx="382">
                  <c:v>42367</c:v>
                </c:pt>
                <c:pt idx="383">
                  <c:v>42368</c:v>
                </c:pt>
                <c:pt idx="384">
                  <c:v>42373</c:v>
                </c:pt>
                <c:pt idx="385">
                  <c:v>42374</c:v>
                </c:pt>
                <c:pt idx="386">
                  <c:v>42375</c:v>
                </c:pt>
                <c:pt idx="387">
                  <c:v>42376</c:v>
                </c:pt>
                <c:pt idx="388">
                  <c:v>42377</c:v>
                </c:pt>
                <c:pt idx="389">
                  <c:v>42380</c:v>
                </c:pt>
                <c:pt idx="390">
                  <c:v>42381</c:v>
                </c:pt>
                <c:pt idx="391">
                  <c:v>42382</c:v>
                </c:pt>
                <c:pt idx="392">
                  <c:v>42383</c:v>
                </c:pt>
                <c:pt idx="393">
                  <c:v>42384</c:v>
                </c:pt>
                <c:pt idx="394">
                  <c:v>42387</c:v>
                </c:pt>
                <c:pt idx="395">
                  <c:v>42388</c:v>
                </c:pt>
                <c:pt idx="396">
                  <c:v>42389</c:v>
                </c:pt>
                <c:pt idx="397">
                  <c:v>42390</c:v>
                </c:pt>
                <c:pt idx="398">
                  <c:v>42391</c:v>
                </c:pt>
                <c:pt idx="399">
                  <c:v>42395</c:v>
                </c:pt>
                <c:pt idx="400">
                  <c:v>42396</c:v>
                </c:pt>
                <c:pt idx="401">
                  <c:v>42397</c:v>
                </c:pt>
                <c:pt idx="402">
                  <c:v>42398</c:v>
                </c:pt>
                <c:pt idx="403">
                  <c:v>42401</c:v>
                </c:pt>
                <c:pt idx="404">
                  <c:v>42402</c:v>
                </c:pt>
                <c:pt idx="405">
                  <c:v>42403</c:v>
                </c:pt>
                <c:pt idx="406">
                  <c:v>42404</c:v>
                </c:pt>
                <c:pt idx="407">
                  <c:v>42405</c:v>
                </c:pt>
                <c:pt idx="408">
                  <c:v>42410</c:v>
                </c:pt>
                <c:pt idx="409">
                  <c:v>42411</c:v>
                </c:pt>
                <c:pt idx="410">
                  <c:v>42412</c:v>
                </c:pt>
                <c:pt idx="411">
                  <c:v>42415</c:v>
                </c:pt>
                <c:pt idx="412">
                  <c:v>42416</c:v>
                </c:pt>
                <c:pt idx="413">
                  <c:v>42417</c:v>
                </c:pt>
                <c:pt idx="414">
                  <c:v>42418</c:v>
                </c:pt>
                <c:pt idx="415">
                  <c:v>42419</c:v>
                </c:pt>
                <c:pt idx="416">
                  <c:v>42422</c:v>
                </c:pt>
                <c:pt idx="417">
                  <c:v>42423</c:v>
                </c:pt>
                <c:pt idx="418">
                  <c:v>42424</c:v>
                </c:pt>
                <c:pt idx="419">
                  <c:v>42425</c:v>
                </c:pt>
                <c:pt idx="420">
                  <c:v>42426</c:v>
                </c:pt>
                <c:pt idx="421">
                  <c:v>42429</c:v>
                </c:pt>
                <c:pt idx="422">
                  <c:v>42430</c:v>
                </c:pt>
                <c:pt idx="423">
                  <c:v>42431</c:v>
                </c:pt>
                <c:pt idx="424">
                  <c:v>42432</c:v>
                </c:pt>
                <c:pt idx="425">
                  <c:v>42433</c:v>
                </c:pt>
                <c:pt idx="426">
                  <c:v>42436</c:v>
                </c:pt>
                <c:pt idx="427">
                  <c:v>42437</c:v>
                </c:pt>
                <c:pt idx="428">
                  <c:v>42438</c:v>
                </c:pt>
                <c:pt idx="429">
                  <c:v>42439</c:v>
                </c:pt>
                <c:pt idx="430">
                  <c:v>42440</c:v>
                </c:pt>
                <c:pt idx="431">
                  <c:v>42443</c:v>
                </c:pt>
                <c:pt idx="432">
                  <c:v>42444</c:v>
                </c:pt>
                <c:pt idx="433">
                  <c:v>42445</c:v>
                </c:pt>
                <c:pt idx="434">
                  <c:v>42446</c:v>
                </c:pt>
                <c:pt idx="435">
                  <c:v>42447</c:v>
                </c:pt>
                <c:pt idx="436">
                  <c:v>42450</c:v>
                </c:pt>
                <c:pt idx="437">
                  <c:v>42451</c:v>
                </c:pt>
                <c:pt idx="438">
                  <c:v>42452</c:v>
                </c:pt>
                <c:pt idx="439">
                  <c:v>42453</c:v>
                </c:pt>
                <c:pt idx="440">
                  <c:v>42457</c:v>
                </c:pt>
                <c:pt idx="441">
                  <c:v>42458</c:v>
                </c:pt>
                <c:pt idx="442">
                  <c:v>42459</c:v>
                </c:pt>
                <c:pt idx="443">
                  <c:v>42460</c:v>
                </c:pt>
                <c:pt idx="444">
                  <c:v>42461</c:v>
                </c:pt>
                <c:pt idx="445">
                  <c:v>42464</c:v>
                </c:pt>
                <c:pt idx="446">
                  <c:v>42465</c:v>
                </c:pt>
                <c:pt idx="447">
                  <c:v>42466</c:v>
                </c:pt>
                <c:pt idx="448">
                  <c:v>42467</c:v>
                </c:pt>
                <c:pt idx="449">
                  <c:v>42468</c:v>
                </c:pt>
                <c:pt idx="450">
                  <c:v>42471</c:v>
                </c:pt>
                <c:pt idx="451">
                  <c:v>42472</c:v>
                </c:pt>
                <c:pt idx="452">
                  <c:v>42473</c:v>
                </c:pt>
                <c:pt idx="453">
                  <c:v>42474</c:v>
                </c:pt>
                <c:pt idx="454">
                  <c:v>42475</c:v>
                </c:pt>
                <c:pt idx="455">
                  <c:v>42478</c:v>
                </c:pt>
                <c:pt idx="456">
                  <c:v>42479</c:v>
                </c:pt>
                <c:pt idx="457">
                  <c:v>42480</c:v>
                </c:pt>
                <c:pt idx="458">
                  <c:v>42482</c:v>
                </c:pt>
                <c:pt idx="459">
                  <c:v>42485</c:v>
                </c:pt>
                <c:pt idx="460">
                  <c:v>42486</c:v>
                </c:pt>
                <c:pt idx="461">
                  <c:v>42487</c:v>
                </c:pt>
                <c:pt idx="462">
                  <c:v>42488</c:v>
                </c:pt>
                <c:pt idx="463">
                  <c:v>42489</c:v>
                </c:pt>
                <c:pt idx="464">
                  <c:v>42492</c:v>
                </c:pt>
                <c:pt idx="465">
                  <c:v>42493</c:v>
                </c:pt>
                <c:pt idx="466">
                  <c:v>42494</c:v>
                </c:pt>
                <c:pt idx="467">
                  <c:v>42495</c:v>
                </c:pt>
                <c:pt idx="468">
                  <c:v>42496</c:v>
                </c:pt>
                <c:pt idx="469">
                  <c:v>42499</c:v>
                </c:pt>
                <c:pt idx="470">
                  <c:v>42500</c:v>
                </c:pt>
                <c:pt idx="471">
                  <c:v>42501</c:v>
                </c:pt>
                <c:pt idx="472">
                  <c:v>42502</c:v>
                </c:pt>
                <c:pt idx="473">
                  <c:v>42503</c:v>
                </c:pt>
                <c:pt idx="474">
                  <c:v>42506</c:v>
                </c:pt>
                <c:pt idx="475">
                  <c:v>42507</c:v>
                </c:pt>
                <c:pt idx="476">
                  <c:v>42508</c:v>
                </c:pt>
                <c:pt idx="477">
                  <c:v>42509</c:v>
                </c:pt>
                <c:pt idx="478">
                  <c:v>42510</c:v>
                </c:pt>
                <c:pt idx="479">
                  <c:v>42513</c:v>
                </c:pt>
                <c:pt idx="480">
                  <c:v>42514</c:v>
                </c:pt>
                <c:pt idx="481">
                  <c:v>42515</c:v>
                </c:pt>
                <c:pt idx="482">
                  <c:v>42517</c:v>
                </c:pt>
                <c:pt idx="483">
                  <c:v>42520</c:v>
                </c:pt>
                <c:pt idx="484">
                  <c:v>42521</c:v>
                </c:pt>
                <c:pt idx="485">
                  <c:v>42522</c:v>
                </c:pt>
                <c:pt idx="486">
                  <c:v>42523</c:v>
                </c:pt>
                <c:pt idx="487">
                  <c:v>42524</c:v>
                </c:pt>
                <c:pt idx="488">
                  <c:v>42527</c:v>
                </c:pt>
                <c:pt idx="489">
                  <c:v>42528</c:v>
                </c:pt>
                <c:pt idx="490">
                  <c:v>42529</c:v>
                </c:pt>
                <c:pt idx="491">
                  <c:v>42530</c:v>
                </c:pt>
                <c:pt idx="492">
                  <c:v>42531</c:v>
                </c:pt>
                <c:pt idx="493">
                  <c:v>42534</c:v>
                </c:pt>
                <c:pt idx="494">
                  <c:v>42535</c:v>
                </c:pt>
                <c:pt idx="495">
                  <c:v>42536</c:v>
                </c:pt>
                <c:pt idx="496">
                  <c:v>42537</c:v>
                </c:pt>
                <c:pt idx="497">
                  <c:v>42538</c:v>
                </c:pt>
                <c:pt idx="498">
                  <c:v>42541</c:v>
                </c:pt>
                <c:pt idx="499">
                  <c:v>42542</c:v>
                </c:pt>
                <c:pt idx="500">
                  <c:v>42543</c:v>
                </c:pt>
                <c:pt idx="501">
                  <c:v>42544</c:v>
                </c:pt>
                <c:pt idx="502">
                  <c:v>42545</c:v>
                </c:pt>
                <c:pt idx="503">
                  <c:v>42548</c:v>
                </c:pt>
                <c:pt idx="504">
                  <c:v>42549</c:v>
                </c:pt>
                <c:pt idx="505">
                  <c:v>42550</c:v>
                </c:pt>
                <c:pt idx="506">
                  <c:v>42551</c:v>
                </c:pt>
                <c:pt idx="507">
                  <c:v>42552</c:v>
                </c:pt>
                <c:pt idx="508">
                  <c:v>42555</c:v>
                </c:pt>
                <c:pt idx="509">
                  <c:v>42556</c:v>
                </c:pt>
                <c:pt idx="510">
                  <c:v>42557</c:v>
                </c:pt>
                <c:pt idx="511">
                  <c:v>42558</c:v>
                </c:pt>
                <c:pt idx="512">
                  <c:v>42559</c:v>
                </c:pt>
                <c:pt idx="513">
                  <c:v>42562</c:v>
                </c:pt>
                <c:pt idx="514">
                  <c:v>42563</c:v>
                </c:pt>
                <c:pt idx="515">
                  <c:v>42564</c:v>
                </c:pt>
                <c:pt idx="516">
                  <c:v>42565</c:v>
                </c:pt>
                <c:pt idx="517">
                  <c:v>42566</c:v>
                </c:pt>
                <c:pt idx="518">
                  <c:v>42569</c:v>
                </c:pt>
                <c:pt idx="519">
                  <c:v>42570</c:v>
                </c:pt>
                <c:pt idx="520">
                  <c:v>42571</c:v>
                </c:pt>
                <c:pt idx="521">
                  <c:v>42572</c:v>
                </c:pt>
                <c:pt idx="522">
                  <c:v>42573</c:v>
                </c:pt>
                <c:pt idx="523">
                  <c:v>42576</c:v>
                </c:pt>
                <c:pt idx="524">
                  <c:v>42577</c:v>
                </c:pt>
                <c:pt idx="525">
                  <c:v>42578</c:v>
                </c:pt>
                <c:pt idx="526">
                  <c:v>42579</c:v>
                </c:pt>
                <c:pt idx="527">
                  <c:v>42580</c:v>
                </c:pt>
                <c:pt idx="528">
                  <c:v>42583</c:v>
                </c:pt>
                <c:pt idx="529">
                  <c:v>42584</c:v>
                </c:pt>
                <c:pt idx="530">
                  <c:v>42585</c:v>
                </c:pt>
                <c:pt idx="531">
                  <c:v>42586</c:v>
                </c:pt>
                <c:pt idx="532">
                  <c:v>42587</c:v>
                </c:pt>
                <c:pt idx="533">
                  <c:v>42590</c:v>
                </c:pt>
                <c:pt idx="534">
                  <c:v>42591</c:v>
                </c:pt>
                <c:pt idx="535">
                  <c:v>42592</c:v>
                </c:pt>
                <c:pt idx="536">
                  <c:v>42593</c:v>
                </c:pt>
                <c:pt idx="537">
                  <c:v>42594</c:v>
                </c:pt>
                <c:pt idx="538">
                  <c:v>42597</c:v>
                </c:pt>
                <c:pt idx="539">
                  <c:v>42598</c:v>
                </c:pt>
                <c:pt idx="540">
                  <c:v>42599</c:v>
                </c:pt>
                <c:pt idx="541">
                  <c:v>42600</c:v>
                </c:pt>
                <c:pt idx="542">
                  <c:v>42601</c:v>
                </c:pt>
                <c:pt idx="543">
                  <c:v>42604</c:v>
                </c:pt>
                <c:pt idx="544">
                  <c:v>42605</c:v>
                </c:pt>
                <c:pt idx="545">
                  <c:v>42606</c:v>
                </c:pt>
                <c:pt idx="546">
                  <c:v>42607</c:v>
                </c:pt>
                <c:pt idx="547">
                  <c:v>42608</c:v>
                </c:pt>
                <c:pt idx="548">
                  <c:v>42611</c:v>
                </c:pt>
                <c:pt idx="549">
                  <c:v>42612</c:v>
                </c:pt>
                <c:pt idx="550">
                  <c:v>42613</c:v>
                </c:pt>
                <c:pt idx="551">
                  <c:v>42614</c:v>
                </c:pt>
                <c:pt idx="552">
                  <c:v>42615</c:v>
                </c:pt>
                <c:pt idx="553">
                  <c:v>42618</c:v>
                </c:pt>
                <c:pt idx="554">
                  <c:v>42619</c:v>
                </c:pt>
                <c:pt idx="555">
                  <c:v>42621</c:v>
                </c:pt>
                <c:pt idx="556">
                  <c:v>42622</c:v>
                </c:pt>
                <c:pt idx="557">
                  <c:v>42625</c:v>
                </c:pt>
                <c:pt idx="558">
                  <c:v>42626</c:v>
                </c:pt>
                <c:pt idx="559">
                  <c:v>42627</c:v>
                </c:pt>
                <c:pt idx="560">
                  <c:v>42628</c:v>
                </c:pt>
                <c:pt idx="561">
                  <c:v>42629</c:v>
                </c:pt>
                <c:pt idx="562">
                  <c:v>42632</c:v>
                </c:pt>
                <c:pt idx="563">
                  <c:v>42633</c:v>
                </c:pt>
                <c:pt idx="564">
                  <c:v>42634</c:v>
                </c:pt>
                <c:pt idx="565">
                  <c:v>42635</c:v>
                </c:pt>
                <c:pt idx="566">
                  <c:v>42636</c:v>
                </c:pt>
                <c:pt idx="567">
                  <c:v>42639</c:v>
                </c:pt>
                <c:pt idx="568">
                  <c:v>42640</c:v>
                </c:pt>
                <c:pt idx="569">
                  <c:v>42641</c:v>
                </c:pt>
                <c:pt idx="570">
                  <c:v>42642</c:v>
                </c:pt>
                <c:pt idx="571">
                  <c:v>42643</c:v>
                </c:pt>
                <c:pt idx="572">
                  <c:v>42646</c:v>
                </c:pt>
                <c:pt idx="573">
                  <c:v>42647</c:v>
                </c:pt>
                <c:pt idx="574">
                  <c:v>42648</c:v>
                </c:pt>
                <c:pt idx="575">
                  <c:v>42649</c:v>
                </c:pt>
                <c:pt idx="576">
                  <c:v>42650</c:v>
                </c:pt>
                <c:pt idx="577">
                  <c:v>42653</c:v>
                </c:pt>
                <c:pt idx="578">
                  <c:v>42654</c:v>
                </c:pt>
                <c:pt idx="579">
                  <c:v>42656</c:v>
                </c:pt>
                <c:pt idx="580">
                  <c:v>42657</c:v>
                </c:pt>
                <c:pt idx="581">
                  <c:v>42660</c:v>
                </c:pt>
                <c:pt idx="582">
                  <c:v>42661</c:v>
                </c:pt>
                <c:pt idx="583">
                  <c:v>42662</c:v>
                </c:pt>
                <c:pt idx="584">
                  <c:v>42663</c:v>
                </c:pt>
                <c:pt idx="585">
                  <c:v>42664</c:v>
                </c:pt>
                <c:pt idx="586">
                  <c:v>42667</c:v>
                </c:pt>
                <c:pt idx="587">
                  <c:v>42668</c:v>
                </c:pt>
                <c:pt idx="588">
                  <c:v>42669</c:v>
                </c:pt>
                <c:pt idx="589">
                  <c:v>42670</c:v>
                </c:pt>
                <c:pt idx="590">
                  <c:v>42671</c:v>
                </c:pt>
                <c:pt idx="591">
                  <c:v>42674</c:v>
                </c:pt>
                <c:pt idx="592">
                  <c:v>42675</c:v>
                </c:pt>
                <c:pt idx="593">
                  <c:v>42677</c:v>
                </c:pt>
                <c:pt idx="594">
                  <c:v>42678</c:v>
                </c:pt>
                <c:pt idx="595">
                  <c:v>42681</c:v>
                </c:pt>
                <c:pt idx="596">
                  <c:v>42682</c:v>
                </c:pt>
                <c:pt idx="597">
                  <c:v>42683</c:v>
                </c:pt>
                <c:pt idx="598">
                  <c:v>42684</c:v>
                </c:pt>
                <c:pt idx="599">
                  <c:v>42685</c:v>
                </c:pt>
                <c:pt idx="600">
                  <c:v>42688</c:v>
                </c:pt>
                <c:pt idx="601">
                  <c:v>42690</c:v>
                </c:pt>
                <c:pt idx="602">
                  <c:v>42691</c:v>
                </c:pt>
                <c:pt idx="603">
                  <c:v>42692</c:v>
                </c:pt>
                <c:pt idx="604">
                  <c:v>42695</c:v>
                </c:pt>
                <c:pt idx="605">
                  <c:v>42696</c:v>
                </c:pt>
                <c:pt idx="606">
                  <c:v>42697</c:v>
                </c:pt>
                <c:pt idx="607">
                  <c:v>42698</c:v>
                </c:pt>
                <c:pt idx="608">
                  <c:v>42699</c:v>
                </c:pt>
                <c:pt idx="609">
                  <c:v>42702</c:v>
                </c:pt>
                <c:pt idx="610">
                  <c:v>42703</c:v>
                </c:pt>
                <c:pt idx="611">
                  <c:v>42704</c:v>
                </c:pt>
                <c:pt idx="612">
                  <c:v>42705</c:v>
                </c:pt>
                <c:pt idx="613">
                  <c:v>42706</c:v>
                </c:pt>
                <c:pt idx="614">
                  <c:v>42709</c:v>
                </c:pt>
                <c:pt idx="615">
                  <c:v>42710</c:v>
                </c:pt>
                <c:pt idx="616">
                  <c:v>42711</c:v>
                </c:pt>
                <c:pt idx="617">
                  <c:v>42712</c:v>
                </c:pt>
                <c:pt idx="618">
                  <c:v>42713</c:v>
                </c:pt>
                <c:pt idx="619">
                  <c:v>42716</c:v>
                </c:pt>
                <c:pt idx="620">
                  <c:v>42717</c:v>
                </c:pt>
                <c:pt idx="621">
                  <c:v>42718</c:v>
                </c:pt>
                <c:pt idx="622">
                  <c:v>42719</c:v>
                </c:pt>
                <c:pt idx="623">
                  <c:v>42720</c:v>
                </c:pt>
                <c:pt idx="624">
                  <c:v>42723</c:v>
                </c:pt>
                <c:pt idx="625">
                  <c:v>42724</c:v>
                </c:pt>
                <c:pt idx="626">
                  <c:v>42725</c:v>
                </c:pt>
                <c:pt idx="627">
                  <c:v>42726</c:v>
                </c:pt>
                <c:pt idx="628">
                  <c:v>42727</c:v>
                </c:pt>
                <c:pt idx="629">
                  <c:v>42730</c:v>
                </c:pt>
                <c:pt idx="630">
                  <c:v>42731</c:v>
                </c:pt>
                <c:pt idx="631">
                  <c:v>42732</c:v>
                </c:pt>
                <c:pt idx="632">
                  <c:v>42733</c:v>
                </c:pt>
                <c:pt idx="633">
                  <c:v>42737</c:v>
                </c:pt>
                <c:pt idx="634">
                  <c:v>42738</c:v>
                </c:pt>
                <c:pt idx="635">
                  <c:v>42739</c:v>
                </c:pt>
                <c:pt idx="636">
                  <c:v>42740</c:v>
                </c:pt>
                <c:pt idx="637">
                  <c:v>42741</c:v>
                </c:pt>
                <c:pt idx="638">
                  <c:v>42744</c:v>
                </c:pt>
                <c:pt idx="639">
                  <c:v>42745</c:v>
                </c:pt>
                <c:pt idx="640">
                  <c:v>42746</c:v>
                </c:pt>
                <c:pt idx="641">
                  <c:v>42747</c:v>
                </c:pt>
                <c:pt idx="642">
                  <c:v>42748</c:v>
                </c:pt>
                <c:pt idx="643">
                  <c:v>42751</c:v>
                </c:pt>
                <c:pt idx="644">
                  <c:v>42752</c:v>
                </c:pt>
                <c:pt idx="645">
                  <c:v>42753</c:v>
                </c:pt>
                <c:pt idx="646">
                  <c:v>42754</c:v>
                </c:pt>
                <c:pt idx="647">
                  <c:v>42755</c:v>
                </c:pt>
                <c:pt idx="648">
                  <c:v>42758</c:v>
                </c:pt>
                <c:pt idx="649">
                  <c:v>42759</c:v>
                </c:pt>
                <c:pt idx="650">
                  <c:v>42761</c:v>
                </c:pt>
                <c:pt idx="651">
                  <c:v>42762</c:v>
                </c:pt>
                <c:pt idx="652">
                  <c:v>42765</c:v>
                </c:pt>
                <c:pt idx="653">
                  <c:v>42766</c:v>
                </c:pt>
                <c:pt idx="654">
                  <c:v>42767</c:v>
                </c:pt>
                <c:pt idx="655">
                  <c:v>42768</c:v>
                </c:pt>
                <c:pt idx="656">
                  <c:v>42769</c:v>
                </c:pt>
                <c:pt idx="657">
                  <c:v>42772</c:v>
                </c:pt>
                <c:pt idx="658">
                  <c:v>42773</c:v>
                </c:pt>
                <c:pt idx="659">
                  <c:v>42774</c:v>
                </c:pt>
                <c:pt idx="660">
                  <c:v>42775</c:v>
                </c:pt>
                <c:pt idx="661">
                  <c:v>42776</c:v>
                </c:pt>
                <c:pt idx="662">
                  <c:v>42779</c:v>
                </c:pt>
                <c:pt idx="663">
                  <c:v>42780</c:v>
                </c:pt>
                <c:pt idx="664">
                  <c:v>42781</c:v>
                </c:pt>
                <c:pt idx="665">
                  <c:v>42782</c:v>
                </c:pt>
                <c:pt idx="666">
                  <c:v>42783</c:v>
                </c:pt>
                <c:pt idx="667">
                  <c:v>42786</c:v>
                </c:pt>
                <c:pt idx="668">
                  <c:v>42787</c:v>
                </c:pt>
                <c:pt idx="669">
                  <c:v>42788</c:v>
                </c:pt>
                <c:pt idx="670">
                  <c:v>42789</c:v>
                </c:pt>
                <c:pt idx="671">
                  <c:v>42790</c:v>
                </c:pt>
                <c:pt idx="672">
                  <c:v>42795</c:v>
                </c:pt>
                <c:pt idx="673">
                  <c:v>42796</c:v>
                </c:pt>
                <c:pt idx="674">
                  <c:v>42797</c:v>
                </c:pt>
                <c:pt idx="675">
                  <c:v>42800</c:v>
                </c:pt>
                <c:pt idx="676">
                  <c:v>42801</c:v>
                </c:pt>
                <c:pt idx="677">
                  <c:v>42802</c:v>
                </c:pt>
                <c:pt idx="678">
                  <c:v>42803</c:v>
                </c:pt>
                <c:pt idx="679">
                  <c:v>42804</c:v>
                </c:pt>
                <c:pt idx="680">
                  <c:v>42807</c:v>
                </c:pt>
                <c:pt idx="681">
                  <c:v>42808</c:v>
                </c:pt>
                <c:pt idx="682">
                  <c:v>42809</c:v>
                </c:pt>
                <c:pt idx="683">
                  <c:v>42810</c:v>
                </c:pt>
                <c:pt idx="684">
                  <c:v>42811</c:v>
                </c:pt>
                <c:pt idx="685">
                  <c:v>42814</c:v>
                </c:pt>
                <c:pt idx="686">
                  <c:v>42815</c:v>
                </c:pt>
                <c:pt idx="687">
                  <c:v>42816</c:v>
                </c:pt>
                <c:pt idx="688">
                  <c:v>42817</c:v>
                </c:pt>
                <c:pt idx="689">
                  <c:v>42818</c:v>
                </c:pt>
                <c:pt idx="690">
                  <c:v>42821</c:v>
                </c:pt>
                <c:pt idx="691">
                  <c:v>42822</c:v>
                </c:pt>
                <c:pt idx="692">
                  <c:v>42823</c:v>
                </c:pt>
                <c:pt idx="693">
                  <c:v>42824</c:v>
                </c:pt>
                <c:pt idx="694">
                  <c:v>42825</c:v>
                </c:pt>
                <c:pt idx="695">
                  <c:v>42828</c:v>
                </c:pt>
                <c:pt idx="696">
                  <c:v>42829</c:v>
                </c:pt>
                <c:pt idx="697">
                  <c:v>42830</c:v>
                </c:pt>
                <c:pt idx="698">
                  <c:v>42831</c:v>
                </c:pt>
                <c:pt idx="699">
                  <c:v>42832</c:v>
                </c:pt>
                <c:pt idx="700">
                  <c:v>42835</c:v>
                </c:pt>
                <c:pt idx="701">
                  <c:v>42836</c:v>
                </c:pt>
                <c:pt idx="702">
                  <c:v>42837</c:v>
                </c:pt>
                <c:pt idx="703">
                  <c:v>42838</c:v>
                </c:pt>
                <c:pt idx="704">
                  <c:v>42842</c:v>
                </c:pt>
                <c:pt idx="705">
                  <c:v>42843</c:v>
                </c:pt>
                <c:pt idx="706">
                  <c:v>42844</c:v>
                </c:pt>
                <c:pt idx="707">
                  <c:v>42845</c:v>
                </c:pt>
                <c:pt idx="708">
                  <c:v>42849</c:v>
                </c:pt>
                <c:pt idx="709">
                  <c:v>42850</c:v>
                </c:pt>
                <c:pt idx="710">
                  <c:v>42851</c:v>
                </c:pt>
                <c:pt idx="711">
                  <c:v>42852</c:v>
                </c:pt>
                <c:pt idx="712">
                  <c:v>42853</c:v>
                </c:pt>
                <c:pt idx="713">
                  <c:v>42857</c:v>
                </c:pt>
                <c:pt idx="714">
                  <c:v>42858</c:v>
                </c:pt>
                <c:pt idx="715">
                  <c:v>42859</c:v>
                </c:pt>
                <c:pt idx="716">
                  <c:v>42860</c:v>
                </c:pt>
                <c:pt idx="717">
                  <c:v>42863</c:v>
                </c:pt>
                <c:pt idx="718">
                  <c:v>42864</c:v>
                </c:pt>
                <c:pt idx="719">
                  <c:v>42865</c:v>
                </c:pt>
                <c:pt idx="720">
                  <c:v>42866</c:v>
                </c:pt>
                <c:pt idx="721">
                  <c:v>42867</c:v>
                </c:pt>
                <c:pt idx="722">
                  <c:v>42870</c:v>
                </c:pt>
                <c:pt idx="723">
                  <c:v>42871</c:v>
                </c:pt>
                <c:pt idx="724">
                  <c:v>42872</c:v>
                </c:pt>
                <c:pt idx="725">
                  <c:v>42873</c:v>
                </c:pt>
                <c:pt idx="726">
                  <c:v>42874</c:v>
                </c:pt>
                <c:pt idx="727">
                  <c:v>42877</c:v>
                </c:pt>
                <c:pt idx="728">
                  <c:v>42878</c:v>
                </c:pt>
                <c:pt idx="729">
                  <c:v>42879</c:v>
                </c:pt>
                <c:pt idx="730">
                  <c:v>42880</c:v>
                </c:pt>
                <c:pt idx="731">
                  <c:v>42881</c:v>
                </c:pt>
                <c:pt idx="732">
                  <c:v>42884</c:v>
                </c:pt>
                <c:pt idx="733">
                  <c:v>42885</c:v>
                </c:pt>
                <c:pt idx="734">
                  <c:v>42886</c:v>
                </c:pt>
                <c:pt idx="735">
                  <c:v>42887</c:v>
                </c:pt>
                <c:pt idx="736">
                  <c:v>42888</c:v>
                </c:pt>
                <c:pt idx="737">
                  <c:v>42891</c:v>
                </c:pt>
                <c:pt idx="738">
                  <c:v>42892</c:v>
                </c:pt>
                <c:pt idx="739">
                  <c:v>42893</c:v>
                </c:pt>
                <c:pt idx="740">
                  <c:v>42894</c:v>
                </c:pt>
                <c:pt idx="741">
                  <c:v>42895</c:v>
                </c:pt>
                <c:pt idx="742">
                  <c:v>42898</c:v>
                </c:pt>
                <c:pt idx="743">
                  <c:v>42899</c:v>
                </c:pt>
                <c:pt idx="744">
                  <c:v>42900</c:v>
                </c:pt>
                <c:pt idx="745">
                  <c:v>42902</c:v>
                </c:pt>
                <c:pt idx="746">
                  <c:v>42905</c:v>
                </c:pt>
                <c:pt idx="747">
                  <c:v>42906</c:v>
                </c:pt>
                <c:pt idx="748">
                  <c:v>42907</c:v>
                </c:pt>
                <c:pt idx="749">
                  <c:v>42908</c:v>
                </c:pt>
                <c:pt idx="750">
                  <c:v>42909</c:v>
                </c:pt>
                <c:pt idx="751">
                  <c:v>42912</c:v>
                </c:pt>
                <c:pt idx="752">
                  <c:v>42913</c:v>
                </c:pt>
                <c:pt idx="753">
                  <c:v>42914</c:v>
                </c:pt>
                <c:pt idx="754">
                  <c:v>42915</c:v>
                </c:pt>
                <c:pt idx="755">
                  <c:v>42916</c:v>
                </c:pt>
                <c:pt idx="756">
                  <c:v>42919</c:v>
                </c:pt>
                <c:pt idx="757">
                  <c:v>42920</c:v>
                </c:pt>
                <c:pt idx="758">
                  <c:v>42921</c:v>
                </c:pt>
                <c:pt idx="759">
                  <c:v>42922</c:v>
                </c:pt>
                <c:pt idx="760">
                  <c:v>42923</c:v>
                </c:pt>
                <c:pt idx="761">
                  <c:v>42926</c:v>
                </c:pt>
                <c:pt idx="762">
                  <c:v>42927</c:v>
                </c:pt>
                <c:pt idx="763">
                  <c:v>42928</c:v>
                </c:pt>
                <c:pt idx="764">
                  <c:v>42929</c:v>
                </c:pt>
                <c:pt idx="765">
                  <c:v>42930</c:v>
                </c:pt>
                <c:pt idx="766">
                  <c:v>42933</c:v>
                </c:pt>
                <c:pt idx="767">
                  <c:v>42934</c:v>
                </c:pt>
                <c:pt idx="768">
                  <c:v>42935</c:v>
                </c:pt>
                <c:pt idx="769">
                  <c:v>42936</c:v>
                </c:pt>
                <c:pt idx="770">
                  <c:v>42937</c:v>
                </c:pt>
                <c:pt idx="771">
                  <c:v>42940</c:v>
                </c:pt>
                <c:pt idx="772">
                  <c:v>42941</c:v>
                </c:pt>
                <c:pt idx="773">
                  <c:v>42942</c:v>
                </c:pt>
                <c:pt idx="774">
                  <c:v>42943</c:v>
                </c:pt>
                <c:pt idx="775">
                  <c:v>42944</c:v>
                </c:pt>
                <c:pt idx="776">
                  <c:v>42947</c:v>
                </c:pt>
                <c:pt idx="777">
                  <c:v>42948</c:v>
                </c:pt>
                <c:pt idx="778">
                  <c:v>42949</c:v>
                </c:pt>
                <c:pt idx="779">
                  <c:v>42950</c:v>
                </c:pt>
                <c:pt idx="780">
                  <c:v>42951</c:v>
                </c:pt>
                <c:pt idx="781">
                  <c:v>42954</c:v>
                </c:pt>
                <c:pt idx="782">
                  <c:v>42955</c:v>
                </c:pt>
                <c:pt idx="783">
                  <c:v>42956</c:v>
                </c:pt>
                <c:pt idx="784">
                  <c:v>42957</c:v>
                </c:pt>
                <c:pt idx="785">
                  <c:v>42958</c:v>
                </c:pt>
                <c:pt idx="786">
                  <c:v>42961</c:v>
                </c:pt>
                <c:pt idx="787">
                  <c:v>42962</c:v>
                </c:pt>
                <c:pt idx="788">
                  <c:v>42963</c:v>
                </c:pt>
                <c:pt idx="789">
                  <c:v>42964</c:v>
                </c:pt>
                <c:pt idx="790">
                  <c:v>42965</c:v>
                </c:pt>
                <c:pt idx="791">
                  <c:v>42968</c:v>
                </c:pt>
                <c:pt idx="792">
                  <c:v>42969</c:v>
                </c:pt>
                <c:pt idx="793">
                  <c:v>42970</c:v>
                </c:pt>
                <c:pt idx="794">
                  <c:v>42971</c:v>
                </c:pt>
                <c:pt idx="795">
                  <c:v>42972</c:v>
                </c:pt>
                <c:pt idx="796">
                  <c:v>42975</c:v>
                </c:pt>
                <c:pt idx="797">
                  <c:v>42976</c:v>
                </c:pt>
                <c:pt idx="798">
                  <c:v>42977</c:v>
                </c:pt>
                <c:pt idx="799">
                  <c:v>42978</c:v>
                </c:pt>
                <c:pt idx="800">
                  <c:v>42979</c:v>
                </c:pt>
                <c:pt idx="801">
                  <c:v>42982</c:v>
                </c:pt>
                <c:pt idx="802">
                  <c:v>42983</c:v>
                </c:pt>
                <c:pt idx="803">
                  <c:v>42984</c:v>
                </c:pt>
                <c:pt idx="804">
                  <c:v>42986</c:v>
                </c:pt>
                <c:pt idx="805">
                  <c:v>42989</c:v>
                </c:pt>
                <c:pt idx="806">
                  <c:v>42990</c:v>
                </c:pt>
                <c:pt idx="807">
                  <c:v>42991</c:v>
                </c:pt>
                <c:pt idx="808">
                  <c:v>42992</c:v>
                </c:pt>
                <c:pt idx="809">
                  <c:v>42993</c:v>
                </c:pt>
                <c:pt idx="810">
                  <c:v>42996</c:v>
                </c:pt>
                <c:pt idx="811">
                  <c:v>42997</c:v>
                </c:pt>
                <c:pt idx="812">
                  <c:v>42998</c:v>
                </c:pt>
                <c:pt idx="813">
                  <c:v>42999</c:v>
                </c:pt>
                <c:pt idx="814">
                  <c:v>43000</c:v>
                </c:pt>
                <c:pt idx="815">
                  <c:v>43003</c:v>
                </c:pt>
                <c:pt idx="816">
                  <c:v>43004</c:v>
                </c:pt>
                <c:pt idx="817">
                  <c:v>43005</c:v>
                </c:pt>
                <c:pt idx="818">
                  <c:v>43006</c:v>
                </c:pt>
                <c:pt idx="819">
                  <c:v>43007</c:v>
                </c:pt>
                <c:pt idx="820">
                  <c:v>43010</c:v>
                </c:pt>
                <c:pt idx="821">
                  <c:v>43011</c:v>
                </c:pt>
                <c:pt idx="822">
                  <c:v>43012</c:v>
                </c:pt>
                <c:pt idx="823">
                  <c:v>43013</c:v>
                </c:pt>
                <c:pt idx="824">
                  <c:v>43014</c:v>
                </c:pt>
                <c:pt idx="825">
                  <c:v>43017</c:v>
                </c:pt>
                <c:pt idx="826">
                  <c:v>43018</c:v>
                </c:pt>
                <c:pt idx="827">
                  <c:v>43019</c:v>
                </c:pt>
                <c:pt idx="828">
                  <c:v>43021</c:v>
                </c:pt>
                <c:pt idx="829">
                  <c:v>43024</c:v>
                </c:pt>
                <c:pt idx="830">
                  <c:v>43025</c:v>
                </c:pt>
                <c:pt idx="831">
                  <c:v>43026</c:v>
                </c:pt>
                <c:pt idx="832">
                  <c:v>43027</c:v>
                </c:pt>
                <c:pt idx="833">
                  <c:v>43028</c:v>
                </c:pt>
                <c:pt idx="834">
                  <c:v>43031</c:v>
                </c:pt>
                <c:pt idx="835">
                  <c:v>43032</c:v>
                </c:pt>
                <c:pt idx="836">
                  <c:v>43033</c:v>
                </c:pt>
                <c:pt idx="837">
                  <c:v>43034</c:v>
                </c:pt>
                <c:pt idx="838">
                  <c:v>43035</c:v>
                </c:pt>
                <c:pt idx="839">
                  <c:v>43038</c:v>
                </c:pt>
                <c:pt idx="840">
                  <c:v>43039</c:v>
                </c:pt>
                <c:pt idx="841">
                  <c:v>43040</c:v>
                </c:pt>
                <c:pt idx="842">
                  <c:v>43042</c:v>
                </c:pt>
                <c:pt idx="843">
                  <c:v>43045</c:v>
                </c:pt>
                <c:pt idx="844">
                  <c:v>43046</c:v>
                </c:pt>
                <c:pt idx="845">
                  <c:v>43047</c:v>
                </c:pt>
                <c:pt idx="846">
                  <c:v>43048</c:v>
                </c:pt>
                <c:pt idx="847">
                  <c:v>43049</c:v>
                </c:pt>
                <c:pt idx="848">
                  <c:v>43052</c:v>
                </c:pt>
                <c:pt idx="849">
                  <c:v>43053</c:v>
                </c:pt>
                <c:pt idx="850">
                  <c:v>43055</c:v>
                </c:pt>
                <c:pt idx="851">
                  <c:v>43056</c:v>
                </c:pt>
                <c:pt idx="852">
                  <c:v>43060</c:v>
                </c:pt>
                <c:pt idx="853">
                  <c:v>43061</c:v>
                </c:pt>
                <c:pt idx="854">
                  <c:v>43062</c:v>
                </c:pt>
                <c:pt idx="855">
                  <c:v>43063</c:v>
                </c:pt>
                <c:pt idx="856">
                  <c:v>43066</c:v>
                </c:pt>
                <c:pt idx="857">
                  <c:v>43067</c:v>
                </c:pt>
                <c:pt idx="858">
                  <c:v>43068</c:v>
                </c:pt>
                <c:pt idx="859">
                  <c:v>43069</c:v>
                </c:pt>
                <c:pt idx="860">
                  <c:v>43070</c:v>
                </c:pt>
                <c:pt idx="861">
                  <c:v>43073</c:v>
                </c:pt>
                <c:pt idx="862">
                  <c:v>43074</c:v>
                </c:pt>
                <c:pt idx="863">
                  <c:v>43075</c:v>
                </c:pt>
                <c:pt idx="864">
                  <c:v>43076</c:v>
                </c:pt>
                <c:pt idx="865">
                  <c:v>43077</c:v>
                </c:pt>
                <c:pt idx="866">
                  <c:v>43080</c:v>
                </c:pt>
                <c:pt idx="867">
                  <c:v>43081</c:v>
                </c:pt>
                <c:pt idx="868">
                  <c:v>43082</c:v>
                </c:pt>
                <c:pt idx="869">
                  <c:v>43083</c:v>
                </c:pt>
                <c:pt idx="870">
                  <c:v>43084</c:v>
                </c:pt>
                <c:pt idx="871">
                  <c:v>43087</c:v>
                </c:pt>
                <c:pt idx="872">
                  <c:v>43088</c:v>
                </c:pt>
                <c:pt idx="873">
                  <c:v>43089</c:v>
                </c:pt>
                <c:pt idx="874">
                  <c:v>43090</c:v>
                </c:pt>
                <c:pt idx="875">
                  <c:v>43091</c:v>
                </c:pt>
                <c:pt idx="876">
                  <c:v>43095</c:v>
                </c:pt>
                <c:pt idx="877">
                  <c:v>43096</c:v>
                </c:pt>
                <c:pt idx="878">
                  <c:v>43097</c:v>
                </c:pt>
                <c:pt idx="879">
                  <c:v>43102</c:v>
                </c:pt>
                <c:pt idx="880">
                  <c:v>43103</c:v>
                </c:pt>
                <c:pt idx="881">
                  <c:v>43104</c:v>
                </c:pt>
                <c:pt idx="882">
                  <c:v>43105</c:v>
                </c:pt>
                <c:pt idx="883">
                  <c:v>43108</c:v>
                </c:pt>
                <c:pt idx="884">
                  <c:v>43109</c:v>
                </c:pt>
                <c:pt idx="885">
                  <c:v>43110</c:v>
                </c:pt>
                <c:pt idx="886">
                  <c:v>43111</c:v>
                </c:pt>
                <c:pt idx="887">
                  <c:v>43112</c:v>
                </c:pt>
                <c:pt idx="888">
                  <c:v>43115</c:v>
                </c:pt>
                <c:pt idx="889">
                  <c:v>43116</c:v>
                </c:pt>
                <c:pt idx="890">
                  <c:v>43117</c:v>
                </c:pt>
                <c:pt idx="891">
                  <c:v>43118</c:v>
                </c:pt>
                <c:pt idx="892">
                  <c:v>43119</c:v>
                </c:pt>
                <c:pt idx="893">
                  <c:v>43122</c:v>
                </c:pt>
                <c:pt idx="894">
                  <c:v>43123</c:v>
                </c:pt>
                <c:pt idx="895">
                  <c:v>43124</c:v>
                </c:pt>
                <c:pt idx="896">
                  <c:v>43126</c:v>
                </c:pt>
                <c:pt idx="897">
                  <c:v>43129</c:v>
                </c:pt>
                <c:pt idx="898">
                  <c:v>43130</c:v>
                </c:pt>
                <c:pt idx="899">
                  <c:v>43131</c:v>
                </c:pt>
                <c:pt idx="900">
                  <c:v>43132</c:v>
                </c:pt>
                <c:pt idx="901">
                  <c:v>43133</c:v>
                </c:pt>
                <c:pt idx="902">
                  <c:v>43136</c:v>
                </c:pt>
                <c:pt idx="903">
                  <c:v>43137</c:v>
                </c:pt>
                <c:pt idx="904">
                  <c:v>43138</c:v>
                </c:pt>
                <c:pt idx="905">
                  <c:v>43139</c:v>
                </c:pt>
                <c:pt idx="906">
                  <c:v>43140</c:v>
                </c:pt>
                <c:pt idx="907">
                  <c:v>43145</c:v>
                </c:pt>
                <c:pt idx="908">
                  <c:v>43146</c:v>
                </c:pt>
                <c:pt idx="909">
                  <c:v>43147</c:v>
                </c:pt>
                <c:pt idx="910">
                  <c:v>43150</c:v>
                </c:pt>
                <c:pt idx="911">
                  <c:v>43151</c:v>
                </c:pt>
                <c:pt idx="912">
                  <c:v>43152</c:v>
                </c:pt>
                <c:pt idx="913">
                  <c:v>43153</c:v>
                </c:pt>
                <c:pt idx="914">
                  <c:v>43154</c:v>
                </c:pt>
                <c:pt idx="915">
                  <c:v>43157</c:v>
                </c:pt>
                <c:pt idx="916">
                  <c:v>43158</c:v>
                </c:pt>
                <c:pt idx="917">
                  <c:v>43159</c:v>
                </c:pt>
                <c:pt idx="918">
                  <c:v>43160</c:v>
                </c:pt>
                <c:pt idx="919">
                  <c:v>43161</c:v>
                </c:pt>
                <c:pt idx="920">
                  <c:v>43164</c:v>
                </c:pt>
                <c:pt idx="921">
                  <c:v>43165</c:v>
                </c:pt>
                <c:pt idx="922">
                  <c:v>43166</c:v>
                </c:pt>
                <c:pt idx="923">
                  <c:v>43167</c:v>
                </c:pt>
                <c:pt idx="924">
                  <c:v>43168</c:v>
                </c:pt>
                <c:pt idx="925">
                  <c:v>43171</c:v>
                </c:pt>
                <c:pt idx="926">
                  <c:v>43172</c:v>
                </c:pt>
                <c:pt idx="927">
                  <c:v>43173</c:v>
                </c:pt>
                <c:pt idx="928">
                  <c:v>43174</c:v>
                </c:pt>
                <c:pt idx="929">
                  <c:v>43175</c:v>
                </c:pt>
                <c:pt idx="930">
                  <c:v>43178</c:v>
                </c:pt>
                <c:pt idx="931">
                  <c:v>43179</c:v>
                </c:pt>
                <c:pt idx="932">
                  <c:v>43180</c:v>
                </c:pt>
                <c:pt idx="933">
                  <c:v>43181</c:v>
                </c:pt>
                <c:pt idx="934">
                  <c:v>43182</c:v>
                </c:pt>
                <c:pt idx="935">
                  <c:v>43185</c:v>
                </c:pt>
                <c:pt idx="936">
                  <c:v>43186</c:v>
                </c:pt>
                <c:pt idx="937">
                  <c:v>43187</c:v>
                </c:pt>
                <c:pt idx="938">
                  <c:v>43188</c:v>
                </c:pt>
                <c:pt idx="939">
                  <c:v>43192</c:v>
                </c:pt>
                <c:pt idx="940">
                  <c:v>43193</c:v>
                </c:pt>
                <c:pt idx="941">
                  <c:v>43194</c:v>
                </c:pt>
                <c:pt idx="942">
                  <c:v>43195</c:v>
                </c:pt>
                <c:pt idx="943">
                  <c:v>43196</c:v>
                </c:pt>
                <c:pt idx="944">
                  <c:v>43199</c:v>
                </c:pt>
                <c:pt idx="945">
                  <c:v>43200</c:v>
                </c:pt>
                <c:pt idx="946">
                  <c:v>43201</c:v>
                </c:pt>
                <c:pt idx="947">
                  <c:v>43202</c:v>
                </c:pt>
                <c:pt idx="948">
                  <c:v>43203</c:v>
                </c:pt>
                <c:pt idx="949">
                  <c:v>43206</c:v>
                </c:pt>
                <c:pt idx="950">
                  <c:v>43207</c:v>
                </c:pt>
                <c:pt idx="951">
                  <c:v>43208</c:v>
                </c:pt>
                <c:pt idx="952">
                  <c:v>43209</c:v>
                </c:pt>
                <c:pt idx="953">
                  <c:v>43210</c:v>
                </c:pt>
                <c:pt idx="954">
                  <c:v>43213</c:v>
                </c:pt>
                <c:pt idx="955">
                  <c:v>43214</c:v>
                </c:pt>
                <c:pt idx="956">
                  <c:v>43215</c:v>
                </c:pt>
                <c:pt idx="957">
                  <c:v>43216</c:v>
                </c:pt>
                <c:pt idx="958">
                  <c:v>43217</c:v>
                </c:pt>
                <c:pt idx="959">
                  <c:v>43220</c:v>
                </c:pt>
                <c:pt idx="960">
                  <c:v>43222</c:v>
                </c:pt>
                <c:pt idx="961">
                  <c:v>43223</c:v>
                </c:pt>
                <c:pt idx="962">
                  <c:v>43224</c:v>
                </c:pt>
                <c:pt idx="963">
                  <c:v>43227</c:v>
                </c:pt>
                <c:pt idx="964">
                  <c:v>43228</c:v>
                </c:pt>
                <c:pt idx="965">
                  <c:v>43229</c:v>
                </c:pt>
                <c:pt idx="966">
                  <c:v>43230</c:v>
                </c:pt>
                <c:pt idx="967">
                  <c:v>43231</c:v>
                </c:pt>
                <c:pt idx="968">
                  <c:v>43234</c:v>
                </c:pt>
                <c:pt idx="969">
                  <c:v>43235</c:v>
                </c:pt>
                <c:pt idx="970">
                  <c:v>43236</c:v>
                </c:pt>
                <c:pt idx="971">
                  <c:v>43237</c:v>
                </c:pt>
                <c:pt idx="972">
                  <c:v>43238</c:v>
                </c:pt>
                <c:pt idx="973">
                  <c:v>43241</c:v>
                </c:pt>
                <c:pt idx="974">
                  <c:v>43242</c:v>
                </c:pt>
                <c:pt idx="975">
                  <c:v>43243</c:v>
                </c:pt>
                <c:pt idx="976">
                  <c:v>43244</c:v>
                </c:pt>
                <c:pt idx="977">
                  <c:v>43245</c:v>
                </c:pt>
                <c:pt idx="978">
                  <c:v>43248</c:v>
                </c:pt>
                <c:pt idx="979">
                  <c:v>43249</c:v>
                </c:pt>
                <c:pt idx="980">
                  <c:v>43250</c:v>
                </c:pt>
                <c:pt idx="981">
                  <c:v>43252</c:v>
                </c:pt>
                <c:pt idx="982">
                  <c:v>43255</c:v>
                </c:pt>
                <c:pt idx="983">
                  <c:v>43256</c:v>
                </c:pt>
                <c:pt idx="984">
                  <c:v>43257</c:v>
                </c:pt>
                <c:pt idx="985">
                  <c:v>43258</c:v>
                </c:pt>
                <c:pt idx="986">
                  <c:v>43259</c:v>
                </c:pt>
                <c:pt idx="987">
                  <c:v>43262</c:v>
                </c:pt>
                <c:pt idx="988">
                  <c:v>43263</c:v>
                </c:pt>
                <c:pt idx="989">
                  <c:v>43264</c:v>
                </c:pt>
                <c:pt idx="990">
                  <c:v>43265</c:v>
                </c:pt>
                <c:pt idx="991">
                  <c:v>43266</c:v>
                </c:pt>
                <c:pt idx="992">
                  <c:v>43269</c:v>
                </c:pt>
                <c:pt idx="993">
                  <c:v>43270</c:v>
                </c:pt>
                <c:pt idx="994">
                  <c:v>43271</c:v>
                </c:pt>
                <c:pt idx="995">
                  <c:v>43272</c:v>
                </c:pt>
                <c:pt idx="996">
                  <c:v>43273</c:v>
                </c:pt>
                <c:pt idx="997">
                  <c:v>43276</c:v>
                </c:pt>
                <c:pt idx="998">
                  <c:v>43277</c:v>
                </c:pt>
                <c:pt idx="999">
                  <c:v>43278</c:v>
                </c:pt>
                <c:pt idx="1000">
                  <c:v>43279</c:v>
                </c:pt>
                <c:pt idx="1001">
                  <c:v>43280</c:v>
                </c:pt>
                <c:pt idx="1002">
                  <c:v>43283</c:v>
                </c:pt>
                <c:pt idx="1003">
                  <c:v>43284</c:v>
                </c:pt>
                <c:pt idx="1004">
                  <c:v>43285</c:v>
                </c:pt>
                <c:pt idx="1005">
                  <c:v>43286</c:v>
                </c:pt>
                <c:pt idx="1006">
                  <c:v>43287</c:v>
                </c:pt>
                <c:pt idx="1007">
                  <c:v>43291</c:v>
                </c:pt>
                <c:pt idx="1008">
                  <c:v>43292</c:v>
                </c:pt>
                <c:pt idx="1009">
                  <c:v>43293</c:v>
                </c:pt>
                <c:pt idx="1010">
                  <c:v>43294</c:v>
                </c:pt>
                <c:pt idx="1011">
                  <c:v>43297</c:v>
                </c:pt>
                <c:pt idx="1012">
                  <c:v>43298</c:v>
                </c:pt>
                <c:pt idx="1013">
                  <c:v>43299</c:v>
                </c:pt>
                <c:pt idx="1014">
                  <c:v>43300</c:v>
                </c:pt>
                <c:pt idx="1015">
                  <c:v>43301</c:v>
                </c:pt>
                <c:pt idx="1016">
                  <c:v>43304</c:v>
                </c:pt>
                <c:pt idx="1017">
                  <c:v>43305</c:v>
                </c:pt>
                <c:pt idx="1018">
                  <c:v>43306</c:v>
                </c:pt>
                <c:pt idx="1019">
                  <c:v>43307</c:v>
                </c:pt>
                <c:pt idx="1020">
                  <c:v>43308</c:v>
                </c:pt>
                <c:pt idx="1021">
                  <c:v>43311</c:v>
                </c:pt>
                <c:pt idx="1022">
                  <c:v>43312</c:v>
                </c:pt>
                <c:pt idx="1023">
                  <c:v>43313</c:v>
                </c:pt>
                <c:pt idx="1024">
                  <c:v>43314</c:v>
                </c:pt>
                <c:pt idx="1025">
                  <c:v>43315</c:v>
                </c:pt>
                <c:pt idx="1026">
                  <c:v>43318</c:v>
                </c:pt>
                <c:pt idx="1027">
                  <c:v>43319</c:v>
                </c:pt>
                <c:pt idx="1028">
                  <c:v>43320</c:v>
                </c:pt>
                <c:pt idx="1029">
                  <c:v>43321</c:v>
                </c:pt>
                <c:pt idx="1030">
                  <c:v>43322</c:v>
                </c:pt>
                <c:pt idx="1031">
                  <c:v>43325</c:v>
                </c:pt>
                <c:pt idx="1032">
                  <c:v>43326</c:v>
                </c:pt>
                <c:pt idx="1033">
                  <c:v>43327</c:v>
                </c:pt>
                <c:pt idx="1034">
                  <c:v>43328</c:v>
                </c:pt>
                <c:pt idx="1035">
                  <c:v>43329</c:v>
                </c:pt>
                <c:pt idx="1036">
                  <c:v>43332</c:v>
                </c:pt>
                <c:pt idx="1037">
                  <c:v>43333</c:v>
                </c:pt>
                <c:pt idx="1038">
                  <c:v>43334</c:v>
                </c:pt>
                <c:pt idx="1039">
                  <c:v>43335</c:v>
                </c:pt>
                <c:pt idx="1040">
                  <c:v>43336</c:v>
                </c:pt>
                <c:pt idx="1041">
                  <c:v>43339</c:v>
                </c:pt>
                <c:pt idx="1042">
                  <c:v>43340</c:v>
                </c:pt>
                <c:pt idx="1043">
                  <c:v>43341</c:v>
                </c:pt>
                <c:pt idx="1044">
                  <c:v>43342</c:v>
                </c:pt>
                <c:pt idx="1045">
                  <c:v>43343</c:v>
                </c:pt>
                <c:pt idx="1046">
                  <c:v>43346</c:v>
                </c:pt>
                <c:pt idx="1047">
                  <c:v>43347</c:v>
                </c:pt>
                <c:pt idx="1048">
                  <c:v>43348</c:v>
                </c:pt>
                <c:pt idx="1049">
                  <c:v>43349</c:v>
                </c:pt>
                <c:pt idx="1050">
                  <c:v>43353</c:v>
                </c:pt>
                <c:pt idx="1051">
                  <c:v>43354</c:v>
                </c:pt>
                <c:pt idx="1052">
                  <c:v>43355</c:v>
                </c:pt>
                <c:pt idx="1053">
                  <c:v>43356</c:v>
                </c:pt>
                <c:pt idx="1054">
                  <c:v>43357</c:v>
                </c:pt>
                <c:pt idx="1055">
                  <c:v>43360</c:v>
                </c:pt>
                <c:pt idx="1056">
                  <c:v>43361</c:v>
                </c:pt>
                <c:pt idx="1057">
                  <c:v>43362</c:v>
                </c:pt>
                <c:pt idx="1058">
                  <c:v>43363</c:v>
                </c:pt>
                <c:pt idx="1059">
                  <c:v>43364</c:v>
                </c:pt>
                <c:pt idx="1060">
                  <c:v>43367</c:v>
                </c:pt>
                <c:pt idx="1061">
                  <c:v>43368</c:v>
                </c:pt>
                <c:pt idx="1062">
                  <c:v>43369</c:v>
                </c:pt>
                <c:pt idx="1063">
                  <c:v>43370</c:v>
                </c:pt>
                <c:pt idx="1064">
                  <c:v>43371</c:v>
                </c:pt>
                <c:pt idx="1065">
                  <c:v>43374</c:v>
                </c:pt>
                <c:pt idx="1066">
                  <c:v>43375</c:v>
                </c:pt>
                <c:pt idx="1067">
                  <c:v>43376</c:v>
                </c:pt>
                <c:pt idx="1068">
                  <c:v>43377</c:v>
                </c:pt>
                <c:pt idx="1069">
                  <c:v>43378</c:v>
                </c:pt>
                <c:pt idx="1070">
                  <c:v>43381</c:v>
                </c:pt>
                <c:pt idx="1071">
                  <c:v>43382</c:v>
                </c:pt>
                <c:pt idx="1072">
                  <c:v>43383</c:v>
                </c:pt>
                <c:pt idx="1073">
                  <c:v>43384</c:v>
                </c:pt>
                <c:pt idx="1074">
                  <c:v>43388</c:v>
                </c:pt>
                <c:pt idx="1075">
                  <c:v>43389</c:v>
                </c:pt>
                <c:pt idx="1076">
                  <c:v>43390</c:v>
                </c:pt>
                <c:pt idx="1077">
                  <c:v>43391</c:v>
                </c:pt>
                <c:pt idx="1078">
                  <c:v>43392</c:v>
                </c:pt>
                <c:pt idx="1079">
                  <c:v>43395</c:v>
                </c:pt>
                <c:pt idx="1080">
                  <c:v>43396</c:v>
                </c:pt>
                <c:pt idx="1081">
                  <c:v>43397</c:v>
                </c:pt>
                <c:pt idx="1082">
                  <c:v>43398</c:v>
                </c:pt>
                <c:pt idx="1083">
                  <c:v>43399</c:v>
                </c:pt>
                <c:pt idx="1084">
                  <c:v>43402</c:v>
                </c:pt>
                <c:pt idx="1085">
                  <c:v>43403</c:v>
                </c:pt>
                <c:pt idx="1086">
                  <c:v>43404</c:v>
                </c:pt>
                <c:pt idx="1087">
                  <c:v>43405</c:v>
                </c:pt>
                <c:pt idx="1088">
                  <c:v>43409</c:v>
                </c:pt>
                <c:pt idx="1089">
                  <c:v>43410</c:v>
                </c:pt>
                <c:pt idx="1090">
                  <c:v>43411</c:v>
                </c:pt>
                <c:pt idx="1091">
                  <c:v>43412</c:v>
                </c:pt>
                <c:pt idx="1092">
                  <c:v>43413</c:v>
                </c:pt>
                <c:pt idx="1093">
                  <c:v>43416</c:v>
                </c:pt>
                <c:pt idx="1094">
                  <c:v>43417</c:v>
                </c:pt>
                <c:pt idx="1095">
                  <c:v>43418</c:v>
                </c:pt>
                <c:pt idx="1096">
                  <c:v>43420</c:v>
                </c:pt>
                <c:pt idx="1097">
                  <c:v>43423</c:v>
                </c:pt>
                <c:pt idx="1098">
                  <c:v>43425</c:v>
                </c:pt>
                <c:pt idx="1099">
                  <c:v>43426</c:v>
                </c:pt>
                <c:pt idx="1100">
                  <c:v>43427</c:v>
                </c:pt>
                <c:pt idx="1101">
                  <c:v>43430</c:v>
                </c:pt>
                <c:pt idx="1102">
                  <c:v>43431</c:v>
                </c:pt>
                <c:pt idx="1103">
                  <c:v>43432</c:v>
                </c:pt>
                <c:pt idx="1104">
                  <c:v>43433</c:v>
                </c:pt>
                <c:pt idx="1105">
                  <c:v>43434</c:v>
                </c:pt>
                <c:pt idx="1106">
                  <c:v>43437</c:v>
                </c:pt>
                <c:pt idx="1107">
                  <c:v>43438</c:v>
                </c:pt>
                <c:pt idx="1108">
                  <c:v>43439</c:v>
                </c:pt>
                <c:pt idx="1109">
                  <c:v>43440</c:v>
                </c:pt>
                <c:pt idx="1110">
                  <c:v>43441</c:v>
                </c:pt>
                <c:pt idx="1111">
                  <c:v>43444</c:v>
                </c:pt>
                <c:pt idx="1112">
                  <c:v>43445</c:v>
                </c:pt>
                <c:pt idx="1113">
                  <c:v>43446</c:v>
                </c:pt>
                <c:pt idx="1114">
                  <c:v>43447</c:v>
                </c:pt>
                <c:pt idx="1115">
                  <c:v>43448</c:v>
                </c:pt>
                <c:pt idx="1116">
                  <c:v>43451</c:v>
                </c:pt>
                <c:pt idx="1117">
                  <c:v>43452</c:v>
                </c:pt>
                <c:pt idx="1118">
                  <c:v>43453</c:v>
                </c:pt>
                <c:pt idx="1119">
                  <c:v>43454</c:v>
                </c:pt>
                <c:pt idx="1120">
                  <c:v>43455</c:v>
                </c:pt>
                <c:pt idx="1121">
                  <c:v>43460</c:v>
                </c:pt>
                <c:pt idx="1122">
                  <c:v>43461</c:v>
                </c:pt>
                <c:pt idx="1123">
                  <c:v>43462</c:v>
                </c:pt>
                <c:pt idx="1124">
                  <c:v>43467</c:v>
                </c:pt>
                <c:pt idx="1125">
                  <c:v>43468</c:v>
                </c:pt>
                <c:pt idx="1126">
                  <c:v>43469</c:v>
                </c:pt>
                <c:pt idx="1127">
                  <c:v>43472</c:v>
                </c:pt>
                <c:pt idx="1128">
                  <c:v>43473</c:v>
                </c:pt>
                <c:pt idx="1129">
                  <c:v>43474</c:v>
                </c:pt>
                <c:pt idx="1130">
                  <c:v>43475</c:v>
                </c:pt>
                <c:pt idx="1131">
                  <c:v>43476</c:v>
                </c:pt>
                <c:pt idx="1132">
                  <c:v>43479</c:v>
                </c:pt>
                <c:pt idx="1133">
                  <c:v>43480</c:v>
                </c:pt>
                <c:pt idx="1134">
                  <c:v>43481</c:v>
                </c:pt>
                <c:pt idx="1135">
                  <c:v>43482</c:v>
                </c:pt>
                <c:pt idx="1136">
                  <c:v>43483</c:v>
                </c:pt>
                <c:pt idx="1137">
                  <c:v>43486</c:v>
                </c:pt>
                <c:pt idx="1138">
                  <c:v>43487</c:v>
                </c:pt>
                <c:pt idx="1139">
                  <c:v>43488</c:v>
                </c:pt>
                <c:pt idx="1140">
                  <c:v>43489</c:v>
                </c:pt>
                <c:pt idx="1141">
                  <c:v>43493</c:v>
                </c:pt>
                <c:pt idx="1142">
                  <c:v>43494</c:v>
                </c:pt>
                <c:pt idx="1143">
                  <c:v>43495</c:v>
                </c:pt>
                <c:pt idx="1144">
                  <c:v>43496</c:v>
                </c:pt>
                <c:pt idx="1145">
                  <c:v>43497</c:v>
                </c:pt>
                <c:pt idx="1146">
                  <c:v>43500</c:v>
                </c:pt>
                <c:pt idx="1147">
                  <c:v>43501</c:v>
                </c:pt>
                <c:pt idx="1148">
                  <c:v>43502</c:v>
                </c:pt>
                <c:pt idx="1149">
                  <c:v>43503</c:v>
                </c:pt>
                <c:pt idx="1150">
                  <c:v>43504</c:v>
                </c:pt>
                <c:pt idx="1151">
                  <c:v>43507</c:v>
                </c:pt>
                <c:pt idx="1152">
                  <c:v>43508</c:v>
                </c:pt>
                <c:pt idx="1153">
                  <c:v>43509</c:v>
                </c:pt>
                <c:pt idx="1154">
                  <c:v>43510</c:v>
                </c:pt>
                <c:pt idx="1155">
                  <c:v>43511</c:v>
                </c:pt>
                <c:pt idx="1156">
                  <c:v>43514</c:v>
                </c:pt>
                <c:pt idx="1157">
                  <c:v>43515</c:v>
                </c:pt>
                <c:pt idx="1158">
                  <c:v>43516</c:v>
                </c:pt>
                <c:pt idx="1159">
                  <c:v>43517</c:v>
                </c:pt>
                <c:pt idx="1160">
                  <c:v>43518</c:v>
                </c:pt>
                <c:pt idx="1161">
                  <c:v>43521</c:v>
                </c:pt>
                <c:pt idx="1162">
                  <c:v>43522</c:v>
                </c:pt>
                <c:pt idx="1163">
                  <c:v>43523</c:v>
                </c:pt>
                <c:pt idx="1164">
                  <c:v>43524</c:v>
                </c:pt>
                <c:pt idx="1165">
                  <c:v>43525</c:v>
                </c:pt>
                <c:pt idx="1166">
                  <c:v>43530</c:v>
                </c:pt>
                <c:pt idx="1167">
                  <c:v>43531</c:v>
                </c:pt>
                <c:pt idx="1168">
                  <c:v>43532</c:v>
                </c:pt>
                <c:pt idx="1169">
                  <c:v>43535</c:v>
                </c:pt>
                <c:pt idx="1170">
                  <c:v>43536</c:v>
                </c:pt>
                <c:pt idx="1171">
                  <c:v>43537</c:v>
                </c:pt>
                <c:pt idx="1172">
                  <c:v>43538</c:v>
                </c:pt>
                <c:pt idx="1173">
                  <c:v>43539</c:v>
                </c:pt>
                <c:pt idx="1174">
                  <c:v>43542</c:v>
                </c:pt>
                <c:pt idx="1175">
                  <c:v>43543</c:v>
                </c:pt>
                <c:pt idx="1176">
                  <c:v>43544</c:v>
                </c:pt>
                <c:pt idx="1177">
                  <c:v>43545</c:v>
                </c:pt>
                <c:pt idx="1178">
                  <c:v>43546</c:v>
                </c:pt>
                <c:pt idx="1179">
                  <c:v>43549</c:v>
                </c:pt>
                <c:pt idx="1180">
                  <c:v>43550</c:v>
                </c:pt>
                <c:pt idx="1181">
                  <c:v>43551</c:v>
                </c:pt>
                <c:pt idx="1182">
                  <c:v>43552</c:v>
                </c:pt>
                <c:pt idx="1183">
                  <c:v>43553</c:v>
                </c:pt>
                <c:pt idx="1184">
                  <c:v>43556</c:v>
                </c:pt>
                <c:pt idx="1185">
                  <c:v>43557</c:v>
                </c:pt>
                <c:pt idx="1186">
                  <c:v>43558</c:v>
                </c:pt>
                <c:pt idx="1187">
                  <c:v>43559</c:v>
                </c:pt>
                <c:pt idx="1188">
                  <c:v>43560</c:v>
                </c:pt>
                <c:pt idx="1189">
                  <c:v>43563</c:v>
                </c:pt>
                <c:pt idx="1190">
                  <c:v>43564</c:v>
                </c:pt>
                <c:pt idx="1191">
                  <c:v>43565</c:v>
                </c:pt>
                <c:pt idx="1192">
                  <c:v>43566</c:v>
                </c:pt>
                <c:pt idx="1193">
                  <c:v>43567</c:v>
                </c:pt>
                <c:pt idx="1194">
                  <c:v>43570</c:v>
                </c:pt>
                <c:pt idx="1195">
                  <c:v>43571</c:v>
                </c:pt>
                <c:pt idx="1196">
                  <c:v>43572</c:v>
                </c:pt>
                <c:pt idx="1197">
                  <c:v>43573</c:v>
                </c:pt>
                <c:pt idx="1198">
                  <c:v>43577</c:v>
                </c:pt>
                <c:pt idx="1199">
                  <c:v>43578</c:v>
                </c:pt>
                <c:pt idx="1200">
                  <c:v>43579</c:v>
                </c:pt>
                <c:pt idx="1201">
                  <c:v>43580</c:v>
                </c:pt>
                <c:pt idx="1202">
                  <c:v>43581</c:v>
                </c:pt>
                <c:pt idx="1203">
                  <c:v>43584</c:v>
                </c:pt>
                <c:pt idx="1204">
                  <c:v>43585</c:v>
                </c:pt>
                <c:pt idx="1205">
                  <c:v>43587</c:v>
                </c:pt>
                <c:pt idx="1206">
                  <c:v>43588</c:v>
                </c:pt>
                <c:pt idx="1207">
                  <c:v>43591</c:v>
                </c:pt>
                <c:pt idx="1208">
                  <c:v>43592</c:v>
                </c:pt>
                <c:pt idx="1209">
                  <c:v>43593</c:v>
                </c:pt>
                <c:pt idx="1210">
                  <c:v>43594</c:v>
                </c:pt>
                <c:pt idx="1211">
                  <c:v>43595</c:v>
                </c:pt>
                <c:pt idx="1212">
                  <c:v>43598</c:v>
                </c:pt>
                <c:pt idx="1213">
                  <c:v>43599</c:v>
                </c:pt>
                <c:pt idx="1214">
                  <c:v>43600</c:v>
                </c:pt>
                <c:pt idx="1215">
                  <c:v>43601</c:v>
                </c:pt>
                <c:pt idx="1216">
                  <c:v>43602</c:v>
                </c:pt>
                <c:pt idx="1217">
                  <c:v>43605</c:v>
                </c:pt>
                <c:pt idx="1218">
                  <c:v>43606</c:v>
                </c:pt>
                <c:pt idx="1219">
                  <c:v>43607</c:v>
                </c:pt>
                <c:pt idx="1220">
                  <c:v>43608</c:v>
                </c:pt>
                <c:pt idx="1221">
                  <c:v>43609</c:v>
                </c:pt>
                <c:pt idx="1222">
                  <c:v>43612</c:v>
                </c:pt>
                <c:pt idx="1223">
                  <c:v>43613</c:v>
                </c:pt>
                <c:pt idx="1224">
                  <c:v>43614</c:v>
                </c:pt>
                <c:pt idx="1225">
                  <c:v>43615</c:v>
                </c:pt>
                <c:pt idx="1226">
                  <c:v>43616</c:v>
                </c:pt>
                <c:pt idx="1227">
                  <c:v>43619</c:v>
                </c:pt>
                <c:pt idx="1228">
                  <c:v>43620</c:v>
                </c:pt>
                <c:pt idx="1229">
                  <c:v>43621</c:v>
                </c:pt>
                <c:pt idx="1230">
                  <c:v>43622</c:v>
                </c:pt>
                <c:pt idx="1231">
                  <c:v>43623</c:v>
                </c:pt>
                <c:pt idx="1232">
                  <c:v>43626</c:v>
                </c:pt>
                <c:pt idx="1233">
                  <c:v>43627</c:v>
                </c:pt>
                <c:pt idx="1234">
                  <c:v>43628</c:v>
                </c:pt>
                <c:pt idx="1235">
                  <c:v>43629</c:v>
                </c:pt>
                <c:pt idx="1236">
                  <c:v>43630</c:v>
                </c:pt>
                <c:pt idx="1237">
                  <c:v>43633</c:v>
                </c:pt>
                <c:pt idx="1238">
                  <c:v>43634</c:v>
                </c:pt>
                <c:pt idx="1239">
                  <c:v>43635</c:v>
                </c:pt>
                <c:pt idx="1240">
                  <c:v>43637</c:v>
                </c:pt>
                <c:pt idx="1241">
                  <c:v>43640</c:v>
                </c:pt>
                <c:pt idx="1242">
                  <c:v>43641</c:v>
                </c:pt>
                <c:pt idx="1243">
                  <c:v>43642</c:v>
                </c:pt>
                <c:pt idx="1244">
                  <c:v>43643</c:v>
                </c:pt>
                <c:pt idx="1245">
                  <c:v>43644</c:v>
                </c:pt>
                <c:pt idx="1246">
                  <c:v>43647</c:v>
                </c:pt>
                <c:pt idx="1247">
                  <c:v>43648</c:v>
                </c:pt>
                <c:pt idx="1248">
                  <c:v>43649</c:v>
                </c:pt>
                <c:pt idx="1249">
                  <c:v>43650</c:v>
                </c:pt>
                <c:pt idx="1250">
                  <c:v>43651</c:v>
                </c:pt>
                <c:pt idx="1251">
                  <c:v>43654</c:v>
                </c:pt>
                <c:pt idx="1252">
                  <c:v>43656</c:v>
                </c:pt>
                <c:pt idx="1253">
                  <c:v>43657</c:v>
                </c:pt>
                <c:pt idx="1254">
                  <c:v>43658</c:v>
                </c:pt>
                <c:pt idx="1255">
                  <c:v>43661</c:v>
                </c:pt>
                <c:pt idx="1256">
                  <c:v>43662</c:v>
                </c:pt>
                <c:pt idx="1257">
                  <c:v>43663</c:v>
                </c:pt>
                <c:pt idx="1258">
                  <c:v>43664</c:v>
                </c:pt>
                <c:pt idx="1259">
                  <c:v>43665</c:v>
                </c:pt>
                <c:pt idx="1260">
                  <c:v>43668</c:v>
                </c:pt>
                <c:pt idx="1261">
                  <c:v>43669</c:v>
                </c:pt>
                <c:pt idx="1262">
                  <c:v>43670</c:v>
                </c:pt>
                <c:pt idx="1263">
                  <c:v>43671</c:v>
                </c:pt>
                <c:pt idx="1264">
                  <c:v>43672</c:v>
                </c:pt>
                <c:pt idx="1265">
                  <c:v>43675</c:v>
                </c:pt>
                <c:pt idx="1266">
                  <c:v>43676</c:v>
                </c:pt>
                <c:pt idx="1267">
                  <c:v>43677</c:v>
                </c:pt>
                <c:pt idx="1268">
                  <c:v>43678</c:v>
                </c:pt>
                <c:pt idx="1269">
                  <c:v>43679</c:v>
                </c:pt>
                <c:pt idx="1270">
                  <c:v>43682</c:v>
                </c:pt>
                <c:pt idx="1271">
                  <c:v>43683</c:v>
                </c:pt>
                <c:pt idx="1272">
                  <c:v>43684</c:v>
                </c:pt>
                <c:pt idx="1273">
                  <c:v>43685</c:v>
                </c:pt>
                <c:pt idx="1274">
                  <c:v>43686</c:v>
                </c:pt>
                <c:pt idx="1275">
                  <c:v>43689</c:v>
                </c:pt>
                <c:pt idx="1276">
                  <c:v>43690</c:v>
                </c:pt>
                <c:pt idx="1277">
                  <c:v>43691</c:v>
                </c:pt>
                <c:pt idx="1278">
                  <c:v>43692</c:v>
                </c:pt>
                <c:pt idx="1279">
                  <c:v>43693</c:v>
                </c:pt>
                <c:pt idx="1280">
                  <c:v>43696</c:v>
                </c:pt>
                <c:pt idx="1281">
                  <c:v>43697</c:v>
                </c:pt>
                <c:pt idx="1282">
                  <c:v>43698</c:v>
                </c:pt>
                <c:pt idx="1283">
                  <c:v>43699</c:v>
                </c:pt>
                <c:pt idx="1284">
                  <c:v>43700</c:v>
                </c:pt>
                <c:pt idx="1285">
                  <c:v>43703</c:v>
                </c:pt>
                <c:pt idx="1286">
                  <c:v>43704</c:v>
                </c:pt>
                <c:pt idx="1287">
                  <c:v>43705</c:v>
                </c:pt>
                <c:pt idx="1288">
                  <c:v>43706</c:v>
                </c:pt>
                <c:pt idx="1289">
                  <c:v>43707</c:v>
                </c:pt>
                <c:pt idx="1290">
                  <c:v>43710</c:v>
                </c:pt>
                <c:pt idx="1291">
                  <c:v>43711</c:v>
                </c:pt>
                <c:pt idx="1292">
                  <c:v>43712</c:v>
                </c:pt>
                <c:pt idx="1293">
                  <c:v>43713</c:v>
                </c:pt>
                <c:pt idx="1294">
                  <c:v>43714</c:v>
                </c:pt>
                <c:pt idx="1295">
                  <c:v>43717</c:v>
                </c:pt>
                <c:pt idx="1296">
                  <c:v>43718</c:v>
                </c:pt>
                <c:pt idx="1297">
                  <c:v>43719</c:v>
                </c:pt>
                <c:pt idx="1298">
                  <c:v>43720</c:v>
                </c:pt>
                <c:pt idx="1299">
                  <c:v>43721</c:v>
                </c:pt>
                <c:pt idx="1300">
                  <c:v>43724</c:v>
                </c:pt>
                <c:pt idx="1301">
                  <c:v>43725</c:v>
                </c:pt>
                <c:pt idx="1302">
                  <c:v>43726</c:v>
                </c:pt>
                <c:pt idx="1303">
                  <c:v>43727</c:v>
                </c:pt>
                <c:pt idx="1304">
                  <c:v>43728</c:v>
                </c:pt>
                <c:pt idx="1305">
                  <c:v>43731</c:v>
                </c:pt>
                <c:pt idx="1306">
                  <c:v>43732</c:v>
                </c:pt>
                <c:pt idx="1307">
                  <c:v>43733</c:v>
                </c:pt>
                <c:pt idx="1308">
                  <c:v>43734</c:v>
                </c:pt>
                <c:pt idx="1309">
                  <c:v>43735</c:v>
                </c:pt>
                <c:pt idx="1310">
                  <c:v>43738</c:v>
                </c:pt>
                <c:pt idx="1311">
                  <c:v>43739</c:v>
                </c:pt>
                <c:pt idx="1312">
                  <c:v>43740</c:v>
                </c:pt>
                <c:pt idx="1313">
                  <c:v>43741</c:v>
                </c:pt>
                <c:pt idx="1314">
                  <c:v>43742</c:v>
                </c:pt>
                <c:pt idx="1315">
                  <c:v>43745</c:v>
                </c:pt>
                <c:pt idx="1316">
                  <c:v>43746</c:v>
                </c:pt>
                <c:pt idx="1317">
                  <c:v>43747</c:v>
                </c:pt>
                <c:pt idx="1318">
                  <c:v>43748</c:v>
                </c:pt>
                <c:pt idx="1319">
                  <c:v>43749</c:v>
                </c:pt>
                <c:pt idx="1320">
                  <c:v>43752</c:v>
                </c:pt>
                <c:pt idx="1321">
                  <c:v>43753</c:v>
                </c:pt>
                <c:pt idx="1322">
                  <c:v>43754</c:v>
                </c:pt>
                <c:pt idx="1323">
                  <c:v>43755</c:v>
                </c:pt>
                <c:pt idx="1324">
                  <c:v>43756</c:v>
                </c:pt>
                <c:pt idx="1325">
                  <c:v>43759</c:v>
                </c:pt>
                <c:pt idx="1326">
                  <c:v>43760</c:v>
                </c:pt>
                <c:pt idx="1327">
                  <c:v>43761</c:v>
                </c:pt>
                <c:pt idx="1328">
                  <c:v>43762</c:v>
                </c:pt>
                <c:pt idx="1329">
                  <c:v>43763</c:v>
                </c:pt>
                <c:pt idx="1330">
                  <c:v>43766</c:v>
                </c:pt>
                <c:pt idx="1331">
                  <c:v>43767</c:v>
                </c:pt>
                <c:pt idx="1332">
                  <c:v>43768</c:v>
                </c:pt>
                <c:pt idx="1333">
                  <c:v>43769</c:v>
                </c:pt>
                <c:pt idx="1334">
                  <c:v>43770</c:v>
                </c:pt>
                <c:pt idx="1335">
                  <c:v>43773</c:v>
                </c:pt>
                <c:pt idx="1336">
                  <c:v>43774</c:v>
                </c:pt>
                <c:pt idx="1337">
                  <c:v>43775</c:v>
                </c:pt>
                <c:pt idx="1338">
                  <c:v>43776</c:v>
                </c:pt>
                <c:pt idx="1339">
                  <c:v>43777</c:v>
                </c:pt>
                <c:pt idx="1340">
                  <c:v>43780</c:v>
                </c:pt>
                <c:pt idx="1341">
                  <c:v>43781</c:v>
                </c:pt>
                <c:pt idx="1342">
                  <c:v>43782</c:v>
                </c:pt>
                <c:pt idx="1343">
                  <c:v>43783</c:v>
                </c:pt>
                <c:pt idx="1344">
                  <c:v>43787</c:v>
                </c:pt>
                <c:pt idx="1345">
                  <c:v>43788</c:v>
                </c:pt>
                <c:pt idx="1346">
                  <c:v>43790</c:v>
                </c:pt>
                <c:pt idx="1347">
                  <c:v>43791</c:v>
                </c:pt>
                <c:pt idx="1348">
                  <c:v>43794</c:v>
                </c:pt>
                <c:pt idx="1349">
                  <c:v>43795</c:v>
                </c:pt>
                <c:pt idx="1350">
                  <c:v>43796</c:v>
                </c:pt>
                <c:pt idx="1351">
                  <c:v>43797</c:v>
                </c:pt>
                <c:pt idx="1352">
                  <c:v>43798</c:v>
                </c:pt>
                <c:pt idx="1353">
                  <c:v>43801</c:v>
                </c:pt>
                <c:pt idx="1354">
                  <c:v>43802</c:v>
                </c:pt>
                <c:pt idx="1355">
                  <c:v>43803</c:v>
                </c:pt>
                <c:pt idx="1356">
                  <c:v>43804</c:v>
                </c:pt>
                <c:pt idx="1357">
                  <c:v>43805</c:v>
                </c:pt>
                <c:pt idx="1358">
                  <c:v>43808</c:v>
                </c:pt>
                <c:pt idx="1359">
                  <c:v>43809</c:v>
                </c:pt>
                <c:pt idx="1360">
                  <c:v>43810</c:v>
                </c:pt>
                <c:pt idx="1361">
                  <c:v>43811</c:v>
                </c:pt>
                <c:pt idx="1362">
                  <c:v>43812</c:v>
                </c:pt>
                <c:pt idx="1363">
                  <c:v>43815</c:v>
                </c:pt>
                <c:pt idx="1364">
                  <c:v>43816</c:v>
                </c:pt>
                <c:pt idx="1365">
                  <c:v>43817</c:v>
                </c:pt>
                <c:pt idx="1366">
                  <c:v>43818</c:v>
                </c:pt>
                <c:pt idx="1367">
                  <c:v>43819</c:v>
                </c:pt>
                <c:pt idx="1368">
                  <c:v>43822</c:v>
                </c:pt>
                <c:pt idx="1369">
                  <c:v>43825</c:v>
                </c:pt>
                <c:pt idx="1370">
                  <c:v>43826</c:v>
                </c:pt>
                <c:pt idx="1371">
                  <c:v>43829</c:v>
                </c:pt>
                <c:pt idx="1372">
                  <c:v>43832</c:v>
                </c:pt>
                <c:pt idx="1373">
                  <c:v>43833</c:v>
                </c:pt>
                <c:pt idx="1374">
                  <c:v>43836</c:v>
                </c:pt>
                <c:pt idx="1375">
                  <c:v>43837</c:v>
                </c:pt>
                <c:pt idx="1376">
                  <c:v>43838</c:v>
                </c:pt>
                <c:pt idx="1377">
                  <c:v>43839</c:v>
                </c:pt>
                <c:pt idx="1378">
                  <c:v>43840</c:v>
                </c:pt>
                <c:pt idx="1379">
                  <c:v>43843</c:v>
                </c:pt>
                <c:pt idx="1380">
                  <c:v>43844</c:v>
                </c:pt>
                <c:pt idx="1381">
                  <c:v>43845</c:v>
                </c:pt>
                <c:pt idx="1382">
                  <c:v>43846</c:v>
                </c:pt>
                <c:pt idx="1383">
                  <c:v>43847</c:v>
                </c:pt>
                <c:pt idx="1384">
                  <c:v>43850</c:v>
                </c:pt>
                <c:pt idx="1385">
                  <c:v>43851</c:v>
                </c:pt>
                <c:pt idx="1386">
                  <c:v>43852</c:v>
                </c:pt>
                <c:pt idx="1387">
                  <c:v>43853</c:v>
                </c:pt>
                <c:pt idx="1388">
                  <c:v>43854</c:v>
                </c:pt>
                <c:pt idx="1389">
                  <c:v>43857</c:v>
                </c:pt>
                <c:pt idx="1390">
                  <c:v>43858</c:v>
                </c:pt>
                <c:pt idx="1391">
                  <c:v>43859</c:v>
                </c:pt>
                <c:pt idx="1392">
                  <c:v>43860</c:v>
                </c:pt>
                <c:pt idx="1393">
                  <c:v>43861</c:v>
                </c:pt>
                <c:pt idx="1394">
                  <c:v>43864</c:v>
                </c:pt>
                <c:pt idx="1395">
                  <c:v>43865</c:v>
                </c:pt>
                <c:pt idx="1396">
                  <c:v>43866</c:v>
                </c:pt>
                <c:pt idx="1397">
                  <c:v>43867</c:v>
                </c:pt>
                <c:pt idx="1398">
                  <c:v>43868</c:v>
                </c:pt>
                <c:pt idx="1399">
                  <c:v>43871</c:v>
                </c:pt>
                <c:pt idx="1400">
                  <c:v>43872</c:v>
                </c:pt>
                <c:pt idx="1401">
                  <c:v>43873</c:v>
                </c:pt>
                <c:pt idx="1402">
                  <c:v>43874</c:v>
                </c:pt>
                <c:pt idx="1403">
                  <c:v>43875</c:v>
                </c:pt>
                <c:pt idx="1404">
                  <c:v>43878</c:v>
                </c:pt>
                <c:pt idx="1405">
                  <c:v>43879</c:v>
                </c:pt>
                <c:pt idx="1406">
                  <c:v>43880</c:v>
                </c:pt>
                <c:pt idx="1407">
                  <c:v>43881</c:v>
                </c:pt>
                <c:pt idx="1408">
                  <c:v>43882</c:v>
                </c:pt>
                <c:pt idx="1409">
                  <c:v>43887</c:v>
                </c:pt>
                <c:pt idx="1410">
                  <c:v>43888</c:v>
                </c:pt>
                <c:pt idx="1411">
                  <c:v>43889</c:v>
                </c:pt>
                <c:pt idx="1412">
                  <c:v>43892</c:v>
                </c:pt>
                <c:pt idx="1413">
                  <c:v>43893</c:v>
                </c:pt>
                <c:pt idx="1414">
                  <c:v>43894</c:v>
                </c:pt>
                <c:pt idx="1415">
                  <c:v>43895</c:v>
                </c:pt>
                <c:pt idx="1416">
                  <c:v>43896</c:v>
                </c:pt>
                <c:pt idx="1417">
                  <c:v>43899</c:v>
                </c:pt>
                <c:pt idx="1418">
                  <c:v>43900</c:v>
                </c:pt>
                <c:pt idx="1419">
                  <c:v>43901</c:v>
                </c:pt>
                <c:pt idx="1420">
                  <c:v>43902</c:v>
                </c:pt>
                <c:pt idx="1421">
                  <c:v>43903</c:v>
                </c:pt>
                <c:pt idx="1422">
                  <c:v>43906</c:v>
                </c:pt>
                <c:pt idx="1423">
                  <c:v>43907</c:v>
                </c:pt>
                <c:pt idx="1424">
                  <c:v>43908</c:v>
                </c:pt>
                <c:pt idx="1425">
                  <c:v>43909</c:v>
                </c:pt>
                <c:pt idx="1426">
                  <c:v>43910</c:v>
                </c:pt>
                <c:pt idx="1427">
                  <c:v>43913</c:v>
                </c:pt>
                <c:pt idx="1428">
                  <c:v>43914</c:v>
                </c:pt>
                <c:pt idx="1429">
                  <c:v>43915</c:v>
                </c:pt>
                <c:pt idx="1430">
                  <c:v>43916</c:v>
                </c:pt>
                <c:pt idx="1431">
                  <c:v>43917</c:v>
                </c:pt>
                <c:pt idx="1432">
                  <c:v>43920</c:v>
                </c:pt>
                <c:pt idx="1433">
                  <c:v>43921</c:v>
                </c:pt>
                <c:pt idx="1434">
                  <c:v>43922</c:v>
                </c:pt>
                <c:pt idx="1435">
                  <c:v>43923</c:v>
                </c:pt>
                <c:pt idx="1436">
                  <c:v>43924</c:v>
                </c:pt>
                <c:pt idx="1437">
                  <c:v>43927</c:v>
                </c:pt>
                <c:pt idx="1438">
                  <c:v>43928</c:v>
                </c:pt>
                <c:pt idx="1439">
                  <c:v>43929</c:v>
                </c:pt>
                <c:pt idx="1440">
                  <c:v>43930</c:v>
                </c:pt>
                <c:pt idx="1441">
                  <c:v>43934</c:v>
                </c:pt>
                <c:pt idx="1442">
                  <c:v>43935</c:v>
                </c:pt>
                <c:pt idx="1443">
                  <c:v>43936</c:v>
                </c:pt>
                <c:pt idx="1444">
                  <c:v>43937</c:v>
                </c:pt>
                <c:pt idx="1445">
                  <c:v>43938</c:v>
                </c:pt>
                <c:pt idx="1446">
                  <c:v>43941</c:v>
                </c:pt>
                <c:pt idx="1447">
                  <c:v>43943</c:v>
                </c:pt>
                <c:pt idx="1448">
                  <c:v>43944</c:v>
                </c:pt>
                <c:pt idx="1449">
                  <c:v>43945</c:v>
                </c:pt>
                <c:pt idx="1450">
                  <c:v>43948</c:v>
                </c:pt>
                <c:pt idx="1451">
                  <c:v>43949</c:v>
                </c:pt>
                <c:pt idx="1452">
                  <c:v>43950</c:v>
                </c:pt>
                <c:pt idx="1453">
                  <c:v>43951</c:v>
                </c:pt>
                <c:pt idx="1454">
                  <c:v>43955</c:v>
                </c:pt>
                <c:pt idx="1455">
                  <c:v>43956</c:v>
                </c:pt>
                <c:pt idx="1456">
                  <c:v>43957</c:v>
                </c:pt>
                <c:pt idx="1457">
                  <c:v>43958</c:v>
                </c:pt>
                <c:pt idx="1458">
                  <c:v>43959</c:v>
                </c:pt>
                <c:pt idx="1459">
                  <c:v>43962</c:v>
                </c:pt>
                <c:pt idx="1460">
                  <c:v>43963</c:v>
                </c:pt>
                <c:pt idx="1461">
                  <c:v>43964</c:v>
                </c:pt>
                <c:pt idx="1462">
                  <c:v>43965</c:v>
                </c:pt>
                <c:pt idx="1463">
                  <c:v>43966</c:v>
                </c:pt>
                <c:pt idx="1464">
                  <c:v>43969</c:v>
                </c:pt>
                <c:pt idx="1465">
                  <c:v>43970</c:v>
                </c:pt>
                <c:pt idx="1466">
                  <c:v>43971</c:v>
                </c:pt>
                <c:pt idx="1467">
                  <c:v>43972</c:v>
                </c:pt>
                <c:pt idx="1468">
                  <c:v>43973</c:v>
                </c:pt>
                <c:pt idx="1469">
                  <c:v>43976</c:v>
                </c:pt>
                <c:pt idx="1470">
                  <c:v>43977</c:v>
                </c:pt>
                <c:pt idx="1471">
                  <c:v>43978</c:v>
                </c:pt>
                <c:pt idx="1472">
                  <c:v>43979</c:v>
                </c:pt>
                <c:pt idx="1473">
                  <c:v>43980</c:v>
                </c:pt>
                <c:pt idx="1474">
                  <c:v>43983</c:v>
                </c:pt>
                <c:pt idx="1475">
                  <c:v>43984</c:v>
                </c:pt>
                <c:pt idx="1476">
                  <c:v>43985</c:v>
                </c:pt>
                <c:pt idx="1477">
                  <c:v>43986</c:v>
                </c:pt>
                <c:pt idx="1478">
                  <c:v>43987</c:v>
                </c:pt>
                <c:pt idx="1479">
                  <c:v>43990</c:v>
                </c:pt>
                <c:pt idx="1480">
                  <c:v>43991</c:v>
                </c:pt>
                <c:pt idx="1481">
                  <c:v>43992</c:v>
                </c:pt>
                <c:pt idx="1482">
                  <c:v>43994</c:v>
                </c:pt>
                <c:pt idx="1483">
                  <c:v>43997</c:v>
                </c:pt>
                <c:pt idx="1484">
                  <c:v>43998</c:v>
                </c:pt>
                <c:pt idx="1485">
                  <c:v>43999</c:v>
                </c:pt>
                <c:pt idx="1486">
                  <c:v>44000</c:v>
                </c:pt>
                <c:pt idx="1487">
                  <c:v>44001</c:v>
                </c:pt>
                <c:pt idx="1488">
                  <c:v>44004</c:v>
                </c:pt>
                <c:pt idx="1489">
                  <c:v>44005</c:v>
                </c:pt>
                <c:pt idx="1490">
                  <c:v>44006</c:v>
                </c:pt>
                <c:pt idx="1491">
                  <c:v>44007</c:v>
                </c:pt>
                <c:pt idx="1492">
                  <c:v>44008</c:v>
                </c:pt>
                <c:pt idx="1493">
                  <c:v>44011</c:v>
                </c:pt>
                <c:pt idx="1494">
                  <c:v>44012</c:v>
                </c:pt>
                <c:pt idx="1495">
                  <c:v>44013</c:v>
                </c:pt>
                <c:pt idx="1496">
                  <c:v>44014</c:v>
                </c:pt>
                <c:pt idx="1497">
                  <c:v>44015</c:v>
                </c:pt>
                <c:pt idx="1498">
                  <c:v>44018</c:v>
                </c:pt>
                <c:pt idx="1499">
                  <c:v>44019</c:v>
                </c:pt>
                <c:pt idx="1500">
                  <c:v>44020</c:v>
                </c:pt>
                <c:pt idx="1501">
                  <c:v>44021</c:v>
                </c:pt>
                <c:pt idx="1502">
                  <c:v>44022</c:v>
                </c:pt>
                <c:pt idx="1503">
                  <c:v>44025</c:v>
                </c:pt>
                <c:pt idx="1504">
                  <c:v>44026</c:v>
                </c:pt>
                <c:pt idx="1505">
                  <c:v>44027</c:v>
                </c:pt>
                <c:pt idx="1506">
                  <c:v>44028</c:v>
                </c:pt>
                <c:pt idx="1507">
                  <c:v>44029</c:v>
                </c:pt>
                <c:pt idx="1508">
                  <c:v>44032</c:v>
                </c:pt>
                <c:pt idx="1509">
                  <c:v>44033</c:v>
                </c:pt>
                <c:pt idx="1510">
                  <c:v>44034</c:v>
                </c:pt>
                <c:pt idx="1511">
                  <c:v>44035</c:v>
                </c:pt>
                <c:pt idx="1512">
                  <c:v>44036</c:v>
                </c:pt>
                <c:pt idx="1513">
                  <c:v>44039</c:v>
                </c:pt>
                <c:pt idx="1514">
                  <c:v>44040</c:v>
                </c:pt>
                <c:pt idx="1515">
                  <c:v>44041</c:v>
                </c:pt>
                <c:pt idx="1516">
                  <c:v>44042</c:v>
                </c:pt>
                <c:pt idx="1517">
                  <c:v>44043</c:v>
                </c:pt>
                <c:pt idx="1518">
                  <c:v>44046</c:v>
                </c:pt>
                <c:pt idx="1519">
                  <c:v>44047</c:v>
                </c:pt>
                <c:pt idx="1520">
                  <c:v>44048</c:v>
                </c:pt>
                <c:pt idx="1521">
                  <c:v>44049</c:v>
                </c:pt>
                <c:pt idx="1522">
                  <c:v>44050</c:v>
                </c:pt>
                <c:pt idx="1523">
                  <c:v>44053</c:v>
                </c:pt>
                <c:pt idx="1524">
                  <c:v>44054</c:v>
                </c:pt>
                <c:pt idx="1525">
                  <c:v>44055</c:v>
                </c:pt>
                <c:pt idx="1526">
                  <c:v>44056</c:v>
                </c:pt>
                <c:pt idx="1527">
                  <c:v>44057</c:v>
                </c:pt>
                <c:pt idx="1528">
                  <c:v>44060</c:v>
                </c:pt>
                <c:pt idx="1529">
                  <c:v>44061</c:v>
                </c:pt>
                <c:pt idx="1530">
                  <c:v>44062</c:v>
                </c:pt>
                <c:pt idx="1531">
                  <c:v>44063</c:v>
                </c:pt>
                <c:pt idx="1532">
                  <c:v>44064</c:v>
                </c:pt>
                <c:pt idx="1533">
                  <c:v>44067</c:v>
                </c:pt>
                <c:pt idx="1534">
                  <c:v>44068</c:v>
                </c:pt>
                <c:pt idx="1535">
                  <c:v>44069</c:v>
                </c:pt>
                <c:pt idx="1536">
                  <c:v>44070</c:v>
                </c:pt>
                <c:pt idx="1537">
                  <c:v>44071</c:v>
                </c:pt>
                <c:pt idx="1538">
                  <c:v>44074</c:v>
                </c:pt>
                <c:pt idx="1539">
                  <c:v>44075</c:v>
                </c:pt>
                <c:pt idx="1540">
                  <c:v>44076</c:v>
                </c:pt>
                <c:pt idx="1541">
                  <c:v>44077</c:v>
                </c:pt>
                <c:pt idx="1542">
                  <c:v>44078</c:v>
                </c:pt>
                <c:pt idx="1543">
                  <c:v>44082</c:v>
                </c:pt>
                <c:pt idx="1544">
                  <c:v>44083</c:v>
                </c:pt>
                <c:pt idx="1545">
                  <c:v>44084</c:v>
                </c:pt>
                <c:pt idx="1546">
                  <c:v>44085</c:v>
                </c:pt>
                <c:pt idx="1547">
                  <c:v>44088</c:v>
                </c:pt>
                <c:pt idx="1548">
                  <c:v>44089</c:v>
                </c:pt>
                <c:pt idx="1549">
                  <c:v>44090</c:v>
                </c:pt>
                <c:pt idx="1550">
                  <c:v>44091</c:v>
                </c:pt>
                <c:pt idx="1551">
                  <c:v>44092</c:v>
                </c:pt>
                <c:pt idx="1552">
                  <c:v>44095</c:v>
                </c:pt>
                <c:pt idx="1553">
                  <c:v>44096</c:v>
                </c:pt>
                <c:pt idx="1554">
                  <c:v>44097</c:v>
                </c:pt>
                <c:pt idx="1555">
                  <c:v>44098</c:v>
                </c:pt>
                <c:pt idx="1556">
                  <c:v>44099</c:v>
                </c:pt>
                <c:pt idx="1557">
                  <c:v>44102</c:v>
                </c:pt>
                <c:pt idx="1558">
                  <c:v>44103</c:v>
                </c:pt>
                <c:pt idx="1559">
                  <c:v>44104</c:v>
                </c:pt>
                <c:pt idx="1560">
                  <c:v>44105</c:v>
                </c:pt>
                <c:pt idx="1561">
                  <c:v>44106</c:v>
                </c:pt>
                <c:pt idx="1562">
                  <c:v>44109</c:v>
                </c:pt>
                <c:pt idx="1563">
                  <c:v>44110</c:v>
                </c:pt>
                <c:pt idx="1564">
                  <c:v>44111</c:v>
                </c:pt>
                <c:pt idx="1565">
                  <c:v>44112</c:v>
                </c:pt>
                <c:pt idx="1566">
                  <c:v>44113</c:v>
                </c:pt>
                <c:pt idx="1567">
                  <c:v>44117</c:v>
                </c:pt>
                <c:pt idx="1568">
                  <c:v>44118</c:v>
                </c:pt>
                <c:pt idx="1569">
                  <c:v>44119</c:v>
                </c:pt>
                <c:pt idx="1570">
                  <c:v>44120</c:v>
                </c:pt>
                <c:pt idx="1571">
                  <c:v>44123</c:v>
                </c:pt>
                <c:pt idx="1572">
                  <c:v>44124</c:v>
                </c:pt>
                <c:pt idx="1573">
                  <c:v>44125</c:v>
                </c:pt>
                <c:pt idx="1574">
                  <c:v>44126</c:v>
                </c:pt>
                <c:pt idx="1575">
                  <c:v>44127</c:v>
                </c:pt>
                <c:pt idx="1576">
                  <c:v>44130</c:v>
                </c:pt>
                <c:pt idx="1577">
                  <c:v>44131</c:v>
                </c:pt>
                <c:pt idx="1578">
                  <c:v>44132</c:v>
                </c:pt>
                <c:pt idx="1579">
                  <c:v>44133</c:v>
                </c:pt>
                <c:pt idx="1580">
                  <c:v>44134</c:v>
                </c:pt>
                <c:pt idx="1581">
                  <c:v>44138</c:v>
                </c:pt>
                <c:pt idx="1582">
                  <c:v>44139</c:v>
                </c:pt>
                <c:pt idx="1583">
                  <c:v>44140</c:v>
                </c:pt>
                <c:pt idx="1584">
                  <c:v>44141</c:v>
                </c:pt>
                <c:pt idx="1585">
                  <c:v>44144</c:v>
                </c:pt>
                <c:pt idx="1586">
                  <c:v>44145</c:v>
                </c:pt>
                <c:pt idx="1587">
                  <c:v>44146</c:v>
                </c:pt>
                <c:pt idx="1588">
                  <c:v>44147</c:v>
                </c:pt>
                <c:pt idx="1589">
                  <c:v>44148</c:v>
                </c:pt>
                <c:pt idx="1590">
                  <c:v>44151</c:v>
                </c:pt>
                <c:pt idx="1591">
                  <c:v>44152</c:v>
                </c:pt>
                <c:pt idx="1592">
                  <c:v>44153</c:v>
                </c:pt>
                <c:pt idx="1593">
                  <c:v>44154</c:v>
                </c:pt>
                <c:pt idx="1594">
                  <c:v>44155</c:v>
                </c:pt>
                <c:pt idx="1595">
                  <c:v>44158</c:v>
                </c:pt>
                <c:pt idx="1596">
                  <c:v>44159</c:v>
                </c:pt>
                <c:pt idx="1597">
                  <c:v>44160</c:v>
                </c:pt>
                <c:pt idx="1598">
                  <c:v>44161</c:v>
                </c:pt>
                <c:pt idx="1599">
                  <c:v>44162</c:v>
                </c:pt>
                <c:pt idx="1600">
                  <c:v>44165</c:v>
                </c:pt>
                <c:pt idx="1601">
                  <c:v>44166</c:v>
                </c:pt>
                <c:pt idx="1602">
                  <c:v>44167</c:v>
                </c:pt>
                <c:pt idx="1603">
                  <c:v>44168</c:v>
                </c:pt>
                <c:pt idx="1604">
                  <c:v>44169</c:v>
                </c:pt>
                <c:pt idx="1605">
                  <c:v>44172</c:v>
                </c:pt>
                <c:pt idx="1606">
                  <c:v>44173</c:v>
                </c:pt>
                <c:pt idx="1607">
                  <c:v>44174</c:v>
                </c:pt>
                <c:pt idx="1608">
                  <c:v>44175</c:v>
                </c:pt>
                <c:pt idx="1609">
                  <c:v>44176</c:v>
                </c:pt>
                <c:pt idx="1610">
                  <c:v>44179</c:v>
                </c:pt>
                <c:pt idx="1611">
                  <c:v>44180</c:v>
                </c:pt>
                <c:pt idx="1612">
                  <c:v>44181</c:v>
                </c:pt>
                <c:pt idx="1613">
                  <c:v>44182</c:v>
                </c:pt>
                <c:pt idx="1614">
                  <c:v>44183</c:v>
                </c:pt>
                <c:pt idx="1615">
                  <c:v>44186</c:v>
                </c:pt>
                <c:pt idx="1616">
                  <c:v>44187</c:v>
                </c:pt>
                <c:pt idx="1617">
                  <c:v>44188</c:v>
                </c:pt>
                <c:pt idx="1618">
                  <c:v>44193</c:v>
                </c:pt>
                <c:pt idx="1619">
                  <c:v>44194</c:v>
                </c:pt>
                <c:pt idx="1620">
                  <c:v>44200</c:v>
                </c:pt>
                <c:pt idx="1621">
                  <c:v>44201</c:v>
                </c:pt>
                <c:pt idx="1622">
                  <c:v>44202</c:v>
                </c:pt>
                <c:pt idx="1623">
                  <c:v>44203</c:v>
                </c:pt>
                <c:pt idx="1624">
                  <c:v>44204</c:v>
                </c:pt>
                <c:pt idx="1625">
                  <c:v>44207</c:v>
                </c:pt>
                <c:pt idx="1626">
                  <c:v>44208</c:v>
                </c:pt>
                <c:pt idx="1627">
                  <c:v>44209</c:v>
                </c:pt>
                <c:pt idx="1628">
                  <c:v>44210</c:v>
                </c:pt>
                <c:pt idx="1629">
                  <c:v>44211</c:v>
                </c:pt>
                <c:pt idx="1630">
                  <c:v>44214</c:v>
                </c:pt>
                <c:pt idx="1631">
                  <c:v>44215</c:v>
                </c:pt>
                <c:pt idx="1632">
                  <c:v>44216</c:v>
                </c:pt>
                <c:pt idx="1633">
                  <c:v>44217</c:v>
                </c:pt>
                <c:pt idx="1634">
                  <c:v>44218</c:v>
                </c:pt>
                <c:pt idx="1635">
                  <c:v>44222</c:v>
                </c:pt>
                <c:pt idx="1636">
                  <c:v>44223</c:v>
                </c:pt>
                <c:pt idx="1637">
                  <c:v>44224</c:v>
                </c:pt>
                <c:pt idx="1638">
                  <c:v>44225</c:v>
                </c:pt>
                <c:pt idx="1639">
                  <c:v>44228</c:v>
                </c:pt>
                <c:pt idx="1640">
                  <c:v>44229</c:v>
                </c:pt>
                <c:pt idx="1641">
                  <c:v>44230</c:v>
                </c:pt>
                <c:pt idx="1642">
                  <c:v>44231</c:v>
                </c:pt>
                <c:pt idx="1643">
                  <c:v>44232</c:v>
                </c:pt>
                <c:pt idx="1644">
                  <c:v>44235</c:v>
                </c:pt>
                <c:pt idx="1645">
                  <c:v>44236</c:v>
                </c:pt>
                <c:pt idx="1646">
                  <c:v>44237</c:v>
                </c:pt>
                <c:pt idx="1647">
                  <c:v>44238</c:v>
                </c:pt>
                <c:pt idx="1648">
                  <c:v>44239</c:v>
                </c:pt>
                <c:pt idx="1649">
                  <c:v>44244</c:v>
                </c:pt>
                <c:pt idx="1650">
                  <c:v>44245</c:v>
                </c:pt>
                <c:pt idx="1651">
                  <c:v>44246</c:v>
                </c:pt>
                <c:pt idx="1652">
                  <c:v>44249</c:v>
                </c:pt>
                <c:pt idx="1653">
                  <c:v>44250</c:v>
                </c:pt>
                <c:pt idx="1654">
                  <c:v>44251</c:v>
                </c:pt>
                <c:pt idx="1655">
                  <c:v>44252</c:v>
                </c:pt>
                <c:pt idx="1656">
                  <c:v>44253</c:v>
                </c:pt>
                <c:pt idx="1657">
                  <c:v>44256</c:v>
                </c:pt>
                <c:pt idx="1658">
                  <c:v>44257</c:v>
                </c:pt>
                <c:pt idx="1659">
                  <c:v>44258</c:v>
                </c:pt>
                <c:pt idx="1660">
                  <c:v>44259</c:v>
                </c:pt>
                <c:pt idx="1661">
                  <c:v>44260</c:v>
                </c:pt>
                <c:pt idx="1662">
                  <c:v>44263</c:v>
                </c:pt>
                <c:pt idx="1663">
                  <c:v>44264</c:v>
                </c:pt>
                <c:pt idx="1664">
                  <c:v>44265</c:v>
                </c:pt>
                <c:pt idx="1665">
                  <c:v>44266</c:v>
                </c:pt>
                <c:pt idx="1666">
                  <c:v>44267</c:v>
                </c:pt>
                <c:pt idx="1667">
                  <c:v>44270</c:v>
                </c:pt>
                <c:pt idx="1668">
                  <c:v>44271</c:v>
                </c:pt>
                <c:pt idx="1669">
                  <c:v>44272</c:v>
                </c:pt>
                <c:pt idx="1670">
                  <c:v>44273</c:v>
                </c:pt>
                <c:pt idx="1671">
                  <c:v>44274</c:v>
                </c:pt>
                <c:pt idx="1672">
                  <c:v>44277</c:v>
                </c:pt>
                <c:pt idx="1673">
                  <c:v>44278</c:v>
                </c:pt>
                <c:pt idx="1674">
                  <c:v>44279</c:v>
                </c:pt>
                <c:pt idx="1675">
                  <c:v>44280</c:v>
                </c:pt>
                <c:pt idx="1676">
                  <c:v>44281</c:v>
                </c:pt>
                <c:pt idx="1677">
                  <c:v>44284</c:v>
                </c:pt>
                <c:pt idx="1678">
                  <c:v>44285</c:v>
                </c:pt>
                <c:pt idx="1679">
                  <c:v>44286</c:v>
                </c:pt>
                <c:pt idx="1680">
                  <c:v>44287</c:v>
                </c:pt>
                <c:pt idx="1681">
                  <c:v>44291</c:v>
                </c:pt>
                <c:pt idx="1682">
                  <c:v>44292</c:v>
                </c:pt>
                <c:pt idx="1683">
                  <c:v>44293</c:v>
                </c:pt>
                <c:pt idx="1684">
                  <c:v>44294</c:v>
                </c:pt>
                <c:pt idx="1685">
                  <c:v>44295</c:v>
                </c:pt>
                <c:pt idx="1686">
                  <c:v>44298</c:v>
                </c:pt>
                <c:pt idx="1687">
                  <c:v>44299</c:v>
                </c:pt>
                <c:pt idx="1688">
                  <c:v>44300</c:v>
                </c:pt>
                <c:pt idx="1689">
                  <c:v>44301</c:v>
                </c:pt>
                <c:pt idx="1690">
                  <c:v>44302</c:v>
                </c:pt>
                <c:pt idx="1691">
                  <c:v>44305</c:v>
                </c:pt>
                <c:pt idx="1692">
                  <c:v>44306</c:v>
                </c:pt>
                <c:pt idx="1693">
                  <c:v>44308</c:v>
                </c:pt>
                <c:pt idx="1694">
                  <c:v>44309</c:v>
                </c:pt>
                <c:pt idx="1695">
                  <c:v>44312</c:v>
                </c:pt>
                <c:pt idx="1696">
                  <c:v>44313</c:v>
                </c:pt>
                <c:pt idx="1697">
                  <c:v>44314</c:v>
                </c:pt>
                <c:pt idx="1698">
                  <c:v>44315</c:v>
                </c:pt>
                <c:pt idx="1699">
                  <c:v>44316</c:v>
                </c:pt>
                <c:pt idx="1700">
                  <c:v>44319</c:v>
                </c:pt>
                <c:pt idx="1701">
                  <c:v>44320</c:v>
                </c:pt>
                <c:pt idx="1702">
                  <c:v>44321</c:v>
                </c:pt>
                <c:pt idx="1703">
                  <c:v>44322</c:v>
                </c:pt>
                <c:pt idx="1704">
                  <c:v>44323</c:v>
                </c:pt>
                <c:pt idx="1705">
                  <c:v>44326</c:v>
                </c:pt>
                <c:pt idx="1706">
                  <c:v>44327</c:v>
                </c:pt>
                <c:pt idx="1707">
                  <c:v>44328</c:v>
                </c:pt>
                <c:pt idx="1708">
                  <c:v>44329</c:v>
                </c:pt>
                <c:pt idx="1709">
                  <c:v>44330</c:v>
                </c:pt>
                <c:pt idx="1710">
                  <c:v>44333</c:v>
                </c:pt>
                <c:pt idx="1711">
                  <c:v>44334</c:v>
                </c:pt>
                <c:pt idx="1712">
                  <c:v>44335</c:v>
                </c:pt>
                <c:pt idx="1713">
                  <c:v>44336</c:v>
                </c:pt>
                <c:pt idx="1714">
                  <c:v>44337</c:v>
                </c:pt>
                <c:pt idx="1715">
                  <c:v>44340</c:v>
                </c:pt>
                <c:pt idx="1716">
                  <c:v>44341</c:v>
                </c:pt>
                <c:pt idx="1717">
                  <c:v>44342</c:v>
                </c:pt>
                <c:pt idx="1718">
                  <c:v>44343</c:v>
                </c:pt>
                <c:pt idx="1719">
                  <c:v>44344</c:v>
                </c:pt>
                <c:pt idx="1720">
                  <c:v>44347</c:v>
                </c:pt>
                <c:pt idx="1721">
                  <c:v>44348</c:v>
                </c:pt>
                <c:pt idx="1722">
                  <c:v>44349</c:v>
                </c:pt>
                <c:pt idx="1723">
                  <c:v>44351</c:v>
                </c:pt>
                <c:pt idx="1724">
                  <c:v>44354</c:v>
                </c:pt>
                <c:pt idx="1725">
                  <c:v>44355</c:v>
                </c:pt>
                <c:pt idx="1726">
                  <c:v>44356</c:v>
                </c:pt>
                <c:pt idx="1727">
                  <c:v>44357</c:v>
                </c:pt>
                <c:pt idx="1728">
                  <c:v>44358</c:v>
                </c:pt>
                <c:pt idx="1729">
                  <c:v>44361</c:v>
                </c:pt>
                <c:pt idx="1730">
                  <c:v>44362</c:v>
                </c:pt>
                <c:pt idx="1731">
                  <c:v>44363</c:v>
                </c:pt>
                <c:pt idx="1732">
                  <c:v>44364</c:v>
                </c:pt>
                <c:pt idx="1733">
                  <c:v>44365</c:v>
                </c:pt>
                <c:pt idx="1734">
                  <c:v>44368</c:v>
                </c:pt>
                <c:pt idx="1735">
                  <c:v>44369</c:v>
                </c:pt>
                <c:pt idx="1736">
                  <c:v>44370</c:v>
                </c:pt>
                <c:pt idx="1737">
                  <c:v>44371</c:v>
                </c:pt>
                <c:pt idx="1738">
                  <c:v>44372</c:v>
                </c:pt>
                <c:pt idx="1739">
                  <c:v>44375</c:v>
                </c:pt>
                <c:pt idx="1740">
                  <c:v>44376</c:v>
                </c:pt>
                <c:pt idx="1741">
                  <c:v>44377</c:v>
                </c:pt>
                <c:pt idx="1742">
                  <c:v>44378</c:v>
                </c:pt>
                <c:pt idx="1743">
                  <c:v>44379</c:v>
                </c:pt>
                <c:pt idx="1744">
                  <c:v>44382</c:v>
                </c:pt>
                <c:pt idx="1745">
                  <c:v>44383</c:v>
                </c:pt>
                <c:pt idx="1746">
                  <c:v>44384</c:v>
                </c:pt>
                <c:pt idx="1747">
                  <c:v>44385</c:v>
                </c:pt>
                <c:pt idx="1748">
                  <c:v>44389</c:v>
                </c:pt>
                <c:pt idx="1749">
                  <c:v>44390</c:v>
                </c:pt>
                <c:pt idx="1750">
                  <c:v>44391</c:v>
                </c:pt>
                <c:pt idx="1751">
                  <c:v>44392</c:v>
                </c:pt>
                <c:pt idx="1752">
                  <c:v>44393</c:v>
                </c:pt>
                <c:pt idx="1753">
                  <c:v>44396</c:v>
                </c:pt>
                <c:pt idx="1754">
                  <c:v>44397</c:v>
                </c:pt>
                <c:pt idx="1755">
                  <c:v>44398</c:v>
                </c:pt>
                <c:pt idx="1756">
                  <c:v>44399</c:v>
                </c:pt>
                <c:pt idx="1757">
                  <c:v>44400</c:v>
                </c:pt>
                <c:pt idx="1758">
                  <c:v>44403</c:v>
                </c:pt>
                <c:pt idx="1759">
                  <c:v>44404</c:v>
                </c:pt>
                <c:pt idx="1760">
                  <c:v>44405</c:v>
                </c:pt>
                <c:pt idx="1761">
                  <c:v>44406</c:v>
                </c:pt>
                <c:pt idx="1762">
                  <c:v>44407</c:v>
                </c:pt>
                <c:pt idx="1763">
                  <c:v>44410</c:v>
                </c:pt>
                <c:pt idx="1764">
                  <c:v>44411</c:v>
                </c:pt>
                <c:pt idx="1765">
                  <c:v>44412</c:v>
                </c:pt>
                <c:pt idx="1766">
                  <c:v>44413</c:v>
                </c:pt>
                <c:pt idx="1767">
                  <c:v>44414</c:v>
                </c:pt>
                <c:pt idx="1768">
                  <c:v>44417</c:v>
                </c:pt>
                <c:pt idx="1769">
                  <c:v>44418</c:v>
                </c:pt>
                <c:pt idx="1770">
                  <c:v>44419</c:v>
                </c:pt>
                <c:pt idx="1771">
                  <c:v>44420</c:v>
                </c:pt>
                <c:pt idx="1772">
                  <c:v>44421</c:v>
                </c:pt>
                <c:pt idx="1773">
                  <c:v>44424</c:v>
                </c:pt>
                <c:pt idx="1774">
                  <c:v>44425</c:v>
                </c:pt>
                <c:pt idx="1775">
                  <c:v>44426</c:v>
                </c:pt>
                <c:pt idx="1776">
                  <c:v>44427</c:v>
                </c:pt>
                <c:pt idx="1777">
                  <c:v>44428</c:v>
                </c:pt>
                <c:pt idx="1778">
                  <c:v>44431</c:v>
                </c:pt>
                <c:pt idx="1779">
                  <c:v>44432</c:v>
                </c:pt>
                <c:pt idx="1780">
                  <c:v>44433</c:v>
                </c:pt>
                <c:pt idx="1781">
                  <c:v>44434</c:v>
                </c:pt>
                <c:pt idx="1782">
                  <c:v>44435</c:v>
                </c:pt>
                <c:pt idx="1783">
                  <c:v>44438</c:v>
                </c:pt>
                <c:pt idx="1784">
                  <c:v>44439</c:v>
                </c:pt>
                <c:pt idx="1785">
                  <c:v>44440</c:v>
                </c:pt>
                <c:pt idx="1786">
                  <c:v>44441</c:v>
                </c:pt>
                <c:pt idx="1787">
                  <c:v>44442</c:v>
                </c:pt>
                <c:pt idx="1788">
                  <c:v>44445</c:v>
                </c:pt>
                <c:pt idx="1789">
                  <c:v>44447</c:v>
                </c:pt>
                <c:pt idx="1790">
                  <c:v>44448</c:v>
                </c:pt>
                <c:pt idx="1791">
                  <c:v>44449</c:v>
                </c:pt>
                <c:pt idx="1792">
                  <c:v>44452</c:v>
                </c:pt>
                <c:pt idx="1793">
                  <c:v>44453</c:v>
                </c:pt>
                <c:pt idx="1794">
                  <c:v>44454</c:v>
                </c:pt>
                <c:pt idx="1795">
                  <c:v>44455</c:v>
                </c:pt>
                <c:pt idx="1796">
                  <c:v>44456</c:v>
                </c:pt>
                <c:pt idx="1797">
                  <c:v>44459</c:v>
                </c:pt>
                <c:pt idx="1798">
                  <c:v>44460</c:v>
                </c:pt>
                <c:pt idx="1799">
                  <c:v>44461</c:v>
                </c:pt>
                <c:pt idx="1800">
                  <c:v>44462</c:v>
                </c:pt>
                <c:pt idx="1801">
                  <c:v>44463</c:v>
                </c:pt>
                <c:pt idx="1802">
                  <c:v>44466</c:v>
                </c:pt>
                <c:pt idx="1803">
                  <c:v>44467</c:v>
                </c:pt>
                <c:pt idx="1804">
                  <c:v>44468</c:v>
                </c:pt>
                <c:pt idx="1805">
                  <c:v>44469</c:v>
                </c:pt>
                <c:pt idx="1806">
                  <c:v>44470</c:v>
                </c:pt>
                <c:pt idx="1807">
                  <c:v>44473</c:v>
                </c:pt>
                <c:pt idx="1808">
                  <c:v>44474</c:v>
                </c:pt>
                <c:pt idx="1809">
                  <c:v>44475</c:v>
                </c:pt>
                <c:pt idx="1810">
                  <c:v>44476</c:v>
                </c:pt>
                <c:pt idx="1811">
                  <c:v>44477</c:v>
                </c:pt>
                <c:pt idx="1812">
                  <c:v>44480</c:v>
                </c:pt>
                <c:pt idx="1813">
                  <c:v>44482</c:v>
                </c:pt>
                <c:pt idx="1814">
                  <c:v>44483</c:v>
                </c:pt>
                <c:pt idx="1815">
                  <c:v>44484</c:v>
                </c:pt>
                <c:pt idx="1816">
                  <c:v>44487</c:v>
                </c:pt>
                <c:pt idx="1817">
                  <c:v>44488</c:v>
                </c:pt>
                <c:pt idx="1818">
                  <c:v>44489</c:v>
                </c:pt>
                <c:pt idx="1819">
                  <c:v>44490</c:v>
                </c:pt>
                <c:pt idx="1820">
                  <c:v>44491</c:v>
                </c:pt>
                <c:pt idx="1821">
                  <c:v>44494</c:v>
                </c:pt>
                <c:pt idx="1822">
                  <c:v>44495</c:v>
                </c:pt>
                <c:pt idx="1823">
                  <c:v>44496</c:v>
                </c:pt>
                <c:pt idx="1824">
                  <c:v>44497</c:v>
                </c:pt>
                <c:pt idx="1825">
                  <c:v>44498</c:v>
                </c:pt>
                <c:pt idx="1826">
                  <c:v>44501</c:v>
                </c:pt>
                <c:pt idx="1827">
                  <c:v>44503</c:v>
                </c:pt>
                <c:pt idx="1828">
                  <c:v>44504</c:v>
                </c:pt>
                <c:pt idx="1829">
                  <c:v>44505</c:v>
                </c:pt>
                <c:pt idx="1830">
                  <c:v>44508</c:v>
                </c:pt>
                <c:pt idx="1831">
                  <c:v>44509</c:v>
                </c:pt>
                <c:pt idx="1832">
                  <c:v>44510</c:v>
                </c:pt>
                <c:pt idx="1833">
                  <c:v>44511</c:v>
                </c:pt>
                <c:pt idx="1834">
                  <c:v>44512</c:v>
                </c:pt>
                <c:pt idx="1835">
                  <c:v>44516</c:v>
                </c:pt>
                <c:pt idx="1836">
                  <c:v>44517</c:v>
                </c:pt>
                <c:pt idx="1837">
                  <c:v>44518</c:v>
                </c:pt>
                <c:pt idx="1838">
                  <c:v>44519</c:v>
                </c:pt>
                <c:pt idx="1839">
                  <c:v>44522</c:v>
                </c:pt>
                <c:pt idx="1840">
                  <c:v>44523</c:v>
                </c:pt>
                <c:pt idx="1841">
                  <c:v>44524</c:v>
                </c:pt>
                <c:pt idx="1842">
                  <c:v>44525</c:v>
                </c:pt>
                <c:pt idx="1843">
                  <c:v>44526</c:v>
                </c:pt>
                <c:pt idx="1844">
                  <c:v>44529</c:v>
                </c:pt>
                <c:pt idx="1845">
                  <c:v>44530</c:v>
                </c:pt>
                <c:pt idx="1846">
                  <c:v>44531</c:v>
                </c:pt>
                <c:pt idx="1847">
                  <c:v>44532</c:v>
                </c:pt>
                <c:pt idx="1848">
                  <c:v>44533</c:v>
                </c:pt>
                <c:pt idx="1849">
                  <c:v>44536</c:v>
                </c:pt>
                <c:pt idx="1850">
                  <c:v>44537</c:v>
                </c:pt>
                <c:pt idx="1851">
                  <c:v>44538</c:v>
                </c:pt>
                <c:pt idx="1852">
                  <c:v>44539</c:v>
                </c:pt>
                <c:pt idx="1853">
                  <c:v>44540</c:v>
                </c:pt>
                <c:pt idx="1854">
                  <c:v>44543</c:v>
                </c:pt>
                <c:pt idx="1855">
                  <c:v>44544</c:v>
                </c:pt>
                <c:pt idx="1856">
                  <c:v>44545</c:v>
                </c:pt>
                <c:pt idx="1857">
                  <c:v>44546</c:v>
                </c:pt>
                <c:pt idx="1858">
                  <c:v>44547</c:v>
                </c:pt>
                <c:pt idx="1859">
                  <c:v>44550</c:v>
                </c:pt>
                <c:pt idx="1860">
                  <c:v>44551</c:v>
                </c:pt>
                <c:pt idx="1861">
                  <c:v>44552</c:v>
                </c:pt>
                <c:pt idx="1862">
                  <c:v>44553</c:v>
                </c:pt>
                <c:pt idx="1863">
                  <c:v>44557</c:v>
                </c:pt>
                <c:pt idx="1864">
                  <c:v>44558</c:v>
                </c:pt>
                <c:pt idx="1865">
                  <c:v>44559</c:v>
                </c:pt>
                <c:pt idx="1866">
                  <c:v>44560</c:v>
                </c:pt>
                <c:pt idx="1867">
                  <c:v>44564</c:v>
                </c:pt>
                <c:pt idx="1868">
                  <c:v>44565</c:v>
                </c:pt>
                <c:pt idx="1869">
                  <c:v>44566</c:v>
                </c:pt>
                <c:pt idx="1870">
                  <c:v>44567</c:v>
                </c:pt>
                <c:pt idx="1871">
                  <c:v>44568</c:v>
                </c:pt>
                <c:pt idx="1872">
                  <c:v>44571</c:v>
                </c:pt>
                <c:pt idx="1873">
                  <c:v>44572</c:v>
                </c:pt>
                <c:pt idx="1874">
                  <c:v>44573</c:v>
                </c:pt>
                <c:pt idx="1875">
                  <c:v>44574</c:v>
                </c:pt>
                <c:pt idx="1876">
                  <c:v>44575</c:v>
                </c:pt>
                <c:pt idx="1877">
                  <c:v>44578</c:v>
                </c:pt>
                <c:pt idx="1878">
                  <c:v>44579</c:v>
                </c:pt>
                <c:pt idx="1879">
                  <c:v>44580</c:v>
                </c:pt>
                <c:pt idx="1880">
                  <c:v>44581</c:v>
                </c:pt>
                <c:pt idx="1881">
                  <c:v>44582</c:v>
                </c:pt>
                <c:pt idx="1882">
                  <c:v>44585</c:v>
                </c:pt>
                <c:pt idx="1883">
                  <c:v>44586</c:v>
                </c:pt>
                <c:pt idx="1884">
                  <c:v>44587</c:v>
                </c:pt>
                <c:pt idx="1885">
                  <c:v>44588</c:v>
                </c:pt>
                <c:pt idx="1886">
                  <c:v>44589</c:v>
                </c:pt>
                <c:pt idx="1887">
                  <c:v>44592</c:v>
                </c:pt>
                <c:pt idx="1888">
                  <c:v>44593</c:v>
                </c:pt>
                <c:pt idx="1889">
                  <c:v>44594</c:v>
                </c:pt>
                <c:pt idx="1890">
                  <c:v>44595</c:v>
                </c:pt>
                <c:pt idx="1891">
                  <c:v>44596</c:v>
                </c:pt>
                <c:pt idx="1892">
                  <c:v>44599</c:v>
                </c:pt>
                <c:pt idx="1893">
                  <c:v>44600</c:v>
                </c:pt>
                <c:pt idx="1894">
                  <c:v>44601</c:v>
                </c:pt>
                <c:pt idx="1895">
                  <c:v>44602</c:v>
                </c:pt>
                <c:pt idx="1896">
                  <c:v>44603</c:v>
                </c:pt>
                <c:pt idx="1897">
                  <c:v>44606</c:v>
                </c:pt>
                <c:pt idx="1898">
                  <c:v>44607</c:v>
                </c:pt>
                <c:pt idx="1899">
                  <c:v>44608</c:v>
                </c:pt>
                <c:pt idx="1900">
                  <c:v>44609</c:v>
                </c:pt>
                <c:pt idx="1901">
                  <c:v>44610</c:v>
                </c:pt>
                <c:pt idx="1902">
                  <c:v>44613</c:v>
                </c:pt>
                <c:pt idx="1903">
                  <c:v>44614</c:v>
                </c:pt>
                <c:pt idx="1904">
                  <c:v>44615</c:v>
                </c:pt>
                <c:pt idx="1905">
                  <c:v>44616</c:v>
                </c:pt>
                <c:pt idx="1906">
                  <c:v>44617</c:v>
                </c:pt>
                <c:pt idx="1907">
                  <c:v>44622</c:v>
                </c:pt>
                <c:pt idx="1908">
                  <c:v>44623</c:v>
                </c:pt>
                <c:pt idx="1909">
                  <c:v>44624</c:v>
                </c:pt>
                <c:pt idx="1910">
                  <c:v>44627</c:v>
                </c:pt>
                <c:pt idx="1911">
                  <c:v>44628</c:v>
                </c:pt>
                <c:pt idx="1912">
                  <c:v>44629</c:v>
                </c:pt>
                <c:pt idx="1913">
                  <c:v>44630</c:v>
                </c:pt>
                <c:pt idx="1914">
                  <c:v>44631</c:v>
                </c:pt>
                <c:pt idx="1915">
                  <c:v>44634</c:v>
                </c:pt>
                <c:pt idx="1916">
                  <c:v>44635</c:v>
                </c:pt>
                <c:pt idx="1917">
                  <c:v>44636</c:v>
                </c:pt>
                <c:pt idx="1918">
                  <c:v>44637</c:v>
                </c:pt>
                <c:pt idx="1919">
                  <c:v>44638</c:v>
                </c:pt>
                <c:pt idx="1920">
                  <c:v>44641</c:v>
                </c:pt>
                <c:pt idx="1921">
                  <c:v>44642</c:v>
                </c:pt>
                <c:pt idx="1922">
                  <c:v>44643</c:v>
                </c:pt>
                <c:pt idx="1923">
                  <c:v>44644</c:v>
                </c:pt>
                <c:pt idx="1924">
                  <c:v>44645</c:v>
                </c:pt>
                <c:pt idx="1925">
                  <c:v>44648</c:v>
                </c:pt>
                <c:pt idx="1926">
                  <c:v>44649</c:v>
                </c:pt>
                <c:pt idx="1927">
                  <c:v>44650</c:v>
                </c:pt>
                <c:pt idx="1928">
                  <c:v>44651</c:v>
                </c:pt>
                <c:pt idx="1929">
                  <c:v>44652</c:v>
                </c:pt>
                <c:pt idx="1930">
                  <c:v>44655</c:v>
                </c:pt>
                <c:pt idx="1931">
                  <c:v>44656</c:v>
                </c:pt>
                <c:pt idx="1932">
                  <c:v>44657</c:v>
                </c:pt>
                <c:pt idx="1933">
                  <c:v>44658</c:v>
                </c:pt>
                <c:pt idx="1934">
                  <c:v>44659</c:v>
                </c:pt>
                <c:pt idx="1935">
                  <c:v>44662</c:v>
                </c:pt>
                <c:pt idx="1936">
                  <c:v>44663</c:v>
                </c:pt>
                <c:pt idx="1937">
                  <c:v>44664</c:v>
                </c:pt>
                <c:pt idx="1938">
                  <c:v>44665</c:v>
                </c:pt>
                <c:pt idx="1939">
                  <c:v>44669</c:v>
                </c:pt>
                <c:pt idx="1940">
                  <c:v>44670</c:v>
                </c:pt>
                <c:pt idx="1941">
                  <c:v>44671</c:v>
                </c:pt>
                <c:pt idx="1942">
                  <c:v>44673</c:v>
                </c:pt>
                <c:pt idx="1943">
                  <c:v>44676</c:v>
                </c:pt>
                <c:pt idx="1944">
                  <c:v>44677</c:v>
                </c:pt>
                <c:pt idx="1945">
                  <c:v>44678</c:v>
                </c:pt>
                <c:pt idx="1946">
                  <c:v>44679</c:v>
                </c:pt>
                <c:pt idx="1947">
                  <c:v>44680</c:v>
                </c:pt>
                <c:pt idx="1948">
                  <c:v>44683</c:v>
                </c:pt>
                <c:pt idx="1949">
                  <c:v>44684</c:v>
                </c:pt>
                <c:pt idx="1950">
                  <c:v>44685</c:v>
                </c:pt>
                <c:pt idx="1951">
                  <c:v>44686</c:v>
                </c:pt>
                <c:pt idx="1952">
                  <c:v>44687</c:v>
                </c:pt>
                <c:pt idx="1953">
                  <c:v>44690</c:v>
                </c:pt>
                <c:pt idx="1954">
                  <c:v>44691</c:v>
                </c:pt>
                <c:pt idx="1955">
                  <c:v>44692</c:v>
                </c:pt>
                <c:pt idx="1956">
                  <c:v>44693</c:v>
                </c:pt>
                <c:pt idx="1957">
                  <c:v>44694</c:v>
                </c:pt>
                <c:pt idx="1958">
                  <c:v>44697</c:v>
                </c:pt>
                <c:pt idx="1959">
                  <c:v>44698</c:v>
                </c:pt>
                <c:pt idx="1960">
                  <c:v>44699</c:v>
                </c:pt>
                <c:pt idx="1961">
                  <c:v>44700</c:v>
                </c:pt>
                <c:pt idx="1962">
                  <c:v>44701</c:v>
                </c:pt>
                <c:pt idx="1963">
                  <c:v>44704</c:v>
                </c:pt>
                <c:pt idx="1964">
                  <c:v>44705</c:v>
                </c:pt>
                <c:pt idx="1965">
                  <c:v>44706</c:v>
                </c:pt>
                <c:pt idx="1966">
                  <c:v>44707</c:v>
                </c:pt>
                <c:pt idx="1967">
                  <c:v>44708</c:v>
                </c:pt>
                <c:pt idx="1968">
                  <c:v>44711</c:v>
                </c:pt>
                <c:pt idx="1969">
                  <c:v>44712</c:v>
                </c:pt>
                <c:pt idx="1970">
                  <c:v>44713</c:v>
                </c:pt>
                <c:pt idx="1971">
                  <c:v>44714</c:v>
                </c:pt>
                <c:pt idx="1972">
                  <c:v>44715</c:v>
                </c:pt>
                <c:pt idx="1973">
                  <c:v>44718</c:v>
                </c:pt>
                <c:pt idx="1974">
                  <c:v>44719</c:v>
                </c:pt>
                <c:pt idx="1975">
                  <c:v>44720</c:v>
                </c:pt>
                <c:pt idx="1976">
                  <c:v>44721</c:v>
                </c:pt>
                <c:pt idx="1977">
                  <c:v>44722</c:v>
                </c:pt>
                <c:pt idx="1978">
                  <c:v>44725</c:v>
                </c:pt>
                <c:pt idx="1979">
                  <c:v>44726</c:v>
                </c:pt>
                <c:pt idx="1980">
                  <c:v>44727</c:v>
                </c:pt>
                <c:pt idx="1981">
                  <c:v>44729</c:v>
                </c:pt>
                <c:pt idx="1982">
                  <c:v>44732</c:v>
                </c:pt>
                <c:pt idx="1983">
                  <c:v>44733</c:v>
                </c:pt>
                <c:pt idx="1984">
                  <c:v>44734</c:v>
                </c:pt>
                <c:pt idx="1985">
                  <c:v>44735</c:v>
                </c:pt>
                <c:pt idx="1986">
                  <c:v>44736</c:v>
                </c:pt>
                <c:pt idx="1987">
                  <c:v>44739</c:v>
                </c:pt>
                <c:pt idx="1988">
                  <c:v>44740</c:v>
                </c:pt>
                <c:pt idx="1989">
                  <c:v>44741</c:v>
                </c:pt>
                <c:pt idx="1990">
                  <c:v>44742</c:v>
                </c:pt>
                <c:pt idx="1991">
                  <c:v>44743</c:v>
                </c:pt>
                <c:pt idx="1992">
                  <c:v>44746</c:v>
                </c:pt>
                <c:pt idx="1993">
                  <c:v>44747</c:v>
                </c:pt>
                <c:pt idx="1994">
                  <c:v>44748</c:v>
                </c:pt>
                <c:pt idx="1995">
                  <c:v>44749</c:v>
                </c:pt>
                <c:pt idx="1996">
                  <c:v>44750</c:v>
                </c:pt>
                <c:pt idx="1997">
                  <c:v>44753</c:v>
                </c:pt>
                <c:pt idx="1998">
                  <c:v>44754</c:v>
                </c:pt>
                <c:pt idx="1999">
                  <c:v>44755</c:v>
                </c:pt>
                <c:pt idx="2000">
                  <c:v>44756</c:v>
                </c:pt>
                <c:pt idx="2001">
                  <c:v>44757</c:v>
                </c:pt>
                <c:pt idx="2002">
                  <c:v>44760</c:v>
                </c:pt>
                <c:pt idx="2003">
                  <c:v>44761</c:v>
                </c:pt>
                <c:pt idx="2004">
                  <c:v>44762</c:v>
                </c:pt>
                <c:pt idx="2005">
                  <c:v>44763</c:v>
                </c:pt>
                <c:pt idx="2006">
                  <c:v>44764</c:v>
                </c:pt>
                <c:pt idx="2007">
                  <c:v>44767</c:v>
                </c:pt>
                <c:pt idx="2008">
                  <c:v>44768</c:v>
                </c:pt>
                <c:pt idx="2009">
                  <c:v>44769</c:v>
                </c:pt>
                <c:pt idx="2010">
                  <c:v>44770</c:v>
                </c:pt>
                <c:pt idx="2011">
                  <c:v>44771</c:v>
                </c:pt>
                <c:pt idx="2012">
                  <c:v>44774</c:v>
                </c:pt>
                <c:pt idx="2013">
                  <c:v>44775</c:v>
                </c:pt>
                <c:pt idx="2014">
                  <c:v>44776</c:v>
                </c:pt>
                <c:pt idx="2015">
                  <c:v>44777</c:v>
                </c:pt>
                <c:pt idx="2016">
                  <c:v>44778</c:v>
                </c:pt>
                <c:pt idx="2017">
                  <c:v>44781</c:v>
                </c:pt>
                <c:pt idx="2018">
                  <c:v>44782</c:v>
                </c:pt>
                <c:pt idx="2019">
                  <c:v>44783</c:v>
                </c:pt>
                <c:pt idx="2020">
                  <c:v>44784</c:v>
                </c:pt>
                <c:pt idx="2021">
                  <c:v>44785</c:v>
                </c:pt>
                <c:pt idx="2022">
                  <c:v>44788</c:v>
                </c:pt>
                <c:pt idx="2023">
                  <c:v>44789</c:v>
                </c:pt>
                <c:pt idx="2024">
                  <c:v>44790</c:v>
                </c:pt>
                <c:pt idx="2025">
                  <c:v>44791</c:v>
                </c:pt>
                <c:pt idx="2026">
                  <c:v>44792</c:v>
                </c:pt>
                <c:pt idx="2027">
                  <c:v>44795</c:v>
                </c:pt>
                <c:pt idx="2028">
                  <c:v>44796</c:v>
                </c:pt>
                <c:pt idx="2029">
                  <c:v>44797</c:v>
                </c:pt>
                <c:pt idx="2030">
                  <c:v>44798</c:v>
                </c:pt>
                <c:pt idx="2031">
                  <c:v>44799</c:v>
                </c:pt>
                <c:pt idx="2032">
                  <c:v>44802</c:v>
                </c:pt>
                <c:pt idx="2033">
                  <c:v>44803</c:v>
                </c:pt>
                <c:pt idx="2034">
                  <c:v>44804</c:v>
                </c:pt>
                <c:pt idx="2035">
                  <c:v>44805</c:v>
                </c:pt>
                <c:pt idx="2036">
                  <c:v>44806</c:v>
                </c:pt>
                <c:pt idx="2037">
                  <c:v>44809</c:v>
                </c:pt>
                <c:pt idx="2038">
                  <c:v>44810</c:v>
                </c:pt>
                <c:pt idx="2039">
                  <c:v>44812</c:v>
                </c:pt>
                <c:pt idx="2040">
                  <c:v>44813</c:v>
                </c:pt>
                <c:pt idx="2041">
                  <c:v>44816</c:v>
                </c:pt>
                <c:pt idx="2042">
                  <c:v>44817</c:v>
                </c:pt>
                <c:pt idx="2043">
                  <c:v>44818</c:v>
                </c:pt>
                <c:pt idx="2044">
                  <c:v>44819</c:v>
                </c:pt>
                <c:pt idx="2045">
                  <c:v>44820</c:v>
                </c:pt>
                <c:pt idx="2046">
                  <c:v>44823</c:v>
                </c:pt>
                <c:pt idx="2047">
                  <c:v>44824</c:v>
                </c:pt>
                <c:pt idx="2048">
                  <c:v>44825</c:v>
                </c:pt>
                <c:pt idx="2049">
                  <c:v>44826</c:v>
                </c:pt>
                <c:pt idx="2050">
                  <c:v>44827</c:v>
                </c:pt>
                <c:pt idx="2051">
                  <c:v>44830</c:v>
                </c:pt>
                <c:pt idx="2052">
                  <c:v>44831</c:v>
                </c:pt>
                <c:pt idx="2053">
                  <c:v>44832</c:v>
                </c:pt>
                <c:pt idx="2054">
                  <c:v>44833</c:v>
                </c:pt>
                <c:pt idx="2055">
                  <c:v>44834</c:v>
                </c:pt>
                <c:pt idx="2056">
                  <c:v>44837</c:v>
                </c:pt>
                <c:pt idx="2057">
                  <c:v>44838</c:v>
                </c:pt>
                <c:pt idx="2058">
                  <c:v>44839</c:v>
                </c:pt>
                <c:pt idx="2059">
                  <c:v>44840</c:v>
                </c:pt>
                <c:pt idx="2060">
                  <c:v>44841</c:v>
                </c:pt>
                <c:pt idx="2061">
                  <c:v>44844</c:v>
                </c:pt>
                <c:pt idx="2062">
                  <c:v>44845</c:v>
                </c:pt>
                <c:pt idx="2063">
                  <c:v>44847</c:v>
                </c:pt>
                <c:pt idx="2064">
                  <c:v>44848</c:v>
                </c:pt>
                <c:pt idx="2065">
                  <c:v>44851</c:v>
                </c:pt>
                <c:pt idx="2066">
                  <c:v>44852</c:v>
                </c:pt>
                <c:pt idx="2067">
                  <c:v>44853</c:v>
                </c:pt>
                <c:pt idx="2068">
                  <c:v>44854</c:v>
                </c:pt>
                <c:pt idx="2069">
                  <c:v>44855</c:v>
                </c:pt>
                <c:pt idx="2070">
                  <c:v>44858</c:v>
                </c:pt>
                <c:pt idx="2071">
                  <c:v>44859</c:v>
                </c:pt>
                <c:pt idx="2072">
                  <c:v>44860</c:v>
                </c:pt>
                <c:pt idx="2073">
                  <c:v>44861</c:v>
                </c:pt>
                <c:pt idx="2074">
                  <c:v>44862</c:v>
                </c:pt>
                <c:pt idx="2075">
                  <c:v>44865</c:v>
                </c:pt>
                <c:pt idx="2076">
                  <c:v>44866</c:v>
                </c:pt>
                <c:pt idx="2077">
                  <c:v>44868</c:v>
                </c:pt>
                <c:pt idx="2078">
                  <c:v>44869</c:v>
                </c:pt>
                <c:pt idx="2079">
                  <c:v>44872</c:v>
                </c:pt>
                <c:pt idx="2080">
                  <c:v>44873</c:v>
                </c:pt>
                <c:pt idx="2081">
                  <c:v>44874</c:v>
                </c:pt>
                <c:pt idx="2082">
                  <c:v>44875</c:v>
                </c:pt>
                <c:pt idx="2083">
                  <c:v>44876</c:v>
                </c:pt>
                <c:pt idx="2084">
                  <c:v>44879</c:v>
                </c:pt>
                <c:pt idx="2085">
                  <c:v>44881</c:v>
                </c:pt>
                <c:pt idx="2086">
                  <c:v>44882</c:v>
                </c:pt>
                <c:pt idx="2087">
                  <c:v>44883</c:v>
                </c:pt>
                <c:pt idx="2088">
                  <c:v>44886</c:v>
                </c:pt>
                <c:pt idx="2089">
                  <c:v>44887</c:v>
                </c:pt>
                <c:pt idx="2090">
                  <c:v>44888</c:v>
                </c:pt>
                <c:pt idx="2091">
                  <c:v>44889</c:v>
                </c:pt>
                <c:pt idx="2092">
                  <c:v>44890</c:v>
                </c:pt>
                <c:pt idx="2093">
                  <c:v>44893</c:v>
                </c:pt>
                <c:pt idx="2094">
                  <c:v>44894</c:v>
                </c:pt>
                <c:pt idx="2095">
                  <c:v>44895</c:v>
                </c:pt>
                <c:pt idx="2096">
                  <c:v>44896</c:v>
                </c:pt>
                <c:pt idx="2097">
                  <c:v>44897</c:v>
                </c:pt>
                <c:pt idx="2098">
                  <c:v>44900</c:v>
                </c:pt>
                <c:pt idx="2099">
                  <c:v>44901</c:v>
                </c:pt>
                <c:pt idx="2100">
                  <c:v>44902</c:v>
                </c:pt>
                <c:pt idx="2101">
                  <c:v>44903</c:v>
                </c:pt>
                <c:pt idx="2102">
                  <c:v>44904</c:v>
                </c:pt>
                <c:pt idx="2103">
                  <c:v>44907</c:v>
                </c:pt>
                <c:pt idx="2104">
                  <c:v>44908</c:v>
                </c:pt>
                <c:pt idx="2105">
                  <c:v>44909</c:v>
                </c:pt>
                <c:pt idx="2106">
                  <c:v>44910</c:v>
                </c:pt>
                <c:pt idx="2107">
                  <c:v>44911</c:v>
                </c:pt>
                <c:pt idx="2108">
                  <c:v>44914</c:v>
                </c:pt>
                <c:pt idx="2109">
                  <c:v>44915</c:v>
                </c:pt>
                <c:pt idx="2110">
                  <c:v>44916</c:v>
                </c:pt>
                <c:pt idx="2111">
                  <c:v>44917</c:v>
                </c:pt>
                <c:pt idx="2112">
                  <c:v>44918</c:v>
                </c:pt>
                <c:pt idx="2113">
                  <c:v>44921</c:v>
                </c:pt>
                <c:pt idx="2114">
                  <c:v>44922</c:v>
                </c:pt>
                <c:pt idx="2115">
                  <c:v>44923</c:v>
                </c:pt>
                <c:pt idx="2116">
                  <c:v>44924</c:v>
                </c:pt>
                <c:pt idx="2117">
                  <c:v>44928</c:v>
                </c:pt>
                <c:pt idx="2118">
                  <c:v>44929</c:v>
                </c:pt>
                <c:pt idx="2119">
                  <c:v>44930</c:v>
                </c:pt>
                <c:pt idx="2120">
                  <c:v>44931</c:v>
                </c:pt>
                <c:pt idx="2121">
                  <c:v>44932</c:v>
                </c:pt>
                <c:pt idx="2122">
                  <c:v>44935</c:v>
                </c:pt>
                <c:pt idx="2123">
                  <c:v>44936</c:v>
                </c:pt>
                <c:pt idx="2124">
                  <c:v>44937</c:v>
                </c:pt>
                <c:pt idx="2125">
                  <c:v>44938</c:v>
                </c:pt>
                <c:pt idx="2126">
                  <c:v>44939</c:v>
                </c:pt>
                <c:pt idx="2127">
                  <c:v>44942</c:v>
                </c:pt>
                <c:pt idx="2128">
                  <c:v>44943</c:v>
                </c:pt>
                <c:pt idx="2129">
                  <c:v>44944</c:v>
                </c:pt>
                <c:pt idx="2130">
                  <c:v>44945</c:v>
                </c:pt>
                <c:pt idx="2131">
                  <c:v>44946</c:v>
                </c:pt>
                <c:pt idx="2132">
                  <c:v>44949</c:v>
                </c:pt>
                <c:pt idx="2133">
                  <c:v>44950</c:v>
                </c:pt>
                <c:pt idx="2134">
                  <c:v>44951</c:v>
                </c:pt>
                <c:pt idx="2135">
                  <c:v>44952</c:v>
                </c:pt>
                <c:pt idx="2136">
                  <c:v>44953</c:v>
                </c:pt>
                <c:pt idx="2137">
                  <c:v>44956</c:v>
                </c:pt>
                <c:pt idx="2138">
                  <c:v>44957</c:v>
                </c:pt>
                <c:pt idx="2139">
                  <c:v>44958</c:v>
                </c:pt>
                <c:pt idx="2140">
                  <c:v>44959</c:v>
                </c:pt>
                <c:pt idx="2141">
                  <c:v>44960</c:v>
                </c:pt>
                <c:pt idx="2142">
                  <c:v>44963</c:v>
                </c:pt>
                <c:pt idx="2143">
                  <c:v>44964</c:v>
                </c:pt>
                <c:pt idx="2144">
                  <c:v>44965</c:v>
                </c:pt>
                <c:pt idx="2145">
                  <c:v>44966</c:v>
                </c:pt>
                <c:pt idx="2146">
                  <c:v>44967</c:v>
                </c:pt>
                <c:pt idx="2147">
                  <c:v>44970</c:v>
                </c:pt>
                <c:pt idx="2148">
                  <c:v>44971</c:v>
                </c:pt>
                <c:pt idx="2149">
                  <c:v>44972</c:v>
                </c:pt>
                <c:pt idx="2150">
                  <c:v>44973</c:v>
                </c:pt>
                <c:pt idx="2151">
                  <c:v>44974</c:v>
                </c:pt>
                <c:pt idx="2152">
                  <c:v>44979</c:v>
                </c:pt>
                <c:pt idx="2153">
                  <c:v>44980</c:v>
                </c:pt>
                <c:pt idx="2154">
                  <c:v>44981</c:v>
                </c:pt>
                <c:pt idx="2155">
                  <c:v>44984</c:v>
                </c:pt>
                <c:pt idx="2156">
                  <c:v>44985</c:v>
                </c:pt>
                <c:pt idx="2157">
                  <c:v>44986</c:v>
                </c:pt>
                <c:pt idx="2158">
                  <c:v>44987</c:v>
                </c:pt>
                <c:pt idx="2159">
                  <c:v>44988</c:v>
                </c:pt>
                <c:pt idx="2160">
                  <c:v>44991</c:v>
                </c:pt>
                <c:pt idx="2161">
                  <c:v>44992</c:v>
                </c:pt>
                <c:pt idx="2162">
                  <c:v>44993</c:v>
                </c:pt>
                <c:pt idx="2163">
                  <c:v>44994</c:v>
                </c:pt>
                <c:pt idx="2164">
                  <c:v>44995</c:v>
                </c:pt>
                <c:pt idx="2165">
                  <c:v>44998</c:v>
                </c:pt>
                <c:pt idx="2166">
                  <c:v>44999</c:v>
                </c:pt>
                <c:pt idx="2167">
                  <c:v>45000</c:v>
                </c:pt>
                <c:pt idx="2168">
                  <c:v>45001</c:v>
                </c:pt>
                <c:pt idx="2169">
                  <c:v>45002</c:v>
                </c:pt>
                <c:pt idx="2170">
                  <c:v>45005</c:v>
                </c:pt>
                <c:pt idx="2171">
                  <c:v>45006</c:v>
                </c:pt>
                <c:pt idx="2172">
                  <c:v>45007</c:v>
                </c:pt>
                <c:pt idx="2173">
                  <c:v>45008</c:v>
                </c:pt>
                <c:pt idx="2174">
                  <c:v>45009</c:v>
                </c:pt>
                <c:pt idx="2175">
                  <c:v>45012</c:v>
                </c:pt>
                <c:pt idx="2176">
                  <c:v>45013</c:v>
                </c:pt>
                <c:pt idx="2177">
                  <c:v>45014</c:v>
                </c:pt>
                <c:pt idx="2178">
                  <c:v>45015</c:v>
                </c:pt>
                <c:pt idx="2179">
                  <c:v>45016</c:v>
                </c:pt>
                <c:pt idx="2180">
                  <c:v>45019</c:v>
                </c:pt>
                <c:pt idx="2181">
                  <c:v>45020</c:v>
                </c:pt>
                <c:pt idx="2182">
                  <c:v>45021</c:v>
                </c:pt>
                <c:pt idx="2183">
                  <c:v>45022</c:v>
                </c:pt>
                <c:pt idx="2184">
                  <c:v>45026</c:v>
                </c:pt>
                <c:pt idx="2185">
                  <c:v>45027</c:v>
                </c:pt>
                <c:pt idx="2186">
                  <c:v>45028</c:v>
                </c:pt>
                <c:pt idx="2187">
                  <c:v>45029</c:v>
                </c:pt>
                <c:pt idx="2188">
                  <c:v>45030</c:v>
                </c:pt>
                <c:pt idx="2189">
                  <c:v>45033</c:v>
                </c:pt>
                <c:pt idx="2190">
                  <c:v>45034</c:v>
                </c:pt>
                <c:pt idx="2191">
                  <c:v>45035</c:v>
                </c:pt>
                <c:pt idx="2192">
                  <c:v>45036</c:v>
                </c:pt>
                <c:pt idx="2193">
                  <c:v>45040</c:v>
                </c:pt>
                <c:pt idx="2194">
                  <c:v>45041</c:v>
                </c:pt>
                <c:pt idx="2195">
                  <c:v>45042</c:v>
                </c:pt>
                <c:pt idx="2196">
                  <c:v>45043</c:v>
                </c:pt>
                <c:pt idx="2197">
                  <c:v>45044</c:v>
                </c:pt>
                <c:pt idx="2198">
                  <c:v>45048</c:v>
                </c:pt>
                <c:pt idx="2199">
                  <c:v>45049</c:v>
                </c:pt>
                <c:pt idx="2200">
                  <c:v>45050</c:v>
                </c:pt>
                <c:pt idx="2201">
                  <c:v>45051</c:v>
                </c:pt>
                <c:pt idx="2202">
                  <c:v>45054</c:v>
                </c:pt>
                <c:pt idx="2203">
                  <c:v>45055</c:v>
                </c:pt>
                <c:pt idx="2204">
                  <c:v>45056</c:v>
                </c:pt>
                <c:pt idx="2205">
                  <c:v>45057</c:v>
                </c:pt>
                <c:pt idx="2206">
                  <c:v>45058</c:v>
                </c:pt>
                <c:pt idx="2207">
                  <c:v>45061</c:v>
                </c:pt>
                <c:pt idx="2208">
                  <c:v>45062</c:v>
                </c:pt>
                <c:pt idx="2209">
                  <c:v>45063</c:v>
                </c:pt>
                <c:pt idx="2210">
                  <c:v>45064</c:v>
                </c:pt>
                <c:pt idx="2211">
                  <c:v>45065</c:v>
                </c:pt>
                <c:pt idx="2212">
                  <c:v>45068</c:v>
                </c:pt>
                <c:pt idx="2213">
                  <c:v>45069</c:v>
                </c:pt>
                <c:pt idx="2214">
                  <c:v>45070</c:v>
                </c:pt>
                <c:pt idx="2215">
                  <c:v>45071</c:v>
                </c:pt>
                <c:pt idx="2216">
                  <c:v>45072</c:v>
                </c:pt>
                <c:pt idx="2217">
                  <c:v>45075</c:v>
                </c:pt>
                <c:pt idx="2218">
                  <c:v>45076</c:v>
                </c:pt>
                <c:pt idx="2219">
                  <c:v>45077</c:v>
                </c:pt>
                <c:pt idx="2220">
                  <c:v>45078</c:v>
                </c:pt>
                <c:pt idx="2221">
                  <c:v>45079</c:v>
                </c:pt>
                <c:pt idx="2222">
                  <c:v>45082</c:v>
                </c:pt>
                <c:pt idx="2223">
                  <c:v>45083</c:v>
                </c:pt>
                <c:pt idx="2224">
                  <c:v>45084</c:v>
                </c:pt>
                <c:pt idx="2225">
                  <c:v>45086</c:v>
                </c:pt>
                <c:pt idx="2226">
                  <c:v>45089</c:v>
                </c:pt>
                <c:pt idx="2227">
                  <c:v>45090</c:v>
                </c:pt>
                <c:pt idx="2228">
                  <c:v>45091</c:v>
                </c:pt>
                <c:pt idx="2229">
                  <c:v>45092</c:v>
                </c:pt>
                <c:pt idx="2230">
                  <c:v>45093</c:v>
                </c:pt>
                <c:pt idx="2231">
                  <c:v>45096</c:v>
                </c:pt>
                <c:pt idx="2232">
                  <c:v>45097</c:v>
                </c:pt>
                <c:pt idx="2233">
                  <c:v>45098</c:v>
                </c:pt>
                <c:pt idx="2234">
                  <c:v>45099</c:v>
                </c:pt>
                <c:pt idx="2235">
                  <c:v>45100</c:v>
                </c:pt>
                <c:pt idx="2236">
                  <c:v>45103</c:v>
                </c:pt>
                <c:pt idx="2237">
                  <c:v>45104</c:v>
                </c:pt>
                <c:pt idx="2238">
                  <c:v>45105</c:v>
                </c:pt>
                <c:pt idx="2239">
                  <c:v>45106</c:v>
                </c:pt>
                <c:pt idx="2240">
                  <c:v>45107</c:v>
                </c:pt>
                <c:pt idx="2241">
                  <c:v>45110</c:v>
                </c:pt>
                <c:pt idx="2242">
                  <c:v>45111</c:v>
                </c:pt>
                <c:pt idx="2243">
                  <c:v>45112</c:v>
                </c:pt>
                <c:pt idx="2244">
                  <c:v>45113</c:v>
                </c:pt>
                <c:pt idx="2245">
                  <c:v>45114</c:v>
                </c:pt>
                <c:pt idx="2246">
                  <c:v>45117</c:v>
                </c:pt>
                <c:pt idx="2247">
                  <c:v>45118</c:v>
                </c:pt>
                <c:pt idx="2248">
                  <c:v>45119</c:v>
                </c:pt>
                <c:pt idx="2249">
                  <c:v>45120</c:v>
                </c:pt>
                <c:pt idx="2250">
                  <c:v>45121</c:v>
                </c:pt>
                <c:pt idx="2251">
                  <c:v>45124</c:v>
                </c:pt>
                <c:pt idx="2252">
                  <c:v>45125</c:v>
                </c:pt>
                <c:pt idx="2253">
                  <c:v>45126</c:v>
                </c:pt>
                <c:pt idx="2254">
                  <c:v>45127</c:v>
                </c:pt>
                <c:pt idx="2255">
                  <c:v>45128</c:v>
                </c:pt>
                <c:pt idx="2256">
                  <c:v>45131</c:v>
                </c:pt>
                <c:pt idx="2257">
                  <c:v>45132</c:v>
                </c:pt>
                <c:pt idx="2258">
                  <c:v>45133</c:v>
                </c:pt>
                <c:pt idx="2259">
                  <c:v>45134</c:v>
                </c:pt>
                <c:pt idx="2260">
                  <c:v>45135</c:v>
                </c:pt>
                <c:pt idx="2261">
                  <c:v>45138</c:v>
                </c:pt>
                <c:pt idx="2262">
                  <c:v>45139</c:v>
                </c:pt>
                <c:pt idx="2263">
                  <c:v>45140</c:v>
                </c:pt>
                <c:pt idx="2264">
                  <c:v>45141</c:v>
                </c:pt>
                <c:pt idx="2265">
                  <c:v>45142</c:v>
                </c:pt>
                <c:pt idx="2266">
                  <c:v>45145</c:v>
                </c:pt>
                <c:pt idx="2267">
                  <c:v>45146</c:v>
                </c:pt>
                <c:pt idx="2268">
                  <c:v>45147</c:v>
                </c:pt>
                <c:pt idx="2269">
                  <c:v>45148</c:v>
                </c:pt>
                <c:pt idx="2270">
                  <c:v>45149</c:v>
                </c:pt>
                <c:pt idx="2271">
                  <c:v>45152</c:v>
                </c:pt>
                <c:pt idx="2272">
                  <c:v>45153</c:v>
                </c:pt>
                <c:pt idx="2273">
                  <c:v>45154</c:v>
                </c:pt>
                <c:pt idx="2274">
                  <c:v>45155</c:v>
                </c:pt>
                <c:pt idx="2275">
                  <c:v>45156</c:v>
                </c:pt>
                <c:pt idx="2276">
                  <c:v>45159</c:v>
                </c:pt>
                <c:pt idx="2277">
                  <c:v>45160</c:v>
                </c:pt>
                <c:pt idx="2278">
                  <c:v>45161</c:v>
                </c:pt>
                <c:pt idx="2279">
                  <c:v>45162</c:v>
                </c:pt>
                <c:pt idx="2280">
                  <c:v>45163</c:v>
                </c:pt>
                <c:pt idx="2281">
                  <c:v>45166</c:v>
                </c:pt>
                <c:pt idx="2282">
                  <c:v>45167</c:v>
                </c:pt>
                <c:pt idx="2283">
                  <c:v>45168</c:v>
                </c:pt>
                <c:pt idx="2284">
                  <c:v>45169</c:v>
                </c:pt>
                <c:pt idx="2285">
                  <c:v>45170</c:v>
                </c:pt>
                <c:pt idx="2286">
                  <c:v>45173</c:v>
                </c:pt>
                <c:pt idx="2287">
                  <c:v>45174</c:v>
                </c:pt>
                <c:pt idx="2288">
                  <c:v>45175</c:v>
                </c:pt>
                <c:pt idx="2289">
                  <c:v>45177</c:v>
                </c:pt>
                <c:pt idx="2290">
                  <c:v>45180</c:v>
                </c:pt>
                <c:pt idx="2291">
                  <c:v>45181</c:v>
                </c:pt>
                <c:pt idx="2292">
                  <c:v>45182</c:v>
                </c:pt>
                <c:pt idx="2293">
                  <c:v>45183</c:v>
                </c:pt>
                <c:pt idx="2294">
                  <c:v>45184</c:v>
                </c:pt>
                <c:pt idx="2295">
                  <c:v>45187</c:v>
                </c:pt>
                <c:pt idx="2296">
                  <c:v>45188</c:v>
                </c:pt>
                <c:pt idx="2297">
                  <c:v>45189</c:v>
                </c:pt>
                <c:pt idx="2298">
                  <c:v>45190</c:v>
                </c:pt>
                <c:pt idx="2299">
                  <c:v>45191</c:v>
                </c:pt>
                <c:pt idx="2300">
                  <c:v>45194</c:v>
                </c:pt>
                <c:pt idx="2301">
                  <c:v>45195</c:v>
                </c:pt>
                <c:pt idx="2302">
                  <c:v>45196</c:v>
                </c:pt>
                <c:pt idx="2303">
                  <c:v>45197</c:v>
                </c:pt>
                <c:pt idx="2304">
                  <c:v>45198</c:v>
                </c:pt>
                <c:pt idx="2305">
                  <c:v>45201</c:v>
                </c:pt>
                <c:pt idx="2306">
                  <c:v>45202</c:v>
                </c:pt>
                <c:pt idx="2307">
                  <c:v>45203</c:v>
                </c:pt>
                <c:pt idx="2308">
                  <c:v>45204</c:v>
                </c:pt>
                <c:pt idx="2309">
                  <c:v>45205</c:v>
                </c:pt>
                <c:pt idx="2310">
                  <c:v>45208</c:v>
                </c:pt>
                <c:pt idx="2311">
                  <c:v>45209</c:v>
                </c:pt>
                <c:pt idx="2312">
                  <c:v>45210</c:v>
                </c:pt>
                <c:pt idx="2313">
                  <c:v>45212</c:v>
                </c:pt>
                <c:pt idx="2314">
                  <c:v>45215</c:v>
                </c:pt>
                <c:pt idx="2315">
                  <c:v>45216</c:v>
                </c:pt>
                <c:pt idx="2316">
                  <c:v>45217</c:v>
                </c:pt>
                <c:pt idx="2317">
                  <c:v>45218</c:v>
                </c:pt>
                <c:pt idx="2318">
                  <c:v>45219</c:v>
                </c:pt>
                <c:pt idx="2319">
                  <c:v>45222</c:v>
                </c:pt>
                <c:pt idx="2320">
                  <c:v>45223</c:v>
                </c:pt>
                <c:pt idx="2321">
                  <c:v>45224</c:v>
                </c:pt>
                <c:pt idx="2322">
                  <c:v>45225</c:v>
                </c:pt>
                <c:pt idx="2323">
                  <c:v>45226</c:v>
                </c:pt>
                <c:pt idx="2324">
                  <c:v>45229</c:v>
                </c:pt>
                <c:pt idx="2325">
                  <c:v>45230</c:v>
                </c:pt>
                <c:pt idx="2326">
                  <c:v>45231</c:v>
                </c:pt>
                <c:pt idx="2327">
                  <c:v>45233</c:v>
                </c:pt>
                <c:pt idx="2328">
                  <c:v>45236</c:v>
                </c:pt>
                <c:pt idx="2329">
                  <c:v>45237</c:v>
                </c:pt>
                <c:pt idx="2330">
                  <c:v>45238</c:v>
                </c:pt>
                <c:pt idx="2331">
                  <c:v>45239</c:v>
                </c:pt>
                <c:pt idx="2332">
                  <c:v>45240</c:v>
                </c:pt>
                <c:pt idx="2333">
                  <c:v>45243</c:v>
                </c:pt>
                <c:pt idx="2334">
                  <c:v>45244</c:v>
                </c:pt>
                <c:pt idx="2335">
                  <c:v>45246</c:v>
                </c:pt>
                <c:pt idx="2336">
                  <c:v>45247</c:v>
                </c:pt>
                <c:pt idx="2337">
                  <c:v>45250</c:v>
                </c:pt>
                <c:pt idx="2338">
                  <c:v>45251</c:v>
                </c:pt>
                <c:pt idx="2339">
                  <c:v>45252</c:v>
                </c:pt>
                <c:pt idx="2340">
                  <c:v>45253</c:v>
                </c:pt>
                <c:pt idx="2341">
                  <c:v>45254</c:v>
                </c:pt>
                <c:pt idx="2342">
                  <c:v>45257</c:v>
                </c:pt>
                <c:pt idx="2343">
                  <c:v>45258</c:v>
                </c:pt>
                <c:pt idx="2344">
                  <c:v>45259</c:v>
                </c:pt>
                <c:pt idx="2345">
                  <c:v>45260</c:v>
                </c:pt>
                <c:pt idx="2346">
                  <c:v>45261</c:v>
                </c:pt>
                <c:pt idx="2347">
                  <c:v>45264</c:v>
                </c:pt>
                <c:pt idx="2348">
                  <c:v>45265</c:v>
                </c:pt>
                <c:pt idx="2349">
                  <c:v>45266</c:v>
                </c:pt>
                <c:pt idx="2350">
                  <c:v>45267</c:v>
                </c:pt>
                <c:pt idx="2351">
                  <c:v>45268</c:v>
                </c:pt>
                <c:pt idx="2352">
                  <c:v>45271</c:v>
                </c:pt>
                <c:pt idx="2353">
                  <c:v>45272</c:v>
                </c:pt>
                <c:pt idx="2354">
                  <c:v>45273</c:v>
                </c:pt>
                <c:pt idx="2355">
                  <c:v>45274</c:v>
                </c:pt>
                <c:pt idx="2356">
                  <c:v>45275</c:v>
                </c:pt>
                <c:pt idx="2357">
                  <c:v>45278</c:v>
                </c:pt>
                <c:pt idx="2358">
                  <c:v>45279</c:v>
                </c:pt>
                <c:pt idx="2359">
                  <c:v>45280</c:v>
                </c:pt>
                <c:pt idx="2360">
                  <c:v>45281</c:v>
                </c:pt>
                <c:pt idx="2361">
                  <c:v>45282</c:v>
                </c:pt>
                <c:pt idx="2362">
                  <c:v>45286</c:v>
                </c:pt>
                <c:pt idx="2363">
                  <c:v>45287</c:v>
                </c:pt>
                <c:pt idx="2364">
                  <c:v>45288</c:v>
                </c:pt>
                <c:pt idx="2365">
                  <c:v>45293</c:v>
                </c:pt>
                <c:pt idx="2366">
                  <c:v>45294</c:v>
                </c:pt>
                <c:pt idx="2367">
                  <c:v>45295</c:v>
                </c:pt>
                <c:pt idx="2368">
                  <c:v>45296</c:v>
                </c:pt>
                <c:pt idx="2369">
                  <c:v>45299</c:v>
                </c:pt>
                <c:pt idx="2370">
                  <c:v>45300</c:v>
                </c:pt>
                <c:pt idx="2371">
                  <c:v>45301</c:v>
                </c:pt>
                <c:pt idx="2372">
                  <c:v>45302</c:v>
                </c:pt>
                <c:pt idx="2373">
                  <c:v>45303</c:v>
                </c:pt>
                <c:pt idx="2374">
                  <c:v>45306</c:v>
                </c:pt>
                <c:pt idx="2375">
                  <c:v>45307</c:v>
                </c:pt>
                <c:pt idx="2376">
                  <c:v>45308</c:v>
                </c:pt>
                <c:pt idx="2377">
                  <c:v>45309</c:v>
                </c:pt>
                <c:pt idx="2378">
                  <c:v>45310</c:v>
                </c:pt>
                <c:pt idx="2379">
                  <c:v>45313</c:v>
                </c:pt>
                <c:pt idx="2380">
                  <c:v>45314</c:v>
                </c:pt>
                <c:pt idx="2381">
                  <c:v>45315</c:v>
                </c:pt>
                <c:pt idx="2382">
                  <c:v>45316</c:v>
                </c:pt>
                <c:pt idx="2383">
                  <c:v>45317</c:v>
                </c:pt>
                <c:pt idx="2384">
                  <c:v>45320</c:v>
                </c:pt>
                <c:pt idx="2385">
                  <c:v>45321</c:v>
                </c:pt>
                <c:pt idx="2386">
                  <c:v>45322</c:v>
                </c:pt>
                <c:pt idx="2387">
                  <c:v>45323</c:v>
                </c:pt>
                <c:pt idx="2388">
                  <c:v>45324</c:v>
                </c:pt>
                <c:pt idx="2389">
                  <c:v>45327</c:v>
                </c:pt>
                <c:pt idx="2390">
                  <c:v>45328</c:v>
                </c:pt>
                <c:pt idx="2391">
                  <c:v>45329</c:v>
                </c:pt>
                <c:pt idx="2392">
                  <c:v>45330</c:v>
                </c:pt>
                <c:pt idx="2393">
                  <c:v>45331</c:v>
                </c:pt>
                <c:pt idx="2394">
                  <c:v>45336</c:v>
                </c:pt>
                <c:pt idx="2395">
                  <c:v>45337</c:v>
                </c:pt>
                <c:pt idx="2396">
                  <c:v>45338</c:v>
                </c:pt>
                <c:pt idx="2397">
                  <c:v>45341</c:v>
                </c:pt>
                <c:pt idx="2398">
                  <c:v>45342</c:v>
                </c:pt>
                <c:pt idx="2399">
                  <c:v>45343</c:v>
                </c:pt>
                <c:pt idx="2400">
                  <c:v>45344</c:v>
                </c:pt>
                <c:pt idx="2401">
                  <c:v>45345</c:v>
                </c:pt>
                <c:pt idx="2402">
                  <c:v>45348</c:v>
                </c:pt>
                <c:pt idx="2403">
                  <c:v>45349</c:v>
                </c:pt>
                <c:pt idx="2404">
                  <c:v>45350</c:v>
                </c:pt>
                <c:pt idx="2405">
                  <c:v>45351</c:v>
                </c:pt>
                <c:pt idx="2406">
                  <c:v>45352</c:v>
                </c:pt>
                <c:pt idx="2407">
                  <c:v>45355</c:v>
                </c:pt>
                <c:pt idx="2408">
                  <c:v>45356</c:v>
                </c:pt>
                <c:pt idx="2409">
                  <c:v>45357</c:v>
                </c:pt>
                <c:pt idx="2410">
                  <c:v>45358</c:v>
                </c:pt>
                <c:pt idx="2411">
                  <c:v>45359</c:v>
                </c:pt>
                <c:pt idx="2412">
                  <c:v>45362</c:v>
                </c:pt>
                <c:pt idx="2413">
                  <c:v>45363</c:v>
                </c:pt>
                <c:pt idx="2414">
                  <c:v>45364</c:v>
                </c:pt>
                <c:pt idx="2415">
                  <c:v>45365</c:v>
                </c:pt>
                <c:pt idx="2416">
                  <c:v>45366</c:v>
                </c:pt>
                <c:pt idx="2417">
                  <c:v>45369</c:v>
                </c:pt>
                <c:pt idx="2418">
                  <c:v>45370</c:v>
                </c:pt>
                <c:pt idx="2419">
                  <c:v>45371</c:v>
                </c:pt>
                <c:pt idx="2420">
                  <c:v>45372</c:v>
                </c:pt>
                <c:pt idx="2421">
                  <c:v>45373</c:v>
                </c:pt>
                <c:pt idx="2422">
                  <c:v>45376</c:v>
                </c:pt>
                <c:pt idx="2423">
                  <c:v>45377</c:v>
                </c:pt>
                <c:pt idx="2424">
                  <c:v>45378</c:v>
                </c:pt>
                <c:pt idx="2425">
                  <c:v>45379</c:v>
                </c:pt>
                <c:pt idx="2426">
                  <c:v>45383</c:v>
                </c:pt>
                <c:pt idx="2427">
                  <c:v>45384</c:v>
                </c:pt>
                <c:pt idx="2428">
                  <c:v>45385</c:v>
                </c:pt>
                <c:pt idx="2429">
                  <c:v>45386</c:v>
                </c:pt>
                <c:pt idx="2430">
                  <c:v>45387</c:v>
                </c:pt>
                <c:pt idx="2431">
                  <c:v>45390</c:v>
                </c:pt>
                <c:pt idx="2432">
                  <c:v>45391</c:v>
                </c:pt>
                <c:pt idx="2433">
                  <c:v>45392</c:v>
                </c:pt>
                <c:pt idx="2434">
                  <c:v>45393</c:v>
                </c:pt>
                <c:pt idx="2435">
                  <c:v>45394</c:v>
                </c:pt>
                <c:pt idx="2436">
                  <c:v>45397</c:v>
                </c:pt>
                <c:pt idx="2437">
                  <c:v>45398</c:v>
                </c:pt>
                <c:pt idx="2438">
                  <c:v>45399</c:v>
                </c:pt>
                <c:pt idx="2439">
                  <c:v>45400</c:v>
                </c:pt>
                <c:pt idx="2440">
                  <c:v>45401</c:v>
                </c:pt>
                <c:pt idx="2441">
                  <c:v>45404</c:v>
                </c:pt>
                <c:pt idx="2442">
                  <c:v>45405</c:v>
                </c:pt>
                <c:pt idx="2443">
                  <c:v>45406</c:v>
                </c:pt>
                <c:pt idx="2444">
                  <c:v>45407</c:v>
                </c:pt>
                <c:pt idx="2445">
                  <c:v>45408</c:v>
                </c:pt>
                <c:pt idx="2446">
                  <c:v>45411</c:v>
                </c:pt>
                <c:pt idx="2447">
                  <c:v>45412</c:v>
                </c:pt>
                <c:pt idx="2448">
                  <c:v>45414</c:v>
                </c:pt>
                <c:pt idx="2449">
                  <c:v>45415</c:v>
                </c:pt>
                <c:pt idx="2450">
                  <c:v>45418</c:v>
                </c:pt>
                <c:pt idx="2451">
                  <c:v>45419</c:v>
                </c:pt>
                <c:pt idx="2452">
                  <c:v>45420</c:v>
                </c:pt>
                <c:pt idx="2453">
                  <c:v>45421</c:v>
                </c:pt>
                <c:pt idx="2454">
                  <c:v>45422</c:v>
                </c:pt>
                <c:pt idx="2455">
                  <c:v>45425</c:v>
                </c:pt>
                <c:pt idx="2456">
                  <c:v>45426</c:v>
                </c:pt>
                <c:pt idx="2457">
                  <c:v>45427</c:v>
                </c:pt>
                <c:pt idx="2458">
                  <c:v>45428</c:v>
                </c:pt>
                <c:pt idx="2459">
                  <c:v>45429</c:v>
                </c:pt>
                <c:pt idx="2460">
                  <c:v>45432</c:v>
                </c:pt>
                <c:pt idx="2461">
                  <c:v>45433</c:v>
                </c:pt>
                <c:pt idx="2462">
                  <c:v>45434</c:v>
                </c:pt>
                <c:pt idx="2463">
                  <c:v>45435</c:v>
                </c:pt>
                <c:pt idx="2464">
                  <c:v>45436</c:v>
                </c:pt>
                <c:pt idx="2465">
                  <c:v>45439</c:v>
                </c:pt>
                <c:pt idx="2466">
                  <c:v>45440</c:v>
                </c:pt>
                <c:pt idx="2467">
                  <c:v>45441</c:v>
                </c:pt>
                <c:pt idx="2468">
                  <c:v>45443</c:v>
                </c:pt>
                <c:pt idx="2469">
                  <c:v>45446</c:v>
                </c:pt>
                <c:pt idx="2470">
                  <c:v>45447</c:v>
                </c:pt>
                <c:pt idx="2471">
                  <c:v>45448</c:v>
                </c:pt>
                <c:pt idx="2472">
                  <c:v>45449</c:v>
                </c:pt>
                <c:pt idx="2473">
                  <c:v>45450</c:v>
                </c:pt>
                <c:pt idx="2474">
                  <c:v>45453</c:v>
                </c:pt>
                <c:pt idx="2475">
                  <c:v>45454</c:v>
                </c:pt>
                <c:pt idx="2476">
                  <c:v>45455</c:v>
                </c:pt>
                <c:pt idx="2477">
                  <c:v>45456</c:v>
                </c:pt>
                <c:pt idx="2478">
                  <c:v>45457</c:v>
                </c:pt>
                <c:pt idx="2479">
                  <c:v>45460</c:v>
                </c:pt>
                <c:pt idx="2480">
                  <c:v>45461</c:v>
                </c:pt>
                <c:pt idx="2481">
                  <c:v>45462</c:v>
                </c:pt>
                <c:pt idx="2482">
                  <c:v>45463</c:v>
                </c:pt>
                <c:pt idx="2483">
                  <c:v>45464</c:v>
                </c:pt>
                <c:pt idx="2484">
                  <c:v>45467</c:v>
                </c:pt>
                <c:pt idx="2485">
                  <c:v>45468</c:v>
                </c:pt>
                <c:pt idx="2486">
                  <c:v>45469</c:v>
                </c:pt>
                <c:pt idx="2487">
                  <c:v>45470</c:v>
                </c:pt>
                <c:pt idx="2488">
                  <c:v>45471</c:v>
                </c:pt>
                <c:pt idx="2489">
                  <c:v>45474</c:v>
                </c:pt>
                <c:pt idx="2490">
                  <c:v>45475</c:v>
                </c:pt>
                <c:pt idx="2491">
                  <c:v>45476</c:v>
                </c:pt>
                <c:pt idx="2492">
                  <c:v>45477</c:v>
                </c:pt>
                <c:pt idx="2493">
                  <c:v>45478</c:v>
                </c:pt>
                <c:pt idx="2494">
                  <c:v>45481</c:v>
                </c:pt>
                <c:pt idx="2495">
                  <c:v>45482</c:v>
                </c:pt>
                <c:pt idx="2496">
                  <c:v>45483</c:v>
                </c:pt>
                <c:pt idx="2497">
                  <c:v>45484</c:v>
                </c:pt>
                <c:pt idx="2498">
                  <c:v>45485</c:v>
                </c:pt>
                <c:pt idx="2499">
                  <c:v>45488</c:v>
                </c:pt>
                <c:pt idx="2500">
                  <c:v>45489</c:v>
                </c:pt>
                <c:pt idx="2501">
                  <c:v>45490</c:v>
                </c:pt>
                <c:pt idx="2502">
                  <c:v>45491</c:v>
                </c:pt>
                <c:pt idx="2503">
                  <c:v>45492</c:v>
                </c:pt>
                <c:pt idx="2504">
                  <c:v>45495</c:v>
                </c:pt>
                <c:pt idx="2505">
                  <c:v>45496</c:v>
                </c:pt>
                <c:pt idx="2506">
                  <c:v>45497</c:v>
                </c:pt>
                <c:pt idx="2507">
                  <c:v>45498</c:v>
                </c:pt>
                <c:pt idx="2508">
                  <c:v>45499</c:v>
                </c:pt>
                <c:pt idx="2509">
                  <c:v>45502</c:v>
                </c:pt>
                <c:pt idx="2510">
                  <c:v>45503</c:v>
                </c:pt>
                <c:pt idx="2511">
                  <c:v>45504</c:v>
                </c:pt>
                <c:pt idx="2512">
                  <c:v>45505</c:v>
                </c:pt>
                <c:pt idx="2513">
                  <c:v>45506</c:v>
                </c:pt>
                <c:pt idx="2514">
                  <c:v>45509</c:v>
                </c:pt>
                <c:pt idx="2515">
                  <c:v>45510</c:v>
                </c:pt>
                <c:pt idx="2516">
                  <c:v>45511</c:v>
                </c:pt>
                <c:pt idx="2517">
                  <c:v>45512</c:v>
                </c:pt>
                <c:pt idx="2518">
                  <c:v>45513</c:v>
                </c:pt>
                <c:pt idx="2519">
                  <c:v>45516</c:v>
                </c:pt>
                <c:pt idx="2520">
                  <c:v>45517</c:v>
                </c:pt>
                <c:pt idx="2521">
                  <c:v>45518</c:v>
                </c:pt>
                <c:pt idx="2522">
                  <c:v>45519</c:v>
                </c:pt>
                <c:pt idx="2523">
                  <c:v>45520</c:v>
                </c:pt>
                <c:pt idx="2524">
                  <c:v>45523</c:v>
                </c:pt>
                <c:pt idx="2525">
                  <c:v>45524</c:v>
                </c:pt>
                <c:pt idx="2526">
                  <c:v>45525</c:v>
                </c:pt>
                <c:pt idx="2527">
                  <c:v>45526</c:v>
                </c:pt>
                <c:pt idx="2528">
                  <c:v>45527</c:v>
                </c:pt>
                <c:pt idx="2529">
                  <c:v>45530</c:v>
                </c:pt>
                <c:pt idx="2530">
                  <c:v>45531</c:v>
                </c:pt>
                <c:pt idx="2531">
                  <c:v>45532</c:v>
                </c:pt>
                <c:pt idx="2532">
                  <c:v>45533</c:v>
                </c:pt>
                <c:pt idx="2533">
                  <c:v>45534</c:v>
                </c:pt>
                <c:pt idx="2534">
                  <c:v>45537</c:v>
                </c:pt>
                <c:pt idx="2535">
                  <c:v>45538</c:v>
                </c:pt>
                <c:pt idx="2536">
                  <c:v>45539</c:v>
                </c:pt>
                <c:pt idx="2537">
                  <c:v>45540</c:v>
                </c:pt>
                <c:pt idx="2538">
                  <c:v>45541</c:v>
                </c:pt>
                <c:pt idx="2539">
                  <c:v>45544</c:v>
                </c:pt>
                <c:pt idx="2540">
                  <c:v>45545</c:v>
                </c:pt>
                <c:pt idx="2541">
                  <c:v>45546</c:v>
                </c:pt>
                <c:pt idx="2542">
                  <c:v>45547</c:v>
                </c:pt>
                <c:pt idx="2543">
                  <c:v>45548</c:v>
                </c:pt>
                <c:pt idx="2544">
                  <c:v>45551</c:v>
                </c:pt>
                <c:pt idx="2545">
                  <c:v>45552</c:v>
                </c:pt>
                <c:pt idx="2546">
                  <c:v>45553</c:v>
                </c:pt>
                <c:pt idx="2547">
                  <c:v>45554</c:v>
                </c:pt>
                <c:pt idx="2548">
                  <c:v>45555</c:v>
                </c:pt>
                <c:pt idx="2549">
                  <c:v>45558</c:v>
                </c:pt>
                <c:pt idx="2550">
                  <c:v>45559</c:v>
                </c:pt>
                <c:pt idx="2551">
                  <c:v>45560</c:v>
                </c:pt>
                <c:pt idx="2552">
                  <c:v>45561</c:v>
                </c:pt>
                <c:pt idx="2553">
                  <c:v>45562</c:v>
                </c:pt>
                <c:pt idx="2554">
                  <c:v>45565</c:v>
                </c:pt>
                <c:pt idx="2555">
                  <c:v>45566</c:v>
                </c:pt>
                <c:pt idx="2556">
                  <c:v>45567</c:v>
                </c:pt>
                <c:pt idx="2557">
                  <c:v>45568</c:v>
                </c:pt>
                <c:pt idx="2558">
                  <c:v>45569</c:v>
                </c:pt>
                <c:pt idx="2559">
                  <c:v>45572</c:v>
                </c:pt>
                <c:pt idx="2560">
                  <c:v>45573</c:v>
                </c:pt>
                <c:pt idx="2561">
                  <c:v>45574</c:v>
                </c:pt>
                <c:pt idx="2562">
                  <c:v>45575</c:v>
                </c:pt>
                <c:pt idx="2563">
                  <c:v>45576</c:v>
                </c:pt>
                <c:pt idx="2564">
                  <c:v>45579</c:v>
                </c:pt>
                <c:pt idx="2565">
                  <c:v>45580</c:v>
                </c:pt>
                <c:pt idx="2566">
                  <c:v>45581</c:v>
                </c:pt>
                <c:pt idx="2567">
                  <c:v>45582</c:v>
                </c:pt>
                <c:pt idx="2568">
                  <c:v>45583</c:v>
                </c:pt>
                <c:pt idx="2569">
                  <c:v>45586</c:v>
                </c:pt>
                <c:pt idx="2570">
                  <c:v>45587</c:v>
                </c:pt>
                <c:pt idx="2571">
                  <c:v>45588</c:v>
                </c:pt>
                <c:pt idx="2572">
                  <c:v>45589</c:v>
                </c:pt>
                <c:pt idx="2573">
                  <c:v>45590</c:v>
                </c:pt>
                <c:pt idx="2574">
                  <c:v>45593</c:v>
                </c:pt>
                <c:pt idx="2575">
                  <c:v>45594</c:v>
                </c:pt>
                <c:pt idx="2576">
                  <c:v>45595</c:v>
                </c:pt>
                <c:pt idx="2577">
                  <c:v>45596</c:v>
                </c:pt>
                <c:pt idx="2578">
                  <c:v>45597</c:v>
                </c:pt>
                <c:pt idx="2579">
                  <c:v>45600</c:v>
                </c:pt>
                <c:pt idx="2580">
                  <c:v>45601</c:v>
                </c:pt>
                <c:pt idx="2581">
                  <c:v>45602</c:v>
                </c:pt>
                <c:pt idx="2582">
                  <c:v>45603</c:v>
                </c:pt>
                <c:pt idx="2583">
                  <c:v>45604</c:v>
                </c:pt>
                <c:pt idx="2584">
                  <c:v>45607</c:v>
                </c:pt>
                <c:pt idx="2585">
                  <c:v>45608</c:v>
                </c:pt>
                <c:pt idx="2586">
                  <c:v>45609</c:v>
                </c:pt>
                <c:pt idx="2587">
                  <c:v>45610</c:v>
                </c:pt>
                <c:pt idx="2588">
                  <c:v>45614</c:v>
                </c:pt>
                <c:pt idx="2589">
                  <c:v>45615</c:v>
                </c:pt>
                <c:pt idx="2590">
                  <c:v>45617</c:v>
                </c:pt>
                <c:pt idx="2591">
                  <c:v>45618</c:v>
                </c:pt>
                <c:pt idx="2592">
                  <c:v>45621</c:v>
                </c:pt>
                <c:pt idx="2593">
                  <c:v>45622</c:v>
                </c:pt>
                <c:pt idx="2594">
                  <c:v>45623</c:v>
                </c:pt>
                <c:pt idx="2595">
                  <c:v>45624</c:v>
                </c:pt>
                <c:pt idx="2596">
                  <c:v>45625</c:v>
                </c:pt>
                <c:pt idx="2597">
                  <c:v>45628</c:v>
                </c:pt>
                <c:pt idx="2598">
                  <c:v>45629</c:v>
                </c:pt>
                <c:pt idx="2599">
                  <c:v>45630</c:v>
                </c:pt>
                <c:pt idx="2600">
                  <c:v>45631</c:v>
                </c:pt>
                <c:pt idx="2601">
                  <c:v>45632</c:v>
                </c:pt>
                <c:pt idx="2602">
                  <c:v>45635</c:v>
                </c:pt>
                <c:pt idx="2603">
                  <c:v>45636</c:v>
                </c:pt>
                <c:pt idx="2604">
                  <c:v>45637</c:v>
                </c:pt>
                <c:pt idx="2605">
                  <c:v>45638</c:v>
                </c:pt>
                <c:pt idx="2606">
                  <c:v>45639</c:v>
                </c:pt>
                <c:pt idx="2607">
                  <c:v>45642</c:v>
                </c:pt>
                <c:pt idx="2608">
                  <c:v>45643</c:v>
                </c:pt>
                <c:pt idx="2609">
                  <c:v>45644</c:v>
                </c:pt>
                <c:pt idx="2610">
                  <c:v>45645</c:v>
                </c:pt>
                <c:pt idx="2611">
                  <c:v>45646</c:v>
                </c:pt>
                <c:pt idx="2612">
                  <c:v>45649</c:v>
                </c:pt>
                <c:pt idx="2613">
                  <c:v>45652</c:v>
                </c:pt>
                <c:pt idx="2614">
                  <c:v>45653</c:v>
                </c:pt>
                <c:pt idx="2615">
                  <c:v>45656</c:v>
                </c:pt>
                <c:pt idx="2616">
                  <c:v>45659</c:v>
                </c:pt>
                <c:pt idx="2617">
                  <c:v>45660</c:v>
                </c:pt>
                <c:pt idx="2618">
                  <c:v>45663</c:v>
                </c:pt>
                <c:pt idx="2619">
                  <c:v>45664</c:v>
                </c:pt>
                <c:pt idx="2620">
                  <c:v>45665</c:v>
                </c:pt>
                <c:pt idx="2621">
                  <c:v>45666</c:v>
                </c:pt>
                <c:pt idx="2622">
                  <c:v>45667</c:v>
                </c:pt>
                <c:pt idx="2623">
                  <c:v>45670</c:v>
                </c:pt>
                <c:pt idx="2624">
                  <c:v>45671</c:v>
                </c:pt>
                <c:pt idx="2625">
                  <c:v>45672</c:v>
                </c:pt>
                <c:pt idx="2626">
                  <c:v>45673</c:v>
                </c:pt>
                <c:pt idx="2627">
                  <c:v>45674</c:v>
                </c:pt>
                <c:pt idx="2628">
                  <c:v>45677</c:v>
                </c:pt>
                <c:pt idx="2629">
                  <c:v>45678</c:v>
                </c:pt>
                <c:pt idx="2630">
                  <c:v>45679</c:v>
                </c:pt>
                <c:pt idx="2631">
                  <c:v>45680</c:v>
                </c:pt>
                <c:pt idx="2632">
                  <c:v>45681</c:v>
                </c:pt>
                <c:pt idx="2633">
                  <c:v>45684</c:v>
                </c:pt>
                <c:pt idx="2634">
                  <c:v>45685</c:v>
                </c:pt>
                <c:pt idx="2635">
                  <c:v>45686</c:v>
                </c:pt>
                <c:pt idx="2636">
                  <c:v>45687</c:v>
                </c:pt>
                <c:pt idx="2637">
                  <c:v>45688</c:v>
                </c:pt>
                <c:pt idx="2638">
                  <c:v>45691</c:v>
                </c:pt>
                <c:pt idx="2639">
                  <c:v>45692</c:v>
                </c:pt>
                <c:pt idx="2640">
                  <c:v>45693</c:v>
                </c:pt>
                <c:pt idx="2641">
                  <c:v>45694</c:v>
                </c:pt>
                <c:pt idx="2642">
                  <c:v>45695</c:v>
                </c:pt>
                <c:pt idx="2643">
                  <c:v>45698</c:v>
                </c:pt>
                <c:pt idx="2644">
                  <c:v>45699</c:v>
                </c:pt>
                <c:pt idx="2645">
                  <c:v>45700</c:v>
                </c:pt>
                <c:pt idx="2646">
                  <c:v>45701</c:v>
                </c:pt>
                <c:pt idx="2647">
                  <c:v>45702</c:v>
                </c:pt>
                <c:pt idx="2648">
                  <c:v>45705</c:v>
                </c:pt>
                <c:pt idx="2649">
                  <c:v>45706</c:v>
                </c:pt>
                <c:pt idx="2650">
                  <c:v>45707</c:v>
                </c:pt>
                <c:pt idx="2651">
                  <c:v>45708</c:v>
                </c:pt>
                <c:pt idx="2652">
                  <c:v>45709</c:v>
                </c:pt>
                <c:pt idx="2653">
                  <c:v>45712</c:v>
                </c:pt>
                <c:pt idx="2654">
                  <c:v>45713</c:v>
                </c:pt>
                <c:pt idx="2655">
                  <c:v>45714</c:v>
                </c:pt>
                <c:pt idx="2656">
                  <c:v>45715</c:v>
                </c:pt>
                <c:pt idx="2657">
                  <c:v>45716</c:v>
                </c:pt>
                <c:pt idx="2658">
                  <c:v>45721</c:v>
                </c:pt>
                <c:pt idx="2659">
                  <c:v>45722</c:v>
                </c:pt>
                <c:pt idx="2660">
                  <c:v>45723</c:v>
                </c:pt>
                <c:pt idx="2661">
                  <c:v>45726</c:v>
                </c:pt>
                <c:pt idx="2662">
                  <c:v>45727</c:v>
                </c:pt>
                <c:pt idx="2663">
                  <c:v>45728</c:v>
                </c:pt>
                <c:pt idx="2664">
                  <c:v>45729</c:v>
                </c:pt>
                <c:pt idx="2665">
                  <c:v>45730</c:v>
                </c:pt>
                <c:pt idx="2666">
                  <c:v>45733</c:v>
                </c:pt>
                <c:pt idx="2667">
                  <c:v>45734</c:v>
                </c:pt>
                <c:pt idx="2668">
                  <c:v>45735</c:v>
                </c:pt>
                <c:pt idx="2669">
                  <c:v>45736</c:v>
                </c:pt>
                <c:pt idx="2670">
                  <c:v>45737</c:v>
                </c:pt>
                <c:pt idx="2671">
                  <c:v>45740</c:v>
                </c:pt>
                <c:pt idx="2672">
                  <c:v>45741</c:v>
                </c:pt>
                <c:pt idx="2673">
                  <c:v>45742</c:v>
                </c:pt>
                <c:pt idx="2674">
                  <c:v>45743</c:v>
                </c:pt>
                <c:pt idx="2675">
                  <c:v>45744</c:v>
                </c:pt>
                <c:pt idx="2676">
                  <c:v>45747</c:v>
                </c:pt>
                <c:pt idx="2677">
                  <c:v>45748</c:v>
                </c:pt>
                <c:pt idx="2678">
                  <c:v>45749</c:v>
                </c:pt>
                <c:pt idx="2679">
                  <c:v>45750</c:v>
                </c:pt>
                <c:pt idx="2680">
                  <c:v>45751</c:v>
                </c:pt>
                <c:pt idx="2681">
                  <c:v>45754</c:v>
                </c:pt>
                <c:pt idx="2682">
                  <c:v>45755</c:v>
                </c:pt>
                <c:pt idx="2683">
                  <c:v>45756</c:v>
                </c:pt>
                <c:pt idx="2684">
                  <c:v>45757</c:v>
                </c:pt>
                <c:pt idx="2685">
                  <c:v>45758</c:v>
                </c:pt>
                <c:pt idx="2686">
                  <c:v>45761</c:v>
                </c:pt>
                <c:pt idx="2687">
                  <c:v>45762</c:v>
                </c:pt>
                <c:pt idx="2688">
                  <c:v>45763</c:v>
                </c:pt>
                <c:pt idx="2689">
                  <c:v>45764</c:v>
                </c:pt>
                <c:pt idx="2690">
                  <c:v>45769</c:v>
                </c:pt>
                <c:pt idx="2691">
                  <c:v>45770</c:v>
                </c:pt>
                <c:pt idx="2692">
                  <c:v>45771</c:v>
                </c:pt>
                <c:pt idx="2693">
                  <c:v>45772</c:v>
                </c:pt>
                <c:pt idx="2694">
                  <c:v>45775</c:v>
                </c:pt>
                <c:pt idx="2695">
                  <c:v>45776</c:v>
                </c:pt>
                <c:pt idx="2696">
                  <c:v>45777</c:v>
                </c:pt>
                <c:pt idx="2697">
                  <c:v>45779</c:v>
                </c:pt>
                <c:pt idx="2698">
                  <c:v>45782</c:v>
                </c:pt>
                <c:pt idx="2699">
                  <c:v>45783</c:v>
                </c:pt>
                <c:pt idx="2700">
                  <c:v>45784</c:v>
                </c:pt>
                <c:pt idx="2701">
                  <c:v>45785</c:v>
                </c:pt>
                <c:pt idx="2702">
                  <c:v>45786</c:v>
                </c:pt>
                <c:pt idx="2703">
                  <c:v>45789</c:v>
                </c:pt>
                <c:pt idx="2704">
                  <c:v>45790</c:v>
                </c:pt>
                <c:pt idx="2705">
                  <c:v>45791</c:v>
                </c:pt>
                <c:pt idx="2706">
                  <c:v>45792</c:v>
                </c:pt>
                <c:pt idx="2707">
                  <c:v>45793</c:v>
                </c:pt>
                <c:pt idx="2708">
                  <c:v>45796</c:v>
                </c:pt>
                <c:pt idx="2709">
                  <c:v>45797</c:v>
                </c:pt>
                <c:pt idx="2710">
                  <c:v>45798</c:v>
                </c:pt>
                <c:pt idx="2711">
                  <c:v>45799</c:v>
                </c:pt>
                <c:pt idx="2712">
                  <c:v>45800</c:v>
                </c:pt>
                <c:pt idx="2713">
                  <c:v>45803</c:v>
                </c:pt>
                <c:pt idx="2714">
                  <c:v>45804</c:v>
                </c:pt>
                <c:pt idx="2715">
                  <c:v>45805</c:v>
                </c:pt>
                <c:pt idx="2716">
                  <c:v>45806</c:v>
                </c:pt>
                <c:pt idx="2717">
                  <c:v>45807</c:v>
                </c:pt>
                <c:pt idx="2718">
                  <c:v>45810</c:v>
                </c:pt>
                <c:pt idx="2719">
                  <c:v>45811</c:v>
                </c:pt>
                <c:pt idx="2720">
                  <c:v>45812</c:v>
                </c:pt>
                <c:pt idx="2721">
                  <c:v>45813</c:v>
                </c:pt>
                <c:pt idx="2722">
                  <c:v>45814</c:v>
                </c:pt>
                <c:pt idx="2723">
                  <c:v>45817</c:v>
                </c:pt>
                <c:pt idx="2724">
                  <c:v>45818</c:v>
                </c:pt>
                <c:pt idx="2725">
                  <c:v>45819</c:v>
                </c:pt>
                <c:pt idx="2726">
                  <c:v>45820</c:v>
                </c:pt>
                <c:pt idx="2727">
                  <c:v>45821</c:v>
                </c:pt>
                <c:pt idx="2728">
                  <c:v>45824</c:v>
                </c:pt>
                <c:pt idx="2729">
                  <c:v>45825</c:v>
                </c:pt>
                <c:pt idx="2730">
                  <c:v>45826</c:v>
                </c:pt>
                <c:pt idx="2731">
                  <c:v>45828</c:v>
                </c:pt>
                <c:pt idx="2732">
                  <c:v>45831</c:v>
                </c:pt>
                <c:pt idx="2733">
                  <c:v>45832</c:v>
                </c:pt>
                <c:pt idx="2734">
                  <c:v>45833</c:v>
                </c:pt>
                <c:pt idx="2735">
                  <c:v>45834</c:v>
                </c:pt>
                <c:pt idx="2736">
                  <c:v>45835</c:v>
                </c:pt>
                <c:pt idx="2737">
                  <c:v>45838</c:v>
                </c:pt>
                <c:pt idx="2738">
                  <c:v>45839</c:v>
                </c:pt>
                <c:pt idx="2739">
                  <c:v>45840</c:v>
                </c:pt>
                <c:pt idx="2740">
                  <c:v>45841</c:v>
                </c:pt>
                <c:pt idx="2741">
                  <c:v>45842</c:v>
                </c:pt>
                <c:pt idx="2742">
                  <c:v>45845</c:v>
                </c:pt>
                <c:pt idx="2743">
                  <c:v>45846</c:v>
                </c:pt>
                <c:pt idx="2744">
                  <c:v>45847</c:v>
                </c:pt>
                <c:pt idx="2745">
                  <c:v>45848</c:v>
                </c:pt>
                <c:pt idx="2746">
                  <c:v>45849</c:v>
                </c:pt>
                <c:pt idx="2747">
                  <c:v>45852</c:v>
                </c:pt>
                <c:pt idx="2748">
                  <c:v>45853</c:v>
                </c:pt>
                <c:pt idx="2749">
                  <c:v>45854</c:v>
                </c:pt>
                <c:pt idx="2750">
                  <c:v>45855</c:v>
                </c:pt>
                <c:pt idx="2751">
                  <c:v>45856</c:v>
                </c:pt>
                <c:pt idx="2752">
                  <c:v>45859</c:v>
                </c:pt>
                <c:pt idx="2753">
                  <c:v>45860</c:v>
                </c:pt>
                <c:pt idx="2754">
                  <c:v>45861</c:v>
                </c:pt>
                <c:pt idx="2755">
                  <c:v>45862</c:v>
                </c:pt>
                <c:pt idx="2756">
                  <c:v>45863</c:v>
                </c:pt>
                <c:pt idx="2757">
                  <c:v>45866</c:v>
                </c:pt>
                <c:pt idx="2758">
                  <c:v>45867</c:v>
                </c:pt>
                <c:pt idx="2759">
                  <c:v>45868</c:v>
                </c:pt>
                <c:pt idx="2760">
                  <c:v>45869</c:v>
                </c:pt>
                <c:pt idx="2761">
                  <c:v>45870</c:v>
                </c:pt>
                <c:pt idx="2762">
                  <c:v>45873</c:v>
                </c:pt>
                <c:pt idx="2763">
                  <c:v>45874</c:v>
                </c:pt>
                <c:pt idx="2764">
                  <c:v>45875</c:v>
                </c:pt>
                <c:pt idx="2765">
                  <c:v>45876</c:v>
                </c:pt>
                <c:pt idx="2766">
                  <c:v>45877</c:v>
                </c:pt>
                <c:pt idx="2767">
                  <c:v>45880</c:v>
                </c:pt>
                <c:pt idx="2768">
                  <c:v>45881</c:v>
                </c:pt>
                <c:pt idx="2769">
                  <c:v>45882</c:v>
                </c:pt>
                <c:pt idx="2770">
                  <c:v>45883</c:v>
                </c:pt>
                <c:pt idx="2771">
                  <c:v>45884</c:v>
                </c:pt>
                <c:pt idx="2772">
                  <c:v>45887</c:v>
                </c:pt>
                <c:pt idx="2773">
                  <c:v>45888</c:v>
                </c:pt>
                <c:pt idx="2774">
                  <c:v>45889</c:v>
                </c:pt>
                <c:pt idx="2775">
                  <c:v>45890</c:v>
                </c:pt>
                <c:pt idx="2776">
                  <c:v>45891</c:v>
                </c:pt>
                <c:pt idx="2777">
                  <c:v>45894</c:v>
                </c:pt>
                <c:pt idx="2778">
                  <c:v>45895</c:v>
                </c:pt>
                <c:pt idx="2779">
                  <c:v>45896</c:v>
                </c:pt>
                <c:pt idx="2780">
                  <c:v>45897</c:v>
                </c:pt>
                <c:pt idx="2781">
                  <c:v>45898</c:v>
                </c:pt>
                <c:pt idx="2782">
                  <c:v>45901</c:v>
                </c:pt>
                <c:pt idx="2783">
                  <c:v>45902</c:v>
                </c:pt>
                <c:pt idx="2784">
                  <c:v>45903</c:v>
                </c:pt>
                <c:pt idx="2785">
                  <c:v>45904</c:v>
                </c:pt>
                <c:pt idx="2786">
                  <c:v>45905</c:v>
                </c:pt>
                <c:pt idx="2787">
                  <c:v>45908</c:v>
                </c:pt>
                <c:pt idx="2788">
                  <c:v>45909</c:v>
                </c:pt>
                <c:pt idx="2789">
                  <c:v>45910</c:v>
                </c:pt>
                <c:pt idx="2790">
                  <c:v>45911</c:v>
                </c:pt>
                <c:pt idx="2791">
                  <c:v>45912</c:v>
                </c:pt>
                <c:pt idx="2792">
                  <c:v>45915</c:v>
                </c:pt>
                <c:pt idx="2793">
                  <c:v>45916</c:v>
                </c:pt>
                <c:pt idx="2794">
                  <c:v>45917</c:v>
                </c:pt>
                <c:pt idx="2795">
                  <c:v>45918</c:v>
                </c:pt>
                <c:pt idx="2796">
                  <c:v>45919</c:v>
                </c:pt>
                <c:pt idx="2797">
                  <c:v>45922</c:v>
                </c:pt>
                <c:pt idx="2798">
                  <c:v>45923</c:v>
                </c:pt>
                <c:pt idx="2799">
                  <c:v>45924</c:v>
                </c:pt>
                <c:pt idx="2800">
                  <c:v>45925</c:v>
                </c:pt>
                <c:pt idx="2801">
                  <c:v>45926</c:v>
                </c:pt>
                <c:pt idx="2802">
                  <c:v>45929</c:v>
                </c:pt>
                <c:pt idx="2803">
                  <c:v>45930</c:v>
                </c:pt>
                <c:pt idx="2804">
                  <c:v>45931</c:v>
                </c:pt>
                <c:pt idx="2805">
                  <c:v>45932</c:v>
                </c:pt>
                <c:pt idx="2806">
                  <c:v>45933</c:v>
                </c:pt>
                <c:pt idx="2807">
                  <c:v>45936</c:v>
                </c:pt>
                <c:pt idx="2808">
                  <c:v>45937</c:v>
                </c:pt>
                <c:pt idx="2809">
                  <c:v>45938</c:v>
                </c:pt>
                <c:pt idx="2810">
                  <c:v>45939</c:v>
                </c:pt>
                <c:pt idx="2811">
                  <c:v>45940</c:v>
                </c:pt>
                <c:pt idx="2812">
                  <c:v>45943</c:v>
                </c:pt>
                <c:pt idx="2813">
                  <c:v>45944</c:v>
                </c:pt>
                <c:pt idx="2814">
                  <c:v>45945</c:v>
                </c:pt>
                <c:pt idx="2815">
                  <c:v>45946</c:v>
                </c:pt>
                <c:pt idx="2816">
                  <c:v>45947</c:v>
                </c:pt>
                <c:pt idx="2817">
                  <c:v>45950</c:v>
                </c:pt>
                <c:pt idx="2818">
                  <c:v>45951</c:v>
                </c:pt>
                <c:pt idx="2819">
                  <c:v>45952</c:v>
                </c:pt>
                <c:pt idx="2820">
                  <c:v>45953</c:v>
                </c:pt>
                <c:pt idx="2821">
                  <c:v>45954</c:v>
                </c:pt>
                <c:pt idx="2822">
                  <c:v>45957</c:v>
                </c:pt>
                <c:pt idx="2823">
                  <c:v>45958</c:v>
                </c:pt>
                <c:pt idx="2824">
                  <c:v>45959</c:v>
                </c:pt>
                <c:pt idx="2825">
                  <c:v>45960</c:v>
                </c:pt>
                <c:pt idx="2826">
                  <c:v>45961</c:v>
                </c:pt>
                <c:pt idx="2827">
                  <c:v>45964</c:v>
                </c:pt>
                <c:pt idx="2828">
                  <c:v>45965</c:v>
                </c:pt>
                <c:pt idx="2829">
                  <c:v>45966</c:v>
                </c:pt>
                <c:pt idx="2830">
                  <c:v>45967</c:v>
                </c:pt>
                <c:pt idx="2831">
                  <c:v>45968</c:v>
                </c:pt>
                <c:pt idx="2832">
                  <c:v>45971</c:v>
                </c:pt>
                <c:pt idx="2833">
                  <c:v>45972</c:v>
                </c:pt>
                <c:pt idx="2834">
                  <c:v>45973</c:v>
                </c:pt>
                <c:pt idx="2835">
                  <c:v>45974</c:v>
                </c:pt>
                <c:pt idx="2836">
                  <c:v>45975</c:v>
                </c:pt>
                <c:pt idx="2837">
                  <c:v>45978</c:v>
                </c:pt>
                <c:pt idx="2838">
                  <c:v>45979</c:v>
                </c:pt>
                <c:pt idx="2839">
                  <c:v>45980</c:v>
                </c:pt>
                <c:pt idx="2840">
                  <c:v>45982</c:v>
                </c:pt>
                <c:pt idx="2841">
                  <c:v>45985</c:v>
                </c:pt>
                <c:pt idx="2842">
                  <c:v>45986</c:v>
                </c:pt>
                <c:pt idx="2843">
                  <c:v>45987</c:v>
                </c:pt>
                <c:pt idx="2844">
                  <c:v>45988</c:v>
                </c:pt>
                <c:pt idx="2845">
                  <c:v>45989</c:v>
                </c:pt>
                <c:pt idx="2846">
                  <c:v>45992</c:v>
                </c:pt>
                <c:pt idx="2847">
                  <c:v>45993</c:v>
                </c:pt>
                <c:pt idx="2848">
                  <c:v>45994</c:v>
                </c:pt>
                <c:pt idx="2849">
                  <c:v>45995</c:v>
                </c:pt>
                <c:pt idx="2850">
                  <c:v>45996</c:v>
                </c:pt>
                <c:pt idx="2851">
                  <c:v>45999</c:v>
                </c:pt>
                <c:pt idx="2852">
                  <c:v>46000</c:v>
                </c:pt>
                <c:pt idx="2853">
                  <c:v>46001</c:v>
                </c:pt>
                <c:pt idx="2854">
                  <c:v>46002</c:v>
                </c:pt>
                <c:pt idx="2855">
                  <c:v>46003</c:v>
                </c:pt>
                <c:pt idx="2856">
                  <c:v>46006</c:v>
                </c:pt>
                <c:pt idx="2857">
                  <c:v>46007</c:v>
                </c:pt>
                <c:pt idx="2858">
                  <c:v>46008</c:v>
                </c:pt>
                <c:pt idx="2859">
                  <c:v>46009</c:v>
                </c:pt>
                <c:pt idx="2860">
                  <c:v>46010</c:v>
                </c:pt>
                <c:pt idx="2861">
                  <c:v>46013</c:v>
                </c:pt>
                <c:pt idx="2862">
                  <c:v>46014</c:v>
                </c:pt>
                <c:pt idx="2863">
                  <c:v>46017</c:v>
                </c:pt>
                <c:pt idx="2864">
                  <c:v>46020</c:v>
                </c:pt>
                <c:pt idx="2865">
                  <c:v>46021</c:v>
                </c:pt>
                <c:pt idx="2866">
                  <c:v>46024</c:v>
                </c:pt>
                <c:pt idx="2867">
                  <c:v>46027</c:v>
                </c:pt>
                <c:pt idx="2868">
                  <c:v>46028</c:v>
                </c:pt>
                <c:pt idx="2869">
                  <c:v>46029</c:v>
                </c:pt>
                <c:pt idx="2870">
                  <c:v>46030</c:v>
                </c:pt>
                <c:pt idx="2871">
                  <c:v>46031</c:v>
                </c:pt>
                <c:pt idx="2872">
                  <c:v>46034</c:v>
                </c:pt>
                <c:pt idx="2873">
                  <c:v>46035</c:v>
                </c:pt>
                <c:pt idx="2874">
                  <c:v>46036</c:v>
                </c:pt>
                <c:pt idx="2875">
                  <c:v>46037</c:v>
                </c:pt>
                <c:pt idx="2876">
                  <c:v>46038</c:v>
                </c:pt>
                <c:pt idx="2877">
                  <c:v>46041</c:v>
                </c:pt>
                <c:pt idx="2878">
                  <c:v>46042</c:v>
                </c:pt>
                <c:pt idx="2879">
                  <c:v>46043</c:v>
                </c:pt>
                <c:pt idx="2880">
                  <c:v>46044</c:v>
                </c:pt>
                <c:pt idx="2881">
                  <c:v>46045</c:v>
                </c:pt>
                <c:pt idx="2882">
                  <c:v>46048</c:v>
                </c:pt>
                <c:pt idx="2883">
                  <c:v>46049</c:v>
                </c:pt>
                <c:pt idx="2884">
                  <c:v>46050</c:v>
                </c:pt>
                <c:pt idx="2885">
                  <c:v>46051</c:v>
                </c:pt>
                <c:pt idx="2886">
                  <c:v>46052</c:v>
                </c:pt>
                <c:pt idx="2887">
                  <c:v>46055</c:v>
                </c:pt>
                <c:pt idx="2888">
                  <c:v>46056</c:v>
                </c:pt>
                <c:pt idx="2889">
                  <c:v>46057</c:v>
                </c:pt>
                <c:pt idx="2890">
                  <c:v>46058</c:v>
                </c:pt>
                <c:pt idx="2891">
                  <c:v>46059</c:v>
                </c:pt>
                <c:pt idx="2892">
                  <c:v>46062</c:v>
                </c:pt>
                <c:pt idx="2893">
                  <c:v>46063</c:v>
                </c:pt>
                <c:pt idx="2894">
                  <c:v>46064</c:v>
                </c:pt>
                <c:pt idx="2895">
                  <c:v>46065</c:v>
                </c:pt>
                <c:pt idx="2896">
                  <c:v>46066</c:v>
                </c:pt>
                <c:pt idx="2897">
                  <c:v>46071</c:v>
                </c:pt>
                <c:pt idx="2898">
                  <c:v>46072</c:v>
                </c:pt>
                <c:pt idx="2899">
                  <c:v>46073</c:v>
                </c:pt>
                <c:pt idx="2900">
                  <c:v>46076</c:v>
                </c:pt>
                <c:pt idx="2901">
                  <c:v>46077</c:v>
                </c:pt>
                <c:pt idx="2902">
                  <c:v>46078</c:v>
                </c:pt>
                <c:pt idx="2903">
                  <c:v>46079</c:v>
                </c:pt>
                <c:pt idx="2904">
                  <c:v>46080</c:v>
                </c:pt>
                <c:pt idx="2905">
                  <c:v>46083</c:v>
                </c:pt>
                <c:pt idx="2906">
                  <c:v>46084</c:v>
                </c:pt>
                <c:pt idx="2907">
                  <c:v>46085</c:v>
                </c:pt>
                <c:pt idx="2908">
                  <c:v>46086</c:v>
                </c:pt>
                <c:pt idx="2909">
                  <c:v>46087</c:v>
                </c:pt>
                <c:pt idx="2910">
                  <c:v>46090</c:v>
                </c:pt>
                <c:pt idx="2911">
                  <c:v>46091</c:v>
                </c:pt>
                <c:pt idx="2912">
                  <c:v>46092</c:v>
                </c:pt>
                <c:pt idx="2913">
                  <c:v>46093</c:v>
                </c:pt>
                <c:pt idx="2914">
                  <c:v>46094</c:v>
                </c:pt>
                <c:pt idx="2915">
                  <c:v>46097</c:v>
                </c:pt>
                <c:pt idx="2916">
                  <c:v>46098</c:v>
                </c:pt>
                <c:pt idx="2917">
                  <c:v>46099</c:v>
                </c:pt>
                <c:pt idx="2918">
                  <c:v>46100</c:v>
                </c:pt>
                <c:pt idx="2919">
                  <c:v>46101</c:v>
                </c:pt>
                <c:pt idx="2920">
                  <c:v>46104</c:v>
                </c:pt>
                <c:pt idx="2921">
                  <c:v>46105</c:v>
                </c:pt>
                <c:pt idx="2922">
                  <c:v>46106</c:v>
                </c:pt>
                <c:pt idx="2923">
                  <c:v>46107</c:v>
                </c:pt>
                <c:pt idx="2924">
                  <c:v>46108</c:v>
                </c:pt>
                <c:pt idx="2925">
                  <c:v>46111</c:v>
                </c:pt>
                <c:pt idx="2926">
                  <c:v>46112</c:v>
                </c:pt>
                <c:pt idx="2927">
                  <c:v>46113</c:v>
                </c:pt>
                <c:pt idx="2928">
                  <c:v>46114</c:v>
                </c:pt>
                <c:pt idx="2929">
                  <c:v>46118</c:v>
                </c:pt>
                <c:pt idx="2930">
                  <c:v>46119</c:v>
                </c:pt>
                <c:pt idx="2931">
                  <c:v>46120</c:v>
                </c:pt>
                <c:pt idx="2932">
                  <c:v>46121</c:v>
                </c:pt>
                <c:pt idx="2933">
                  <c:v>46122</c:v>
                </c:pt>
                <c:pt idx="2934">
                  <c:v>46125</c:v>
                </c:pt>
                <c:pt idx="2935">
                  <c:v>46126</c:v>
                </c:pt>
                <c:pt idx="2936">
                  <c:v>46127</c:v>
                </c:pt>
                <c:pt idx="2937">
                  <c:v>46128</c:v>
                </c:pt>
                <c:pt idx="2938">
                  <c:v>46129</c:v>
                </c:pt>
                <c:pt idx="2939">
                  <c:v>46132</c:v>
                </c:pt>
                <c:pt idx="2940">
                  <c:v>46134</c:v>
                </c:pt>
                <c:pt idx="2941">
                  <c:v>46135</c:v>
                </c:pt>
                <c:pt idx="2942">
                  <c:v>46136</c:v>
                </c:pt>
                <c:pt idx="2943">
                  <c:v>46139</c:v>
                </c:pt>
                <c:pt idx="2944">
                  <c:v>46140</c:v>
                </c:pt>
                <c:pt idx="2945">
                  <c:v>46141</c:v>
                </c:pt>
                <c:pt idx="2946">
                  <c:v>46142</c:v>
                </c:pt>
                <c:pt idx="2947">
                  <c:v>46146</c:v>
                </c:pt>
                <c:pt idx="2948">
                  <c:v>46147</c:v>
                </c:pt>
                <c:pt idx="2949">
                  <c:v>46148</c:v>
                </c:pt>
                <c:pt idx="2950">
                  <c:v>46149</c:v>
                </c:pt>
                <c:pt idx="2951">
                  <c:v>46150</c:v>
                </c:pt>
                <c:pt idx="2952">
                  <c:v>46153</c:v>
                </c:pt>
                <c:pt idx="2953">
                  <c:v>46154</c:v>
                </c:pt>
                <c:pt idx="2954">
                  <c:v>46155</c:v>
                </c:pt>
                <c:pt idx="2955">
                  <c:v>46156</c:v>
                </c:pt>
                <c:pt idx="2956">
                  <c:v>46157</c:v>
                </c:pt>
                <c:pt idx="2957">
                  <c:v>46160</c:v>
                </c:pt>
                <c:pt idx="2958">
                  <c:v>46161</c:v>
                </c:pt>
                <c:pt idx="2959">
                  <c:v>46162</c:v>
                </c:pt>
                <c:pt idx="2960">
                  <c:v>46163</c:v>
                </c:pt>
                <c:pt idx="2961">
                  <c:v>46164</c:v>
                </c:pt>
                <c:pt idx="2962">
                  <c:v>46167</c:v>
                </c:pt>
                <c:pt idx="2963">
                  <c:v>46168</c:v>
                </c:pt>
                <c:pt idx="2964">
                  <c:v>46169</c:v>
                </c:pt>
                <c:pt idx="2965">
                  <c:v>46170</c:v>
                </c:pt>
                <c:pt idx="2966">
                  <c:v>46171</c:v>
                </c:pt>
                <c:pt idx="2967">
                  <c:v>46174</c:v>
                </c:pt>
                <c:pt idx="2968">
                  <c:v>46175</c:v>
                </c:pt>
                <c:pt idx="2969">
                  <c:v>46176</c:v>
                </c:pt>
                <c:pt idx="2970">
                  <c:v>46178</c:v>
                </c:pt>
                <c:pt idx="2971">
                  <c:v>46181</c:v>
                </c:pt>
                <c:pt idx="2972">
                  <c:v>46182</c:v>
                </c:pt>
                <c:pt idx="2973">
                  <c:v>46183</c:v>
                </c:pt>
                <c:pt idx="2974">
                  <c:v>46184</c:v>
                </c:pt>
                <c:pt idx="2975">
                  <c:v>46185</c:v>
                </c:pt>
                <c:pt idx="2976">
                  <c:v>46188</c:v>
                </c:pt>
                <c:pt idx="2977">
                  <c:v>46189</c:v>
                </c:pt>
                <c:pt idx="2978">
                  <c:v>46190</c:v>
                </c:pt>
                <c:pt idx="2979">
                  <c:v>46191</c:v>
                </c:pt>
                <c:pt idx="2980">
                  <c:v>46192</c:v>
                </c:pt>
                <c:pt idx="2981">
                  <c:v>46195</c:v>
                </c:pt>
                <c:pt idx="2982">
                  <c:v>46196</c:v>
                </c:pt>
                <c:pt idx="2983">
                  <c:v>46197</c:v>
                </c:pt>
                <c:pt idx="2984">
                  <c:v>46198</c:v>
                </c:pt>
                <c:pt idx="2985">
                  <c:v>46199</c:v>
                </c:pt>
                <c:pt idx="2986">
                  <c:v>46202</c:v>
                </c:pt>
                <c:pt idx="2987">
                  <c:v>46203</c:v>
                </c:pt>
                <c:pt idx="2988">
                  <c:v>46204</c:v>
                </c:pt>
                <c:pt idx="2989">
                  <c:v>46205</c:v>
                </c:pt>
                <c:pt idx="2990">
                  <c:v>46206</c:v>
                </c:pt>
                <c:pt idx="2991">
                  <c:v>46209</c:v>
                </c:pt>
                <c:pt idx="2992">
                  <c:v>46210</c:v>
                </c:pt>
                <c:pt idx="2993">
                  <c:v>46211</c:v>
                </c:pt>
                <c:pt idx="2994">
                  <c:v>46212</c:v>
                </c:pt>
                <c:pt idx="2995">
                  <c:v>46213</c:v>
                </c:pt>
                <c:pt idx="2996">
                  <c:v>46216</c:v>
                </c:pt>
                <c:pt idx="2997">
                  <c:v>46217</c:v>
                </c:pt>
                <c:pt idx="2998">
                  <c:v>46218</c:v>
                </c:pt>
                <c:pt idx="2999">
                  <c:v>46219</c:v>
                </c:pt>
                <c:pt idx="3000">
                  <c:v>46220</c:v>
                </c:pt>
                <c:pt idx="3001">
                  <c:v>46223</c:v>
                </c:pt>
                <c:pt idx="3002">
                  <c:v>46224</c:v>
                </c:pt>
                <c:pt idx="3003">
                  <c:v>46225</c:v>
                </c:pt>
                <c:pt idx="3004">
                  <c:v>46226</c:v>
                </c:pt>
                <c:pt idx="3005">
                  <c:v>46227</c:v>
                </c:pt>
                <c:pt idx="3006">
                  <c:v>46230</c:v>
                </c:pt>
                <c:pt idx="3007">
                  <c:v>46231</c:v>
                </c:pt>
                <c:pt idx="3008">
                  <c:v>46232</c:v>
                </c:pt>
                <c:pt idx="3009">
                  <c:v>46233</c:v>
                </c:pt>
                <c:pt idx="3010">
                  <c:v>46234</c:v>
                </c:pt>
                <c:pt idx="3011">
                  <c:v>46237</c:v>
                </c:pt>
                <c:pt idx="3012">
                  <c:v>46238</c:v>
                </c:pt>
                <c:pt idx="3013">
                  <c:v>46239</c:v>
                </c:pt>
                <c:pt idx="3014">
                  <c:v>46240</c:v>
                </c:pt>
                <c:pt idx="3015">
                  <c:v>46241</c:v>
                </c:pt>
                <c:pt idx="3016">
                  <c:v>46244</c:v>
                </c:pt>
                <c:pt idx="3017">
                  <c:v>46245</c:v>
                </c:pt>
                <c:pt idx="3018">
                  <c:v>46246</c:v>
                </c:pt>
                <c:pt idx="3019">
                  <c:v>46247</c:v>
                </c:pt>
                <c:pt idx="3020">
                  <c:v>46248</c:v>
                </c:pt>
                <c:pt idx="3021">
                  <c:v>46251</c:v>
                </c:pt>
                <c:pt idx="3022">
                  <c:v>46252</c:v>
                </c:pt>
                <c:pt idx="3023">
                  <c:v>46253</c:v>
                </c:pt>
                <c:pt idx="3024">
                  <c:v>46254</c:v>
                </c:pt>
                <c:pt idx="3025">
                  <c:v>46255</c:v>
                </c:pt>
                <c:pt idx="3026">
                  <c:v>46258</c:v>
                </c:pt>
                <c:pt idx="3027">
                  <c:v>46259</c:v>
                </c:pt>
                <c:pt idx="3028">
                  <c:v>46260</c:v>
                </c:pt>
                <c:pt idx="3029">
                  <c:v>46261</c:v>
                </c:pt>
                <c:pt idx="3030">
                  <c:v>46262</c:v>
                </c:pt>
              </c:numCache>
            </c:numRef>
          </c:cat>
          <c:val>
            <c:numRef>
              <c:f>'Low Momentum'!$I$26:$I$3044</c:f>
              <c:numCache>
                <c:formatCode>0.0000</c:formatCode>
                <c:ptCount val="3031"/>
                <c:pt idx="0">
                  <c:v>0.77692471809999997</c:v>
                </c:pt>
                <c:pt idx="1">
                  <c:v>0.76124631210000004</c:v>
                </c:pt>
                <c:pt idx="2">
                  <c:v>0.74021701740000001</c:v>
                </c:pt>
                <c:pt idx="3">
                  <c:v>0.77560030189999996</c:v>
                </c:pt>
                <c:pt idx="4">
                  <c:v>0.75830214600000001</c:v>
                </c:pt>
                <c:pt idx="5">
                  <c:v>0.78134872359999996</c:v>
                </c:pt>
                <c:pt idx="6">
                  <c:v>0.78359794959999995</c:v>
                </c:pt>
                <c:pt idx="7">
                  <c:v>0.79481872840000001</c:v>
                </c:pt>
                <c:pt idx="8">
                  <c:v>0.79629543000000003</c:v>
                </c:pt>
                <c:pt idx="9">
                  <c:v>0.82110916550000002</c:v>
                </c:pt>
                <c:pt idx="10">
                  <c:v>0.78555986700000002</c:v>
                </c:pt>
                <c:pt idx="11">
                  <c:v>0.6836485081</c:v>
                </c:pt>
                <c:pt idx="12">
                  <c:v>0.64449083969999998</c:v>
                </c:pt>
                <c:pt idx="13">
                  <c:v>0.68431674590000002</c:v>
                </c:pt>
                <c:pt idx="14">
                  <c:v>0.72541882040000005</c:v>
                </c:pt>
                <c:pt idx="15">
                  <c:v>0.76598627900000005</c:v>
                </c:pt>
                <c:pt idx="16">
                  <c:v>0.7664365756</c:v>
                </c:pt>
                <c:pt idx="17">
                  <c:v>0.80111931780000001</c:v>
                </c:pt>
                <c:pt idx="18">
                  <c:v>0.76729604559999998</c:v>
                </c:pt>
                <c:pt idx="19">
                  <c:v>0.76796301290000002</c:v>
                </c:pt>
                <c:pt idx="20">
                  <c:v>0.80914244160000004</c:v>
                </c:pt>
                <c:pt idx="21">
                  <c:v>0.8765886759</c:v>
                </c:pt>
                <c:pt idx="22">
                  <c:v>0.93429758809999996</c:v>
                </c:pt>
                <c:pt idx="23">
                  <c:v>0.87494321929999996</c:v>
                </c:pt>
                <c:pt idx="24">
                  <c:v>0.80421487410000003</c:v>
                </c:pt>
                <c:pt idx="25">
                  <c:v>0.79262218409999996</c:v>
                </c:pt>
                <c:pt idx="26">
                  <c:v>0.75182861359999997</c:v>
                </c:pt>
                <c:pt idx="27">
                  <c:v>0.73997070379999996</c:v>
                </c:pt>
                <c:pt idx="28">
                  <c:v>0.73047129170000002</c:v>
                </c:pt>
                <c:pt idx="29">
                  <c:v>0.68014779169999995</c:v>
                </c:pt>
                <c:pt idx="30">
                  <c:v>0.61293396379999998</c:v>
                </c:pt>
                <c:pt idx="31">
                  <c:v>0.55183723799999995</c:v>
                </c:pt>
                <c:pt idx="32">
                  <c:v>0.54679930659999998</c:v>
                </c:pt>
                <c:pt idx="33">
                  <c:v>0.45528074429999998</c:v>
                </c:pt>
                <c:pt idx="34">
                  <c:v>0.35007122070000002</c:v>
                </c:pt>
                <c:pt idx="35">
                  <c:v>0.29913771420000002</c:v>
                </c:pt>
                <c:pt idx="36">
                  <c:v>0.21172327099999999</c:v>
                </c:pt>
                <c:pt idx="37">
                  <c:v>9.0235038599999998E-2</c:v>
                </c:pt>
                <c:pt idx="38">
                  <c:v>-1.1128236099999999E-2</c:v>
                </c:pt>
                <c:pt idx="39">
                  <c:v>-8.2932918800000005E-2</c:v>
                </c:pt>
                <c:pt idx="40">
                  <c:v>-0.1014080856</c:v>
                </c:pt>
                <c:pt idx="41">
                  <c:v>-0.1586840296</c:v>
                </c:pt>
                <c:pt idx="42">
                  <c:v>-0.23903779459999999</c:v>
                </c:pt>
                <c:pt idx="43">
                  <c:v>-0.29508879830000001</c:v>
                </c:pt>
                <c:pt idx="44">
                  <c:v>-0.24545952369999999</c:v>
                </c:pt>
                <c:pt idx="45">
                  <c:v>-0.2568752681</c:v>
                </c:pt>
                <c:pt idx="46">
                  <c:v>-0.31782983770000001</c:v>
                </c:pt>
                <c:pt idx="47">
                  <c:v>-0.36540275900000002</c:v>
                </c:pt>
                <c:pt idx="48">
                  <c:v>-0.3816454977</c:v>
                </c:pt>
                <c:pt idx="49">
                  <c:v>-0.37503264730000002</c:v>
                </c:pt>
                <c:pt idx="50">
                  <c:v>-0.38803672360000002</c:v>
                </c:pt>
                <c:pt idx="51">
                  <c:v>-0.32834770330000002</c:v>
                </c:pt>
                <c:pt idx="52">
                  <c:v>-0.2373331347</c:v>
                </c:pt>
                <c:pt idx="53">
                  <c:v>-0.1386884669</c:v>
                </c:pt>
                <c:pt idx="54">
                  <c:v>3.6611774999999999E-2</c:v>
                </c:pt>
                <c:pt idx="55">
                  <c:v>0.19047353289999999</c:v>
                </c:pt>
                <c:pt idx="56">
                  <c:v>0.26432918309999998</c:v>
                </c:pt>
                <c:pt idx="57">
                  <c:v>0.3915194676</c:v>
                </c:pt>
                <c:pt idx="58">
                  <c:v>0.54859088</c:v>
                </c:pt>
                <c:pt idx="59">
                  <c:v>0.6944519656</c:v>
                </c:pt>
                <c:pt idx="60">
                  <c:v>0.81348379169999996</c:v>
                </c:pt>
                <c:pt idx="61">
                  <c:v>0.83234545100000001</c:v>
                </c:pt>
                <c:pt idx="62">
                  <c:v>0.87099133370000004</c:v>
                </c:pt>
                <c:pt idx="63">
                  <c:v>0.87707226739999999</c:v>
                </c:pt>
                <c:pt idx="64">
                  <c:v>0.8756918427</c:v>
                </c:pt>
                <c:pt idx="65">
                  <c:v>0.90707431940000005</c:v>
                </c:pt>
                <c:pt idx="66">
                  <c:v>0.93692302549999995</c:v>
                </c:pt>
                <c:pt idx="67">
                  <c:v>0.99885188110000001</c:v>
                </c:pt>
                <c:pt idx="68">
                  <c:v>1.0207564788000001</c:v>
                </c:pt>
                <c:pt idx="69">
                  <c:v>0.98356450569999998</c:v>
                </c:pt>
                <c:pt idx="70">
                  <c:v>0.93685640989999996</c:v>
                </c:pt>
                <c:pt idx="71">
                  <c:v>0.94267903750000004</c:v>
                </c:pt>
                <c:pt idx="72">
                  <c:v>0.88605756400000002</c:v>
                </c:pt>
                <c:pt idx="73">
                  <c:v>0.9149471696</c:v>
                </c:pt>
                <c:pt idx="74">
                  <c:v>0.75345369939999995</c:v>
                </c:pt>
                <c:pt idx="75">
                  <c:v>0.57449374799999997</c:v>
                </c:pt>
                <c:pt idx="76">
                  <c:v>0.34178632730000003</c:v>
                </c:pt>
                <c:pt idx="77">
                  <c:v>0.14144230969999999</c:v>
                </c:pt>
                <c:pt idx="78">
                  <c:v>-7.2037919899999997E-2</c:v>
                </c:pt>
                <c:pt idx="79">
                  <c:v>-0.30827164909999999</c:v>
                </c:pt>
                <c:pt idx="80">
                  <c:v>-0.56009798369999997</c:v>
                </c:pt>
                <c:pt idx="81">
                  <c:v>-0.79232058780000003</c:v>
                </c:pt>
                <c:pt idx="82">
                  <c:v>-0.97907836010000004</c:v>
                </c:pt>
                <c:pt idx="83">
                  <c:v>-1.1645743292999999</c:v>
                </c:pt>
                <c:pt idx="84">
                  <c:v>-1.225576088</c:v>
                </c:pt>
                <c:pt idx="85">
                  <c:v>-1.3235253773</c:v>
                </c:pt>
                <c:pt idx="86">
                  <c:v>-1.5437817313</c:v>
                </c:pt>
                <c:pt idx="87">
                  <c:v>-1.7527822594</c:v>
                </c:pt>
                <c:pt idx="88">
                  <c:v>-1.9184136163000001</c:v>
                </c:pt>
                <c:pt idx="89">
                  <c:v>-2.0526372997000002</c:v>
                </c:pt>
                <c:pt idx="90">
                  <c:v>-2.1832882225999999</c:v>
                </c:pt>
                <c:pt idx="91">
                  <c:v>-2.3030579768999999</c:v>
                </c:pt>
                <c:pt idx="92">
                  <c:v>-2.4842821862000002</c:v>
                </c:pt>
                <c:pt idx="93">
                  <c:v>-2.6847141894000002</c:v>
                </c:pt>
                <c:pt idx="94">
                  <c:v>-2.9543437719000001</c:v>
                </c:pt>
                <c:pt idx="95">
                  <c:v>-3.0108602983999999</c:v>
                </c:pt>
                <c:pt idx="96">
                  <c:v>-3.1150719893000001</c:v>
                </c:pt>
                <c:pt idx="97">
                  <c:v>-3.1225777253000002</c:v>
                </c:pt>
                <c:pt idx="98">
                  <c:v>-3.1128695855999999</c:v>
                </c:pt>
                <c:pt idx="99">
                  <c:v>-3.0940568406</c:v>
                </c:pt>
                <c:pt idx="100">
                  <c:v>-3.0896592375999998</c:v>
                </c:pt>
                <c:pt idx="101">
                  <c:v>-3.0734469731999998</c:v>
                </c:pt>
                <c:pt idx="102">
                  <c:v>-3.0598504016999999</c:v>
                </c:pt>
                <c:pt idx="103">
                  <c:v>-3.0305791424000001</c:v>
                </c:pt>
                <c:pt idx="104">
                  <c:v>-3.0397416824999999</c:v>
                </c:pt>
                <c:pt idx="105">
                  <c:v>-3.1160869701</c:v>
                </c:pt>
                <c:pt idx="106">
                  <c:v>-3.1696512779999999</c:v>
                </c:pt>
                <c:pt idx="107">
                  <c:v>-3.1092209072000001</c:v>
                </c:pt>
                <c:pt idx="108">
                  <c:v>-2.9939450531</c:v>
                </c:pt>
                <c:pt idx="109">
                  <c:v>-2.9275829914</c:v>
                </c:pt>
                <c:pt idx="110">
                  <c:v>-2.8703835422999999</c:v>
                </c:pt>
                <c:pt idx="111">
                  <c:v>-2.7642156959999999</c:v>
                </c:pt>
                <c:pt idx="112">
                  <c:v>-2.7092032955000001</c:v>
                </c:pt>
                <c:pt idx="113">
                  <c:v>-2.6684231447000002</c:v>
                </c:pt>
                <c:pt idx="114">
                  <c:v>-2.5379573834000002</c:v>
                </c:pt>
                <c:pt idx="115">
                  <c:v>-2.4079321336000001</c:v>
                </c:pt>
                <c:pt idx="116">
                  <c:v>-2.3258481423999999</c:v>
                </c:pt>
                <c:pt idx="117">
                  <c:v>-2.2126586027999999</c:v>
                </c:pt>
                <c:pt idx="118">
                  <c:v>-2.1472008991</c:v>
                </c:pt>
                <c:pt idx="119">
                  <c:v>-2.0902210929999998</c:v>
                </c:pt>
                <c:pt idx="120">
                  <c:v>-2.0501979495999998</c:v>
                </c:pt>
                <c:pt idx="121">
                  <c:v>-1.9605258993000001</c:v>
                </c:pt>
                <c:pt idx="122">
                  <c:v>-1.9069853518</c:v>
                </c:pt>
                <c:pt idx="123">
                  <c:v>-1.8640339049000001</c:v>
                </c:pt>
                <c:pt idx="124">
                  <c:v>-1.8259386861</c:v>
                </c:pt>
                <c:pt idx="125">
                  <c:v>-1.7115090184999999</c:v>
                </c:pt>
                <c:pt idx="126">
                  <c:v>-1.6460216983</c:v>
                </c:pt>
                <c:pt idx="127">
                  <c:v>-1.5757715013</c:v>
                </c:pt>
                <c:pt idx="128">
                  <c:v>-1.5246811191</c:v>
                </c:pt>
                <c:pt idx="129">
                  <c:v>-1.4945362361000001</c:v>
                </c:pt>
                <c:pt idx="130">
                  <c:v>-1.4796629210000001</c:v>
                </c:pt>
                <c:pt idx="131">
                  <c:v>-1.4462179751999999</c:v>
                </c:pt>
                <c:pt idx="132">
                  <c:v>-1.398385523</c:v>
                </c:pt>
                <c:pt idx="133">
                  <c:v>-1.3534811355</c:v>
                </c:pt>
                <c:pt idx="134">
                  <c:v>-1.2820083644</c:v>
                </c:pt>
                <c:pt idx="135">
                  <c:v>-1.2274358292000001</c:v>
                </c:pt>
                <c:pt idx="136">
                  <c:v>-1.1619883766000001</c:v>
                </c:pt>
                <c:pt idx="137">
                  <c:v>-1.1045259352000001</c:v>
                </c:pt>
                <c:pt idx="138">
                  <c:v>-1.0852386585</c:v>
                </c:pt>
                <c:pt idx="139">
                  <c:v>-1.0645344653</c:v>
                </c:pt>
                <c:pt idx="140">
                  <c:v>-1.1237547541999999</c:v>
                </c:pt>
                <c:pt idx="141">
                  <c:v>-1.1431646563</c:v>
                </c:pt>
                <c:pt idx="142">
                  <c:v>-1.2011909128</c:v>
                </c:pt>
                <c:pt idx="143">
                  <c:v>-1.1968878378000001</c:v>
                </c:pt>
                <c:pt idx="144">
                  <c:v>-1.1331756972</c:v>
                </c:pt>
                <c:pt idx="145">
                  <c:v>-1.0276943271000001</c:v>
                </c:pt>
                <c:pt idx="146">
                  <c:v>-0.95841300110000005</c:v>
                </c:pt>
                <c:pt idx="147">
                  <c:v>-0.88522778219999998</c:v>
                </c:pt>
                <c:pt idx="148">
                  <c:v>-0.85501702020000003</c:v>
                </c:pt>
                <c:pt idx="149">
                  <c:v>-0.85068141360000005</c:v>
                </c:pt>
                <c:pt idx="150">
                  <c:v>-0.82937876720000003</c:v>
                </c:pt>
                <c:pt idx="151">
                  <c:v>-0.82044342380000002</c:v>
                </c:pt>
                <c:pt idx="152">
                  <c:v>-0.77619170140000004</c:v>
                </c:pt>
                <c:pt idx="153">
                  <c:v>-0.77159575140000003</c:v>
                </c:pt>
                <c:pt idx="154">
                  <c:v>-0.76745834580000005</c:v>
                </c:pt>
                <c:pt idx="155">
                  <c:v>-0.71507586629999997</c:v>
                </c:pt>
                <c:pt idx="156">
                  <c:v>-0.69072227760000005</c:v>
                </c:pt>
                <c:pt idx="157">
                  <c:v>-0.68433706400000005</c:v>
                </c:pt>
                <c:pt idx="158">
                  <c:v>-0.67160198589999998</c:v>
                </c:pt>
                <c:pt idx="159">
                  <c:v>-0.66495567899999997</c:v>
                </c:pt>
                <c:pt idx="160">
                  <c:v>-0.61407105169999998</c:v>
                </c:pt>
                <c:pt idx="161">
                  <c:v>-0.53923605649999995</c:v>
                </c:pt>
                <c:pt idx="162">
                  <c:v>-0.4778497981</c:v>
                </c:pt>
                <c:pt idx="163">
                  <c:v>-0.41861894849999998</c:v>
                </c:pt>
                <c:pt idx="164">
                  <c:v>-0.34170790820000002</c:v>
                </c:pt>
                <c:pt idx="165">
                  <c:v>-0.25452096749999997</c:v>
                </c:pt>
                <c:pt idx="166">
                  <c:v>-0.2411933761</c:v>
                </c:pt>
                <c:pt idx="167">
                  <c:v>-0.23546918880000001</c:v>
                </c:pt>
                <c:pt idx="168">
                  <c:v>-0.2139870914</c:v>
                </c:pt>
                <c:pt idx="169">
                  <c:v>-0.16814866440000001</c:v>
                </c:pt>
                <c:pt idx="170">
                  <c:v>-0.1237196332</c:v>
                </c:pt>
                <c:pt idx="171">
                  <c:v>-0.14992354259999999</c:v>
                </c:pt>
                <c:pt idx="172">
                  <c:v>-0.16717680260000001</c:v>
                </c:pt>
                <c:pt idx="173">
                  <c:v>-0.23101631210000001</c:v>
                </c:pt>
                <c:pt idx="174">
                  <c:v>-0.25834319309999998</c:v>
                </c:pt>
                <c:pt idx="175">
                  <c:v>-0.29293899070000001</c:v>
                </c:pt>
                <c:pt idx="176">
                  <c:v>-0.24895178870000001</c:v>
                </c:pt>
                <c:pt idx="177">
                  <c:v>-0.2361097439</c:v>
                </c:pt>
                <c:pt idx="178">
                  <c:v>-0.19570379569999999</c:v>
                </c:pt>
                <c:pt idx="179">
                  <c:v>-0.18260781570000001</c:v>
                </c:pt>
                <c:pt idx="180">
                  <c:v>-0.2248627359</c:v>
                </c:pt>
                <c:pt idx="181">
                  <c:v>-0.30394023819999999</c:v>
                </c:pt>
                <c:pt idx="182">
                  <c:v>-0.33004047879999998</c:v>
                </c:pt>
                <c:pt idx="183">
                  <c:v>-0.36457740440000003</c:v>
                </c:pt>
                <c:pt idx="184">
                  <c:v>-0.38783818819999999</c:v>
                </c:pt>
                <c:pt idx="185">
                  <c:v>-0.41146238480000003</c:v>
                </c:pt>
                <c:pt idx="186">
                  <c:v>-0.49391410969999999</c:v>
                </c:pt>
                <c:pt idx="187">
                  <c:v>-0.5572514274</c:v>
                </c:pt>
                <c:pt idx="188">
                  <c:v>-0.61915215639999999</c:v>
                </c:pt>
                <c:pt idx="189">
                  <c:v>-0.64602653109999997</c:v>
                </c:pt>
                <c:pt idx="190">
                  <c:v>-0.73282715399999998</c:v>
                </c:pt>
                <c:pt idx="191">
                  <c:v>-0.76620955030000004</c:v>
                </c:pt>
                <c:pt idx="192">
                  <c:v>-0.7204345929</c:v>
                </c:pt>
                <c:pt idx="193">
                  <c:v>-0.61365029540000005</c:v>
                </c:pt>
                <c:pt idx="194">
                  <c:v>-0.5700160017</c:v>
                </c:pt>
                <c:pt idx="195">
                  <c:v>-0.57601902319999998</c:v>
                </c:pt>
                <c:pt idx="196">
                  <c:v>-0.49199536459999998</c:v>
                </c:pt>
                <c:pt idx="197">
                  <c:v>-0.4816945305</c:v>
                </c:pt>
                <c:pt idx="198">
                  <c:v>-0.482017152</c:v>
                </c:pt>
                <c:pt idx="199">
                  <c:v>-0.45233745139999998</c:v>
                </c:pt>
                <c:pt idx="200">
                  <c:v>-0.4098526301</c:v>
                </c:pt>
                <c:pt idx="201">
                  <c:v>-0.31714899489999998</c:v>
                </c:pt>
                <c:pt idx="202">
                  <c:v>-0.20654045160000001</c:v>
                </c:pt>
                <c:pt idx="203">
                  <c:v>-0.1180632137</c:v>
                </c:pt>
                <c:pt idx="204">
                  <c:v>-8.7355569300000005E-2</c:v>
                </c:pt>
                <c:pt idx="205">
                  <c:v>1.51944665E-2</c:v>
                </c:pt>
                <c:pt idx="206">
                  <c:v>6.1472766000000003E-3</c:v>
                </c:pt>
                <c:pt idx="207">
                  <c:v>1.6920103799999999E-2</c:v>
                </c:pt>
                <c:pt idx="208">
                  <c:v>5.80359872E-2</c:v>
                </c:pt>
                <c:pt idx="209">
                  <c:v>8.3170232799999994E-2</c:v>
                </c:pt>
                <c:pt idx="210">
                  <c:v>7.8854793199999995E-2</c:v>
                </c:pt>
                <c:pt idx="211">
                  <c:v>8.41453962E-2</c:v>
                </c:pt>
                <c:pt idx="212">
                  <c:v>0.13258905830000001</c:v>
                </c:pt>
                <c:pt idx="213">
                  <c:v>0.1163779813</c:v>
                </c:pt>
                <c:pt idx="214">
                  <c:v>-1.5888278700000001E-2</c:v>
                </c:pt>
                <c:pt idx="215">
                  <c:v>-6.3600301900000003E-2</c:v>
                </c:pt>
                <c:pt idx="216">
                  <c:v>-5.4550376499999997E-2</c:v>
                </c:pt>
                <c:pt idx="217">
                  <c:v>-0.16209315260000001</c:v>
                </c:pt>
                <c:pt idx="218">
                  <c:v>-0.30320219500000001</c:v>
                </c:pt>
                <c:pt idx="219">
                  <c:v>-0.36590514070000002</c:v>
                </c:pt>
                <c:pt idx="220">
                  <c:v>-0.54019716630000003</c:v>
                </c:pt>
                <c:pt idx="221">
                  <c:v>-0.65119588780000004</c:v>
                </c:pt>
                <c:pt idx="222">
                  <c:v>-0.74414095879999997</c:v>
                </c:pt>
                <c:pt idx="223">
                  <c:v>-0.85722105660000003</c:v>
                </c:pt>
                <c:pt idx="224">
                  <c:v>-0.96959108100000002</c:v>
                </c:pt>
                <c:pt idx="225">
                  <c:v>-1.0260501436</c:v>
                </c:pt>
                <c:pt idx="226">
                  <c:v>-1.1432925959</c:v>
                </c:pt>
                <c:pt idx="227">
                  <c:v>-1.1321354699999999</c:v>
                </c:pt>
                <c:pt idx="228">
                  <c:v>-1.1724486598999999</c:v>
                </c:pt>
                <c:pt idx="229">
                  <c:v>-1.1831571784999999</c:v>
                </c:pt>
                <c:pt idx="230">
                  <c:v>-1.1822200508</c:v>
                </c:pt>
                <c:pt idx="231">
                  <c:v>-1.2151483791</c:v>
                </c:pt>
                <c:pt idx="232">
                  <c:v>-1.2048646410999999</c:v>
                </c:pt>
                <c:pt idx="233">
                  <c:v>-1.2591207567</c:v>
                </c:pt>
                <c:pt idx="234">
                  <c:v>-1.3268547733</c:v>
                </c:pt>
                <c:pt idx="235">
                  <c:v>-1.2829124206</c:v>
                </c:pt>
                <c:pt idx="236">
                  <c:v>-1.2661854318000001</c:v>
                </c:pt>
                <c:pt idx="237">
                  <c:v>-1.2819564209000001</c:v>
                </c:pt>
                <c:pt idx="238">
                  <c:v>-1.3161917554</c:v>
                </c:pt>
                <c:pt idx="239">
                  <c:v>-1.1930144278000001</c:v>
                </c:pt>
                <c:pt idx="240">
                  <c:v>-1.1263930162</c:v>
                </c:pt>
                <c:pt idx="241">
                  <c:v>-1.0314031480999999</c:v>
                </c:pt>
                <c:pt idx="242">
                  <c:v>-0.96930898730000004</c:v>
                </c:pt>
                <c:pt idx="243">
                  <c:v>-0.83326455119999998</c:v>
                </c:pt>
                <c:pt idx="244">
                  <c:v>-0.77994863869999997</c:v>
                </c:pt>
                <c:pt idx="245">
                  <c:v>-0.68597422249999995</c:v>
                </c:pt>
                <c:pt idx="246">
                  <c:v>-0.58890892029999997</c:v>
                </c:pt>
                <c:pt idx="247">
                  <c:v>-0.49941878429999997</c:v>
                </c:pt>
                <c:pt idx="248">
                  <c:v>-0.46423738180000002</c:v>
                </c:pt>
                <c:pt idx="249">
                  <c:v>-0.36229551609999999</c:v>
                </c:pt>
                <c:pt idx="250">
                  <c:v>-0.30120723500000002</c:v>
                </c:pt>
                <c:pt idx="251">
                  <c:v>-0.21836220279999999</c:v>
                </c:pt>
                <c:pt idx="252">
                  <c:v>-0.18174785490000001</c:v>
                </c:pt>
                <c:pt idx="253">
                  <c:v>-0.12606638049999999</c:v>
                </c:pt>
                <c:pt idx="254">
                  <c:v>-0.1155454497</c:v>
                </c:pt>
                <c:pt idx="255">
                  <c:v>-4.0275625600000003E-2</c:v>
                </c:pt>
                <c:pt idx="256">
                  <c:v>-3.7232679400000003E-2</c:v>
                </c:pt>
                <c:pt idx="257">
                  <c:v>1.2867805600000001E-2</c:v>
                </c:pt>
                <c:pt idx="258">
                  <c:v>1.4055448200000001E-2</c:v>
                </c:pt>
                <c:pt idx="259">
                  <c:v>7.1865634100000006E-2</c:v>
                </c:pt>
                <c:pt idx="260">
                  <c:v>2.3328615699999999E-2</c:v>
                </c:pt>
                <c:pt idx="261">
                  <c:v>-2.37164071E-2</c:v>
                </c:pt>
                <c:pt idx="262">
                  <c:v>-2.5147911799999999E-2</c:v>
                </c:pt>
                <c:pt idx="263">
                  <c:v>-4.0007745599999998E-2</c:v>
                </c:pt>
                <c:pt idx="264">
                  <c:v>-0.10416082760000001</c:v>
                </c:pt>
                <c:pt idx="265">
                  <c:v>-9.9284376300000005E-2</c:v>
                </c:pt>
                <c:pt idx="266">
                  <c:v>-0.14147409550000001</c:v>
                </c:pt>
                <c:pt idx="267">
                  <c:v>-0.22110283289999999</c:v>
                </c:pt>
                <c:pt idx="268">
                  <c:v>-0.30952963610000001</c:v>
                </c:pt>
                <c:pt idx="269">
                  <c:v>-0.39882100590000003</c:v>
                </c:pt>
                <c:pt idx="270">
                  <c:v>-0.49661770690000001</c:v>
                </c:pt>
                <c:pt idx="271">
                  <c:v>-0.5705311944</c:v>
                </c:pt>
                <c:pt idx="272">
                  <c:v>-0.61156926519999999</c:v>
                </c:pt>
                <c:pt idx="273">
                  <c:v>-0.61198561549999997</c:v>
                </c:pt>
                <c:pt idx="274">
                  <c:v>-0.61885103299999999</c:v>
                </c:pt>
                <c:pt idx="275">
                  <c:v>-0.56122894999999995</c:v>
                </c:pt>
                <c:pt idx="276">
                  <c:v>-0.50460409689999997</c:v>
                </c:pt>
                <c:pt idx="277">
                  <c:v>-0.45100939359999997</c:v>
                </c:pt>
                <c:pt idx="278">
                  <c:v>-0.41923979890000002</c:v>
                </c:pt>
                <c:pt idx="279">
                  <c:v>-0.3379462177</c:v>
                </c:pt>
                <c:pt idx="280">
                  <c:v>-0.23043335370000001</c:v>
                </c:pt>
                <c:pt idx="281">
                  <c:v>-0.20060270290000001</c:v>
                </c:pt>
                <c:pt idx="282">
                  <c:v>-0.1192532434</c:v>
                </c:pt>
                <c:pt idx="283">
                  <c:v>-4.39160023E-2</c:v>
                </c:pt>
                <c:pt idx="284">
                  <c:v>-8.9480341999999997E-3</c:v>
                </c:pt>
                <c:pt idx="285">
                  <c:v>2.4711992499999998E-2</c:v>
                </c:pt>
                <c:pt idx="286">
                  <c:v>4.4395695499999999E-2</c:v>
                </c:pt>
                <c:pt idx="287">
                  <c:v>6.2216259900000001E-2</c:v>
                </c:pt>
                <c:pt idx="288">
                  <c:v>4.4275106699999997E-2</c:v>
                </c:pt>
                <c:pt idx="289">
                  <c:v>5.4586696900000002E-2</c:v>
                </c:pt>
                <c:pt idx="290">
                  <c:v>9.1065173099999994E-2</c:v>
                </c:pt>
                <c:pt idx="291">
                  <c:v>7.6145605500000005E-2</c:v>
                </c:pt>
                <c:pt idx="292">
                  <c:v>4.62508404E-2</c:v>
                </c:pt>
                <c:pt idx="293">
                  <c:v>-4.5744323000000003E-3</c:v>
                </c:pt>
                <c:pt idx="294">
                  <c:v>-2.3803361700000001E-2</c:v>
                </c:pt>
                <c:pt idx="295">
                  <c:v>1.6255689E-2</c:v>
                </c:pt>
                <c:pt idx="296">
                  <c:v>2.2660841899999999E-2</c:v>
                </c:pt>
                <c:pt idx="297">
                  <c:v>1.9560012799999998E-2</c:v>
                </c:pt>
                <c:pt idx="298">
                  <c:v>3.5621100999999999E-3</c:v>
                </c:pt>
                <c:pt idx="299">
                  <c:v>1.5776057900000001E-2</c:v>
                </c:pt>
                <c:pt idx="300">
                  <c:v>1.4214830600000001E-2</c:v>
                </c:pt>
                <c:pt idx="301">
                  <c:v>-5.0499075599999999E-2</c:v>
                </c:pt>
                <c:pt idx="302">
                  <c:v>-9.7309106399999998E-2</c:v>
                </c:pt>
                <c:pt idx="303">
                  <c:v>-0.24339806019999999</c:v>
                </c:pt>
                <c:pt idx="304">
                  <c:v>-0.41750317390000002</c:v>
                </c:pt>
                <c:pt idx="305">
                  <c:v>-0.58635002660000002</c:v>
                </c:pt>
                <c:pt idx="306">
                  <c:v>-0.7417103129</c:v>
                </c:pt>
                <c:pt idx="307">
                  <c:v>-0.89671775210000004</c:v>
                </c:pt>
                <c:pt idx="308">
                  <c:v>-1.0254265978999999</c:v>
                </c:pt>
                <c:pt idx="309">
                  <c:v>-1.0850804531</c:v>
                </c:pt>
                <c:pt idx="310">
                  <c:v>-1.1847812643</c:v>
                </c:pt>
                <c:pt idx="311">
                  <c:v>-1.2969752479000001</c:v>
                </c:pt>
                <c:pt idx="312">
                  <c:v>-1.3526018070000001</c:v>
                </c:pt>
                <c:pt idx="313">
                  <c:v>-1.3903092856000001</c:v>
                </c:pt>
                <c:pt idx="314">
                  <c:v>-1.4284425775</c:v>
                </c:pt>
                <c:pt idx="315">
                  <c:v>-1.4657822106</c:v>
                </c:pt>
                <c:pt idx="316">
                  <c:v>-1.5636722223999999</c:v>
                </c:pt>
                <c:pt idx="317">
                  <c:v>-1.6395366247000001</c:v>
                </c:pt>
                <c:pt idx="318">
                  <c:v>-1.7298956227</c:v>
                </c:pt>
                <c:pt idx="319">
                  <c:v>-1.7385460800999999</c:v>
                </c:pt>
                <c:pt idx="320">
                  <c:v>-1.7885850012</c:v>
                </c:pt>
                <c:pt idx="321">
                  <c:v>-1.7889040942000001</c:v>
                </c:pt>
                <c:pt idx="322">
                  <c:v>-1.7876297453000001</c:v>
                </c:pt>
                <c:pt idx="323">
                  <c:v>-1.7992011185000001</c:v>
                </c:pt>
                <c:pt idx="324">
                  <c:v>-1.7117549136000001</c:v>
                </c:pt>
                <c:pt idx="325">
                  <c:v>-1.5980614791000001</c:v>
                </c:pt>
                <c:pt idx="326">
                  <c:v>-1.5062042131</c:v>
                </c:pt>
                <c:pt idx="327">
                  <c:v>-1.4201530583999999</c:v>
                </c:pt>
                <c:pt idx="328">
                  <c:v>-1.3254157338999999</c:v>
                </c:pt>
                <c:pt idx="329">
                  <c:v>-1.2178878485</c:v>
                </c:pt>
                <c:pt idx="330">
                  <c:v>-1.0686492301999999</c:v>
                </c:pt>
                <c:pt idx="331">
                  <c:v>-0.97695422170000001</c:v>
                </c:pt>
                <c:pt idx="332">
                  <c:v>-0.86123861310000005</c:v>
                </c:pt>
                <c:pt idx="333">
                  <c:v>-0.75439822359999997</c:v>
                </c:pt>
                <c:pt idx="334">
                  <c:v>-0.75532531250000001</c:v>
                </c:pt>
                <c:pt idx="335">
                  <c:v>-0.68266667110000001</c:v>
                </c:pt>
                <c:pt idx="336">
                  <c:v>-0.70194847270000005</c:v>
                </c:pt>
                <c:pt idx="337">
                  <c:v>-0.66952038810000003</c:v>
                </c:pt>
                <c:pt idx="338">
                  <c:v>-0.61235442399999995</c:v>
                </c:pt>
                <c:pt idx="339">
                  <c:v>-0.63166229620000003</c:v>
                </c:pt>
                <c:pt idx="340">
                  <c:v>-0.65971017350000005</c:v>
                </c:pt>
                <c:pt idx="341">
                  <c:v>-0.62917544859999996</c:v>
                </c:pt>
                <c:pt idx="342">
                  <c:v>-0.60544202089999999</c:v>
                </c:pt>
                <c:pt idx="343">
                  <c:v>-0.53258158639999997</c:v>
                </c:pt>
                <c:pt idx="344">
                  <c:v>-0.47616451180000002</c:v>
                </c:pt>
                <c:pt idx="345">
                  <c:v>-0.49625137870000002</c:v>
                </c:pt>
                <c:pt idx="346">
                  <c:v>-0.5258422505</c:v>
                </c:pt>
                <c:pt idx="347">
                  <c:v>-0.4136144021</c:v>
                </c:pt>
                <c:pt idx="348">
                  <c:v>-0.3759284571</c:v>
                </c:pt>
                <c:pt idx="349">
                  <c:v>-0.31592583990000001</c:v>
                </c:pt>
                <c:pt idx="350">
                  <c:v>-0.20318436109999999</c:v>
                </c:pt>
                <c:pt idx="351">
                  <c:v>-0.247395437</c:v>
                </c:pt>
                <c:pt idx="352">
                  <c:v>-0.18844777109999999</c:v>
                </c:pt>
                <c:pt idx="353">
                  <c:v>-0.1529228017</c:v>
                </c:pt>
                <c:pt idx="354">
                  <c:v>-0.12766888639999999</c:v>
                </c:pt>
                <c:pt idx="355">
                  <c:v>-5.2048490000000003E-2</c:v>
                </c:pt>
                <c:pt idx="356">
                  <c:v>-6.8815141400000002E-2</c:v>
                </c:pt>
                <c:pt idx="357">
                  <c:v>4.7956694799999998E-2</c:v>
                </c:pt>
                <c:pt idx="358">
                  <c:v>7.3859598100000007E-2</c:v>
                </c:pt>
                <c:pt idx="359">
                  <c:v>4.6606222500000002E-2</c:v>
                </c:pt>
                <c:pt idx="360">
                  <c:v>1.17452041E-2</c:v>
                </c:pt>
                <c:pt idx="361">
                  <c:v>2.0940912400000001E-2</c:v>
                </c:pt>
                <c:pt idx="362">
                  <c:v>-2.4312169200000001E-2</c:v>
                </c:pt>
                <c:pt idx="363">
                  <c:v>-9.1353241299999999E-2</c:v>
                </c:pt>
                <c:pt idx="364">
                  <c:v>-0.14966238370000001</c:v>
                </c:pt>
                <c:pt idx="365">
                  <c:v>-0.1897393003</c:v>
                </c:pt>
                <c:pt idx="366">
                  <c:v>-0.18115348419999999</c:v>
                </c:pt>
                <c:pt idx="367">
                  <c:v>-0.1449397573</c:v>
                </c:pt>
                <c:pt idx="368">
                  <c:v>-0.129181356</c:v>
                </c:pt>
                <c:pt idx="369">
                  <c:v>-7.3628353300000005E-2</c:v>
                </c:pt>
                <c:pt idx="370">
                  <c:v>-6.8947978300000004E-2</c:v>
                </c:pt>
                <c:pt idx="371">
                  <c:v>-0.1312428296</c:v>
                </c:pt>
                <c:pt idx="372">
                  <c:v>-2.31542819E-2</c:v>
                </c:pt>
                <c:pt idx="373">
                  <c:v>2.52620112E-2</c:v>
                </c:pt>
                <c:pt idx="374">
                  <c:v>3.2374334900000003E-2</c:v>
                </c:pt>
                <c:pt idx="375">
                  <c:v>8.8207038400000007E-2</c:v>
                </c:pt>
                <c:pt idx="376">
                  <c:v>0.24682164440000001</c:v>
                </c:pt>
                <c:pt idx="377">
                  <c:v>0.30701481530000002</c:v>
                </c:pt>
                <c:pt idx="378">
                  <c:v>0.27153241709999998</c:v>
                </c:pt>
                <c:pt idx="379">
                  <c:v>0.26010744540000003</c:v>
                </c:pt>
                <c:pt idx="380">
                  <c:v>0.2961635192</c:v>
                </c:pt>
                <c:pt idx="381">
                  <c:v>0.34842672200000002</c:v>
                </c:pt>
                <c:pt idx="382">
                  <c:v>0.38445052210000003</c:v>
                </c:pt>
                <c:pt idx="383">
                  <c:v>0.37059931299999999</c:v>
                </c:pt>
                <c:pt idx="384">
                  <c:v>0.38435468849999999</c:v>
                </c:pt>
                <c:pt idx="385">
                  <c:v>0.3947134243</c:v>
                </c:pt>
                <c:pt idx="386">
                  <c:v>0.44943962040000002</c:v>
                </c:pt>
                <c:pt idx="387">
                  <c:v>0.53004964899999996</c:v>
                </c:pt>
                <c:pt idx="388">
                  <c:v>0.56443237749999997</c:v>
                </c:pt>
                <c:pt idx="389">
                  <c:v>0.57364034389999996</c:v>
                </c:pt>
                <c:pt idx="390">
                  <c:v>0.61917946030000004</c:v>
                </c:pt>
                <c:pt idx="391">
                  <c:v>0.64798793079999994</c:v>
                </c:pt>
                <c:pt idx="392">
                  <c:v>0.70819642329999999</c:v>
                </c:pt>
                <c:pt idx="393">
                  <c:v>0.67107915969999998</c:v>
                </c:pt>
                <c:pt idx="394">
                  <c:v>0.6708968582</c:v>
                </c:pt>
                <c:pt idx="395">
                  <c:v>0.61673748839999998</c:v>
                </c:pt>
                <c:pt idx="396">
                  <c:v>0.5478451943</c:v>
                </c:pt>
                <c:pt idx="397">
                  <c:v>0.38617988530000003</c:v>
                </c:pt>
                <c:pt idx="398">
                  <c:v>0.37977389150000002</c:v>
                </c:pt>
                <c:pt idx="399">
                  <c:v>0.40309607149999999</c:v>
                </c:pt>
                <c:pt idx="400">
                  <c:v>0.4434072953</c:v>
                </c:pt>
                <c:pt idx="401">
                  <c:v>0.3517926267</c:v>
                </c:pt>
                <c:pt idx="402">
                  <c:v>0.32421750640000002</c:v>
                </c:pt>
                <c:pt idx="403">
                  <c:v>0.28480576899999999</c:v>
                </c:pt>
                <c:pt idx="404">
                  <c:v>0.25670457800000002</c:v>
                </c:pt>
                <c:pt idx="405">
                  <c:v>0.16592173390000001</c:v>
                </c:pt>
                <c:pt idx="406">
                  <c:v>7.6632804400000004E-2</c:v>
                </c:pt>
                <c:pt idx="407">
                  <c:v>-3.9258599900000003E-2</c:v>
                </c:pt>
                <c:pt idx="408">
                  <c:v>-0.12121740440000001</c:v>
                </c:pt>
                <c:pt idx="409">
                  <c:v>-0.21710660840000001</c:v>
                </c:pt>
                <c:pt idx="410">
                  <c:v>-0.34659374650000002</c:v>
                </c:pt>
                <c:pt idx="411">
                  <c:v>-0.49576462989999998</c:v>
                </c:pt>
                <c:pt idx="412">
                  <c:v>-0.52094039709999995</c:v>
                </c:pt>
                <c:pt idx="413">
                  <c:v>-0.62856213490000001</c:v>
                </c:pt>
                <c:pt idx="414">
                  <c:v>-0.70712048080000001</c:v>
                </c:pt>
                <c:pt idx="415">
                  <c:v>-0.78414494970000004</c:v>
                </c:pt>
                <c:pt idx="416">
                  <c:v>-0.87821446719999996</c:v>
                </c:pt>
                <c:pt idx="417">
                  <c:v>-0.97897453820000002</c:v>
                </c:pt>
                <c:pt idx="418">
                  <c:v>-1.0268681926000001</c:v>
                </c:pt>
                <c:pt idx="419">
                  <c:v>-1.1525912829</c:v>
                </c:pt>
                <c:pt idx="420">
                  <c:v>-1.2375969708000001</c:v>
                </c:pt>
                <c:pt idx="421">
                  <c:v>-1.2862197502999999</c:v>
                </c:pt>
                <c:pt idx="422">
                  <c:v>-1.3053996805999999</c:v>
                </c:pt>
                <c:pt idx="423">
                  <c:v>-1.3154976841999999</c:v>
                </c:pt>
                <c:pt idx="424">
                  <c:v>-1.3297554605999999</c:v>
                </c:pt>
                <c:pt idx="425">
                  <c:v>-1.3512139907</c:v>
                </c:pt>
                <c:pt idx="426">
                  <c:v>-1.3274688287</c:v>
                </c:pt>
                <c:pt idx="427">
                  <c:v>-1.3529660692000001</c:v>
                </c:pt>
                <c:pt idx="428">
                  <c:v>-1.3313153972</c:v>
                </c:pt>
                <c:pt idx="429">
                  <c:v>-1.349223287</c:v>
                </c:pt>
                <c:pt idx="430">
                  <c:v>-1.2719811963000001</c:v>
                </c:pt>
                <c:pt idx="431">
                  <c:v>-1.1898844528999999</c:v>
                </c:pt>
                <c:pt idx="432">
                  <c:v>-1.1488822733999999</c:v>
                </c:pt>
                <c:pt idx="433">
                  <c:v>-1.1807738322000001</c:v>
                </c:pt>
                <c:pt idx="434">
                  <c:v>-1.1459035232999999</c:v>
                </c:pt>
                <c:pt idx="435">
                  <c:v>-1.1500891177999999</c:v>
                </c:pt>
                <c:pt idx="436">
                  <c:v>-1.144740546</c:v>
                </c:pt>
                <c:pt idx="437">
                  <c:v>-1.0676355029</c:v>
                </c:pt>
                <c:pt idx="438">
                  <c:v>-1.0347667731000001</c:v>
                </c:pt>
                <c:pt idx="439">
                  <c:v>-0.98612076360000001</c:v>
                </c:pt>
                <c:pt idx="440">
                  <c:v>-0.89161879499999996</c:v>
                </c:pt>
                <c:pt idx="441">
                  <c:v>-0.81914154969999997</c:v>
                </c:pt>
                <c:pt idx="442">
                  <c:v>-0.81255656089999995</c:v>
                </c:pt>
                <c:pt idx="443">
                  <c:v>-0.75130482450000002</c:v>
                </c:pt>
                <c:pt idx="444">
                  <c:v>-0.63589305129999996</c:v>
                </c:pt>
                <c:pt idx="445">
                  <c:v>-0.58404826700000001</c:v>
                </c:pt>
                <c:pt idx="446">
                  <c:v>-0.49647799850000002</c:v>
                </c:pt>
                <c:pt idx="447">
                  <c:v>-0.4812190073</c:v>
                </c:pt>
                <c:pt idx="448">
                  <c:v>-0.42302076820000001</c:v>
                </c:pt>
                <c:pt idx="449">
                  <c:v>-0.39827438580000002</c:v>
                </c:pt>
                <c:pt idx="450">
                  <c:v>-0.38764976309999999</c:v>
                </c:pt>
                <c:pt idx="451">
                  <c:v>-0.38815714639999999</c:v>
                </c:pt>
                <c:pt idx="452">
                  <c:v>-0.41703941309999998</c:v>
                </c:pt>
                <c:pt idx="453">
                  <c:v>-0.38638670260000002</c:v>
                </c:pt>
                <c:pt idx="454">
                  <c:v>-0.3563031693</c:v>
                </c:pt>
                <c:pt idx="455">
                  <c:v>-0.37321291629999997</c:v>
                </c:pt>
                <c:pt idx="456">
                  <c:v>-0.36887519079999997</c:v>
                </c:pt>
                <c:pt idx="457">
                  <c:v>-0.34418874510000003</c:v>
                </c:pt>
                <c:pt idx="458">
                  <c:v>-0.2525306323</c:v>
                </c:pt>
                <c:pt idx="459">
                  <c:v>-0.16683719259999999</c:v>
                </c:pt>
                <c:pt idx="460">
                  <c:v>-0.1475481189</c:v>
                </c:pt>
                <c:pt idx="461">
                  <c:v>-0.15620590740000001</c:v>
                </c:pt>
                <c:pt idx="462">
                  <c:v>-0.19586416130000001</c:v>
                </c:pt>
                <c:pt idx="463">
                  <c:v>-0.26554266259999998</c:v>
                </c:pt>
                <c:pt idx="464">
                  <c:v>-0.28022617620000001</c:v>
                </c:pt>
                <c:pt idx="465">
                  <c:v>-0.32701218910000002</c:v>
                </c:pt>
                <c:pt idx="466">
                  <c:v>-0.37444903089999998</c:v>
                </c:pt>
                <c:pt idx="467">
                  <c:v>-0.40418720969999999</c:v>
                </c:pt>
                <c:pt idx="468">
                  <c:v>-0.38392046769999999</c:v>
                </c:pt>
                <c:pt idx="469">
                  <c:v>-0.32262439720000002</c:v>
                </c:pt>
                <c:pt idx="470">
                  <c:v>-0.21575878609999999</c:v>
                </c:pt>
                <c:pt idx="471">
                  <c:v>-0.1024663204</c:v>
                </c:pt>
                <c:pt idx="472">
                  <c:v>-6.3872122700000006E-2</c:v>
                </c:pt>
                <c:pt idx="473">
                  <c:v>-1.10680706E-2</c:v>
                </c:pt>
                <c:pt idx="474">
                  <c:v>2.330923E-2</c:v>
                </c:pt>
                <c:pt idx="475">
                  <c:v>2.8862318999999998E-3</c:v>
                </c:pt>
                <c:pt idx="476">
                  <c:v>1.4905358E-2</c:v>
                </c:pt>
                <c:pt idx="477">
                  <c:v>7.6485260200000002E-2</c:v>
                </c:pt>
                <c:pt idx="478">
                  <c:v>0.1188711962</c:v>
                </c:pt>
                <c:pt idx="479">
                  <c:v>5.5315821799999998E-2</c:v>
                </c:pt>
                <c:pt idx="480">
                  <c:v>2.6716124500000001E-2</c:v>
                </c:pt>
                <c:pt idx="481">
                  <c:v>-3.2367115799999999E-2</c:v>
                </c:pt>
                <c:pt idx="482">
                  <c:v>-9.6389339500000004E-2</c:v>
                </c:pt>
                <c:pt idx="483">
                  <c:v>-0.1204462925</c:v>
                </c:pt>
                <c:pt idx="484">
                  <c:v>-8.34576281E-2</c:v>
                </c:pt>
                <c:pt idx="485">
                  <c:v>-9.0413745599999998E-2</c:v>
                </c:pt>
                <c:pt idx="486">
                  <c:v>-0.16075114209999999</c:v>
                </c:pt>
                <c:pt idx="487">
                  <c:v>-0.19342254310000001</c:v>
                </c:pt>
                <c:pt idx="488">
                  <c:v>-0.24003371479999999</c:v>
                </c:pt>
                <c:pt idx="489">
                  <c:v>-0.27663893099999998</c:v>
                </c:pt>
                <c:pt idx="490">
                  <c:v>-0.36997268360000002</c:v>
                </c:pt>
                <c:pt idx="491">
                  <c:v>-0.49422136160000002</c:v>
                </c:pt>
                <c:pt idx="492">
                  <c:v>-0.57131303929999999</c:v>
                </c:pt>
                <c:pt idx="493">
                  <c:v>-0.62830486569999999</c:v>
                </c:pt>
                <c:pt idx="494">
                  <c:v>-0.70222362400000005</c:v>
                </c:pt>
                <c:pt idx="495">
                  <c:v>-0.69509841790000004</c:v>
                </c:pt>
                <c:pt idx="496">
                  <c:v>-0.66892417670000004</c:v>
                </c:pt>
                <c:pt idx="497">
                  <c:v>-0.60511281679999995</c:v>
                </c:pt>
                <c:pt idx="498">
                  <c:v>-0.6201543182</c:v>
                </c:pt>
                <c:pt idx="499">
                  <c:v>-0.61211801389999998</c:v>
                </c:pt>
                <c:pt idx="500">
                  <c:v>-0.49331746230000001</c:v>
                </c:pt>
                <c:pt idx="501">
                  <c:v>-0.47273755649999999</c:v>
                </c:pt>
                <c:pt idx="502">
                  <c:v>-0.40394094559999999</c:v>
                </c:pt>
                <c:pt idx="503">
                  <c:v>-0.31487688260000002</c:v>
                </c:pt>
                <c:pt idx="504">
                  <c:v>-0.32796586919999998</c:v>
                </c:pt>
                <c:pt idx="505">
                  <c:v>-0.37677881660000001</c:v>
                </c:pt>
                <c:pt idx="506">
                  <c:v>-0.35096782160000001</c:v>
                </c:pt>
                <c:pt idx="507">
                  <c:v>-0.32651094050000001</c:v>
                </c:pt>
                <c:pt idx="508">
                  <c:v>-0.35905094599999998</c:v>
                </c:pt>
                <c:pt idx="509">
                  <c:v>-0.48212577350000002</c:v>
                </c:pt>
                <c:pt idx="510">
                  <c:v>-0.62864469359999997</c:v>
                </c:pt>
                <c:pt idx="511">
                  <c:v>-0.75237437299999999</c:v>
                </c:pt>
                <c:pt idx="512">
                  <c:v>-0.89487066959999995</c:v>
                </c:pt>
                <c:pt idx="513">
                  <c:v>-1.0022861707999999</c:v>
                </c:pt>
                <c:pt idx="514">
                  <c:v>-1.1205094289999999</c:v>
                </c:pt>
                <c:pt idx="515">
                  <c:v>-1.2746706551</c:v>
                </c:pt>
                <c:pt idx="516">
                  <c:v>-1.4622407219</c:v>
                </c:pt>
                <c:pt idx="517">
                  <c:v>-1.6013917384</c:v>
                </c:pt>
                <c:pt idx="518">
                  <c:v>-1.7265253861000001</c:v>
                </c:pt>
                <c:pt idx="519">
                  <c:v>-1.8549758751000001</c:v>
                </c:pt>
                <c:pt idx="520">
                  <c:v>-2.0435817332999999</c:v>
                </c:pt>
                <c:pt idx="521">
                  <c:v>-2.2143634711</c:v>
                </c:pt>
                <c:pt idx="522">
                  <c:v>-2.3298353486000001</c:v>
                </c:pt>
                <c:pt idx="523">
                  <c:v>-2.4319105521000002</c:v>
                </c:pt>
                <c:pt idx="524">
                  <c:v>-2.5203097902999998</c:v>
                </c:pt>
                <c:pt idx="525">
                  <c:v>-2.5105786463999999</c:v>
                </c:pt>
                <c:pt idx="526">
                  <c:v>-2.5404235647000002</c:v>
                </c:pt>
                <c:pt idx="527">
                  <c:v>-2.6060196484000002</c:v>
                </c:pt>
                <c:pt idx="528">
                  <c:v>-2.6736898135999998</c:v>
                </c:pt>
                <c:pt idx="529">
                  <c:v>-2.6603732487</c:v>
                </c:pt>
                <c:pt idx="530">
                  <c:v>-2.5561333165</c:v>
                </c:pt>
                <c:pt idx="531">
                  <c:v>-2.4874707892000001</c:v>
                </c:pt>
                <c:pt idx="532">
                  <c:v>-2.4492700120999999</c:v>
                </c:pt>
                <c:pt idx="533">
                  <c:v>-2.4065569476999999</c:v>
                </c:pt>
                <c:pt idx="534">
                  <c:v>-2.4539836851999999</c:v>
                </c:pt>
                <c:pt idx="535">
                  <c:v>-2.4978467257000001</c:v>
                </c:pt>
                <c:pt idx="536">
                  <c:v>-2.4839798232999999</c:v>
                </c:pt>
                <c:pt idx="537">
                  <c:v>-2.5127694646999998</c:v>
                </c:pt>
                <c:pt idx="538">
                  <c:v>-2.5641450636999998</c:v>
                </c:pt>
                <c:pt idx="539">
                  <c:v>-2.6804097946000001</c:v>
                </c:pt>
                <c:pt idx="540">
                  <c:v>-2.7671978079000001</c:v>
                </c:pt>
                <c:pt idx="541">
                  <c:v>-2.8311809217000001</c:v>
                </c:pt>
                <c:pt idx="542">
                  <c:v>-2.9698917035000001</c:v>
                </c:pt>
                <c:pt idx="543">
                  <c:v>-3.0846580480000001</c:v>
                </c:pt>
                <c:pt idx="544">
                  <c:v>-3.2144362296</c:v>
                </c:pt>
                <c:pt idx="545">
                  <c:v>-3.2939218718999999</c:v>
                </c:pt>
                <c:pt idx="546">
                  <c:v>-3.4240872256000001</c:v>
                </c:pt>
                <c:pt idx="547">
                  <c:v>-3.4593401584999999</c:v>
                </c:pt>
                <c:pt idx="548">
                  <c:v>-3.5078343533999998</c:v>
                </c:pt>
                <c:pt idx="549">
                  <c:v>-3.5476634890000001</c:v>
                </c:pt>
                <c:pt idx="550">
                  <c:v>-3.6447729001</c:v>
                </c:pt>
                <c:pt idx="551">
                  <c:v>-3.7113905529000002</c:v>
                </c:pt>
                <c:pt idx="552">
                  <c:v>-3.7497526381999999</c:v>
                </c:pt>
                <c:pt idx="553">
                  <c:v>-3.7278072596</c:v>
                </c:pt>
                <c:pt idx="554">
                  <c:v>-3.6839209640999999</c:v>
                </c:pt>
                <c:pt idx="555">
                  <c:v>-3.6476747487000001</c:v>
                </c:pt>
                <c:pt idx="556">
                  <c:v>-3.6345577486999998</c:v>
                </c:pt>
                <c:pt idx="557">
                  <c:v>-3.6458707814000002</c:v>
                </c:pt>
                <c:pt idx="558">
                  <c:v>-3.6130186606999999</c:v>
                </c:pt>
                <c:pt idx="559">
                  <c:v>-3.6369039596000001</c:v>
                </c:pt>
                <c:pt idx="560">
                  <c:v>-3.6407741277999999</c:v>
                </c:pt>
                <c:pt idx="561">
                  <c:v>-3.6028614802000001</c:v>
                </c:pt>
                <c:pt idx="562">
                  <c:v>-3.5520184463</c:v>
                </c:pt>
                <c:pt idx="563">
                  <c:v>-3.4487402555000002</c:v>
                </c:pt>
                <c:pt idx="564">
                  <c:v>-3.3091884440000001</c:v>
                </c:pt>
                <c:pt idx="565">
                  <c:v>-3.1496132212000001</c:v>
                </c:pt>
                <c:pt idx="566">
                  <c:v>-3.0170580755</c:v>
                </c:pt>
                <c:pt idx="567">
                  <c:v>-2.8266812985000001</c:v>
                </c:pt>
                <c:pt idx="568">
                  <c:v>-2.6435309336000001</c:v>
                </c:pt>
                <c:pt idx="569">
                  <c:v>-2.4582161373</c:v>
                </c:pt>
                <c:pt idx="570">
                  <c:v>-2.3305307234999999</c:v>
                </c:pt>
                <c:pt idx="571">
                  <c:v>-2.1838434965000002</c:v>
                </c:pt>
                <c:pt idx="572">
                  <c:v>-2.0702122906999998</c:v>
                </c:pt>
                <c:pt idx="573">
                  <c:v>-1.9446970936000001</c:v>
                </c:pt>
                <c:pt idx="574">
                  <c:v>-1.8596986305000001</c:v>
                </c:pt>
                <c:pt idx="575">
                  <c:v>-1.7494218815</c:v>
                </c:pt>
                <c:pt idx="576">
                  <c:v>-1.6615184054000001</c:v>
                </c:pt>
                <c:pt idx="577">
                  <c:v>-1.4524185123</c:v>
                </c:pt>
                <c:pt idx="578">
                  <c:v>-1.2276294135000001</c:v>
                </c:pt>
                <c:pt idx="579">
                  <c:v>-1.0553620513999999</c:v>
                </c:pt>
                <c:pt idx="580">
                  <c:v>-0.77480631430000002</c:v>
                </c:pt>
                <c:pt idx="581">
                  <c:v>-0.51297815359999999</c:v>
                </c:pt>
                <c:pt idx="582">
                  <c:v>-0.2303241647</c:v>
                </c:pt>
                <c:pt idx="583">
                  <c:v>2.0144989700000001E-2</c:v>
                </c:pt>
                <c:pt idx="584">
                  <c:v>0.24448547009999999</c:v>
                </c:pt>
                <c:pt idx="585">
                  <c:v>0.40053044119999998</c:v>
                </c:pt>
                <c:pt idx="586">
                  <c:v>0.55300123459999995</c:v>
                </c:pt>
                <c:pt idx="587">
                  <c:v>0.62345769689999997</c:v>
                </c:pt>
                <c:pt idx="588">
                  <c:v>0.69056626659999998</c:v>
                </c:pt>
                <c:pt idx="589">
                  <c:v>0.77794433679999997</c:v>
                </c:pt>
                <c:pt idx="590">
                  <c:v>0.87363725879999998</c:v>
                </c:pt>
                <c:pt idx="591">
                  <c:v>0.98985437040000002</c:v>
                </c:pt>
                <c:pt idx="592">
                  <c:v>1.1248931045999999</c:v>
                </c:pt>
                <c:pt idx="593">
                  <c:v>1.2239658067999999</c:v>
                </c:pt>
                <c:pt idx="594">
                  <c:v>1.3485481672999999</c:v>
                </c:pt>
                <c:pt idx="595">
                  <c:v>1.4613688948000001</c:v>
                </c:pt>
                <c:pt idx="596">
                  <c:v>1.5378502388999999</c:v>
                </c:pt>
                <c:pt idx="597">
                  <c:v>1.6176056907</c:v>
                </c:pt>
                <c:pt idx="598">
                  <c:v>1.5733075161000001</c:v>
                </c:pt>
                <c:pt idx="599">
                  <c:v>1.4618435775</c:v>
                </c:pt>
                <c:pt idx="600">
                  <c:v>1.3136016034</c:v>
                </c:pt>
                <c:pt idx="601">
                  <c:v>1.1908203849000001</c:v>
                </c:pt>
                <c:pt idx="602">
                  <c:v>1.1157440774</c:v>
                </c:pt>
                <c:pt idx="603">
                  <c:v>0.94302526350000004</c:v>
                </c:pt>
                <c:pt idx="604">
                  <c:v>0.77629860809999995</c:v>
                </c:pt>
                <c:pt idx="605">
                  <c:v>0.53329390160000001</c:v>
                </c:pt>
                <c:pt idx="606">
                  <c:v>0.39622828700000001</c:v>
                </c:pt>
                <c:pt idx="607">
                  <c:v>0.2253982964</c:v>
                </c:pt>
                <c:pt idx="608">
                  <c:v>4.8182212600000003E-2</c:v>
                </c:pt>
                <c:pt idx="609">
                  <c:v>-0.19443830440000001</c:v>
                </c:pt>
                <c:pt idx="610">
                  <c:v>-0.41203374409999999</c:v>
                </c:pt>
                <c:pt idx="611">
                  <c:v>-0.63776821019999996</c:v>
                </c:pt>
                <c:pt idx="612">
                  <c:v>-0.84011289040000003</c:v>
                </c:pt>
                <c:pt idx="613">
                  <c:v>-1.0285322535999999</c:v>
                </c:pt>
                <c:pt idx="614">
                  <c:v>-1.229941398</c:v>
                </c:pt>
                <c:pt idx="615">
                  <c:v>-1.4880449945000001</c:v>
                </c:pt>
                <c:pt idx="616">
                  <c:v>-1.7417683026999999</c:v>
                </c:pt>
                <c:pt idx="617">
                  <c:v>-2.0249185255</c:v>
                </c:pt>
                <c:pt idx="618">
                  <c:v>-2.2755233437000002</c:v>
                </c:pt>
                <c:pt idx="619">
                  <c:v>-2.4588547907999998</c:v>
                </c:pt>
                <c:pt idx="620">
                  <c:v>-2.5562380658000001</c:v>
                </c:pt>
                <c:pt idx="621">
                  <c:v>-2.6169718689999999</c:v>
                </c:pt>
                <c:pt idx="622">
                  <c:v>-2.8032731775999999</c:v>
                </c:pt>
                <c:pt idx="623">
                  <c:v>-3.0020769394000002</c:v>
                </c:pt>
                <c:pt idx="624">
                  <c:v>-3.0978005724000002</c:v>
                </c:pt>
                <c:pt idx="625">
                  <c:v>-3.2161587959000002</c:v>
                </c:pt>
                <c:pt idx="626">
                  <c:v>-3.324817871</c:v>
                </c:pt>
                <c:pt idx="627">
                  <c:v>-3.4764534325000001</c:v>
                </c:pt>
                <c:pt idx="628">
                  <c:v>-3.5998112</c:v>
                </c:pt>
                <c:pt idx="629">
                  <c:v>-3.6215159457000001</c:v>
                </c:pt>
                <c:pt idx="630">
                  <c:v>-3.6028018134000002</c:v>
                </c:pt>
                <c:pt idx="631">
                  <c:v>-3.6342791725999999</c:v>
                </c:pt>
                <c:pt idx="632">
                  <c:v>-3.6601348600999999</c:v>
                </c:pt>
                <c:pt idx="633">
                  <c:v>-3.6478759397</c:v>
                </c:pt>
                <c:pt idx="634">
                  <c:v>-3.6536868034999999</c:v>
                </c:pt>
                <c:pt idx="635">
                  <c:v>-3.5444639568</c:v>
                </c:pt>
                <c:pt idx="636">
                  <c:v>-3.4011596085</c:v>
                </c:pt>
                <c:pt idx="637">
                  <c:v>-3.2649752364000002</c:v>
                </c:pt>
                <c:pt idx="638">
                  <c:v>-3.1201260692999999</c:v>
                </c:pt>
                <c:pt idx="639">
                  <c:v>-2.9905879697</c:v>
                </c:pt>
                <c:pt idx="640">
                  <c:v>-2.8109347026</c:v>
                </c:pt>
                <c:pt idx="641">
                  <c:v>-2.7061452899999998</c:v>
                </c:pt>
                <c:pt idx="642">
                  <c:v>-2.6221921664000001</c:v>
                </c:pt>
                <c:pt idx="643">
                  <c:v>-2.4790555295000001</c:v>
                </c:pt>
                <c:pt idx="644">
                  <c:v>-2.3179506303999999</c:v>
                </c:pt>
                <c:pt idx="645">
                  <c:v>-2.2468487260000001</c:v>
                </c:pt>
                <c:pt idx="646">
                  <c:v>-2.1630652637000001</c:v>
                </c:pt>
                <c:pt idx="647">
                  <c:v>-2.0385935841</c:v>
                </c:pt>
                <c:pt idx="648">
                  <c:v>-1.9221769692999999</c:v>
                </c:pt>
                <c:pt idx="649">
                  <c:v>-1.7966708462000001</c:v>
                </c:pt>
                <c:pt idx="650">
                  <c:v>-1.6523604849</c:v>
                </c:pt>
                <c:pt idx="651">
                  <c:v>-1.5034677691</c:v>
                </c:pt>
                <c:pt idx="652">
                  <c:v>-1.3900106461999999</c:v>
                </c:pt>
                <c:pt idx="653">
                  <c:v>-1.3077414137000001</c:v>
                </c:pt>
                <c:pt idx="654">
                  <c:v>-1.2231976840000001</c:v>
                </c:pt>
                <c:pt idx="655">
                  <c:v>-1.1476055195999999</c:v>
                </c:pt>
                <c:pt idx="656">
                  <c:v>-1.0909970351</c:v>
                </c:pt>
                <c:pt idx="657">
                  <c:v>-1.0200361801</c:v>
                </c:pt>
                <c:pt idx="658">
                  <c:v>-0.93550905230000003</c:v>
                </c:pt>
                <c:pt idx="659">
                  <c:v>-0.81577438339999997</c:v>
                </c:pt>
                <c:pt idx="660">
                  <c:v>-0.64983585300000002</c:v>
                </c:pt>
                <c:pt idx="661">
                  <c:v>-0.53432241010000003</c:v>
                </c:pt>
                <c:pt idx="662">
                  <c:v>-0.42526708419999998</c:v>
                </c:pt>
                <c:pt idx="663">
                  <c:v>-0.29924319770000002</c:v>
                </c:pt>
                <c:pt idx="664">
                  <c:v>-0.13276568010000001</c:v>
                </c:pt>
                <c:pt idx="665">
                  <c:v>-2.7072522500000001E-2</c:v>
                </c:pt>
                <c:pt idx="666">
                  <c:v>6.7972050500000006E-2</c:v>
                </c:pt>
                <c:pt idx="667">
                  <c:v>0.18753394770000001</c:v>
                </c:pt>
                <c:pt idx="668">
                  <c:v>0.33521083740000002</c:v>
                </c:pt>
                <c:pt idx="669">
                  <c:v>0.3970201974</c:v>
                </c:pt>
                <c:pt idx="670">
                  <c:v>0.48940908869999999</c:v>
                </c:pt>
                <c:pt idx="671">
                  <c:v>0.42100275679999999</c:v>
                </c:pt>
                <c:pt idx="672">
                  <c:v>0.40095028770000002</c:v>
                </c:pt>
                <c:pt idx="673">
                  <c:v>0.39352533350000002</c:v>
                </c:pt>
                <c:pt idx="674">
                  <c:v>0.39180064869999998</c:v>
                </c:pt>
                <c:pt idx="675">
                  <c:v>0.38312833590000001</c:v>
                </c:pt>
                <c:pt idx="676">
                  <c:v>0.36610278530000001</c:v>
                </c:pt>
                <c:pt idx="677">
                  <c:v>0.2749173513</c:v>
                </c:pt>
                <c:pt idx="678">
                  <c:v>0.2057351093</c:v>
                </c:pt>
                <c:pt idx="679">
                  <c:v>0.11425173349999999</c:v>
                </c:pt>
                <c:pt idx="680">
                  <c:v>3.8780592599999997E-2</c:v>
                </c:pt>
                <c:pt idx="681">
                  <c:v>-5.92148433E-2</c:v>
                </c:pt>
                <c:pt idx="682">
                  <c:v>-0.1945564894</c:v>
                </c:pt>
                <c:pt idx="683">
                  <c:v>-0.32332227260000002</c:v>
                </c:pt>
                <c:pt idx="684">
                  <c:v>-0.43185159779999999</c:v>
                </c:pt>
                <c:pt idx="685">
                  <c:v>-0.5884851874</c:v>
                </c:pt>
                <c:pt idx="686">
                  <c:v>-0.75335810219999999</c:v>
                </c:pt>
                <c:pt idx="687">
                  <c:v>-0.78546792369999996</c:v>
                </c:pt>
                <c:pt idx="688">
                  <c:v>-0.83806274140000003</c:v>
                </c:pt>
                <c:pt idx="689">
                  <c:v>-0.94430633269999997</c:v>
                </c:pt>
                <c:pt idx="690">
                  <c:v>-0.94784160750000002</c:v>
                </c:pt>
                <c:pt idx="691">
                  <c:v>-0.98169695999999995</c:v>
                </c:pt>
                <c:pt idx="692">
                  <c:v>-0.93439297539999999</c:v>
                </c:pt>
                <c:pt idx="693">
                  <c:v>-0.92000138639999995</c:v>
                </c:pt>
                <c:pt idx="694">
                  <c:v>-0.89306840070000004</c:v>
                </c:pt>
                <c:pt idx="695">
                  <c:v>-0.90822102660000004</c:v>
                </c:pt>
                <c:pt idx="696">
                  <c:v>-0.89401935939999999</c:v>
                </c:pt>
                <c:pt idx="697">
                  <c:v>-0.87942044519999996</c:v>
                </c:pt>
                <c:pt idx="698">
                  <c:v>-0.83313619360000002</c:v>
                </c:pt>
                <c:pt idx="699">
                  <c:v>-0.78151865389999997</c:v>
                </c:pt>
                <c:pt idx="700">
                  <c:v>-0.75734896249999994</c:v>
                </c:pt>
                <c:pt idx="701">
                  <c:v>-0.78998175370000001</c:v>
                </c:pt>
                <c:pt idx="702">
                  <c:v>-0.80668742049999997</c:v>
                </c:pt>
                <c:pt idx="703">
                  <c:v>-0.74878698919999997</c:v>
                </c:pt>
                <c:pt idx="704">
                  <c:v>-0.6154232717</c:v>
                </c:pt>
                <c:pt idx="705">
                  <c:v>-0.50855461489999998</c:v>
                </c:pt>
                <c:pt idx="706">
                  <c:v>-0.40193434500000003</c:v>
                </c:pt>
                <c:pt idx="707">
                  <c:v>-0.30816174019999998</c:v>
                </c:pt>
                <c:pt idx="708">
                  <c:v>-0.28802752259999997</c:v>
                </c:pt>
                <c:pt idx="709">
                  <c:v>-0.2074896504</c:v>
                </c:pt>
                <c:pt idx="710">
                  <c:v>-8.7574119800000003E-2</c:v>
                </c:pt>
                <c:pt idx="711">
                  <c:v>-1.5113154700000001E-2</c:v>
                </c:pt>
                <c:pt idx="712">
                  <c:v>8.1494007300000004E-2</c:v>
                </c:pt>
                <c:pt idx="713">
                  <c:v>0.1776739588</c:v>
                </c:pt>
                <c:pt idx="714">
                  <c:v>0.2210705422</c:v>
                </c:pt>
                <c:pt idx="715">
                  <c:v>0.26719504710000003</c:v>
                </c:pt>
                <c:pt idx="716">
                  <c:v>0.33710078960000001</c:v>
                </c:pt>
                <c:pt idx="717">
                  <c:v>0.36475865210000002</c:v>
                </c:pt>
                <c:pt idx="718">
                  <c:v>0.42698628399999999</c:v>
                </c:pt>
                <c:pt idx="719">
                  <c:v>0.48635228650000001</c:v>
                </c:pt>
                <c:pt idx="720">
                  <c:v>0.56522213619999995</c:v>
                </c:pt>
                <c:pt idx="721">
                  <c:v>0.66878073240000002</c:v>
                </c:pt>
                <c:pt idx="722">
                  <c:v>0.82783346660000001</c:v>
                </c:pt>
                <c:pt idx="723">
                  <c:v>0.90981341439999996</c:v>
                </c:pt>
                <c:pt idx="724">
                  <c:v>0.96611562799999995</c:v>
                </c:pt>
                <c:pt idx="725">
                  <c:v>0.88732839279999998</c:v>
                </c:pt>
                <c:pt idx="726">
                  <c:v>0.84429274769999996</c:v>
                </c:pt>
                <c:pt idx="727">
                  <c:v>0.80462728490000002</c:v>
                </c:pt>
                <c:pt idx="728">
                  <c:v>0.82237481099999998</c:v>
                </c:pt>
                <c:pt idx="729">
                  <c:v>0.79949897810000004</c:v>
                </c:pt>
                <c:pt idx="730">
                  <c:v>0.74509616980000004</c:v>
                </c:pt>
                <c:pt idx="731">
                  <c:v>0.70450969200000002</c:v>
                </c:pt>
                <c:pt idx="732">
                  <c:v>0.63828398119999996</c:v>
                </c:pt>
                <c:pt idx="733">
                  <c:v>0.5927141132</c:v>
                </c:pt>
                <c:pt idx="734">
                  <c:v>0.52676114210000002</c:v>
                </c:pt>
                <c:pt idx="735">
                  <c:v>0.49942523630000002</c:v>
                </c:pt>
                <c:pt idx="736">
                  <c:v>0.48404393759999997</c:v>
                </c:pt>
                <c:pt idx="737">
                  <c:v>0.42182882719999998</c:v>
                </c:pt>
                <c:pt idx="738">
                  <c:v>0.36153088979999998</c:v>
                </c:pt>
                <c:pt idx="739">
                  <c:v>0.30477303280000001</c:v>
                </c:pt>
                <c:pt idx="740">
                  <c:v>0.27901523630000002</c:v>
                </c:pt>
                <c:pt idx="741">
                  <c:v>0.16574291020000001</c:v>
                </c:pt>
                <c:pt idx="742">
                  <c:v>6.8121700699999996E-2</c:v>
                </c:pt>
                <c:pt idx="743">
                  <c:v>-2.13052803E-2</c:v>
                </c:pt>
                <c:pt idx="744">
                  <c:v>-6.8406363999999997E-2</c:v>
                </c:pt>
                <c:pt idx="745">
                  <c:v>-0.13089169179999999</c:v>
                </c:pt>
                <c:pt idx="746">
                  <c:v>-0.10265466030000001</c:v>
                </c:pt>
                <c:pt idx="747">
                  <c:v>-0.13158546230000001</c:v>
                </c:pt>
                <c:pt idx="748">
                  <c:v>-0.1715349152</c:v>
                </c:pt>
                <c:pt idx="749">
                  <c:v>-0.22549371009999999</c:v>
                </c:pt>
                <c:pt idx="750">
                  <c:v>-0.2431363118</c:v>
                </c:pt>
                <c:pt idx="751">
                  <c:v>-0.2430952287</c:v>
                </c:pt>
                <c:pt idx="752">
                  <c:v>-0.26661646249999998</c:v>
                </c:pt>
                <c:pt idx="753">
                  <c:v>-0.24218078879999999</c:v>
                </c:pt>
                <c:pt idx="754">
                  <c:v>-0.19502077740000001</c:v>
                </c:pt>
                <c:pt idx="755">
                  <c:v>-0.18100190360000001</c:v>
                </c:pt>
                <c:pt idx="756">
                  <c:v>-0.13900319780000001</c:v>
                </c:pt>
                <c:pt idx="757">
                  <c:v>-0.1487341391</c:v>
                </c:pt>
                <c:pt idx="758">
                  <c:v>-0.1262117573</c:v>
                </c:pt>
                <c:pt idx="759">
                  <c:v>-9.3206404000000007E-2</c:v>
                </c:pt>
                <c:pt idx="760">
                  <c:v>-4.9971978200000003E-2</c:v>
                </c:pt>
                <c:pt idx="761">
                  <c:v>-3.7464869099999999E-2</c:v>
                </c:pt>
                <c:pt idx="762">
                  <c:v>2.9712657000000001E-3</c:v>
                </c:pt>
                <c:pt idx="763">
                  <c:v>5.6037927500000001E-2</c:v>
                </c:pt>
                <c:pt idx="764">
                  <c:v>0.1040458594</c:v>
                </c:pt>
                <c:pt idx="765">
                  <c:v>0.1419474302</c:v>
                </c:pt>
                <c:pt idx="766">
                  <c:v>9.4175115300000001E-2</c:v>
                </c:pt>
                <c:pt idx="767">
                  <c:v>9.22503343E-2</c:v>
                </c:pt>
                <c:pt idx="768">
                  <c:v>0.15990143130000001</c:v>
                </c:pt>
                <c:pt idx="769">
                  <c:v>0.21976231060000001</c:v>
                </c:pt>
                <c:pt idx="770">
                  <c:v>0.3045820789</c:v>
                </c:pt>
                <c:pt idx="771">
                  <c:v>0.38269425909999999</c:v>
                </c:pt>
                <c:pt idx="772">
                  <c:v>0.40760428230000001</c:v>
                </c:pt>
                <c:pt idx="773">
                  <c:v>0.465188037</c:v>
                </c:pt>
                <c:pt idx="774">
                  <c:v>0.51780675880000004</c:v>
                </c:pt>
                <c:pt idx="775">
                  <c:v>0.42079478259999997</c:v>
                </c:pt>
                <c:pt idx="776">
                  <c:v>0.36764258150000001</c:v>
                </c:pt>
                <c:pt idx="777">
                  <c:v>0.31495065999999999</c:v>
                </c:pt>
                <c:pt idx="778">
                  <c:v>0.25968171449999999</c:v>
                </c:pt>
                <c:pt idx="779">
                  <c:v>0.24095129970000001</c:v>
                </c:pt>
                <c:pt idx="780">
                  <c:v>0.27915156880000003</c:v>
                </c:pt>
                <c:pt idx="781">
                  <c:v>0.30609857660000001</c:v>
                </c:pt>
                <c:pt idx="782">
                  <c:v>0.28119517760000001</c:v>
                </c:pt>
                <c:pt idx="783">
                  <c:v>0.22880288469999999</c:v>
                </c:pt>
                <c:pt idx="784">
                  <c:v>9.7125575399999997E-2</c:v>
                </c:pt>
                <c:pt idx="785">
                  <c:v>-7.9887843700000002E-2</c:v>
                </c:pt>
                <c:pt idx="786">
                  <c:v>-0.26877905899999999</c:v>
                </c:pt>
                <c:pt idx="787">
                  <c:v>-0.34611550190000001</c:v>
                </c:pt>
                <c:pt idx="788">
                  <c:v>-0.3568952172</c:v>
                </c:pt>
                <c:pt idx="789">
                  <c:v>-0.42567836920000002</c:v>
                </c:pt>
                <c:pt idx="790">
                  <c:v>-0.47039724890000001</c:v>
                </c:pt>
                <c:pt idx="791">
                  <c:v>-0.55122197930000005</c:v>
                </c:pt>
                <c:pt idx="792">
                  <c:v>-0.57663609230000001</c:v>
                </c:pt>
                <c:pt idx="793">
                  <c:v>-0.5685529963</c:v>
                </c:pt>
                <c:pt idx="794">
                  <c:v>-0.61476937899999995</c:v>
                </c:pt>
                <c:pt idx="795">
                  <c:v>-0.68411147080000001</c:v>
                </c:pt>
                <c:pt idx="796">
                  <c:v>-0.71998390219999997</c:v>
                </c:pt>
                <c:pt idx="797">
                  <c:v>-0.73412230550000002</c:v>
                </c:pt>
                <c:pt idx="798">
                  <c:v>-0.77598028129999996</c:v>
                </c:pt>
                <c:pt idx="799">
                  <c:v>-0.80917481440000005</c:v>
                </c:pt>
                <c:pt idx="800">
                  <c:v>-0.88070687380000001</c:v>
                </c:pt>
                <c:pt idx="801">
                  <c:v>-1.0346533550000001</c:v>
                </c:pt>
                <c:pt idx="802">
                  <c:v>-1.2475906103000001</c:v>
                </c:pt>
                <c:pt idx="803">
                  <c:v>-1.3517215235</c:v>
                </c:pt>
                <c:pt idx="804">
                  <c:v>-1.4025171528</c:v>
                </c:pt>
                <c:pt idx="805">
                  <c:v>-1.3479529035</c:v>
                </c:pt>
                <c:pt idx="806">
                  <c:v>-1.2958821644</c:v>
                </c:pt>
                <c:pt idx="807">
                  <c:v>-1.1739873156</c:v>
                </c:pt>
                <c:pt idx="808">
                  <c:v>-1.0494005386</c:v>
                </c:pt>
                <c:pt idx="809">
                  <c:v>-1.0440363471</c:v>
                </c:pt>
                <c:pt idx="810">
                  <c:v>-1.046609052</c:v>
                </c:pt>
                <c:pt idx="811">
                  <c:v>-0.94589688260000004</c:v>
                </c:pt>
                <c:pt idx="812">
                  <c:v>-0.85989817290000004</c:v>
                </c:pt>
                <c:pt idx="813">
                  <c:v>-0.83024031600000003</c:v>
                </c:pt>
                <c:pt idx="814">
                  <c:v>-0.82556661789999997</c:v>
                </c:pt>
                <c:pt idx="815">
                  <c:v>-0.78000873270000004</c:v>
                </c:pt>
                <c:pt idx="816">
                  <c:v>-0.76979553280000002</c:v>
                </c:pt>
                <c:pt idx="817">
                  <c:v>-0.73292504690000004</c:v>
                </c:pt>
                <c:pt idx="818">
                  <c:v>-0.67208738260000001</c:v>
                </c:pt>
                <c:pt idx="819">
                  <c:v>-0.61256505500000002</c:v>
                </c:pt>
                <c:pt idx="820">
                  <c:v>-0.55600298290000005</c:v>
                </c:pt>
                <c:pt idx="821">
                  <c:v>-0.47731590569999999</c:v>
                </c:pt>
                <c:pt idx="822">
                  <c:v>-0.36063953119999997</c:v>
                </c:pt>
                <c:pt idx="823">
                  <c:v>-0.21161591890000001</c:v>
                </c:pt>
                <c:pt idx="824">
                  <c:v>-0.11539210580000001</c:v>
                </c:pt>
                <c:pt idx="825">
                  <c:v>-9.4974358600000003E-2</c:v>
                </c:pt>
                <c:pt idx="826">
                  <c:v>-9.1172708699999994E-2</c:v>
                </c:pt>
                <c:pt idx="827">
                  <c:v>-5.2008147599999999E-2</c:v>
                </c:pt>
                <c:pt idx="828">
                  <c:v>-4.7863313900000003E-2</c:v>
                </c:pt>
                <c:pt idx="829">
                  <c:v>-0.1234697833</c:v>
                </c:pt>
                <c:pt idx="830">
                  <c:v>-0.1797470581</c:v>
                </c:pt>
                <c:pt idx="831">
                  <c:v>-0.21007597159999999</c:v>
                </c:pt>
                <c:pt idx="832">
                  <c:v>-0.33857396179999999</c:v>
                </c:pt>
                <c:pt idx="833">
                  <c:v>-0.43452835670000001</c:v>
                </c:pt>
                <c:pt idx="834">
                  <c:v>-0.54653318870000001</c:v>
                </c:pt>
                <c:pt idx="835">
                  <c:v>-0.61869833460000001</c:v>
                </c:pt>
                <c:pt idx="836">
                  <c:v>-0.67054381399999996</c:v>
                </c:pt>
                <c:pt idx="837">
                  <c:v>-0.71945765949999996</c:v>
                </c:pt>
                <c:pt idx="838">
                  <c:v>-0.71662156789999998</c:v>
                </c:pt>
                <c:pt idx="839">
                  <c:v>-0.7382123505</c:v>
                </c:pt>
                <c:pt idx="840">
                  <c:v>-0.76797678280000004</c:v>
                </c:pt>
                <c:pt idx="841">
                  <c:v>-0.80128200589999998</c:v>
                </c:pt>
                <c:pt idx="842">
                  <c:v>-0.85551490200000002</c:v>
                </c:pt>
                <c:pt idx="843">
                  <c:v>-0.92629425850000002</c:v>
                </c:pt>
                <c:pt idx="844">
                  <c:v>-0.98547919370000003</c:v>
                </c:pt>
                <c:pt idx="845">
                  <c:v>-0.99015702729999999</c:v>
                </c:pt>
                <c:pt idx="846">
                  <c:v>-1.0032570423</c:v>
                </c:pt>
                <c:pt idx="847">
                  <c:v>-1.0288647125999999</c:v>
                </c:pt>
                <c:pt idx="848">
                  <c:v>-1.0519996434000001</c:v>
                </c:pt>
                <c:pt idx="849">
                  <c:v>-1.0980474337999999</c:v>
                </c:pt>
                <c:pt idx="850">
                  <c:v>-1.0641630174000001</c:v>
                </c:pt>
                <c:pt idx="851">
                  <c:v>-1.0711239981</c:v>
                </c:pt>
                <c:pt idx="852">
                  <c:v>-1.062832639</c:v>
                </c:pt>
                <c:pt idx="853">
                  <c:v>-1.0378508807</c:v>
                </c:pt>
                <c:pt idx="854">
                  <c:v>-1.0181076426</c:v>
                </c:pt>
                <c:pt idx="855">
                  <c:v>-0.95162792110000005</c:v>
                </c:pt>
                <c:pt idx="856">
                  <c:v>-0.88387167</c:v>
                </c:pt>
                <c:pt idx="857">
                  <c:v>-0.88070888700000005</c:v>
                </c:pt>
                <c:pt idx="858">
                  <c:v>-0.82182632590000004</c:v>
                </c:pt>
                <c:pt idx="859">
                  <c:v>-0.75369661960000001</c:v>
                </c:pt>
                <c:pt idx="860">
                  <c:v>-0.70372823880000002</c:v>
                </c:pt>
                <c:pt idx="861">
                  <c:v>-0.66690335339999995</c:v>
                </c:pt>
                <c:pt idx="862">
                  <c:v>-0.6090664079</c:v>
                </c:pt>
                <c:pt idx="863">
                  <c:v>-0.50550710619999994</c:v>
                </c:pt>
                <c:pt idx="864">
                  <c:v>-0.46243837939999999</c:v>
                </c:pt>
                <c:pt idx="865">
                  <c:v>-0.40640847340000003</c:v>
                </c:pt>
                <c:pt idx="866">
                  <c:v>-0.46791654869999999</c:v>
                </c:pt>
                <c:pt idx="867">
                  <c:v>-0.38258333589999999</c:v>
                </c:pt>
                <c:pt idx="868">
                  <c:v>-0.34193370470000001</c:v>
                </c:pt>
                <c:pt idx="869">
                  <c:v>-0.26223382280000002</c:v>
                </c:pt>
                <c:pt idx="870">
                  <c:v>-0.19619248610000001</c:v>
                </c:pt>
                <c:pt idx="871">
                  <c:v>-0.1239150338</c:v>
                </c:pt>
                <c:pt idx="872">
                  <c:v>-3.4475990400000003E-2</c:v>
                </c:pt>
                <c:pt idx="873">
                  <c:v>2.2462996200000002E-2</c:v>
                </c:pt>
                <c:pt idx="874">
                  <c:v>1.53244374E-2</c:v>
                </c:pt>
                <c:pt idx="875">
                  <c:v>-6.1538203299999997E-2</c:v>
                </c:pt>
                <c:pt idx="876">
                  <c:v>-0.20644838909999999</c:v>
                </c:pt>
                <c:pt idx="877">
                  <c:v>-0.35949306980000001</c:v>
                </c:pt>
                <c:pt idx="878">
                  <c:v>-0.5269007751</c:v>
                </c:pt>
                <c:pt idx="879">
                  <c:v>-0.65239829179999997</c:v>
                </c:pt>
                <c:pt idx="880">
                  <c:v>-0.75486322350000001</c:v>
                </c:pt>
                <c:pt idx="881">
                  <c:v>-0.85230786319999996</c:v>
                </c:pt>
                <c:pt idx="882">
                  <c:v>-0.84039317459999996</c:v>
                </c:pt>
                <c:pt idx="883">
                  <c:v>-0.89083955550000005</c:v>
                </c:pt>
                <c:pt idx="884">
                  <c:v>-0.99236733929999998</c:v>
                </c:pt>
                <c:pt idx="885">
                  <c:v>-0.97197769629999997</c:v>
                </c:pt>
                <c:pt idx="886">
                  <c:v>-0.97742288259999999</c:v>
                </c:pt>
                <c:pt idx="887">
                  <c:v>-0.98108065830000002</c:v>
                </c:pt>
                <c:pt idx="888">
                  <c:v>-1.0695987577999999</c:v>
                </c:pt>
                <c:pt idx="889">
                  <c:v>-1.0374999393</c:v>
                </c:pt>
                <c:pt idx="890">
                  <c:v>-1.1249282606</c:v>
                </c:pt>
                <c:pt idx="891">
                  <c:v>-1.2266251762</c:v>
                </c:pt>
                <c:pt idx="892">
                  <c:v>-1.3187909444000001</c:v>
                </c:pt>
                <c:pt idx="893">
                  <c:v>-1.3922884988999999</c:v>
                </c:pt>
                <c:pt idx="894">
                  <c:v>-1.4469182072</c:v>
                </c:pt>
                <c:pt idx="895">
                  <c:v>-1.3943901541999999</c:v>
                </c:pt>
                <c:pt idx="896">
                  <c:v>-1.2530824545000001</c:v>
                </c:pt>
                <c:pt idx="897">
                  <c:v>-1.1073228122000001</c:v>
                </c:pt>
                <c:pt idx="898">
                  <c:v>-0.92556283640000003</c:v>
                </c:pt>
                <c:pt idx="899">
                  <c:v>-0.71127071890000004</c:v>
                </c:pt>
                <c:pt idx="900">
                  <c:v>-0.51917786740000005</c:v>
                </c:pt>
                <c:pt idx="901">
                  <c:v>-0.4179233074</c:v>
                </c:pt>
                <c:pt idx="902">
                  <c:v>-0.36501600439999998</c:v>
                </c:pt>
                <c:pt idx="903">
                  <c:v>-0.35859116600000002</c:v>
                </c:pt>
                <c:pt idx="904">
                  <c:v>-0.26299191150000001</c:v>
                </c:pt>
                <c:pt idx="905">
                  <c:v>-0.14996830920000001</c:v>
                </c:pt>
                <c:pt idx="906">
                  <c:v>-9.4550134199999997E-2</c:v>
                </c:pt>
                <c:pt idx="907">
                  <c:v>-7.4572795100000006E-2</c:v>
                </c:pt>
                <c:pt idx="908">
                  <c:v>5.6904492500000001E-2</c:v>
                </c:pt>
                <c:pt idx="909">
                  <c:v>0.1630869475</c:v>
                </c:pt>
                <c:pt idx="910">
                  <c:v>0.1466076238</c:v>
                </c:pt>
                <c:pt idx="911">
                  <c:v>0.21374981709999999</c:v>
                </c:pt>
                <c:pt idx="912">
                  <c:v>0.36922814910000001</c:v>
                </c:pt>
                <c:pt idx="913">
                  <c:v>0.44115632830000001</c:v>
                </c:pt>
                <c:pt idx="914">
                  <c:v>0.43342762759999998</c:v>
                </c:pt>
                <c:pt idx="915">
                  <c:v>0.4614808057</c:v>
                </c:pt>
                <c:pt idx="916">
                  <c:v>0.37997997379999998</c:v>
                </c:pt>
                <c:pt idx="917">
                  <c:v>0.28220584409999999</c:v>
                </c:pt>
                <c:pt idx="918">
                  <c:v>0.19179860130000001</c:v>
                </c:pt>
                <c:pt idx="919">
                  <c:v>8.8481736599999999E-2</c:v>
                </c:pt>
                <c:pt idx="920">
                  <c:v>6.5714090999999999E-3</c:v>
                </c:pt>
                <c:pt idx="921">
                  <c:v>-0.13767582989999999</c:v>
                </c:pt>
                <c:pt idx="922">
                  <c:v>-0.22648812160000001</c:v>
                </c:pt>
                <c:pt idx="923">
                  <c:v>-0.26221592179999997</c:v>
                </c:pt>
                <c:pt idx="924">
                  <c:v>-0.27050573080000001</c:v>
                </c:pt>
                <c:pt idx="925">
                  <c:v>-0.31444455430000001</c:v>
                </c:pt>
                <c:pt idx="926">
                  <c:v>-0.3618107089</c:v>
                </c:pt>
                <c:pt idx="927">
                  <c:v>-0.38735677120000001</c:v>
                </c:pt>
                <c:pt idx="928">
                  <c:v>-0.40439407579999997</c:v>
                </c:pt>
                <c:pt idx="929">
                  <c:v>-0.49944721440000001</c:v>
                </c:pt>
                <c:pt idx="930">
                  <c:v>-0.58563043999999997</c:v>
                </c:pt>
                <c:pt idx="931">
                  <c:v>-0.63280628640000003</c:v>
                </c:pt>
                <c:pt idx="932">
                  <c:v>-0.67865015120000005</c:v>
                </c:pt>
                <c:pt idx="933">
                  <c:v>-0.77546653160000001</c:v>
                </c:pt>
                <c:pt idx="934">
                  <c:v>-0.85072793099999999</c:v>
                </c:pt>
                <c:pt idx="935">
                  <c:v>-0.84897247659999997</c:v>
                </c:pt>
                <c:pt idx="936">
                  <c:v>-0.85923909450000002</c:v>
                </c:pt>
                <c:pt idx="937">
                  <c:v>-0.82003652179999997</c:v>
                </c:pt>
                <c:pt idx="938">
                  <c:v>-0.77288255829999997</c:v>
                </c:pt>
                <c:pt idx="939">
                  <c:v>-0.71910254569999998</c:v>
                </c:pt>
                <c:pt idx="940">
                  <c:v>-0.70734413419999997</c:v>
                </c:pt>
                <c:pt idx="941">
                  <c:v>-0.63136441070000004</c:v>
                </c:pt>
                <c:pt idx="942">
                  <c:v>-0.52474161210000003</c:v>
                </c:pt>
                <c:pt idx="943">
                  <c:v>-0.43274856350000002</c:v>
                </c:pt>
                <c:pt idx="944">
                  <c:v>-0.32325064710000001</c:v>
                </c:pt>
                <c:pt idx="945">
                  <c:v>-0.26623674949999998</c:v>
                </c:pt>
                <c:pt idx="946">
                  <c:v>-0.19720930950000001</c:v>
                </c:pt>
                <c:pt idx="947">
                  <c:v>-0.10765659750000001</c:v>
                </c:pt>
                <c:pt idx="948">
                  <c:v>-4.8935075299999999E-2</c:v>
                </c:pt>
                <c:pt idx="949">
                  <c:v>-1.5781587999999999E-3</c:v>
                </c:pt>
                <c:pt idx="950">
                  <c:v>0.11207276569999999</c:v>
                </c:pt>
                <c:pt idx="951">
                  <c:v>0.18295877150000001</c:v>
                </c:pt>
                <c:pt idx="952">
                  <c:v>0.2496056492</c:v>
                </c:pt>
                <c:pt idx="953">
                  <c:v>0.24167084259999999</c:v>
                </c:pt>
                <c:pt idx="954">
                  <c:v>0.2447678425</c:v>
                </c:pt>
                <c:pt idx="955">
                  <c:v>0.27562344999999999</c:v>
                </c:pt>
                <c:pt idx="956">
                  <c:v>0.2814947055</c:v>
                </c:pt>
                <c:pt idx="957">
                  <c:v>0.30685843699999998</c:v>
                </c:pt>
                <c:pt idx="958">
                  <c:v>0.35016615029999998</c:v>
                </c:pt>
                <c:pt idx="959">
                  <c:v>0.3853824481</c:v>
                </c:pt>
                <c:pt idx="960">
                  <c:v>0.39152580079999999</c:v>
                </c:pt>
                <c:pt idx="961">
                  <c:v>0.29674515629999998</c:v>
                </c:pt>
                <c:pt idx="962">
                  <c:v>0.1726390314</c:v>
                </c:pt>
                <c:pt idx="963">
                  <c:v>0.1283208099</c:v>
                </c:pt>
                <c:pt idx="964">
                  <c:v>9.5228890100000005E-2</c:v>
                </c:pt>
                <c:pt idx="965">
                  <c:v>-4.1147716199999997E-2</c:v>
                </c:pt>
                <c:pt idx="966">
                  <c:v>-0.1023182826</c:v>
                </c:pt>
                <c:pt idx="967">
                  <c:v>-0.145960861</c:v>
                </c:pt>
                <c:pt idx="968">
                  <c:v>-0.221922709</c:v>
                </c:pt>
                <c:pt idx="969">
                  <c:v>-0.31249651540000001</c:v>
                </c:pt>
                <c:pt idx="970">
                  <c:v>-0.38227351939999998</c:v>
                </c:pt>
                <c:pt idx="971">
                  <c:v>-0.54129977070000002</c:v>
                </c:pt>
                <c:pt idx="972">
                  <c:v>-0.62773343640000001</c:v>
                </c:pt>
                <c:pt idx="973">
                  <c:v>-0.70596216550000002</c:v>
                </c:pt>
                <c:pt idx="974">
                  <c:v>-0.78478884439999996</c:v>
                </c:pt>
                <c:pt idx="975">
                  <c:v>-0.84021773020000001</c:v>
                </c:pt>
                <c:pt idx="976">
                  <c:v>-0.98021204049999999</c:v>
                </c:pt>
                <c:pt idx="977">
                  <c:v>-1.1125324012</c:v>
                </c:pt>
                <c:pt idx="978">
                  <c:v>-1.2629635162999999</c:v>
                </c:pt>
                <c:pt idx="979">
                  <c:v>-1.4516497282</c:v>
                </c:pt>
                <c:pt idx="980">
                  <c:v>-1.6281109809000001</c:v>
                </c:pt>
                <c:pt idx="981">
                  <c:v>-1.7554364352</c:v>
                </c:pt>
                <c:pt idx="982">
                  <c:v>-1.8056646384999999</c:v>
                </c:pt>
                <c:pt idx="983">
                  <c:v>-1.8740232806999999</c:v>
                </c:pt>
                <c:pt idx="984">
                  <c:v>-2.0095238418000001</c:v>
                </c:pt>
                <c:pt idx="985">
                  <c:v>-2.1599127298999998</c:v>
                </c:pt>
                <c:pt idx="986">
                  <c:v>-2.1737825924999998</c:v>
                </c:pt>
                <c:pt idx="987">
                  <c:v>-2.2834760353000001</c:v>
                </c:pt>
                <c:pt idx="988">
                  <c:v>-2.3889183346</c:v>
                </c:pt>
                <c:pt idx="989">
                  <c:v>-2.4572526048999999</c:v>
                </c:pt>
                <c:pt idx="990">
                  <c:v>-2.4948404112999998</c:v>
                </c:pt>
                <c:pt idx="991">
                  <c:v>-2.5651621475000002</c:v>
                </c:pt>
                <c:pt idx="992">
                  <c:v>-2.5087209177999998</c:v>
                </c:pt>
                <c:pt idx="993">
                  <c:v>-2.5684658886</c:v>
                </c:pt>
                <c:pt idx="994">
                  <c:v>-2.6312371200000002</c:v>
                </c:pt>
                <c:pt idx="995">
                  <c:v>-2.6055119912000002</c:v>
                </c:pt>
                <c:pt idx="996">
                  <c:v>-2.5937390438999999</c:v>
                </c:pt>
                <c:pt idx="997">
                  <c:v>-2.4979591454999999</c:v>
                </c:pt>
                <c:pt idx="998">
                  <c:v>-2.4045500682999998</c:v>
                </c:pt>
                <c:pt idx="999">
                  <c:v>-2.3384182769000001</c:v>
                </c:pt>
                <c:pt idx="1000">
                  <c:v>-2.1979666464999998</c:v>
                </c:pt>
                <c:pt idx="1001">
                  <c:v>-2.0785385250999999</c:v>
                </c:pt>
                <c:pt idx="1002">
                  <c:v>-2.0197905620999999</c:v>
                </c:pt>
                <c:pt idx="1003">
                  <c:v>-1.9111660729</c:v>
                </c:pt>
                <c:pt idx="1004">
                  <c:v>-1.8566522191999999</c:v>
                </c:pt>
                <c:pt idx="1005">
                  <c:v>-1.8314681173</c:v>
                </c:pt>
                <c:pt idx="1006">
                  <c:v>-1.7544561691</c:v>
                </c:pt>
                <c:pt idx="1007">
                  <c:v>-1.6456869102</c:v>
                </c:pt>
                <c:pt idx="1008">
                  <c:v>-1.5607106271</c:v>
                </c:pt>
                <c:pt idx="1009">
                  <c:v>-1.5235004482000001</c:v>
                </c:pt>
                <c:pt idx="1010">
                  <c:v>-1.475061271</c:v>
                </c:pt>
                <c:pt idx="1011">
                  <c:v>-1.4450732003</c:v>
                </c:pt>
                <c:pt idx="1012">
                  <c:v>-1.3836208751000001</c:v>
                </c:pt>
                <c:pt idx="1013">
                  <c:v>-1.4041767205</c:v>
                </c:pt>
                <c:pt idx="1014">
                  <c:v>-1.3111164829999999</c:v>
                </c:pt>
                <c:pt idx="1015">
                  <c:v>-1.2501752541</c:v>
                </c:pt>
                <c:pt idx="1016">
                  <c:v>-1.2045769486</c:v>
                </c:pt>
                <c:pt idx="1017">
                  <c:v>-1.1535821203000001</c:v>
                </c:pt>
                <c:pt idx="1018">
                  <c:v>-1.1515818279000001</c:v>
                </c:pt>
                <c:pt idx="1019">
                  <c:v>-1.1191634051999999</c:v>
                </c:pt>
                <c:pt idx="1020">
                  <c:v>-1.1235174587000001</c:v>
                </c:pt>
                <c:pt idx="1021">
                  <c:v>-1.1439957217000001</c:v>
                </c:pt>
                <c:pt idx="1022">
                  <c:v>-1.0650294115000001</c:v>
                </c:pt>
                <c:pt idx="1023">
                  <c:v>-1.0157978083999999</c:v>
                </c:pt>
                <c:pt idx="1024">
                  <c:v>-0.99071280920000004</c:v>
                </c:pt>
                <c:pt idx="1025">
                  <c:v>-0.85985846590000004</c:v>
                </c:pt>
                <c:pt idx="1026">
                  <c:v>-0.64947224400000003</c:v>
                </c:pt>
                <c:pt idx="1027">
                  <c:v>-0.5297790121</c:v>
                </c:pt>
                <c:pt idx="1028">
                  <c:v>-0.4569350197</c:v>
                </c:pt>
                <c:pt idx="1029">
                  <c:v>-0.42578229010000002</c:v>
                </c:pt>
                <c:pt idx="1030">
                  <c:v>-0.27946534020000002</c:v>
                </c:pt>
                <c:pt idx="1031">
                  <c:v>-0.11589729679999999</c:v>
                </c:pt>
                <c:pt idx="1032">
                  <c:v>-1.31011845E-2</c:v>
                </c:pt>
                <c:pt idx="1033">
                  <c:v>0.12649332129999999</c:v>
                </c:pt>
                <c:pt idx="1034">
                  <c:v>0.1823803564</c:v>
                </c:pt>
                <c:pt idx="1035">
                  <c:v>0.23253765279999999</c:v>
                </c:pt>
                <c:pt idx="1036">
                  <c:v>0.34296039960000002</c:v>
                </c:pt>
                <c:pt idx="1037">
                  <c:v>0.46528392639999999</c:v>
                </c:pt>
                <c:pt idx="1038">
                  <c:v>0.55790048969999995</c:v>
                </c:pt>
                <c:pt idx="1039">
                  <c:v>0.68274850549999999</c:v>
                </c:pt>
                <c:pt idx="1040">
                  <c:v>0.70616666490000002</c:v>
                </c:pt>
                <c:pt idx="1041">
                  <c:v>0.75422336430000003</c:v>
                </c:pt>
                <c:pt idx="1042">
                  <c:v>0.76341971890000004</c:v>
                </c:pt>
                <c:pt idx="1043">
                  <c:v>0.71145031859999996</c:v>
                </c:pt>
                <c:pt idx="1044">
                  <c:v>0.75062736259999996</c:v>
                </c:pt>
                <c:pt idx="1045">
                  <c:v>0.85079579100000002</c:v>
                </c:pt>
                <c:pt idx="1046">
                  <c:v>0.83529306960000005</c:v>
                </c:pt>
                <c:pt idx="1047">
                  <c:v>0.69563330089999997</c:v>
                </c:pt>
                <c:pt idx="1048">
                  <c:v>0.5908977782</c:v>
                </c:pt>
                <c:pt idx="1049">
                  <c:v>0.46642274929999999</c:v>
                </c:pt>
                <c:pt idx="1050">
                  <c:v>0.40441941180000002</c:v>
                </c:pt>
                <c:pt idx="1051">
                  <c:v>0.24586534139999999</c:v>
                </c:pt>
                <c:pt idx="1052">
                  <c:v>8.7257477999999999E-2</c:v>
                </c:pt>
                <c:pt idx="1053">
                  <c:v>0.1159905178</c:v>
                </c:pt>
                <c:pt idx="1054">
                  <c:v>-1.1973380400000001E-2</c:v>
                </c:pt>
                <c:pt idx="1055">
                  <c:v>-4.3250658900000002E-2</c:v>
                </c:pt>
                <c:pt idx="1056">
                  <c:v>-8.0215122099999994E-2</c:v>
                </c:pt>
                <c:pt idx="1057">
                  <c:v>-0.1215824584</c:v>
                </c:pt>
                <c:pt idx="1058">
                  <c:v>-0.25777081099999999</c:v>
                </c:pt>
                <c:pt idx="1059">
                  <c:v>-0.41580018899999999</c:v>
                </c:pt>
                <c:pt idx="1060">
                  <c:v>-0.53519082279999997</c:v>
                </c:pt>
                <c:pt idx="1061">
                  <c:v>-0.58398617399999997</c:v>
                </c:pt>
                <c:pt idx="1062">
                  <c:v>-0.66475531830000001</c:v>
                </c:pt>
                <c:pt idx="1063">
                  <c:v>-0.73683919529999997</c:v>
                </c:pt>
                <c:pt idx="1064">
                  <c:v>-0.80549044110000001</c:v>
                </c:pt>
                <c:pt idx="1065">
                  <c:v>-0.95437327240000003</c:v>
                </c:pt>
                <c:pt idx="1066">
                  <c:v>-1.155075005</c:v>
                </c:pt>
                <c:pt idx="1067">
                  <c:v>-1.3038608071</c:v>
                </c:pt>
                <c:pt idx="1068">
                  <c:v>-1.3224966563</c:v>
                </c:pt>
                <c:pt idx="1069">
                  <c:v>-1.3266476019</c:v>
                </c:pt>
                <c:pt idx="1070">
                  <c:v>-1.3197765498</c:v>
                </c:pt>
                <c:pt idx="1071">
                  <c:v>-1.2910372095</c:v>
                </c:pt>
                <c:pt idx="1072">
                  <c:v>-1.2439286661</c:v>
                </c:pt>
                <c:pt idx="1073">
                  <c:v>-1.1974001741</c:v>
                </c:pt>
                <c:pt idx="1074">
                  <c:v>-1.2216507692</c:v>
                </c:pt>
                <c:pt idx="1075">
                  <c:v>-1.0948776826</c:v>
                </c:pt>
                <c:pt idx="1076">
                  <c:v>-1.0115510059999999</c:v>
                </c:pt>
                <c:pt idx="1077">
                  <c:v>-0.91407497439999996</c:v>
                </c:pt>
                <c:pt idx="1078">
                  <c:v>-0.82624169130000003</c:v>
                </c:pt>
                <c:pt idx="1079">
                  <c:v>-0.68964011709999995</c:v>
                </c:pt>
                <c:pt idx="1080">
                  <c:v>-0.50704890609999997</c:v>
                </c:pt>
                <c:pt idx="1081">
                  <c:v>-0.40410474060000001</c:v>
                </c:pt>
                <c:pt idx="1082">
                  <c:v>-0.2663927921</c:v>
                </c:pt>
                <c:pt idx="1083">
                  <c:v>-8.5183238600000002E-2</c:v>
                </c:pt>
                <c:pt idx="1084">
                  <c:v>0.1152636903</c:v>
                </c:pt>
                <c:pt idx="1085">
                  <c:v>0.26780755150000002</c:v>
                </c:pt>
                <c:pt idx="1086">
                  <c:v>0.44102222889999998</c:v>
                </c:pt>
                <c:pt idx="1087">
                  <c:v>0.59002683730000005</c:v>
                </c:pt>
                <c:pt idx="1088">
                  <c:v>0.78445108919999995</c:v>
                </c:pt>
                <c:pt idx="1089">
                  <c:v>0.94152549600000002</c:v>
                </c:pt>
                <c:pt idx="1090">
                  <c:v>1.1298208215000001</c:v>
                </c:pt>
                <c:pt idx="1091">
                  <c:v>1.2619401361</c:v>
                </c:pt>
                <c:pt idx="1092">
                  <c:v>1.3878190958000001</c:v>
                </c:pt>
                <c:pt idx="1093">
                  <c:v>1.5597924786999999</c:v>
                </c:pt>
                <c:pt idx="1094">
                  <c:v>1.642587995</c:v>
                </c:pt>
                <c:pt idx="1095">
                  <c:v>1.6863101138000001</c:v>
                </c:pt>
                <c:pt idx="1096">
                  <c:v>1.7313983221</c:v>
                </c:pt>
                <c:pt idx="1097">
                  <c:v>1.8118064906</c:v>
                </c:pt>
                <c:pt idx="1098">
                  <c:v>1.8619651944</c:v>
                </c:pt>
                <c:pt idx="1099">
                  <c:v>1.9140626148</c:v>
                </c:pt>
                <c:pt idx="1100">
                  <c:v>1.9513118078</c:v>
                </c:pt>
                <c:pt idx="1101">
                  <c:v>1.9397995933000001</c:v>
                </c:pt>
                <c:pt idx="1102">
                  <c:v>1.9501681232999999</c:v>
                </c:pt>
                <c:pt idx="1103">
                  <c:v>1.9622191001</c:v>
                </c:pt>
                <c:pt idx="1104">
                  <c:v>1.9929631165999999</c:v>
                </c:pt>
                <c:pt idx="1105">
                  <c:v>1.9694229447</c:v>
                </c:pt>
                <c:pt idx="1106">
                  <c:v>2.0013864002999999</c:v>
                </c:pt>
                <c:pt idx="1107">
                  <c:v>2.0851278709000001</c:v>
                </c:pt>
                <c:pt idx="1108">
                  <c:v>2.1976725012</c:v>
                </c:pt>
                <c:pt idx="1109">
                  <c:v>2.1861191451000002</c:v>
                </c:pt>
                <c:pt idx="1110">
                  <c:v>2.1467224208000002</c:v>
                </c:pt>
                <c:pt idx="1111">
                  <c:v>2.0522930258000001</c:v>
                </c:pt>
                <c:pt idx="1112">
                  <c:v>2.0725713583999998</c:v>
                </c:pt>
                <c:pt idx="1113">
                  <c:v>2.1445758302</c:v>
                </c:pt>
                <c:pt idx="1114">
                  <c:v>2.1422789261999999</c:v>
                </c:pt>
                <c:pt idx="1115">
                  <c:v>2.1784082434999998</c:v>
                </c:pt>
                <c:pt idx="1116">
                  <c:v>2.2302444805000001</c:v>
                </c:pt>
                <c:pt idx="1117">
                  <c:v>2.2535294477000001</c:v>
                </c:pt>
                <c:pt idx="1118">
                  <c:v>2.2621074018999998</c:v>
                </c:pt>
                <c:pt idx="1119">
                  <c:v>2.2772206442999998</c:v>
                </c:pt>
                <c:pt idx="1120">
                  <c:v>2.2220192058000001</c:v>
                </c:pt>
                <c:pt idx="1121">
                  <c:v>2.2339036301999999</c:v>
                </c:pt>
                <c:pt idx="1122">
                  <c:v>2.2726670643000002</c:v>
                </c:pt>
                <c:pt idx="1123">
                  <c:v>2.2874924806000001</c:v>
                </c:pt>
                <c:pt idx="1124">
                  <c:v>2.281042577</c:v>
                </c:pt>
                <c:pt idx="1125">
                  <c:v>2.2388975316000002</c:v>
                </c:pt>
                <c:pt idx="1126">
                  <c:v>2.2621670916999999</c:v>
                </c:pt>
                <c:pt idx="1127">
                  <c:v>2.2478989205</c:v>
                </c:pt>
                <c:pt idx="1128">
                  <c:v>2.2928294952999999</c:v>
                </c:pt>
                <c:pt idx="1129">
                  <c:v>2.2888459116000002</c:v>
                </c:pt>
                <c:pt idx="1130">
                  <c:v>2.2853784739999998</c:v>
                </c:pt>
                <c:pt idx="1131">
                  <c:v>2.3307749356</c:v>
                </c:pt>
                <c:pt idx="1132">
                  <c:v>2.3148127527</c:v>
                </c:pt>
                <c:pt idx="1133">
                  <c:v>2.1911639323999998</c:v>
                </c:pt>
                <c:pt idx="1134">
                  <c:v>2.0396870399</c:v>
                </c:pt>
                <c:pt idx="1135">
                  <c:v>1.8636903146999999</c:v>
                </c:pt>
                <c:pt idx="1136">
                  <c:v>1.6884648551999999</c:v>
                </c:pt>
                <c:pt idx="1137">
                  <c:v>1.5243796235</c:v>
                </c:pt>
                <c:pt idx="1138">
                  <c:v>1.4334879469999999</c:v>
                </c:pt>
                <c:pt idx="1139">
                  <c:v>1.3049433684</c:v>
                </c:pt>
                <c:pt idx="1140">
                  <c:v>1.1540668437999999</c:v>
                </c:pt>
                <c:pt idx="1141">
                  <c:v>1.1003022188</c:v>
                </c:pt>
                <c:pt idx="1142">
                  <c:v>1.0199923607000001</c:v>
                </c:pt>
                <c:pt idx="1143">
                  <c:v>0.91595276839999995</c:v>
                </c:pt>
                <c:pt idx="1144">
                  <c:v>0.88408049499999997</c:v>
                </c:pt>
                <c:pt idx="1145">
                  <c:v>0.82630480640000004</c:v>
                </c:pt>
                <c:pt idx="1146">
                  <c:v>0.78616124269999998</c:v>
                </c:pt>
                <c:pt idx="1147">
                  <c:v>0.69762056279999995</c:v>
                </c:pt>
                <c:pt idx="1148">
                  <c:v>0.62161509179999996</c:v>
                </c:pt>
                <c:pt idx="1149">
                  <c:v>0.44832492940000002</c:v>
                </c:pt>
                <c:pt idx="1150">
                  <c:v>0.31025669259999999</c:v>
                </c:pt>
                <c:pt idx="1151">
                  <c:v>0.25422763549999999</c:v>
                </c:pt>
                <c:pt idx="1152">
                  <c:v>0.13690818699999999</c:v>
                </c:pt>
                <c:pt idx="1153">
                  <c:v>2.91129257E-2</c:v>
                </c:pt>
                <c:pt idx="1154">
                  <c:v>-1.6996890600000002E-2</c:v>
                </c:pt>
                <c:pt idx="1155">
                  <c:v>-0.12607387019999999</c:v>
                </c:pt>
                <c:pt idx="1156">
                  <c:v>-0.16935606089999999</c:v>
                </c:pt>
                <c:pt idx="1157">
                  <c:v>-0.18446306439999999</c:v>
                </c:pt>
                <c:pt idx="1158">
                  <c:v>-0.1809595061</c:v>
                </c:pt>
                <c:pt idx="1159">
                  <c:v>-0.23619155980000001</c:v>
                </c:pt>
                <c:pt idx="1160">
                  <c:v>-0.27695763029999998</c:v>
                </c:pt>
                <c:pt idx="1161">
                  <c:v>-0.34437422070000001</c:v>
                </c:pt>
                <c:pt idx="1162">
                  <c:v>-0.44061153009999998</c:v>
                </c:pt>
                <c:pt idx="1163">
                  <c:v>-0.55088236349999997</c:v>
                </c:pt>
                <c:pt idx="1164">
                  <c:v>-0.63718695110000001</c:v>
                </c:pt>
                <c:pt idx="1165">
                  <c:v>-0.70541369320000002</c:v>
                </c:pt>
                <c:pt idx="1166">
                  <c:v>-0.76060333540000002</c:v>
                </c:pt>
                <c:pt idx="1167">
                  <c:v>-0.78135394329999996</c:v>
                </c:pt>
                <c:pt idx="1168">
                  <c:v>-0.84704891599999999</c:v>
                </c:pt>
                <c:pt idx="1169">
                  <c:v>-0.89661546130000003</c:v>
                </c:pt>
                <c:pt idx="1170">
                  <c:v>-0.87912333570000001</c:v>
                </c:pt>
                <c:pt idx="1171">
                  <c:v>-0.96565892939999998</c:v>
                </c:pt>
                <c:pt idx="1172">
                  <c:v>-0.94125613679999998</c:v>
                </c:pt>
                <c:pt idx="1173">
                  <c:v>-0.95144021720000005</c:v>
                </c:pt>
                <c:pt idx="1174">
                  <c:v>-0.94276266720000002</c:v>
                </c:pt>
                <c:pt idx="1175">
                  <c:v>-0.97881180729999995</c:v>
                </c:pt>
                <c:pt idx="1176">
                  <c:v>-1.0397975723999999</c:v>
                </c:pt>
                <c:pt idx="1177">
                  <c:v>-1.0094882739</c:v>
                </c:pt>
                <c:pt idx="1178">
                  <c:v>-0.97149740780000005</c:v>
                </c:pt>
                <c:pt idx="1179">
                  <c:v>-0.98108967739999997</c:v>
                </c:pt>
                <c:pt idx="1180">
                  <c:v>-1.0139820696999999</c:v>
                </c:pt>
                <c:pt idx="1181">
                  <c:v>-1.0267022548</c:v>
                </c:pt>
                <c:pt idx="1182">
                  <c:v>-0.92266485750000005</c:v>
                </c:pt>
                <c:pt idx="1183">
                  <c:v>-0.85889368929999999</c:v>
                </c:pt>
                <c:pt idx="1184">
                  <c:v>-0.77060028110000001</c:v>
                </c:pt>
                <c:pt idx="1185">
                  <c:v>-0.68625935930000004</c:v>
                </c:pt>
                <c:pt idx="1186">
                  <c:v>-0.5981591745</c:v>
                </c:pt>
                <c:pt idx="1187">
                  <c:v>-0.49841493689999999</c:v>
                </c:pt>
                <c:pt idx="1188">
                  <c:v>-0.37754207290000003</c:v>
                </c:pt>
                <c:pt idx="1189">
                  <c:v>-0.18960230380000001</c:v>
                </c:pt>
                <c:pt idx="1190">
                  <c:v>-0.1225450733</c:v>
                </c:pt>
                <c:pt idx="1191">
                  <c:v>-8.1935892900000001E-2</c:v>
                </c:pt>
                <c:pt idx="1192">
                  <c:v>5.0126583400000001E-2</c:v>
                </c:pt>
                <c:pt idx="1193">
                  <c:v>6.8776619999999997E-2</c:v>
                </c:pt>
                <c:pt idx="1194">
                  <c:v>6.1619649499999998E-2</c:v>
                </c:pt>
                <c:pt idx="1195">
                  <c:v>9.9433767300000003E-2</c:v>
                </c:pt>
                <c:pt idx="1196">
                  <c:v>0.12036599100000001</c:v>
                </c:pt>
                <c:pt idx="1197">
                  <c:v>0.2409508974</c:v>
                </c:pt>
                <c:pt idx="1198">
                  <c:v>0.26182574289999999</c:v>
                </c:pt>
                <c:pt idx="1199">
                  <c:v>0.2483058138</c:v>
                </c:pt>
                <c:pt idx="1200">
                  <c:v>0.23830523349999999</c:v>
                </c:pt>
                <c:pt idx="1201">
                  <c:v>0.27528057830000002</c:v>
                </c:pt>
                <c:pt idx="1202">
                  <c:v>0.35011731200000001</c:v>
                </c:pt>
                <c:pt idx="1203">
                  <c:v>0.35684298920000002</c:v>
                </c:pt>
                <c:pt idx="1204">
                  <c:v>0.41128454489999999</c:v>
                </c:pt>
                <c:pt idx="1205">
                  <c:v>0.40424920310000001</c:v>
                </c:pt>
                <c:pt idx="1206">
                  <c:v>0.43352145209999998</c:v>
                </c:pt>
                <c:pt idx="1207">
                  <c:v>0.32396203569999998</c:v>
                </c:pt>
                <c:pt idx="1208">
                  <c:v>0.22616296690000001</c:v>
                </c:pt>
                <c:pt idx="1209">
                  <c:v>0.1249234895</c:v>
                </c:pt>
                <c:pt idx="1210">
                  <c:v>2.8943340599999999E-2</c:v>
                </c:pt>
                <c:pt idx="1211">
                  <c:v>1.40647932E-2</c:v>
                </c:pt>
                <c:pt idx="1212">
                  <c:v>6.0266311199999999E-2</c:v>
                </c:pt>
                <c:pt idx="1213">
                  <c:v>0.1267468662</c:v>
                </c:pt>
                <c:pt idx="1214">
                  <c:v>0.12666297970000001</c:v>
                </c:pt>
                <c:pt idx="1215">
                  <c:v>0.1657121131</c:v>
                </c:pt>
                <c:pt idx="1216">
                  <c:v>0.19769873930000001</c:v>
                </c:pt>
                <c:pt idx="1217">
                  <c:v>0.2321232728</c:v>
                </c:pt>
                <c:pt idx="1218">
                  <c:v>0.31734692799999997</c:v>
                </c:pt>
                <c:pt idx="1219">
                  <c:v>0.4537750908</c:v>
                </c:pt>
                <c:pt idx="1220">
                  <c:v>0.48169151589999998</c:v>
                </c:pt>
                <c:pt idx="1221">
                  <c:v>0.50383002139999999</c:v>
                </c:pt>
                <c:pt idx="1222">
                  <c:v>0.52709246239999996</c:v>
                </c:pt>
                <c:pt idx="1223">
                  <c:v>0.49327089099999999</c:v>
                </c:pt>
                <c:pt idx="1224">
                  <c:v>0.45250046700000002</c:v>
                </c:pt>
                <c:pt idx="1225">
                  <c:v>0.36682519990000001</c:v>
                </c:pt>
                <c:pt idx="1226">
                  <c:v>0.35787602260000001</c:v>
                </c:pt>
                <c:pt idx="1227">
                  <c:v>0.31407280879999999</c:v>
                </c:pt>
                <c:pt idx="1228">
                  <c:v>0.3585954677</c:v>
                </c:pt>
                <c:pt idx="1229">
                  <c:v>0.39189908070000001</c:v>
                </c:pt>
                <c:pt idx="1230">
                  <c:v>0.39733988320000002</c:v>
                </c:pt>
                <c:pt idx="1231">
                  <c:v>0.36893045070000002</c:v>
                </c:pt>
                <c:pt idx="1232">
                  <c:v>0.33625296449999997</c:v>
                </c:pt>
                <c:pt idx="1233">
                  <c:v>0.2971634695</c:v>
                </c:pt>
                <c:pt idx="1234">
                  <c:v>0.2137401736</c:v>
                </c:pt>
                <c:pt idx="1235">
                  <c:v>0.2232983727</c:v>
                </c:pt>
                <c:pt idx="1236">
                  <c:v>0.32110096220000001</c:v>
                </c:pt>
                <c:pt idx="1237">
                  <c:v>0.38893957410000002</c:v>
                </c:pt>
                <c:pt idx="1238">
                  <c:v>0.49554871649999999</c:v>
                </c:pt>
                <c:pt idx="1239">
                  <c:v>0.50082771370000001</c:v>
                </c:pt>
                <c:pt idx="1240">
                  <c:v>0.46439420339999998</c:v>
                </c:pt>
                <c:pt idx="1241">
                  <c:v>0.53192294259999995</c:v>
                </c:pt>
                <c:pt idx="1242">
                  <c:v>0.58405607110000002</c:v>
                </c:pt>
                <c:pt idx="1243">
                  <c:v>0.60784045090000005</c:v>
                </c:pt>
                <c:pt idx="1244">
                  <c:v>0.64741003129999997</c:v>
                </c:pt>
                <c:pt idx="1245">
                  <c:v>0.72904777549999999</c:v>
                </c:pt>
                <c:pt idx="1246">
                  <c:v>0.87803716089999995</c:v>
                </c:pt>
                <c:pt idx="1247">
                  <c:v>0.91559694219999999</c:v>
                </c:pt>
                <c:pt idx="1248">
                  <c:v>1.0308460234000001</c:v>
                </c:pt>
                <c:pt idx="1249">
                  <c:v>1.119418107</c:v>
                </c:pt>
                <c:pt idx="1250">
                  <c:v>1.1431212315999999</c:v>
                </c:pt>
                <c:pt idx="1251">
                  <c:v>1.1515847159999999</c:v>
                </c:pt>
                <c:pt idx="1252">
                  <c:v>1.1844475029999999</c:v>
                </c:pt>
                <c:pt idx="1253">
                  <c:v>1.2429976409000001</c:v>
                </c:pt>
                <c:pt idx="1254">
                  <c:v>1.2064131074</c:v>
                </c:pt>
                <c:pt idx="1255">
                  <c:v>1.202960179</c:v>
                </c:pt>
                <c:pt idx="1256">
                  <c:v>1.1822851712</c:v>
                </c:pt>
                <c:pt idx="1257">
                  <c:v>1.1080108911</c:v>
                </c:pt>
                <c:pt idx="1258">
                  <c:v>1.0405053087</c:v>
                </c:pt>
                <c:pt idx="1259">
                  <c:v>0.91043942450000004</c:v>
                </c:pt>
                <c:pt idx="1260">
                  <c:v>0.84862065610000004</c:v>
                </c:pt>
                <c:pt idx="1261">
                  <c:v>0.80990883280000003</c:v>
                </c:pt>
                <c:pt idx="1262">
                  <c:v>0.76449369280000001</c:v>
                </c:pt>
                <c:pt idx="1263">
                  <c:v>0.73661389180000003</c:v>
                </c:pt>
                <c:pt idx="1264">
                  <c:v>0.70363032390000002</c:v>
                </c:pt>
                <c:pt idx="1265">
                  <c:v>0.64835331429999998</c:v>
                </c:pt>
                <c:pt idx="1266">
                  <c:v>0.61074385269999998</c:v>
                </c:pt>
                <c:pt idx="1267">
                  <c:v>0.50580970999999997</c:v>
                </c:pt>
                <c:pt idx="1268">
                  <c:v>0.45609488269999998</c:v>
                </c:pt>
                <c:pt idx="1269">
                  <c:v>0.34248693870000002</c:v>
                </c:pt>
                <c:pt idx="1270">
                  <c:v>0.2561934273</c:v>
                </c:pt>
                <c:pt idx="1271">
                  <c:v>0.2270161252</c:v>
                </c:pt>
                <c:pt idx="1272">
                  <c:v>0.1933712518</c:v>
                </c:pt>
                <c:pt idx="1273">
                  <c:v>0.16414744310000001</c:v>
                </c:pt>
                <c:pt idx="1274">
                  <c:v>8.9046637900000003E-2</c:v>
                </c:pt>
                <c:pt idx="1275">
                  <c:v>8.9889826899999997E-2</c:v>
                </c:pt>
                <c:pt idx="1276">
                  <c:v>6.8281405399999995E-2</c:v>
                </c:pt>
                <c:pt idx="1277">
                  <c:v>-2.1339772000000001E-3</c:v>
                </c:pt>
                <c:pt idx="1278">
                  <c:v>-6.7818048300000003E-2</c:v>
                </c:pt>
                <c:pt idx="1279">
                  <c:v>-0.1209454447</c:v>
                </c:pt>
                <c:pt idx="1280">
                  <c:v>-0.1229681463</c:v>
                </c:pt>
                <c:pt idx="1281">
                  <c:v>-0.1477349741</c:v>
                </c:pt>
                <c:pt idx="1282">
                  <c:v>-0.2497912622</c:v>
                </c:pt>
                <c:pt idx="1283">
                  <c:v>-0.241928319</c:v>
                </c:pt>
                <c:pt idx="1284">
                  <c:v>-0.21399213119999999</c:v>
                </c:pt>
                <c:pt idx="1285">
                  <c:v>-0.17856338939999999</c:v>
                </c:pt>
                <c:pt idx="1286">
                  <c:v>-0.13063879210000001</c:v>
                </c:pt>
                <c:pt idx="1287">
                  <c:v>-0.1439312975</c:v>
                </c:pt>
                <c:pt idx="1288">
                  <c:v>-0.1239160477</c:v>
                </c:pt>
                <c:pt idx="1289">
                  <c:v>-6.0762163199999997E-2</c:v>
                </c:pt>
                <c:pt idx="1290">
                  <c:v>-4.93602395E-2</c:v>
                </c:pt>
                <c:pt idx="1291">
                  <c:v>-2.5672367299999999E-2</c:v>
                </c:pt>
                <c:pt idx="1292">
                  <c:v>1.15293397E-2</c:v>
                </c:pt>
                <c:pt idx="1293">
                  <c:v>9.98888567E-2</c:v>
                </c:pt>
                <c:pt idx="1294">
                  <c:v>0.1394406262</c:v>
                </c:pt>
                <c:pt idx="1295">
                  <c:v>0.19929449890000001</c:v>
                </c:pt>
                <c:pt idx="1296">
                  <c:v>0.20809536880000001</c:v>
                </c:pt>
                <c:pt idx="1297">
                  <c:v>0.2440985326</c:v>
                </c:pt>
                <c:pt idx="1298">
                  <c:v>0.30237275219999998</c:v>
                </c:pt>
                <c:pt idx="1299">
                  <c:v>0.34204267620000001</c:v>
                </c:pt>
                <c:pt idx="1300">
                  <c:v>0.42209884019999999</c:v>
                </c:pt>
                <c:pt idx="1301">
                  <c:v>0.44863429440000002</c:v>
                </c:pt>
                <c:pt idx="1302">
                  <c:v>0.42430143850000002</c:v>
                </c:pt>
                <c:pt idx="1303">
                  <c:v>0.53840627890000003</c:v>
                </c:pt>
                <c:pt idx="1304">
                  <c:v>0.51257233440000005</c:v>
                </c:pt>
                <c:pt idx="1305">
                  <c:v>0.52764984270000004</c:v>
                </c:pt>
                <c:pt idx="1306">
                  <c:v>0.55679447230000001</c:v>
                </c:pt>
                <c:pt idx="1307">
                  <c:v>0.55133638600000001</c:v>
                </c:pt>
                <c:pt idx="1308">
                  <c:v>0.54280651790000001</c:v>
                </c:pt>
                <c:pt idx="1309">
                  <c:v>0.55242983379999999</c:v>
                </c:pt>
                <c:pt idx="1310">
                  <c:v>0.52881007859999996</c:v>
                </c:pt>
                <c:pt idx="1311">
                  <c:v>0.5441014287</c:v>
                </c:pt>
                <c:pt idx="1312">
                  <c:v>0.53757156390000005</c:v>
                </c:pt>
                <c:pt idx="1313">
                  <c:v>0.51700341839999997</c:v>
                </c:pt>
                <c:pt idx="1314">
                  <c:v>0.49502674029999999</c:v>
                </c:pt>
                <c:pt idx="1315">
                  <c:v>0.49538167840000003</c:v>
                </c:pt>
                <c:pt idx="1316">
                  <c:v>0.47975295769999998</c:v>
                </c:pt>
                <c:pt idx="1317">
                  <c:v>0.4514644827</c:v>
                </c:pt>
                <c:pt idx="1318">
                  <c:v>0.4264802077</c:v>
                </c:pt>
                <c:pt idx="1319">
                  <c:v>0.42044750939999997</c:v>
                </c:pt>
                <c:pt idx="1320">
                  <c:v>0.40937186580000001</c:v>
                </c:pt>
                <c:pt idx="1321">
                  <c:v>0.39931444760000001</c:v>
                </c:pt>
                <c:pt idx="1322">
                  <c:v>0.4475634564</c:v>
                </c:pt>
                <c:pt idx="1323">
                  <c:v>0.47987199759999999</c:v>
                </c:pt>
                <c:pt idx="1324">
                  <c:v>0.43565163089999998</c:v>
                </c:pt>
                <c:pt idx="1325">
                  <c:v>0.42571478000000001</c:v>
                </c:pt>
                <c:pt idx="1326">
                  <c:v>0.33307311760000002</c:v>
                </c:pt>
                <c:pt idx="1327">
                  <c:v>0.23857189309999999</c:v>
                </c:pt>
                <c:pt idx="1328">
                  <c:v>0.16858552399999999</c:v>
                </c:pt>
                <c:pt idx="1329">
                  <c:v>0.17937086199999999</c:v>
                </c:pt>
                <c:pt idx="1330">
                  <c:v>0.21710116230000001</c:v>
                </c:pt>
                <c:pt idx="1331">
                  <c:v>0.16309558730000001</c:v>
                </c:pt>
                <c:pt idx="1332">
                  <c:v>0.12571293619999999</c:v>
                </c:pt>
                <c:pt idx="1333">
                  <c:v>5.7852452899999997E-2</c:v>
                </c:pt>
                <c:pt idx="1334">
                  <c:v>4.0800754500000001E-2</c:v>
                </c:pt>
                <c:pt idx="1335">
                  <c:v>-4.9165801799999999E-2</c:v>
                </c:pt>
                <c:pt idx="1336">
                  <c:v>-0.1429969801</c:v>
                </c:pt>
                <c:pt idx="1337">
                  <c:v>-0.21261295890000001</c:v>
                </c:pt>
                <c:pt idx="1338">
                  <c:v>-0.22058585820000001</c:v>
                </c:pt>
                <c:pt idx="1339">
                  <c:v>-0.27321316810000001</c:v>
                </c:pt>
                <c:pt idx="1340">
                  <c:v>-0.30938654560000001</c:v>
                </c:pt>
                <c:pt idx="1341">
                  <c:v>-0.3695102515</c:v>
                </c:pt>
                <c:pt idx="1342">
                  <c:v>-0.47857061400000001</c:v>
                </c:pt>
                <c:pt idx="1343">
                  <c:v>-0.54752039880000003</c:v>
                </c:pt>
                <c:pt idx="1344">
                  <c:v>-0.60739695839999996</c:v>
                </c:pt>
                <c:pt idx="1345">
                  <c:v>-0.69306980279999997</c:v>
                </c:pt>
                <c:pt idx="1346">
                  <c:v>-0.76919248549999997</c:v>
                </c:pt>
                <c:pt idx="1347">
                  <c:v>-0.75738078040000001</c:v>
                </c:pt>
                <c:pt idx="1348">
                  <c:v>-0.76381560400000004</c:v>
                </c:pt>
                <c:pt idx="1349">
                  <c:v>-0.74611855630000001</c:v>
                </c:pt>
                <c:pt idx="1350">
                  <c:v>-0.82806570989999995</c:v>
                </c:pt>
                <c:pt idx="1351">
                  <c:v>-0.92449286050000001</c:v>
                </c:pt>
                <c:pt idx="1352">
                  <c:v>-0.90376222900000003</c:v>
                </c:pt>
                <c:pt idx="1353">
                  <c:v>-0.85359217080000005</c:v>
                </c:pt>
                <c:pt idx="1354">
                  <c:v>-0.82440968120000002</c:v>
                </c:pt>
                <c:pt idx="1355">
                  <c:v>-0.87811261770000004</c:v>
                </c:pt>
                <c:pt idx="1356">
                  <c:v>-0.86621009019999995</c:v>
                </c:pt>
                <c:pt idx="1357">
                  <c:v>-0.81322310630000005</c:v>
                </c:pt>
                <c:pt idx="1358">
                  <c:v>-0.71582165490000005</c:v>
                </c:pt>
                <c:pt idx="1359">
                  <c:v>-0.62704742099999999</c:v>
                </c:pt>
                <c:pt idx="1360">
                  <c:v>-0.59491758699999997</c:v>
                </c:pt>
                <c:pt idx="1361">
                  <c:v>-0.56194948</c:v>
                </c:pt>
                <c:pt idx="1362">
                  <c:v>-0.50333673749999996</c:v>
                </c:pt>
                <c:pt idx="1363">
                  <c:v>-0.42569120760000001</c:v>
                </c:pt>
                <c:pt idx="1364">
                  <c:v>-0.35833687910000001</c:v>
                </c:pt>
                <c:pt idx="1365">
                  <c:v>-0.28903618310000001</c:v>
                </c:pt>
                <c:pt idx="1366">
                  <c:v>-0.25274712649999997</c:v>
                </c:pt>
                <c:pt idx="1367">
                  <c:v>-0.157972428</c:v>
                </c:pt>
                <c:pt idx="1368">
                  <c:v>-9.5542816700000005E-2</c:v>
                </c:pt>
                <c:pt idx="1369">
                  <c:v>-4.0463666699999998E-2</c:v>
                </c:pt>
                <c:pt idx="1370">
                  <c:v>3.7621100099999999E-2</c:v>
                </c:pt>
                <c:pt idx="1371">
                  <c:v>0.1162207488</c:v>
                </c:pt>
                <c:pt idx="1372">
                  <c:v>0.13550575109999999</c:v>
                </c:pt>
                <c:pt idx="1373">
                  <c:v>0.14110771189999999</c:v>
                </c:pt>
                <c:pt idx="1374">
                  <c:v>0.15349936010000001</c:v>
                </c:pt>
                <c:pt idx="1375">
                  <c:v>0.1278376353</c:v>
                </c:pt>
                <c:pt idx="1376">
                  <c:v>0.16289939449999999</c:v>
                </c:pt>
                <c:pt idx="1377">
                  <c:v>0.24688494180000001</c:v>
                </c:pt>
                <c:pt idx="1378">
                  <c:v>0.29414612750000002</c:v>
                </c:pt>
                <c:pt idx="1379">
                  <c:v>0.2862155629</c:v>
                </c:pt>
                <c:pt idx="1380">
                  <c:v>0.24794742180000001</c:v>
                </c:pt>
                <c:pt idx="1381">
                  <c:v>0.25676317199999998</c:v>
                </c:pt>
                <c:pt idx="1382">
                  <c:v>0.28989677089999999</c:v>
                </c:pt>
                <c:pt idx="1383">
                  <c:v>0.31501011579999999</c:v>
                </c:pt>
                <c:pt idx="1384">
                  <c:v>0.31800266300000002</c:v>
                </c:pt>
                <c:pt idx="1385">
                  <c:v>0.32835915729999998</c:v>
                </c:pt>
                <c:pt idx="1386">
                  <c:v>0.31729829339999999</c:v>
                </c:pt>
                <c:pt idx="1387">
                  <c:v>0.35611884929999998</c:v>
                </c:pt>
                <c:pt idx="1388">
                  <c:v>0.34260236160000002</c:v>
                </c:pt>
                <c:pt idx="1389">
                  <c:v>0.36509104190000002</c:v>
                </c:pt>
                <c:pt idx="1390">
                  <c:v>0.43579099160000001</c:v>
                </c:pt>
                <c:pt idx="1391">
                  <c:v>0.4874439746</c:v>
                </c:pt>
                <c:pt idx="1392">
                  <c:v>0.53369473739999995</c:v>
                </c:pt>
                <c:pt idx="1393">
                  <c:v>0.60617891260000001</c:v>
                </c:pt>
                <c:pt idx="1394">
                  <c:v>0.70766395189999998</c:v>
                </c:pt>
                <c:pt idx="1395">
                  <c:v>0.75328111269999998</c:v>
                </c:pt>
                <c:pt idx="1396">
                  <c:v>0.86015937409999998</c:v>
                </c:pt>
                <c:pt idx="1397">
                  <c:v>0.90095617279999995</c:v>
                </c:pt>
                <c:pt idx="1398">
                  <c:v>0.85376574220000001</c:v>
                </c:pt>
                <c:pt idx="1399">
                  <c:v>0.81752959960000005</c:v>
                </c:pt>
                <c:pt idx="1400">
                  <c:v>0.80272770719999997</c:v>
                </c:pt>
                <c:pt idx="1401">
                  <c:v>0.81965435129999997</c:v>
                </c:pt>
                <c:pt idx="1402">
                  <c:v>0.90583014660000005</c:v>
                </c:pt>
                <c:pt idx="1403">
                  <c:v>0.94725035359999998</c:v>
                </c:pt>
                <c:pt idx="1404">
                  <c:v>1.0758851714</c:v>
                </c:pt>
                <c:pt idx="1405">
                  <c:v>1.2162432284</c:v>
                </c:pt>
                <c:pt idx="1406">
                  <c:v>1.2728170217999999</c:v>
                </c:pt>
                <c:pt idx="1407">
                  <c:v>1.3970792782000001</c:v>
                </c:pt>
                <c:pt idx="1408">
                  <c:v>1.4434159980000001</c:v>
                </c:pt>
                <c:pt idx="1409">
                  <c:v>1.4804422524</c:v>
                </c:pt>
                <c:pt idx="1410">
                  <c:v>1.4765505555</c:v>
                </c:pt>
                <c:pt idx="1411">
                  <c:v>1.4171645453999999</c:v>
                </c:pt>
                <c:pt idx="1412">
                  <c:v>1.4141958602</c:v>
                </c:pt>
                <c:pt idx="1413">
                  <c:v>1.4217672300999999</c:v>
                </c:pt>
                <c:pt idx="1414">
                  <c:v>1.4344871062</c:v>
                </c:pt>
                <c:pt idx="1415">
                  <c:v>1.4195576209</c:v>
                </c:pt>
                <c:pt idx="1416">
                  <c:v>1.4576819048</c:v>
                </c:pt>
                <c:pt idx="1417">
                  <c:v>1.4796698193</c:v>
                </c:pt>
                <c:pt idx="1418">
                  <c:v>1.5168119949000001</c:v>
                </c:pt>
                <c:pt idx="1419">
                  <c:v>1.5796109892000001</c:v>
                </c:pt>
                <c:pt idx="1420">
                  <c:v>1.6687948336</c:v>
                </c:pt>
                <c:pt idx="1421">
                  <c:v>1.7412470170000001</c:v>
                </c:pt>
                <c:pt idx="1422">
                  <c:v>1.7946121960999999</c:v>
                </c:pt>
                <c:pt idx="1423">
                  <c:v>1.7874777824000001</c:v>
                </c:pt>
                <c:pt idx="1424">
                  <c:v>1.7033257823000001</c:v>
                </c:pt>
                <c:pt idx="1425">
                  <c:v>1.6194665085</c:v>
                </c:pt>
                <c:pt idx="1426">
                  <c:v>1.5491033768</c:v>
                </c:pt>
                <c:pt idx="1427">
                  <c:v>1.5046829273</c:v>
                </c:pt>
                <c:pt idx="1428">
                  <c:v>1.4632062534000001</c:v>
                </c:pt>
                <c:pt idx="1429">
                  <c:v>1.4694051296999999</c:v>
                </c:pt>
                <c:pt idx="1430">
                  <c:v>1.5374994464</c:v>
                </c:pt>
                <c:pt idx="1431">
                  <c:v>1.5002753133</c:v>
                </c:pt>
                <c:pt idx="1432">
                  <c:v>1.5199745031</c:v>
                </c:pt>
                <c:pt idx="1433">
                  <c:v>1.5080606295000001</c:v>
                </c:pt>
                <c:pt idx="1434">
                  <c:v>1.4802454137000001</c:v>
                </c:pt>
                <c:pt idx="1435">
                  <c:v>1.5105589349999999</c:v>
                </c:pt>
                <c:pt idx="1436">
                  <c:v>1.5328936720999999</c:v>
                </c:pt>
                <c:pt idx="1437">
                  <c:v>1.4927548192</c:v>
                </c:pt>
                <c:pt idx="1438">
                  <c:v>1.490515671</c:v>
                </c:pt>
                <c:pt idx="1439">
                  <c:v>1.5795586847</c:v>
                </c:pt>
                <c:pt idx="1440">
                  <c:v>1.5406605477999999</c:v>
                </c:pt>
                <c:pt idx="1441">
                  <c:v>1.4748370234999999</c:v>
                </c:pt>
                <c:pt idx="1442">
                  <c:v>1.3564993153</c:v>
                </c:pt>
                <c:pt idx="1443">
                  <c:v>1.2274406470000001</c:v>
                </c:pt>
                <c:pt idx="1444">
                  <c:v>1.2004854473</c:v>
                </c:pt>
                <c:pt idx="1445">
                  <c:v>1.1737114526000001</c:v>
                </c:pt>
                <c:pt idx="1446">
                  <c:v>1.0915028657000001</c:v>
                </c:pt>
                <c:pt idx="1447">
                  <c:v>1.041081973</c:v>
                </c:pt>
                <c:pt idx="1448">
                  <c:v>0.97721379490000004</c:v>
                </c:pt>
                <c:pt idx="1449">
                  <c:v>0.93122124849999999</c:v>
                </c:pt>
                <c:pt idx="1450">
                  <c:v>0.89772700620000001</c:v>
                </c:pt>
                <c:pt idx="1451">
                  <c:v>0.75026834890000005</c:v>
                </c:pt>
                <c:pt idx="1452">
                  <c:v>0.70023153510000002</c:v>
                </c:pt>
                <c:pt idx="1453">
                  <c:v>0.58814363140000003</c:v>
                </c:pt>
                <c:pt idx="1454">
                  <c:v>0.47914029749999998</c:v>
                </c:pt>
                <c:pt idx="1455">
                  <c:v>0.37250116789999999</c:v>
                </c:pt>
                <c:pt idx="1456">
                  <c:v>0.13762622499999999</c:v>
                </c:pt>
                <c:pt idx="1457">
                  <c:v>-0.13519309909999999</c:v>
                </c:pt>
                <c:pt idx="1458">
                  <c:v>-0.39442330269999998</c:v>
                </c:pt>
                <c:pt idx="1459">
                  <c:v>-0.60653957380000001</c:v>
                </c:pt>
                <c:pt idx="1460">
                  <c:v>-0.87061805530000003</c:v>
                </c:pt>
                <c:pt idx="1461">
                  <c:v>-1.0899390155999999</c:v>
                </c:pt>
                <c:pt idx="1462">
                  <c:v>-1.3565703584</c:v>
                </c:pt>
                <c:pt idx="1463">
                  <c:v>-1.4714850151000001</c:v>
                </c:pt>
                <c:pt idx="1464">
                  <c:v>-1.5584138590000001</c:v>
                </c:pt>
                <c:pt idx="1465">
                  <c:v>-1.7224782648000001</c:v>
                </c:pt>
                <c:pt idx="1466">
                  <c:v>-1.8233000260000001</c:v>
                </c:pt>
                <c:pt idx="1467">
                  <c:v>-1.8860290859</c:v>
                </c:pt>
                <c:pt idx="1468">
                  <c:v>-2.0177242899999999</c:v>
                </c:pt>
                <c:pt idx="1469">
                  <c:v>-2.0666602989</c:v>
                </c:pt>
                <c:pt idx="1470">
                  <c:v>-2.1786275063999998</c:v>
                </c:pt>
                <c:pt idx="1471">
                  <c:v>-2.2953196877000002</c:v>
                </c:pt>
                <c:pt idx="1472">
                  <c:v>-2.2955952246</c:v>
                </c:pt>
                <c:pt idx="1473">
                  <c:v>-2.3608151857999999</c:v>
                </c:pt>
                <c:pt idx="1474">
                  <c:v>-2.3401147465999999</c:v>
                </c:pt>
                <c:pt idx="1475">
                  <c:v>-2.3360611322999998</c:v>
                </c:pt>
                <c:pt idx="1476">
                  <c:v>-2.3158109361000001</c:v>
                </c:pt>
                <c:pt idx="1477">
                  <c:v>-2.2805354316000002</c:v>
                </c:pt>
                <c:pt idx="1478">
                  <c:v>-2.1432116248000002</c:v>
                </c:pt>
                <c:pt idx="1479">
                  <c:v>-1.9928222905999999</c:v>
                </c:pt>
                <c:pt idx="1480">
                  <c:v>-1.8396211692</c:v>
                </c:pt>
                <c:pt idx="1481">
                  <c:v>-1.6740619163999999</c:v>
                </c:pt>
                <c:pt idx="1482">
                  <c:v>-1.483918968</c:v>
                </c:pt>
                <c:pt idx="1483">
                  <c:v>-1.3068675424</c:v>
                </c:pt>
                <c:pt idx="1484">
                  <c:v>-1.1661626522999999</c:v>
                </c:pt>
                <c:pt idx="1485">
                  <c:v>-1.1127149169999999</c:v>
                </c:pt>
                <c:pt idx="1486">
                  <c:v>-1.0575058388</c:v>
                </c:pt>
                <c:pt idx="1487">
                  <c:v>-0.98309001250000005</c:v>
                </c:pt>
                <c:pt idx="1488">
                  <c:v>-0.9311145073</c:v>
                </c:pt>
                <c:pt idx="1489">
                  <c:v>-0.90174313110000004</c:v>
                </c:pt>
                <c:pt idx="1490">
                  <c:v>-0.8232593171</c:v>
                </c:pt>
                <c:pt idx="1491">
                  <c:v>-0.70415364250000001</c:v>
                </c:pt>
                <c:pt idx="1492">
                  <c:v>-0.50552763700000003</c:v>
                </c:pt>
                <c:pt idx="1493">
                  <c:v>-0.45283522669999998</c:v>
                </c:pt>
                <c:pt idx="1494">
                  <c:v>-0.29194584229999998</c:v>
                </c:pt>
                <c:pt idx="1495">
                  <c:v>-0.2193617044</c:v>
                </c:pt>
                <c:pt idx="1496">
                  <c:v>-0.15052448569999999</c:v>
                </c:pt>
                <c:pt idx="1497">
                  <c:v>-8.0474504299999999E-2</c:v>
                </c:pt>
                <c:pt idx="1498">
                  <c:v>-2.2079365300000001E-2</c:v>
                </c:pt>
                <c:pt idx="1499">
                  <c:v>-0.1118669716</c:v>
                </c:pt>
                <c:pt idx="1500">
                  <c:v>-0.1193570422</c:v>
                </c:pt>
                <c:pt idx="1501">
                  <c:v>-0.20184607330000001</c:v>
                </c:pt>
                <c:pt idx="1502">
                  <c:v>-0.29860857829999998</c:v>
                </c:pt>
                <c:pt idx="1503">
                  <c:v>-0.29399887689999998</c:v>
                </c:pt>
                <c:pt idx="1504">
                  <c:v>-0.25007175459999997</c:v>
                </c:pt>
                <c:pt idx="1505">
                  <c:v>-0.305576036</c:v>
                </c:pt>
                <c:pt idx="1506">
                  <c:v>-0.29901789989999999</c:v>
                </c:pt>
                <c:pt idx="1507">
                  <c:v>-0.30832593219999999</c:v>
                </c:pt>
                <c:pt idx="1508">
                  <c:v>-0.3090077557</c:v>
                </c:pt>
                <c:pt idx="1509">
                  <c:v>-0.28400988069999999</c:v>
                </c:pt>
                <c:pt idx="1510">
                  <c:v>-0.1783172143</c:v>
                </c:pt>
                <c:pt idx="1511">
                  <c:v>-0.14912436209999999</c:v>
                </c:pt>
                <c:pt idx="1512">
                  <c:v>-0.19485822729999999</c:v>
                </c:pt>
                <c:pt idx="1513">
                  <c:v>-0.32853977569999998</c:v>
                </c:pt>
                <c:pt idx="1514">
                  <c:v>-0.2715360436</c:v>
                </c:pt>
                <c:pt idx="1515">
                  <c:v>-0.32944775949999999</c:v>
                </c:pt>
                <c:pt idx="1516">
                  <c:v>-0.37287573099999999</c:v>
                </c:pt>
                <c:pt idx="1517">
                  <c:v>-0.4365676342</c:v>
                </c:pt>
                <c:pt idx="1518">
                  <c:v>-0.46372651390000003</c:v>
                </c:pt>
                <c:pt idx="1519">
                  <c:v>-0.45839074070000002</c:v>
                </c:pt>
                <c:pt idx="1520">
                  <c:v>-0.36724991629999998</c:v>
                </c:pt>
                <c:pt idx="1521">
                  <c:v>-0.37541724300000001</c:v>
                </c:pt>
                <c:pt idx="1522">
                  <c:v>-0.35916288410000002</c:v>
                </c:pt>
                <c:pt idx="1523">
                  <c:v>-0.35654143780000003</c:v>
                </c:pt>
                <c:pt idx="1524">
                  <c:v>-0.39037360659999998</c:v>
                </c:pt>
                <c:pt idx="1525">
                  <c:v>-0.35240359300000001</c:v>
                </c:pt>
                <c:pt idx="1526">
                  <c:v>-0.30135416980000002</c:v>
                </c:pt>
                <c:pt idx="1527">
                  <c:v>-0.29940591</c:v>
                </c:pt>
                <c:pt idx="1528">
                  <c:v>-0.22719355529999999</c:v>
                </c:pt>
                <c:pt idx="1529">
                  <c:v>-0.1959235007</c:v>
                </c:pt>
                <c:pt idx="1530">
                  <c:v>-0.2018200312</c:v>
                </c:pt>
                <c:pt idx="1531">
                  <c:v>-0.28674451090000003</c:v>
                </c:pt>
                <c:pt idx="1532">
                  <c:v>-0.358255243</c:v>
                </c:pt>
                <c:pt idx="1533">
                  <c:v>-0.40328509779999999</c:v>
                </c:pt>
                <c:pt idx="1534">
                  <c:v>-0.39243913130000002</c:v>
                </c:pt>
                <c:pt idx="1535">
                  <c:v>-0.49970867930000001</c:v>
                </c:pt>
                <c:pt idx="1536">
                  <c:v>-0.51710553839999995</c:v>
                </c:pt>
                <c:pt idx="1537">
                  <c:v>-0.55699553369999999</c:v>
                </c:pt>
                <c:pt idx="1538">
                  <c:v>-0.58417034879999996</c:v>
                </c:pt>
                <c:pt idx="1539">
                  <c:v>-0.62397096659999995</c:v>
                </c:pt>
                <c:pt idx="1540">
                  <c:v>-0.65579581860000002</c:v>
                </c:pt>
                <c:pt idx="1541">
                  <c:v>-0.66834319009999998</c:v>
                </c:pt>
                <c:pt idx="1542">
                  <c:v>-0.66530864990000005</c:v>
                </c:pt>
                <c:pt idx="1543">
                  <c:v>-0.63860106819999995</c:v>
                </c:pt>
                <c:pt idx="1544">
                  <c:v>-0.57591731639999999</c:v>
                </c:pt>
                <c:pt idx="1545">
                  <c:v>-0.52015268329999997</c:v>
                </c:pt>
                <c:pt idx="1546">
                  <c:v>-0.52740540010000003</c:v>
                </c:pt>
                <c:pt idx="1547">
                  <c:v>-0.51322851849999995</c:v>
                </c:pt>
                <c:pt idx="1548">
                  <c:v>-0.45762478109999999</c:v>
                </c:pt>
                <c:pt idx="1549">
                  <c:v>-0.43720049599999999</c:v>
                </c:pt>
                <c:pt idx="1550">
                  <c:v>-0.41428691690000002</c:v>
                </c:pt>
                <c:pt idx="1551">
                  <c:v>-0.35936681860000003</c:v>
                </c:pt>
                <c:pt idx="1552">
                  <c:v>-0.27852082639999998</c:v>
                </c:pt>
                <c:pt idx="1553">
                  <c:v>-0.2037812047</c:v>
                </c:pt>
                <c:pt idx="1554">
                  <c:v>-9.0084382199999993E-2</c:v>
                </c:pt>
                <c:pt idx="1555">
                  <c:v>-4.36233413E-2</c:v>
                </c:pt>
                <c:pt idx="1556">
                  <c:v>5.9816714999999999E-2</c:v>
                </c:pt>
                <c:pt idx="1557">
                  <c:v>7.5406284000000004E-2</c:v>
                </c:pt>
                <c:pt idx="1558">
                  <c:v>0.11417998779999999</c:v>
                </c:pt>
                <c:pt idx="1559">
                  <c:v>0.16455746409999999</c:v>
                </c:pt>
                <c:pt idx="1560">
                  <c:v>0.27023320490000002</c:v>
                </c:pt>
                <c:pt idx="1561">
                  <c:v>0.36972537950000001</c:v>
                </c:pt>
                <c:pt idx="1562">
                  <c:v>0.3905709463</c:v>
                </c:pt>
                <c:pt idx="1563">
                  <c:v>0.43133488619999999</c:v>
                </c:pt>
                <c:pt idx="1564">
                  <c:v>0.52658929590000003</c:v>
                </c:pt>
                <c:pt idx="1565">
                  <c:v>0.52365621500000004</c:v>
                </c:pt>
                <c:pt idx="1566">
                  <c:v>0.46726171449999998</c:v>
                </c:pt>
                <c:pt idx="1567">
                  <c:v>0.45463228770000003</c:v>
                </c:pt>
                <c:pt idx="1568">
                  <c:v>0.44856298900000002</c:v>
                </c:pt>
                <c:pt idx="1569">
                  <c:v>0.52196716870000004</c:v>
                </c:pt>
                <c:pt idx="1570">
                  <c:v>0.56736569609999998</c:v>
                </c:pt>
                <c:pt idx="1571">
                  <c:v>0.6191295201</c:v>
                </c:pt>
                <c:pt idx="1572">
                  <c:v>0.66067454800000003</c:v>
                </c:pt>
                <c:pt idx="1573">
                  <c:v>0.69956402679999996</c:v>
                </c:pt>
                <c:pt idx="1574">
                  <c:v>0.66318333760000003</c:v>
                </c:pt>
                <c:pt idx="1575">
                  <c:v>0.61338782479999998</c:v>
                </c:pt>
                <c:pt idx="1576">
                  <c:v>0.57980706689999995</c:v>
                </c:pt>
                <c:pt idx="1577">
                  <c:v>0.51325549609999999</c:v>
                </c:pt>
                <c:pt idx="1578">
                  <c:v>0.55235574549999999</c:v>
                </c:pt>
                <c:pt idx="1579">
                  <c:v>0.60744242729999998</c:v>
                </c:pt>
                <c:pt idx="1580">
                  <c:v>0.65224474499999996</c:v>
                </c:pt>
                <c:pt idx="1581">
                  <c:v>0.65932402729999995</c:v>
                </c:pt>
                <c:pt idx="1582">
                  <c:v>0.73616657129999996</c:v>
                </c:pt>
                <c:pt idx="1583">
                  <c:v>0.78837900149999995</c:v>
                </c:pt>
                <c:pt idx="1584">
                  <c:v>0.79624433520000004</c:v>
                </c:pt>
                <c:pt idx="1585">
                  <c:v>0.77093107329999999</c:v>
                </c:pt>
                <c:pt idx="1586">
                  <c:v>0.77894406650000003</c:v>
                </c:pt>
                <c:pt idx="1587">
                  <c:v>0.87948825009999998</c:v>
                </c:pt>
                <c:pt idx="1588">
                  <c:v>0.90224909350000004</c:v>
                </c:pt>
                <c:pt idx="1589">
                  <c:v>0.95204730059999998</c:v>
                </c:pt>
                <c:pt idx="1590">
                  <c:v>0.91960674819999999</c:v>
                </c:pt>
                <c:pt idx="1591">
                  <c:v>0.90828491160000002</c:v>
                </c:pt>
                <c:pt idx="1592">
                  <c:v>0.88479731939999995</c:v>
                </c:pt>
                <c:pt idx="1593">
                  <c:v>0.81631630690000001</c:v>
                </c:pt>
                <c:pt idx="1594">
                  <c:v>0.80685566070000003</c:v>
                </c:pt>
                <c:pt idx="1595">
                  <c:v>0.84693788219999999</c:v>
                </c:pt>
                <c:pt idx="1596">
                  <c:v>0.88789704449999995</c:v>
                </c:pt>
                <c:pt idx="1597">
                  <c:v>0.92214283080000004</c:v>
                </c:pt>
                <c:pt idx="1598">
                  <c:v>0.92841682820000004</c:v>
                </c:pt>
                <c:pt idx="1599">
                  <c:v>0.83587669009999999</c:v>
                </c:pt>
                <c:pt idx="1600">
                  <c:v>0.77084373849999999</c:v>
                </c:pt>
                <c:pt idx="1601">
                  <c:v>0.71296227779999999</c:v>
                </c:pt>
                <c:pt idx="1602">
                  <c:v>0.63988867640000002</c:v>
                </c:pt>
                <c:pt idx="1603">
                  <c:v>0.56280623220000003</c:v>
                </c:pt>
                <c:pt idx="1604">
                  <c:v>0.54612238229999999</c:v>
                </c:pt>
                <c:pt idx="1605">
                  <c:v>0.4860850826</c:v>
                </c:pt>
                <c:pt idx="1606">
                  <c:v>0.41364491889999999</c:v>
                </c:pt>
                <c:pt idx="1607">
                  <c:v>0.38843510469999998</c:v>
                </c:pt>
                <c:pt idx="1608">
                  <c:v>0.32771877700000002</c:v>
                </c:pt>
                <c:pt idx="1609">
                  <c:v>0.32646897850000001</c:v>
                </c:pt>
                <c:pt idx="1610">
                  <c:v>0.2888713188</c:v>
                </c:pt>
                <c:pt idx="1611">
                  <c:v>0.28262899879999998</c:v>
                </c:pt>
                <c:pt idx="1612">
                  <c:v>0.2795457335</c:v>
                </c:pt>
                <c:pt idx="1613">
                  <c:v>0.28699430529999997</c:v>
                </c:pt>
                <c:pt idx="1614">
                  <c:v>0.27309258120000002</c:v>
                </c:pt>
                <c:pt idx="1615">
                  <c:v>0.21307090400000001</c:v>
                </c:pt>
                <c:pt idx="1616">
                  <c:v>0.16553709929999999</c:v>
                </c:pt>
                <c:pt idx="1617">
                  <c:v>0.1365141128</c:v>
                </c:pt>
                <c:pt idx="1618">
                  <c:v>0.1149342584</c:v>
                </c:pt>
                <c:pt idx="1619">
                  <c:v>0.1167628076</c:v>
                </c:pt>
                <c:pt idx="1620">
                  <c:v>0.2749210439</c:v>
                </c:pt>
                <c:pt idx="1621">
                  <c:v>0.31430832879999998</c:v>
                </c:pt>
                <c:pt idx="1622">
                  <c:v>0.3839664331</c:v>
                </c:pt>
                <c:pt idx="1623">
                  <c:v>0.45142922699999999</c:v>
                </c:pt>
                <c:pt idx="1624">
                  <c:v>0.42092654959999998</c:v>
                </c:pt>
                <c:pt idx="1625">
                  <c:v>0.45944948029999999</c:v>
                </c:pt>
                <c:pt idx="1626">
                  <c:v>0.5632017748</c:v>
                </c:pt>
                <c:pt idx="1627">
                  <c:v>0.63035848449999998</c:v>
                </c:pt>
                <c:pt idx="1628">
                  <c:v>0.64240901309999998</c:v>
                </c:pt>
                <c:pt idx="1629">
                  <c:v>0.71844694590000002</c:v>
                </c:pt>
                <c:pt idx="1630">
                  <c:v>0.69862244449999999</c:v>
                </c:pt>
                <c:pt idx="1631">
                  <c:v>0.69720820900000002</c:v>
                </c:pt>
                <c:pt idx="1632">
                  <c:v>0.69927891170000001</c:v>
                </c:pt>
                <c:pt idx="1633">
                  <c:v>0.66417856060000002</c:v>
                </c:pt>
                <c:pt idx="1634">
                  <c:v>0.6240226794</c:v>
                </c:pt>
                <c:pt idx="1635">
                  <c:v>0.62690369489999997</c:v>
                </c:pt>
                <c:pt idx="1636">
                  <c:v>0.67565983500000004</c:v>
                </c:pt>
                <c:pt idx="1637">
                  <c:v>0.71809905019999998</c:v>
                </c:pt>
                <c:pt idx="1638">
                  <c:v>0.68704811030000001</c:v>
                </c:pt>
                <c:pt idx="1639">
                  <c:v>0.66889337839999996</c:v>
                </c:pt>
                <c:pt idx="1640">
                  <c:v>0.60946598699999999</c:v>
                </c:pt>
                <c:pt idx="1641">
                  <c:v>0.51084994130000005</c:v>
                </c:pt>
                <c:pt idx="1642">
                  <c:v>0.50442601229999995</c:v>
                </c:pt>
                <c:pt idx="1643">
                  <c:v>0.4569289379</c:v>
                </c:pt>
                <c:pt idx="1644">
                  <c:v>0.32033465560000002</c:v>
                </c:pt>
                <c:pt idx="1645">
                  <c:v>0.28159740350000001</c:v>
                </c:pt>
                <c:pt idx="1646">
                  <c:v>0.19285878410000001</c:v>
                </c:pt>
                <c:pt idx="1647">
                  <c:v>0.11058534890000001</c:v>
                </c:pt>
                <c:pt idx="1648">
                  <c:v>2.38841477E-2</c:v>
                </c:pt>
                <c:pt idx="1649">
                  <c:v>-4.0306680800000001E-2</c:v>
                </c:pt>
                <c:pt idx="1650">
                  <c:v>-0.2087014754</c:v>
                </c:pt>
                <c:pt idx="1651">
                  <c:v>-0.27162715850000002</c:v>
                </c:pt>
                <c:pt idx="1652">
                  <c:v>-0.33252288829999999</c:v>
                </c:pt>
                <c:pt idx="1653">
                  <c:v>-0.41558681669999997</c:v>
                </c:pt>
                <c:pt idx="1654">
                  <c:v>-0.44335214830000003</c:v>
                </c:pt>
                <c:pt idx="1655">
                  <c:v>-0.47182598730000003</c:v>
                </c:pt>
                <c:pt idx="1656">
                  <c:v>-0.56323731070000005</c:v>
                </c:pt>
                <c:pt idx="1657">
                  <c:v>-0.69239355550000004</c:v>
                </c:pt>
                <c:pt idx="1658">
                  <c:v>-0.8237730714</c:v>
                </c:pt>
                <c:pt idx="1659">
                  <c:v>-0.8951487883</c:v>
                </c:pt>
                <c:pt idx="1660">
                  <c:v>-1.0245610097</c:v>
                </c:pt>
                <c:pt idx="1661">
                  <c:v>-1.0756795712</c:v>
                </c:pt>
                <c:pt idx="1662">
                  <c:v>-1.1800402555</c:v>
                </c:pt>
                <c:pt idx="1663">
                  <c:v>-1.3089352605</c:v>
                </c:pt>
                <c:pt idx="1664">
                  <c:v>-1.4149635805</c:v>
                </c:pt>
                <c:pt idx="1665">
                  <c:v>-1.3706645749999999</c:v>
                </c:pt>
                <c:pt idx="1666">
                  <c:v>-1.3899275180999999</c:v>
                </c:pt>
                <c:pt idx="1667">
                  <c:v>-1.4063215044999999</c:v>
                </c:pt>
                <c:pt idx="1668">
                  <c:v>-1.4140906528999999</c:v>
                </c:pt>
                <c:pt idx="1669">
                  <c:v>-1.3500666451000001</c:v>
                </c:pt>
                <c:pt idx="1670">
                  <c:v>-1.310911143</c:v>
                </c:pt>
                <c:pt idx="1671">
                  <c:v>-1.2517972511</c:v>
                </c:pt>
                <c:pt idx="1672">
                  <c:v>-1.2242332626000001</c:v>
                </c:pt>
                <c:pt idx="1673">
                  <c:v>-1.2574876226</c:v>
                </c:pt>
                <c:pt idx="1674">
                  <c:v>-1.3207862367000001</c:v>
                </c:pt>
                <c:pt idx="1675">
                  <c:v>-1.3894951838</c:v>
                </c:pt>
                <c:pt idx="1676">
                  <c:v>-1.4034665083</c:v>
                </c:pt>
                <c:pt idx="1677">
                  <c:v>-1.3333101591000001</c:v>
                </c:pt>
                <c:pt idx="1678">
                  <c:v>-1.2636934846000001</c:v>
                </c:pt>
                <c:pt idx="1679">
                  <c:v>-1.1437945200999999</c:v>
                </c:pt>
                <c:pt idx="1680">
                  <c:v>-1.0934530322</c:v>
                </c:pt>
                <c:pt idx="1681">
                  <c:v>-0.94824961519999995</c:v>
                </c:pt>
                <c:pt idx="1682">
                  <c:v>-0.82064496760000005</c:v>
                </c:pt>
                <c:pt idx="1683">
                  <c:v>-0.78876752520000004</c:v>
                </c:pt>
                <c:pt idx="1684">
                  <c:v>-0.68830923320000004</c:v>
                </c:pt>
                <c:pt idx="1685">
                  <c:v>-0.60720724069999998</c:v>
                </c:pt>
                <c:pt idx="1686">
                  <c:v>-0.58041450920000004</c:v>
                </c:pt>
                <c:pt idx="1687">
                  <c:v>-0.48390522250000001</c:v>
                </c:pt>
                <c:pt idx="1688">
                  <c:v>-0.4547409784</c:v>
                </c:pt>
                <c:pt idx="1689">
                  <c:v>-0.42227002530000002</c:v>
                </c:pt>
                <c:pt idx="1690">
                  <c:v>-0.40651327390000003</c:v>
                </c:pt>
                <c:pt idx="1691">
                  <c:v>-0.34936769740000001</c:v>
                </c:pt>
                <c:pt idx="1692">
                  <c:v>-0.30232133839999997</c:v>
                </c:pt>
                <c:pt idx="1693">
                  <c:v>-0.2716265168</c:v>
                </c:pt>
                <c:pt idx="1694">
                  <c:v>-0.18480799440000001</c:v>
                </c:pt>
                <c:pt idx="1695">
                  <c:v>-1.5911899699999999E-2</c:v>
                </c:pt>
                <c:pt idx="1696">
                  <c:v>0.17904682180000001</c:v>
                </c:pt>
                <c:pt idx="1697">
                  <c:v>0.30713189590000001</c:v>
                </c:pt>
                <c:pt idx="1698">
                  <c:v>0.39992757769999998</c:v>
                </c:pt>
                <c:pt idx="1699">
                  <c:v>0.49643434889999999</c:v>
                </c:pt>
                <c:pt idx="1700">
                  <c:v>0.55030481689999999</c:v>
                </c:pt>
                <c:pt idx="1701">
                  <c:v>0.69141458909999998</c:v>
                </c:pt>
                <c:pt idx="1702">
                  <c:v>0.74688323479999996</c:v>
                </c:pt>
                <c:pt idx="1703">
                  <c:v>0.75416136450000004</c:v>
                </c:pt>
                <c:pt idx="1704">
                  <c:v>0.84396629820000002</c:v>
                </c:pt>
                <c:pt idx="1705">
                  <c:v>0.86207130890000006</c:v>
                </c:pt>
                <c:pt idx="1706">
                  <c:v>0.88214447939999996</c:v>
                </c:pt>
                <c:pt idx="1707">
                  <c:v>0.91675819290000005</c:v>
                </c:pt>
                <c:pt idx="1708">
                  <c:v>0.90747620659999995</c:v>
                </c:pt>
                <c:pt idx="1709">
                  <c:v>0.93226563110000005</c:v>
                </c:pt>
                <c:pt idx="1710">
                  <c:v>1.0010218383</c:v>
                </c:pt>
                <c:pt idx="1711">
                  <c:v>1.0243310689</c:v>
                </c:pt>
                <c:pt idx="1712">
                  <c:v>1.0002849683999999</c:v>
                </c:pt>
                <c:pt idx="1713">
                  <c:v>1.0343133448999999</c:v>
                </c:pt>
                <c:pt idx="1714">
                  <c:v>1.0410131802</c:v>
                </c:pt>
                <c:pt idx="1715">
                  <c:v>1.0323087207999999</c:v>
                </c:pt>
                <c:pt idx="1716">
                  <c:v>0.93906749349999996</c:v>
                </c:pt>
                <c:pt idx="1717">
                  <c:v>0.83031529019999994</c:v>
                </c:pt>
                <c:pt idx="1718">
                  <c:v>0.76525415350000003</c:v>
                </c:pt>
                <c:pt idx="1719">
                  <c:v>0.63321611799999999</c:v>
                </c:pt>
                <c:pt idx="1720">
                  <c:v>0.54091431990000005</c:v>
                </c:pt>
                <c:pt idx="1721">
                  <c:v>0.44283106719999998</c:v>
                </c:pt>
                <c:pt idx="1722">
                  <c:v>0.30014677150000002</c:v>
                </c:pt>
                <c:pt idx="1723">
                  <c:v>0.19938326440000001</c:v>
                </c:pt>
                <c:pt idx="1724">
                  <c:v>0.1177412756</c:v>
                </c:pt>
                <c:pt idx="1725">
                  <c:v>0.1174939221</c:v>
                </c:pt>
                <c:pt idx="1726">
                  <c:v>6.2434192100000001E-2</c:v>
                </c:pt>
                <c:pt idx="1727">
                  <c:v>1.16965566E-2</c:v>
                </c:pt>
                <c:pt idx="1728">
                  <c:v>-8.2861924700000006E-2</c:v>
                </c:pt>
                <c:pt idx="1729">
                  <c:v>-0.18757880120000001</c:v>
                </c:pt>
                <c:pt idx="1730">
                  <c:v>-0.2670282578</c:v>
                </c:pt>
                <c:pt idx="1731">
                  <c:v>-0.40511120480000001</c:v>
                </c:pt>
                <c:pt idx="1732">
                  <c:v>-0.54142802850000005</c:v>
                </c:pt>
                <c:pt idx="1733">
                  <c:v>-0.66834363100000005</c:v>
                </c:pt>
                <c:pt idx="1734">
                  <c:v>-0.79565362480000001</c:v>
                </c:pt>
                <c:pt idx="1735">
                  <c:v>-0.87140443369999998</c:v>
                </c:pt>
                <c:pt idx="1736">
                  <c:v>-0.90415136060000001</c:v>
                </c:pt>
                <c:pt idx="1737">
                  <c:v>-0.91434037749999997</c:v>
                </c:pt>
                <c:pt idx="1738">
                  <c:v>-0.91367469509999999</c:v>
                </c:pt>
                <c:pt idx="1739">
                  <c:v>-0.92244836929999996</c:v>
                </c:pt>
                <c:pt idx="1740">
                  <c:v>-0.87209610650000002</c:v>
                </c:pt>
                <c:pt idx="1741">
                  <c:v>-0.83114423049999997</c:v>
                </c:pt>
                <c:pt idx="1742">
                  <c:v>-0.81453363059999995</c:v>
                </c:pt>
                <c:pt idx="1743">
                  <c:v>-0.72819819740000002</c:v>
                </c:pt>
                <c:pt idx="1744">
                  <c:v>-0.67252029830000004</c:v>
                </c:pt>
                <c:pt idx="1745">
                  <c:v>-0.58918689749999997</c:v>
                </c:pt>
                <c:pt idx="1746">
                  <c:v>-0.62812512769999995</c:v>
                </c:pt>
                <c:pt idx="1747">
                  <c:v>-0.61659790540000003</c:v>
                </c:pt>
                <c:pt idx="1748">
                  <c:v>-0.59424156549999996</c:v>
                </c:pt>
                <c:pt idx="1749">
                  <c:v>-0.53971013729999995</c:v>
                </c:pt>
                <c:pt idx="1750">
                  <c:v>-0.45352415509999999</c:v>
                </c:pt>
                <c:pt idx="1751">
                  <c:v>-0.41854219619999999</c:v>
                </c:pt>
                <c:pt idx="1752">
                  <c:v>-0.38968340429999998</c:v>
                </c:pt>
                <c:pt idx="1753">
                  <c:v>-0.27674762660000002</c:v>
                </c:pt>
                <c:pt idx="1754">
                  <c:v>-0.1601534489</c:v>
                </c:pt>
                <c:pt idx="1755">
                  <c:v>-5.47227754E-2</c:v>
                </c:pt>
                <c:pt idx="1756">
                  <c:v>5.1636847100000001E-2</c:v>
                </c:pt>
                <c:pt idx="1757">
                  <c:v>8.1359460800000005E-2</c:v>
                </c:pt>
                <c:pt idx="1758">
                  <c:v>9.6582089900000001E-2</c:v>
                </c:pt>
                <c:pt idx="1759">
                  <c:v>0.1004990731</c:v>
                </c:pt>
                <c:pt idx="1760">
                  <c:v>7.0902767399999997E-2</c:v>
                </c:pt>
                <c:pt idx="1761">
                  <c:v>0.12763638029999999</c:v>
                </c:pt>
                <c:pt idx="1762">
                  <c:v>0.1104750364</c:v>
                </c:pt>
                <c:pt idx="1763">
                  <c:v>5.3459711200000003E-2</c:v>
                </c:pt>
                <c:pt idx="1764">
                  <c:v>4.6289419900000003E-2</c:v>
                </c:pt>
                <c:pt idx="1765">
                  <c:v>4.67443268E-2</c:v>
                </c:pt>
                <c:pt idx="1766">
                  <c:v>0.10433255750000001</c:v>
                </c:pt>
                <c:pt idx="1767">
                  <c:v>0.16560666130000001</c:v>
                </c:pt>
                <c:pt idx="1768">
                  <c:v>0.25918515279999998</c:v>
                </c:pt>
                <c:pt idx="1769">
                  <c:v>0.32245126699999999</c:v>
                </c:pt>
                <c:pt idx="1770">
                  <c:v>0.34583540759999998</c:v>
                </c:pt>
                <c:pt idx="1771">
                  <c:v>0.31351481060000003</c:v>
                </c:pt>
                <c:pt idx="1772">
                  <c:v>0.33760456970000002</c:v>
                </c:pt>
                <c:pt idx="1773">
                  <c:v>0.38039923650000002</c:v>
                </c:pt>
                <c:pt idx="1774">
                  <c:v>0.32854089590000002</c:v>
                </c:pt>
                <c:pt idx="1775">
                  <c:v>0.3108356102</c:v>
                </c:pt>
                <c:pt idx="1776">
                  <c:v>0.2430176634</c:v>
                </c:pt>
                <c:pt idx="1777">
                  <c:v>0.20857768739999999</c:v>
                </c:pt>
                <c:pt idx="1778">
                  <c:v>0.2760802665</c:v>
                </c:pt>
                <c:pt idx="1779">
                  <c:v>0.33736097970000001</c:v>
                </c:pt>
                <c:pt idx="1780">
                  <c:v>0.37728290720000002</c:v>
                </c:pt>
                <c:pt idx="1781">
                  <c:v>0.46851499070000002</c:v>
                </c:pt>
                <c:pt idx="1782">
                  <c:v>0.4662584159</c:v>
                </c:pt>
                <c:pt idx="1783">
                  <c:v>0.53360185569999996</c:v>
                </c:pt>
                <c:pt idx="1784">
                  <c:v>0.58455053239999999</c:v>
                </c:pt>
                <c:pt idx="1785">
                  <c:v>0.59656886480000004</c:v>
                </c:pt>
                <c:pt idx="1786">
                  <c:v>0.61564924860000003</c:v>
                </c:pt>
                <c:pt idx="1787">
                  <c:v>0.57950844160000003</c:v>
                </c:pt>
                <c:pt idx="1788">
                  <c:v>0.55274204260000004</c:v>
                </c:pt>
                <c:pt idx="1789">
                  <c:v>0.53186214779999996</c:v>
                </c:pt>
                <c:pt idx="1790">
                  <c:v>0.47102136859999999</c:v>
                </c:pt>
                <c:pt idx="1791">
                  <c:v>0.45723428579999997</c:v>
                </c:pt>
                <c:pt idx="1792">
                  <c:v>0.43876559389999997</c:v>
                </c:pt>
                <c:pt idx="1793">
                  <c:v>0.42415512449999998</c:v>
                </c:pt>
                <c:pt idx="1794">
                  <c:v>0.39699026679999999</c:v>
                </c:pt>
                <c:pt idx="1795">
                  <c:v>0.36471387900000002</c:v>
                </c:pt>
                <c:pt idx="1796">
                  <c:v>0.3305805349</c:v>
                </c:pt>
                <c:pt idx="1797">
                  <c:v>0.30670878060000001</c:v>
                </c:pt>
                <c:pt idx="1798">
                  <c:v>0.27210902300000001</c:v>
                </c:pt>
                <c:pt idx="1799">
                  <c:v>0.2138839324</c:v>
                </c:pt>
                <c:pt idx="1800">
                  <c:v>0.18993197689999999</c:v>
                </c:pt>
                <c:pt idx="1801">
                  <c:v>0.17277034590000001</c:v>
                </c:pt>
                <c:pt idx="1802">
                  <c:v>9.1564786400000001E-2</c:v>
                </c:pt>
                <c:pt idx="1803">
                  <c:v>5.27023166E-2</c:v>
                </c:pt>
                <c:pt idx="1804">
                  <c:v>-1.7219302700000001E-2</c:v>
                </c:pt>
                <c:pt idx="1805">
                  <c:v>-5.4852092399999997E-2</c:v>
                </c:pt>
                <c:pt idx="1806">
                  <c:v>-9.7616957700000007E-2</c:v>
                </c:pt>
                <c:pt idx="1807">
                  <c:v>-0.15489685389999999</c:v>
                </c:pt>
                <c:pt idx="1808">
                  <c:v>-0.1552784854</c:v>
                </c:pt>
                <c:pt idx="1809">
                  <c:v>-0.1205184664</c:v>
                </c:pt>
                <c:pt idx="1810">
                  <c:v>-9.0062841300000002E-2</c:v>
                </c:pt>
                <c:pt idx="1811">
                  <c:v>1.16500626E-2</c:v>
                </c:pt>
                <c:pt idx="1812">
                  <c:v>7.4694634600000004E-2</c:v>
                </c:pt>
                <c:pt idx="1813">
                  <c:v>0.18860040859999999</c:v>
                </c:pt>
                <c:pt idx="1814">
                  <c:v>0.31362393199999999</c:v>
                </c:pt>
                <c:pt idx="1815">
                  <c:v>0.44316468920000002</c:v>
                </c:pt>
                <c:pt idx="1816">
                  <c:v>0.56391827009999995</c:v>
                </c:pt>
                <c:pt idx="1817">
                  <c:v>0.7011725056</c:v>
                </c:pt>
                <c:pt idx="1818">
                  <c:v>0.84674937380000004</c:v>
                </c:pt>
                <c:pt idx="1819">
                  <c:v>0.96313261100000003</c:v>
                </c:pt>
                <c:pt idx="1820">
                  <c:v>1.0924991386</c:v>
                </c:pt>
                <c:pt idx="1821">
                  <c:v>1.1792006177000001</c:v>
                </c:pt>
                <c:pt idx="1822">
                  <c:v>1.2731625275</c:v>
                </c:pt>
                <c:pt idx="1823">
                  <c:v>1.3727980869</c:v>
                </c:pt>
                <c:pt idx="1824">
                  <c:v>1.4979555042999999</c:v>
                </c:pt>
                <c:pt idx="1825">
                  <c:v>1.5910061134</c:v>
                </c:pt>
                <c:pt idx="1826">
                  <c:v>1.7581707697</c:v>
                </c:pt>
                <c:pt idx="1827">
                  <c:v>1.8721629786</c:v>
                </c:pt>
                <c:pt idx="1828">
                  <c:v>2.0061528765999999</c:v>
                </c:pt>
                <c:pt idx="1829">
                  <c:v>2.0775004014</c:v>
                </c:pt>
                <c:pt idx="1830">
                  <c:v>2.1358352673000001</c:v>
                </c:pt>
                <c:pt idx="1831">
                  <c:v>2.1811017751000001</c:v>
                </c:pt>
                <c:pt idx="1832">
                  <c:v>2.2367417227000002</c:v>
                </c:pt>
                <c:pt idx="1833">
                  <c:v>2.3113583467000001</c:v>
                </c:pt>
                <c:pt idx="1834">
                  <c:v>2.2933361127</c:v>
                </c:pt>
                <c:pt idx="1835">
                  <c:v>2.2575513234</c:v>
                </c:pt>
                <c:pt idx="1836">
                  <c:v>2.1747806256</c:v>
                </c:pt>
                <c:pt idx="1837">
                  <c:v>2.1401719287000001</c:v>
                </c:pt>
                <c:pt idx="1838">
                  <c:v>2.1169853777999998</c:v>
                </c:pt>
                <c:pt idx="1839">
                  <c:v>2.0329810860999999</c:v>
                </c:pt>
                <c:pt idx="1840">
                  <c:v>1.9410495045</c:v>
                </c:pt>
                <c:pt idx="1841">
                  <c:v>1.7797966009999999</c:v>
                </c:pt>
                <c:pt idx="1842">
                  <c:v>1.7049551026</c:v>
                </c:pt>
                <c:pt idx="1843">
                  <c:v>1.5827144278</c:v>
                </c:pt>
                <c:pt idx="1844">
                  <c:v>1.5305459511999999</c:v>
                </c:pt>
                <c:pt idx="1845">
                  <c:v>1.4304522833</c:v>
                </c:pt>
                <c:pt idx="1846">
                  <c:v>1.3969048538</c:v>
                </c:pt>
                <c:pt idx="1847">
                  <c:v>1.262267829</c:v>
                </c:pt>
                <c:pt idx="1848">
                  <c:v>1.1427836</c:v>
                </c:pt>
                <c:pt idx="1849">
                  <c:v>1.0684288019999999</c:v>
                </c:pt>
                <c:pt idx="1850">
                  <c:v>0.98160830720000003</c:v>
                </c:pt>
                <c:pt idx="1851">
                  <c:v>0.90472568860000002</c:v>
                </c:pt>
                <c:pt idx="1852">
                  <c:v>0.8409184408</c:v>
                </c:pt>
                <c:pt idx="1853">
                  <c:v>0.76903636310000001</c:v>
                </c:pt>
                <c:pt idx="1854">
                  <c:v>0.69381680879999996</c:v>
                </c:pt>
                <c:pt idx="1855">
                  <c:v>0.67107879770000001</c:v>
                </c:pt>
                <c:pt idx="1856">
                  <c:v>0.6274947837</c:v>
                </c:pt>
                <c:pt idx="1857">
                  <c:v>0.62365419020000001</c:v>
                </c:pt>
                <c:pt idx="1858">
                  <c:v>0.60006466410000003</c:v>
                </c:pt>
                <c:pt idx="1859">
                  <c:v>0.57360054140000005</c:v>
                </c:pt>
                <c:pt idx="1860">
                  <c:v>0.55863592049999999</c:v>
                </c:pt>
                <c:pt idx="1861">
                  <c:v>0.56357662880000003</c:v>
                </c:pt>
                <c:pt idx="1862">
                  <c:v>0.62195021370000003</c:v>
                </c:pt>
                <c:pt idx="1863">
                  <c:v>0.63797065379999995</c:v>
                </c:pt>
                <c:pt idx="1864">
                  <c:v>0.66707634059999998</c:v>
                </c:pt>
                <c:pt idx="1865">
                  <c:v>0.71349445229999997</c:v>
                </c:pt>
                <c:pt idx="1866">
                  <c:v>0.75740676179999999</c:v>
                </c:pt>
                <c:pt idx="1867">
                  <c:v>0.78084055969999999</c:v>
                </c:pt>
                <c:pt idx="1868">
                  <c:v>0.82523201619999997</c:v>
                </c:pt>
                <c:pt idx="1869">
                  <c:v>0.83060094669999995</c:v>
                </c:pt>
                <c:pt idx="1870">
                  <c:v>0.8287920621</c:v>
                </c:pt>
                <c:pt idx="1871">
                  <c:v>0.83868138609999998</c:v>
                </c:pt>
                <c:pt idx="1872">
                  <c:v>0.82104196669999996</c:v>
                </c:pt>
                <c:pt idx="1873">
                  <c:v>0.80934775489999999</c:v>
                </c:pt>
                <c:pt idx="1874">
                  <c:v>0.72326541820000001</c:v>
                </c:pt>
                <c:pt idx="1875">
                  <c:v>0.63063487929999995</c:v>
                </c:pt>
                <c:pt idx="1876">
                  <c:v>0.57533044739999994</c:v>
                </c:pt>
                <c:pt idx="1877">
                  <c:v>0.52229897329999997</c:v>
                </c:pt>
                <c:pt idx="1878">
                  <c:v>0.51008163159999997</c:v>
                </c:pt>
                <c:pt idx="1879">
                  <c:v>0.46287862569999999</c:v>
                </c:pt>
                <c:pt idx="1880">
                  <c:v>0.36855715579999998</c:v>
                </c:pt>
                <c:pt idx="1881">
                  <c:v>0.31729359070000002</c:v>
                </c:pt>
                <c:pt idx="1882">
                  <c:v>0.29769792699999997</c:v>
                </c:pt>
                <c:pt idx="1883">
                  <c:v>0.25517492050000001</c:v>
                </c:pt>
                <c:pt idx="1884">
                  <c:v>0.23756730779999999</c:v>
                </c:pt>
                <c:pt idx="1885">
                  <c:v>0.24200302109999999</c:v>
                </c:pt>
                <c:pt idx="1886">
                  <c:v>0.25052238960000001</c:v>
                </c:pt>
                <c:pt idx="1887">
                  <c:v>0.25880122620000001</c:v>
                </c:pt>
                <c:pt idx="1888">
                  <c:v>0.24770905479999999</c:v>
                </c:pt>
                <c:pt idx="1889">
                  <c:v>0.21924952010000001</c:v>
                </c:pt>
                <c:pt idx="1890">
                  <c:v>0.2307010142</c:v>
                </c:pt>
                <c:pt idx="1891">
                  <c:v>0.18997769</c:v>
                </c:pt>
                <c:pt idx="1892">
                  <c:v>0.17477369940000001</c:v>
                </c:pt>
                <c:pt idx="1893">
                  <c:v>0.1914203001</c:v>
                </c:pt>
                <c:pt idx="1894">
                  <c:v>0.1839920911</c:v>
                </c:pt>
                <c:pt idx="1895">
                  <c:v>0.25354958519999998</c:v>
                </c:pt>
                <c:pt idx="1896">
                  <c:v>0.29729060699999998</c:v>
                </c:pt>
                <c:pt idx="1897">
                  <c:v>0.32030207290000001</c:v>
                </c:pt>
                <c:pt idx="1898">
                  <c:v>0.41420435659999999</c:v>
                </c:pt>
                <c:pt idx="1899">
                  <c:v>0.43051095070000001</c:v>
                </c:pt>
                <c:pt idx="1900">
                  <c:v>0.47155115580000001</c:v>
                </c:pt>
                <c:pt idx="1901">
                  <c:v>0.58582285769999998</c:v>
                </c:pt>
                <c:pt idx="1902">
                  <c:v>0.65302836090000005</c:v>
                </c:pt>
                <c:pt idx="1903">
                  <c:v>0.67937463799999998</c:v>
                </c:pt>
                <c:pt idx="1904">
                  <c:v>0.69468418340000004</c:v>
                </c:pt>
                <c:pt idx="1905">
                  <c:v>0.66367928210000005</c:v>
                </c:pt>
                <c:pt idx="1906">
                  <c:v>0.6276543349</c:v>
                </c:pt>
                <c:pt idx="1907">
                  <c:v>0.56531909930000002</c:v>
                </c:pt>
                <c:pt idx="1908">
                  <c:v>0.50717962790000004</c:v>
                </c:pt>
                <c:pt idx="1909">
                  <c:v>0.4249549661</c:v>
                </c:pt>
                <c:pt idx="1910">
                  <c:v>0.40224218430000003</c:v>
                </c:pt>
                <c:pt idx="1911">
                  <c:v>0.40165572300000002</c:v>
                </c:pt>
                <c:pt idx="1912">
                  <c:v>0.41368449750000003</c:v>
                </c:pt>
                <c:pt idx="1913">
                  <c:v>0.39748899269999999</c:v>
                </c:pt>
                <c:pt idx="1914">
                  <c:v>0.33795121430000002</c:v>
                </c:pt>
                <c:pt idx="1915">
                  <c:v>0.29303689700000002</c:v>
                </c:pt>
                <c:pt idx="1916">
                  <c:v>0.2679708281</c:v>
                </c:pt>
                <c:pt idx="1917">
                  <c:v>0.34564890980000001</c:v>
                </c:pt>
                <c:pt idx="1918">
                  <c:v>0.39460559589999999</c:v>
                </c:pt>
                <c:pt idx="1919">
                  <c:v>0.43959941679999998</c:v>
                </c:pt>
                <c:pt idx="1920">
                  <c:v>0.45629268210000001</c:v>
                </c:pt>
                <c:pt idx="1921">
                  <c:v>0.53088695060000002</c:v>
                </c:pt>
                <c:pt idx="1922">
                  <c:v>0.54528140899999999</c:v>
                </c:pt>
                <c:pt idx="1923">
                  <c:v>0.60029082639999998</c:v>
                </c:pt>
                <c:pt idx="1924">
                  <c:v>0.63288012760000001</c:v>
                </c:pt>
                <c:pt idx="1925">
                  <c:v>0.69647485099999995</c:v>
                </c:pt>
                <c:pt idx="1926">
                  <c:v>0.7888019275</c:v>
                </c:pt>
                <c:pt idx="1927">
                  <c:v>0.90132544810000004</c:v>
                </c:pt>
                <c:pt idx="1928">
                  <c:v>0.99274188389999996</c:v>
                </c:pt>
                <c:pt idx="1929">
                  <c:v>1.0937044553999999</c:v>
                </c:pt>
                <c:pt idx="1930">
                  <c:v>1.2092545133999999</c:v>
                </c:pt>
                <c:pt idx="1931">
                  <c:v>1.3041198060000001</c:v>
                </c:pt>
                <c:pt idx="1932">
                  <c:v>1.3371000904000001</c:v>
                </c:pt>
                <c:pt idx="1933">
                  <c:v>1.301789061</c:v>
                </c:pt>
                <c:pt idx="1934">
                  <c:v>1.3414691686</c:v>
                </c:pt>
                <c:pt idx="1935">
                  <c:v>1.4180185014</c:v>
                </c:pt>
                <c:pt idx="1936">
                  <c:v>1.5037907373999999</c:v>
                </c:pt>
                <c:pt idx="1937">
                  <c:v>1.5619692473</c:v>
                </c:pt>
                <c:pt idx="1938">
                  <c:v>1.4960357254000001</c:v>
                </c:pt>
                <c:pt idx="1939">
                  <c:v>1.4757241451000001</c:v>
                </c:pt>
                <c:pt idx="1940">
                  <c:v>1.3832651682999999</c:v>
                </c:pt>
                <c:pt idx="1941">
                  <c:v>1.3700835008000001</c:v>
                </c:pt>
                <c:pt idx="1942">
                  <c:v>1.2739427655</c:v>
                </c:pt>
                <c:pt idx="1943">
                  <c:v>1.2004012269</c:v>
                </c:pt>
                <c:pt idx="1944">
                  <c:v>1.1598547535999999</c:v>
                </c:pt>
                <c:pt idx="1945">
                  <c:v>1.1759453821000001</c:v>
                </c:pt>
                <c:pt idx="1946">
                  <c:v>1.2119458649999999</c:v>
                </c:pt>
                <c:pt idx="1947">
                  <c:v>1.2339360793</c:v>
                </c:pt>
                <c:pt idx="1948">
                  <c:v>1.2078145018999999</c:v>
                </c:pt>
                <c:pt idx="1949">
                  <c:v>1.1531584869</c:v>
                </c:pt>
                <c:pt idx="1950">
                  <c:v>1.0830146733999999</c:v>
                </c:pt>
                <c:pt idx="1951">
                  <c:v>1.0347174843</c:v>
                </c:pt>
                <c:pt idx="1952">
                  <c:v>0.97330116079999995</c:v>
                </c:pt>
                <c:pt idx="1953">
                  <c:v>0.92109298790000005</c:v>
                </c:pt>
                <c:pt idx="1954">
                  <c:v>1.0250094086999999</c:v>
                </c:pt>
                <c:pt idx="1955">
                  <c:v>1.0281083851999999</c:v>
                </c:pt>
                <c:pt idx="1956">
                  <c:v>0.96437392850000003</c:v>
                </c:pt>
                <c:pt idx="1957">
                  <c:v>0.92131276959999997</c:v>
                </c:pt>
                <c:pt idx="1958">
                  <c:v>0.83347377280000001</c:v>
                </c:pt>
                <c:pt idx="1959">
                  <c:v>0.80356546799999995</c:v>
                </c:pt>
                <c:pt idx="1960">
                  <c:v>0.79514782989999999</c:v>
                </c:pt>
                <c:pt idx="1961">
                  <c:v>0.82927908760000002</c:v>
                </c:pt>
                <c:pt idx="1962">
                  <c:v>0.83627951769999997</c:v>
                </c:pt>
                <c:pt idx="1963">
                  <c:v>0.84937443379999999</c:v>
                </c:pt>
                <c:pt idx="1964">
                  <c:v>0.91130483740000001</c:v>
                </c:pt>
                <c:pt idx="1965">
                  <c:v>0.93929326530000001</c:v>
                </c:pt>
                <c:pt idx="1966">
                  <c:v>0.90302005100000005</c:v>
                </c:pt>
                <c:pt idx="1967">
                  <c:v>0.81893266129999998</c:v>
                </c:pt>
                <c:pt idx="1968">
                  <c:v>0.7451626563</c:v>
                </c:pt>
                <c:pt idx="1969">
                  <c:v>0.69014173919999999</c:v>
                </c:pt>
                <c:pt idx="1970">
                  <c:v>0.6693972064</c:v>
                </c:pt>
                <c:pt idx="1971">
                  <c:v>0.62347240530000003</c:v>
                </c:pt>
                <c:pt idx="1972">
                  <c:v>0.56332514919999999</c:v>
                </c:pt>
                <c:pt idx="1973">
                  <c:v>0.56079774739999999</c:v>
                </c:pt>
                <c:pt idx="1974">
                  <c:v>0.57265845680000005</c:v>
                </c:pt>
                <c:pt idx="1975">
                  <c:v>0.52310573049999998</c:v>
                </c:pt>
                <c:pt idx="1976">
                  <c:v>0.50990349280000002</c:v>
                </c:pt>
                <c:pt idx="1977">
                  <c:v>0.521044803</c:v>
                </c:pt>
                <c:pt idx="1978">
                  <c:v>0.49645928750000001</c:v>
                </c:pt>
                <c:pt idx="1979">
                  <c:v>0.56077226660000001</c:v>
                </c:pt>
                <c:pt idx="1980">
                  <c:v>0.59845211190000003</c:v>
                </c:pt>
                <c:pt idx="1981">
                  <c:v>0.61270074119999995</c:v>
                </c:pt>
                <c:pt idx="1982">
                  <c:v>0.63820514620000002</c:v>
                </c:pt>
                <c:pt idx="1983">
                  <c:v>0.63476356379999999</c:v>
                </c:pt>
                <c:pt idx="1984">
                  <c:v>0.64761430880000004</c:v>
                </c:pt>
                <c:pt idx="1985">
                  <c:v>0.62590977479999999</c:v>
                </c:pt>
                <c:pt idx="1986">
                  <c:v>0.58985519119999996</c:v>
                </c:pt>
                <c:pt idx="1987">
                  <c:v>0.6020248614</c:v>
                </c:pt>
                <c:pt idx="1988">
                  <c:v>0.68135581320000005</c:v>
                </c:pt>
                <c:pt idx="1989">
                  <c:v>0.74176600290000005</c:v>
                </c:pt>
                <c:pt idx="1990">
                  <c:v>0.78587706930000001</c:v>
                </c:pt>
                <c:pt idx="1991">
                  <c:v>0.78637553650000003</c:v>
                </c:pt>
                <c:pt idx="1992">
                  <c:v>0.85558665060000005</c:v>
                </c:pt>
                <c:pt idx="1993">
                  <c:v>0.90190849039999998</c:v>
                </c:pt>
                <c:pt idx="1994">
                  <c:v>0.89985259149999997</c:v>
                </c:pt>
                <c:pt idx="1995">
                  <c:v>0.93196548459999995</c:v>
                </c:pt>
                <c:pt idx="1996">
                  <c:v>0.93620589460000003</c:v>
                </c:pt>
                <c:pt idx="1997">
                  <c:v>0.91574957909999999</c:v>
                </c:pt>
                <c:pt idx="1998">
                  <c:v>0.9396701703</c:v>
                </c:pt>
                <c:pt idx="1999">
                  <c:v>0.97455009550000005</c:v>
                </c:pt>
                <c:pt idx="2000">
                  <c:v>0.9766523091</c:v>
                </c:pt>
                <c:pt idx="2001">
                  <c:v>1.0348652641</c:v>
                </c:pt>
                <c:pt idx="2002">
                  <c:v>1.0768063832000001</c:v>
                </c:pt>
                <c:pt idx="2003">
                  <c:v>1.0752719831999999</c:v>
                </c:pt>
                <c:pt idx="2004">
                  <c:v>1.1251509834</c:v>
                </c:pt>
                <c:pt idx="2005">
                  <c:v>1.1628725113</c:v>
                </c:pt>
                <c:pt idx="2006">
                  <c:v>1.1710869043000001</c:v>
                </c:pt>
                <c:pt idx="2007">
                  <c:v>1.1718763873</c:v>
                </c:pt>
                <c:pt idx="2008">
                  <c:v>1.1772317466</c:v>
                </c:pt>
                <c:pt idx="2009">
                  <c:v>1.1177390958</c:v>
                </c:pt>
                <c:pt idx="2010">
                  <c:v>1.0859756433000001</c:v>
                </c:pt>
                <c:pt idx="2011">
                  <c:v>1.0871551147</c:v>
                </c:pt>
                <c:pt idx="2012">
                  <c:v>1.1479660873999999</c:v>
                </c:pt>
                <c:pt idx="2013">
                  <c:v>1.1689890499</c:v>
                </c:pt>
                <c:pt idx="2014">
                  <c:v>1.2092185423999999</c:v>
                </c:pt>
                <c:pt idx="2015">
                  <c:v>1.2672894782999999</c:v>
                </c:pt>
                <c:pt idx="2016">
                  <c:v>1.2905591481000001</c:v>
                </c:pt>
                <c:pt idx="2017">
                  <c:v>1.2960160677000001</c:v>
                </c:pt>
                <c:pt idx="2018">
                  <c:v>1.3460172130000001</c:v>
                </c:pt>
                <c:pt idx="2019">
                  <c:v>1.372650591</c:v>
                </c:pt>
                <c:pt idx="2020">
                  <c:v>1.3017980345</c:v>
                </c:pt>
                <c:pt idx="2021">
                  <c:v>1.2368505879</c:v>
                </c:pt>
                <c:pt idx="2022">
                  <c:v>1.1458673013</c:v>
                </c:pt>
                <c:pt idx="2023">
                  <c:v>1.109731295</c:v>
                </c:pt>
                <c:pt idx="2024">
                  <c:v>1.1013731194</c:v>
                </c:pt>
                <c:pt idx="2025">
                  <c:v>1.0794518334000001</c:v>
                </c:pt>
                <c:pt idx="2026">
                  <c:v>1.0749939958000001</c:v>
                </c:pt>
                <c:pt idx="2027">
                  <c:v>1.0894021297000001</c:v>
                </c:pt>
                <c:pt idx="2028">
                  <c:v>1.1002951367</c:v>
                </c:pt>
                <c:pt idx="2029">
                  <c:v>1.1116894078999999</c:v>
                </c:pt>
                <c:pt idx="2030">
                  <c:v>1.1003712677999999</c:v>
                </c:pt>
                <c:pt idx="2031">
                  <c:v>1.0786492827</c:v>
                </c:pt>
                <c:pt idx="2032">
                  <c:v>1.0358168366</c:v>
                </c:pt>
                <c:pt idx="2033">
                  <c:v>0.96376952360000001</c:v>
                </c:pt>
                <c:pt idx="2034">
                  <c:v>0.85388131869999995</c:v>
                </c:pt>
                <c:pt idx="2035">
                  <c:v>0.84382387410000004</c:v>
                </c:pt>
                <c:pt idx="2036">
                  <c:v>0.78080298370000001</c:v>
                </c:pt>
                <c:pt idx="2037">
                  <c:v>0.75385912929999999</c:v>
                </c:pt>
                <c:pt idx="2038">
                  <c:v>0.77005974960000001</c:v>
                </c:pt>
                <c:pt idx="2039">
                  <c:v>0.73207438380000001</c:v>
                </c:pt>
                <c:pt idx="2040">
                  <c:v>0.70376018470000001</c:v>
                </c:pt>
                <c:pt idx="2041">
                  <c:v>0.7556765486</c:v>
                </c:pt>
                <c:pt idx="2042">
                  <c:v>0.79605236970000004</c:v>
                </c:pt>
                <c:pt idx="2043">
                  <c:v>0.80128390110000003</c:v>
                </c:pt>
                <c:pt idx="2044">
                  <c:v>0.80464464700000005</c:v>
                </c:pt>
                <c:pt idx="2045">
                  <c:v>0.81436668940000001</c:v>
                </c:pt>
                <c:pt idx="2046">
                  <c:v>0.80909576530000005</c:v>
                </c:pt>
                <c:pt idx="2047">
                  <c:v>0.80275162950000001</c:v>
                </c:pt>
                <c:pt idx="2048">
                  <c:v>0.79524165920000001</c:v>
                </c:pt>
                <c:pt idx="2049">
                  <c:v>0.85117100649999999</c:v>
                </c:pt>
                <c:pt idx="2050">
                  <c:v>0.84866423560000004</c:v>
                </c:pt>
                <c:pt idx="2051">
                  <c:v>0.87835259830000001</c:v>
                </c:pt>
                <c:pt idx="2052">
                  <c:v>0.87333027230000004</c:v>
                </c:pt>
                <c:pt idx="2053">
                  <c:v>0.94671774149999999</c:v>
                </c:pt>
                <c:pt idx="2054">
                  <c:v>1.0132401084</c:v>
                </c:pt>
                <c:pt idx="2055">
                  <c:v>1.1315006872</c:v>
                </c:pt>
                <c:pt idx="2056">
                  <c:v>1.119769453</c:v>
                </c:pt>
                <c:pt idx="2057">
                  <c:v>1.1503006893000001</c:v>
                </c:pt>
                <c:pt idx="2058">
                  <c:v>1.1462899573000001</c:v>
                </c:pt>
                <c:pt idx="2059">
                  <c:v>1.1125776355000001</c:v>
                </c:pt>
                <c:pt idx="2060">
                  <c:v>1.1161120333000001</c:v>
                </c:pt>
                <c:pt idx="2061">
                  <c:v>1.1200756592000001</c:v>
                </c:pt>
                <c:pt idx="2062">
                  <c:v>1.0980283219</c:v>
                </c:pt>
                <c:pt idx="2063">
                  <c:v>1.1265600831</c:v>
                </c:pt>
                <c:pt idx="2064">
                  <c:v>1.1546440679000001</c:v>
                </c:pt>
                <c:pt idx="2065">
                  <c:v>1.1325311156</c:v>
                </c:pt>
                <c:pt idx="2066">
                  <c:v>1.1149371168</c:v>
                </c:pt>
                <c:pt idx="2067">
                  <c:v>1.150348835</c:v>
                </c:pt>
                <c:pt idx="2068">
                  <c:v>1.1798695212000001</c:v>
                </c:pt>
                <c:pt idx="2069">
                  <c:v>1.2103661082999999</c:v>
                </c:pt>
                <c:pt idx="2070">
                  <c:v>1.1659596941000001</c:v>
                </c:pt>
                <c:pt idx="2071">
                  <c:v>1.1430907203</c:v>
                </c:pt>
                <c:pt idx="2072">
                  <c:v>1.0945987104999999</c:v>
                </c:pt>
                <c:pt idx="2073">
                  <c:v>1.0817197567000001</c:v>
                </c:pt>
                <c:pt idx="2074">
                  <c:v>1.0555674893</c:v>
                </c:pt>
                <c:pt idx="2075">
                  <c:v>0.98255573139999997</c:v>
                </c:pt>
                <c:pt idx="2076">
                  <c:v>0.91285359960000001</c:v>
                </c:pt>
                <c:pt idx="2077">
                  <c:v>0.90165071070000002</c:v>
                </c:pt>
                <c:pt idx="2078">
                  <c:v>0.83425397109999999</c:v>
                </c:pt>
                <c:pt idx="2079">
                  <c:v>0.71208112899999998</c:v>
                </c:pt>
                <c:pt idx="2080">
                  <c:v>0.62298302630000002</c:v>
                </c:pt>
                <c:pt idx="2081">
                  <c:v>0.52960057250000003</c:v>
                </c:pt>
                <c:pt idx="2082">
                  <c:v>0.47369337540000001</c:v>
                </c:pt>
                <c:pt idx="2083">
                  <c:v>0.49175515990000002</c:v>
                </c:pt>
                <c:pt idx="2084">
                  <c:v>0.44767033909999998</c:v>
                </c:pt>
                <c:pt idx="2085">
                  <c:v>0.47292084950000002</c:v>
                </c:pt>
                <c:pt idx="2086">
                  <c:v>0.49278555610000002</c:v>
                </c:pt>
                <c:pt idx="2087">
                  <c:v>0.40726548019999997</c:v>
                </c:pt>
                <c:pt idx="2088">
                  <c:v>0.31644676900000002</c:v>
                </c:pt>
                <c:pt idx="2089">
                  <c:v>0.29365771410000002</c:v>
                </c:pt>
                <c:pt idx="2090">
                  <c:v>0.20069218329999999</c:v>
                </c:pt>
                <c:pt idx="2091">
                  <c:v>0.18588658080000001</c:v>
                </c:pt>
                <c:pt idx="2092">
                  <c:v>0.1698673171</c:v>
                </c:pt>
                <c:pt idx="2093">
                  <c:v>0.21019555300000001</c:v>
                </c:pt>
                <c:pt idx="2094">
                  <c:v>0.18370655550000001</c:v>
                </c:pt>
                <c:pt idx="2095">
                  <c:v>0.13249237550000001</c:v>
                </c:pt>
                <c:pt idx="2096">
                  <c:v>0.1266733629</c:v>
                </c:pt>
                <c:pt idx="2097">
                  <c:v>0.13614612949999999</c:v>
                </c:pt>
                <c:pt idx="2098">
                  <c:v>5.5432463299999998E-2</c:v>
                </c:pt>
                <c:pt idx="2099">
                  <c:v>9.9234788199999993E-2</c:v>
                </c:pt>
                <c:pt idx="2100">
                  <c:v>0.2270169165</c:v>
                </c:pt>
                <c:pt idx="2101">
                  <c:v>0.33779106990000002</c:v>
                </c:pt>
                <c:pt idx="2102">
                  <c:v>0.43016042669999999</c:v>
                </c:pt>
                <c:pt idx="2103">
                  <c:v>0.5093061579</c:v>
                </c:pt>
                <c:pt idx="2104">
                  <c:v>0.5192412367</c:v>
                </c:pt>
                <c:pt idx="2105">
                  <c:v>0.48540808629999999</c:v>
                </c:pt>
                <c:pt idx="2106">
                  <c:v>0.45945251069999998</c:v>
                </c:pt>
                <c:pt idx="2107">
                  <c:v>0.47357220719999998</c:v>
                </c:pt>
                <c:pt idx="2108">
                  <c:v>0.54230919889999996</c:v>
                </c:pt>
                <c:pt idx="2109">
                  <c:v>0.61181247230000002</c:v>
                </c:pt>
                <c:pt idx="2110">
                  <c:v>0.61321888729999996</c:v>
                </c:pt>
                <c:pt idx="2111">
                  <c:v>0.74228302270000002</c:v>
                </c:pt>
                <c:pt idx="2112">
                  <c:v>0.75051817460000003</c:v>
                </c:pt>
                <c:pt idx="2113">
                  <c:v>0.76530864249999997</c:v>
                </c:pt>
                <c:pt idx="2114">
                  <c:v>0.73495382259999997</c:v>
                </c:pt>
                <c:pt idx="2115">
                  <c:v>0.80076188049999997</c:v>
                </c:pt>
                <c:pt idx="2116">
                  <c:v>0.81013457759999996</c:v>
                </c:pt>
                <c:pt idx="2117">
                  <c:v>0.77216351989999998</c:v>
                </c:pt>
                <c:pt idx="2118">
                  <c:v>0.71269329339999998</c:v>
                </c:pt>
                <c:pt idx="2119">
                  <c:v>0.67647775769999996</c:v>
                </c:pt>
                <c:pt idx="2120">
                  <c:v>0.64265544910000005</c:v>
                </c:pt>
                <c:pt idx="2121">
                  <c:v>0.55256478070000004</c:v>
                </c:pt>
                <c:pt idx="2122">
                  <c:v>0.5187498358</c:v>
                </c:pt>
                <c:pt idx="2123">
                  <c:v>0.48811192710000001</c:v>
                </c:pt>
                <c:pt idx="2124">
                  <c:v>0.431500518</c:v>
                </c:pt>
                <c:pt idx="2125">
                  <c:v>0.41706659759999998</c:v>
                </c:pt>
                <c:pt idx="2126">
                  <c:v>0.40289025090000002</c:v>
                </c:pt>
                <c:pt idx="2127">
                  <c:v>0.35012233799999998</c:v>
                </c:pt>
                <c:pt idx="2128">
                  <c:v>0.24888742080000001</c:v>
                </c:pt>
                <c:pt idx="2129">
                  <c:v>0.16515164390000001</c:v>
                </c:pt>
                <c:pt idx="2130">
                  <c:v>1.45073283E-2</c:v>
                </c:pt>
                <c:pt idx="2131">
                  <c:v>-0.12923848190000001</c:v>
                </c:pt>
                <c:pt idx="2132">
                  <c:v>-0.302568226</c:v>
                </c:pt>
                <c:pt idx="2133">
                  <c:v>-0.43908763179999999</c:v>
                </c:pt>
                <c:pt idx="2134">
                  <c:v>-0.51448580929999999</c:v>
                </c:pt>
                <c:pt idx="2135">
                  <c:v>-0.59329832069999999</c:v>
                </c:pt>
                <c:pt idx="2136">
                  <c:v>-0.71508539760000001</c:v>
                </c:pt>
                <c:pt idx="2137">
                  <c:v>-0.81739390980000004</c:v>
                </c:pt>
                <c:pt idx="2138">
                  <c:v>-0.82243098869999998</c:v>
                </c:pt>
                <c:pt idx="2139">
                  <c:v>-0.83449985370000002</c:v>
                </c:pt>
                <c:pt idx="2140">
                  <c:v>-0.81872699670000004</c:v>
                </c:pt>
                <c:pt idx="2141">
                  <c:v>-0.86949824580000001</c:v>
                </c:pt>
                <c:pt idx="2142">
                  <c:v>-0.88527019900000004</c:v>
                </c:pt>
                <c:pt idx="2143">
                  <c:v>-0.94956650139999998</c:v>
                </c:pt>
                <c:pt idx="2144">
                  <c:v>-0.95677319620000001</c:v>
                </c:pt>
                <c:pt idx="2145">
                  <c:v>-0.95523379789999996</c:v>
                </c:pt>
                <c:pt idx="2146">
                  <c:v>-0.96662590979999996</c:v>
                </c:pt>
                <c:pt idx="2147">
                  <c:v>-0.97540462890000001</c:v>
                </c:pt>
                <c:pt idx="2148">
                  <c:v>-1.0064148565</c:v>
                </c:pt>
                <c:pt idx="2149">
                  <c:v>-1.0079095200999999</c:v>
                </c:pt>
                <c:pt idx="2150">
                  <c:v>-1.0064534135000001</c:v>
                </c:pt>
                <c:pt idx="2151">
                  <c:v>-0.99944388610000001</c:v>
                </c:pt>
                <c:pt idx="2152">
                  <c:v>-0.94532185909999999</c:v>
                </c:pt>
                <c:pt idx="2153">
                  <c:v>-0.94137179429999995</c:v>
                </c:pt>
                <c:pt idx="2154">
                  <c:v>-0.9147505964</c:v>
                </c:pt>
                <c:pt idx="2155">
                  <c:v>-0.94739975480000005</c:v>
                </c:pt>
                <c:pt idx="2156">
                  <c:v>-0.92846381720000004</c:v>
                </c:pt>
                <c:pt idx="2157">
                  <c:v>-0.94663176800000004</c:v>
                </c:pt>
                <c:pt idx="2158">
                  <c:v>-0.88701856590000006</c:v>
                </c:pt>
                <c:pt idx="2159">
                  <c:v>-0.87417255220000001</c:v>
                </c:pt>
                <c:pt idx="2160">
                  <c:v>-0.93209719310000005</c:v>
                </c:pt>
                <c:pt idx="2161">
                  <c:v>-0.91105990790000002</c:v>
                </c:pt>
                <c:pt idx="2162">
                  <c:v>-0.89781463549999996</c:v>
                </c:pt>
                <c:pt idx="2163">
                  <c:v>-0.86454461069999999</c:v>
                </c:pt>
                <c:pt idx="2164">
                  <c:v>-0.84314817760000005</c:v>
                </c:pt>
                <c:pt idx="2165">
                  <c:v>-0.90867006569999997</c:v>
                </c:pt>
                <c:pt idx="2166">
                  <c:v>-0.96084159349999998</c:v>
                </c:pt>
                <c:pt idx="2167">
                  <c:v>-0.97305088529999995</c:v>
                </c:pt>
                <c:pt idx="2168">
                  <c:v>-0.93662010259999995</c:v>
                </c:pt>
                <c:pt idx="2169">
                  <c:v>-0.90498760690000002</c:v>
                </c:pt>
                <c:pt idx="2170">
                  <c:v>-0.87486413730000001</c:v>
                </c:pt>
                <c:pt idx="2171">
                  <c:v>-0.84808196020000004</c:v>
                </c:pt>
                <c:pt idx="2172">
                  <c:v>-0.79547654349999997</c:v>
                </c:pt>
                <c:pt idx="2173">
                  <c:v>-0.77149460709999995</c:v>
                </c:pt>
                <c:pt idx="2174">
                  <c:v>-0.72236498559999995</c:v>
                </c:pt>
                <c:pt idx="2175">
                  <c:v>-0.62693819240000004</c:v>
                </c:pt>
                <c:pt idx="2176">
                  <c:v>-0.52688651249999996</c:v>
                </c:pt>
                <c:pt idx="2177">
                  <c:v>-0.4616504474</c:v>
                </c:pt>
                <c:pt idx="2178">
                  <c:v>-0.3753340235</c:v>
                </c:pt>
                <c:pt idx="2179">
                  <c:v>-0.34368134020000002</c:v>
                </c:pt>
                <c:pt idx="2180">
                  <c:v>-0.29950926010000001</c:v>
                </c:pt>
                <c:pt idx="2181">
                  <c:v>-0.22728907239999999</c:v>
                </c:pt>
                <c:pt idx="2182">
                  <c:v>-0.200633853</c:v>
                </c:pt>
                <c:pt idx="2183">
                  <c:v>-0.11588925109999999</c:v>
                </c:pt>
                <c:pt idx="2184">
                  <c:v>-6.9114405500000003E-2</c:v>
                </c:pt>
                <c:pt idx="2185">
                  <c:v>-9.3732714699999997E-2</c:v>
                </c:pt>
                <c:pt idx="2186">
                  <c:v>-4.3105750599999999E-2</c:v>
                </c:pt>
                <c:pt idx="2187">
                  <c:v>-3.8323682099999999E-2</c:v>
                </c:pt>
                <c:pt idx="2188">
                  <c:v>-7.9231639600000001E-2</c:v>
                </c:pt>
                <c:pt idx="2189">
                  <c:v>-8.8118420000000003E-2</c:v>
                </c:pt>
                <c:pt idx="2190">
                  <c:v>-9.6792750699999999E-2</c:v>
                </c:pt>
                <c:pt idx="2191">
                  <c:v>-9.0549782499999995E-2</c:v>
                </c:pt>
                <c:pt idx="2192">
                  <c:v>-4.2464845600000002E-2</c:v>
                </c:pt>
                <c:pt idx="2193">
                  <c:v>2.0232486500000001E-2</c:v>
                </c:pt>
                <c:pt idx="2194">
                  <c:v>7.9830502400000003E-2</c:v>
                </c:pt>
                <c:pt idx="2195">
                  <c:v>0.10375082469999999</c:v>
                </c:pt>
                <c:pt idx="2196">
                  <c:v>0.14985738940000001</c:v>
                </c:pt>
                <c:pt idx="2197">
                  <c:v>0.1319084234</c:v>
                </c:pt>
                <c:pt idx="2198">
                  <c:v>0.1500971079</c:v>
                </c:pt>
                <c:pt idx="2199">
                  <c:v>0.15078558459999999</c:v>
                </c:pt>
                <c:pt idx="2200">
                  <c:v>0.21144985359999999</c:v>
                </c:pt>
                <c:pt idx="2201">
                  <c:v>0.23637604030000001</c:v>
                </c:pt>
                <c:pt idx="2202">
                  <c:v>0.25210525070000001</c:v>
                </c:pt>
                <c:pt idx="2203">
                  <c:v>0.25656766619999999</c:v>
                </c:pt>
                <c:pt idx="2204">
                  <c:v>0.28375650899999999</c:v>
                </c:pt>
                <c:pt idx="2205">
                  <c:v>0.26949144260000002</c:v>
                </c:pt>
                <c:pt idx="2206">
                  <c:v>0.32482594079999999</c:v>
                </c:pt>
                <c:pt idx="2207">
                  <c:v>0.37914211310000001</c:v>
                </c:pt>
                <c:pt idx="2208">
                  <c:v>0.44743426079999998</c:v>
                </c:pt>
                <c:pt idx="2209">
                  <c:v>0.53152612710000002</c:v>
                </c:pt>
                <c:pt idx="2210">
                  <c:v>0.5837411924</c:v>
                </c:pt>
                <c:pt idx="2211">
                  <c:v>0.65981993429999997</c:v>
                </c:pt>
                <c:pt idx="2212">
                  <c:v>0.69812722230000002</c:v>
                </c:pt>
                <c:pt idx="2213">
                  <c:v>0.65334116470000003</c:v>
                </c:pt>
                <c:pt idx="2214">
                  <c:v>0.610984784</c:v>
                </c:pt>
                <c:pt idx="2215">
                  <c:v>0.55902318490000003</c:v>
                </c:pt>
                <c:pt idx="2216">
                  <c:v>0.5302352159</c:v>
                </c:pt>
                <c:pt idx="2217">
                  <c:v>0.46603279879999998</c:v>
                </c:pt>
                <c:pt idx="2218">
                  <c:v>0.4432845245</c:v>
                </c:pt>
                <c:pt idx="2219">
                  <c:v>0.39608969649999998</c:v>
                </c:pt>
                <c:pt idx="2220">
                  <c:v>0.44181511940000001</c:v>
                </c:pt>
                <c:pt idx="2221">
                  <c:v>0.4475072256</c:v>
                </c:pt>
                <c:pt idx="2222">
                  <c:v>0.48549220749999999</c:v>
                </c:pt>
                <c:pt idx="2223">
                  <c:v>0.55663875600000001</c:v>
                </c:pt>
                <c:pt idx="2224">
                  <c:v>0.57359464339999999</c:v>
                </c:pt>
                <c:pt idx="2225">
                  <c:v>0.47941776730000002</c:v>
                </c:pt>
                <c:pt idx="2226">
                  <c:v>0.49191107760000002</c:v>
                </c:pt>
                <c:pt idx="2227">
                  <c:v>0.50223235669999999</c:v>
                </c:pt>
                <c:pt idx="2228">
                  <c:v>0.47315284860000001</c:v>
                </c:pt>
                <c:pt idx="2229">
                  <c:v>0.48078197299999997</c:v>
                </c:pt>
                <c:pt idx="2230">
                  <c:v>0.50228862809999997</c:v>
                </c:pt>
                <c:pt idx="2231">
                  <c:v>0.53622710790000006</c:v>
                </c:pt>
                <c:pt idx="2232">
                  <c:v>0.59542707949999996</c:v>
                </c:pt>
                <c:pt idx="2233">
                  <c:v>0.65453502129999996</c:v>
                </c:pt>
                <c:pt idx="2234">
                  <c:v>0.79817102699999998</c:v>
                </c:pt>
                <c:pt idx="2235">
                  <c:v>0.79947414400000005</c:v>
                </c:pt>
                <c:pt idx="2236">
                  <c:v>0.82154712169999999</c:v>
                </c:pt>
                <c:pt idx="2237">
                  <c:v>0.88331641540000005</c:v>
                </c:pt>
                <c:pt idx="2238">
                  <c:v>1.0024970545</c:v>
                </c:pt>
                <c:pt idx="2239">
                  <c:v>1.0898705249</c:v>
                </c:pt>
                <c:pt idx="2240">
                  <c:v>1.1056286631000001</c:v>
                </c:pt>
                <c:pt idx="2241">
                  <c:v>1.0629583328000001</c:v>
                </c:pt>
                <c:pt idx="2242">
                  <c:v>0.99772929129999999</c:v>
                </c:pt>
                <c:pt idx="2243">
                  <c:v>0.84416163789999998</c:v>
                </c:pt>
                <c:pt idx="2244">
                  <c:v>0.74463200060000001</c:v>
                </c:pt>
                <c:pt idx="2245">
                  <c:v>0.69872544839999995</c:v>
                </c:pt>
                <c:pt idx="2246">
                  <c:v>0.69894877560000002</c:v>
                </c:pt>
                <c:pt idx="2247">
                  <c:v>0.67941445649999999</c:v>
                </c:pt>
                <c:pt idx="2248">
                  <c:v>0.70440814730000001</c:v>
                </c:pt>
                <c:pt idx="2249">
                  <c:v>0.77737053860000005</c:v>
                </c:pt>
                <c:pt idx="2250">
                  <c:v>0.83071687409999995</c:v>
                </c:pt>
                <c:pt idx="2251">
                  <c:v>0.87311140229999995</c:v>
                </c:pt>
                <c:pt idx="2252">
                  <c:v>0.93771923040000005</c:v>
                </c:pt>
                <c:pt idx="2253">
                  <c:v>0.9091253883</c:v>
                </c:pt>
                <c:pt idx="2254">
                  <c:v>0.93258781599999996</c:v>
                </c:pt>
                <c:pt idx="2255">
                  <c:v>0.87493671309999999</c:v>
                </c:pt>
                <c:pt idx="2256">
                  <c:v>0.95758337999999998</c:v>
                </c:pt>
                <c:pt idx="2257">
                  <c:v>0.98327857760000004</c:v>
                </c:pt>
                <c:pt idx="2258">
                  <c:v>0.96961065000000002</c:v>
                </c:pt>
                <c:pt idx="2259">
                  <c:v>0.93091666500000003</c:v>
                </c:pt>
                <c:pt idx="2260">
                  <c:v>1.0256553504000001</c:v>
                </c:pt>
                <c:pt idx="2261">
                  <c:v>1.042316188</c:v>
                </c:pt>
                <c:pt idx="2262">
                  <c:v>1.0844205168000001</c:v>
                </c:pt>
                <c:pt idx="2263">
                  <c:v>1.1230137356000001</c:v>
                </c:pt>
                <c:pt idx="2264">
                  <c:v>1.1876833294</c:v>
                </c:pt>
                <c:pt idx="2265">
                  <c:v>1.2327187375999999</c:v>
                </c:pt>
                <c:pt idx="2266">
                  <c:v>1.2874138678</c:v>
                </c:pt>
                <c:pt idx="2267">
                  <c:v>1.314680603</c:v>
                </c:pt>
                <c:pt idx="2268">
                  <c:v>1.3253529287000001</c:v>
                </c:pt>
                <c:pt idx="2269">
                  <c:v>1.3600143834</c:v>
                </c:pt>
                <c:pt idx="2270">
                  <c:v>1.3490413402000001</c:v>
                </c:pt>
                <c:pt idx="2271">
                  <c:v>1.3335169489000001</c:v>
                </c:pt>
                <c:pt idx="2272">
                  <c:v>1.2606187821999999</c:v>
                </c:pt>
                <c:pt idx="2273">
                  <c:v>1.1898134962</c:v>
                </c:pt>
                <c:pt idx="2274">
                  <c:v>1.1476806433</c:v>
                </c:pt>
                <c:pt idx="2275">
                  <c:v>1.0672798667000001</c:v>
                </c:pt>
                <c:pt idx="2276">
                  <c:v>1.0245502072999999</c:v>
                </c:pt>
                <c:pt idx="2277">
                  <c:v>0.93905735069999996</c:v>
                </c:pt>
                <c:pt idx="2278">
                  <c:v>0.92112278089999999</c:v>
                </c:pt>
                <c:pt idx="2279">
                  <c:v>0.92830292989999996</c:v>
                </c:pt>
                <c:pt idx="2280">
                  <c:v>0.87186702719999998</c:v>
                </c:pt>
                <c:pt idx="2281">
                  <c:v>0.69817345630000005</c:v>
                </c:pt>
                <c:pt idx="2282">
                  <c:v>0.70676278169999995</c:v>
                </c:pt>
                <c:pt idx="2283">
                  <c:v>0.67386598109999996</c:v>
                </c:pt>
                <c:pt idx="2284">
                  <c:v>0.61759439319999998</c:v>
                </c:pt>
                <c:pt idx="2285">
                  <c:v>0.61102728920000005</c:v>
                </c:pt>
                <c:pt idx="2286">
                  <c:v>0.59688381160000004</c:v>
                </c:pt>
                <c:pt idx="2287">
                  <c:v>0.57858667019999999</c:v>
                </c:pt>
                <c:pt idx="2288">
                  <c:v>0.60314697299999998</c:v>
                </c:pt>
                <c:pt idx="2289">
                  <c:v>0.56938550269999999</c:v>
                </c:pt>
                <c:pt idx="2290">
                  <c:v>0.49677141279999998</c:v>
                </c:pt>
                <c:pt idx="2291">
                  <c:v>0.41860890070000001</c:v>
                </c:pt>
                <c:pt idx="2292">
                  <c:v>0.38403232749999999</c:v>
                </c:pt>
                <c:pt idx="2293">
                  <c:v>0.3391294674</c:v>
                </c:pt>
                <c:pt idx="2294">
                  <c:v>0.31758463069999998</c:v>
                </c:pt>
                <c:pt idx="2295">
                  <c:v>0.3159768496</c:v>
                </c:pt>
                <c:pt idx="2296">
                  <c:v>0.29880948390000001</c:v>
                </c:pt>
                <c:pt idx="2297">
                  <c:v>0.2812513338</c:v>
                </c:pt>
                <c:pt idx="2298">
                  <c:v>0.31374044909999999</c:v>
                </c:pt>
                <c:pt idx="2299">
                  <c:v>0.29721553049999999</c:v>
                </c:pt>
                <c:pt idx="2300">
                  <c:v>0.2203747851</c:v>
                </c:pt>
                <c:pt idx="2301">
                  <c:v>0.170382113</c:v>
                </c:pt>
                <c:pt idx="2302">
                  <c:v>0.17756302630000001</c:v>
                </c:pt>
                <c:pt idx="2303">
                  <c:v>0.15233222399999999</c:v>
                </c:pt>
                <c:pt idx="2304">
                  <c:v>0.1370618757</c:v>
                </c:pt>
                <c:pt idx="2305">
                  <c:v>0.20502585570000001</c:v>
                </c:pt>
                <c:pt idx="2306">
                  <c:v>0.30155447670000002</c:v>
                </c:pt>
                <c:pt idx="2307">
                  <c:v>0.34245020240000001</c:v>
                </c:pt>
                <c:pt idx="2308">
                  <c:v>0.35660865429999999</c:v>
                </c:pt>
                <c:pt idx="2309">
                  <c:v>0.41053428850000001</c:v>
                </c:pt>
                <c:pt idx="2310">
                  <c:v>0.48419320329999999</c:v>
                </c:pt>
                <c:pt idx="2311">
                  <c:v>0.57251136030000005</c:v>
                </c:pt>
                <c:pt idx="2312">
                  <c:v>0.64636378819999996</c:v>
                </c:pt>
                <c:pt idx="2313">
                  <c:v>0.74334817239999995</c:v>
                </c:pt>
                <c:pt idx="2314">
                  <c:v>0.86642286589999995</c:v>
                </c:pt>
                <c:pt idx="2315">
                  <c:v>0.91889522869999996</c:v>
                </c:pt>
                <c:pt idx="2316">
                  <c:v>0.98805797549999996</c:v>
                </c:pt>
                <c:pt idx="2317">
                  <c:v>1.0926857852</c:v>
                </c:pt>
                <c:pt idx="2318">
                  <c:v>1.2046247554</c:v>
                </c:pt>
                <c:pt idx="2319">
                  <c:v>1.3142334424</c:v>
                </c:pt>
                <c:pt idx="2320">
                  <c:v>1.4156338931000001</c:v>
                </c:pt>
                <c:pt idx="2321">
                  <c:v>1.5382297915000001</c:v>
                </c:pt>
                <c:pt idx="2322">
                  <c:v>1.7024477435000001</c:v>
                </c:pt>
                <c:pt idx="2323">
                  <c:v>1.8451884313</c:v>
                </c:pt>
                <c:pt idx="2324">
                  <c:v>1.9822793271000001</c:v>
                </c:pt>
                <c:pt idx="2325">
                  <c:v>2.0660614781</c:v>
                </c:pt>
                <c:pt idx="2326">
                  <c:v>2.0876819572</c:v>
                </c:pt>
                <c:pt idx="2327">
                  <c:v>2.0208008636999999</c:v>
                </c:pt>
                <c:pt idx="2328">
                  <c:v>2.0576217929</c:v>
                </c:pt>
                <c:pt idx="2329">
                  <c:v>2.1247472332999999</c:v>
                </c:pt>
                <c:pt idx="2330">
                  <c:v>2.1294135741</c:v>
                </c:pt>
                <c:pt idx="2331">
                  <c:v>2.1734165372000001</c:v>
                </c:pt>
                <c:pt idx="2332">
                  <c:v>2.1463975239000002</c:v>
                </c:pt>
                <c:pt idx="2333">
                  <c:v>2.1497174364</c:v>
                </c:pt>
                <c:pt idx="2334">
                  <c:v>2.0882359467999998</c:v>
                </c:pt>
                <c:pt idx="2335">
                  <c:v>2.0549802574</c:v>
                </c:pt>
                <c:pt idx="2336">
                  <c:v>2.0345740701000001</c:v>
                </c:pt>
                <c:pt idx="2337">
                  <c:v>2.0014776569000001</c:v>
                </c:pt>
                <c:pt idx="2338">
                  <c:v>1.9302837397999999</c:v>
                </c:pt>
                <c:pt idx="2339">
                  <c:v>1.8580205896999999</c:v>
                </c:pt>
                <c:pt idx="2340">
                  <c:v>1.7528478760999999</c:v>
                </c:pt>
                <c:pt idx="2341">
                  <c:v>1.6506859961</c:v>
                </c:pt>
                <c:pt idx="2342">
                  <c:v>1.5761180214999999</c:v>
                </c:pt>
                <c:pt idx="2343">
                  <c:v>1.4415534661</c:v>
                </c:pt>
                <c:pt idx="2344">
                  <c:v>1.2758487123</c:v>
                </c:pt>
                <c:pt idx="2345">
                  <c:v>1.1160089904999999</c:v>
                </c:pt>
                <c:pt idx="2346">
                  <c:v>1.0260297922999999</c:v>
                </c:pt>
                <c:pt idx="2347">
                  <c:v>0.88835504330000004</c:v>
                </c:pt>
                <c:pt idx="2348">
                  <c:v>0.83567440959999995</c:v>
                </c:pt>
                <c:pt idx="2349">
                  <c:v>0.73996012950000001</c:v>
                </c:pt>
                <c:pt idx="2350">
                  <c:v>0.64534844670000002</c:v>
                </c:pt>
                <c:pt idx="2351">
                  <c:v>0.55922946520000005</c:v>
                </c:pt>
                <c:pt idx="2352">
                  <c:v>0.41880355889999998</c:v>
                </c:pt>
                <c:pt idx="2353">
                  <c:v>0.31301788479999998</c:v>
                </c:pt>
                <c:pt idx="2354">
                  <c:v>0.2082399503</c:v>
                </c:pt>
                <c:pt idx="2355">
                  <c:v>9.0874501100000005E-2</c:v>
                </c:pt>
                <c:pt idx="2356">
                  <c:v>-5.1925282999999997E-3</c:v>
                </c:pt>
                <c:pt idx="2357">
                  <c:v>-0.1114528171</c:v>
                </c:pt>
                <c:pt idx="2358">
                  <c:v>-0.18318617849999999</c:v>
                </c:pt>
                <c:pt idx="2359">
                  <c:v>-0.2257480087</c:v>
                </c:pt>
                <c:pt idx="2360">
                  <c:v>-0.2946683148</c:v>
                </c:pt>
                <c:pt idx="2361">
                  <c:v>-0.33257337110000001</c:v>
                </c:pt>
                <c:pt idx="2362">
                  <c:v>-0.34307906020000001</c:v>
                </c:pt>
                <c:pt idx="2363">
                  <c:v>-0.3628067519</c:v>
                </c:pt>
                <c:pt idx="2364">
                  <c:v>-0.36693628610000001</c:v>
                </c:pt>
                <c:pt idx="2365">
                  <c:v>-0.33322518950000002</c:v>
                </c:pt>
                <c:pt idx="2366">
                  <c:v>-0.34495502350000001</c:v>
                </c:pt>
                <c:pt idx="2367">
                  <c:v>-0.33182237170000001</c:v>
                </c:pt>
                <c:pt idx="2368">
                  <c:v>-0.29770277519999999</c:v>
                </c:pt>
                <c:pt idx="2369">
                  <c:v>-0.24563868320000001</c:v>
                </c:pt>
                <c:pt idx="2370">
                  <c:v>-0.23483290949999999</c:v>
                </c:pt>
                <c:pt idx="2371">
                  <c:v>-0.21693485100000001</c:v>
                </c:pt>
                <c:pt idx="2372">
                  <c:v>-0.20234299319999999</c:v>
                </c:pt>
                <c:pt idx="2373">
                  <c:v>-0.177353076</c:v>
                </c:pt>
                <c:pt idx="2374">
                  <c:v>-0.14551349120000001</c:v>
                </c:pt>
                <c:pt idx="2375">
                  <c:v>-0.1186877335</c:v>
                </c:pt>
                <c:pt idx="2376">
                  <c:v>-7.0066976999999999E-3</c:v>
                </c:pt>
                <c:pt idx="2377">
                  <c:v>2.10799586E-2</c:v>
                </c:pt>
                <c:pt idx="2378">
                  <c:v>5.5656122500000002E-2</c:v>
                </c:pt>
                <c:pt idx="2379">
                  <c:v>7.6228775900000004E-2</c:v>
                </c:pt>
                <c:pt idx="2380">
                  <c:v>9.4650184100000007E-2</c:v>
                </c:pt>
                <c:pt idx="2381">
                  <c:v>0.1494678227</c:v>
                </c:pt>
                <c:pt idx="2382">
                  <c:v>0.1792272999</c:v>
                </c:pt>
                <c:pt idx="2383">
                  <c:v>0.2036901854</c:v>
                </c:pt>
                <c:pt idx="2384">
                  <c:v>0.19811095740000001</c:v>
                </c:pt>
                <c:pt idx="2385">
                  <c:v>0.2170582449</c:v>
                </c:pt>
                <c:pt idx="2386">
                  <c:v>0.18310104299999999</c:v>
                </c:pt>
                <c:pt idx="2387">
                  <c:v>0.24568243640000001</c:v>
                </c:pt>
                <c:pt idx="2388">
                  <c:v>0.26402942909999999</c:v>
                </c:pt>
                <c:pt idx="2389">
                  <c:v>0.34026909290000001</c:v>
                </c:pt>
                <c:pt idx="2390">
                  <c:v>0.32445093489999999</c:v>
                </c:pt>
                <c:pt idx="2391">
                  <c:v>0.33883248100000002</c:v>
                </c:pt>
                <c:pt idx="2392">
                  <c:v>0.37110493080000001</c:v>
                </c:pt>
                <c:pt idx="2393">
                  <c:v>0.3594246062</c:v>
                </c:pt>
                <c:pt idx="2394">
                  <c:v>0.39589452009999998</c:v>
                </c:pt>
                <c:pt idx="2395">
                  <c:v>0.43790506359999998</c:v>
                </c:pt>
                <c:pt idx="2396">
                  <c:v>0.47059166629999999</c:v>
                </c:pt>
                <c:pt idx="2397">
                  <c:v>0.46438703380000002</c:v>
                </c:pt>
                <c:pt idx="2398">
                  <c:v>0.54194758990000003</c:v>
                </c:pt>
                <c:pt idx="2399">
                  <c:v>0.52689392970000004</c:v>
                </c:pt>
                <c:pt idx="2400">
                  <c:v>0.54807292770000005</c:v>
                </c:pt>
                <c:pt idx="2401">
                  <c:v>0.53087296029999997</c:v>
                </c:pt>
                <c:pt idx="2402">
                  <c:v>0.57019138390000002</c:v>
                </c:pt>
                <c:pt idx="2403">
                  <c:v>0.57401558959999999</c:v>
                </c:pt>
                <c:pt idx="2404">
                  <c:v>0.58627901800000004</c:v>
                </c:pt>
                <c:pt idx="2405">
                  <c:v>0.60879192029999996</c:v>
                </c:pt>
                <c:pt idx="2406">
                  <c:v>0.63992547399999999</c:v>
                </c:pt>
                <c:pt idx="2407">
                  <c:v>0.63855825899999996</c:v>
                </c:pt>
                <c:pt idx="2408">
                  <c:v>0.59086367390000005</c:v>
                </c:pt>
                <c:pt idx="2409">
                  <c:v>0.58325661429999998</c:v>
                </c:pt>
                <c:pt idx="2410">
                  <c:v>0.57020728350000005</c:v>
                </c:pt>
                <c:pt idx="2411">
                  <c:v>0.58179751639999999</c:v>
                </c:pt>
                <c:pt idx="2412">
                  <c:v>0.59858168499999997</c:v>
                </c:pt>
                <c:pt idx="2413">
                  <c:v>0.55750715959999997</c:v>
                </c:pt>
                <c:pt idx="2414">
                  <c:v>0.57471105619999996</c:v>
                </c:pt>
                <c:pt idx="2415">
                  <c:v>0.59253998200000002</c:v>
                </c:pt>
                <c:pt idx="2416">
                  <c:v>0.60909840790000003</c:v>
                </c:pt>
                <c:pt idx="2417">
                  <c:v>0.63331456129999997</c:v>
                </c:pt>
                <c:pt idx="2418">
                  <c:v>0.61153948120000001</c:v>
                </c:pt>
                <c:pt idx="2419">
                  <c:v>0.55233901389999995</c:v>
                </c:pt>
                <c:pt idx="2420">
                  <c:v>0.56779454070000002</c:v>
                </c:pt>
                <c:pt idx="2421">
                  <c:v>0.53460505960000004</c:v>
                </c:pt>
                <c:pt idx="2422">
                  <c:v>0.50277037660000001</c:v>
                </c:pt>
                <c:pt idx="2423">
                  <c:v>0.47807625549999999</c:v>
                </c:pt>
                <c:pt idx="2424">
                  <c:v>0.4528641592</c:v>
                </c:pt>
                <c:pt idx="2425">
                  <c:v>0.44762684359999999</c:v>
                </c:pt>
                <c:pt idx="2426">
                  <c:v>0.42522439709999998</c:v>
                </c:pt>
                <c:pt idx="2427">
                  <c:v>0.3982619429</c:v>
                </c:pt>
                <c:pt idx="2428">
                  <c:v>0.4370938137</c:v>
                </c:pt>
                <c:pt idx="2429">
                  <c:v>0.43062313369999999</c:v>
                </c:pt>
                <c:pt idx="2430">
                  <c:v>0.41840180370000002</c:v>
                </c:pt>
                <c:pt idx="2431">
                  <c:v>0.38025001780000001</c:v>
                </c:pt>
                <c:pt idx="2432">
                  <c:v>0.3330145706</c:v>
                </c:pt>
                <c:pt idx="2433">
                  <c:v>0.3144878036</c:v>
                </c:pt>
                <c:pt idx="2434">
                  <c:v>0.30405322820000003</c:v>
                </c:pt>
                <c:pt idx="2435">
                  <c:v>0.34078867759999998</c:v>
                </c:pt>
                <c:pt idx="2436">
                  <c:v>0.3461669543</c:v>
                </c:pt>
                <c:pt idx="2437">
                  <c:v>0.3195603232</c:v>
                </c:pt>
                <c:pt idx="2438">
                  <c:v>0.3278897757</c:v>
                </c:pt>
                <c:pt idx="2439">
                  <c:v>0.36446313130000002</c:v>
                </c:pt>
                <c:pt idx="2440">
                  <c:v>0.36279150269999999</c:v>
                </c:pt>
                <c:pt idx="2441">
                  <c:v>0.44180042120000002</c:v>
                </c:pt>
                <c:pt idx="2442">
                  <c:v>0.46696614879999998</c:v>
                </c:pt>
                <c:pt idx="2443">
                  <c:v>0.51391911450000005</c:v>
                </c:pt>
                <c:pt idx="2444">
                  <c:v>0.47777391679999998</c:v>
                </c:pt>
                <c:pt idx="2445">
                  <c:v>0.4456104427</c:v>
                </c:pt>
                <c:pt idx="2446">
                  <c:v>0.40502224590000002</c:v>
                </c:pt>
                <c:pt idx="2447">
                  <c:v>0.44697732909999999</c:v>
                </c:pt>
                <c:pt idx="2448">
                  <c:v>0.49846877070000001</c:v>
                </c:pt>
                <c:pt idx="2449">
                  <c:v>0.48661354470000001</c:v>
                </c:pt>
                <c:pt idx="2450">
                  <c:v>0.57140506830000004</c:v>
                </c:pt>
                <c:pt idx="2451">
                  <c:v>0.54936165589999997</c:v>
                </c:pt>
                <c:pt idx="2452">
                  <c:v>0.52605336130000002</c:v>
                </c:pt>
                <c:pt idx="2453">
                  <c:v>0.55004870279999996</c:v>
                </c:pt>
                <c:pt idx="2454">
                  <c:v>0.52690146979999997</c:v>
                </c:pt>
                <c:pt idx="2455">
                  <c:v>0.54298013389999999</c:v>
                </c:pt>
                <c:pt idx="2456">
                  <c:v>0.50787086530000003</c:v>
                </c:pt>
                <c:pt idx="2457">
                  <c:v>0.49873686020000002</c:v>
                </c:pt>
                <c:pt idx="2458">
                  <c:v>0.49336660989999997</c:v>
                </c:pt>
                <c:pt idx="2459">
                  <c:v>0.44843294239999998</c:v>
                </c:pt>
                <c:pt idx="2460">
                  <c:v>0.39558373330000002</c:v>
                </c:pt>
                <c:pt idx="2461">
                  <c:v>0.3848144926</c:v>
                </c:pt>
                <c:pt idx="2462">
                  <c:v>0.29569865099999998</c:v>
                </c:pt>
                <c:pt idx="2463">
                  <c:v>0.28693985389999999</c:v>
                </c:pt>
                <c:pt idx="2464">
                  <c:v>0.30342436610000001</c:v>
                </c:pt>
                <c:pt idx="2465">
                  <c:v>0.32845109729999999</c:v>
                </c:pt>
                <c:pt idx="2466">
                  <c:v>0.3731269706</c:v>
                </c:pt>
                <c:pt idx="2467">
                  <c:v>0.38472014500000001</c:v>
                </c:pt>
                <c:pt idx="2468">
                  <c:v>0.37488565280000002</c:v>
                </c:pt>
                <c:pt idx="2469">
                  <c:v>0.30803307349999998</c:v>
                </c:pt>
                <c:pt idx="2470">
                  <c:v>0.35780357219999998</c:v>
                </c:pt>
                <c:pt idx="2471">
                  <c:v>0.32094979420000003</c:v>
                </c:pt>
                <c:pt idx="2472">
                  <c:v>0.32917382020000002</c:v>
                </c:pt>
                <c:pt idx="2473">
                  <c:v>0.33511362890000002</c:v>
                </c:pt>
                <c:pt idx="2474">
                  <c:v>0.3380768488</c:v>
                </c:pt>
                <c:pt idx="2475">
                  <c:v>0.34575245199999999</c:v>
                </c:pt>
                <c:pt idx="2476">
                  <c:v>0.33256769670000003</c:v>
                </c:pt>
                <c:pt idx="2477">
                  <c:v>0.3357089781</c:v>
                </c:pt>
                <c:pt idx="2478">
                  <c:v>0.29875075200000001</c:v>
                </c:pt>
                <c:pt idx="2479">
                  <c:v>0.3274962891</c:v>
                </c:pt>
                <c:pt idx="2480">
                  <c:v>0.33548966679999997</c:v>
                </c:pt>
                <c:pt idx="2481">
                  <c:v>0.33070738309999997</c:v>
                </c:pt>
                <c:pt idx="2482">
                  <c:v>0.33290464720000001</c:v>
                </c:pt>
                <c:pt idx="2483">
                  <c:v>0.30347163399999999</c:v>
                </c:pt>
                <c:pt idx="2484">
                  <c:v>0.23961767859999999</c:v>
                </c:pt>
                <c:pt idx="2485">
                  <c:v>0.19386237279999999</c:v>
                </c:pt>
                <c:pt idx="2486">
                  <c:v>0.13676426790000001</c:v>
                </c:pt>
                <c:pt idx="2487">
                  <c:v>7.5634051100000002E-2</c:v>
                </c:pt>
                <c:pt idx="2488">
                  <c:v>5.7331166599999997E-2</c:v>
                </c:pt>
                <c:pt idx="2489">
                  <c:v>-1.2490799299999999E-2</c:v>
                </c:pt>
                <c:pt idx="2490">
                  <c:v>-4.5776509200000003E-2</c:v>
                </c:pt>
                <c:pt idx="2491">
                  <c:v>-4.9493915100000001E-2</c:v>
                </c:pt>
                <c:pt idx="2492">
                  <c:v>-8.2318410999999994E-2</c:v>
                </c:pt>
                <c:pt idx="2493">
                  <c:v>-0.11715089889999999</c:v>
                </c:pt>
                <c:pt idx="2494">
                  <c:v>-0.1159677678</c:v>
                </c:pt>
                <c:pt idx="2495">
                  <c:v>-8.7158067899999997E-2</c:v>
                </c:pt>
                <c:pt idx="2496">
                  <c:v>-8.0213760699999997E-2</c:v>
                </c:pt>
                <c:pt idx="2497">
                  <c:v>-0.1227186394</c:v>
                </c:pt>
                <c:pt idx="2498">
                  <c:v>-0.2027033201</c:v>
                </c:pt>
                <c:pt idx="2499">
                  <c:v>-0.2073426112</c:v>
                </c:pt>
                <c:pt idx="2500">
                  <c:v>-0.3319305743</c:v>
                </c:pt>
                <c:pt idx="2501">
                  <c:v>-0.36828755680000003</c:v>
                </c:pt>
                <c:pt idx="2502">
                  <c:v>-0.45466532240000002</c:v>
                </c:pt>
                <c:pt idx="2503">
                  <c:v>-0.52118364230000003</c:v>
                </c:pt>
                <c:pt idx="2504">
                  <c:v>-0.57305087850000003</c:v>
                </c:pt>
                <c:pt idx="2505">
                  <c:v>-0.60240930660000003</c:v>
                </c:pt>
                <c:pt idx="2506">
                  <c:v>-0.65321573659999999</c:v>
                </c:pt>
                <c:pt idx="2507">
                  <c:v>-0.68580394970000003</c:v>
                </c:pt>
                <c:pt idx="2508">
                  <c:v>-0.67979655880000001</c:v>
                </c:pt>
                <c:pt idx="2509">
                  <c:v>-0.6436265591</c:v>
                </c:pt>
                <c:pt idx="2510">
                  <c:v>-0.57128235979999997</c:v>
                </c:pt>
                <c:pt idx="2511">
                  <c:v>-0.63065516710000002</c:v>
                </c:pt>
                <c:pt idx="2512">
                  <c:v>-0.8122695352</c:v>
                </c:pt>
                <c:pt idx="2513">
                  <c:v>-0.9411257891</c:v>
                </c:pt>
                <c:pt idx="2514">
                  <c:v>-1.0215107069</c:v>
                </c:pt>
                <c:pt idx="2515">
                  <c:v>-1.0692397044999999</c:v>
                </c:pt>
                <c:pt idx="2516">
                  <c:v>-1.0755954468</c:v>
                </c:pt>
                <c:pt idx="2517">
                  <c:v>-1.1224958275000001</c:v>
                </c:pt>
                <c:pt idx="2518">
                  <c:v>-1.0864740852000001</c:v>
                </c:pt>
                <c:pt idx="2519">
                  <c:v>-1.0568400649</c:v>
                </c:pt>
                <c:pt idx="2520">
                  <c:v>-1.0402221746</c:v>
                </c:pt>
                <c:pt idx="2521">
                  <c:v>-0.91044547279999999</c:v>
                </c:pt>
                <c:pt idx="2522">
                  <c:v>-0.91593430819999999</c:v>
                </c:pt>
                <c:pt idx="2523">
                  <c:v>-0.77803439640000005</c:v>
                </c:pt>
                <c:pt idx="2524">
                  <c:v>-0.68504469570000004</c:v>
                </c:pt>
                <c:pt idx="2525">
                  <c:v>-0.59179631899999996</c:v>
                </c:pt>
                <c:pt idx="2526">
                  <c:v>-0.53673051599999999</c:v>
                </c:pt>
                <c:pt idx="2527">
                  <c:v>-0.5020237219</c:v>
                </c:pt>
                <c:pt idx="2528">
                  <c:v>-0.45202204439999999</c:v>
                </c:pt>
                <c:pt idx="2529">
                  <c:v>-0.44391464390000002</c:v>
                </c:pt>
                <c:pt idx="2530">
                  <c:v>-0.53622833449999996</c:v>
                </c:pt>
                <c:pt idx="2531">
                  <c:v>-0.58736501939999997</c:v>
                </c:pt>
                <c:pt idx="2532">
                  <c:v>-0.54523699699999995</c:v>
                </c:pt>
                <c:pt idx="2533">
                  <c:v>-0.45480374550000002</c:v>
                </c:pt>
                <c:pt idx="2534">
                  <c:v>-0.36609090719999998</c:v>
                </c:pt>
                <c:pt idx="2535">
                  <c:v>-0.31299424279999999</c:v>
                </c:pt>
                <c:pt idx="2536">
                  <c:v>-0.28627675400000002</c:v>
                </c:pt>
                <c:pt idx="2537">
                  <c:v>-0.32243154169999999</c:v>
                </c:pt>
                <c:pt idx="2538">
                  <c:v>-0.28942191179999999</c:v>
                </c:pt>
                <c:pt idx="2539">
                  <c:v>-0.28845236769999999</c:v>
                </c:pt>
                <c:pt idx="2540">
                  <c:v>-0.24245955729999999</c:v>
                </c:pt>
                <c:pt idx="2541">
                  <c:v>-0.2043724935</c:v>
                </c:pt>
                <c:pt idx="2542">
                  <c:v>-0.2229784615</c:v>
                </c:pt>
                <c:pt idx="2543">
                  <c:v>-0.2096188273</c:v>
                </c:pt>
                <c:pt idx="2544">
                  <c:v>-0.29369772820000001</c:v>
                </c:pt>
                <c:pt idx="2545">
                  <c:v>-0.33967117549999998</c:v>
                </c:pt>
                <c:pt idx="2546">
                  <c:v>-0.39844529299999998</c:v>
                </c:pt>
                <c:pt idx="2547">
                  <c:v>-0.41128985950000002</c:v>
                </c:pt>
                <c:pt idx="2548">
                  <c:v>-0.39784761070000002</c:v>
                </c:pt>
                <c:pt idx="2549">
                  <c:v>-0.41038234909999999</c:v>
                </c:pt>
                <c:pt idx="2550">
                  <c:v>-0.41046423310000002</c:v>
                </c:pt>
                <c:pt idx="2551">
                  <c:v>-0.3253466693</c:v>
                </c:pt>
                <c:pt idx="2552">
                  <c:v>-0.25803104809999999</c:v>
                </c:pt>
                <c:pt idx="2553">
                  <c:v>-0.1743183465</c:v>
                </c:pt>
                <c:pt idx="2554">
                  <c:v>-0.1012266763</c:v>
                </c:pt>
                <c:pt idx="2555">
                  <c:v>-3.3547729599999999E-2</c:v>
                </c:pt>
                <c:pt idx="2556">
                  <c:v>6.5888564900000002E-2</c:v>
                </c:pt>
                <c:pt idx="2557">
                  <c:v>0.1385366294</c:v>
                </c:pt>
                <c:pt idx="2558">
                  <c:v>0.17973969009999999</c:v>
                </c:pt>
                <c:pt idx="2559">
                  <c:v>0.22292035969999999</c:v>
                </c:pt>
                <c:pt idx="2560">
                  <c:v>0.22616893060000001</c:v>
                </c:pt>
                <c:pt idx="2561">
                  <c:v>0.21864477090000001</c:v>
                </c:pt>
                <c:pt idx="2562">
                  <c:v>0.1649241108</c:v>
                </c:pt>
                <c:pt idx="2563">
                  <c:v>0.14205822100000001</c:v>
                </c:pt>
                <c:pt idx="2564">
                  <c:v>0.17884736309999999</c:v>
                </c:pt>
                <c:pt idx="2565">
                  <c:v>0.22958786249999999</c:v>
                </c:pt>
                <c:pt idx="2566">
                  <c:v>0.31107123800000003</c:v>
                </c:pt>
                <c:pt idx="2567">
                  <c:v>0.40599954630000001</c:v>
                </c:pt>
                <c:pt idx="2568">
                  <c:v>0.4701246006</c:v>
                </c:pt>
                <c:pt idx="2569">
                  <c:v>0.49556616730000003</c:v>
                </c:pt>
                <c:pt idx="2570">
                  <c:v>0.52407040400000005</c:v>
                </c:pt>
                <c:pt idx="2571">
                  <c:v>0.58978838720000004</c:v>
                </c:pt>
                <c:pt idx="2572">
                  <c:v>0.60933883649999998</c:v>
                </c:pt>
                <c:pt idx="2573">
                  <c:v>0.63054011789999997</c:v>
                </c:pt>
                <c:pt idx="2574">
                  <c:v>0.63700959670000001</c:v>
                </c:pt>
                <c:pt idx="2575">
                  <c:v>0.68759657389999995</c:v>
                </c:pt>
                <c:pt idx="2576">
                  <c:v>0.71437126959999997</c:v>
                </c:pt>
                <c:pt idx="2577">
                  <c:v>0.68725576170000002</c:v>
                </c:pt>
                <c:pt idx="2578">
                  <c:v>0.62276655950000004</c:v>
                </c:pt>
                <c:pt idx="2579">
                  <c:v>0.64105984400000005</c:v>
                </c:pt>
                <c:pt idx="2580">
                  <c:v>0.66360784159999997</c:v>
                </c:pt>
                <c:pt idx="2581">
                  <c:v>0.66894041250000003</c:v>
                </c:pt>
                <c:pt idx="2582">
                  <c:v>0.66612310630000005</c:v>
                </c:pt>
                <c:pt idx="2583">
                  <c:v>0.69029111489999995</c:v>
                </c:pt>
                <c:pt idx="2584">
                  <c:v>0.66519822159999997</c:v>
                </c:pt>
                <c:pt idx="2585">
                  <c:v>0.6905594156</c:v>
                </c:pt>
                <c:pt idx="2586">
                  <c:v>0.61919095400000002</c:v>
                </c:pt>
                <c:pt idx="2587">
                  <c:v>0.59061099610000001</c:v>
                </c:pt>
                <c:pt idx="2588">
                  <c:v>0.53913977410000002</c:v>
                </c:pt>
                <c:pt idx="2589">
                  <c:v>0.50550017579999995</c:v>
                </c:pt>
                <c:pt idx="2590">
                  <c:v>0.51661777249999996</c:v>
                </c:pt>
                <c:pt idx="2591">
                  <c:v>0.52312701630000003</c:v>
                </c:pt>
                <c:pt idx="2592">
                  <c:v>0.53713373480000004</c:v>
                </c:pt>
                <c:pt idx="2593">
                  <c:v>0.54320378579999995</c:v>
                </c:pt>
                <c:pt idx="2594">
                  <c:v>0.50888244400000004</c:v>
                </c:pt>
                <c:pt idx="2595">
                  <c:v>0.4711418658</c:v>
                </c:pt>
                <c:pt idx="2596">
                  <c:v>0.4091413954</c:v>
                </c:pt>
                <c:pt idx="2597">
                  <c:v>0.37355100559999999</c:v>
                </c:pt>
                <c:pt idx="2598">
                  <c:v>0.38347304529999998</c:v>
                </c:pt>
                <c:pt idx="2599">
                  <c:v>0.45428333469999999</c:v>
                </c:pt>
                <c:pt idx="2600">
                  <c:v>0.44532670390000001</c:v>
                </c:pt>
                <c:pt idx="2601">
                  <c:v>0.41603427739999999</c:v>
                </c:pt>
                <c:pt idx="2602">
                  <c:v>0.43425937469999998</c:v>
                </c:pt>
                <c:pt idx="2603">
                  <c:v>0.4917650381</c:v>
                </c:pt>
                <c:pt idx="2604">
                  <c:v>0.54154148830000004</c:v>
                </c:pt>
                <c:pt idx="2605">
                  <c:v>0.64289414339999995</c:v>
                </c:pt>
                <c:pt idx="2606">
                  <c:v>0.63047930149999998</c:v>
                </c:pt>
                <c:pt idx="2607">
                  <c:v>0.66332711119999999</c:v>
                </c:pt>
                <c:pt idx="2608">
                  <c:v>0.65937050639999994</c:v>
                </c:pt>
                <c:pt idx="2609">
                  <c:v>0.71789487620000003</c:v>
                </c:pt>
                <c:pt idx="2610">
                  <c:v>0.74922853199999995</c:v>
                </c:pt>
                <c:pt idx="2611">
                  <c:v>0.75352122710000002</c:v>
                </c:pt>
                <c:pt idx="2612">
                  <c:v>0.71590571690000004</c:v>
                </c:pt>
                <c:pt idx="2613">
                  <c:v>0.63521291489999998</c:v>
                </c:pt>
                <c:pt idx="2614">
                  <c:v>0.55883256309999996</c:v>
                </c:pt>
                <c:pt idx="2615">
                  <c:v>0.49307993100000003</c:v>
                </c:pt>
                <c:pt idx="2616">
                  <c:v>0.42282357199999998</c:v>
                </c:pt>
                <c:pt idx="2617">
                  <c:v>0.35929879780000001</c:v>
                </c:pt>
                <c:pt idx="2618">
                  <c:v>0.2645962308</c:v>
                </c:pt>
                <c:pt idx="2619">
                  <c:v>0.1838923697</c:v>
                </c:pt>
                <c:pt idx="2620">
                  <c:v>6.06097934E-2</c:v>
                </c:pt>
                <c:pt idx="2621">
                  <c:v>-2.81828524E-2</c:v>
                </c:pt>
                <c:pt idx="2622">
                  <c:v>-0.1030792039</c:v>
                </c:pt>
                <c:pt idx="2623">
                  <c:v>-0.16129311660000001</c:v>
                </c:pt>
                <c:pt idx="2624">
                  <c:v>-0.27211271809999998</c:v>
                </c:pt>
                <c:pt idx="2625">
                  <c:v>-0.38713402609999997</c:v>
                </c:pt>
                <c:pt idx="2626">
                  <c:v>-0.52566701390000004</c:v>
                </c:pt>
                <c:pt idx="2627">
                  <c:v>-0.58204230769999998</c:v>
                </c:pt>
                <c:pt idx="2628">
                  <c:v>-0.61935986880000005</c:v>
                </c:pt>
                <c:pt idx="2629">
                  <c:v>-0.69871665620000001</c:v>
                </c:pt>
                <c:pt idx="2630">
                  <c:v>-0.76679369310000001</c:v>
                </c:pt>
                <c:pt idx="2631">
                  <c:v>-0.80087440720000003</c:v>
                </c:pt>
                <c:pt idx="2632">
                  <c:v>-0.78994585429999997</c:v>
                </c:pt>
                <c:pt idx="2633">
                  <c:v>-0.75729601550000003</c:v>
                </c:pt>
                <c:pt idx="2634">
                  <c:v>-0.74277842800000005</c:v>
                </c:pt>
                <c:pt idx="2635">
                  <c:v>-0.71335014949999997</c:v>
                </c:pt>
                <c:pt idx="2636">
                  <c:v>-0.70157251909999996</c:v>
                </c:pt>
                <c:pt idx="2637">
                  <c:v>-0.63903617130000001</c:v>
                </c:pt>
                <c:pt idx="2638">
                  <c:v>-0.56962900729999999</c:v>
                </c:pt>
                <c:pt idx="2639">
                  <c:v>-0.49249570170000001</c:v>
                </c:pt>
                <c:pt idx="2640">
                  <c:v>-0.51234952040000004</c:v>
                </c:pt>
                <c:pt idx="2641">
                  <c:v>-0.49002679220000001</c:v>
                </c:pt>
                <c:pt idx="2642">
                  <c:v>-0.4503762047</c:v>
                </c:pt>
                <c:pt idx="2643">
                  <c:v>-0.48090861400000001</c:v>
                </c:pt>
                <c:pt idx="2644">
                  <c:v>-0.47439656349999998</c:v>
                </c:pt>
                <c:pt idx="2645">
                  <c:v>-0.4377611924</c:v>
                </c:pt>
                <c:pt idx="2646">
                  <c:v>-0.38644377079999997</c:v>
                </c:pt>
                <c:pt idx="2647">
                  <c:v>-0.32471264220000001</c:v>
                </c:pt>
                <c:pt idx="2648">
                  <c:v>-0.25939040619999998</c:v>
                </c:pt>
                <c:pt idx="2649">
                  <c:v>-0.164611694</c:v>
                </c:pt>
                <c:pt idx="2650">
                  <c:v>-9.6657886499999998E-2</c:v>
                </c:pt>
                <c:pt idx="2651">
                  <c:v>8.7104459999999995E-4</c:v>
                </c:pt>
                <c:pt idx="2652">
                  <c:v>3.1644323199999998E-2</c:v>
                </c:pt>
                <c:pt idx="2653">
                  <c:v>3.6369934800000003E-2</c:v>
                </c:pt>
                <c:pt idx="2654">
                  <c:v>2.3452599300000002E-2</c:v>
                </c:pt>
                <c:pt idx="2655">
                  <c:v>8.2949588000000005E-2</c:v>
                </c:pt>
                <c:pt idx="2656">
                  <c:v>4.6063836800000001E-2</c:v>
                </c:pt>
                <c:pt idx="2657">
                  <c:v>5.3846529300000001E-2</c:v>
                </c:pt>
                <c:pt idx="2658">
                  <c:v>6.2256966800000001E-2</c:v>
                </c:pt>
                <c:pt idx="2659">
                  <c:v>7.2623021999999995E-2</c:v>
                </c:pt>
                <c:pt idx="2660">
                  <c:v>0.11798877169999999</c:v>
                </c:pt>
                <c:pt idx="2661">
                  <c:v>0.20631460879999999</c:v>
                </c:pt>
                <c:pt idx="2662">
                  <c:v>0.21575309740000001</c:v>
                </c:pt>
                <c:pt idx="2663">
                  <c:v>0.1884223455</c:v>
                </c:pt>
                <c:pt idx="2664">
                  <c:v>0.30677952050000001</c:v>
                </c:pt>
                <c:pt idx="2665">
                  <c:v>0.34660356599999997</c:v>
                </c:pt>
                <c:pt idx="2666">
                  <c:v>0.38338226269999998</c:v>
                </c:pt>
                <c:pt idx="2667">
                  <c:v>0.43438365140000001</c:v>
                </c:pt>
                <c:pt idx="2668">
                  <c:v>0.43349169859999998</c:v>
                </c:pt>
                <c:pt idx="2669">
                  <c:v>0.44343999519999999</c:v>
                </c:pt>
                <c:pt idx="2670">
                  <c:v>0.3798216478</c:v>
                </c:pt>
                <c:pt idx="2671">
                  <c:v>0.36016158619999999</c:v>
                </c:pt>
                <c:pt idx="2672">
                  <c:v>0.26876163730000002</c:v>
                </c:pt>
                <c:pt idx="2673">
                  <c:v>0.21201501910000001</c:v>
                </c:pt>
                <c:pt idx="2674">
                  <c:v>0.18117678810000001</c:v>
                </c:pt>
                <c:pt idx="2675">
                  <c:v>0.20368290159999999</c:v>
                </c:pt>
                <c:pt idx="2676">
                  <c:v>0.15952072719999999</c:v>
                </c:pt>
                <c:pt idx="2677">
                  <c:v>0.2438130298</c:v>
                </c:pt>
                <c:pt idx="2678">
                  <c:v>0.23652225690000001</c:v>
                </c:pt>
                <c:pt idx="2679">
                  <c:v>0.2700810864</c:v>
                </c:pt>
                <c:pt idx="2680">
                  <c:v>0.27323588110000002</c:v>
                </c:pt>
                <c:pt idx="2681">
                  <c:v>0.25682109400000003</c:v>
                </c:pt>
                <c:pt idx="2682">
                  <c:v>0.28061870300000002</c:v>
                </c:pt>
                <c:pt idx="2683">
                  <c:v>0.36065225020000002</c:v>
                </c:pt>
                <c:pt idx="2684">
                  <c:v>0.44265453469999999</c:v>
                </c:pt>
                <c:pt idx="2685">
                  <c:v>0.4520945267</c:v>
                </c:pt>
                <c:pt idx="2686">
                  <c:v>0.50482823180000003</c:v>
                </c:pt>
                <c:pt idx="2687">
                  <c:v>0.51519614219999998</c:v>
                </c:pt>
                <c:pt idx="2688">
                  <c:v>0.50744540589999998</c:v>
                </c:pt>
                <c:pt idx="2689">
                  <c:v>0.56376313570000003</c:v>
                </c:pt>
                <c:pt idx="2690">
                  <c:v>0.56429802610000002</c:v>
                </c:pt>
                <c:pt idx="2691">
                  <c:v>0.63343483869999995</c:v>
                </c:pt>
                <c:pt idx="2692">
                  <c:v>0.64371499040000002</c:v>
                </c:pt>
                <c:pt idx="2693">
                  <c:v>0.71959065789999999</c:v>
                </c:pt>
                <c:pt idx="2694">
                  <c:v>0.81400912349999999</c:v>
                </c:pt>
                <c:pt idx="2695">
                  <c:v>0.82686182919999995</c:v>
                </c:pt>
                <c:pt idx="2696">
                  <c:v>0.84650188179999997</c:v>
                </c:pt>
                <c:pt idx="2697">
                  <c:v>0.89641106150000005</c:v>
                </c:pt>
                <c:pt idx="2698">
                  <c:v>0.87952350499999998</c:v>
                </c:pt>
                <c:pt idx="2699">
                  <c:v>0.92973858499999995</c:v>
                </c:pt>
                <c:pt idx="2700">
                  <c:v>0.93927153600000002</c:v>
                </c:pt>
                <c:pt idx="2701">
                  <c:v>0.97891834150000001</c:v>
                </c:pt>
                <c:pt idx="2702">
                  <c:v>1.0155151490000001</c:v>
                </c:pt>
                <c:pt idx="2703">
                  <c:v>1.066230121</c:v>
                </c:pt>
                <c:pt idx="2704">
                  <c:v>1.1200333457</c:v>
                </c:pt>
                <c:pt idx="2705">
                  <c:v>1.1510655131</c:v>
                </c:pt>
                <c:pt idx="2706">
                  <c:v>1.1636023244</c:v>
                </c:pt>
                <c:pt idx="2707">
                  <c:v>1.1468743729999999</c:v>
                </c:pt>
                <c:pt idx="2708">
                  <c:v>1.1602335601</c:v>
                </c:pt>
                <c:pt idx="2709">
                  <c:v>1.1687711945000001</c:v>
                </c:pt>
                <c:pt idx="2710">
                  <c:v>1.1779620504999999</c:v>
                </c:pt>
                <c:pt idx="2711">
                  <c:v>1.1666806555</c:v>
                </c:pt>
                <c:pt idx="2712">
                  <c:v>1.1847349715</c:v>
                </c:pt>
                <c:pt idx="2713">
                  <c:v>1.2339802874000001</c:v>
                </c:pt>
                <c:pt idx="2714">
                  <c:v>1.2187282045000001</c:v>
                </c:pt>
                <c:pt idx="2715">
                  <c:v>1.2017536012000001</c:v>
                </c:pt>
                <c:pt idx="2716">
                  <c:v>1.2034803326000001</c:v>
                </c:pt>
                <c:pt idx="2717">
                  <c:v>1.1621684622999999</c:v>
                </c:pt>
                <c:pt idx="2718">
                  <c:v>1.1069126419999999</c:v>
                </c:pt>
                <c:pt idx="2719">
                  <c:v>1.0777641779</c:v>
                </c:pt>
                <c:pt idx="2720">
                  <c:v>1.0609643821000001</c:v>
                </c:pt>
                <c:pt idx="2721">
                  <c:v>1.0467038725</c:v>
                </c:pt>
                <c:pt idx="2722">
                  <c:v>1.0121829774</c:v>
                </c:pt>
                <c:pt idx="2723">
                  <c:v>0.9559907768</c:v>
                </c:pt>
                <c:pt idx="2724">
                  <c:v>0.89117604719999999</c:v>
                </c:pt>
                <c:pt idx="2725">
                  <c:v>0.81629151180000004</c:v>
                </c:pt>
                <c:pt idx="2726">
                  <c:v>0.73280896029999998</c:v>
                </c:pt>
                <c:pt idx="2727">
                  <c:v>0.65692699320000003</c:v>
                </c:pt>
                <c:pt idx="2728">
                  <c:v>0.60462786530000001</c:v>
                </c:pt>
                <c:pt idx="2729">
                  <c:v>0.57374623540000003</c:v>
                </c:pt>
                <c:pt idx="2730">
                  <c:v>0.5397659561</c:v>
                </c:pt>
                <c:pt idx="2731">
                  <c:v>0.50249293309999998</c:v>
                </c:pt>
                <c:pt idx="2732">
                  <c:v>0.51365220869999995</c:v>
                </c:pt>
                <c:pt idx="2733">
                  <c:v>0.45372742630000001</c:v>
                </c:pt>
                <c:pt idx="2734">
                  <c:v>0.3983496587</c:v>
                </c:pt>
                <c:pt idx="2735">
                  <c:v>0.37652202880000002</c:v>
                </c:pt>
                <c:pt idx="2736">
                  <c:v>0.35630375939999998</c:v>
                </c:pt>
                <c:pt idx="2737">
                  <c:v>0.37877675420000001</c:v>
                </c:pt>
                <c:pt idx="2738">
                  <c:v>0.36919688160000003</c:v>
                </c:pt>
                <c:pt idx="2739">
                  <c:v>0.39127850409999998</c:v>
                </c:pt>
                <c:pt idx="2740">
                  <c:v>0.38919052840000001</c:v>
                </c:pt>
                <c:pt idx="2741">
                  <c:v>0.39966982210000002</c:v>
                </c:pt>
                <c:pt idx="2742">
                  <c:v>0.37021543439999999</c:v>
                </c:pt>
                <c:pt idx="2743">
                  <c:v>0.3323106368</c:v>
                </c:pt>
                <c:pt idx="2744">
                  <c:v>0.3311522026</c:v>
                </c:pt>
                <c:pt idx="2745">
                  <c:v>0.3385612784</c:v>
                </c:pt>
                <c:pt idx="2746">
                  <c:v>0.33779393530000001</c:v>
                </c:pt>
                <c:pt idx="2747">
                  <c:v>0.36904299140000002</c:v>
                </c:pt>
                <c:pt idx="2748">
                  <c:v>0.4537954716</c:v>
                </c:pt>
                <c:pt idx="2749">
                  <c:v>0.51214142780000005</c:v>
                </c:pt>
                <c:pt idx="2750">
                  <c:v>0.54052416000000003</c:v>
                </c:pt>
                <c:pt idx="2751">
                  <c:v>0.55445526609999995</c:v>
                </c:pt>
                <c:pt idx="2752">
                  <c:v>0.58395678510000004</c:v>
                </c:pt>
                <c:pt idx="2753">
                  <c:v>0.51218291110000003</c:v>
                </c:pt>
                <c:pt idx="2754">
                  <c:v>0.56321054329999998</c:v>
                </c:pt>
                <c:pt idx="2755">
                  <c:v>0.67605275229999995</c:v>
                </c:pt>
                <c:pt idx="2756">
                  <c:v>0.69011204680000005</c:v>
                </c:pt>
                <c:pt idx="2757">
                  <c:v>0.69996056070000001</c:v>
                </c:pt>
                <c:pt idx="2758">
                  <c:v>0.72758428289999999</c:v>
                </c:pt>
                <c:pt idx="2759">
                  <c:v>0.81236642150000005</c:v>
                </c:pt>
                <c:pt idx="2760">
                  <c:v>0.82753496120000003</c:v>
                </c:pt>
                <c:pt idx="2761">
                  <c:v>0.89602101270000001</c:v>
                </c:pt>
                <c:pt idx="2762">
                  <c:v>0.94932075660000004</c:v>
                </c:pt>
                <c:pt idx="2763">
                  <c:v>1.0086666690999999</c:v>
                </c:pt>
                <c:pt idx="2764">
                  <c:v>1.1279167612000001</c:v>
                </c:pt>
                <c:pt idx="2765">
                  <c:v>1.1888164387</c:v>
                </c:pt>
                <c:pt idx="2766">
                  <c:v>1.2067723916999999</c:v>
                </c:pt>
                <c:pt idx="2767">
                  <c:v>1.2504999652</c:v>
                </c:pt>
                <c:pt idx="2768">
                  <c:v>1.2998401028</c:v>
                </c:pt>
                <c:pt idx="2769">
                  <c:v>1.2616961936</c:v>
                </c:pt>
                <c:pt idx="2770">
                  <c:v>1.2114806673</c:v>
                </c:pt>
                <c:pt idx="2771">
                  <c:v>1.2171814916999999</c:v>
                </c:pt>
                <c:pt idx="2772">
                  <c:v>1.1731373083000001</c:v>
                </c:pt>
                <c:pt idx="2773">
                  <c:v>1.0562219148000001</c:v>
                </c:pt>
                <c:pt idx="2774">
                  <c:v>1.0342834052000001</c:v>
                </c:pt>
                <c:pt idx="2775">
                  <c:v>0.94602655790000001</c:v>
                </c:pt>
                <c:pt idx="2776">
                  <c:v>0.73873279510000001</c:v>
                </c:pt>
                <c:pt idx="2777">
                  <c:v>0.64589317509999999</c:v>
                </c:pt>
                <c:pt idx="2778">
                  <c:v>0.56680803769999999</c:v>
                </c:pt>
                <c:pt idx="2779">
                  <c:v>0.44180548139999998</c:v>
                </c:pt>
                <c:pt idx="2780">
                  <c:v>0.36598766700000002</c:v>
                </c:pt>
                <c:pt idx="2781">
                  <c:v>0.3307932696</c:v>
                </c:pt>
                <c:pt idx="2782">
                  <c:v>0.25720060550000001</c:v>
                </c:pt>
                <c:pt idx="2783">
                  <c:v>0.12229711090000001</c:v>
                </c:pt>
                <c:pt idx="2784">
                  <c:v>5.0728487900000001E-2</c:v>
                </c:pt>
                <c:pt idx="2785">
                  <c:v>-2.92785848E-2</c:v>
                </c:pt>
                <c:pt idx="2786">
                  <c:v>-6.5373685700000003E-2</c:v>
                </c:pt>
                <c:pt idx="2787">
                  <c:v>-5.2766604299999999E-2</c:v>
                </c:pt>
                <c:pt idx="2788">
                  <c:v>-8.7317316399999997E-2</c:v>
                </c:pt>
                <c:pt idx="2789">
                  <c:v>-0.1124906925</c:v>
                </c:pt>
                <c:pt idx="2790">
                  <c:v>-9.7253796899999995E-2</c:v>
                </c:pt>
                <c:pt idx="2791">
                  <c:v>-5.9027813399999997E-2</c:v>
                </c:pt>
                <c:pt idx="2792">
                  <c:v>-7.9876123800000004E-2</c:v>
                </c:pt>
                <c:pt idx="2793">
                  <c:v>-2.4440220000000001E-3</c:v>
                </c:pt>
                <c:pt idx="2794">
                  <c:v>8.5922428199999998E-2</c:v>
                </c:pt>
                <c:pt idx="2795">
                  <c:v>0.1889689829</c:v>
                </c:pt>
                <c:pt idx="2796">
                  <c:v>0.30485114089999998</c:v>
                </c:pt>
                <c:pt idx="2797">
                  <c:v>0.46545232209999998</c:v>
                </c:pt>
                <c:pt idx="2798">
                  <c:v>0.61880094860000001</c:v>
                </c:pt>
                <c:pt idx="2799">
                  <c:v>0.75508870159999997</c:v>
                </c:pt>
                <c:pt idx="2800">
                  <c:v>0.85703981279999997</c:v>
                </c:pt>
                <c:pt idx="2801">
                  <c:v>0.92686713359999995</c:v>
                </c:pt>
                <c:pt idx="2802">
                  <c:v>0.97695837669999996</c:v>
                </c:pt>
                <c:pt idx="2803">
                  <c:v>1.0504784203999999</c:v>
                </c:pt>
                <c:pt idx="2804">
                  <c:v>1.1938165491999999</c:v>
                </c:pt>
                <c:pt idx="2805">
                  <c:v>1.2529289896</c:v>
                </c:pt>
                <c:pt idx="2806">
                  <c:v>1.2961068971</c:v>
                </c:pt>
                <c:pt idx="2807">
                  <c:v>1.3396802077000001</c:v>
                </c:pt>
                <c:pt idx="2808">
                  <c:v>1.3596158174999999</c:v>
                </c:pt>
                <c:pt idx="2809">
                  <c:v>1.4280545242</c:v>
                </c:pt>
                <c:pt idx="2810">
                  <c:v>1.4402157363999999</c:v>
                </c:pt>
                <c:pt idx="2811">
                  <c:v>1.4807275357</c:v>
                </c:pt>
                <c:pt idx="2812">
                  <c:v>1.5528581282</c:v>
                </c:pt>
                <c:pt idx="2813">
                  <c:v>1.5891216428999999</c:v>
                </c:pt>
                <c:pt idx="2814">
                  <c:v>1.5830922318</c:v>
                </c:pt>
                <c:pt idx="2815">
                  <c:v>1.5819241726</c:v>
                </c:pt>
                <c:pt idx="2816">
                  <c:v>1.5075778632000001</c:v>
                </c:pt>
                <c:pt idx="2817">
                  <c:v>1.4132394403999999</c:v>
                </c:pt>
                <c:pt idx="2818">
                  <c:v>1.3027931776999999</c:v>
                </c:pt>
                <c:pt idx="2819">
                  <c:v>1.1773105282</c:v>
                </c:pt>
                <c:pt idx="2820">
                  <c:v>1.0547116778000001</c:v>
                </c:pt>
                <c:pt idx="2821">
                  <c:v>0.95851832670000003</c:v>
                </c:pt>
                <c:pt idx="2822">
                  <c:v>0.84080508099999995</c:v>
                </c:pt>
                <c:pt idx="2823">
                  <c:v>0.72874920830000001</c:v>
                </c:pt>
                <c:pt idx="2824">
                  <c:v>0.67422459290000003</c:v>
                </c:pt>
                <c:pt idx="2825">
                  <c:v>0.57595064080000002</c:v>
                </c:pt>
                <c:pt idx="2826">
                  <c:v>0.53009673059999995</c:v>
                </c:pt>
                <c:pt idx="2827">
                  <c:v>0.44585010069999997</c:v>
                </c:pt>
                <c:pt idx="2828">
                  <c:v>0.35153152599999998</c:v>
                </c:pt>
                <c:pt idx="2829">
                  <c:v>0.26176882569999999</c:v>
                </c:pt>
                <c:pt idx="2830">
                  <c:v>0.183771403</c:v>
                </c:pt>
                <c:pt idx="2831">
                  <c:v>0.1341069382</c:v>
                </c:pt>
                <c:pt idx="2832">
                  <c:v>3.2129385599999997E-2</c:v>
                </c:pt>
                <c:pt idx="2833">
                  <c:v>-9.5796876500000003E-2</c:v>
                </c:pt>
                <c:pt idx="2834">
                  <c:v>-0.19896535570000001</c:v>
                </c:pt>
                <c:pt idx="2835">
                  <c:v>-0.25055232399999999</c:v>
                </c:pt>
                <c:pt idx="2836">
                  <c:v>-0.23715359590000001</c:v>
                </c:pt>
                <c:pt idx="2837">
                  <c:v>-0.20573957949999999</c:v>
                </c:pt>
                <c:pt idx="2838">
                  <c:v>-0.135965212</c:v>
                </c:pt>
                <c:pt idx="2839">
                  <c:v>-1.1670801600000001E-2</c:v>
                </c:pt>
                <c:pt idx="2840">
                  <c:v>4.8477207500000001E-2</c:v>
                </c:pt>
                <c:pt idx="2841">
                  <c:v>0.13683907300000001</c:v>
                </c:pt>
                <c:pt idx="2842">
                  <c:v>0.23311183059999999</c:v>
                </c:pt>
                <c:pt idx="2843">
                  <c:v>0.32197921689999998</c:v>
                </c:pt>
                <c:pt idx="2844">
                  <c:v>0.4309516826</c:v>
                </c:pt>
                <c:pt idx="2845">
                  <c:v>0.4398149368</c:v>
                </c:pt>
                <c:pt idx="2846">
                  <c:v>0.50440101739999998</c:v>
                </c:pt>
                <c:pt idx="2847">
                  <c:v>0.52900151910000004</c:v>
                </c:pt>
                <c:pt idx="2848">
                  <c:v>0.50790029810000004</c:v>
                </c:pt>
                <c:pt idx="2849">
                  <c:v>0.53231858519999997</c:v>
                </c:pt>
                <c:pt idx="2850">
                  <c:v>0.52473331430000003</c:v>
                </c:pt>
                <c:pt idx="2851">
                  <c:v>0.4272989331</c:v>
                </c:pt>
                <c:pt idx="2852">
                  <c:v>0.38136770619999999</c:v>
                </c:pt>
                <c:pt idx="2853">
                  <c:v>0.36919344659999997</c:v>
                </c:pt>
                <c:pt idx="2854">
                  <c:v>0.44527160300000002</c:v>
                </c:pt>
                <c:pt idx="2855">
                  <c:v>0.51794000480000002</c:v>
                </c:pt>
                <c:pt idx="2856">
                  <c:v>0.54189087380000001</c:v>
                </c:pt>
                <c:pt idx="2857">
                  <c:v>0.49764705250000002</c:v>
                </c:pt>
                <c:pt idx="2858">
                  <c:v>0.42726830310000002</c:v>
                </c:pt>
                <c:pt idx="2859">
                  <c:v>0.33039219060000002</c:v>
                </c:pt>
                <c:pt idx="2860">
                  <c:v>0.2165763446</c:v>
                </c:pt>
                <c:pt idx="2861">
                  <c:v>0.16201102319999999</c:v>
                </c:pt>
                <c:pt idx="2862">
                  <c:v>7.6445295299999994E-2</c:v>
                </c:pt>
                <c:pt idx="2863">
                  <c:v>-3.5172681000000001E-3</c:v>
                </c:pt>
                <c:pt idx="2864">
                  <c:v>-8.2437639699999996E-2</c:v>
                </c:pt>
                <c:pt idx="2865">
                  <c:v>-0.15638218109999999</c:v>
                </c:pt>
                <c:pt idx="2866">
                  <c:v>-0.17055336309999999</c:v>
                </c:pt>
                <c:pt idx="2867">
                  <c:v>-0.2288897359</c:v>
                </c:pt>
                <c:pt idx="2868">
                  <c:v>-0.27095916650000001</c:v>
                </c:pt>
                <c:pt idx="2869">
                  <c:v>-0.26921263090000003</c:v>
                </c:pt>
                <c:pt idx="2870">
                  <c:v>-0.29061866720000001</c:v>
                </c:pt>
                <c:pt idx="2871">
                  <c:v>-0.2544136233</c:v>
                </c:pt>
                <c:pt idx="2872">
                  <c:v>-0.20060324369999999</c:v>
                </c:pt>
                <c:pt idx="2873">
                  <c:v>-0.15430243790000001</c:v>
                </c:pt>
                <c:pt idx="2874">
                  <c:v>-0.1345108257</c:v>
                </c:pt>
                <c:pt idx="2875">
                  <c:v>-0.1810523165</c:v>
                </c:pt>
                <c:pt idx="2876">
                  <c:v>-0.19907101020000001</c:v>
                </c:pt>
                <c:pt idx="2877">
                  <c:v>-0.21950213860000001</c:v>
                </c:pt>
                <c:pt idx="2878">
                  <c:v>-0.21323614799999999</c:v>
                </c:pt>
                <c:pt idx="2879">
                  <c:v>-0.16353443240000001</c:v>
                </c:pt>
                <c:pt idx="2880">
                  <c:v>-9.2531935800000006E-2</c:v>
                </c:pt>
                <c:pt idx="2881">
                  <c:v>-7.4712839999999999E-3</c:v>
                </c:pt>
                <c:pt idx="2882">
                  <c:v>4.3766598499999997E-2</c:v>
                </c:pt>
                <c:pt idx="2883">
                  <c:v>0.121677886</c:v>
                </c:pt>
                <c:pt idx="2884">
                  <c:v>0.22167596440000001</c:v>
                </c:pt>
                <c:pt idx="2885">
                  <c:v>0.32741364499999998</c:v>
                </c:pt>
                <c:pt idx="2886">
                  <c:v>0.41254018650000002</c:v>
                </c:pt>
                <c:pt idx="2887">
                  <c:v>0.47400639280000001</c:v>
                </c:pt>
                <c:pt idx="2888">
                  <c:v>0.53974274700000002</c:v>
                </c:pt>
                <c:pt idx="2889">
                  <c:v>0.59024252079999995</c:v>
                </c:pt>
                <c:pt idx="2890">
                  <c:v>0.63677609889999998</c:v>
                </c:pt>
                <c:pt idx="2891">
                  <c:v>0.6766339495</c:v>
                </c:pt>
                <c:pt idx="2892">
                  <c:v>0.71330301200000001</c:v>
                </c:pt>
                <c:pt idx="2893">
                  <c:v>0.82574587970000002</c:v>
                </c:pt>
                <c:pt idx="2894">
                  <c:v>0.88508466429999999</c:v>
                </c:pt>
                <c:pt idx="2895">
                  <c:v>0.92174395190000002</c:v>
                </c:pt>
                <c:pt idx="2896">
                  <c:v>0.9589012629</c:v>
                </c:pt>
                <c:pt idx="2897">
                  <c:v>1.0632371062999999</c:v>
                </c:pt>
                <c:pt idx="2898">
                  <c:v>1.1179986225</c:v>
                </c:pt>
                <c:pt idx="2899">
                  <c:v>1.1568599878000001</c:v>
                </c:pt>
                <c:pt idx="2900">
                  <c:v>1.1417834647</c:v>
                </c:pt>
                <c:pt idx="2901">
                  <c:v>1.1410868194999999</c:v>
                </c:pt>
                <c:pt idx="2902">
                  <c:v>1.0970540325</c:v>
                </c:pt>
                <c:pt idx="2903">
                  <c:v>1.0823733793000001</c:v>
                </c:pt>
                <c:pt idx="2904">
                  <c:v>1.0424765236</c:v>
                </c:pt>
                <c:pt idx="2905">
                  <c:v>0.9976428692</c:v>
                </c:pt>
                <c:pt idx="2906">
                  <c:v>0.97347401280000001</c:v>
                </c:pt>
                <c:pt idx="2907">
                  <c:v>0.95856510409999995</c:v>
                </c:pt>
                <c:pt idx="2908">
                  <c:v>0.91252228719999995</c:v>
                </c:pt>
                <c:pt idx="2909">
                  <c:v>0.85010129700000003</c:v>
                </c:pt>
                <c:pt idx="2910">
                  <c:v>0.80949384040000005</c:v>
                </c:pt>
                <c:pt idx="2911">
                  <c:v>0.80202903759999999</c:v>
                </c:pt>
                <c:pt idx="2912">
                  <c:v>0.74201918690000002</c:v>
                </c:pt>
                <c:pt idx="2913">
                  <c:v>0.64297785129999996</c:v>
                </c:pt>
                <c:pt idx="2914">
                  <c:v>0.51722682239999995</c:v>
                </c:pt>
                <c:pt idx="2915">
                  <c:v>0.41152786390000001</c:v>
                </c:pt>
                <c:pt idx="2916">
                  <c:v>0.31257418100000001</c:v>
                </c:pt>
                <c:pt idx="2917">
                  <c:v>0.19654408709999999</c:v>
                </c:pt>
                <c:pt idx="2918">
                  <c:v>-1.76469356E-2</c:v>
                </c:pt>
                <c:pt idx="2919">
                  <c:v>-0.21099453900000001</c:v>
                </c:pt>
                <c:pt idx="2920">
                  <c:v>-0.34864687960000001</c:v>
                </c:pt>
                <c:pt idx="2921">
                  <c:v>-0.4330882371</c:v>
                </c:pt>
                <c:pt idx="2922">
                  <c:v>-0.53709861179999996</c:v>
                </c:pt>
                <c:pt idx="2923">
                  <c:v>-0.64182810059999995</c:v>
                </c:pt>
                <c:pt idx="2924">
                  <c:v>-0.74056677380000002</c:v>
                </c:pt>
                <c:pt idx="2925">
                  <c:v>-0.86460187190000004</c:v>
                </c:pt>
                <c:pt idx="2926">
                  <c:v>-0.90787025519999998</c:v>
                </c:pt>
                <c:pt idx="2927">
                  <c:v>-0.97713047779999995</c:v>
                </c:pt>
                <c:pt idx="2928">
                  <c:v>-1.0671413465999999</c:v>
                </c:pt>
                <c:pt idx="2929">
                  <c:v>-1.1040241583999999</c:v>
                </c:pt>
                <c:pt idx="2930">
                  <c:v>-1.1201782242</c:v>
                </c:pt>
                <c:pt idx="2931">
                  <c:v>-1.1393278983999999</c:v>
                </c:pt>
                <c:pt idx="2932">
                  <c:v>-1.1016778266</c:v>
                </c:pt>
                <c:pt idx="2933">
                  <c:v>-1.0049197425</c:v>
                </c:pt>
                <c:pt idx="2934">
                  <c:v>-0.89270774369999994</c:v>
                </c:pt>
                <c:pt idx="2935">
                  <c:v>-0.80418541759999995</c:v>
                </c:pt>
                <c:pt idx="2936">
                  <c:v>-0.72294256030000004</c:v>
                </c:pt>
                <c:pt idx="2937">
                  <c:v>-0.61959591989999996</c:v>
                </c:pt>
                <c:pt idx="2938">
                  <c:v>-0.51631234910000001</c:v>
                </c:pt>
                <c:pt idx="2939">
                  <c:v>-0.4248428172</c:v>
                </c:pt>
                <c:pt idx="2940">
                  <c:v>-0.29125160570000003</c:v>
                </c:pt>
                <c:pt idx="2941">
                  <c:v>-0.17431762470000001</c:v>
                </c:pt>
                <c:pt idx="2942">
                  <c:v>-3.2104562199999999E-2</c:v>
                </c:pt>
                <c:pt idx="2943">
                  <c:v>5.41766911E-2</c:v>
                </c:pt>
                <c:pt idx="2944">
                  <c:v>0.1778668907</c:v>
                </c:pt>
                <c:pt idx="2945">
                  <c:v>0.31240506530000001</c:v>
                </c:pt>
                <c:pt idx="2946">
                  <c:v>0.47051844599999998</c:v>
                </c:pt>
                <c:pt idx="2947">
                  <c:v>0.50022069260000002</c:v>
                </c:pt>
                <c:pt idx="2948">
                  <c:v>0.57702508360000004</c:v>
                </c:pt>
                <c:pt idx="2949">
                  <c:v>0.63760699970000001</c:v>
                </c:pt>
                <c:pt idx="2950">
                  <c:v>0.68154607020000002</c:v>
                </c:pt>
                <c:pt idx="2951">
                  <c:v>0.70627729220000002</c:v>
                </c:pt>
                <c:pt idx="2952">
                  <c:v>0.77196225780000005</c:v>
                </c:pt>
                <c:pt idx="2953">
                  <c:v>0.717702544</c:v>
                </c:pt>
                <c:pt idx="2954">
                  <c:v>0.62985128820000003</c:v>
                </c:pt>
                <c:pt idx="2955">
                  <c:v>0.5663750461</c:v>
                </c:pt>
                <c:pt idx="2956">
                  <c:v>0.51344478770000002</c:v>
                </c:pt>
                <c:pt idx="2957">
                  <c:v>0.45916788870000003</c:v>
                </c:pt>
                <c:pt idx="2958">
                  <c:v>0.39335159149999999</c:v>
                </c:pt>
                <c:pt idx="2959">
                  <c:v>0.36786688270000001</c:v>
                </c:pt>
                <c:pt idx="2960">
                  <c:v>0.38196781790000001</c:v>
                </c:pt>
                <c:pt idx="2961">
                  <c:v>0.35471318499999999</c:v>
                </c:pt>
                <c:pt idx="2962">
                  <c:v>0.34092572409999999</c:v>
                </c:pt>
                <c:pt idx="2963">
                  <c:v>0.29493095540000003</c:v>
                </c:pt>
                <c:pt idx="2964">
                  <c:v>0.2594307763</c:v>
                </c:pt>
                <c:pt idx="2965">
                  <c:v>0.25428154660000002</c:v>
                </c:pt>
                <c:pt idx="2966">
                  <c:v>0.2264402257</c:v>
                </c:pt>
                <c:pt idx="2967">
                  <c:v>0.149873637</c:v>
                </c:pt>
                <c:pt idx="2968">
                  <c:v>0.117316343</c:v>
                </c:pt>
                <c:pt idx="2969">
                  <c:v>5.24503495E-2</c:v>
                </c:pt>
                <c:pt idx="2970">
                  <c:v>6.6688770100000003E-2</c:v>
                </c:pt>
                <c:pt idx="2971">
                  <c:v>6.9453269900000003E-2</c:v>
                </c:pt>
                <c:pt idx="2972">
                  <c:v>4.9357988399999997E-2</c:v>
                </c:pt>
                <c:pt idx="2973">
                  <c:v>9.5466681000000008E-3</c:v>
                </c:pt>
                <c:pt idx="2974">
                  <c:v>-5.5714170000000004E-3</c:v>
                </c:pt>
                <c:pt idx="2975">
                  <c:v>-1.8484292100000001E-2</c:v>
                </c:pt>
                <c:pt idx="2976">
                  <c:v>-2.5014125000000002E-2</c:v>
                </c:pt>
                <c:pt idx="2977">
                  <c:v>-5.6879198800000003E-2</c:v>
                </c:pt>
                <c:pt idx="2978">
                  <c:v>-7.9174639399999996E-2</c:v>
                </c:pt>
                <c:pt idx="2979">
                  <c:v>-4.3281992999999998E-2</c:v>
                </c:pt>
                <c:pt idx="2980">
                  <c:v>-6.6309960900000006E-2</c:v>
                </c:pt>
                <c:pt idx="2981">
                  <c:v>-6.6146416200000002E-2</c:v>
                </c:pt>
                <c:pt idx="2982">
                  <c:v>-7.2022071999999996E-3</c:v>
                </c:pt>
                <c:pt idx="2983">
                  <c:v>-2.7404598499999999E-2</c:v>
                </c:pt>
                <c:pt idx="2984">
                  <c:v>-3.1012089900000001E-2</c:v>
                </c:pt>
                <c:pt idx="2985">
                  <c:v>8.2528276999999997E-3</c:v>
                </c:pt>
                <c:pt idx="2986">
                  <c:v>3.4664065299999998E-2</c:v>
                </c:pt>
                <c:pt idx="2987">
                  <c:v>6.5392309400000001E-2</c:v>
                </c:pt>
                <c:pt idx="2988">
                  <c:v>0.12962548339999999</c:v>
                </c:pt>
                <c:pt idx="2989">
                  <c:v>0.20100202149999999</c:v>
                </c:pt>
                <c:pt idx="2990">
                  <c:v>0.25453725510000003</c:v>
                </c:pt>
                <c:pt idx="2991">
                  <c:v>0.26717730740000001</c:v>
                </c:pt>
                <c:pt idx="2992">
                  <c:v>0.25953296390000002</c:v>
                </c:pt>
                <c:pt idx="2993">
                  <c:v>0.25735798519999997</c:v>
                </c:pt>
                <c:pt idx="2994">
                  <c:v>0.2446284483</c:v>
                </c:pt>
                <c:pt idx="2995">
                  <c:v>0.30836516870000003</c:v>
                </c:pt>
                <c:pt idx="2996">
                  <c:v>0.37867838949999999</c:v>
                </c:pt>
                <c:pt idx="2997">
                  <c:v>0.39180457489999998</c:v>
                </c:pt>
                <c:pt idx="2998">
                  <c:v>0.44565091610000002</c:v>
                </c:pt>
                <c:pt idx="2999">
                  <c:v>0.49011956509999999</c:v>
                </c:pt>
                <c:pt idx="3000">
                  <c:v>0.51291866750000004</c:v>
                </c:pt>
                <c:pt idx="3001">
                  <c:v>0.57103678069999997</c:v>
                </c:pt>
                <c:pt idx="3002">
                  <c:v>0.58446438020000002</c:v>
                </c:pt>
                <c:pt idx="3003">
                  <c:v>0.63550077220000001</c:v>
                </c:pt>
                <c:pt idx="3004">
                  <c:v>0.76707120129999995</c:v>
                </c:pt>
                <c:pt idx="3005">
                  <c:v>0.86038375899999997</c:v>
                </c:pt>
                <c:pt idx="3006">
                  <c:v>0.89663926989999998</c:v>
                </c:pt>
                <c:pt idx="3007">
                  <c:v>0.91352232339999995</c:v>
                </c:pt>
                <c:pt idx="3008">
                  <c:v>0.9036035187</c:v>
                </c:pt>
                <c:pt idx="3009">
                  <c:v>0.90434162399999996</c:v>
                </c:pt>
                <c:pt idx="3010">
                  <c:v>0.87820415689999998</c:v>
                </c:pt>
                <c:pt idx="3011">
                  <c:v>0.84661604859999995</c:v>
                </c:pt>
                <c:pt idx="3012">
                  <c:v>0.85004599999999997</c:v>
                </c:pt>
                <c:pt idx="3013">
                  <c:v>0.86566836030000005</c:v>
                </c:pt>
                <c:pt idx="3014">
                  <c:v>0.93138452520000004</c:v>
                </c:pt>
                <c:pt idx="3015">
                  <c:v>0.94133349860000004</c:v>
                </c:pt>
                <c:pt idx="3016">
                  <c:v>0.91921191099999999</c:v>
                </c:pt>
                <c:pt idx="3017">
                  <c:v>0.9083280467</c:v>
                </c:pt>
                <c:pt idx="3018">
                  <c:v>0.9148731484</c:v>
                </c:pt>
                <c:pt idx="3019">
                  <c:v>0.87140590979999999</c:v>
                </c:pt>
                <c:pt idx="3020">
                  <c:v>0.84282524199999997</c:v>
                </c:pt>
                <c:pt idx="3021">
                  <c:v>0.81220388060000004</c:v>
                </c:pt>
                <c:pt idx="3022">
                  <c:v>0.74949683749999996</c:v>
                </c:pt>
                <c:pt idx="3023">
                  <c:v>0.6841948055</c:v>
                </c:pt>
                <c:pt idx="3024">
                  <c:v>0.58449656790000004</c:v>
                </c:pt>
                <c:pt idx="3025">
                  <c:v>0.45577459419999999</c:v>
                </c:pt>
                <c:pt idx="3026">
                  <c:v>0.40531187549999997</c:v>
                </c:pt>
                <c:pt idx="3027">
                  <c:v>0.39005534130000002</c:v>
                </c:pt>
                <c:pt idx="3028">
                  <c:v>0.32259882049999999</c:v>
                </c:pt>
                <c:pt idx="3029">
                  <c:v>0.23544781479999999</c:v>
                </c:pt>
                <c:pt idx="3030">
                  <c:v>0.1690816722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40-4A70-9A87-CC601A5ED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45631"/>
        <c:axId val="1711100431"/>
      </c:lineChart>
      <c:dateAx>
        <c:axId val="12345631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711100431"/>
        <c:crosses val="autoZero"/>
        <c:auto val="1"/>
        <c:lblOffset val="100"/>
        <c:baseTimeUnit val="days"/>
        <c:majorUnit val="1"/>
        <c:majorTimeUnit val="years"/>
      </c:dateAx>
      <c:valAx>
        <c:axId val="1711100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23456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572988069525565E-2"/>
          <c:w val="1"/>
          <c:h val="0.8439302868764780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F2F44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532-4C8A-AC19-66160B8F2EE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532-4C8A-AC19-66160B8F2EE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A532-4C8A-AC19-66160B8F2EE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532-4C8A-AC19-66160B8F2EE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A532-4C8A-AC19-66160B8F2EEB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532-4C8A-AC19-66160B8F2EE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A532-4C8A-AC19-66160B8F2EEB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532-4C8A-AC19-66160B8F2EEB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A532-4C8A-AC19-66160B8F2EEB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532-4C8A-AC19-66160B8F2EEB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A532-4C8A-AC19-66160B8F2EEB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532-4C8A-AC19-66160B8F2EEB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A532-4C8A-AC19-66160B8F2EEB}"/>
              </c:ext>
            </c:extLst>
          </c:dPt>
          <c:dLbls>
            <c:numFmt formatCode="0.0,%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Sheet1!$A$2:$A$14</c:f>
              <c:strCache>
                <c:ptCount val="1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  <c:pt idx="12">
                  <c:v>2026</c:v>
                </c:pt>
              </c:strCache>
            </c:strRef>
          </c:cat>
          <c:val>
            <c:numRef>
              <c:f>Sheet1!$B$2:$B$14</c:f>
              <c:numCache>
                <c:formatCode>0</c:formatCode>
                <c:ptCount val="13"/>
                <c:pt idx="0">
                  <c:v>-4.5453999999999999</c:v>
                </c:pt>
                <c:pt idx="1">
                  <c:v>8.1699999999999995E-2</c:v>
                </c:pt>
                <c:pt idx="2">
                  <c:v>1.6013999999999999</c:v>
                </c:pt>
                <c:pt idx="3">
                  <c:v>16.264600000000002</c:v>
                </c:pt>
                <c:pt idx="4">
                  <c:v>0.33650000000000002</c:v>
                </c:pt>
                <c:pt idx="5">
                  <c:v>-3.4051999999999998</c:v>
                </c:pt>
                <c:pt idx="6">
                  <c:v>-4.2015000000000002</c:v>
                </c:pt>
                <c:pt idx="7">
                  <c:v>-5.6181999999999999</c:v>
                </c:pt>
                <c:pt idx="8">
                  <c:v>-2.5428000000000002</c:v>
                </c:pt>
                <c:pt idx="9">
                  <c:v>6.3056999999999999</c:v>
                </c:pt>
                <c:pt idx="10">
                  <c:v>-7.7423000000000002</c:v>
                </c:pt>
                <c:pt idx="11">
                  <c:v>1.0622</c:v>
                </c:pt>
                <c:pt idx="12">
                  <c:v>-4.7906000000000004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532-4C8A-AC19-66160B8F2E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510000002"/>
        <c:crosses val="autoZero"/>
        <c:auto val="1"/>
        <c:lblAlgn val="ctr"/>
        <c:lblOffset val="100"/>
        <c:noMultiLvlLbl val="0"/>
      </c:catAx>
      <c:valAx>
        <c:axId val="510000002"/>
        <c:scaling>
          <c:orientation val="minMax"/>
        </c:scaling>
        <c:delete val="1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510000001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Roboto Light"/>
          <a:ea typeface="Roboto Light"/>
          <a:cs typeface="Roboto Light"/>
        </a:defRPr>
      </a:pPr>
      <a:endParaRPr lang="pt-BR"/>
    </a:p>
  </c:txPr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049766400104823E-2"/>
          <c:y val="8.6225467777847092E-2"/>
          <c:w val="0.90934702838668868"/>
          <c:h val="0.8254273405498124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CDI</c:v>
                </c:pt>
              </c:strCache>
            </c:strRef>
          </c:tx>
          <c:spPr>
            <a:ln w="19050" cap="rnd">
              <a:solidFill>
                <a:schemeClr val="accent3"/>
              </a:solidFill>
              <a:prstDash val="dash"/>
              <a:round/>
            </a:ln>
          </c:spPr>
          <c:marker>
            <c:symbol val="none"/>
          </c:marker>
          <c:cat>
            <c:strRef>
              <c:f>Sheet1!$A$2:$A$149</c:f>
              <c:strCache>
                <c:ptCount val="148"/>
                <c:pt idx="0">
                  <c:v>mai-14</c:v>
                </c:pt>
                <c:pt idx="1">
                  <c:v>jun-14</c:v>
                </c:pt>
                <c:pt idx="2">
                  <c:v>jul-14</c:v>
                </c:pt>
                <c:pt idx="3">
                  <c:v>ago-14</c:v>
                </c:pt>
                <c:pt idx="4">
                  <c:v>set-14</c:v>
                </c:pt>
                <c:pt idx="5">
                  <c:v>out-14</c:v>
                </c:pt>
                <c:pt idx="6">
                  <c:v>nov-14</c:v>
                </c:pt>
                <c:pt idx="7">
                  <c:v>dez-14</c:v>
                </c:pt>
                <c:pt idx="8">
                  <c:v>jan-15</c:v>
                </c:pt>
                <c:pt idx="9">
                  <c:v>fev-15</c:v>
                </c:pt>
                <c:pt idx="10">
                  <c:v>mar-15</c:v>
                </c:pt>
                <c:pt idx="11">
                  <c:v>abr-15</c:v>
                </c:pt>
                <c:pt idx="12">
                  <c:v>mai-15</c:v>
                </c:pt>
                <c:pt idx="13">
                  <c:v>jun-15</c:v>
                </c:pt>
                <c:pt idx="14">
                  <c:v>jul-15</c:v>
                </c:pt>
                <c:pt idx="15">
                  <c:v>ago-15</c:v>
                </c:pt>
                <c:pt idx="16">
                  <c:v>set-15</c:v>
                </c:pt>
                <c:pt idx="17">
                  <c:v>out-15</c:v>
                </c:pt>
                <c:pt idx="18">
                  <c:v>nov-15</c:v>
                </c:pt>
                <c:pt idx="19">
                  <c:v>dez-15</c:v>
                </c:pt>
                <c:pt idx="20">
                  <c:v>jan-16</c:v>
                </c:pt>
                <c:pt idx="21">
                  <c:v>fev-16</c:v>
                </c:pt>
                <c:pt idx="22">
                  <c:v>mar-16</c:v>
                </c:pt>
                <c:pt idx="23">
                  <c:v>abr-16</c:v>
                </c:pt>
                <c:pt idx="24">
                  <c:v>mai-16</c:v>
                </c:pt>
                <c:pt idx="25">
                  <c:v>jun-16</c:v>
                </c:pt>
                <c:pt idx="26">
                  <c:v>jul-16</c:v>
                </c:pt>
                <c:pt idx="27">
                  <c:v>ago-16</c:v>
                </c:pt>
                <c:pt idx="28">
                  <c:v>set-16</c:v>
                </c:pt>
                <c:pt idx="29">
                  <c:v>out-16</c:v>
                </c:pt>
                <c:pt idx="30">
                  <c:v>nov-16</c:v>
                </c:pt>
                <c:pt idx="31">
                  <c:v>dez-16</c:v>
                </c:pt>
                <c:pt idx="32">
                  <c:v>jan-17</c:v>
                </c:pt>
                <c:pt idx="33">
                  <c:v>fev-17</c:v>
                </c:pt>
                <c:pt idx="34">
                  <c:v>mar-17</c:v>
                </c:pt>
                <c:pt idx="35">
                  <c:v>abr-17</c:v>
                </c:pt>
                <c:pt idx="36">
                  <c:v>mai-17</c:v>
                </c:pt>
                <c:pt idx="37">
                  <c:v>jun-17</c:v>
                </c:pt>
                <c:pt idx="38">
                  <c:v>jul-17</c:v>
                </c:pt>
                <c:pt idx="39">
                  <c:v>ago-17</c:v>
                </c:pt>
                <c:pt idx="40">
                  <c:v>set-17</c:v>
                </c:pt>
                <c:pt idx="41">
                  <c:v>out-17</c:v>
                </c:pt>
                <c:pt idx="42">
                  <c:v>nov-17</c:v>
                </c:pt>
                <c:pt idx="43">
                  <c:v>dez-17</c:v>
                </c:pt>
                <c:pt idx="44">
                  <c:v>jan-18</c:v>
                </c:pt>
                <c:pt idx="45">
                  <c:v>fev-18</c:v>
                </c:pt>
                <c:pt idx="46">
                  <c:v>mar-18</c:v>
                </c:pt>
                <c:pt idx="47">
                  <c:v>abr-18</c:v>
                </c:pt>
                <c:pt idx="48">
                  <c:v>mai-18</c:v>
                </c:pt>
                <c:pt idx="49">
                  <c:v>jun-18</c:v>
                </c:pt>
                <c:pt idx="50">
                  <c:v>jul-18</c:v>
                </c:pt>
                <c:pt idx="51">
                  <c:v>ago-18</c:v>
                </c:pt>
                <c:pt idx="52">
                  <c:v>set-18</c:v>
                </c:pt>
                <c:pt idx="53">
                  <c:v>out-18</c:v>
                </c:pt>
                <c:pt idx="54">
                  <c:v>nov-18</c:v>
                </c:pt>
                <c:pt idx="55">
                  <c:v>dez-18</c:v>
                </c:pt>
                <c:pt idx="56">
                  <c:v>jan-19</c:v>
                </c:pt>
                <c:pt idx="57">
                  <c:v>fev-19</c:v>
                </c:pt>
                <c:pt idx="58">
                  <c:v>mar-19</c:v>
                </c:pt>
                <c:pt idx="59">
                  <c:v>abr-19</c:v>
                </c:pt>
                <c:pt idx="60">
                  <c:v>mai-19</c:v>
                </c:pt>
                <c:pt idx="61">
                  <c:v>jun-19</c:v>
                </c:pt>
                <c:pt idx="62">
                  <c:v>jul-19</c:v>
                </c:pt>
                <c:pt idx="63">
                  <c:v>ago-19</c:v>
                </c:pt>
                <c:pt idx="64">
                  <c:v>set-19</c:v>
                </c:pt>
                <c:pt idx="65">
                  <c:v>out-19</c:v>
                </c:pt>
                <c:pt idx="66">
                  <c:v>nov-19</c:v>
                </c:pt>
                <c:pt idx="67">
                  <c:v>dez-19</c:v>
                </c:pt>
                <c:pt idx="68">
                  <c:v>jan-20</c:v>
                </c:pt>
                <c:pt idx="69">
                  <c:v>fev-20</c:v>
                </c:pt>
                <c:pt idx="70">
                  <c:v>mar-20</c:v>
                </c:pt>
                <c:pt idx="71">
                  <c:v>abr-20</c:v>
                </c:pt>
                <c:pt idx="72">
                  <c:v>mai-20</c:v>
                </c:pt>
                <c:pt idx="73">
                  <c:v>jun-20</c:v>
                </c:pt>
                <c:pt idx="74">
                  <c:v>jul-20</c:v>
                </c:pt>
                <c:pt idx="75">
                  <c:v>ago-20</c:v>
                </c:pt>
                <c:pt idx="76">
                  <c:v>set-20</c:v>
                </c:pt>
                <c:pt idx="77">
                  <c:v>out-20</c:v>
                </c:pt>
                <c:pt idx="78">
                  <c:v>nov-20</c:v>
                </c:pt>
                <c:pt idx="79">
                  <c:v>dez-20</c:v>
                </c:pt>
                <c:pt idx="80">
                  <c:v>jan-21</c:v>
                </c:pt>
                <c:pt idx="81">
                  <c:v>fev-21</c:v>
                </c:pt>
                <c:pt idx="82">
                  <c:v>mar-21</c:v>
                </c:pt>
                <c:pt idx="83">
                  <c:v>abr-21</c:v>
                </c:pt>
                <c:pt idx="84">
                  <c:v>mai-21</c:v>
                </c:pt>
                <c:pt idx="85">
                  <c:v>jun-21</c:v>
                </c:pt>
                <c:pt idx="86">
                  <c:v>jul-21</c:v>
                </c:pt>
                <c:pt idx="87">
                  <c:v>ago-21</c:v>
                </c:pt>
                <c:pt idx="88">
                  <c:v>set-21</c:v>
                </c:pt>
                <c:pt idx="89">
                  <c:v>out-21</c:v>
                </c:pt>
                <c:pt idx="90">
                  <c:v>nov-21</c:v>
                </c:pt>
                <c:pt idx="91">
                  <c:v>dez-21</c:v>
                </c:pt>
                <c:pt idx="92">
                  <c:v>jan-22</c:v>
                </c:pt>
                <c:pt idx="93">
                  <c:v>fev-22</c:v>
                </c:pt>
                <c:pt idx="94">
                  <c:v>mar-22</c:v>
                </c:pt>
                <c:pt idx="95">
                  <c:v>abr-22</c:v>
                </c:pt>
                <c:pt idx="96">
                  <c:v>mai-22</c:v>
                </c:pt>
                <c:pt idx="97">
                  <c:v>jun-22</c:v>
                </c:pt>
                <c:pt idx="98">
                  <c:v>jul-22</c:v>
                </c:pt>
                <c:pt idx="99">
                  <c:v>ago-22</c:v>
                </c:pt>
                <c:pt idx="100">
                  <c:v>set-22</c:v>
                </c:pt>
                <c:pt idx="101">
                  <c:v>out-22</c:v>
                </c:pt>
                <c:pt idx="102">
                  <c:v>nov-22</c:v>
                </c:pt>
                <c:pt idx="103">
                  <c:v>dez-22</c:v>
                </c:pt>
                <c:pt idx="104">
                  <c:v>jan-23</c:v>
                </c:pt>
                <c:pt idx="105">
                  <c:v>fev-23</c:v>
                </c:pt>
                <c:pt idx="106">
                  <c:v>mar-23</c:v>
                </c:pt>
                <c:pt idx="107">
                  <c:v>abr-23</c:v>
                </c:pt>
                <c:pt idx="108">
                  <c:v>mai-23</c:v>
                </c:pt>
                <c:pt idx="109">
                  <c:v>jun-23</c:v>
                </c:pt>
                <c:pt idx="110">
                  <c:v>jul-23</c:v>
                </c:pt>
                <c:pt idx="111">
                  <c:v>ago-23</c:v>
                </c:pt>
                <c:pt idx="112">
                  <c:v>set-23</c:v>
                </c:pt>
                <c:pt idx="113">
                  <c:v>out-23</c:v>
                </c:pt>
                <c:pt idx="114">
                  <c:v>nov-23</c:v>
                </c:pt>
                <c:pt idx="115">
                  <c:v>dez-23</c:v>
                </c:pt>
                <c:pt idx="116">
                  <c:v>jan-24</c:v>
                </c:pt>
                <c:pt idx="117">
                  <c:v>fev-24</c:v>
                </c:pt>
                <c:pt idx="118">
                  <c:v>mar-24</c:v>
                </c:pt>
                <c:pt idx="119">
                  <c:v>abr-24</c:v>
                </c:pt>
                <c:pt idx="120">
                  <c:v>mai-24</c:v>
                </c:pt>
                <c:pt idx="121">
                  <c:v>jun-24</c:v>
                </c:pt>
                <c:pt idx="122">
                  <c:v>jul-24</c:v>
                </c:pt>
                <c:pt idx="123">
                  <c:v>ago-24</c:v>
                </c:pt>
                <c:pt idx="124">
                  <c:v>set-24</c:v>
                </c:pt>
                <c:pt idx="125">
                  <c:v>out-24</c:v>
                </c:pt>
                <c:pt idx="126">
                  <c:v>nov-24</c:v>
                </c:pt>
                <c:pt idx="127">
                  <c:v>dez-24</c:v>
                </c:pt>
                <c:pt idx="128">
                  <c:v>jan-25</c:v>
                </c:pt>
                <c:pt idx="129">
                  <c:v>fev-25</c:v>
                </c:pt>
                <c:pt idx="130">
                  <c:v>mar-25</c:v>
                </c:pt>
                <c:pt idx="131">
                  <c:v>abr-25</c:v>
                </c:pt>
                <c:pt idx="132">
                  <c:v>mai-25</c:v>
                </c:pt>
                <c:pt idx="133">
                  <c:v>jun-25</c:v>
                </c:pt>
                <c:pt idx="134">
                  <c:v>jul-25</c:v>
                </c:pt>
                <c:pt idx="135">
                  <c:v>ago-25</c:v>
                </c:pt>
                <c:pt idx="136">
                  <c:v>set-25</c:v>
                </c:pt>
                <c:pt idx="137">
                  <c:v>out-25</c:v>
                </c:pt>
                <c:pt idx="138">
                  <c:v>nov-25</c:v>
                </c:pt>
                <c:pt idx="139">
                  <c:v>dez-25</c:v>
                </c:pt>
                <c:pt idx="140">
                  <c:v>jan-26</c:v>
                </c:pt>
                <c:pt idx="141">
                  <c:v>fev-26</c:v>
                </c:pt>
                <c:pt idx="142">
                  <c:v>mar-26</c:v>
                </c:pt>
                <c:pt idx="143">
                  <c:v>abr-26</c:v>
                </c:pt>
                <c:pt idx="144">
                  <c:v>mai-26</c:v>
                </c:pt>
                <c:pt idx="145">
                  <c:v>jun-26</c:v>
                </c:pt>
                <c:pt idx="146">
                  <c:v>jul-26</c:v>
                </c:pt>
                <c:pt idx="147">
                  <c:v>ago-26</c:v>
                </c:pt>
              </c:strCache>
            </c:strRef>
          </c:cat>
          <c:val>
            <c:numRef>
              <c:f>Sheet1!$B$2:$B$149</c:f>
              <c:numCache>
                <c:formatCode>0</c:formatCode>
                <c:ptCount val="148"/>
                <c:pt idx="0">
                  <c:v>100.5</c:v>
                </c:pt>
                <c:pt idx="1">
                  <c:v>101.3</c:v>
                </c:pt>
                <c:pt idx="2">
                  <c:v>102.3</c:v>
                </c:pt>
                <c:pt idx="3">
                  <c:v>103.1</c:v>
                </c:pt>
                <c:pt idx="4">
                  <c:v>104.1</c:v>
                </c:pt>
                <c:pt idx="5">
                  <c:v>105.1</c:v>
                </c:pt>
                <c:pt idx="6">
                  <c:v>105.9</c:v>
                </c:pt>
                <c:pt idx="7">
                  <c:v>107</c:v>
                </c:pt>
                <c:pt idx="8">
                  <c:v>107.9</c:v>
                </c:pt>
                <c:pt idx="9">
                  <c:v>108.8</c:v>
                </c:pt>
                <c:pt idx="10">
                  <c:v>110</c:v>
                </c:pt>
                <c:pt idx="11">
                  <c:v>111</c:v>
                </c:pt>
                <c:pt idx="12">
                  <c:v>112.1</c:v>
                </c:pt>
                <c:pt idx="13">
                  <c:v>113.3</c:v>
                </c:pt>
                <c:pt idx="14">
                  <c:v>114.6</c:v>
                </c:pt>
                <c:pt idx="15">
                  <c:v>115.9</c:v>
                </c:pt>
                <c:pt idx="16">
                  <c:v>117.2</c:v>
                </c:pt>
                <c:pt idx="17">
                  <c:v>118.5</c:v>
                </c:pt>
                <c:pt idx="18">
                  <c:v>119.7</c:v>
                </c:pt>
                <c:pt idx="19">
                  <c:v>121.1</c:v>
                </c:pt>
                <c:pt idx="20">
                  <c:v>122.4</c:v>
                </c:pt>
                <c:pt idx="21">
                  <c:v>123.6</c:v>
                </c:pt>
                <c:pt idx="22">
                  <c:v>125.1</c:v>
                </c:pt>
                <c:pt idx="23">
                  <c:v>126.4</c:v>
                </c:pt>
                <c:pt idx="24">
                  <c:v>127.8</c:v>
                </c:pt>
                <c:pt idx="25">
                  <c:v>129.30000000000001</c:v>
                </c:pt>
                <c:pt idx="26">
                  <c:v>130.69999999999999</c:v>
                </c:pt>
                <c:pt idx="27">
                  <c:v>132.30000000000001</c:v>
                </c:pt>
                <c:pt idx="28">
                  <c:v>133.69999999999999</c:v>
                </c:pt>
                <c:pt idx="29">
                  <c:v>135.1</c:v>
                </c:pt>
                <c:pt idx="30">
                  <c:v>136.5</c:v>
                </c:pt>
                <c:pt idx="31">
                  <c:v>138.1</c:v>
                </c:pt>
                <c:pt idx="32">
                  <c:v>139.6</c:v>
                </c:pt>
                <c:pt idx="33">
                  <c:v>140.80000000000001</c:v>
                </c:pt>
                <c:pt idx="34">
                  <c:v>142.19999999999999</c:v>
                </c:pt>
                <c:pt idx="35">
                  <c:v>143.4</c:v>
                </c:pt>
                <c:pt idx="36">
                  <c:v>144.69999999999999</c:v>
                </c:pt>
                <c:pt idx="37">
                  <c:v>145.9</c:v>
                </c:pt>
                <c:pt idx="38">
                  <c:v>147</c:v>
                </c:pt>
                <c:pt idx="39">
                  <c:v>148.19999999999999</c:v>
                </c:pt>
                <c:pt idx="40">
                  <c:v>149.1</c:v>
                </c:pt>
                <c:pt idx="41">
                  <c:v>150.1</c:v>
                </c:pt>
                <c:pt idx="42">
                  <c:v>150.9</c:v>
                </c:pt>
                <c:pt idx="43">
                  <c:v>151.69999999999999</c:v>
                </c:pt>
                <c:pt idx="44">
                  <c:v>152.6</c:v>
                </c:pt>
                <c:pt idx="45">
                  <c:v>153.30000000000001</c:v>
                </c:pt>
                <c:pt idx="46">
                  <c:v>154.1</c:v>
                </c:pt>
                <c:pt idx="47">
                  <c:v>154.9</c:v>
                </c:pt>
                <c:pt idx="48">
                  <c:v>155.69999999999999</c:v>
                </c:pt>
                <c:pt idx="49">
                  <c:v>156.6</c:v>
                </c:pt>
                <c:pt idx="50">
                  <c:v>157.4</c:v>
                </c:pt>
                <c:pt idx="51">
                  <c:v>158.30000000000001</c:v>
                </c:pt>
                <c:pt idx="52">
                  <c:v>159</c:v>
                </c:pt>
                <c:pt idx="53">
                  <c:v>159.9</c:v>
                </c:pt>
                <c:pt idx="54">
                  <c:v>160.69999999999999</c:v>
                </c:pt>
                <c:pt idx="55">
                  <c:v>161.5</c:v>
                </c:pt>
                <c:pt idx="56">
                  <c:v>162.4</c:v>
                </c:pt>
                <c:pt idx="57">
                  <c:v>163.19999999999999</c:v>
                </c:pt>
                <c:pt idx="58">
                  <c:v>163.9</c:v>
                </c:pt>
                <c:pt idx="59">
                  <c:v>164.8</c:v>
                </c:pt>
                <c:pt idx="60">
                  <c:v>165.7</c:v>
                </c:pt>
                <c:pt idx="61">
                  <c:v>166.4</c:v>
                </c:pt>
                <c:pt idx="62">
                  <c:v>167.4</c:v>
                </c:pt>
                <c:pt idx="63">
                  <c:v>168.2</c:v>
                </c:pt>
                <c:pt idx="64">
                  <c:v>169</c:v>
                </c:pt>
                <c:pt idx="65">
                  <c:v>169.8</c:v>
                </c:pt>
                <c:pt idx="66">
                  <c:v>170.5</c:v>
                </c:pt>
                <c:pt idx="67">
                  <c:v>171.1</c:v>
                </c:pt>
                <c:pt idx="68">
                  <c:v>171.7</c:v>
                </c:pt>
                <c:pt idx="69">
                  <c:v>172.2</c:v>
                </c:pt>
                <c:pt idx="70">
                  <c:v>172.8</c:v>
                </c:pt>
                <c:pt idx="71">
                  <c:v>173.3</c:v>
                </c:pt>
                <c:pt idx="72">
                  <c:v>173.7</c:v>
                </c:pt>
                <c:pt idx="73">
                  <c:v>174.1</c:v>
                </c:pt>
                <c:pt idx="74">
                  <c:v>174.4</c:v>
                </c:pt>
                <c:pt idx="75">
                  <c:v>174.7</c:v>
                </c:pt>
                <c:pt idx="76">
                  <c:v>175</c:v>
                </c:pt>
                <c:pt idx="77">
                  <c:v>175.2</c:v>
                </c:pt>
                <c:pt idx="78">
                  <c:v>175.5</c:v>
                </c:pt>
                <c:pt idx="79">
                  <c:v>175.8</c:v>
                </c:pt>
                <c:pt idx="80">
                  <c:v>176.1</c:v>
                </c:pt>
                <c:pt idx="81">
                  <c:v>176.3</c:v>
                </c:pt>
                <c:pt idx="82">
                  <c:v>176.7</c:v>
                </c:pt>
                <c:pt idx="83">
                  <c:v>177</c:v>
                </c:pt>
                <c:pt idx="84">
                  <c:v>177.5</c:v>
                </c:pt>
                <c:pt idx="85">
                  <c:v>178.1</c:v>
                </c:pt>
                <c:pt idx="86">
                  <c:v>178.7</c:v>
                </c:pt>
                <c:pt idx="87">
                  <c:v>179.5</c:v>
                </c:pt>
                <c:pt idx="88">
                  <c:v>180.3</c:v>
                </c:pt>
                <c:pt idx="89">
                  <c:v>181.1</c:v>
                </c:pt>
                <c:pt idx="90">
                  <c:v>182.2</c:v>
                </c:pt>
                <c:pt idx="91">
                  <c:v>183.6</c:v>
                </c:pt>
                <c:pt idx="92">
                  <c:v>185</c:v>
                </c:pt>
                <c:pt idx="93">
                  <c:v>186.4</c:v>
                </c:pt>
                <c:pt idx="94">
                  <c:v>188.1</c:v>
                </c:pt>
                <c:pt idx="95">
                  <c:v>189.7</c:v>
                </c:pt>
                <c:pt idx="96">
                  <c:v>191.6</c:v>
                </c:pt>
                <c:pt idx="97">
                  <c:v>193.6</c:v>
                </c:pt>
                <c:pt idx="98">
                  <c:v>195.6</c:v>
                </c:pt>
                <c:pt idx="99">
                  <c:v>197.9</c:v>
                </c:pt>
                <c:pt idx="100">
                  <c:v>200</c:v>
                </c:pt>
                <c:pt idx="101">
                  <c:v>202.1</c:v>
                </c:pt>
                <c:pt idx="102">
                  <c:v>204.1</c:v>
                </c:pt>
                <c:pt idx="103">
                  <c:v>206.4</c:v>
                </c:pt>
                <c:pt idx="104">
                  <c:v>208.7</c:v>
                </c:pt>
                <c:pt idx="105">
                  <c:v>210.6</c:v>
                </c:pt>
                <c:pt idx="106">
                  <c:v>213.1</c:v>
                </c:pt>
                <c:pt idx="107">
                  <c:v>215.1</c:v>
                </c:pt>
                <c:pt idx="108">
                  <c:v>217.5</c:v>
                </c:pt>
                <c:pt idx="109">
                  <c:v>219.8</c:v>
                </c:pt>
                <c:pt idx="110">
                  <c:v>222.2</c:v>
                </c:pt>
                <c:pt idx="111">
                  <c:v>224.7</c:v>
                </c:pt>
                <c:pt idx="112">
                  <c:v>226.9</c:v>
                </c:pt>
                <c:pt idx="113">
                  <c:v>229.1</c:v>
                </c:pt>
                <c:pt idx="114">
                  <c:v>231.2</c:v>
                </c:pt>
                <c:pt idx="115">
                  <c:v>233.3</c:v>
                </c:pt>
                <c:pt idx="116">
                  <c:v>235.6</c:v>
                </c:pt>
                <c:pt idx="117">
                  <c:v>237.4</c:v>
                </c:pt>
                <c:pt idx="118">
                  <c:v>239.4</c:v>
                </c:pt>
                <c:pt idx="119">
                  <c:v>241.5</c:v>
                </c:pt>
                <c:pt idx="120">
                  <c:v>243.5</c:v>
                </c:pt>
                <c:pt idx="121">
                  <c:v>245.5</c:v>
                </c:pt>
                <c:pt idx="122">
                  <c:v>247.7</c:v>
                </c:pt>
                <c:pt idx="123">
                  <c:v>249.8</c:v>
                </c:pt>
                <c:pt idx="124">
                  <c:v>251.9</c:v>
                </c:pt>
                <c:pt idx="125">
                  <c:v>254.3</c:v>
                </c:pt>
                <c:pt idx="126">
                  <c:v>256.3</c:v>
                </c:pt>
                <c:pt idx="127">
                  <c:v>258.7</c:v>
                </c:pt>
                <c:pt idx="128">
                  <c:v>261.3</c:v>
                </c:pt>
                <c:pt idx="129">
                  <c:v>263.89999999999998</c:v>
                </c:pt>
                <c:pt idx="130">
                  <c:v>266.39999999999998</c:v>
                </c:pt>
                <c:pt idx="131">
                  <c:v>269.3</c:v>
                </c:pt>
                <c:pt idx="132">
                  <c:v>272.3</c:v>
                </c:pt>
                <c:pt idx="133">
                  <c:v>275.3</c:v>
                </c:pt>
                <c:pt idx="134">
                  <c:v>278.8</c:v>
                </c:pt>
                <c:pt idx="135">
                  <c:v>282.10000000000002</c:v>
                </c:pt>
                <c:pt idx="136">
                  <c:v>285.5</c:v>
                </c:pt>
                <c:pt idx="137">
                  <c:v>289.2</c:v>
                </c:pt>
                <c:pt idx="138">
                  <c:v>292.2</c:v>
                </c:pt>
                <c:pt idx="139">
                  <c:v>295.8</c:v>
                </c:pt>
                <c:pt idx="140">
                  <c:v>299.2</c:v>
                </c:pt>
                <c:pt idx="141">
                  <c:v>302.2</c:v>
                </c:pt>
                <c:pt idx="142">
                  <c:v>305.89999999999998</c:v>
                </c:pt>
                <c:pt idx="143">
                  <c:v>309.2</c:v>
                </c:pt>
                <c:pt idx="144">
                  <c:v>312.5</c:v>
                </c:pt>
                <c:pt idx="145">
                  <c:v>316</c:v>
                </c:pt>
                <c:pt idx="146">
                  <c:v>319.8</c:v>
                </c:pt>
                <c:pt idx="147">
                  <c:v>322.8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20-4056-844C-4A736686DE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Cesta contínua</c:v>
                </c:pt>
              </c:strCache>
            </c:strRef>
          </c:tx>
          <c:spPr>
            <a:ln w="28575" cap="rnd">
              <a:solidFill>
                <a:srgbClr val="1F2F44"/>
              </a:solidFill>
              <a:round/>
            </a:ln>
          </c:spPr>
          <c:marker>
            <c:symbol val="none"/>
          </c:marker>
          <c:cat>
            <c:strRef>
              <c:f>Sheet1!$A$2:$A$149</c:f>
              <c:strCache>
                <c:ptCount val="148"/>
                <c:pt idx="0">
                  <c:v>mai-14</c:v>
                </c:pt>
                <c:pt idx="1">
                  <c:v>jun-14</c:v>
                </c:pt>
                <c:pt idx="2">
                  <c:v>jul-14</c:v>
                </c:pt>
                <c:pt idx="3">
                  <c:v>ago-14</c:v>
                </c:pt>
                <c:pt idx="4">
                  <c:v>set-14</c:v>
                </c:pt>
                <c:pt idx="5">
                  <c:v>out-14</c:v>
                </c:pt>
                <c:pt idx="6">
                  <c:v>nov-14</c:v>
                </c:pt>
                <c:pt idx="7">
                  <c:v>dez-14</c:v>
                </c:pt>
                <c:pt idx="8">
                  <c:v>jan-15</c:v>
                </c:pt>
                <c:pt idx="9">
                  <c:v>fev-15</c:v>
                </c:pt>
                <c:pt idx="10">
                  <c:v>mar-15</c:v>
                </c:pt>
                <c:pt idx="11">
                  <c:v>abr-15</c:v>
                </c:pt>
                <c:pt idx="12">
                  <c:v>mai-15</c:v>
                </c:pt>
                <c:pt idx="13">
                  <c:v>jun-15</c:v>
                </c:pt>
                <c:pt idx="14">
                  <c:v>jul-15</c:v>
                </c:pt>
                <c:pt idx="15">
                  <c:v>ago-15</c:v>
                </c:pt>
                <c:pt idx="16">
                  <c:v>set-15</c:v>
                </c:pt>
                <c:pt idx="17">
                  <c:v>out-15</c:v>
                </c:pt>
                <c:pt idx="18">
                  <c:v>nov-15</c:v>
                </c:pt>
                <c:pt idx="19">
                  <c:v>dez-15</c:v>
                </c:pt>
                <c:pt idx="20">
                  <c:v>jan-16</c:v>
                </c:pt>
                <c:pt idx="21">
                  <c:v>fev-16</c:v>
                </c:pt>
                <c:pt idx="22">
                  <c:v>mar-16</c:v>
                </c:pt>
                <c:pt idx="23">
                  <c:v>abr-16</c:v>
                </c:pt>
                <c:pt idx="24">
                  <c:v>mai-16</c:v>
                </c:pt>
                <c:pt idx="25">
                  <c:v>jun-16</c:v>
                </c:pt>
                <c:pt idx="26">
                  <c:v>jul-16</c:v>
                </c:pt>
                <c:pt idx="27">
                  <c:v>ago-16</c:v>
                </c:pt>
                <c:pt idx="28">
                  <c:v>set-16</c:v>
                </c:pt>
                <c:pt idx="29">
                  <c:v>out-16</c:v>
                </c:pt>
                <c:pt idx="30">
                  <c:v>nov-16</c:v>
                </c:pt>
                <c:pt idx="31">
                  <c:v>dez-16</c:v>
                </c:pt>
                <c:pt idx="32">
                  <c:v>jan-17</c:v>
                </c:pt>
                <c:pt idx="33">
                  <c:v>fev-17</c:v>
                </c:pt>
                <c:pt idx="34">
                  <c:v>mar-17</c:v>
                </c:pt>
                <c:pt idx="35">
                  <c:v>abr-17</c:v>
                </c:pt>
                <c:pt idx="36">
                  <c:v>mai-17</c:v>
                </c:pt>
                <c:pt idx="37">
                  <c:v>jun-17</c:v>
                </c:pt>
                <c:pt idx="38">
                  <c:v>jul-17</c:v>
                </c:pt>
                <c:pt idx="39">
                  <c:v>ago-17</c:v>
                </c:pt>
                <c:pt idx="40">
                  <c:v>set-17</c:v>
                </c:pt>
                <c:pt idx="41">
                  <c:v>out-17</c:v>
                </c:pt>
                <c:pt idx="42">
                  <c:v>nov-17</c:v>
                </c:pt>
                <c:pt idx="43">
                  <c:v>dez-17</c:v>
                </c:pt>
                <c:pt idx="44">
                  <c:v>jan-18</c:v>
                </c:pt>
                <c:pt idx="45">
                  <c:v>fev-18</c:v>
                </c:pt>
                <c:pt idx="46">
                  <c:v>mar-18</c:v>
                </c:pt>
                <c:pt idx="47">
                  <c:v>abr-18</c:v>
                </c:pt>
                <c:pt idx="48">
                  <c:v>mai-18</c:v>
                </c:pt>
                <c:pt idx="49">
                  <c:v>jun-18</c:v>
                </c:pt>
                <c:pt idx="50">
                  <c:v>jul-18</c:v>
                </c:pt>
                <c:pt idx="51">
                  <c:v>ago-18</c:v>
                </c:pt>
                <c:pt idx="52">
                  <c:v>set-18</c:v>
                </c:pt>
                <c:pt idx="53">
                  <c:v>out-18</c:v>
                </c:pt>
                <c:pt idx="54">
                  <c:v>nov-18</c:v>
                </c:pt>
                <c:pt idx="55">
                  <c:v>dez-18</c:v>
                </c:pt>
                <c:pt idx="56">
                  <c:v>jan-19</c:v>
                </c:pt>
                <c:pt idx="57">
                  <c:v>fev-19</c:v>
                </c:pt>
                <c:pt idx="58">
                  <c:v>mar-19</c:v>
                </c:pt>
                <c:pt idx="59">
                  <c:v>abr-19</c:v>
                </c:pt>
                <c:pt idx="60">
                  <c:v>mai-19</c:v>
                </c:pt>
                <c:pt idx="61">
                  <c:v>jun-19</c:v>
                </c:pt>
                <c:pt idx="62">
                  <c:v>jul-19</c:v>
                </c:pt>
                <c:pt idx="63">
                  <c:v>ago-19</c:v>
                </c:pt>
                <c:pt idx="64">
                  <c:v>set-19</c:v>
                </c:pt>
                <c:pt idx="65">
                  <c:v>out-19</c:v>
                </c:pt>
                <c:pt idx="66">
                  <c:v>nov-19</c:v>
                </c:pt>
                <c:pt idx="67">
                  <c:v>dez-19</c:v>
                </c:pt>
                <c:pt idx="68">
                  <c:v>jan-20</c:v>
                </c:pt>
                <c:pt idx="69">
                  <c:v>fev-20</c:v>
                </c:pt>
                <c:pt idx="70">
                  <c:v>mar-20</c:v>
                </c:pt>
                <c:pt idx="71">
                  <c:v>abr-20</c:v>
                </c:pt>
                <c:pt idx="72">
                  <c:v>mai-20</c:v>
                </c:pt>
                <c:pt idx="73">
                  <c:v>jun-20</c:v>
                </c:pt>
                <c:pt idx="74">
                  <c:v>jul-20</c:v>
                </c:pt>
                <c:pt idx="75">
                  <c:v>ago-20</c:v>
                </c:pt>
                <c:pt idx="76">
                  <c:v>set-20</c:v>
                </c:pt>
                <c:pt idx="77">
                  <c:v>out-20</c:v>
                </c:pt>
                <c:pt idx="78">
                  <c:v>nov-20</c:v>
                </c:pt>
                <c:pt idx="79">
                  <c:v>dez-20</c:v>
                </c:pt>
                <c:pt idx="80">
                  <c:v>jan-21</c:v>
                </c:pt>
                <c:pt idx="81">
                  <c:v>fev-21</c:v>
                </c:pt>
                <c:pt idx="82">
                  <c:v>mar-21</c:v>
                </c:pt>
                <c:pt idx="83">
                  <c:v>abr-21</c:v>
                </c:pt>
                <c:pt idx="84">
                  <c:v>mai-21</c:v>
                </c:pt>
                <c:pt idx="85">
                  <c:v>jun-21</c:v>
                </c:pt>
                <c:pt idx="86">
                  <c:v>jul-21</c:v>
                </c:pt>
                <c:pt idx="87">
                  <c:v>ago-21</c:v>
                </c:pt>
                <c:pt idx="88">
                  <c:v>set-21</c:v>
                </c:pt>
                <c:pt idx="89">
                  <c:v>out-21</c:v>
                </c:pt>
                <c:pt idx="90">
                  <c:v>nov-21</c:v>
                </c:pt>
                <c:pt idx="91">
                  <c:v>dez-21</c:v>
                </c:pt>
                <c:pt idx="92">
                  <c:v>jan-22</c:v>
                </c:pt>
                <c:pt idx="93">
                  <c:v>fev-22</c:v>
                </c:pt>
                <c:pt idx="94">
                  <c:v>mar-22</c:v>
                </c:pt>
                <c:pt idx="95">
                  <c:v>abr-22</c:v>
                </c:pt>
                <c:pt idx="96">
                  <c:v>mai-22</c:v>
                </c:pt>
                <c:pt idx="97">
                  <c:v>jun-22</c:v>
                </c:pt>
                <c:pt idx="98">
                  <c:v>jul-22</c:v>
                </c:pt>
                <c:pt idx="99">
                  <c:v>ago-22</c:v>
                </c:pt>
                <c:pt idx="100">
                  <c:v>set-22</c:v>
                </c:pt>
                <c:pt idx="101">
                  <c:v>out-22</c:v>
                </c:pt>
                <c:pt idx="102">
                  <c:v>nov-22</c:v>
                </c:pt>
                <c:pt idx="103">
                  <c:v>dez-22</c:v>
                </c:pt>
                <c:pt idx="104">
                  <c:v>jan-23</c:v>
                </c:pt>
                <c:pt idx="105">
                  <c:v>fev-23</c:v>
                </c:pt>
                <c:pt idx="106">
                  <c:v>mar-23</c:v>
                </c:pt>
                <c:pt idx="107">
                  <c:v>abr-23</c:v>
                </c:pt>
                <c:pt idx="108">
                  <c:v>mai-23</c:v>
                </c:pt>
                <c:pt idx="109">
                  <c:v>jun-23</c:v>
                </c:pt>
                <c:pt idx="110">
                  <c:v>jul-23</c:v>
                </c:pt>
                <c:pt idx="111">
                  <c:v>ago-23</c:v>
                </c:pt>
                <c:pt idx="112">
                  <c:v>set-23</c:v>
                </c:pt>
                <c:pt idx="113">
                  <c:v>out-23</c:v>
                </c:pt>
                <c:pt idx="114">
                  <c:v>nov-23</c:v>
                </c:pt>
                <c:pt idx="115">
                  <c:v>dez-23</c:v>
                </c:pt>
                <c:pt idx="116">
                  <c:v>jan-24</c:v>
                </c:pt>
                <c:pt idx="117">
                  <c:v>fev-24</c:v>
                </c:pt>
                <c:pt idx="118">
                  <c:v>mar-24</c:v>
                </c:pt>
                <c:pt idx="119">
                  <c:v>abr-24</c:v>
                </c:pt>
                <c:pt idx="120">
                  <c:v>mai-24</c:v>
                </c:pt>
                <c:pt idx="121">
                  <c:v>jun-24</c:v>
                </c:pt>
                <c:pt idx="122">
                  <c:v>jul-24</c:v>
                </c:pt>
                <c:pt idx="123">
                  <c:v>ago-24</c:v>
                </c:pt>
                <c:pt idx="124">
                  <c:v>set-24</c:v>
                </c:pt>
                <c:pt idx="125">
                  <c:v>out-24</c:v>
                </c:pt>
                <c:pt idx="126">
                  <c:v>nov-24</c:v>
                </c:pt>
                <c:pt idx="127">
                  <c:v>dez-24</c:v>
                </c:pt>
                <c:pt idx="128">
                  <c:v>jan-25</c:v>
                </c:pt>
                <c:pt idx="129">
                  <c:v>fev-25</c:v>
                </c:pt>
                <c:pt idx="130">
                  <c:v>mar-25</c:v>
                </c:pt>
                <c:pt idx="131">
                  <c:v>abr-25</c:v>
                </c:pt>
                <c:pt idx="132">
                  <c:v>mai-25</c:v>
                </c:pt>
                <c:pt idx="133">
                  <c:v>jun-25</c:v>
                </c:pt>
                <c:pt idx="134">
                  <c:v>jul-25</c:v>
                </c:pt>
                <c:pt idx="135">
                  <c:v>ago-25</c:v>
                </c:pt>
                <c:pt idx="136">
                  <c:v>set-25</c:v>
                </c:pt>
                <c:pt idx="137">
                  <c:v>out-25</c:v>
                </c:pt>
                <c:pt idx="138">
                  <c:v>nov-25</c:v>
                </c:pt>
                <c:pt idx="139">
                  <c:v>dez-25</c:v>
                </c:pt>
                <c:pt idx="140">
                  <c:v>jan-26</c:v>
                </c:pt>
                <c:pt idx="141">
                  <c:v>fev-26</c:v>
                </c:pt>
                <c:pt idx="142">
                  <c:v>mar-26</c:v>
                </c:pt>
                <c:pt idx="143">
                  <c:v>abr-26</c:v>
                </c:pt>
                <c:pt idx="144">
                  <c:v>mai-26</c:v>
                </c:pt>
                <c:pt idx="145">
                  <c:v>jun-26</c:v>
                </c:pt>
                <c:pt idx="146">
                  <c:v>jul-26</c:v>
                </c:pt>
                <c:pt idx="147">
                  <c:v>ago-26</c:v>
                </c:pt>
              </c:strCache>
            </c:strRef>
          </c:cat>
          <c:val>
            <c:numRef>
              <c:f>Sheet1!$C$2:$C$149</c:f>
              <c:numCache>
                <c:formatCode>0</c:formatCode>
                <c:ptCount val="148"/>
                <c:pt idx="0">
                  <c:v>100.6</c:v>
                </c:pt>
                <c:pt idx="1">
                  <c:v>103.4</c:v>
                </c:pt>
                <c:pt idx="2">
                  <c:v>99.3</c:v>
                </c:pt>
                <c:pt idx="3">
                  <c:v>105.3</c:v>
                </c:pt>
                <c:pt idx="4">
                  <c:v>106.6</c:v>
                </c:pt>
                <c:pt idx="5">
                  <c:v>105.7</c:v>
                </c:pt>
                <c:pt idx="6">
                  <c:v>106.5</c:v>
                </c:pt>
                <c:pt idx="7">
                  <c:v>102.1</c:v>
                </c:pt>
                <c:pt idx="8">
                  <c:v>99.8</c:v>
                </c:pt>
                <c:pt idx="9">
                  <c:v>99</c:v>
                </c:pt>
                <c:pt idx="10">
                  <c:v>105.2</c:v>
                </c:pt>
                <c:pt idx="11">
                  <c:v>109</c:v>
                </c:pt>
                <c:pt idx="12">
                  <c:v>109.1</c:v>
                </c:pt>
                <c:pt idx="13">
                  <c:v>104.4</c:v>
                </c:pt>
                <c:pt idx="14">
                  <c:v>102.7</c:v>
                </c:pt>
                <c:pt idx="15">
                  <c:v>106</c:v>
                </c:pt>
                <c:pt idx="16">
                  <c:v>105.6</c:v>
                </c:pt>
                <c:pt idx="17">
                  <c:v>111</c:v>
                </c:pt>
                <c:pt idx="18">
                  <c:v>106.9</c:v>
                </c:pt>
                <c:pt idx="19">
                  <c:v>115.7</c:v>
                </c:pt>
                <c:pt idx="20">
                  <c:v>112.9</c:v>
                </c:pt>
                <c:pt idx="21">
                  <c:v>113.4</c:v>
                </c:pt>
                <c:pt idx="22">
                  <c:v>122.7</c:v>
                </c:pt>
                <c:pt idx="23">
                  <c:v>119.2</c:v>
                </c:pt>
                <c:pt idx="24">
                  <c:v>121</c:v>
                </c:pt>
                <c:pt idx="25">
                  <c:v>120.4</c:v>
                </c:pt>
                <c:pt idx="26">
                  <c:v>122.3</c:v>
                </c:pt>
                <c:pt idx="27">
                  <c:v>127.7</c:v>
                </c:pt>
                <c:pt idx="28">
                  <c:v>131.19999999999999</c:v>
                </c:pt>
                <c:pt idx="29">
                  <c:v>131.80000000000001</c:v>
                </c:pt>
                <c:pt idx="30">
                  <c:v>135.6</c:v>
                </c:pt>
                <c:pt idx="31">
                  <c:v>134</c:v>
                </c:pt>
                <c:pt idx="32">
                  <c:v>130.19999999999999</c:v>
                </c:pt>
                <c:pt idx="33">
                  <c:v>127.8</c:v>
                </c:pt>
                <c:pt idx="34">
                  <c:v>136.30000000000001</c:v>
                </c:pt>
                <c:pt idx="35">
                  <c:v>137.9</c:v>
                </c:pt>
                <c:pt idx="36">
                  <c:v>145.6</c:v>
                </c:pt>
                <c:pt idx="37">
                  <c:v>147.19999999999999</c:v>
                </c:pt>
                <c:pt idx="38">
                  <c:v>149</c:v>
                </c:pt>
                <c:pt idx="39">
                  <c:v>148.69999999999999</c:v>
                </c:pt>
                <c:pt idx="40">
                  <c:v>149.1</c:v>
                </c:pt>
                <c:pt idx="41">
                  <c:v>156.4</c:v>
                </c:pt>
                <c:pt idx="42">
                  <c:v>168</c:v>
                </c:pt>
                <c:pt idx="43">
                  <c:v>171.2</c:v>
                </c:pt>
                <c:pt idx="44">
                  <c:v>168</c:v>
                </c:pt>
                <c:pt idx="45">
                  <c:v>164.9</c:v>
                </c:pt>
                <c:pt idx="46">
                  <c:v>162.4</c:v>
                </c:pt>
                <c:pt idx="47">
                  <c:v>168.4</c:v>
                </c:pt>
                <c:pt idx="48">
                  <c:v>171.5</c:v>
                </c:pt>
                <c:pt idx="49">
                  <c:v>171.3</c:v>
                </c:pt>
                <c:pt idx="50">
                  <c:v>175.8</c:v>
                </c:pt>
                <c:pt idx="51">
                  <c:v>174.9</c:v>
                </c:pt>
                <c:pt idx="52">
                  <c:v>179.6</c:v>
                </c:pt>
                <c:pt idx="53">
                  <c:v>189.2</c:v>
                </c:pt>
                <c:pt idx="54">
                  <c:v>185.1</c:v>
                </c:pt>
                <c:pt idx="55">
                  <c:v>182.8</c:v>
                </c:pt>
                <c:pt idx="56">
                  <c:v>184.4</c:v>
                </c:pt>
                <c:pt idx="57">
                  <c:v>195</c:v>
                </c:pt>
                <c:pt idx="58">
                  <c:v>196.9</c:v>
                </c:pt>
                <c:pt idx="59">
                  <c:v>200.9</c:v>
                </c:pt>
                <c:pt idx="60">
                  <c:v>204.4</c:v>
                </c:pt>
                <c:pt idx="61">
                  <c:v>203.5</c:v>
                </c:pt>
                <c:pt idx="62">
                  <c:v>202.2</c:v>
                </c:pt>
                <c:pt idx="63">
                  <c:v>193.8</c:v>
                </c:pt>
                <c:pt idx="64">
                  <c:v>191.9</c:v>
                </c:pt>
                <c:pt idx="65">
                  <c:v>187.8</c:v>
                </c:pt>
                <c:pt idx="66">
                  <c:v>183.3</c:v>
                </c:pt>
                <c:pt idx="67">
                  <c:v>187.1</c:v>
                </c:pt>
                <c:pt idx="68">
                  <c:v>183.6</c:v>
                </c:pt>
                <c:pt idx="69">
                  <c:v>181.3</c:v>
                </c:pt>
                <c:pt idx="70">
                  <c:v>185.4</c:v>
                </c:pt>
                <c:pt idx="71">
                  <c:v>190.9</c:v>
                </c:pt>
                <c:pt idx="72">
                  <c:v>187.6</c:v>
                </c:pt>
                <c:pt idx="73">
                  <c:v>192.7</c:v>
                </c:pt>
                <c:pt idx="74">
                  <c:v>184.4</c:v>
                </c:pt>
                <c:pt idx="75">
                  <c:v>184.2</c:v>
                </c:pt>
                <c:pt idx="76">
                  <c:v>183.1</c:v>
                </c:pt>
                <c:pt idx="77">
                  <c:v>176.7</c:v>
                </c:pt>
                <c:pt idx="78">
                  <c:v>188.4</c:v>
                </c:pt>
                <c:pt idx="79">
                  <c:v>184.2</c:v>
                </c:pt>
                <c:pt idx="80">
                  <c:v>180.3</c:v>
                </c:pt>
                <c:pt idx="81">
                  <c:v>174.1</c:v>
                </c:pt>
                <c:pt idx="82">
                  <c:v>181.2</c:v>
                </c:pt>
                <c:pt idx="83">
                  <c:v>177.2</c:v>
                </c:pt>
                <c:pt idx="84">
                  <c:v>178.9</c:v>
                </c:pt>
                <c:pt idx="85">
                  <c:v>171.3</c:v>
                </c:pt>
                <c:pt idx="86">
                  <c:v>169.1</c:v>
                </c:pt>
                <c:pt idx="87">
                  <c:v>171.3</c:v>
                </c:pt>
                <c:pt idx="88">
                  <c:v>173.8</c:v>
                </c:pt>
                <c:pt idx="89">
                  <c:v>168.4</c:v>
                </c:pt>
                <c:pt idx="90">
                  <c:v>174.6</c:v>
                </c:pt>
                <c:pt idx="91">
                  <c:v>181.6</c:v>
                </c:pt>
                <c:pt idx="92">
                  <c:v>192.8</c:v>
                </c:pt>
                <c:pt idx="93">
                  <c:v>187.6</c:v>
                </c:pt>
                <c:pt idx="94">
                  <c:v>194.9</c:v>
                </c:pt>
                <c:pt idx="95">
                  <c:v>190.9</c:v>
                </c:pt>
                <c:pt idx="96">
                  <c:v>193.1</c:v>
                </c:pt>
                <c:pt idx="97">
                  <c:v>188</c:v>
                </c:pt>
                <c:pt idx="98">
                  <c:v>192.3</c:v>
                </c:pt>
                <c:pt idx="99">
                  <c:v>201.2</c:v>
                </c:pt>
                <c:pt idx="100">
                  <c:v>202.7</c:v>
                </c:pt>
                <c:pt idx="101">
                  <c:v>202.6</c:v>
                </c:pt>
                <c:pt idx="102">
                  <c:v>203.3</c:v>
                </c:pt>
                <c:pt idx="103">
                  <c:v>198.9</c:v>
                </c:pt>
                <c:pt idx="104">
                  <c:v>202.5</c:v>
                </c:pt>
                <c:pt idx="105">
                  <c:v>197.2</c:v>
                </c:pt>
                <c:pt idx="106">
                  <c:v>202.2</c:v>
                </c:pt>
                <c:pt idx="107">
                  <c:v>206</c:v>
                </c:pt>
                <c:pt idx="108">
                  <c:v>221.5</c:v>
                </c:pt>
                <c:pt idx="109">
                  <c:v>223.7</c:v>
                </c:pt>
                <c:pt idx="110">
                  <c:v>226.7</c:v>
                </c:pt>
                <c:pt idx="111">
                  <c:v>232.7</c:v>
                </c:pt>
                <c:pt idx="112">
                  <c:v>230.1</c:v>
                </c:pt>
                <c:pt idx="113">
                  <c:v>228.5</c:v>
                </c:pt>
                <c:pt idx="114">
                  <c:v>236.3</c:v>
                </c:pt>
                <c:pt idx="115">
                  <c:v>239</c:v>
                </c:pt>
                <c:pt idx="116">
                  <c:v>241.3</c:v>
                </c:pt>
                <c:pt idx="117">
                  <c:v>243.3</c:v>
                </c:pt>
                <c:pt idx="118">
                  <c:v>239.5</c:v>
                </c:pt>
                <c:pt idx="119">
                  <c:v>236</c:v>
                </c:pt>
                <c:pt idx="120">
                  <c:v>243.6</c:v>
                </c:pt>
                <c:pt idx="121">
                  <c:v>238.7</c:v>
                </c:pt>
                <c:pt idx="122">
                  <c:v>247.6</c:v>
                </c:pt>
                <c:pt idx="123">
                  <c:v>255.1</c:v>
                </c:pt>
                <c:pt idx="124">
                  <c:v>252.4</c:v>
                </c:pt>
                <c:pt idx="125">
                  <c:v>253.6</c:v>
                </c:pt>
                <c:pt idx="126">
                  <c:v>248.8</c:v>
                </c:pt>
                <c:pt idx="127">
                  <c:v>244.5</c:v>
                </c:pt>
                <c:pt idx="128">
                  <c:v>259.39999999999998</c:v>
                </c:pt>
                <c:pt idx="129">
                  <c:v>264</c:v>
                </c:pt>
                <c:pt idx="130">
                  <c:v>276.39999999999998</c:v>
                </c:pt>
                <c:pt idx="131">
                  <c:v>279.8</c:v>
                </c:pt>
                <c:pt idx="132">
                  <c:v>277.8</c:v>
                </c:pt>
                <c:pt idx="133">
                  <c:v>281.60000000000002</c:v>
                </c:pt>
                <c:pt idx="134">
                  <c:v>287.3</c:v>
                </c:pt>
                <c:pt idx="135">
                  <c:v>297.3</c:v>
                </c:pt>
                <c:pt idx="136">
                  <c:v>289.39999999999998</c:v>
                </c:pt>
                <c:pt idx="137">
                  <c:v>287.8</c:v>
                </c:pt>
                <c:pt idx="138">
                  <c:v>287.5</c:v>
                </c:pt>
                <c:pt idx="139">
                  <c:v>282.5</c:v>
                </c:pt>
                <c:pt idx="140">
                  <c:v>282.8</c:v>
                </c:pt>
                <c:pt idx="141">
                  <c:v>290.5</c:v>
                </c:pt>
                <c:pt idx="142">
                  <c:v>287.5</c:v>
                </c:pt>
                <c:pt idx="143">
                  <c:v>285.3</c:v>
                </c:pt>
                <c:pt idx="144">
                  <c:v>298.7</c:v>
                </c:pt>
                <c:pt idx="145">
                  <c:v>297.8</c:v>
                </c:pt>
                <c:pt idx="146">
                  <c:v>293.89999999999998</c:v>
                </c:pt>
                <c:pt idx="147">
                  <c:v>293.60000000000002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20-4056-844C-4A736686DE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0000001"/>
        <c:axId val="530000002"/>
      </c:lineChart>
      <c:catAx>
        <c:axId val="530000001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pPr>
            <a:endParaRPr lang="pt-BR"/>
          </a:p>
        </c:txPr>
        <c:crossAx val="530000002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530000002"/>
        <c:scaling>
          <c:orientation val="minMax"/>
          <c:min val="50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pPr>
            <a:endParaRPr lang="pt-BR"/>
          </a:p>
        </c:txPr>
        <c:crossAx val="53000000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latin typeface="Roboto Light"/>
            </a:defRPr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latin typeface="Roboto Light"/>
          <a:ea typeface="Roboto Light"/>
          <a:cs typeface="Roboto Light"/>
        </a:defRPr>
      </a:pPr>
      <a:endParaRPr lang="pt-BR"/>
    </a:p>
  </c:txPr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070134531015594E-2"/>
          <c:y val="0.13816759306576909"/>
          <c:w val="0.92587429183218783"/>
          <c:h val="0.736006977591082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CDI</c:v>
                </c:pt>
              </c:strCache>
            </c:strRef>
          </c:tx>
          <c:spPr>
            <a:ln w="19050" cap="rnd">
              <a:solidFill>
                <a:schemeClr val="accent3"/>
              </a:solidFill>
              <a:prstDash val="dash"/>
              <a:round/>
            </a:ln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3.2300000000000002E-2</c:v>
                </c:pt>
                <c:pt idx="1">
                  <c:v>6.2700000000000006E-2</c:v>
                </c:pt>
                <c:pt idx="2">
                  <c:v>9.3200000000000005E-2</c:v>
                </c:pt>
                <c:pt idx="3">
                  <c:v>0.1236</c:v>
                </c:pt>
                <c:pt idx="4">
                  <c:v>0.15409999999999999</c:v>
                </c:pt>
                <c:pt idx="5">
                  <c:v>0.18440000000000001</c:v>
                </c:pt>
                <c:pt idx="6">
                  <c:v>0.21479999999999999</c:v>
                </c:pt>
                <c:pt idx="7">
                  <c:v>0.2487</c:v>
                </c:pt>
                <c:pt idx="8">
                  <c:v>0.27900000000000003</c:v>
                </c:pt>
                <c:pt idx="9">
                  <c:v>0.30940000000000001</c:v>
                </c:pt>
                <c:pt idx="10">
                  <c:v>0.34329999999999999</c:v>
                </c:pt>
                <c:pt idx="11">
                  <c:v>0.37369999999999998</c:v>
                </c:pt>
                <c:pt idx="12">
                  <c:v>0.40410000000000001</c:v>
                </c:pt>
                <c:pt idx="13">
                  <c:v>0.43840000000000001</c:v>
                </c:pt>
                <c:pt idx="14">
                  <c:v>0.46879999999999999</c:v>
                </c:pt>
                <c:pt idx="15">
                  <c:v>0.49919999999999998</c:v>
                </c:pt>
                <c:pt idx="16">
                  <c:v>0.52980000000000005</c:v>
                </c:pt>
                <c:pt idx="17">
                  <c:v>0.56100000000000005</c:v>
                </c:pt>
                <c:pt idx="18">
                  <c:v>0.59199999999999997</c:v>
                </c:pt>
                <c:pt idx="19">
                  <c:v>0.623</c:v>
                </c:pt>
                <c:pt idx="20">
                  <c:v>0.65400000000000003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29-4587-B170-79E30A3EC5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Estratégia</c:v>
                </c:pt>
              </c:strCache>
            </c:strRef>
          </c:tx>
          <c:spPr>
            <a:ln w="28575" cap="rnd">
              <a:solidFill>
                <a:srgbClr val="1F2F44"/>
              </a:solidFill>
              <a:round/>
            </a:ln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-0.13919999999999999</c:v>
                </c:pt>
                <c:pt idx="1">
                  <c:v>-0.23499999999999999</c:v>
                </c:pt>
                <c:pt idx="2">
                  <c:v>-0.2782</c:v>
                </c:pt>
                <c:pt idx="3">
                  <c:v>-0.23880000000000001</c:v>
                </c:pt>
                <c:pt idx="4">
                  <c:v>0.22090000000000001</c:v>
                </c:pt>
                <c:pt idx="5">
                  <c:v>0.52669999999999995</c:v>
                </c:pt>
                <c:pt idx="6">
                  <c:v>0.48709999999999998</c:v>
                </c:pt>
                <c:pt idx="7">
                  <c:v>0.66369999999999996</c:v>
                </c:pt>
                <c:pt idx="8">
                  <c:v>0.86880000000000002</c:v>
                </c:pt>
                <c:pt idx="9">
                  <c:v>0.84640000000000004</c:v>
                </c:pt>
                <c:pt idx="10">
                  <c:v>0.43240000000000001</c:v>
                </c:pt>
                <c:pt idx="11">
                  <c:v>0.84530000000000005</c:v>
                </c:pt>
                <c:pt idx="12">
                  <c:v>1.2174</c:v>
                </c:pt>
                <c:pt idx="13">
                  <c:v>1.4802999999999999</c:v>
                </c:pt>
                <c:pt idx="14">
                  <c:v>1.3982000000000001</c:v>
                </c:pt>
                <c:pt idx="15">
                  <c:v>1.4885999999999999</c:v>
                </c:pt>
                <c:pt idx="16">
                  <c:v>1.5884</c:v>
                </c:pt>
                <c:pt idx="17">
                  <c:v>1.5491999999999999</c:v>
                </c:pt>
                <c:pt idx="18">
                  <c:v>1.3374999999999999</c:v>
                </c:pt>
                <c:pt idx="19">
                  <c:v>1.8792</c:v>
                </c:pt>
                <c:pt idx="20">
                  <c:v>2.0045000000000002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29-4587-B170-79E30A3EC5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0000001"/>
        <c:axId val="530000002"/>
      </c:lineChart>
      <c:catAx>
        <c:axId val="53000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530000002"/>
        <c:crosses val="autoZero"/>
        <c:auto val="1"/>
        <c:lblAlgn val="ctr"/>
        <c:lblOffset val="100"/>
        <c:tickLblSkip val="2"/>
        <c:tickMarkSkip val="4"/>
        <c:noMultiLvlLbl val="0"/>
      </c:catAx>
      <c:valAx>
        <c:axId val="5300000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" sourceLinked="0"/>
        <c:majorTickMark val="none"/>
        <c:minorTickMark val="none"/>
        <c:tickLblPos val="low"/>
        <c:spPr>
          <a:noFill/>
          <a:ln>
            <a:noFill/>
          </a:ln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530000001"/>
        <c:crossesAt val="2"/>
        <c:crossBetween val="midCat"/>
      </c:valAx>
    </c:plotArea>
    <c:legend>
      <c:legendPos val="t"/>
      <c:layout>
        <c:manualLayout>
          <c:xMode val="edge"/>
          <c:yMode val="edge"/>
          <c:x val="0.22928660588427932"/>
          <c:y val="0"/>
          <c:w val="0.54142644922058014"/>
          <c:h val="0.12621794871794872"/>
        </c:manualLayout>
      </c:layout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Roboto Light"/>
          <a:ea typeface="Roboto Light"/>
          <a:cs typeface="Roboto Light"/>
        </a:defRPr>
      </a:pPr>
      <a:endParaRPr lang="pt-BR"/>
    </a:p>
  </c:txPr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Z-score médio de 21 sessões</c:v>
                </c:pt>
              </c:strCache>
            </c:strRef>
          </c:tx>
          <c:spPr>
            <a:ln w="19050" cap="rnd">
              <a:solidFill>
                <a:srgbClr val="1F2F44"/>
              </a:solidFill>
              <a:round/>
            </a:ln>
          </c:spPr>
          <c:marker>
            <c:symbol val="none"/>
          </c:marker>
          <c:cat>
            <c:numRef>
              <c:f>Sheet1!$A$2:$A$2768</c:f>
              <c:numCache>
                <c:formatCode>m/d/yyyy</c:formatCode>
                <c:ptCount val="2779"/>
                <c:pt idx="0">
                  <c:v>42174</c:v>
                </c:pt>
                <c:pt idx="1">
                  <c:v>42177</c:v>
                </c:pt>
                <c:pt idx="2">
                  <c:v>42178</c:v>
                </c:pt>
                <c:pt idx="3">
                  <c:v>42179</c:v>
                </c:pt>
                <c:pt idx="4">
                  <c:v>42180</c:v>
                </c:pt>
                <c:pt idx="5">
                  <c:v>42181</c:v>
                </c:pt>
                <c:pt idx="6">
                  <c:v>42184</c:v>
                </c:pt>
                <c:pt idx="7">
                  <c:v>42185</c:v>
                </c:pt>
                <c:pt idx="8">
                  <c:v>42186</c:v>
                </c:pt>
                <c:pt idx="9">
                  <c:v>42187</c:v>
                </c:pt>
                <c:pt idx="10">
                  <c:v>42188</c:v>
                </c:pt>
                <c:pt idx="11">
                  <c:v>42191</c:v>
                </c:pt>
                <c:pt idx="12">
                  <c:v>42192</c:v>
                </c:pt>
                <c:pt idx="13">
                  <c:v>42193</c:v>
                </c:pt>
                <c:pt idx="14">
                  <c:v>42195</c:v>
                </c:pt>
                <c:pt idx="15">
                  <c:v>42198</c:v>
                </c:pt>
                <c:pt idx="16">
                  <c:v>42199</c:v>
                </c:pt>
                <c:pt idx="17">
                  <c:v>42200</c:v>
                </c:pt>
                <c:pt idx="18">
                  <c:v>42201</c:v>
                </c:pt>
                <c:pt idx="19">
                  <c:v>42202</c:v>
                </c:pt>
                <c:pt idx="20">
                  <c:v>42205</c:v>
                </c:pt>
                <c:pt idx="21">
                  <c:v>42206</c:v>
                </c:pt>
                <c:pt idx="22">
                  <c:v>42207</c:v>
                </c:pt>
                <c:pt idx="23">
                  <c:v>42208</c:v>
                </c:pt>
                <c:pt idx="24">
                  <c:v>42209</c:v>
                </c:pt>
                <c:pt idx="25">
                  <c:v>42212</c:v>
                </c:pt>
                <c:pt idx="26">
                  <c:v>42213</c:v>
                </c:pt>
                <c:pt idx="27">
                  <c:v>42214</c:v>
                </c:pt>
                <c:pt idx="28">
                  <c:v>42215</c:v>
                </c:pt>
                <c:pt idx="29">
                  <c:v>42216</c:v>
                </c:pt>
                <c:pt idx="30">
                  <c:v>42219</c:v>
                </c:pt>
                <c:pt idx="31">
                  <c:v>42220</c:v>
                </c:pt>
                <c:pt idx="32">
                  <c:v>42221</c:v>
                </c:pt>
                <c:pt idx="33">
                  <c:v>42222</c:v>
                </c:pt>
                <c:pt idx="34">
                  <c:v>42223</c:v>
                </c:pt>
                <c:pt idx="35">
                  <c:v>42226</c:v>
                </c:pt>
                <c:pt idx="36">
                  <c:v>42227</c:v>
                </c:pt>
                <c:pt idx="37">
                  <c:v>42228</c:v>
                </c:pt>
                <c:pt idx="38">
                  <c:v>42229</c:v>
                </c:pt>
                <c:pt idx="39">
                  <c:v>42230</c:v>
                </c:pt>
                <c:pt idx="40">
                  <c:v>42233</c:v>
                </c:pt>
                <c:pt idx="41">
                  <c:v>42234</c:v>
                </c:pt>
                <c:pt idx="42">
                  <c:v>42235</c:v>
                </c:pt>
                <c:pt idx="43">
                  <c:v>42236</c:v>
                </c:pt>
                <c:pt idx="44">
                  <c:v>42237</c:v>
                </c:pt>
                <c:pt idx="45">
                  <c:v>42240</c:v>
                </c:pt>
                <c:pt idx="46">
                  <c:v>42241</c:v>
                </c:pt>
                <c:pt idx="47">
                  <c:v>42242</c:v>
                </c:pt>
                <c:pt idx="48">
                  <c:v>42243</c:v>
                </c:pt>
                <c:pt idx="49">
                  <c:v>42244</c:v>
                </c:pt>
                <c:pt idx="50">
                  <c:v>42247</c:v>
                </c:pt>
                <c:pt idx="51">
                  <c:v>42248</c:v>
                </c:pt>
                <c:pt idx="52">
                  <c:v>42249</c:v>
                </c:pt>
                <c:pt idx="53">
                  <c:v>42250</c:v>
                </c:pt>
                <c:pt idx="54">
                  <c:v>42251</c:v>
                </c:pt>
                <c:pt idx="55">
                  <c:v>42255</c:v>
                </c:pt>
                <c:pt idx="56">
                  <c:v>42256</c:v>
                </c:pt>
                <c:pt idx="57">
                  <c:v>42257</c:v>
                </c:pt>
                <c:pt idx="58">
                  <c:v>42258</c:v>
                </c:pt>
                <c:pt idx="59">
                  <c:v>42261</c:v>
                </c:pt>
                <c:pt idx="60">
                  <c:v>42262</c:v>
                </c:pt>
                <c:pt idx="61">
                  <c:v>42263</c:v>
                </c:pt>
                <c:pt idx="62">
                  <c:v>42264</c:v>
                </c:pt>
                <c:pt idx="63">
                  <c:v>42265</c:v>
                </c:pt>
                <c:pt idx="64">
                  <c:v>42268</c:v>
                </c:pt>
                <c:pt idx="65">
                  <c:v>42269</c:v>
                </c:pt>
                <c:pt idx="66">
                  <c:v>42270</c:v>
                </c:pt>
                <c:pt idx="67">
                  <c:v>42271</c:v>
                </c:pt>
                <c:pt idx="68">
                  <c:v>42272</c:v>
                </c:pt>
                <c:pt idx="69">
                  <c:v>42275</c:v>
                </c:pt>
                <c:pt idx="70">
                  <c:v>42276</c:v>
                </c:pt>
                <c:pt idx="71">
                  <c:v>42277</c:v>
                </c:pt>
                <c:pt idx="72">
                  <c:v>42278</c:v>
                </c:pt>
                <c:pt idx="73">
                  <c:v>42279</c:v>
                </c:pt>
                <c:pt idx="74">
                  <c:v>42282</c:v>
                </c:pt>
                <c:pt idx="75">
                  <c:v>42283</c:v>
                </c:pt>
                <c:pt idx="76">
                  <c:v>42284</c:v>
                </c:pt>
                <c:pt idx="77">
                  <c:v>42285</c:v>
                </c:pt>
                <c:pt idx="78">
                  <c:v>42286</c:v>
                </c:pt>
                <c:pt idx="79">
                  <c:v>42290</c:v>
                </c:pt>
                <c:pt idx="80">
                  <c:v>42291</c:v>
                </c:pt>
                <c:pt idx="81">
                  <c:v>42292</c:v>
                </c:pt>
                <c:pt idx="82">
                  <c:v>42293</c:v>
                </c:pt>
                <c:pt idx="83">
                  <c:v>42296</c:v>
                </c:pt>
                <c:pt idx="84">
                  <c:v>42297</c:v>
                </c:pt>
                <c:pt idx="85">
                  <c:v>42298</c:v>
                </c:pt>
                <c:pt idx="86">
                  <c:v>42299</c:v>
                </c:pt>
                <c:pt idx="87">
                  <c:v>42300</c:v>
                </c:pt>
                <c:pt idx="88">
                  <c:v>42303</c:v>
                </c:pt>
                <c:pt idx="89">
                  <c:v>42304</c:v>
                </c:pt>
                <c:pt idx="90">
                  <c:v>42305</c:v>
                </c:pt>
                <c:pt idx="91">
                  <c:v>42306</c:v>
                </c:pt>
                <c:pt idx="92">
                  <c:v>42307</c:v>
                </c:pt>
                <c:pt idx="93">
                  <c:v>42311</c:v>
                </c:pt>
                <c:pt idx="94">
                  <c:v>42312</c:v>
                </c:pt>
                <c:pt idx="95">
                  <c:v>42313</c:v>
                </c:pt>
                <c:pt idx="96">
                  <c:v>42314</c:v>
                </c:pt>
                <c:pt idx="97">
                  <c:v>42317</c:v>
                </c:pt>
                <c:pt idx="98">
                  <c:v>42318</c:v>
                </c:pt>
                <c:pt idx="99">
                  <c:v>42319</c:v>
                </c:pt>
                <c:pt idx="100">
                  <c:v>42320</c:v>
                </c:pt>
                <c:pt idx="101">
                  <c:v>42321</c:v>
                </c:pt>
                <c:pt idx="102">
                  <c:v>42324</c:v>
                </c:pt>
                <c:pt idx="103">
                  <c:v>42325</c:v>
                </c:pt>
                <c:pt idx="104">
                  <c:v>42326</c:v>
                </c:pt>
                <c:pt idx="105">
                  <c:v>42327</c:v>
                </c:pt>
                <c:pt idx="106">
                  <c:v>42331</c:v>
                </c:pt>
                <c:pt idx="107">
                  <c:v>42332</c:v>
                </c:pt>
                <c:pt idx="108">
                  <c:v>42333</c:v>
                </c:pt>
                <c:pt idx="109">
                  <c:v>42334</c:v>
                </c:pt>
                <c:pt idx="110">
                  <c:v>42335</c:v>
                </c:pt>
                <c:pt idx="111">
                  <c:v>42338</c:v>
                </c:pt>
                <c:pt idx="112">
                  <c:v>42339</c:v>
                </c:pt>
                <c:pt idx="113">
                  <c:v>42340</c:v>
                </c:pt>
                <c:pt idx="114">
                  <c:v>42341</c:v>
                </c:pt>
                <c:pt idx="115">
                  <c:v>42342</c:v>
                </c:pt>
                <c:pt idx="116">
                  <c:v>42345</c:v>
                </c:pt>
                <c:pt idx="117">
                  <c:v>42346</c:v>
                </c:pt>
                <c:pt idx="118">
                  <c:v>42347</c:v>
                </c:pt>
                <c:pt idx="119">
                  <c:v>42348</c:v>
                </c:pt>
                <c:pt idx="120">
                  <c:v>42349</c:v>
                </c:pt>
                <c:pt idx="121">
                  <c:v>42352</c:v>
                </c:pt>
                <c:pt idx="122">
                  <c:v>42353</c:v>
                </c:pt>
                <c:pt idx="123">
                  <c:v>42354</c:v>
                </c:pt>
                <c:pt idx="124">
                  <c:v>42355</c:v>
                </c:pt>
                <c:pt idx="125">
                  <c:v>42356</c:v>
                </c:pt>
                <c:pt idx="126">
                  <c:v>42359</c:v>
                </c:pt>
                <c:pt idx="127">
                  <c:v>42360</c:v>
                </c:pt>
                <c:pt idx="128">
                  <c:v>42361</c:v>
                </c:pt>
                <c:pt idx="129">
                  <c:v>42366</c:v>
                </c:pt>
                <c:pt idx="130">
                  <c:v>42367</c:v>
                </c:pt>
                <c:pt idx="131">
                  <c:v>42368</c:v>
                </c:pt>
                <c:pt idx="132">
                  <c:v>42373</c:v>
                </c:pt>
                <c:pt idx="133">
                  <c:v>42374</c:v>
                </c:pt>
                <c:pt idx="134">
                  <c:v>42375</c:v>
                </c:pt>
                <c:pt idx="135">
                  <c:v>42376</c:v>
                </c:pt>
                <c:pt idx="136">
                  <c:v>42377</c:v>
                </c:pt>
                <c:pt idx="137">
                  <c:v>42380</c:v>
                </c:pt>
                <c:pt idx="138">
                  <c:v>42381</c:v>
                </c:pt>
                <c:pt idx="139">
                  <c:v>42382</c:v>
                </c:pt>
                <c:pt idx="140">
                  <c:v>42383</c:v>
                </c:pt>
                <c:pt idx="141">
                  <c:v>42384</c:v>
                </c:pt>
                <c:pt idx="142">
                  <c:v>42387</c:v>
                </c:pt>
                <c:pt idx="143">
                  <c:v>42388</c:v>
                </c:pt>
                <c:pt idx="144">
                  <c:v>42389</c:v>
                </c:pt>
                <c:pt idx="145">
                  <c:v>42390</c:v>
                </c:pt>
                <c:pt idx="146">
                  <c:v>42391</c:v>
                </c:pt>
                <c:pt idx="147">
                  <c:v>42395</c:v>
                </c:pt>
                <c:pt idx="148">
                  <c:v>42396</c:v>
                </c:pt>
                <c:pt idx="149">
                  <c:v>42397</c:v>
                </c:pt>
                <c:pt idx="150">
                  <c:v>42398</c:v>
                </c:pt>
                <c:pt idx="151">
                  <c:v>42401</c:v>
                </c:pt>
                <c:pt idx="152">
                  <c:v>42402</c:v>
                </c:pt>
                <c:pt idx="153">
                  <c:v>42403</c:v>
                </c:pt>
                <c:pt idx="154">
                  <c:v>42404</c:v>
                </c:pt>
                <c:pt idx="155">
                  <c:v>42405</c:v>
                </c:pt>
                <c:pt idx="156">
                  <c:v>42410</c:v>
                </c:pt>
                <c:pt idx="157">
                  <c:v>42411</c:v>
                </c:pt>
                <c:pt idx="158">
                  <c:v>42412</c:v>
                </c:pt>
                <c:pt idx="159">
                  <c:v>42415</c:v>
                </c:pt>
                <c:pt idx="160">
                  <c:v>42416</c:v>
                </c:pt>
                <c:pt idx="161">
                  <c:v>42417</c:v>
                </c:pt>
                <c:pt idx="162">
                  <c:v>42418</c:v>
                </c:pt>
                <c:pt idx="163">
                  <c:v>42419</c:v>
                </c:pt>
                <c:pt idx="164">
                  <c:v>42422</c:v>
                </c:pt>
                <c:pt idx="165">
                  <c:v>42423</c:v>
                </c:pt>
                <c:pt idx="166">
                  <c:v>42424</c:v>
                </c:pt>
                <c:pt idx="167">
                  <c:v>42425</c:v>
                </c:pt>
                <c:pt idx="168">
                  <c:v>42426</c:v>
                </c:pt>
                <c:pt idx="169">
                  <c:v>42429</c:v>
                </c:pt>
                <c:pt idx="170">
                  <c:v>42430</c:v>
                </c:pt>
                <c:pt idx="171">
                  <c:v>42431</c:v>
                </c:pt>
                <c:pt idx="172">
                  <c:v>42432</c:v>
                </c:pt>
                <c:pt idx="173">
                  <c:v>42433</c:v>
                </c:pt>
                <c:pt idx="174">
                  <c:v>42436</c:v>
                </c:pt>
                <c:pt idx="175">
                  <c:v>42437</c:v>
                </c:pt>
                <c:pt idx="176">
                  <c:v>42438</c:v>
                </c:pt>
                <c:pt idx="177">
                  <c:v>42439</c:v>
                </c:pt>
                <c:pt idx="178">
                  <c:v>42440</c:v>
                </c:pt>
                <c:pt idx="179">
                  <c:v>42443</c:v>
                </c:pt>
                <c:pt idx="180">
                  <c:v>42444</c:v>
                </c:pt>
                <c:pt idx="181">
                  <c:v>42445</c:v>
                </c:pt>
                <c:pt idx="182">
                  <c:v>42446</c:v>
                </c:pt>
                <c:pt idx="183">
                  <c:v>42447</c:v>
                </c:pt>
                <c:pt idx="184">
                  <c:v>42450</c:v>
                </c:pt>
                <c:pt idx="185">
                  <c:v>42451</c:v>
                </c:pt>
                <c:pt idx="186">
                  <c:v>42452</c:v>
                </c:pt>
                <c:pt idx="187">
                  <c:v>42453</c:v>
                </c:pt>
                <c:pt idx="188">
                  <c:v>42457</c:v>
                </c:pt>
                <c:pt idx="189">
                  <c:v>42458</c:v>
                </c:pt>
                <c:pt idx="190">
                  <c:v>42459</c:v>
                </c:pt>
                <c:pt idx="191">
                  <c:v>42460</c:v>
                </c:pt>
                <c:pt idx="192">
                  <c:v>42461</c:v>
                </c:pt>
                <c:pt idx="193">
                  <c:v>42464</c:v>
                </c:pt>
                <c:pt idx="194">
                  <c:v>42465</c:v>
                </c:pt>
                <c:pt idx="195">
                  <c:v>42466</c:v>
                </c:pt>
                <c:pt idx="196">
                  <c:v>42467</c:v>
                </c:pt>
                <c:pt idx="197">
                  <c:v>42468</c:v>
                </c:pt>
                <c:pt idx="198">
                  <c:v>42471</c:v>
                </c:pt>
                <c:pt idx="199">
                  <c:v>42472</c:v>
                </c:pt>
                <c:pt idx="200">
                  <c:v>42473</c:v>
                </c:pt>
                <c:pt idx="201">
                  <c:v>42474</c:v>
                </c:pt>
                <c:pt idx="202">
                  <c:v>42475</c:v>
                </c:pt>
                <c:pt idx="203">
                  <c:v>42478</c:v>
                </c:pt>
                <c:pt idx="204">
                  <c:v>42479</c:v>
                </c:pt>
                <c:pt idx="205">
                  <c:v>42480</c:v>
                </c:pt>
                <c:pt idx="206">
                  <c:v>42482</c:v>
                </c:pt>
                <c:pt idx="207">
                  <c:v>42485</c:v>
                </c:pt>
                <c:pt idx="208">
                  <c:v>42486</c:v>
                </c:pt>
                <c:pt idx="209">
                  <c:v>42487</c:v>
                </c:pt>
                <c:pt idx="210">
                  <c:v>42488</c:v>
                </c:pt>
                <c:pt idx="211">
                  <c:v>42489</c:v>
                </c:pt>
                <c:pt idx="212">
                  <c:v>42492</c:v>
                </c:pt>
                <c:pt idx="213">
                  <c:v>42493</c:v>
                </c:pt>
                <c:pt idx="214">
                  <c:v>42494</c:v>
                </c:pt>
                <c:pt idx="215">
                  <c:v>42495</c:v>
                </c:pt>
                <c:pt idx="216">
                  <c:v>42496</c:v>
                </c:pt>
                <c:pt idx="217">
                  <c:v>42499</c:v>
                </c:pt>
                <c:pt idx="218">
                  <c:v>42500</c:v>
                </c:pt>
                <c:pt idx="219">
                  <c:v>42501</c:v>
                </c:pt>
                <c:pt idx="220">
                  <c:v>42502</c:v>
                </c:pt>
                <c:pt idx="221">
                  <c:v>42503</c:v>
                </c:pt>
                <c:pt idx="222">
                  <c:v>42506</c:v>
                </c:pt>
                <c:pt idx="223">
                  <c:v>42507</c:v>
                </c:pt>
                <c:pt idx="224">
                  <c:v>42508</c:v>
                </c:pt>
                <c:pt idx="225">
                  <c:v>42509</c:v>
                </c:pt>
                <c:pt idx="226">
                  <c:v>42510</c:v>
                </c:pt>
                <c:pt idx="227">
                  <c:v>42513</c:v>
                </c:pt>
                <c:pt idx="228">
                  <c:v>42514</c:v>
                </c:pt>
                <c:pt idx="229">
                  <c:v>42515</c:v>
                </c:pt>
                <c:pt idx="230">
                  <c:v>42517</c:v>
                </c:pt>
                <c:pt idx="231">
                  <c:v>42520</c:v>
                </c:pt>
                <c:pt idx="232">
                  <c:v>42521</c:v>
                </c:pt>
                <c:pt idx="233">
                  <c:v>42522</c:v>
                </c:pt>
                <c:pt idx="234">
                  <c:v>42523</c:v>
                </c:pt>
                <c:pt idx="235">
                  <c:v>42524</c:v>
                </c:pt>
                <c:pt idx="236">
                  <c:v>42527</c:v>
                </c:pt>
                <c:pt idx="237">
                  <c:v>42528</c:v>
                </c:pt>
                <c:pt idx="238">
                  <c:v>42529</c:v>
                </c:pt>
                <c:pt idx="239">
                  <c:v>42530</c:v>
                </c:pt>
                <c:pt idx="240">
                  <c:v>42531</c:v>
                </c:pt>
                <c:pt idx="241">
                  <c:v>42534</c:v>
                </c:pt>
                <c:pt idx="242">
                  <c:v>42535</c:v>
                </c:pt>
                <c:pt idx="243">
                  <c:v>42536</c:v>
                </c:pt>
                <c:pt idx="244">
                  <c:v>42537</c:v>
                </c:pt>
                <c:pt idx="245">
                  <c:v>42538</c:v>
                </c:pt>
                <c:pt idx="246">
                  <c:v>42541</c:v>
                </c:pt>
                <c:pt idx="247">
                  <c:v>42542</c:v>
                </c:pt>
                <c:pt idx="248">
                  <c:v>42543</c:v>
                </c:pt>
                <c:pt idx="249">
                  <c:v>42544</c:v>
                </c:pt>
                <c:pt idx="250">
                  <c:v>42545</c:v>
                </c:pt>
                <c:pt idx="251">
                  <c:v>42548</c:v>
                </c:pt>
                <c:pt idx="252">
                  <c:v>42549</c:v>
                </c:pt>
                <c:pt idx="253">
                  <c:v>42550</c:v>
                </c:pt>
                <c:pt idx="254">
                  <c:v>42551</c:v>
                </c:pt>
                <c:pt idx="255">
                  <c:v>42552</c:v>
                </c:pt>
                <c:pt idx="256">
                  <c:v>42555</c:v>
                </c:pt>
                <c:pt idx="257">
                  <c:v>42556</c:v>
                </c:pt>
                <c:pt idx="258">
                  <c:v>42557</c:v>
                </c:pt>
                <c:pt idx="259">
                  <c:v>42558</c:v>
                </c:pt>
                <c:pt idx="260">
                  <c:v>42559</c:v>
                </c:pt>
                <c:pt idx="261">
                  <c:v>42562</c:v>
                </c:pt>
                <c:pt idx="262">
                  <c:v>42563</c:v>
                </c:pt>
                <c:pt idx="263">
                  <c:v>42564</c:v>
                </c:pt>
                <c:pt idx="264">
                  <c:v>42565</c:v>
                </c:pt>
                <c:pt idx="265">
                  <c:v>42566</c:v>
                </c:pt>
                <c:pt idx="266">
                  <c:v>42569</c:v>
                </c:pt>
                <c:pt idx="267">
                  <c:v>42570</c:v>
                </c:pt>
                <c:pt idx="268">
                  <c:v>42571</c:v>
                </c:pt>
                <c:pt idx="269">
                  <c:v>42572</c:v>
                </c:pt>
                <c:pt idx="270">
                  <c:v>42573</c:v>
                </c:pt>
                <c:pt idx="271">
                  <c:v>42576</c:v>
                </c:pt>
                <c:pt idx="272">
                  <c:v>42577</c:v>
                </c:pt>
                <c:pt idx="273">
                  <c:v>42578</c:v>
                </c:pt>
                <c:pt idx="274">
                  <c:v>42579</c:v>
                </c:pt>
                <c:pt idx="275">
                  <c:v>42580</c:v>
                </c:pt>
                <c:pt idx="276">
                  <c:v>42583</c:v>
                </c:pt>
                <c:pt idx="277">
                  <c:v>42584</c:v>
                </c:pt>
                <c:pt idx="278">
                  <c:v>42585</c:v>
                </c:pt>
                <c:pt idx="279">
                  <c:v>42586</c:v>
                </c:pt>
                <c:pt idx="280">
                  <c:v>42587</c:v>
                </c:pt>
                <c:pt idx="281">
                  <c:v>42590</c:v>
                </c:pt>
                <c:pt idx="282">
                  <c:v>42591</c:v>
                </c:pt>
                <c:pt idx="283">
                  <c:v>42592</c:v>
                </c:pt>
                <c:pt idx="284">
                  <c:v>42593</c:v>
                </c:pt>
                <c:pt idx="285">
                  <c:v>42594</c:v>
                </c:pt>
                <c:pt idx="286">
                  <c:v>42597</c:v>
                </c:pt>
                <c:pt idx="287">
                  <c:v>42598</c:v>
                </c:pt>
                <c:pt idx="288">
                  <c:v>42599</c:v>
                </c:pt>
                <c:pt idx="289">
                  <c:v>42600</c:v>
                </c:pt>
                <c:pt idx="290">
                  <c:v>42601</c:v>
                </c:pt>
                <c:pt idx="291">
                  <c:v>42604</c:v>
                </c:pt>
                <c:pt idx="292">
                  <c:v>42605</c:v>
                </c:pt>
                <c:pt idx="293">
                  <c:v>42606</c:v>
                </c:pt>
                <c:pt idx="294">
                  <c:v>42607</c:v>
                </c:pt>
                <c:pt idx="295">
                  <c:v>42608</c:v>
                </c:pt>
                <c:pt idx="296">
                  <c:v>42611</c:v>
                </c:pt>
                <c:pt idx="297">
                  <c:v>42612</c:v>
                </c:pt>
                <c:pt idx="298">
                  <c:v>42613</c:v>
                </c:pt>
                <c:pt idx="299">
                  <c:v>42614</c:v>
                </c:pt>
                <c:pt idx="300">
                  <c:v>42615</c:v>
                </c:pt>
                <c:pt idx="301">
                  <c:v>42618</c:v>
                </c:pt>
                <c:pt idx="302">
                  <c:v>42619</c:v>
                </c:pt>
                <c:pt idx="303">
                  <c:v>42621</c:v>
                </c:pt>
                <c:pt idx="304">
                  <c:v>42622</c:v>
                </c:pt>
                <c:pt idx="305">
                  <c:v>42625</c:v>
                </c:pt>
                <c:pt idx="306">
                  <c:v>42626</c:v>
                </c:pt>
                <c:pt idx="307">
                  <c:v>42627</c:v>
                </c:pt>
                <c:pt idx="308">
                  <c:v>42628</c:v>
                </c:pt>
                <c:pt idx="309">
                  <c:v>42629</c:v>
                </c:pt>
                <c:pt idx="310">
                  <c:v>42632</c:v>
                </c:pt>
                <c:pt idx="311">
                  <c:v>42633</c:v>
                </c:pt>
                <c:pt idx="312">
                  <c:v>42634</c:v>
                </c:pt>
                <c:pt idx="313">
                  <c:v>42635</c:v>
                </c:pt>
                <c:pt idx="314">
                  <c:v>42636</c:v>
                </c:pt>
                <c:pt idx="315">
                  <c:v>42639</c:v>
                </c:pt>
                <c:pt idx="316">
                  <c:v>42640</c:v>
                </c:pt>
                <c:pt idx="317">
                  <c:v>42641</c:v>
                </c:pt>
                <c:pt idx="318">
                  <c:v>42642</c:v>
                </c:pt>
                <c:pt idx="319">
                  <c:v>42643</c:v>
                </c:pt>
                <c:pt idx="320">
                  <c:v>42646</c:v>
                </c:pt>
                <c:pt idx="321">
                  <c:v>42647</c:v>
                </c:pt>
                <c:pt idx="322">
                  <c:v>42648</c:v>
                </c:pt>
                <c:pt idx="323">
                  <c:v>42649</c:v>
                </c:pt>
                <c:pt idx="324">
                  <c:v>42650</c:v>
                </c:pt>
                <c:pt idx="325">
                  <c:v>42653</c:v>
                </c:pt>
                <c:pt idx="326">
                  <c:v>42654</c:v>
                </c:pt>
                <c:pt idx="327">
                  <c:v>42656</c:v>
                </c:pt>
                <c:pt idx="328">
                  <c:v>42657</c:v>
                </c:pt>
                <c:pt idx="329">
                  <c:v>42660</c:v>
                </c:pt>
                <c:pt idx="330">
                  <c:v>42661</c:v>
                </c:pt>
                <c:pt idx="331">
                  <c:v>42662</c:v>
                </c:pt>
                <c:pt idx="332">
                  <c:v>42663</c:v>
                </c:pt>
                <c:pt idx="333">
                  <c:v>42664</c:v>
                </c:pt>
                <c:pt idx="334">
                  <c:v>42667</c:v>
                </c:pt>
                <c:pt idx="335">
                  <c:v>42668</c:v>
                </c:pt>
                <c:pt idx="336">
                  <c:v>42669</c:v>
                </c:pt>
                <c:pt idx="337">
                  <c:v>42670</c:v>
                </c:pt>
                <c:pt idx="338">
                  <c:v>42671</c:v>
                </c:pt>
                <c:pt idx="339">
                  <c:v>42674</c:v>
                </c:pt>
                <c:pt idx="340">
                  <c:v>42675</c:v>
                </c:pt>
                <c:pt idx="341">
                  <c:v>42677</c:v>
                </c:pt>
                <c:pt idx="342">
                  <c:v>42678</c:v>
                </c:pt>
                <c:pt idx="343">
                  <c:v>42681</c:v>
                </c:pt>
                <c:pt idx="344">
                  <c:v>42682</c:v>
                </c:pt>
                <c:pt idx="345">
                  <c:v>42683</c:v>
                </c:pt>
                <c:pt idx="346">
                  <c:v>42684</c:v>
                </c:pt>
                <c:pt idx="347">
                  <c:v>42685</c:v>
                </c:pt>
                <c:pt idx="348">
                  <c:v>42688</c:v>
                </c:pt>
                <c:pt idx="349">
                  <c:v>42690</c:v>
                </c:pt>
                <c:pt idx="350">
                  <c:v>42691</c:v>
                </c:pt>
                <c:pt idx="351">
                  <c:v>42692</c:v>
                </c:pt>
                <c:pt idx="352">
                  <c:v>42695</c:v>
                </c:pt>
                <c:pt idx="353">
                  <c:v>42696</c:v>
                </c:pt>
                <c:pt idx="354">
                  <c:v>42697</c:v>
                </c:pt>
                <c:pt idx="355">
                  <c:v>42698</c:v>
                </c:pt>
                <c:pt idx="356">
                  <c:v>42699</c:v>
                </c:pt>
                <c:pt idx="357">
                  <c:v>42702</c:v>
                </c:pt>
                <c:pt idx="358">
                  <c:v>42703</c:v>
                </c:pt>
                <c:pt idx="359">
                  <c:v>42704</c:v>
                </c:pt>
                <c:pt idx="360">
                  <c:v>42705</c:v>
                </c:pt>
                <c:pt idx="361">
                  <c:v>42706</c:v>
                </c:pt>
                <c:pt idx="362">
                  <c:v>42709</c:v>
                </c:pt>
                <c:pt idx="363">
                  <c:v>42710</c:v>
                </c:pt>
                <c:pt idx="364">
                  <c:v>42711</c:v>
                </c:pt>
                <c:pt idx="365">
                  <c:v>42712</c:v>
                </c:pt>
                <c:pt idx="366">
                  <c:v>42713</c:v>
                </c:pt>
                <c:pt idx="367">
                  <c:v>42716</c:v>
                </c:pt>
                <c:pt idx="368">
                  <c:v>42717</c:v>
                </c:pt>
                <c:pt idx="369">
                  <c:v>42718</c:v>
                </c:pt>
                <c:pt idx="370">
                  <c:v>42719</c:v>
                </c:pt>
                <c:pt idx="371">
                  <c:v>42720</c:v>
                </c:pt>
                <c:pt idx="372">
                  <c:v>42723</c:v>
                </c:pt>
                <c:pt idx="373">
                  <c:v>42724</c:v>
                </c:pt>
                <c:pt idx="374">
                  <c:v>42725</c:v>
                </c:pt>
                <c:pt idx="375">
                  <c:v>42726</c:v>
                </c:pt>
                <c:pt idx="376">
                  <c:v>42727</c:v>
                </c:pt>
                <c:pt idx="377">
                  <c:v>42730</c:v>
                </c:pt>
                <c:pt idx="378">
                  <c:v>42731</c:v>
                </c:pt>
                <c:pt idx="379">
                  <c:v>42732</c:v>
                </c:pt>
                <c:pt idx="380">
                  <c:v>42733</c:v>
                </c:pt>
                <c:pt idx="381">
                  <c:v>42737</c:v>
                </c:pt>
                <c:pt idx="382">
                  <c:v>42738</c:v>
                </c:pt>
                <c:pt idx="383">
                  <c:v>42739</c:v>
                </c:pt>
                <c:pt idx="384">
                  <c:v>42740</c:v>
                </c:pt>
                <c:pt idx="385">
                  <c:v>42741</c:v>
                </c:pt>
                <c:pt idx="386">
                  <c:v>42744</c:v>
                </c:pt>
                <c:pt idx="387">
                  <c:v>42745</c:v>
                </c:pt>
                <c:pt idx="388">
                  <c:v>42746</c:v>
                </c:pt>
                <c:pt idx="389">
                  <c:v>42747</c:v>
                </c:pt>
                <c:pt idx="390">
                  <c:v>42748</c:v>
                </c:pt>
                <c:pt idx="391">
                  <c:v>42751</c:v>
                </c:pt>
                <c:pt idx="392">
                  <c:v>42752</c:v>
                </c:pt>
                <c:pt idx="393">
                  <c:v>42753</c:v>
                </c:pt>
                <c:pt idx="394">
                  <c:v>42754</c:v>
                </c:pt>
                <c:pt idx="395">
                  <c:v>42755</c:v>
                </c:pt>
                <c:pt idx="396">
                  <c:v>42758</c:v>
                </c:pt>
                <c:pt idx="397">
                  <c:v>42759</c:v>
                </c:pt>
                <c:pt idx="398">
                  <c:v>42761</c:v>
                </c:pt>
                <c:pt idx="399">
                  <c:v>42762</c:v>
                </c:pt>
                <c:pt idx="400">
                  <c:v>42765</c:v>
                </c:pt>
                <c:pt idx="401">
                  <c:v>42766</c:v>
                </c:pt>
                <c:pt idx="402">
                  <c:v>42767</c:v>
                </c:pt>
                <c:pt idx="403">
                  <c:v>42768</c:v>
                </c:pt>
                <c:pt idx="404">
                  <c:v>42769</c:v>
                </c:pt>
                <c:pt idx="405">
                  <c:v>42772</c:v>
                </c:pt>
                <c:pt idx="406">
                  <c:v>42773</c:v>
                </c:pt>
                <c:pt idx="407">
                  <c:v>42774</c:v>
                </c:pt>
                <c:pt idx="408">
                  <c:v>42775</c:v>
                </c:pt>
                <c:pt idx="409">
                  <c:v>42776</c:v>
                </c:pt>
                <c:pt idx="410">
                  <c:v>42779</c:v>
                </c:pt>
                <c:pt idx="411">
                  <c:v>42780</c:v>
                </c:pt>
                <c:pt idx="412">
                  <c:v>42781</c:v>
                </c:pt>
                <c:pt idx="413">
                  <c:v>42782</c:v>
                </c:pt>
                <c:pt idx="414">
                  <c:v>42783</c:v>
                </c:pt>
                <c:pt idx="415">
                  <c:v>42786</c:v>
                </c:pt>
                <c:pt idx="416">
                  <c:v>42787</c:v>
                </c:pt>
                <c:pt idx="417">
                  <c:v>42788</c:v>
                </c:pt>
                <c:pt idx="418">
                  <c:v>42789</c:v>
                </c:pt>
                <c:pt idx="419">
                  <c:v>42790</c:v>
                </c:pt>
                <c:pt idx="420">
                  <c:v>42795</c:v>
                </c:pt>
                <c:pt idx="421">
                  <c:v>42796</c:v>
                </c:pt>
                <c:pt idx="422">
                  <c:v>42797</c:v>
                </c:pt>
                <c:pt idx="423">
                  <c:v>42800</c:v>
                </c:pt>
                <c:pt idx="424">
                  <c:v>42801</c:v>
                </c:pt>
                <c:pt idx="425">
                  <c:v>42802</c:v>
                </c:pt>
                <c:pt idx="426">
                  <c:v>42803</c:v>
                </c:pt>
                <c:pt idx="427">
                  <c:v>42804</c:v>
                </c:pt>
                <c:pt idx="428">
                  <c:v>42807</c:v>
                </c:pt>
                <c:pt idx="429">
                  <c:v>42808</c:v>
                </c:pt>
                <c:pt idx="430">
                  <c:v>42809</c:v>
                </c:pt>
                <c:pt idx="431">
                  <c:v>42810</c:v>
                </c:pt>
                <c:pt idx="432">
                  <c:v>42811</c:v>
                </c:pt>
                <c:pt idx="433">
                  <c:v>42814</c:v>
                </c:pt>
                <c:pt idx="434">
                  <c:v>42815</c:v>
                </c:pt>
                <c:pt idx="435">
                  <c:v>42816</c:v>
                </c:pt>
                <c:pt idx="436">
                  <c:v>42817</c:v>
                </c:pt>
                <c:pt idx="437">
                  <c:v>42818</c:v>
                </c:pt>
                <c:pt idx="438">
                  <c:v>42821</c:v>
                </c:pt>
                <c:pt idx="439">
                  <c:v>42822</c:v>
                </c:pt>
                <c:pt idx="440">
                  <c:v>42823</c:v>
                </c:pt>
                <c:pt idx="441">
                  <c:v>42824</c:v>
                </c:pt>
                <c:pt idx="442">
                  <c:v>42825</c:v>
                </c:pt>
                <c:pt idx="443">
                  <c:v>42828</c:v>
                </c:pt>
                <c:pt idx="444">
                  <c:v>42829</c:v>
                </c:pt>
                <c:pt idx="445">
                  <c:v>42830</c:v>
                </c:pt>
                <c:pt idx="446">
                  <c:v>42831</c:v>
                </c:pt>
                <c:pt idx="447">
                  <c:v>42832</c:v>
                </c:pt>
                <c:pt idx="448">
                  <c:v>42835</c:v>
                </c:pt>
                <c:pt idx="449">
                  <c:v>42836</c:v>
                </c:pt>
                <c:pt idx="450">
                  <c:v>42837</c:v>
                </c:pt>
                <c:pt idx="451">
                  <c:v>42838</c:v>
                </c:pt>
                <c:pt idx="452">
                  <c:v>42842</c:v>
                </c:pt>
                <c:pt idx="453">
                  <c:v>42843</c:v>
                </c:pt>
                <c:pt idx="454">
                  <c:v>42844</c:v>
                </c:pt>
                <c:pt idx="455">
                  <c:v>42845</c:v>
                </c:pt>
                <c:pt idx="456">
                  <c:v>42849</c:v>
                </c:pt>
                <c:pt idx="457">
                  <c:v>42850</c:v>
                </c:pt>
                <c:pt idx="458">
                  <c:v>42851</c:v>
                </c:pt>
                <c:pt idx="459">
                  <c:v>42852</c:v>
                </c:pt>
                <c:pt idx="460">
                  <c:v>42853</c:v>
                </c:pt>
                <c:pt idx="461">
                  <c:v>42857</c:v>
                </c:pt>
                <c:pt idx="462">
                  <c:v>42858</c:v>
                </c:pt>
                <c:pt idx="463">
                  <c:v>42859</c:v>
                </c:pt>
                <c:pt idx="464">
                  <c:v>42860</c:v>
                </c:pt>
                <c:pt idx="465">
                  <c:v>42863</c:v>
                </c:pt>
                <c:pt idx="466">
                  <c:v>42864</c:v>
                </c:pt>
                <c:pt idx="467">
                  <c:v>42865</c:v>
                </c:pt>
                <c:pt idx="468">
                  <c:v>42866</c:v>
                </c:pt>
                <c:pt idx="469">
                  <c:v>42867</c:v>
                </c:pt>
                <c:pt idx="470">
                  <c:v>42870</c:v>
                </c:pt>
                <c:pt idx="471">
                  <c:v>42871</c:v>
                </c:pt>
                <c:pt idx="472">
                  <c:v>42872</c:v>
                </c:pt>
                <c:pt idx="473">
                  <c:v>42873</c:v>
                </c:pt>
                <c:pt idx="474">
                  <c:v>42874</c:v>
                </c:pt>
                <c:pt idx="475">
                  <c:v>42877</c:v>
                </c:pt>
                <c:pt idx="476">
                  <c:v>42878</c:v>
                </c:pt>
                <c:pt idx="477">
                  <c:v>42879</c:v>
                </c:pt>
                <c:pt idx="478">
                  <c:v>42880</c:v>
                </c:pt>
                <c:pt idx="479">
                  <c:v>42881</c:v>
                </c:pt>
                <c:pt idx="480">
                  <c:v>42884</c:v>
                </c:pt>
                <c:pt idx="481">
                  <c:v>42885</c:v>
                </c:pt>
                <c:pt idx="482">
                  <c:v>42886</c:v>
                </c:pt>
                <c:pt idx="483">
                  <c:v>42887</c:v>
                </c:pt>
                <c:pt idx="484">
                  <c:v>42888</c:v>
                </c:pt>
                <c:pt idx="485">
                  <c:v>42891</c:v>
                </c:pt>
                <c:pt idx="486">
                  <c:v>42892</c:v>
                </c:pt>
                <c:pt idx="487">
                  <c:v>42893</c:v>
                </c:pt>
                <c:pt idx="488">
                  <c:v>42894</c:v>
                </c:pt>
                <c:pt idx="489">
                  <c:v>42895</c:v>
                </c:pt>
                <c:pt idx="490">
                  <c:v>42898</c:v>
                </c:pt>
                <c:pt idx="491">
                  <c:v>42899</c:v>
                </c:pt>
                <c:pt idx="492">
                  <c:v>42900</c:v>
                </c:pt>
                <c:pt idx="493">
                  <c:v>42902</c:v>
                </c:pt>
                <c:pt idx="494">
                  <c:v>42905</c:v>
                </c:pt>
                <c:pt idx="495">
                  <c:v>42906</c:v>
                </c:pt>
                <c:pt idx="496">
                  <c:v>42907</c:v>
                </c:pt>
                <c:pt idx="497">
                  <c:v>42908</c:v>
                </c:pt>
                <c:pt idx="498">
                  <c:v>42909</c:v>
                </c:pt>
                <c:pt idx="499">
                  <c:v>42912</c:v>
                </c:pt>
                <c:pt idx="500">
                  <c:v>42913</c:v>
                </c:pt>
                <c:pt idx="501">
                  <c:v>42914</c:v>
                </c:pt>
                <c:pt idx="502">
                  <c:v>42915</c:v>
                </c:pt>
                <c:pt idx="503">
                  <c:v>42916</c:v>
                </c:pt>
                <c:pt idx="504">
                  <c:v>42919</c:v>
                </c:pt>
                <c:pt idx="505">
                  <c:v>42920</c:v>
                </c:pt>
                <c:pt idx="506">
                  <c:v>42921</c:v>
                </c:pt>
                <c:pt idx="507">
                  <c:v>42922</c:v>
                </c:pt>
                <c:pt idx="508">
                  <c:v>42923</c:v>
                </c:pt>
                <c:pt idx="509">
                  <c:v>42926</c:v>
                </c:pt>
                <c:pt idx="510">
                  <c:v>42927</c:v>
                </c:pt>
                <c:pt idx="511">
                  <c:v>42928</c:v>
                </c:pt>
                <c:pt idx="512">
                  <c:v>42929</c:v>
                </c:pt>
                <c:pt idx="513">
                  <c:v>42930</c:v>
                </c:pt>
                <c:pt idx="514">
                  <c:v>42933</c:v>
                </c:pt>
                <c:pt idx="515">
                  <c:v>42934</c:v>
                </c:pt>
                <c:pt idx="516">
                  <c:v>42935</c:v>
                </c:pt>
                <c:pt idx="517">
                  <c:v>42936</c:v>
                </c:pt>
                <c:pt idx="518">
                  <c:v>42937</c:v>
                </c:pt>
                <c:pt idx="519">
                  <c:v>42940</c:v>
                </c:pt>
                <c:pt idx="520">
                  <c:v>42941</c:v>
                </c:pt>
                <c:pt idx="521">
                  <c:v>42942</c:v>
                </c:pt>
                <c:pt idx="522">
                  <c:v>42943</c:v>
                </c:pt>
                <c:pt idx="523">
                  <c:v>42944</c:v>
                </c:pt>
                <c:pt idx="524">
                  <c:v>42947</c:v>
                </c:pt>
                <c:pt idx="525">
                  <c:v>42948</c:v>
                </c:pt>
                <c:pt idx="526">
                  <c:v>42949</c:v>
                </c:pt>
                <c:pt idx="527">
                  <c:v>42950</c:v>
                </c:pt>
                <c:pt idx="528">
                  <c:v>42951</c:v>
                </c:pt>
                <c:pt idx="529">
                  <c:v>42954</c:v>
                </c:pt>
                <c:pt idx="530">
                  <c:v>42955</c:v>
                </c:pt>
                <c:pt idx="531">
                  <c:v>42956</c:v>
                </c:pt>
                <c:pt idx="532">
                  <c:v>42957</c:v>
                </c:pt>
                <c:pt idx="533">
                  <c:v>42958</c:v>
                </c:pt>
                <c:pt idx="534">
                  <c:v>42961</c:v>
                </c:pt>
                <c:pt idx="535">
                  <c:v>42962</c:v>
                </c:pt>
                <c:pt idx="536">
                  <c:v>42963</c:v>
                </c:pt>
                <c:pt idx="537">
                  <c:v>42964</c:v>
                </c:pt>
                <c:pt idx="538">
                  <c:v>42965</c:v>
                </c:pt>
                <c:pt idx="539">
                  <c:v>42968</c:v>
                </c:pt>
                <c:pt idx="540">
                  <c:v>42969</c:v>
                </c:pt>
                <c:pt idx="541">
                  <c:v>42970</c:v>
                </c:pt>
                <c:pt idx="542">
                  <c:v>42971</c:v>
                </c:pt>
                <c:pt idx="543">
                  <c:v>42972</c:v>
                </c:pt>
                <c:pt idx="544">
                  <c:v>42975</c:v>
                </c:pt>
                <c:pt idx="545">
                  <c:v>42976</c:v>
                </c:pt>
                <c:pt idx="546">
                  <c:v>42977</c:v>
                </c:pt>
                <c:pt idx="547">
                  <c:v>42978</c:v>
                </c:pt>
                <c:pt idx="548">
                  <c:v>42979</c:v>
                </c:pt>
                <c:pt idx="549">
                  <c:v>42982</c:v>
                </c:pt>
                <c:pt idx="550">
                  <c:v>42983</c:v>
                </c:pt>
                <c:pt idx="551">
                  <c:v>42984</c:v>
                </c:pt>
                <c:pt idx="552">
                  <c:v>42986</c:v>
                </c:pt>
                <c:pt idx="553">
                  <c:v>42989</c:v>
                </c:pt>
                <c:pt idx="554">
                  <c:v>42990</c:v>
                </c:pt>
                <c:pt idx="555">
                  <c:v>42991</c:v>
                </c:pt>
                <c:pt idx="556">
                  <c:v>42992</c:v>
                </c:pt>
                <c:pt idx="557">
                  <c:v>42993</c:v>
                </c:pt>
                <c:pt idx="558">
                  <c:v>42996</c:v>
                </c:pt>
                <c:pt idx="559">
                  <c:v>42997</c:v>
                </c:pt>
                <c:pt idx="560">
                  <c:v>42998</c:v>
                </c:pt>
                <c:pt idx="561">
                  <c:v>42999</c:v>
                </c:pt>
                <c:pt idx="562">
                  <c:v>43000</c:v>
                </c:pt>
                <c:pt idx="563">
                  <c:v>43003</c:v>
                </c:pt>
                <c:pt idx="564">
                  <c:v>43004</c:v>
                </c:pt>
                <c:pt idx="565">
                  <c:v>43005</c:v>
                </c:pt>
                <c:pt idx="566">
                  <c:v>43006</c:v>
                </c:pt>
                <c:pt idx="567">
                  <c:v>43007</c:v>
                </c:pt>
                <c:pt idx="568">
                  <c:v>43010</c:v>
                </c:pt>
                <c:pt idx="569">
                  <c:v>43011</c:v>
                </c:pt>
                <c:pt idx="570">
                  <c:v>43012</c:v>
                </c:pt>
                <c:pt idx="571">
                  <c:v>43013</c:v>
                </c:pt>
                <c:pt idx="572">
                  <c:v>43014</c:v>
                </c:pt>
                <c:pt idx="573">
                  <c:v>43017</c:v>
                </c:pt>
                <c:pt idx="574">
                  <c:v>43018</c:v>
                </c:pt>
                <c:pt idx="575">
                  <c:v>43019</c:v>
                </c:pt>
                <c:pt idx="576">
                  <c:v>43021</c:v>
                </c:pt>
                <c:pt idx="577">
                  <c:v>43024</c:v>
                </c:pt>
                <c:pt idx="578">
                  <c:v>43025</c:v>
                </c:pt>
                <c:pt idx="579">
                  <c:v>43026</c:v>
                </c:pt>
                <c:pt idx="580">
                  <c:v>43027</c:v>
                </c:pt>
                <c:pt idx="581">
                  <c:v>43028</c:v>
                </c:pt>
                <c:pt idx="582">
                  <c:v>43031</c:v>
                </c:pt>
                <c:pt idx="583">
                  <c:v>43032</c:v>
                </c:pt>
                <c:pt idx="584">
                  <c:v>43033</c:v>
                </c:pt>
                <c:pt idx="585">
                  <c:v>43034</c:v>
                </c:pt>
                <c:pt idx="586">
                  <c:v>43035</c:v>
                </c:pt>
                <c:pt idx="587">
                  <c:v>43038</c:v>
                </c:pt>
                <c:pt idx="588">
                  <c:v>43039</c:v>
                </c:pt>
                <c:pt idx="589">
                  <c:v>43040</c:v>
                </c:pt>
                <c:pt idx="590">
                  <c:v>43042</c:v>
                </c:pt>
                <c:pt idx="591">
                  <c:v>43045</c:v>
                </c:pt>
                <c:pt idx="592">
                  <c:v>43046</c:v>
                </c:pt>
                <c:pt idx="593">
                  <c:v>43047</c:v>
                </c:pt>
                <c:pt idx="594">
                  <c:v>43048</c:v>
                </c:pt>
                <c:pt idx="595">
                  <c:v>43049</c:v>
                </c:pt>
                <c:pt idx="596">
                  <c:v>43052</c:v>
                </c:pt>
                <c:pt idx="597">
                  <c:v>43053</c:v>
                </c:pt>
                <c:pt idx="598">
                  <c:v>43055</c:v>
                </c:pt>
                <c:pt idx="599">
                  <c:v>43056</c:v>
                </c:pt>
                <c:pt idx="600">
                  <c:v>43060</c:v>
                </c:pt>
                <c:pt idx="601">
                  <c:v>43061</c:v>
                </c:pt>
                <c:pt idx="602">
                  <c:v>43062</c:v>
                </c:pt>
                <c:pt idx="603">
                  <c:v>43063</c:v>
                </c:pt>
                <c:pt idx="604">
                  <c:v>43066</c:v>
                </c:pt>
                <c:pt idx="605">
                  <c:v>43067</c:v>
                </c:pt>
                <c:pt idx="606">
                  <c:v>43068</c:v>
                </c:pt>
                <c:pt idx="607">
                  <c:v>43069</c:v>
                </c:pt>
                <c:pt idx="608">
                  <c:v>43070</c:v>
                </c:pt>
                <c:pt idx="609">
                  <c:v>43073</c:v>
                </c:pt>
                <c:pt idx="610">
                  <c:v>43074</c:v>
                </c:pt>
                <c:pt idx="611">
                  <c:v>43075</c:v>
                </c:pt>
                <c:pt idx="612">
                  <c:v>43076</c:v>
                </c:pt>
                <c:pt idx="613">
                  <c:v>43077</c:v>
                </c:pt>
                <c:pt idx="614">
                  <c:v>43080</c:v>
                </c:pt>
                <c:pt idx="615">
                  <c:v>43081</c:v>
                </c:pt>
                <c:pt idx="616">
                  <c:v>43082</c:v>
                </c:pt>
                <c:pt idx="617">
                  <c:v>43083</c:v>
                </c:pt>
                <c:pt idx="618">
                  <c:v>43084</c:v>
                </c:pt>
                <c:pt idx="619">
                  <c:v>43087</c:v>
                </c:pt>
                <c:pt idx="620">
                  <c:v>43088</c:v>
                </c:pt>
                <c:pt idx="621">
                  <c:v>43089</c:v>
                </c:pt>
                <c:pt idx="622">
                  <c:v>43090</c:v>
                </c:pt>
                <c:pt idx="623">
                  <c:v>43091</c:v>
                </c:pt>
                <c:pt idx="624">
                  <c:v>43095</c:v>
                </c:pt>
                <c:pt idx="625">
                  <c:v>43096</c:v>
                </c:pt>
                <c:pt idx="626">
                  <c:v>43097</c:v>
                </c:pt>
                <c:pt idx="627">
                  <c:v>43102</c:v>
                </c:pt>
                <c:pt idx="628">
                  <c:v>43103</c:v>
                </c:pt>
                <c:pt idx="629">
                  <c:v>43104</c:v>
                </c:pt>
                <c:pt idx="630">
                  <c:v>43105</c:v>
                </c:pt>
                <c:pt idx="631">
                  <c:v>43108</c:v>
                </c:pt>
                <c:pt idx="632">
                  <c:v>43109</c:v>
                </c:pt>
                <c:pt idx="633">
                  <c:v>43110</c:v>
                </c:pt>
                <c:pt idx="634">
                  <c:v>43111</c:v>
                </c:pt>
                <c:pt idx="635">
                  <c:v>43112</c:v>
                </c:pt>
                <c:pt idx="636">
                  <c:v>43115</c:v>
                </c:pt>
                <c:pt idx="637">
                  <c:v>43116</c:v>
                </c:pt>
                <c:pt idx="638">
                  <c:v>43117</c:v>
                </c:pt>
                <c:pt idx="639">
                  <c:v>43118</c:v>
                </c:pt>
                <c:pt idx="640">
                  <c:v>43119</c:v>
                </c:pt>
                <c:pt idx="641">
                  <c:v>43122</c:v>
                </c:pt>
                <c:pt idx="642">
                  <c:v>43123</c:v>
                </c:pt>
                <c:pt idx="643">
                  <c:v>43124</c:v>
                </c:pt>
                <c:pt idx="644">
                  <c:v>43126</c:v>
                </c:pt>
                <c:pt idx="645">
                  <c:v>43129</c:v>
                </c:pt>
                <c:pt idx="646">
                  <c:v>43130</c:v>
                </c:pt>
                <c:pt idx="647">
                  <c:v>43131</c:v>
                </c:pt>
                <c:pt idx="648">
                  <c:v>43132</c:v>
                </c:pt>
                <c:pt idx="649">
                  <c:v>43133</c:v>
                </c:pt>
                <c:pt idx="650">
                  <c:v>43136</c:v>
                </c:pt>
                <c:pt idx="651">
                  <c:v>43137</c:v>
                </c:pt>
                <c:pt idx="652">
                  <c:v>43138</c:v>
                </c:pt>
                <c:pt idx="653">
                  <c:v>43139</c:v>
                </c:pt>
                <c:pt idx="654">
                  <c:v>43140</c:v>
                </c:pt>
                <c:pt idx="655">
                  <c:v>43145</c:v>
                </c:pt>
                <c:pt idx="656">
                  <c:v>43146</c:v>
                </c:pt>
                <c:pt idx="657">
                  <c:v>43147</c:v>
                </c:pt>
                <c:pt idx="658">
                  <c:v>43150</c:v>
                </c:pt>
                <c:pt idx="659">
                  <c:v>43151</c:v>
                </c:pt>
                <c:pt idx="660">
                  <c:v>43152</c:v>
                </c:pt>
                <c:pt idx="661">
                  <c:v>43153</c:v>
                </c:pt>
                <c:pt idx="662">
                  <c:v>43154</c:v>
                </c:pt>
                <c:pt idx="663">
                  <c:v>43157</c:v>
                </c:pt>
                <c:pt idx="664">
                  <c:v>43158</c:v>
                </c:pt>
                <c:pt idx="665">
                  <c:v>43159</c:v>
                </c:pt>
                <c:pt idx="666">
                  <c:v>43160</c:v>
                </c:pt>
                <c:pt idx="667">
                  <c:v>43161</c:v>
                </c:pt>
                <c:pt idx="668">
                  <c:v>43164</c:v>
                </c:pt>
                <c:pt idx="669">
                  <c:v>43165</c:v>
                </c:pt>
                <c:pt idx="670">
                  <c:v>43166</c:v>
                </c:pt>
                <c:pt idx="671">
                  <c:v>43167</c:v>
                </c:pt>
                <c:pt idx="672">
                  <c:v>43168</c:v>
                </c:pt>
                <c:pt idx="673">
                  <c:v>43171</c:v>
                </c:pt>
                <c:pt idx="674">
                  <c:v>43172</c:v>
                </c:pt>
                <c:pt idx="675">
                  <c:v>43173</c:v>
                </c:pt>
                <c:pt idx="676">
                  <c:v>43174</c:v>
                </c:pt>
                <c:pt idx="677">
                  <c:v>43175</c:v>
                </c:pt>
                <c:pt idx="678">
                  <c:v>43178</c:v>
                </c:pt>
                <c:pt idx="679">
                  <c:v>43179</c:v>
                </c:pt>
                <c:pt idx="680">
                  <c:v>43180</c:v>
                </c:pt>
                <c:pt idx="681">
                  <c:v>43181</c:v>
                </c:pt>
                <c:pt idx="682">
                  <c:v>43182</c:v>
                </c:pt>
                <c:pt idx="683">
                  <c:v>43185</c:v>
                </c:pt>
                <c:pt idx="684">
                  <c:v>43186</c:v>
                </c:pt>
                <c:pt idx="685">
                  <c:v>43187</c:v>
                </c:pt>
                <c:pt idx="686">
                  <c:v>43188</c:v>
                </c:pt>
                <c:pt idx="687">
                  <c:v>43192</c:v>
                </c:pt>
                <c:pt idx="688">
                  <c:v>43193</c:v>
                </c:pt>
                <c:pt idx="689">
                  <c:v>43194</c:v>
                </c:pt>
                <c:pt idx="690">
                  <c:v>43195</c:v>
                </c:pt>
                <c:pt idx="691">
                  <c:v>43196</c:v>
                </c:pt>
                <c:pt idx="692">
                  <c:v>43199</c:v>
                </c:pt>
                <c:pt idx="693">
                  <c:v>43200</c:v>
                </c:pt>
                <c:pt idx="694">
                  <c:v>43201</c:v>
                </c:pt>
                <c:pt idx="695">
                  <c:v>43202</c:v>
                </c:pt>
                <c:pt idx="696">
                  <c:v>43203</c:v>
                </c:pt>
                <c:pt idx="697">
                  <c:v>43206</c:v>
                </c:pt>
                <c:pt idx="698">
                  <c:v>43207</c:v>
                </c:pt>
                <c:pt idx="699">
                  <c:v>43208</c:v>
                </c:pt>
                <c:pt idx="700">
                  <c:v>43209</c:v>
                </c:pt>
                <c:pt idx="701">
                  <c:v>43210</c:v>
                </c:pt>
                <c:pt idx="702">
                  <c:v>43213</c:v>
                </c:pt>
                <c:pt idx="703">
                  <c:v>43214</c:v>
                </c:pt>
                <c:pt idx="704">
                  <c:v>43215</c:v>
                </c:pt>
                <c:pt idx="705">
                  <c:v>43216</c:v>
                </c:pt>
                <c:pt idx="706">
                  <c:v>43217</c:v>
                </c:pt>
                <c:pt idx="707">
                  <c:v>43220</c:v>
                </c:pt>
                <c:pt idx="708">
                  <c:v>43222</c:v>
                </c:pt>
                <c:pt idx="709">
                  <c:v>43223</c:v>
                </c:pt>
                <c:pt idx="710">
                  <c:v>43224</c:v>
                </c:pt>
                <c:pt idx="711">
                  <c:v>43227</c:v>
                </c:pt>
                <c:pt idx="712">
                  <c:v>43228</c:v>
                </c:pt>
                <c:pt idx="713">
                  <c:v>43229</c:v>
                </c:pt>
                <c:pt idx="714">
                  <c:v>43230</c:v>
                </c:pt>
                <c:pt idx="715">
                  <c:v>43231</c:v>
                </c:pt>
                <c:pt idx="716">
                  <c:v>43234</c:v>
                </c:pt>
                <c:pt idx="717">
                  <c:v>43235</c:v>
                </c:pt>
                <c:pt idx="718">
                  <c:v>43236</c:v>
                </c:pt>
                <c:pt idx="719">
                  <c:v>43237</c:v>
                </c:pt>
                <c:pt idx="720">
                  <c:v>43238</c:v>
                </c:pt>
                <c:pt idx="721">
                  <c:v>43241</c:v>
                </c:pt>
                <c:pt idx="722">
                  <c:v>43242</c:v>
                </c:pt>
                <c:pt idx="723">
                  <c:v>43243</c:v>
                </c:pt>
                <c:pt idx="724">
                  <c:v>43244</c:v>
                </c:pt>
                <c:pt idx="725">
                  <c:v>43245</c:v>
                </c:pt>
                <c:pt idx="726">
                  <c:v>43248</c:v>
                </c:pt>
                <c:pt idx="727">
                  <c:v>43249</c:v>
                </c:pt>
                <c:pt idx="728">
                  <c:v>43250</c:v>
                </c:pt>
                <c:pt idx="729">
                  <c:v>43252</c:v>
                </c:pt>
                <c:pt idx="730">
                  <c:v>43255</c:v>
                </c:pt>
                <c:pt idx="731">
                  <c:v>43256</c:v>
                </c:pt>
                <c:pt idx="732">
                  <c:v>43257</c:v>
                </c:pt>
                <c:pt idx="733">
                  <c:v>43258</c:v>
                </c:pt>
                <c:pt idx="734">
                  <c:v>43259</c:v>
                </c:pt>
                <c:pt idx="735">
                  <c:v>43262</c:v>
                </c:pt>
                <c:pt idx="736">
                  <c:v>43263</c:v>
                </c:pt>
                <c:pt idx="737">
                  <c:v>43264</c:v>
                </c:pt>
                <c:pt idx="738">
                  <c:v>43265</c:v>
                </c:pt>
                <c:pt idx="739">
                  <c:v>43266</c:v>
                </c:pt>
                <c:pt idx="740">
                  <c:v>43269</c:v>
                </c:pt>
                <c:pt idx="741">
                  <c:v>43270</c:v>
                </c:pt>
                <c:pt idx="742">
                  <c:v>43271</c:v>
                </c:pt>
                <c:pt idx="743">
                  <c:v>43272</c:v>
                </c:pt>
                <c:pt idx="744">
                  <c:v>43273</c:v>
                </c:pt>
                <c:pt idx="745">
                  <c:v>43276</c:v>
                </c:pt>
                <c:pt idx="746">
                  <c:v>43277</c:v>
                </c:pt>
                <c:pt idx="747">
                  <c:v>43278</c:v>
                </c:pt>
                <c:pt idx="748">
                  <c:v>43279</c:v>
                </c:pt>
                <c:pt idx="749">
                  <c:v>43280</c:v>
                </c:pt>
                <c:pt idx="750">
                  <c:v>43283</c:v>
                </c:pt>
                <c:pt idx="751">
                  <c:v>43284</c:v>
                </c:pt>
                <c:pt idx="752">
                  <c:v>43285</c:v>
                </c:pt>
                <c:pt idx="753">
                  <c:v>43286</c:v>
                </c:pt>
                <c:pt idx="754">
                  <c:v>43287</c:v>
                </c:pt>
                <c:pt idx="755">
                  <c:v>43291</c:v>
                </c:pt>
                <c:pt idx="756">
                  <c:v>43292</c:v>
                </c:pt>
                <c:pt idx="757">
                  <c:v>43293</c:v>
                </c:pt>
                <c:pt idx="758">
                  <c:v>43294</c:v>
                </c:pt>
                <c:pt idx="759">
                  <c:v>43297</c:v>
                </c:pt>
                <c:pt idx="760">
                  <c:v>43298</c:v>
                </c:pt>
                <c:pt idx="761">
                  <c:v>43299</c:v>
                </c:pt>
                <c:pt idx="762">
                  <c:v>43300</c:v>
                </c:pt>
                <c:pt idx="763">
                  <c:v>43301</c:v>
                </c:pt>
                <c:pt idx="764">
                  <c:v>43304</c:v>
                </c:pt>
                <c:pt idx="765">
                  <c:v>43305</c:v>
                </c:pt>
                <c:pt idx="766">
                  <c:v>43306</c:v>
                </c:pt>
                <c:pt idx="767">
                  <c:v>43307</c:v>
                </c:pt>
                <c:pt idx="768">
                  <c:v>43308</c:v>
                </c:pt>
                <c:pt idx="769">
                  <c:v>43311</c:v>
                </c:pt>
                <c:pt idx="770">
                  <c:v>43312</c:v>
                </c:pt>
                <c:pt idx="771">
                  <c:v>43313</c:v>
                </c:pt>
                <c:pt idx="772">
                  <c:v>43314</c:v>
                </c:pt>
                <c:pt idx="773">
                  <c:v>43315</c:v>
                </c:pt>
                <c:pt idx="774">
                  <c:v>43318</c:v>
                </c:pt>
                <c:pt idx="775">
                  <c:v>43319</c:v>
                </c:pt>
                <c:pt idx="776">
                  <c:v>43320</c:v>
                </c:pt>
                <c:pt idx="777">
                  <c:v>43321</c:v>
                </c:pt>
                <c:pt idx="778">
                  <c:v>43322</c:v>
                </c:pt>
                <c:pt idx="779">
                  <c:v>43325</c:v>
                </c:pt>
                <c:pt idx="780">
                  <c:v>43326</c:v>
                </c:pt>
                <c:pt idx="781">
                  <c:v>43327</c:v>
                </c:pt>
                <c:pt idx="782">
                  <c:v>43328</c:v>
                </c:pt>
                <c:pt idx="783">
                  <c:v>43329</c:v>
                </c:pt>
                <c:pt idx="784">
                  <c:v>43332</c:v>
                </c:pt>
                <c:pt idx="785">
                  <c:v>43333</c:v>
                </c:pt>
                <c:pt idx="786">
                  <c:v>43334</c:v>
                </c:pt>
                <c:pt idx="787">
                  <c:v>43335</c:v>
                </c:pt>
                <c:pt idx="788">
                  <c:v>43336</c:v>
                </c:pt>
                <c:pt idx="789">
                  <c:v>43339</c:v>
                </c:pt>
                <c:pt idx="790">
                  <c:v>43340</c:v>
                </c:pt>
                <c:pt idx="791">
                  <c:v>43341</c:v>
                </c:pt>
                <c:pt idx="792">
                  <c:v>43342</c:v>
                </c:pt>
                <c:pt idx="793">
                  <c:v>43343</c:v>
                </c:pt>
                <c:pt idx="794">
                  <c:v>43346</c:v>
                </c:pt>
                <c:pt idx="795">
                  <c:v>43347</c:v>
                </c:pt>
                <c:pt idx="796">
                  <c:v>43348</c:v>
                </c:pt>
                <c:pt idx="797">
                  <c:v>43349</c:v>
                </c:pt>
                <c:pt idx="798">
                  <c:v>43353</c:v>
                </c:pt>
                <c:pt idx="799">
                  <c:v>43354</c:v>
                </c:pt>
                <c:pt idx="800">
                  <c:v>43355</c:v>
                </c:pt>
                <c:pt idx="801">
                  <c:v>43356</c:v>
                </c:pt>
                <c:pt idx="802">
                  <c:v>43357</c:v>
                </c:pt>
                <c:pt idx="803">
                  <c:v>43360</c:v>
                </c:pt>
                <c:pt idx="804">
                  <c:v>43361</c:v>
                </c:pt>
                <c:pt idx="805">
                  <c:v>43362</c:v>
                </c:pt>
                <c:pt idx="806">
                  <c:v>43363</c:v>
                </c:pt>
                <c:pt idx="807">
                  <c:v>43364</c:v>
                </c:pt>
                <c:pt idx="808">
                  <c:v>43367</c:v>
                </c:pt>
                <c:pt idx="809">
                  <c:v>43368</c:v>
                </c:pt>
                <c:pt idx="810">
                  <c:v>43369</c:v>
                </c:pt>
                <c:pt idx="811">
                  <c:v>43370</c:v>
                </c:pt>
                <c:pt idx="812">
                  <c:v>43371</c:v>
                </c:pt>
                <c:pt idx="813">
                  <c:v>43374</c:v>
                </c:pt>
                <c:pt idx="814">
                  <c:v>43375</c:v>
                </c:pt>
                <c:pt idx="815">
                  <c:v>43376</c:v>
                </c:pt>
                <c:pt idx="816">
                  <c:v>43377</c:v>
                </c:pt>
                <c:pt idx="817">
                  <c:v>43378</c:v>
                </c:pt>
                <c:pt idx="818">
                  <c:v>43381</c:v>
                </c:pt>
                <c:pt idx="819">
                  <c:v>43382</c:v>
                </c:pt>
                <c:pt idx="820">
                  <c:v>43383</c:v>
                </c:pt>
                <c:pt idx="821">
                  <c:v>43384</c:v>
                </c:pt>
                <c:pt idx="822">
                  <c:v>43388</c:v>
                </c:pt>
                <c:pt idx="823">
                  <c:v>43389</c:v>
                </c:pt>
                <c:pt idx="824">
                  <c:v>43390</c:v>
                </c:pt>
                <c:pt idx="825">
                  <c:v>43391</c:v>
                </c:pt>
                <c:pt idx="826">
                  <c:v>43392</c:v>
                </c:pt>
                <c:pt idx="827">
                  <c:v>43395</c:v>
                </c:pt>
                <c:pt idx="828">
                  <c:v>43396</c:v>
                </c:pt>
                <c:pt idx="829">
                  <c:v>43397</c:v>
                </c:pt>
                <c:pt idx="830">
                  <c:v>43398</c:v>
                </c:pt>
                <c:pt idx="831">
                  <c:v>43399</c:v>
                </c:pt>
                <c:pt idx="832">
                  <c:v>43402</c:v>
                </c:pt>
                <c:pt idx="833">
                  <c:v>43403</c:v>
                </c:pt>
                <c:pt idx="834">
                  <c:v>43404</c:v>
                </c:pt>
                <c:pt idx="835">
                  <c:v>43405</c:v>
                </c:pt>
                <c:pt idx="836">
                  <c:v>43409</c:v>
                </c:pt>
                <c:pt idx="837">
                  <c:v>43410</c:v>
                </c:pt>
                <c:pt idx="838">
                  <c:v>43411</c:v>
                </c:pt>
                <c:pt idx="839">
                  <c:v>43412</c:v>
                </c:pt>
                <c:pt idx="840">
                  <c:v>43413</c:v>
                </c:pt>
                <c:pt idx="841">
                  <c:v>43416</c:v>
                </c:pt>
                <c:pt idx="842">
                  <c:v>43417</c:v>
                </c:pt>
                <c:pt idx="843">
                  <c:v>43418</c:v>
                </c:pt>
                <c:pt idx="844">
                  <c:v>43420</c:v>
                </c:pt>
                <c:pt idx="845">
                  <c:v>43423</c:v>
                </c:pt>
                <c:pt idx="846">
                  <c:v>43425</c:v>
                </c:pt>
                <c:pt idx="847">
                  <c:v>43426</c:v>
                </c:pt>
                <c:pt idx="848">
                  <c:v>43427</c:v>
                </c:pt>
                <c:pt idx="849">
                  <c:v>43430</c:v>
                </c:pt>
                <c:pt idx="850">
                  <c:v>43431</c:v>
                </c:pt>
                <c:pt idx="851">
                  <c:v>43432</c:v>
                </c:pt>
                <c:pt idx="852">
                  <c:v>43433</c:v>
                </c:pt>
                <c:pt idx="853">
                  <c:v>43434</c:v>
                </c:pt>
                <c:pt idx="854">
                  <c:v>43437</c:v>
                </c:pt>
                <c:pt idx="855">
                  <c:v>43438</c:v>
                </c:pt>
                <c:pt idx="856">
                  <c:v>43439</c:v>
                </c:pt>
                <c:pt idx="857">
                  <c:v>43440</c:v>
                </c:pt>
                <c:pt idx="858">
                  <c:v>43441</c:v>
                </c:pt>
                <c:pt idx="859">
                  <c:v>43444</c:v>
                </c:pt>
                <c:pt idx="860">
                  <c:v>43445</c:v>
                </c:pt>
                <c:pt idx="861">
                  <c:v>43446</c:v>
                </c:pt>
                <c:pt idx="862">
                  <c:v>43447</c:v>
                </c:pt>
                <c:pt idx="863">
                  <c:v>43448</c:v>
                </c:pt>
                <c:pt idx="864">
                  <c:v>43451</c:v>
                </c:pt>
                <c:pt idx="865">
                  <c:v>43452</c:v>
                </c:pt>
                <c:pt idx="866">
                  <c:v>43453</c:v>
                </c:pt>
                <c:pt idx="867">
                  <c:v>43454</c:v>
                </c:pt>
                <c:pt idx="868">
                  <c:v>43455</c:v>
                </c:pt>
                <c:pt idx="869">
                  <c:v>43460</c:v>
                </c:pt>
                <c:pt idx="870">
                  <c:v>43461</c:v>
                </c:pt>
                <c:pt idx="871">
                  <c:v>43462</c:v>
                </c:pt>
                <c:pt idx="872">
                  <c:v>43467</c:v>
                </c:pt>
                <c:pt idx="873">
                  <c:v>43468</c:v>
                </c:pt>
                <c:pt idx="874">
                  <c:v>43469</c:v>
                </c:pt>
                <c:pt idx="875">
                  <c:v>43472</c:v>
                </c:pt>
                <c:pt idx="876">
                  <c:v>43473</c:v>
                </c:pt>
                <c:pt idx="877">
                  <c:v>43474</c:v>
                </c:pt>
                <c:pt idx="878">
                  <c:v>43475</c:v>
                </c:pt>
                <c:pt idx="879">
                  <c:v>43476</c:v>
                </c:pt>
                <c:pt idx="880">
                  <c:v>43479</c:v>
                </c:pt>
                <c:pt idx="881">
                  <c:v>43480</c:v>
                </c:pt>
                <c:pt idx="882">
                  <c:v>43481</c:v>
                </c:pt>
                <c:pt idx="883">
                  <c:v>43482</c:v>
                </c:pt>
                <c:pt idx="884">
                  <c:v>43483</c:v>
                </c:pt>
                <c:pt idx="885">
                  <c:v>43486</c:v>
                </c:pt>
                <c:pt idx="886">
                  <c:v>43487</c:v>
                </c:pt>
                <c:pt idx="887">
                  <c:v>43488</c:v>
                </c:pt>
                <c:pt idx="888">
                  <c:v>43489</c:v>
                </c:pt>
                <c:pt idx="889">
                  <c:v>43493</c:v>
                </c:pt>
                <c:pt idx="890">
                  <c:v>43494</c:v>
                </c:pt>
                <c:pt idx="891">
                  <c:v>43495</c:v>
                </c:pt>
                <c:pt idx="892">
                  <c:v>43496</c:v>
                </c:pt>
                <c:pt idx="893">
                  <c:v>43497</c:v>
                </c:pt>
                <c:pt idx="894">
                  <c:v>43500</c:v>
                </c:pt>
                <c:pt idx="895">
                  <c:v>43501</c:v>
                </c:pt>
                <c:pt idx="896">
                  <c:v>43502</c:v>
                </c:pt>
                <c:pt idx="897">
                  <c:v>43503</c:v>
                </c:pt>
                <c:pt idx="898">
                  <c:v>43504</c:v>
                </c:pt>
                <c:pt idx="899">
                  <c:v>43507</c:v>
                </c:pt>
                <c:pt idx="900">
                  <c:v>43508</c:v>
                </c:pt>
                <c:pt idx="901">
                  <c:v>43509</c:v>
                </c:pt>
                <c:pt idx="902">
                  <c:v>43510</c:v>
                </c:pt>
                <c:pt idx="903">
                  <c:v>43511</c:v>
                </c:pt>
                <c:pt idx="904">
                  <c:v>43514</c:v>
                </c:pt>
                <c:pt idx="905">
                  <c:v>43515</c:v>
                </c:pt>
                <c:pt idx="906">
                  <c:v>43516</c:v>
                </c:pt>
                <c:pt idx="907">
                  <c:v>43517</c:v>
                </c:pt>
                <c:pt idx="908">
                  <c:v>43518</c:v>
                </c:pt>
                <c:pt idx="909">
                  <c:v>43521</c:v>
                </c:pt>
                <c:pt idx="910">
                  <c:v>43522</c:v>
                </c:pt>
                <c:pt idx="911">
                  <c:v>43523</c:v>
                </c:pt>
                <c:pt idx="912">
                  <c:v>43524</c:v>
                </c:pt>
                <c:pt idx="913">
                  <c:v>43525</c:v>
                </c:pt>
                <c:pt idx="914">
                  <c:v>43530</c:v>
                </c:pt>
                <c:pt idx="915">
                  <c:v>43531</c:v>
                </c:pt>
                <c:pt idx="916">
                  <c:v>43532</c:v>
                </c:pt>
                <c:pt idx="917">
                  <c:v>43535</c:v>
                </c:pt>
                <c:pt idx="918">
                  <c:v>43536</c:v>
                </c:pt>
                <c:pt idx="919">
                  <c:v>43537</c:v>
                </c:pt>
                <c:pt idx="920">
                  <c:v>43538</c:v>
                </c:pt>
                <c:pt idx="921">
                  <c:v>43539</c:v>
                </c:pt>
                <c:pt idx="922">
                  <c:v>43542</c:v>
                </c:pt>
                <c:pt idx="923">
                  <c:v>43543</c:v>
                </c:pt>
                <c:pt idx="924">
                  <c:v>43544</c:v>
                </c:pt>
                <c:pt idx="925">
                  <c:v>43545</c:v>
                </c:pt>
                <c:pt idx="926">
                  <c:v>43546</c:v>
                </c:pt>
                <c:pt idx="927">
                  <c:v>43549</c:v>
                </c:pt>
                <c:pt idx="928">
                  <c:v>43550</c:v>
                </c:pt>
                <c:pt idx="929">
                  <c:v>43551</c:v>
                </c:pt>
                <c:pt idx="930">
                  <c:v>43552</c:v>
                </c:pt>
                <c:pt idx="931">
                  <c:v>43553</c:v>
                </c:pt>
                <c:pt idx="932">
                  <c:v>43556</c:v>
                </c:pt>
                <c:pt idx="933">
                  <c:v>43557</c:v>
                </c:pt>
                <c:pt idx="934">
                  <c:v>43558</c:v>
                </c:pt>
                <c:pt idx="935">
                  <c:v>43559</c:v>
                </c:pt>
                <c:pt idx="936">
                  <c:v>43560</c:v>
                </c:pt>
                <c:pt idx="937">
                  <c:v>43563</c:v>
                </c:pt>
                <c:pt idx="938">
                  <c:v>43564</c:v>
                </c:pt>
                <c:pt idx="939">
                  <c:v>43565</c:v>
                </c:pt>
                <c:pt idx="940">
                  <c:v>43566</c:v>
                </c:pt>
                <c:pt idx="941">
                  <c:v>43567</c:v>
                </c:pt>
                <c:pt idx="942">
                  <c:v>43570</c:v>
                </c:pt>
                <c:pt idx="943">
                  <c:v>43571</c:v>
                </c:pt>
                <c:pt idx="944">
                  <c:v>43572</c:v>
                </c:pt>
                <c:pt idx="945">
                  <c:v>43573</c:v>
                </c:pt>
                <c:pt idx="946">
                  <c:v>43577</c:v>
                </c:pt>
                <c:pt idx="947">
                  <c:v>43578</c:v>
                </c:pt>
                <c:pt idx="948">
                  <c:v>43579</c:v>
                </c:pt>
                <c:pt idx="949">
                  <c:v>43580</c:v>
                </c:pt>
                <c:pt idx="950">
                  <c:v>43581</c:v>
                </c:pt>
                <c:pt idx="951">
                  <c:v>43584</c:v>
                </c:pt>
                <c:pt idx="952">
                  <c:v>43585</c:v>
                </c:pt>
                <c:pt idx="953">
                  <c:v>43587</c:v>
                </c:pt>
                <c:pt idx="954">
                  <c:v>43588</c:v>
                </c:pt>
                <c:pt idx="955">
                  <c:v>43591</c:v>
                </c:pt>
                <c:pt idx="956">
                  <c:v>43592</c:v>
                </c:pt>
                <c:pt idx="957">
                  <c:v>43593</c:v>
                </c:pt>
                <c:pt idx="958">
                  <c:v>43594</c:v>
                </c:pt>
                <c:pt idx="959">
                  <c:v>43595</c:v>
                </c:pt>
                <c:pt idx="960">
                  <c:v>43598</c:v>
                </c:pt>
                <c:pt idx="961">
                  <c:v>43599</c:v>
                </c:pt>
                <c:pt idx="962">
                  <c:v>43600</c:v>
                </c:pt>
                <c:pt idx="963">
                  <c:v>43601</c:v>
                </c:pt>
                <c:pt idx="964">
                  <c:v>43602</c:v>
                </c:pt>
                <c:pt idx="965">
                  <c:v>43605</c:v>
                </c:pt>
                <c:pt idx="966">
                  <c:v>43606</c:v>
                </c:pt>
                <c:pt idx="967">
                  <c:v>43607</c:v>
                </c:pt>
                <c:pt idx="968">
                  <c:v>43608</c:v>
                </c:pt>
                <c:pt idx="969">
                  <c:v>43609</c:v>
                </c:pt>
                <c:pt idx="970">
                  <c:v>43612</c:v>
                </c:pt>
                <c:pt idx="971">
                  <c:v>43613</c:v>
                </c:pt>
                <c:pt idx="972">
                  <c:v>43614</c:v>
                </c:pt>
                <c:pt idx="973">
                  <c:v>43615</c:v>
                </c:pt>
                <c:pt idx="974">
                  <c:v>43616</c:v>
                </c:pt>
                <c:pt idx="975">
                  <c:v>43619</c:v>
                </c:pt>
                <c:pt idx="976">
                  <c:v>43620</c:v>
                </c:pt>
                <c:pt idx="977">
                  <c:v>43621</c:v>
                </c:pt>
                <c:pt idx="978">
                  <c:v>43622</c:v>
                </c:pt>
                <c:pt idx="979">
                  <c:v>43623</c:v>
                </c:pt>
                <c:pt idx="980">
                  <c:v>43626</c:v>
                </c:pt>
                <c:pt idx="981">
                  <c:v>43627</c:v>
                </c:pt>
                <c:pt idx="982">
                  <c:v>43628</c:v>
                </c:pt>
                <c:pt idx="983">
                  <c:v>43629</c:v>
                </c:pt>
                <c:pt idx="984">
                  <c:v>43630</c:v>
                </c:pt>
                <c:pt idx="985">
                  <c:v>43633</c:v>
                </c:pt>
                <c:pt idx="986">
                  <c:v>43634</c:v>
                </c:pt>
                <c:pt idx="987">
                  <c:v>43635</c:v>
                </c:pt>
                <c:pt idx="988">
                  <c:v>43637</c:v>
                </c:pt>
                <c:pt idx="989">
                  <c:v>43640</c:v>
                </c:pt>
                <c:pt idx="990">
                  <c:v>43641</c:v>
                </c:pt>
                <c:pt idx="991">
                  <c:v>43642</c:v>
                </c:pt>
                <c:pt idx="992">
                  <c:v>43643</c:v>
                </c:pt>
                <c:pt idx="993">
                  <c:v>43644</c:v>
                </c:pt>
                <c:pt idx="994">
                  <c:v>43647</c:v>
                </c:pt>
                <c:pt idx="995">
                  <c:v>43648</c:v>
                </c:pt>
                <c:pt idx="996">
                  <c:v>43649</c:v>
                </c:pt>
                <c:pt idx="997">
                  <c:v>43650</c:v>
                </c:pt>
                <c:pt idx="998">
                  <c:v>43651</c:v>
                </c:pt>
                <c:pt idx="999">
                  <c:v>43654</c:v>
                </c:pt>
                <c:pt idx="1000">
                  <c:v>43656</c:v>
                </c:pt>
                <c:pt idx="1001">
                  <c:v>43657</c:v>
                </c:pt>
                <c:pt idx="1002">
                  <c:v>43658</c:v>
                </c:pt>
                <c:pt idx="1003">
                  <c:v>43661</c:v>
                </c:pt>
                <c:pt idx="1004">
                  <c:v>43662</c:v>
                </c:pt>
                <c:pt idx="1005">
                  <c:v>43663</c:v>
                </c:pt>
                <c:pt idx="1006">
                  <c:v>43664</c:v>
                </c:pt>
                <c:pt idx="1007">
                  <c:v>43665</c:v>
                </c:pt>
                <c:pt idx="1008">
                  <c:v>43668</c:v>
                </c:pt>
                <c:pt idx="1009">
                  <c:v>43669</c:v>
                </c:pt>
                <c:pt idx="1010">
                  <c:v>43670</c:v>
                </c:pt>
                <c:pt idx="1011">
                  <c:v>43671</c:v>
                </c:pt>
                <c:pt idx="1012">
                  <c:v>43672</c:v>
                </c:pt>
                <c:pt idx="1013">
                  <c:v>43675</c:v>
                </c:pt>
                <c:pt idx="1014">
                  <c:v>43676</c:v>
                </c:pt>
                <c:pt idx="1015">
                  <c:v>43677</c:v>
                </c:pt>
                <c:pt idx="1016">
                  <c:v>43678</c:v>
                </c:pt>
                <c:pt idx="1017">
                  <c:v>43679</c:v>
                </c:pt>
                <c:pt idx="1018">
                  <c:v>43682</c:v>
                </c:pt>
                <c:pt idx="1019">
                  <c:v>43683</c:v>
                </c:pt>
                <c:pt idx="1020">
                  <c:v>43684</c:v>
                </c:pt>
                <c:pt idx="1021">
                  <c:v>43685</c:v>
                </c:pt>
                <c:pt idx="1022">
                  <c:v>43686</c:v>
                </c:pt>
                <c:pt idx="1023">
                  <c:v>43689</c:v>
                </c:pt>
                <c:pt idx="1024">
                  <c:v>43690</c:v>
                </c:pt>
                <c:pt idx="1025">
                  <c:v>43691</c:v>
                </c:pt>
                <c:pt idx="1026">
                  <c:v>43692</c:v>
                </c:pt>
                <c:pt idx="1027">
                  <c:v>43693</c:v>
                </c:pt>
                <c:pt idx="1028">
                  <c:v>43696</c:v>
                </c:pt>
                <c:pt idx="1029">
                  <c:v>43697</c:v>
                </c:pt>
                <c:pt idx="1030">
                  <c:v>43698</c:v>
                </c:pt>
                <c:pt idx="1031">
                  <c:v>43699</c:v>
                </c:pt>
                <c:pt idx="1032">
                  <c:v>43700</c:v>
                </c:pt>
                <c:pt idx="1033">
                  <c:v>43703</c:v>
                </c:pt>
                <c:pt idx="1034">
                  <c:v>43704</c:v>
                </c:pt>
                <c:pt idx="1035">
                  <c:v>43705</c:v>
                </c:pt>
                <c:pt idx="1036">
                  <c:v>43706</c:v>
                </c:pt>
                <c:pt idx="1037">
                  <c:v>43707</c:v>
                </c:pt>
                <c:pt idx="1038">
                  <c:v>43710</c:v>
                </c:pt>
                <c:pt idx="1039">
                  <c:v>43711</c:v>
                </c:pt>
                <c:pt idx="1040">
                  <c:v>43712</c:v>
                </c:pt>
                <c:pt idx="1041">
                  <c:v>43713</c:v>
                </c:pt>
                <c:pt idx="1042">
                  <c:v>43714</c:v>
                </c:pt>
                <c:pt idx="1043">
                  <c:v>43717</c:v>
                </c:pt>
                <c:pt idx="1044">
                  <c:v>43718</c:v>
                </c:pt>
                <c:pt idx="1045">
                  <c:v>43719</c:v>
                </c:pt>
                <c:pt idx="1046">
                  <c:v>43720</c:v>
                </c:pt>
                <c:pt idx="1047">
                  <c:v>43721</c:v>
                </c:pt>
                <c:pt idx="1048">
                  <c:v>43724</c:v>
                </c:pt>
                <c:pt idx="1049">
                  <c:v>43725</c:v>
                </c:pt>
                <c:pt idx="1050">
                  <c:v>43726</c:v>
                </c:pt>
                <c:pt idx="1051">
                  <c:v>43727</c:v>
                </c:pt>
                <c:pt idx="1052">
                  <c:v>43728</c:v>
                </c:pt>
                <c:pt idx="1053">
                  <c:v>43731</c:v>
                </c:pt>
                <c:pt idx="1054">
                  <c:v>43732</c:v>
                </c:pt>
                <c:pt idx="1055">
                  <c:v>43733</c:v>
                </c:pt>
                <c:pt idx="1056">
                  <c:v>43734</c:v>
                </c:pt>
                <c:pt idx="1057">
                  <c:v>43735</c:v>
                </c:pt>
                <c:pt idx="1058">
                  <c:v>43738</c:v>
                </c:pt>
                <c:pt idx="1059">
                  <c:v>43739</c:v>
                </c:pt>
                <c:pt idx="1060">
                  <c:v>43740</c:v>
                </c:pt>
                <c:pt idx="1061">
                  <c:v>43741</c:v>
                </c:pt>
                <c:pt idx="1062">
                  <c:v>43742</c:v>
                </c:pt>
                <c:pt idx="1063">
                  <c:v>43745</c:v>
                </c:pt>
                <c:pt idx="1064">
                  <c:v>43746</c:v>
                </c:pt>
                <c:pt idx="1065">
                  <c:v>43747</c:v>
                </c:pt>
                <c:pt idx="1066">
                  <c:v>43748</c:v>
                </c:pt>
                <c:pt idx="1067">
                  <c:v>43749</c:v>
                </c:pt>
                <c:pt idx="1068">
                  <c:v>43752</c:v>
                </c:pt>
                <c:pt idx="1069">
                  <c:v>43753</c:v>
                </c:pt>
                <c:pt idx="1070">
                  <c:v>43754</c:v>
                </c:pt>
                <c:pt idx="1071">
                  <c:v>43755</c:v>
                </c:pt>
                <c:pt idx="1072">
                  <c:v>43756</c:v>
                </c:pt>
                <c:pt idx="1073">
                  <c:v>43759</c:v>
                </c:pt>
                <c:pt idx="1074">
                  <c:v>43760</c:v>
                </c:pt>
                <c:pt idx="1075">
                  <c:v>43761</c:v>
                </c:pt>
                <c:pt idx="1076">
                  <c:v>43762</c:v>
                </c:pt>
                <c:pt idx="1077">
                  <c:v>43763</c:v>
                </c:pt>
                <c:pt idx="1078">
                  <c:v>43766</c:v>
                </c:pt>
                <c:pt idx="1079">
                  <c:v>43767</c:v>
                </c:pt>
                <c:pt idx="1080">
                  <c:v>43768</c:v>
                </c:pt>
                <c:pt idx="1081">
                  <c:v>43769</c:v>
                </c:pt>
                <c:pt idx="1082">
                  <c:v>43770</c:v>
                </c:pt>
                <c:pt idx="1083">
                  <c:v>43773</c:v>
                </c:pt>
                <c:pt idx="1084">
                  <c:v>43774</c:v>
                </c:pt>
                <c:pt idx="1085">
                  <c:v>43775</c:v>
                </c:pt>
                <c:pt idx="1086">
                  <c:v>43776</c:v>
                </c:pt>
                <c:pt idx="1087">
                  <c:v>43777</c:v>
                </c:pt>
                <c:pt idx="1088">
                  <c:v>43780</c:v>
                </c:pt>
                <c:pt idx="1089">
                  <c:v>43781</c:v>
                </c:pt>
                <c:pt idx="1090">
                  <c:v>43782</c:v>
                </c:pt>
                <c:pt idx="1091">
                  <c:v>43783</c:v>
                </c:pt>
                <c:pt idx="1092">
                  <c:v>43787</c:v>
                </c:pt>
                <c:pt idx="1093">
                  <c:v>43788</c:v>
                </c:pt>
                <c:pt idx="1094">
                  <c:v>43790</c:v>
                </c:pt>
                <c:pt idx="1095">
                  <c:v>43791</c:v>
                </c:pt>
                <c:pt idx="1096">
                  <c:v>43794</c:v>
                </c:pt>
                <c:pt idx="1097">
                  <c:v>43795</c:v>
                </c:pt>
                <c:pt idx="1098">
                  <c:v>43796</c:v>
                </c:pt>
                <c:pt idx="1099">
                  <c:v>43797</c:v>
                </c:pt>
                <c:pt idx="1100">
                  <c:v>43798</c:v>
                </c:pt>
                <c:pt idx="1101">
                  <c:v>43801</c:v>
                </c:pt>
                <c:pt idx="1102">
                  <c:v>43802</c:v>
                </c:pt>
                <c:pt idx="1103">
                  <c:v>43803</c:v>
                </c:pt>
                <c:pt idx="1104">
                  <c:v>43804</c:v>
                </c:pt>
                <c:pt idx="1105">
                  <c:v>43805</c:v>
                </c:pt>
                <c:pt idx="1106">
                  <c:v>43808</c:v>
                </c:pt>
                <c:pt idx="1107">
                  <c:v>43809</c:v>
                </c:pt>
                <c:pt idx="1108">
                  <c:v>43810</c:v>
                </c:pt>
                <c:pt idx="1109">
                  <c:v>43811</c:v>
                </c:pt>
                <c:pt idx="1110">
                  <c:v>43812</c:v>
                </c:pt>
                <c:pt idx="1111">
                  <c:v>43815</c:v>
                </c:pt>
                <c:pt idx="1112">
                  <c:v>43816</c:v>
                </c:pt>
                <c:pt idx="1113">
                  <c:v>43817</c:v>
                </c:pt>
                <c:pt idx="1114">
                  <c:v>43818</c:v>
                </c:pt>
                <c:pt idx="1115">
                  <c:v>43819</c:v>
                </c:pt>
                <c:pt idx="1116">
                  <c:v>43822</c:v>
                </c:pt>
                <c:pt idx="1117">
                  <c:v>43825</c:v>
                </c:pt>
                <c:pt idx="1118">
                  <c:v>43826</c:v>
                </c:pt>
                <c:pt idx="1119">
                  <c:v>43829</c:v>
                </c:pt>
                <c:pt idx="1120">
                  <c:v>43832</c:v>
                </c:pt>
                <c:pt idx="1121">
                  <c:v>43833</c:v>
                </c:pt>
                <c:pt idx="1122">
                  <c:v>43836</c:v>
                </c:pt>
                <c:pt idx="1123">
                  <c:v>43837</c:v>
                </c:pt>
                <c:pt idx="1124">
                  <c:v>43838</c:v>
                </c:pt>
                <c:pt idx="1125">
                  <c:v>43839</c:v>
                </c:pt>
                <c:pt idx="1126">
                  <c:v>43840</c:v>
                </c:pt>
                <c:pt idx="1127">
                  <c:v>43843</c:v>
                </c:pt>
                <c:pt idx="1128">
                  <c:v>43844</c:v>
                </c:pt>
                <c:pt idx="1129">
                  <c:v>43845</c:v>
                </c:pt>
                <c:pt idx="1130">
                  <c:v>43846</c:v>
                </c:pt>
                <c:pt idx="1131">
                  <c:v>43847</c:v>
                </c:pt>
                <c:pt idx="1132">
                  <c:v>43850</c:v>
                </c:pt>
                <c:pt idx="1133">
                  <c:v>43851</c:v>
                </c:pt>
                <c:pt idx="1134">
                  <c:v>43852</c:v>
                </c:pt>
                <c:pt idx="1135">
                  <c:v>43853</c:v>
                </c:pt>
                <c:pt idx="1136">
                  <c:v>43854</c:v>
                </c:pt>
                <c:pt idx="1137">
                  <c:v>43857</c:v>
                </c:pt>
                <c:pt idx="1138">
                  <c:v>43858</c:v>
                </c:pt>
                <c:pt idx="1139">
                  <c:v>43859</c:v>
                </c:pt>
                <c:pt idx="1140">
                  <c:v>43860</c:v>
                </c:pt>
                <c:pt idx="1141">
                  <c:v>43861</c:v>
                </c:pt>
                <c:pt idx="1142">
                  <c:v>43864</c:v>
                </c:pt>
                <c:pt idx="1143">
                  <c:v>43865</c:v>
                </c:pt>
                <c:pt idx="1144">
                  <c:v>43866</c:v>
                </c:pt>
                <c:pt idx="1145">
                  <c:v>43867</c:v>
                </c:pt>
                <c:pt idx="1146">
                  <c:v>43868</c:v>
                </c:pt>
                <c:pt idx="1147">
                  <c:v>43871</c:v>
                </c:pt>
                <c:pt idx="1148">
                  <c:v>43872</c:v>
                </c:pt>
                <c:pt idx="1149">
                  <c:v>43873</c:v>
                </c:pt>
                <c:pt idx="1150">
                  <c:v>43874</c:v>
                </c:pt>
                <c:pt idx="1151">
                  <c:v>43875</c:v>
                </c:pt>
                <c:pt idx="1152">
                  <c:v>43878</c:v>
                </c:pt>
                <c:pt idx="1153">
                  <c:v>43879</c:v>
                </c:pt>
                <c:pt idx="1154">
                  <c:v>43880</c:v>
                </c:pt>
                <c:pt idx="1155">
                  <c:v>43881</c:v>
                </c:pt>
                <c:pt idx="1156">
                  <c:v>43882</c:v>
                </c:pt>
                <c:pt idx="1157">
                  <c:v>43887</c:v>
                </c:pt>
                <c:pt idx="1158">
                  <c:v>43888</c:v>
                </c:pt>
                <c:pt idx="1159">
                  <c:v>43889</c:v>
                </c:pt>
                <c:pt idx="1160">
                  <c:v>43892</c:v>
                </c:pt>
                <c:pt idx="1161">
                  <c:v>43893</c:v>
                </c:pt>
                <c:pt idx="1162">
                  <c:v>43894</c:v>
                </c:pt>
                <c:pt idx="1163">
                  <c:v>43895</c:v>
                </c:pt>
                <c:pt idx="1164">
                  <c:v>43896</c:v>
                </c:pt>
                <c:pt idx="1165">
                  <c:v>43899</c:v>
                </c:pt>
                <c:pt idx="1166">
                  <c:v>43900</c:v>
                </c:pt>
                <c:pt idx="1167">
                  <c:v>43901</c:v>
                </c:pt>
                <c:pt idx="1168">
                  <c:v>43902</c:v>
                </c:pt>
                <c:pt idx="1169">
                  <c:v>43903</c:v>
                </c:pt>
                <c:pt idx="1170">
                  <c:v>43906</c:v>
                </c:pt>
                <c:pt idx="1171">
                  <c:v>43907</c:v>
                </c:pt>
                <c:pt idx="1172">
                  <c:v>43908</c:v>
                </c:pt>
                <c:pt idx="1173">
                  <c:v>43909</c:v>
                </c:pt>
                <c:pt idx="1174">
                  <c:v>43910</c:v>
                </c:pt>
                <c:pt idx="1175">
                  <c:v>43913</c:v>
                </c:pt>
                <c:pt idx="1176">
                  <c:v>43914</c:v>
                </c:pt>
                <c:pt idx="1177">
                  <c:v>43915</c:v>
                </c:pt>
                <c:pt idx="1178">
                  <c:v>43916</c:v>
                </c:pt>
                <c:pt idx="1179">
                  <c:v>43917</c:v>
                </c:pt>
                <c:pt idx="1180">
                  <c:v>43920</c:v>
                </c:pt>
                <c:pt idx="1181">
                  <c:v>43921</c:v>
                </c:pt>
                <c:pt idx="1182">
                  <c:v>43922</c:v>
                </c:pt>
                <c:pt idx="1183">
                  <c:v>43923</c:v>
                </c:pt>
                <c:pt idx="1184">
                  <c:v>43924</c:v>
                </c:pt>
                <c:pt idx="1185">
                  <c:v>43927</c:v>
                </c:pt>
                <c:pt idx="1186">
                  <c:v>43928</c:v>
                </c:pt>
                <c:pt idx="1187">
                  <c:v>43929</c:v>
                </c:pt>
                <c:pt idx="1188">
                  <c:v>43930</c:v>
                </c:pt>
                <c:pt idx="1189">
                  <c:v>43934</c:v>
                </c:pt>
                <c:pt idx="1190">
                  <c:v>43935</c:v>
                </c:pt>
                <c:pt idx="1191">
                  <c:v>43936</c:v>
                </c:pt>
                <c:pt idx="1192">
                  <c:v>43937</c:v>
                </c:pt>
                <c:pt idx="1193">
                  <c:v>43938</c:v>
                </c:pt>
                <c:pt idx="1194">
                  <c:v>43941</c:v>
                </c:pt>
                <c:pt idx="1195">
                  <c:v>43943</c:v>
                </c:pt>
                <c:pt idx="1196">
                  <c:v>43944</c:v>
                </c:pt>
                <c:pt idx="1197">
                  <c:v>43945</c:v>
                </c:pt>
                <c:pt idx="1198">
                  <c:v>43948</c:v>
                </c:pt>
                <c:pt idx="1199">
                  <c:v>43949</c:v>
                </c:pt>
                <c:pt idx="1200">
                  <c:v>43950</c:v>
                </c:pt>
                <c:pt idx="1201">
                  <c:v>43951</c:v>
                </c:pt>
                <c:pt idx="1202">
                  <c:v>43955</c:v>
                </c:pt>
                <c:pt idx="1203">
                  <c:v>43956</c:v>
                </c:pt>
                <c:pt idx="1204">
                  <c:v>43957</c:v>
                </c:pt>
                <c:pt idx="1205">
                  <c:v>43958</c:v>
                </c:pt>
                <c:pt idx="1206">
                  <c:v>43959</c:v>
                </c:pt>
                <c:pt idx="1207">
                  <c:v>43962</c:v>
                </c:pt>
                <c:pt idx="1208">
                  <c:v>43963</c:v>
                </c:pt>
                <c:pt idx="1209">
                  <c:v>43964</c:v>
                </c:pt>
                <c:pt idx="1210">
                  <c:v>43965</c:v>
                </c:pt>
                <c:pt idx="1211">
                  <c:v>43966</c:v>
                </c:pt>
                <c:pt idx="1212">
                  <c:v>43969</c:v>
                </c:pt>
                <c:pt idx="1213">
                  <c:v>43970</c:v>
                </c:pt>
                <c:pt idx="1214">
                  <c:v>43971</c:v>
                </c:pt>
                <c:pt idx="1215">
                  <c:v>43972</c:v>
                </c:pt>
                <c:pt idx="1216">
                  <c:v>43973</c:v>
                </c:pt>
                <c:pt idx="1217">
                  <c:v>43976</c:v>
                </c:pt>
                <c:pt idx="1218">
                  <c:v>43977</c:v>
                </c:pt>
                <c:pt idx="1219">
                  <c:v>43978</c:v>
                </c:pt>
                <c:pt idx="1220">
                  <c:v>43979</c:v>
                </c:pt>
                <c:pt idx="1221">
                  <c:v>43980</c:v>
                </c:pt>
                <c:pt idx="1222">
                  <c:v>43983</c:v>
                </c:pt>
                <c:pt idx="1223">
                  <c:v>43984</c:v>
                </c:pt>
                <c:pt idx="1224">
                  <c:v>43985</c:v>
                </c:pt>
                <c:pt idx="1225">
                  <c:v>43986</c:v>
                </c:pt>
                <c:pt idx="1226">
                  <c:v>43987</c:v>
                </c:pt>
                <c:pt idx="1227">
                  <c:v>43990</c:v>
                </c:pt>
                <c:pt idx="1228">
                  <c:v>43991</c:v>
                </c:pt>
                <c:pt idx="1229">
                  <c:v>43992</c:v>
                </c:pt>
                <c:pt idx="1230">
                  <c:v>43994</c:v>
                </c:pt>
                <c:pt idx="1231">
                  <c:v>43997</c:v>
                </c:pt>
                <c:pt idx="1232">
                  <c:v>43998</c:v>
                </c:pt>
                <c:pt idx="1233">
                  <c:v>43999</c:v>
                </c:pt>
                <c:pt idx="1234">
                  <c:v>44000</c:v>
                </c:pt>
                <c:pt idx="1235">
                  <c:v>44001</c:v>
                </c:pt>
                <c:pt idx="1236">
                  <c:v>44004</c:v>
                </c:pt>
                <c:pt idx="1237">
                  <c:v>44005</c:v>
                </c:pt>
                <c:pt idx="1238">
                  <c:v>44006</c:v>
                </c:pt>
                <c:pt idx="1239">
                  <c:v>44007</c:v>
                </c:pt>
                <c:pt idx="1240">
                  <c:v>44008</c:v>
                </c:pt>
                <c:pt idx="1241">
                  <c:v>44011</c:v>
                </c:pt>
                <c:pt idx="1242">
                  <c:v>44012</c:v>
                </c:pt>
                <c:pt idx="1243">
                  <c:v>44013</c:v>
                </c:pt>
                <c:pt idx="1244">
                  <c:v>44014</c:v>
                </c:pt>
                <c:pt idx="1245">
                  <c:v>44015</c:v>
                </c:pt>
                <c:pt idx="1246">
                  <c:v>44018</c:v>
                </c:pt>
                <c:pt idx="1247">
                  <c:v>44019</c:v>
                </c:pt>
                <c:pt idx="1248">
                  <c:v>44020</c:v>
                </c:pt>
                <c:pt idx="1249">
                  <c:v>44021</c:v>
                </c:pt>
                <c:pt idx="1250">
                  <c:v>44022</c:v>
                </c:pt>
                <c:pt idx="1251">
                  <c:v>44025</c:v>
                </c:pt>
                <c:pt idx="1252">
                  <c:v>44026</c:v>
                </c:pt>
                <c:pt idx="1253">
                  <c:v>44027</c:v>
                </c:pt>
                <c:pt idx="1254">
                  <c:v>44028</c:v>
                </c:pt>
                <c:pt idx="1255">
                  <c:v>44029</c:v>
                </c:pt>
                <c:pt idx="1256">
                  <c:v>44032</c:v>
                </c:pt>
                <c:pt idx="1257">
                  <c:v>44033</c:v>
                </c:pt>
                <c:pt idx="1258">
                  <c:v>44034</c:v>
                </c:pt>
                <c:pt idx="1259">
                  <c:v>44035</c:v>
                </c:pt>
                <c:pt idx="1260">
                  <c:v>44036</c:v>
                </c:pt>
                <c:pt idx="1261">
                  <c:v>44039</c:v>
                </c:pt>
                <c:pt idx="1262">
                  <c:v>44040</c:v>
                </c:pt>
                <c:pt idx="1263">
                  <c:v>44041</c:v>
                </c:pt>
                <c:pt idx="1264">
                  <c:v>44042</c:v>
                </c:pt>
                <c:pt idx="1265">
                  <c:v>44043</c:v>
                </c:pt>
                <c:pt idx="1266">
                  <c:v>44046</c:v>
                </c:pt>
                <c:pt idx="1267">
                  <c:v>44047</c:v>
                </c:pt>
                <c:pt idx="1268">
                  <c:v>44048</c:v>
                </c:pt>
                <c:pt idx="1269">
                  <c:v>44049</c:v>
                </c:pt>
                <c:pt idx="1270">
                  <c:v>44050</c:v>
                </c:pt>
                <c:pt idx="1271">
                  <c:v>44053</c:v>
                </c:pt>
                <c:pt idx="1272">
                  <c:v>44054</c:v>
                </c:pt>
                <c:pt idx="1273">
                  <c:v>44055</c:v>
                </c:pt>
                <c:pt idx="1274">
                  <c:v>44056</c:v>
                </c:pt>
                <c:pt idx="1275">
                  <c:v>44057</c:v>
                </c:pt>
                <c:pt idx="1276">
                  <c:v>44060</c:v>
                </c:pt>
                <c:pt idx="1277">
                  <c:v>44061</c:v>
                </c:pt>
                <c:pt idx="1278">
                  <c:v>44062</c:v>
                </c:pt>
                <c:pt idx="1279">
                  <c:v>44063</c:v>
                </c:pt>
                <c:pt idx="1280">
                  <c:v>44064</c:v>
                </c:pt>
                <c:pt idx="1281">
                  <c:v>44067</c:v>
                </c:pt>
                <c:pt idx="1282">
                  <c:v>44068</c:v>
                </c:pt>
                <c:pt idx="1283">
                  <c:v>44069</c:v>
                </c:pt>
                <c:pt idx="1284">
                  <c:v>44070</c:v>
                </c:pt>
                <c:pt idx="1285">
                  <c:v>44071</c:v>
                </c:pt>
                <c:pt idx="1286">
                  <c:v>44074</c:v>
                </c:pt>
                <c:pt idx="1287">
                  <c:v>44075</c:v>
                </c:pt>
                <c:pt idx="1288">
                  <c:v>44076</c:v>
                </c:pt>
                <c:pt idx="1289">
                  <c:v>44077</c:v>
                </c:pt>
                <c:pt idx="1290">
                  <c:v>44078</c:v>
                </c:pt>
                <c:pt idx="1291">
                  <c:v>44082</c:v>
                </c:pt>
                <c:pt idx="1292">
                  <c:v>44083</c:v>
                </c:pt>
                <c:pt idx="1293">
                  <c:v>44084</c:v>
                </c:pt>
                <c:pt idx="1294">
                  <c:v>44085</c:v>
                </c:pt>
                <c:pt idx="1295">
                  <c:v>44088</c:v>
                </c:pt>
                <c:pt idx="1296">
                  <c:v>44089</c:v>
                </c:pt>
                <c:pt idx="1297">
                  <c:v>44090</c:v>
                </c:pt>
                <c:pt idx="1298">
                  <c:v>44091</c:v>
                </c:pt>
                <c:pt idx="1299">
                  <c:v>44092</c:v>
                </c:pt>
                <c:pt idx="1300">
                  <c:v>44095</c:v>
                </c:pt>
                <c:pt idx="1301">
                  <c:v>44096</c:v>
                </c:pt>
                <c:pt idx="1302">
                  <c:v>44097</c:v>
                </c:pt>
                <c:pt idx="1303">
                  <c:v>44098</c:v>
                </c:pt>
                <c:pt idx="1304">
                  <c:v>44099</c:v>
                </c:pt>
                <c:pt idx="1305">
                  <c:v>44102</c:v>
                </c:pt>
                <c:pt idx="1306">
                  <c:v>44103</c:v>
                </c:pt>
                <c:pt idx="1307">
                  <c:v>44104</c:v>
                </c:pt>
                <c:pt idx="1308">
                  <c:v>44105</c:v>
                </c:pt>
                <c:pt idx="1309">
                  <c:v>44106</c:v>
                </c:pt>
                <c:pt idx="1310">
                  <c:v>44109</c:v>
                </c:pt>
                <c:pt idx="1311">
                  <c:v>44110</c:v>
                </c:pt>
                <c:pt idx="1312">
                  <c:v>44111</c:v>
                </c:pt>
                <c:pt idx="1313">
                  <c:v>44112</c:v>
                </c:pt>
                <c:pt idx="1314">
                  <c:v>44113</c:v>
                </c:pt>
                <c:pt idx="1315">
                  <c:v>44117</c:v>
                </c:pt>
                <c:pt idx="1316">
                  <c:v>44118</c:v>
                </c:pt>
                <c:pt idx="1317">
                  <c:v>44119</c:v>
                </c:pt>
                <c:pt idx="1318">
                  <c:v>44120</c:v>
                </c:pt>
                <c:pt idx="1319">
                  <c:v>44123</c:v>
                </c:pt>
                <c:pt idx="1320">
                  <c:v>44124</c:v>
                </c:pt>
                <c:pt idx="1321">
                  <c:v>44125</c:v>
                </c:pt>
                <c:pt idx="1322">
                  <c:v>44126</c:v>
                </c:pt>
                <c:pt idx="1323">
                  <c:v>44127</c:v>
                </c:pt>
                <c:pt idx="1324">
                  <c:v>44130</c:v>
                </c:pt>
                <c:pt idx="1325">
                  <c:v>44131</c:v>
                </c:pt>
                <c:pt idx="1326">
                  <c:v>44132</c:v>
                </c:pt>
                <c:pt idx="1327">
                  <c:v>44133</c:v>
                </c:pt>
                <c:pt idx="1328">
                  <c:v>44134</c:v>
                </c:pt>
                <c:pt idx="1329">
                  <c:v>44138</c:v>
                </c:pt>
                <c:pt idx="1330">
                  <c:v>44139</c:v>
                </c:pt>
                <c:pt idx="1331">
                  <c:v>44140</c:v>
                </c:pt>
                <c:pt idx="1332">
                  <c:v>44141</c:v>
                </c:pt>
                <c:pt idx="1333">
                  <c:v>44144</c:v>
                </c:pt>
                <c:pt idx="1334">
                  <c:v>44145</c:v>
                </c:pt>
                <c:pt idx="1335">
                  <c:v>44146</c:v>
                </c:pt>
                <c:pt idx="1336">
                  <c:v>44147</c:v>
                </c:pt>
                <c:pt idx="1337">
                  <c:v>44148</c:v>
                </c:pt>
                <c:pt idx="1338">
                  <c:v>44151</c:v>
                </c:pt>
                <c:pt idx="1339">
                  <c:v>44152</c:v>
                </c:pt>
                <c:pt idx="1340">
                  <c:v>44153</c:v>
                </c:pt>
                <c:pt idx="1341">
                  <c:v>44154</c:v>
                </c:pt>
                <c:pt idx="1342">
                  <c:v>44155</c:v>
                </c:pt>
                <c:pt idx="1343">
                  <c:v>44158</c:v>
                </c:pt>
                <c:pt idx="1344">
                  <c:v>44159</c:v>
                </c:pt>
                <c:pt idx="1345">
                  <c:v>44160</c:v>
                </c:pt>
                <c:pt idx="1346">
                  <c:v>44161</c:v>
                </c:pt>
                <c:pt idx="1347">
                  <c:v>44162</c:v>
                </c:pt>
                <c:pt idx="1348">
                  <c:v>44165</c:v>
                </c:pt>
                <c:pt idx="1349">
                  <c:v>44166</c:v>
                </c:pt>
                <c:pt idx="1350">
                  <c:v>44167</c:v>
                </c:pt>
                <c:pt idx="1351">
                  <c:v>44168</c:v>
                </c:pt>
                <c:pt idx="1352">
                  <c:v>44169</c:v>
                </c:pt>
                <c:pt idx="1353">
                  <c:v>44172</c:v>
                </c:pt>
                <c:pt idx="1354">
                  <c:v>44173</c:v>
                </c:pt>
                <c:pt idx="1355">
                  <c:v>44174</c:v>
                </c:pt>
                <c:pt idx="1356">
                  <c:v>44175</c:v>
                </c:pt>
                <c:pt idx="1357">
                  <c:v>44176</c:v>
                </c:pt>
                <c:pt idx="1358">
                  <c:v>44179</c:v>
                </c:pt>
                <c:pt idx="1359">
                  <c:v>44180</c:v>
                </c:pt>
                <c:pt idx="1360">
                  <c:v>44181</c:v>
                </c:pt>
                <c:pt idx="1361">
                  <c:v>44182</c:v>
                </c:pt>
                <c:pt idx="1362">
                  <c:v>44183</c:v>
                </c:pt>
                <c:pt idx="1363">
                  <c:v>44186</c:v>
                </c:pt>
                <c:pt idx="1364">
                  <c:v>44187</c:v>
                </c:pt>
                <c:pt idx="1365">
                  <c:v>44188</c:v>
                </c:pt>
                <c:pt idx="1366">
                  <c:v>44193</c:v>
                </c:pt>
                <c:pt idx="1367">
                  <c:v>44194</c:v>
                </c:pt>
                <c:pt idx="1368">
                  <c:v>44200</c:v>
                </c:pt>
                <c:pt idx="1369">
                  <c:v>44201</c:v>
                </c:pt>
                <c:pt idx="1370">
                  <c:v>44202</c:v>
                </c:pt>
                <c:pt idx="1371">
                  <c:v>44203</c:v>
                </c:pt>
                <c:pt idx="1372">
                  <c:v>44204</c:v>
                </c:pt>
                <c:pt idx="1373">
                  <c:v>44207</c:v>
                </c:pt>
                <c:pt idx="1374">
                  <c:v>44208</c:v>
                </c:pt>
                <c:pt idx="1375">
                  <c:v>44209</c:v>
                </c:pt>
                <c:pt idx="1376">
                  <c:v>44210</c:v>
                </c:pt>
                <c:pt idx="1377">
                  <c:v>44211</c:v>
                </c:pt>
                <c:pt idx="1378">
                  <c:v>44214</c:v>
                </c:pt>
                <c:pt idx="1379">
                  <c:v>44215</c:v>
                </c:pt>
                <c:pt idx="1380">
                  <c:v>44216</c:v>
                </c:pt>
                <c:pt idx="1381">
                  <c:v>44217</c:v>
                </c:pt>
                <c:pt idx="1382">
                  <c:v>44218</c:v>
                </c:pt>
                <c:pt idx="1383">
                  <c:v>44222</c:v>
                </c:pt>
                <c:pt idx="1384">
                  <c:v>44223</c:v>
                </c:pt>
                <c:pt idx="1385">
                  <c:v>44224</c:v>
                </c:pt>
                <c:pt idx="1386">
                  <c:v>44225</c:v>
                </c:pt>
                <c:pt idx="1387">
                  <c:v>44228</c:v>
                </c:pt>
                <c:pt idx="1388">
                  <c:v>44229</c:v>
                </c:pt>
                <c:pt idx="1389">
                  <c:v>44230</c:v>
                </c:pt>
                <c:pt idx="1390">
                  <c:v>44231</c:v>
                </c:pt>
                <c:pt idx="1391">
                  <c:v>44232</c:v>
                </c:pt>
                <c:pt idx="1392">
                  <c:v>44235</c:v>
                </c:pt>
                <c:pt idx="1393">
                  <c:v>44236</c:v>
                </c:pt>
                <c:pt idx="1394">
                  <c:v>44237</c:v>
                </c:pt>
                <c:pt idx="1395">
                  <c:v>44238</c:v>
                </c:pt>
                <c:pt idx="1396">
                  <c:v>44239</c:v>
                </c:pt>
                <c:pt idx="1397">
                  <c:v>44244</c:v>
                </c:pt>
                <c:pt idx="1398">
                  <c:v>44245</c:v>
                </c:pt>
                <c:pt idx="1399">
                  <c:v>44246</c:v>
                </c:pt>
                <c:pt idx="1400">
                  <c:v>44249</c:v>
                </c:pt>
                <c:pt idx="1401">
                  <c:v>44250</c:v>
                </c:pt>
                <c:pt idx="1402">
                  <c:v>44251</c:v>
                </c:pt>
                <c:pt idx="1403">
                  <c:v>44252</c:v>
                </c:pt>
                <c:pt idx="1404">
                  <c:v>44253</c:v>
                </c:pt>
                <c:pt idx="1405">
                  <c:v>44256</c:v>
                </c:pt>
                <c:pt idx="1406">
                  <c:v>44257</c:v>
                </c:pt>
                <c:pt idx="1407">
                  <c:v>44258</c:v>
                </c:pt>
                <c:pt idx="1408">
                  <c:v>44259</c:v>
                </c:pt>
                <c:pt idx="1409">
                  <c:v>44260</c:v>
                </c:pt>
                <c:pt idx="1410">
                  <c:v>44263</c:v>
                </c:pt>
                <c:pt idx="1411">
                  <c:v>44264</c:v>
                </c:pt>
                <c:pt idx="1412">
                  <c:v>44265</c:v>
                </c:pt>
                <c:pt idx="1413">
                  <c:v>44266</c:v>
                </c:pt>
                <c:pt idx="1414">
                  <c:v>44267</c:v>
                </c:pt>
                <c:pt idx="1415">
                  <c:v>44270</c:v>
                </c:pt>
                <c:pt idx="1416">
                  <c:v>44271</c:v>
                </c:pt>
                <c:pt idx="1417">
                  <c:v>44272</c:v>
                </c:pt>
                <c:pt idx="1418">
                  <c:v>44273</c:v>
                </c:pt>
                <c:pt idx="1419">
                  <c:v>44274</c:v>
                </c:pt>
                <c:pt idx="1420">
                  <c:v>44277</c:v>
                </c:pt>
                <c:pt idx="1421">
                  <c:v>44278</c:v>
                </c:pt>
                <c:pt idx="1422">
                  <c:v>44279</c:v>
                </c:pt>
                <c:pt idx="1423">
                  <c:v>44280</c:v>
                </c:pt>
                <c:pt idx="1424">
                  <c:v>44281</c:v>
                </c:pt>
                <c:pt idx="1425">
                  <c:v>44284</c:v>
                </c:pt>
                <c:pt idx="1426">
                  <c:v>44285</c:v>
                </c:pt>
                <c:pt idx="1427">
                  <c:v>44286</c:v>
                </c:pt>
                <c:pt idx="1428">
                  <c:v>44287</c:v>
                </c:pt>
                <c:pt idx="1429">
                  <c:v>44291</c:v>
                </c:pt>
                <c:pt idx="1430">
                  <c:v>44292</c:v>
                </c:pt>
                <c:pt idx="1431">
                  <c:v>44293</c:v>
                </c:pt>
                <c:pt idx="1432">
                  <c:v>44294</c:v>
                </c:pt>
                <c:pt idx="1433">
                  <c:v>44295</c:v>
                </c:pt>
                <c:pt idx="1434">
                  <c:v>44298</c:v>
                </c:pt>
                <c:pt idx="1435">
                  <c:v>44299</c:v>
                </c:pt>
                <c:pt idx="1436">
                  <c:v>44300</c:v>
                </c:pt>
                <c:pt idx="1437">
                  <c:v>44301</c:v>
                </c:pt>
                <c:pt idx="1438">
                  <c:v>44302</c:v>
                </c:pt>
                <c:pt idx="1439">
                  <c:v>44305</c:v>
                </c:pt>
                <c:pt idx="1440">
                  <c:v>44306</c:v>
                </c:pt>
                <c:pt idx="1441">
                  <c:v>44308</c:v>
                </c:pt>
                <c:pt idx="1442">
                  <c:v>44309</c:v>
                </c:pt>
                <c:pt idx="1443">
                  <c:v>44312</c:v>
                </c:pt>
                <c:pt idx="1444">
                  <c:v>44313</c:v>
                </c:pt>
                <c:pt idx="1445">
                  <c:v>44314</c:v>
                </c:pt>
                <c:pt idx="1446">
                  <c:v>44315</c:v>
                </c:pt>
                <c:pt idx="1447">
                  <c:v>44316</c:v>
                </c:pt>
                <c:pt idx="1448">
                  <c:v>44319</c:v>
                </c:pt>
                <c:pt idx="1449">
                  <c:v>44320</c:v>
                </c:pt>
                <c:pt idx="1450">
                  <c:v>44321</c:v>
                </c:pt>
                <c:pt idx="1451">
                  <c:v>44322</c:v>
                </c:pt>
                <c:pt idx="1452">
                  <c:v>44323</c:v>
                </c:pt>
                <c:pt idx="1453">
                  <c:v>44326</c:v>
                </c:pt>
                <c:pt idx="1454">
                  <c:v>44327</c:v>
                </c:pt>
                <c:pt idx="1455">
                  <c:v>44328</c:v>
                </c:pt>
                <c:pt idx="1456">
                  <c:v>44329</c:v>
                </c:pt>
                <c:pt idx="1457">
                  <c:v>44330</c:v>
                </c:pt>
                <c:pt idx="1458">
                  <c:v>44333</c:v>
                </c:pt>
                <c:pt idx="1459">
                  <c:v>44334</c:v>
                </c:pt>
                <c:pt idx="1460">
                  <c:v>44335</c:v>
                </c:pt>
                <c:pt idx="1461">
                  <c:v>44336</c:v>
                </c:pt>
                <c:pt idx="1462">
                  <c:v>44337</c:v>
                </c:pt>
                <c:pt idx="1463">
                  <c:v>44340</c:v>
                </c:pt>
                <c:pt idx="1464">
                  <c:v>44341</c:v>
                </c:pt>
                <c:pt idx="1465">
                  <c:v>44342</c:v>
                </c:pt>
                <c:pt idx="1466">
                  <c:v>44343</c:v>
                </c:pt>
                <c:pt idx="1467">
                  <c:v>44344</c:v>
                </c:pt>
                <c:pt idx="1468">
                  <c:v>44347</c:v>
                </c:pt>
                <c:pt idx="1469">
                  <c:v>44348</c:v>
                </c:pt>
                <c:pt idx="1470">
                  <c:v>44349</c:v>
                </c:pt>
                <c:pt idx="1471">
                  <c:v>44351</c:v>
                </c:pt>
                <c:pt idx="1472">
                  <c:v>44354</c:v>
                </c:pt>
                <c:pt idx="1473">
                  <c:v>44355</c:v>
                </c:pt>
                <c:pt idx="1474">
                  <c:v>44356</c:v>
                </c:pt>
                <c:pt idx="1475">
                  <c:v>44357</c:v>
                </c:pt>
                <c:pt idx="1476">
                  <c:v>44358</c:v>
                </c:pt>
                <c:pt idx="1477">
                  <c:v>44361</c:v>
                </c:pt>
                <c:pt idx="1478">
                  <c:v>44362</c:v>
                </c:pt>
                <c:pt idx="1479">
                  <c:v>44363</c:v>
                </c:pt>
                <c:pt idx="1480">
                  <c:v>44364</c:v>
                </c:pt>
                <c:pt idx="1481">
                  <c:v>44365</c:v>
                </c:pt>
                <c:pt idx="1482">
                  <c:v>44368</c:v>
                </c:pt>
                <c:pt idx="1483">
                  <c:v>44369</c:v>
                </c:pt>
                <c:pt idx="1484">
                  <c:v>44370</c:v>
                </c:pt>
                <c:pt idx="1485">
                  <c:v>44371</c:v>
                </c:pt>
                <c:pt idx="1486">
                  <c:v>44372</c:v>
                </c:pt>
                <c:pt idx="1487">
                  <c:v>44375</c:v>
                </c:pt>
                <c:pt idx="1488">
                  <c:v>44376</c:v>
                </c:pt>
                <c:pt idx="1489">
                  <c:v>44377</c:v>
                </c:pt>
                <c:pt idx="1490">
                  <c:v>44378</c:v>
                </c:pt>
                <c:pt idx="1491">
                  <c:v>44379</c:v>
                </c:pt>
                <c:pt idx="1492">
                  <c:v>44382</c:v>
                </c:pt>
                <c:pt idx="1493">
                  <c:v>44383</c:v>
                </c:pt>
                <c:pt idx="1494">
                  <c:v>44384</c:v>
                </c:pt>
                <c:pt idx="1495">
                  <c:v>44385</c:v>
                </c:pt>
                <c:pt idx="1496">
                  <c:v>44389</c:v>
                </c:pt>
                <c:pt idx="1497">
                  <c:v>44390</c:v>
                </c:pt>
                <c:pt idx="1498">
                  <c:v>44391</c:v>
                </c:pt>
                <c:pt idx="1499">
                  <c:v>44392</c:v>
                </c:pt>
                <c:pt idx="1500">
                  <c:v>44393</c:v>
                </c:pt>
                <c:pt idx="1501">
                  <c:v>44396</c:v>
                </c:pt>
                <c:pt idx="1502">
                  <c:v>44397</c:v>
                </c:pt>
                <c:pt idx="1503">
                  <c:v>44398</c:v>
                </c:pt>
                <c:pt idx="1504">
                  <c:v>44399</c:v>
                </c:pt>
                <c:pt idx="1505">
                  <c:v>44400</c:v>
                </c:pt>
                <c:pt idx="1506">
                  <c:v>44403</c:v>
                </c:pt>
                <c:pt idx="1507">
                  <c:v>44404</c:v>
                </c:pt>
                <c:pt idx="1508">
                  <c:v>44405</c:v>
                </c:pt>
                <c:pt idx="1509">
                  <c:v>44406</c:v>
                </c:pt>
                <c:pt idx="1510">
                  <c:v>44407</c:v>
                </c:pt>
                <c:pt idx="1511">
                  <c:v>44410</c:v>
                </c:pt>
                <c:pt idx="1512">
                  <c:v>44411</c:v>
                </c:pt>
                <c:pt idx="1513">
                  <c:v>44412</c:v>
                </c:pt>
                <c:pt idx="1514">
                  <c:v>44413</c:v>
                </c:pt>
                <c:pt idx="1515">
                  <c:v>44414</c:v>
                </c:pt>
                <c:pt idx="1516">
                  <c:v>44417</c:v>
                </c:pt>
                <c:pt idx="1517">
                  <c:v>44418</c:v>
                </c:pt>
                <c:pt idx="1518">
                  <c:v>44419</c:v>
                </c:pt>
                <c:pt idx="1519">
                  <c:v>44420</c:v>
                </c:pt>
                <c:pt idx="1520">
                  <c:v>44421</c:v>
                </c:pt>
                <c:pt idx="1521">
                  <c:v>44424</c:v>
                </c:pt>
                <c:pt idx="1522">
                  <c:v>44425</c:v>
                </c:pt>
                <c:pt idx="1523">
                  <c:v>44426</c:v>
                </c:pt>
                <c:pt idx="1524">
                  <c:v>44427</c:v>
                </c:pt>
                <c:pt idx="1525">
                  <c:v>44428</c:v>
                </c:pt>
                <c:pt idx="1526">
                  <c:v>44431</c:v>
                </c:pt>
                <c:pt idx="1527">
                  <c:v>44432</c:v>
                </c:pt>
                <c:pt idx="1528">
                  <c:v>44433</c:v>
                </c:pt>
                <c:pt idx="1529">
                  <c:v>44434</c:v>
                </c:pt>
                <c:pt idx="1530">
                  <c:v>44435</c:v>
                </c:pt>
                <c:pt idx="1531">
                  <c:v>44438</c:v>
                </c:pt>
                <c:pt idx="1532">
                  <c:v>44439</c:v>
                </c:pt>
                <c:pt idx="1533">
                  <c:v>44440</c:v>
                </c:pt>
                <c:pt idx="1534">
                  <c:v>44441</c:v>
                </c:pt>
                <c:pt idx="1535">
                  <c:v>44442</c:v>
                </c:pt>
                <c:pt idx="1536">
                  <c:v>44445</c:v>
                </c:pt>
                <c:pt idx="1537">
                  <c:v>44447</c:v>
                </c:pt>
                <c:pt idx="1538">
                  <c:v>44448</c:v>
                </c:pt>
                <c:pt idx="1539">
                  <c:v>44449</c:v>
                </c:pt>
                <c:pt idx="1540">
                  <c:v>44452</c:v>
                </c:pt>
                <c:pt idx="1541">
                  <c:v>44453</c:v>
                </c:pt>
                <c:pt idx="1542">
                  <c:v>44454</c:v>
                </c:pt>
                <c:pt idx="1543">
                  <c:v>44455</c:v>
                </c:pt>
                <c:pt idx="1544">
                  <c:v>44456</c:v>
                </c:pt>
                <c:pt idx="1545">
                  <c:v>44459</c:v>
                </c:pt>
                <c:pt idx="1546">
                  <c:v>44460</c:v>
                </c:pt>
                <c:pt idx="1547">
                  <c:v>44461</c:v>
                </c:pt>
                <c:pt idx="1548">
                  <c:v>44462</c:v>
                </c:pt>
                <c:pt idx="1549">
                  <c:v>44463</c:v>
                </c:pt>
                <c:pt idx="1550">
                  <c:v>44466</c:v>
                </c:pt>
                <c:pt idx="1551">
                  <c:v>44467</c:v>
                </c:pt>
                <c:pt idx="1552">
                  <c:v>44468</c:v>
                </c:pt>
                <c:pt idx="1553">
                  <c:v>44469</c:v>
                </c:pt>
                <c:pt idx="1554">
                  <c:v>44470</c:v>
                </c:pt>
                <c:pt idx="1555">
                  <c:v>44473</c:v>
                </c:pt>
                <c:pt idx="1556">
                  <c:v>44474</c:v>
                </c:pt>
                <c:pt idx="1557">
                  <c:v>44475</c:v>
                </c:pt>
                <c:pt idx="1558">
                  <c:v>44476</c:v>
                </c:pt>
                <c:pt idx="1559">
                  <c:v>44477</c:v>
                </c:pt>
                <c:pt idx="1560">
                  <c:v>44480</c:v>
                </c:pt>
                <c:pt idx="1561">
                  <c:v>44482</c:v>
                </c:pt>
                <c:pt idx="1562">
                  <c:v>44483</c:v>
                </c:pt>
                <c:pt idx="1563">
                  <c:v>44484</c:v>
                </c:pt>
                <c:pt idx="1564">
                  <c:v>44487</c:v>
                </c:pt>
                <c:pt idx="1565">
                  <c:v>44488</c:v>
                </c:pt>
                <c:pt idx="1566">
                  <c:v>44489</c:v>
                </c:pt>
                <c:pt idx="1567">
                  <c:v>44490</c:v>
                </c:pt>
                <c:pt idx="1568">
                  <c:v>44491</c:v>
                </c:pt>
                <c:pt idx="1569">
                  <c:v>44494</c:v>
                </c:pt>
                <c:pt idx="1570">
                  <c:v>44495</c:v>
                </c:pt>
                <c:pt idx="1571">
                  <c:v>44496</c:v>
                </c:pt>
                <c:pt idx="1572">
                  <c:v>44497</c:v>
                </c:pt>
                <c:pt idx="1573">
                  <c:v>44498</c:v>
                </c:pt>
                <c:pt idx="1574">
                  <c:v>44501</c:v>
                </c:pt>
                <c:pt idx="1575">
                  <c:v>44503</c:v>
                </c:pt>
                <c:pt idx="1576">
                  <c:v>44504</c:v>
                </c:pt>
                <c:pt idx="1577">
                  <c:v>44505</c:v>
                </c:pt>
                <c:pt idx="1578">
                  <c:v>44508</c:v>
                </c:pt>
                <c:pt idx="1579">
                  <c:v>44509</c:v>
                </c:pt>
                <c:pt idx="1580">
                  <c:v>44510</c:v>
                </c:pt>
                <c:pt idx="1581">
                  <c:v>44511</c:v>
                </c:pt>
                <c:pt idx="1582">
                  <c:v>44512</c:v>
                </c:pt>
                <c:pt idx="1583">
                  <c:v>44516</c:v>
                </c:pt>
                <c:pt idx="1584">
                  <c:v>44517</c:v>
                </c:pt>
                <c:pt idx="1585">
                  <c:v>44518</c:v>
                </c:pt>
                <c:pt idx="1586">
                  <c:v>44519</c:v>
                </c:pt>
                <c:pt idx="1587">
                  <c:v>44522</c:v>
                </c:pt>
                <c:pt idx="1588">
                  <c:v>44523</c:v>
                </c:pt>
                <c:pt idx="1589">
                  <c:v>44524</c:v>
                </c:pt>
                <c:pt idx="1590">
                  <c:v>44525</c:v>
                </c:pt>
                <c:pt idx="1591">
                  <c:v>44526</c:v>
                </c:pt>
                <c:pt idx="1592">
                  <c:v>44529</c:v>
                </c:pt>
                <c:pt idx="1593">
                  <c:v>44530</c:v>
                </c:pt>
                <c:pt idx="1594">
                  <c:v>44531</c:v>
                </c:pt>
                <c:pt idx="1595">
                  <c:v>44532</c:v>
                </c:pt>
                <c:pt idx="1596">
                  <c:v>44533</c:v>
                </c:pt>
                <c:pt idx="1597">
                  <c:v>44536</c:v>
                </c:pt>
                <c:pt idx="1598">
                  <c:v>44537</c:v>
                </c:pt>
                <c:pt idx="1599">
                  <c:v>44538</c:v>
                </c:pt>
                <c:pt idx="1600">
                  <c:v>44539</c:v>
                </c:pt>
                <c:pt idx="1601">
                  <c:v>44540</c:v>
                </c:pt>
                <c:pt idx="1602">
                  <c:v>44543</c:v>
                </c:pt>
                <c:pt idx="1603">
                  <c:v>44544</c:v>
                </c:pt>
                <c:pt idx="1604">
                  <c:v>44545</c:v>
                </c:pt>
                <c:pt idx="1605">
                  <c:v>44546</c:v>
                </c:pt>
                <c:pt idx="1606">
                  <c:v>44547</c:v>
                </c:pt>
                <c:pt idx="1607">
                  <c:v>44550</c:v>
                </c:pt>
                <c:pt idx="1608">
                  <c:v>44551</c:v>
                </c:pt>
                <c:pt idx="1609">
                  <c:v>44552</c:v>
                </c:pt>
                <c:pt idx="1610">
                  <c:v>44553</c:v>
                </c:pt>
                <c:pt idx="1611">
                  <c:v>44557</c:v>
                </c:pt>
                <c:pt idx="1612">
                  <c:v>44558</c:v>
                </c:pt>
                <c:pt idx="1613">
                  <c:v>44559</c:v>
                </c:pt>
                <c:pt idx="1614">
                  <c:v>44560</c:v>
                </c:pt>
                <c:pt idx="1615">
                  <c:v>44564</c:v>
                </c:pt>
                <c:pt idx="1616">
                  <c:v>44565</c:v>
                </c:pt>
                <c:pt idx="1617">
                  <c:v>44566</c:v>
                </c:pt>
                <c:pt idx="1618">
                  <c:v>44567</c:v>
                </c:pt>
                <c:pt idx="1619">
                  <c:v>44568</c:v>
                </c:pt>
                <c:pt idx="1620">
                  <c:v>44571</c:v>
                </c:pt>
                <c:pt idx="1621">
                  <c:v>44572</c:v>
                </c:pt>
                <c:pt idx="1622">
                  <c:v>44573</c:v>
                </c:pt>
                <c:pt idx="1623">
                  <c:v>44574</c:v>
                </c:pt>
                <c:pt idx="1624">
                  <c:v>44575</c:v>
                </c:pt>
                <c:pt idx="1625">
                  <c:v>44578</c:v>
                </c:pt>
                <c:pt idx="1626">
                  <c:v>44579</c:v>
                </c:pt>
                <c:pt idx="1627">
                  <c:v>44580</c:v>
                </c:pt>
                <c:pt idx="1628">
                  <c:v>44581</c:v>
                </c:pt>
                <c:pt idx="1629">
                  <c:v>44582</c:v>
                </c:pt>
                <c:pt idx="1630">
                  <c:v>44585</c:v>
                </c:pt>
                <c:pt idx="1631">
                  <c:v>44586</c:v>
                </c:pt>
                <c:pt idx="1632">
                  <c:v>44587</c:v>
                </c:pt>
                <c:pt idx="1633">
                  <c:v>44588</c:v>
                </c:pt>
                <c:pt idx="1634">
                  <c:v>44589</c:v>
                </c:pt>
                <c:pt idx="1635">
                  <c:v>44592</c:v>
                </c:pt>
                <c:pt idx="1636">
                  <c:v>44593</c:v>
                </c:pt>
                <c:pt idx="1637">
                  <c:v>44594</c:v>
                </c:pt>
                <c:pt idx="1638">
                  <c:v>44595</c:v>
                </c:pt>
                <c:pt idx="1639">
                  <c:v>44596</c:v>
                </c:pt>
                <c:pt idx="1640">
                  <c:v>44599</c:v>
                </c:pt>
                <c:pt idx="1641">
                  <c:v>44600</c:v>
                </c:pt>
                <c:pt idx="1642">
                  <c:v>44601</c:v>
                </c:pt>
                <c:pt idx="1643">
                  <c:v>44602</c:v>
                </c:pt>
                <c:pt idx="1644">
                  <c:v>44603</c:v>
                </c:pt>
                <c:pt idx="1645">
                  <c:v>44606</c:v>
                </c:pt>
                <c:pt idx="1646">
                  <c:v>44607</c:v>
                </c:pt>
                <c:pt idx="1647">
                  <c:v>44608</c:v>
                </c:pt>
                <c:pt idx="1648">
                  <c:v>44609</c:v>
                </c:pt>
                <c:pt idx="1649">
                  <c:v>44610</c:v>
                </c:pt>
                <c:pt idx="1650">
                  <c:v>44613</c:v>
                </c:pt>
                <c:pt idx="1651">
                  <c:v>44614</c:v>
                </c:pt>
                <c:pt idx="1652">
                  <c:v>44615</c:v>
                </c:pt>
                <c:pt idx="1653">
                  <c:v>44616</c:v>
                </c:pt>
                <c:pt idx="1654">
                  <c:v>44617</c:v>
                </c:pt>
                <c:pt idx="1655">
                  <c:v>44622</c:v>
                </c:pt>
                <c:pt idx="1656">
                  <c:v>44623</c:v>
                </c:pt>
                <c:pt idx="1657">
                  <c:v>44624</c:v>
                </c:pt>
                <c:pt idx="1658">
                  <c:v>44627</c:v>
                </c:pt>
                <c:pt idx="1659">
                  <c:v>44628</c:v>
                </c:pt>
                <c:pt idx="1660">
                  <c:v>44629</c:v>
                </c:pt>
                <c:pt idx="1661">
                  <c:v>44630</c:v>
                </c:pt>
                <c:pt idx="1662">
                  <c:v>44631</c:v>
                </c:pt>
                <c:pt idx="1663">
                  <c:v>44634</c:v>
                </c:pt>
                <c:pt idx="1664">
                  <c:v>44635</c:v>
                </c:pt>
                <c:pt idx="1665">
                  <c:v>44636</c:v>
                </c:pt>
                <c:pt idx="1666">
                  <c:v>44637</c:v>
                </c:pt>
                <c:pt idx="1667">
                  <c:v>44638</c:v>
                </c:pt>
                <c:pt idx="1668">
                  <c:v>44641</c:v>
                </c:pt>
                <c:pt idx="1669">
                  <c:v>44642</c:v>
                </c:pt>
                <c:pt idx="1670">
                  <c:v>44643</c:v>
                </c:pt>
                <c:pt idx="1671">
                  <c:v>44644</c:v>
                </c:pt>
                <c:pt idx="1672">
                  <c:v>44645</c:v>
                </c:pt>
                <c:pt idx="1673">
                  <c:v>44648</c:v>
                </c:pt>
                <c:pt idx="1674">
                  <c:v>44649</c:v>
                </c:pt>
                <c:pt idx="1675">
                  <c:v>44650</c:v>
                </c:pt>
                <c:pt idx="1676">
                  <c:v>44651</c:v>
                </c:pt>
                <c:pt idx="1677">
                  <c:v>44652</c:v>
                </c:pt>
                <c:pt idx="1678">
                  <c:v>44655</c:v>
                </c:pt>
                <c:pt idx="1679">
                  <c:v>44656</c:v>
                </c:pt>
                <c:pt idx="1680">
                  <c:v>44657</c:v>
                </c:pt>
                <c:pt idx="1681">
                  <c:v>44658</c:v>
                </c:pt>
                <c:pt idx="1682">
                  <c:v>44659</c:v>
                </c:pt>
                <c:pt idx="1683">
                  <c:v>44662</c:v>
                </c:pt>
                <c:pt idx="1684">
                  <c:v>44663</c:v>
                </c:pt>
                <c:pt idx="1685">
                  <c:v>44664</c:v>
                </c:pt>
                <c:pt idx="1686">
                  <c:v>44665</c:v>
                </c:pt>
                <c:pt idx="1687">
                  <c:v>44669</c:v>
                </c:pt>
                <c:pt idx="1688">
                  <c:v>44670</c:v>
                </c:pt>
                <c:pt idx="1689">
                  <c:v>44671</c:v>
                </c:pt>
                <c:pt idx="1690">
                  <c:v>44673</c:v>
                </c:pt>
                <c:pt idx="1691">
                  <c:v>44676</c:v>
                </c:pt>
                <c:pt idx="1692">
                  <c:v>44677</c:v>
                </c:pt>
                <c:pt idx="1693">
                  <c:v>44678</c:v>
                </c:pt>
                <c:pt idx="1694">
                  <c:v>44679</c:v>
                </c:pt>
                <c:pt idx="1695">
                  <c:v>44680</c:v>
                </c:pt>
                <c:pt idx="1696">
                  <c:v>44683</c:v>
                </c:pt>
                <c:pt idx="1697">
                  <c:v>44684</c:v>
                </c:pt>
                <c:pt idx="1698">
                  <c:v>44685</c:v>
                </c:pt>
                <c:pt idx="1699">
                  <c:v>44686</c:v>
                </c:pt>
                <c:pt idx="1700">
                  <c:v>44687</c:v>
                </c:pt>
                <c:pt idx="1701">
                  <c:v>44690</c:v>
                </c:pt>
                <c:pt idx="1702">
                  <c:v>44691</c:v>
                </c:pt>
                <c:pt idx="1703">
                  <c:v>44692</c:v>
                </c:pt>
                <c:pt idx="1704">
                  <c:v>44693</c:v>
                </c:pt>
                <c:pt idx="1705">
                  <c:v>44694</c:v>
                </c:pt>
                <c:pt idx="1706">
                  <c:v>44697</c:v>
                </c:pt>
                <c:pt idx="1707">
                  <c:v>44698</c:v>
                </c:pt>
                <c:pt idx="1708">
                  <c:v>44699</c:v>
                </c:pt>
                <c:pt idx="1709">
                  <c:v>44700</c:v>
                </c:pt>
                <c:pt idx="1710">
                  <c:v>44701</c:v>
                </c:pt>
                <c:pt idx="1711">
                  <c:v>44704</c:v>
                </c:pt>
                <c:pt idx="1712">
                  <c:v>44705</c:v>
                </c:pt>
                <c:pt idx="1713">
                  <c:v>44706</c:v>
                </c:pt>
                <c:pt idx="1714">
                  <c:v>44707</c:v>
                </c:pt>
                <c:pt idx="1715">
                  <c:v>44708</c:v>
                </c:pt>
                <c:pt idx="1716">
                  <c:v>44711</c:v>
                </c:pt>
                <c:pt idx="1717">
                  <c:v>44712</c:v>
                </c:pt>
                <c:pt idx="1718">
                  <c:v>44713</c:v>
                </c:pt>
                <c:pt idx="1719">
                  <c:v>44714</c:v>
                </c:pt>
                <c:pt idx="1720">
                  <c:v>44715</c:v>
                </c:pt>
                <c:pt idx="1721">
                  <c:v>44718</c:v>
                </c:pt>
                <c:pt idx="1722">
                  <c:v>44719</c:v>
                </c:pt>
                <c:pt idx="1723">
                  <c:v>44720</c:v>
                </c:pt>
                <c:pt idx="1724">
                  <c:v>44721</c:v>
                </c:pt>
                <c:pt idx="1725">
                  <c:v>44722</c:v>
                </c:pt>
                <c:pt idx="1726">
                  <c:v>44725</c:v>
                </c:pt>
                <c:pt idx="1727">
                  <c:v>44726</c:v>
                </c:pt>
                <c:pt idx="1728">
                  <c:v>44727</c:v>
                </c:pt>
                <c:pt idx="1729">
                  <c:v>44729</c:v>
                </c:pt>
                <c:pt idx="1730">
                  <c:v>44732</c:v>
                </c:pt>
                <c:pt idx="1731">
                  <c:v>44733</c:v>
                </c:pt>
                <c:pt idx="1732">
                  <c:v>44734</c:v>
                </c:pt>
                <c:pt idx="1733">
                  <c:v>44735</c:v>
                </c:pt>
                <c:pt idx="1734">
                  <c:v>44736</c:v>
                </c:pt>
                <c:pt idx="1735">
                  <c:v>44739</c:v>
                </c:pt>
                <c:pt idx="1736">
                  <c:v>44740</c:v>
                </c:pt>
                <c:pt idx="1737">
                  <c:v>44741</c:v>
                </c:pt>
                <c:pt idx="1738">
                  <c:v>44742</c:v>
                </c:pt>
                <c:pt idx="1739">
                  <c:v>44743</c:v>
                </c:pt>
                <c:pt idx="1740">
                  <c:v>44746</c:v>
                </c:pt>
                <c:pt idx="1741">
                  <c:v>44747</c:v>
                </c:pt>
                <c:pt idx="1742">
                  <c:v>44748</c:v>
                </c:pt>
                <c:pt idx="1743">
                  <c:v>44749</c:v>
                </c:pt>
                <c:pt idx="1744">
                  <c:v>44750</c:v>
                </c:pt>
                <c:pt idx="1745">
                  <c:v>44753</c:v>
                </c:pt>
                <c:pt idx="1746">
                  <c:v>44754</c:v>
                </c:pt>
                <c:pt idx="1747">
                  <c:v>44755</c:v>
                </c:pt>
                <c:pt idx="1748">
                  <c:v>44756</c:v>
                </c:pt>
                <c:pt idx="1749">
                  <c:v>44757</c:v>
                </c:pt>
                <c:pt idx="1750">
                  <c:v>44760</c:v>
                </c:pt>
                <c:pt idx="1751">
                  <c:v>44761</c:v>
                </c:pt>
                <c:pt idx="1752">
                  <c:v>44762</c:v>
                </c:pt>
                <c:pt idx="1753">
                  <c:v>44763</c:v>
                </c:pt>
                <c:pt idx="1754">
                  <c:v>44764</c:v>
                </c:pt>
                <c:pt idx="1755">
                  <c:v>44767</c:v>
                </c:pt>
                <c:pt idx="1756">
                  <c:v>44768</c:v>
                </c:pt>
                <c:pt idx="1757">
                  <c:v>44769</c:v>
                </c:pt>
                <c:pt idx="1758">
                  <c:v>44770</c:v>
                </c:pt>
                <c:pt idx="1759">
                  <c:v>44771</c:v>
                </c:pt>
                <c:pt idx="1760">
                  <c:v>44774</c:v>
                </c:pt>
                <c:pt idx="1761">
                  <c:v>44775</c:v>
                </c:pt>
                <c:pt idx="1762">
                  <c:v>44776</c:v>
                </c:pt>
                <c:pt idx="1763">
                  <c:v>44777</c:v>
                </c:pt>
                <c:pt idx="1764">
                  <c:v>44778</c:v>
                </c:pt>
                <c:pt idx="1765">
                  <c:v>44781</c:v>
                </c:pt>
                <c:pt idx="1766">
                  <c:v>44782</c:v>
                </c:pt>
                <c:pt idx="1767">
                  <c:v>44783</c:v>
                </c:pt>
                <c:pt idx="1768">
                  <c:v>44784</c:v>
                </c:pt>
                <c:pt idx="1769">
                  <c:v>44785</c:v>
                </c:pt>
                <c:pt idx="1770">
                  <c:v>44788</c:v>
                </c:pt>
                <c:pt idx="1771">
                  <c:v>44789</c:v>
                </c:pt>
                <c:pt idx="1772">
                  <c:v>44790</c:v>
                </c:pt>
                <c:pt idx="1773">
                  <c:v>44791</c:v>
                </c:pt>
                <c:pt idx="1774">
                  <c:v>44792</c:v>
                </c:pt>
                <c:pt idx="1775">
                  <c:v>44795</c:v>
                </c:pt>
                <c:pt idx="1776">
                  <c:v>44796</c:v>
                </c:pt>
                <c:pt idx="1777">
                  <c:v>44797</c:v>
                </c:pt>
                <c:pt idx="1778">
                  <c:v>44798</c:v>
                </c:pt>
                <c:pt idx="1779">
                  <c:v>44799</c:v>
                </c:pt>
                <c:pt idx="1780">
                  <c:v>44802</c:v>
                </c:pt>
                <c:pt idx="1781">
                  <c:v>44803</c:v>
                </c:pt>
                <c:pt idx="1782">
                  <c:v>44804</c:v>
                </c:pt>
                <c:pt idx="1783">
                  <c:v>44805</c:v>
                </c:pt>
                <c:pt idx="1784">
                  <c:v>44806</c:v>
                </c:pt>
                <c:pt idx="1785">
                  <c:v>44809</c:v>
                </c:pt>
                <c:pt idx="1786">
                  <c:v>44810</c:v>
                </c:pt>
                <c:pt idx="1787">
                  <c:v>44812</c:v>
                </c:pt>
                <c:pt idx="1788">
                  <c:v>44813</c:v>
                </c:pt>
                <c:pt idx="1789">
                  <c:v>44816</c:v>
                </c:pt>
                <c:pt idx="1790">
                  <c:v>44817</c:v>
                </c:pt>
                <c:pt idx="1791">
                  <c:v>44818</c:v>
                </c:pt>
                <c:pt idx="1792">
                  <c:v>44819</c:v>
                </c:pt>
                <c:pt idx="1793">
                  <c:v>44820</c:v>
                </c:pt>
                <c:pt idx="1794">
                  <c:v>44823</c:v>
                </c:pt>
                <c:pt idx="1795">
                  <c:v>44824</c:v>
                </c:pt>
                <c:pt idx="1796">
                  <c:v>44825</c:v>
                </c:pt>
                <c:pt idx="1797">
                  <c:v>44826</c:v>
                </c:pt>
                <c:pt idx="1798">
                  <c:v>44827</c:v>
                </c:pt>
                <c:pt idx="1799">
                  <c:v>44830</c:v>
                </c:pt>
                <c:pt idx="1800">
                  <c:v>44831</c:v>
                </c:pt>
                <c:pt idx="1801">
                  <c:v>44832</c:v>
                </c:pt>
                <c:pt idx="1802">
                  <c:v>44833</c:v>
                </c:pt>
                <c:pt idx="1803">
                  <c:v>44834</c:v>
                </c:pt>
                <c:pt idx="1804">
                  <c:v>44837</c:v>
                </c:pt>
                <c:pt idx="1805">
                  <c:v>44838</c:v>
                </c:pt>
                <c:pt idx="1806">
                  <c:v>44839</c:v>
                </c:pt>
                <c:pt idx="1807">
                  <c:v>44840</c:v>
                </c:pt>
                <c:pt idx="1808">
                  <c:v>44841</c:v>
                </c:pt>
                <c:pt idx="1809">
                  <c:v>44844</c:v>
                </c:pt>
                <c:pt idx="1810">
                  <c:v>44845</c:v>
                </c:pt>
                <c:pt idx="1811">
                  <c:v>44847</c:v>
                </c:pt>
                <c:pt idx="1812">
                  <c:v>44848</c:v>
                </c:pt>
                <c:pt idx="1813">
                  <c:v>44851</c:v>
                </c:pt>
                <c:pt idx="1814">
                  <c:v>44852</c:v>
                </c:pt>
                <c:pt idx="1815">
                  <c:v>44853</c:v>
                </c:pt>
                <c:pt idx="1816">
                  <c:v>44854</c:v>
                </c:pt>
                <c:pt idx="1817">
                  <c:v>44855</c:v>
                </c:pt>
                <c:pt idx="1818">
                  <c:v>44858</c:v>
                </c:pt>
                <c:pt idx="1819">
                  <c:v>44859</c:v>
                </c:pt>
                <c:pt idx="1820">
                  <c:v>44860</c:v>
                </c:pt>
                <c:pt idx="1821">
                  <c:v>44861</c:v>
                </c:pt>
                <c:pt idx="1822">
                  <c:v>44862</c:v>
                </c:pt>
                <c:pt idx="1823">
                  <c:v>44865</c:v>
                </c:pt>
                <c:pt idx="1824">
                  <c:v>44866</c:v>
                </c:pt>
                <c:pt idx="1825">
                  <c:v>44868</c:v>
                </c:pt>
                <c:pt idx="1826">
                  <c:v>44869</c:v>
                </c:pt>
                <c:pt idx="1827">
                  <c:v>44872</c:v>
                </c:pt>
                <c:pt idx="1828">
                  <c:v>44873</c:v>
                </c:pt>
                <c:pt idx="1829">
                  <c:v>44874</c:v>
                </c:pt>
                <c:pt idx="1830">
                  <c:v>44875</c:v>
                </c:pt>
                <c:pt idx="1831">
                  <c:v>44876</c:v>
                </c:pt>
                <c:pt idx="1832">
                  <c:v>44879</c:v>
                </c:pt>
                <c:pt idx="1833">
                  <c:v>44881</c:v>
                </c:pt>
                <c:pt idx="1834">
                  <c:v>44882</c:v>
                </c:pt>
                <c:pt idx="1835">
                  <c:v>44883</c:v>
                </c:pt>
                <c:pt idx="1836">
                  <c:v>44886</c:v>
                </c:pt>
                <c:pt idx="1837">
                  <c:v>44887</c:v>
                </c:pt>
                <c:pt idx="1838">
                  <c:v>44888</c:v>
                </c:pt>
                <c:pt idx="1839">
                  <c:v>44889</c:v>
                </c:pt>
                <c:pt idx="1840">
                  <c:v>44890</c:v>
                </c:pt>
                <c:pt idx="1841">
                  <c:v>44893</c:v>
                </c:pt>
                <c:pt idx="1842">
                  <c:v>44894</c:v>
                </c:pt>
                <c:pt idx="1843">
                  <c:v>44895</c:v>
                </c:pt>
                <c:pt idx="1844">
                  <c:v>44896</c:v>
                </c:pt>
                <c:pt idx="1845">
                  <c:v>44897</c:v>
                </c:pt>
                <c:pt idx="1846">
                  <c:v>44900</c:v>
                </c:pt>
                <c:pt idx="1847">
                  <c:v>44901</c:v>
                </c:pt>
                <c:pt idx="1848">
                  <c:v>44902</c:v>
                </c:pt>
                <c:pt idx="1849">
                  <c:v>44903</c:v>
                </c:pt>
                <c:pt idx="1850">
                  <c:v>44904</c:v>
                </c:pt>
                <c:pt idx="1851">
                  <c:v>44907</c:v>
                </c:pt>
                <c:pt idx="1852">
                  <c:v>44908</c:v>
                </c:pt>
                <c:pt idx="1853">
                  <c:v>44909</c:v>
                </c:pt>
                <c:pt idx="1854">
                  <c:v>44910</c:v>
                </c:pt>
                <c:pt idx="1855">
                  <c:v>44911</c:v>
                </c:pt>
                <c:pt idx="1856">
                  <c:v>44914</c:v>
                </c:pt>
                <c:pt idx="1857">
                  <c:v>44915</c:v>
                </c:pt>
                <c:pt idx="1858">
                  <c:v>44916</c:v>
                </c:pt>
                <c:pt idx="1859">
                  <c:v>44917</c:v>
                </c:pt>
                <c:pt idx="1860">
                  <c:v>44918</c:v>
                </c:pt>
                <c:pt idx="1861">
                  <c:v>44921</c:v>
                </c:pt>
                <c:pt idx="1862">
                  <c:v>44922</c:v>
                </c:pt>
                <c:pt idx="1863">
                  <c:v>44923</c:v>
                </c:pt>
                <c:pt idx="1864">
                  <c:v>44924</c:v>
                </c:pt>
                <c:pt idx="1865">
                  <c:v>44928</c:v>
                </c:pt>
                <c:pt idx="1866">
                  <c:v>44929</c:v>
                </c:pt>
                <c:pt idx="1867">
                  <c:v>44930</c:v>
                </c:pt>
                <c:pt idx="1868">
                  <c:v>44931</c:v>
                </c:pt>
                <c:pt idx="1869">
                  <c:v>44932</c:v>
                </c:pt>
                <c:pt idx="1870">
                  <c:v>44935</c:v>
                </c:pt>
                <c:pt idx="1871">
                  <c:v>44936</c:v>
                </c:pt>
                <c:pt idx="1872">
                  <c:v>44937</c:v>
                </c:pt>
                <c:pt idx="1873">
                  <c:v>44938</c:v>
                </c:pt>
                <c:pt idx="1874">
                  <c:v>44939</c:v>
                </c:pt>
                <c:pt idx="1875">
                  <c:v>44942</c:v>
                </c:pt>
                <c:pt idx="1876">
                  <c:v>44943</c:v>
                </c:pt>
                <c:pt idx="1877">
                  <c:v>44944</c:v>
                </c:pt>
                <c:pt idx="1878">
                  <c:v>44945</c:v>
                </c:pt>
                <c:pt idx="1879">
                  <c:v>44946</c:v>
                </c:pt>
                <c:pt idx="1880">
                  <c:v>44949</c:v>
                </c:pt>
                <c:pt idx="1881">
                  <c:v>44950</c:v>
                </c:pt>
                <c:pt idx="1882">
                  <c:v>44951</c:v>
                </c:pt>
                <c:pt idx="1883">
                  <c:v>44952</c:v>
                </c:pt>
                <c:pt idx="1884">
                  <c:v>44953</c:v>
                </c:pt>
                <c:pt idx="1885">
                  <c:v>44956</c:v>
                </c:pt>
                <c:pt idx="1886">
                  <c:v>44957</c:v>
                </c:pt>
                <c:pt idx="1887">
                  <c:v>44958</c:v>
                </c:pt>
                <c:pt idx="1888">
                  <c:v>44959</c:v>
                </c:pt>
                <c:pt idx="1889">
                  <c:v>44960</c:v>
                </c:pt>
                <c:pt idx="1890">
                  <c:v>44963</c:v>
                </c:pt>
                <c:pt idx="1891">
                  <c:v>44964</c:v>
                </c:pt>
                <c:pt idx="1892">
                  <c:v>44965</c:v>
                </c:pt>
                <c:pt idx="1893">
                  <c:v>44966</c:v>
                </c:pt>
                <c:pt idx="1894">
                  <c:v>44967</c:v>
                </c:pt>
                <c:pt idx="1895">
                  <c:v>44970</c:v>
                </c:pt>
                <c:pt idx="1896">
                  <c:v>44971</c:v>
                </c:pt>
                <c:pt idx="1897">
                  <c:v>44972</c:v>
                </c:pt>
                <c:pt idx="1898">
                  <c:v>44973</c:v>
                </c:pt>
                <c:pt idx="1899">
                  <c:v>44974</c:v>
                </c:pt>
                <c:pt idx="1900">
                  <c:v>44979</c:v>
                </c:pt>
                <c:pt idx="1901">
                  <c:v>44980</c:v>
                </c:pt>
                <c:pt idx="1902">
                  <c:v>44981</c:v>
                </c:pt>
                <c:pt idx="1903">
                  <c:v>44984</c:v>
                </c:pt>
                <c:pt idx="1904">
                  <c:v>44985</c:v>
                </c:pt>
                <c:pt idx="1905">
                  <c:v>44986</c:v>
                </c:pt>
                <c:pt idx="1906">
                  <c:v>44987</c:v>
                </c:pt>
                <c:pt idx="1907">
                  <c:v>44988</c:v>
                </c:pt>
                <c:pt idx="1908">
                  <c:v>44991</c:v>
                </c:pt>
                <c:pt idx="1909">
                  <c:v>44992</c:v>
                </c:pt>
                <c:pt idx="1910">
                  <c:v>44993</c:v>
                </c:pt>
                <c:pt idx="1911">
                  <c:v>44994</c:v>
                </c:pt>
                <c:pt idx="1912">
                  <c:v>44995</c:v>
                </c:pt>
                <c:pt idx="1913">
                  <c:v>44998</c:v>
                </c:pt>
                <c:pt idx="1914">
                  <c:v>44999</c:v>
                </c:pt>
                <c:pt idx="1915">
                  <c:v>45000</c:v>
                </c:pt>
                <c:pt idx="1916">
                  <c:v>45001</c:v>
                </c:pt>
                <c:pt idx="1917">
                  <c:v>45002</c:v>
                </c:pt>
                <c:pt idx="1918">
                  <c:v>45005</c:v>
                </c:pt>
                <c:pt idx="1919">
                  <c:v>45006</c:v>
                </c:pt>
                <c:pt idx="1920">
                  <c:v>45007</c:v>
                </c:pt>
                <c:pt idx="1921">
                  <c:v>45008</c:v>
                </c:pt>
                <c:pt idx="1922">
                  <c:v>45009</c:v>
                </c:pt>
                <c:pt idx="1923">
                  <c:v>45012</c:v>
                </c:pt>
                <c:pt idx="1924">
                  <c:v>45013</c:v>
                </c:pt>
                <c:pt idx="1925">
                  <c:v>45014</c:v>
                </c:pt>
                <c:pt idx="1926">
                  <c:v>45015</c:v>
                </c:pt>
                <c:pt idx="1927">
                  <c:v>45016</c:v>
                </c:pt>
                <c:pt idx="1928">
                  <c:v>45019</c:v>
                </c:pt>
                <c:pt idx="1929">
                  <c:v>45020</c:v>
                </c:pt>
                <c:pt idx="1930">
                  <c:v>45021</c:v>
                </c:pt>
                <c:pt idx="1931">
                  <c:v>45022</c:v>
                </c:pt>
                <c:pt idx="1932">
                  <c:v>45026</c:v>
                </c:pt>
                <c:pt idx="1933">
                  <c:v>45027</c:v>
                </c:pt>
                <c:pt idx="1934">
                  <c:v>45028</c:v>
                </c:pt>
                <c:pt idx="1935">
                  <c:v>45029</c:v>
                </c:pt>
                <c:pt idx="1936">
                  <c:v>45030</c:v>
                </c:pt>
                <c:pt idx="1937">
                  <c:v>45033</c:v>
                </c:pt>
                <c:pt idx="1938">
                  <c:v>45034</c:v>
                </c:pt>
                <c:pt idx="1939">
                  <c:v>45035</c:v>
                </c:pt>
                <c:pt idx="1940">
                  <c:v>45036</c:v>
                </c:pt>
                <c:pt idx="1941">
                  <c:v>45040</c:v>
                </c:pt>
                <c:pt idx="1942">
                  <c:v>45041</c:v>
                </c:pt>
                <c:pt idx="1943">
                  <c:v>45042</c:v>
                </c:pt>
                <c:pt idx="1944">
                  <c:v>45043</c:v>
                </c:pt>
                <c:pt idx="1945">
                  <c:v>45044</c:v>
                </c:pt>
                <c:pt idx="1946">
                  <c:v>45048</c:v>
                </c:pt>
                <c:pt idx="1947">
                  <c:v>45049</c:v>
                </c:pt>
                <c:pt idx="1948">
                  <c:v>45050</c:v>
                </c:pt>
                <c:pt idx="1949">
                  <c:v>45051</c:v>
                </c:pt>
                <c:pt idx="1950">
                  <c:v>45054</c:v>
                </c:pt>
                <c:pt idx="1951">
                  <c:v>45055</c:v>
                </c:pt>
                <c:pt idx="1952">
                  <c:v>45056</c:v>
                </c:pt>
                <c:pt idx="1953">
                  <c:v>45057</c:v>
                </c:pt>
                <c:pt idx="1954">
                  <c:v>45058</c:v>
                </c:pt>
                <c:pt idx="1955">
                  <c:v>45061</c:v>
                </c:pt>
                <c:pt idx="1956">
                  <c:v>45062</c:v>
                </c:pt>
                <c:pt idx="1957">
                  <c:v>45063</c:v>
                </c:pt>
                <c:pt idx="1958">
                  <c:v>45064</c:v>
                </c:pt>
                <c:pt idx="1959">
                  <c:v>45065</c:v>
                </c:pt>
                <c:pt idx="1960">
                  <c:v>45068</c:v>
                </c:pt>
                <c:pt idx="1961">
                  <c:v>45069</c:v>
                </c:pt>
                <c:pt idx="1962">
                  <c:v>45070</c:v>
                </c:pt>
                <c:pt idx="1963">
                  <c:v>45071</c:v>
                </c:pt>
                <c:pt idx="1964">
                  <c:v>45072</c:v>
                </c:pt>
                <c:pt idx="1965">
                  <c:v>45075</c:v>
                </c:pt>
                <c:pt idx="1966">
                  <c:v>45076</c:v>
                </c:pt>
                <c:pt idx="1967">
                  <c:v>45077</c:v>
                </c:pt>
                <c:pt idx="1968">
                  <c:v>45078</c:v>
                </c:pt>
                <c:pt idx="1969">
                  <c:v>45079</c:v>
                </c:pt>
                <c:pt idx="1970">
                  <c:v>45082</c:v>
                </c:pt>
                <c:pt idx="1971">
                  <c:v>45083</c:v>
                </c:pt>
                <c:pt idx="1972">
                  <c:v>45084</c:v>
                </c:pt>
                <c:pt idx="1973">
                  <c:v>45086</c:v>
                </c:pt>
                <c:pt idx="1974">
                  <c:v>45089</c:v>
                </c:pt>
                <c:pt idx="1975">
                  <c:v>45090</c:v>
                </c:pt>
                <c:pt idx="1976">
                  <c:v>45091</c:v>
                </c:pt>
                <c:pt idx="1977">
                  <c:v>45092</c:v>
                </c:pt>
                <c:pt idx="1978">
                  <c:v>45093</c:v>
                </c:pt>
                <c:pt idx="1979">
                  <c:v>45096</c:v>
                </c:pt>
                <c:pt idx="1980">
                  <c:v>45097</c:v>
                </c:pt>
                <c:pt idx="1981">
                  <c:v>45098</c:v>
                </c:pt>
                <c:pt idx="1982">
                  <c:v>45099</c:v>
                </c:pt>
                <c:pt idx="1983">
                  <c:v>45100</c:v>
                </c:pt>
                <c:pt idx="1984">
                  <c:v>45103</c:v>
                </c:pt>
                <c:pt idx="1985">
                  <c:v>45104</c:v>
                </c:pt>
                <c:pt idx="1986">
                  <c:v>45105</c:v>
                </c:pt>
                <c:pt idx="1987">
                  <c:v>45106</c:v>
                </c:pt>
                <c:pt idx="1988">
                  <c:v>45107</c:v>
                </c:pt>
                <c:pt idx="1989">
                  <c:v>45110</c:v>
                </c:pt>
                <c:pt idx="1990">
                  <c:v>45111</c:v>
                </c:pt>
                <c:pt idx="1991">
                  <c:v>45112</c:v>
                </c:pt>
                <c:pt idx="1992">
                  <c:v>45113</c:v>
                </c:pt>
                <c:pt idx="1993">
                  <c:v>45114</c:v>
                </c:pt>
                <c:pt idx="1994">
                  <c:v>45117</c:v>
                </c:pt>
                <c:pt idx="1995">
                  <c:v>45118</c:v>
                </c:pt>
                <c:pt idx="1996">
                  <c:v>45119</c:v>
                </c:pt>
                <c:pt idx="1997">
                  <c:v>45120</c:v>
                </c:pt>
                <c:pt idx="1998">
                  <c:v>45121</c:v>
                </c:pt>
                <c:pt idx="1999">
                  <c:v>45124</c:v>
                </c:pt>
                <c:pt idx="2000">
                  <c:v>45125</c:v>
                </c:pt>
                <c:pt idx="2001">
                  <c:v>45126</c:v>
                </c:pt>
                <c:pt idx="2002">
                  <c:v>45127</c:v>
                </c:pt>
                <c:pt idx="2003">
                  <c:v>45128</c:v>
                </c:pt>
                <c:pt idx="2004">
                  <c:v>45131</c:v>
                </c:pt>
                <c:pt idx="2005">
                  <c:v>45132</c:v>
                </c:pt>
                <c:pt idx="2006">
                  <c:v>45133</c:v>
                </c:pt>
                <c:pt idx="2007">
                  <c:v>45134</c:v>
                </c:pt>
                <c:pt idx="2008">
                  <c:v>45135</c:v>
                </c:pt>
                <c:pt idx="2009">
                  <c:v>45138</c:v>
                </c:pt>
                <c:pt idx="2010">
                  <c:v>45139</c:v>
                </c:pt>
                <c:pt idx="2011">
                  <c:v>45140</c:v>
                </c:pt>
                <c:pt idx="2012">
                  <c:v>45141</c:v>
                </c:pt>
                <c:pt idx="2013">
                  <c:v>45142</c:v>
                </c:pt>
                <c:pt idx="2014">
                  <c:v>45145</c:v>
                </c:pt>
                <c:pt idx="2015">
                  <c:v>45146</c:v>
                </c:pt>
                <c:pt idx="2016">
                  <c:v>45147</c:v>
                </c:pt>
                <c:pt idx="2017">
                  <c:v>45148</c:v>
                </c:pt>
                <c:pt idx="2018">
                  <c:v>45149</c:v>
                </c:pt>
                <c:pt idx="2019">
                  <c:v>45152</c:v>
                </c:pt>
                <c:pt idx="2020">
                  <c:v>45153</c:v>
                </c:pt>
                <c:pt idx="2021">
                  <c:v>45154</c:v>
                </c:pt>
                <c:pt idx="2022">
                  <c:v>45155</c:v>
                </c:pt>
                <c:pt idx="2023">
                  <c:v>45156</c:v>
                </c:pt>
                <c:pt idx="2024">
                  <c:v>45159</c:v>
                </c:pt>
                <c:pt idx="2025">
                  <c:v>45160</c:v>
                </c:pt>
                <c:pt idx="2026">
                  <c:v>45161</c:v>
                </c:pt>
                <c:pt idx="2027">
                  <c:v>45162</c:v>
                </c:pt>
                <c:pt idx="2028">
                  <c:v>45163</c:v>
                </c:pt>
                <c:pt idx="2029">
                  <c:v>45166</c:v>
                </c:pt>
                <c:pt idx="2030">
                  <c:v>45167</c:v>
                </c:pt>
                <c:pt idx="2031">
                  <c:v>45168</c:v>
                </c:pt>
                <c:pt idx="2032">
                  <c:v>45169</c:v>
                </c:pt>
                <c:pt idx="2033">
                  <c:v>45170</c:v>
                </c:pt>
                <c:pt idx="2034">
                  <c:v>45173</c:v>
                </c:pt>
                <c:pt idx="2035">
                  <c:v>45174</c:v>
                </c:pt>
                <c:pt idx="2036">
                  <c:v>45175</c:v>
                </c:pt>
                <c:pt idx="2037">
                  <c:v>45177</c:v>
                </c:pt>
                <c:pt idx="2038">
                  <c:v>45180</c:v>
                </c:pt>
                <c:pt idx="2039">
                  <c:v>45181</c:v>
                </c:pt>
                <c:pt idx="2040">
                  <c:v>45182</c:v>
                </c:pt>
                <c:pt idx="2041">
                  <c:v>45183</c:v>
                </c:pt>
                <c:pt idx="2042">
                  <c:v>45184</c:v>
                </c:pt>
                <c:pt idx="2043">
                  <c:v>45187</c:v>
                </c:pt>
                <c:pt idx="2044">
                  <c:v>45188</c:v>
                </c:pt>
                <c:pt idx="2045">
                  <c:v>45189</c:v>
                </c:pt>
                <c:pt idx="2046">
                  <c:v>45190</c:v>
                </c:pt>
                <c:pt idx="2047">
                  <c:v>45191</c:v>
                </c:pt>
                <c:pt idx="2048">
                  <c:v>45194</c:v>
                </c:pt>
                <c:pt idx="2049">
                  <c:v>45195</c:v>
                </c:pt>
                <c:pt idx="2050">
                  <c:v>45196</c:v>
                </c:pt>
                <c:pt idx="2051">
                  <c:v>45197</c:v>
                </c:pt>
                <c:pt idx="2052">
                  <c:v>45198</c:v>
                </c:pt>
                <c:pt idx="2053">
                  <c:v>45201</c:v>
                </c:pt>
                <c:pt idx="2054">
                  <c:v>45202</c:v>
                </c:pt>
                <c:pt idx="2055">
                  <c:v>45203</c:v>
                </c:pt>
                <c:pt idx="2056">
                  <c:v>45204</c:v>
                </c:pt>
                <c:pt idx="2057">
                  <c:v>45205</c:v>
                </c:pt>
                <c:pt idx="2058">
                  <c:v>45208</c:v>
                </c:pt>
                <c:pt idx="2059">
                  <c:v>45209</c:v>
                </c:pt>
                <c:pt idx="2060">
                  <c:v>45210</c:v>
                </c:pt>
                <c:pt idx="2061">
                  <c:v>45212</c:v>
                </c:pt>
                <c:pt idx="2062">
                  <c:v>45215</c:v>
                </c:pt>
                <c:pt idx="2063">
                  <c:v>45216</c:v>
                </c:pt>
                <c:pt idx="2064">
                  <c:v>45217</c:v>
                </c:pt>
                <c:pt idx="2065">
                  <c:v>45218</c:v>
                </c:pt>
                <c:pt idx="2066">
                  <c:v>45219</c:v>
                </c:pt>
                <c:pt idx="2067">
                  <c:v>45222</c:v>
                </c:pt>
                <c:pt idx="2068">
                  <c:v>45223</c:v>
                </c:pt>
                <c:pt idx="2069">
                  <c:v>45224</c:v>
                </c:pt>
                <c:pt idx="2070">
                  <c:v>45225</c:v>
                </c:pt>
                <c:pt idx="2071">
                  <c:v>45226</c:v>
                </c:pt>
                <c:pt idx="2072">
                  <c:v>45229</c:v>
                </c:pt>
                <c:pt idx="2073">
                  <c:v>45230</c:v>
                </c:pt>
                <c:pt idx="2074">
                  <c:v>45231</c:v>
                </c:pt>
                <c:pt idx="2075">
                  <c:v>45233</c:v>
                </c:pt>
                <c:pt idx="2076">
                  <c:v>45236</c:v>
                </c:pt>
                <c:pt idx="2077">
                  <c:v>45237</c:v>
                </c:pt>
                <c:pt idx="2078">
                  <c:v>45238</c:v>
                </c:pt>
                <c:pt idx="2079">
                  <c:v>45239</c:v>
                </c:pt>
                <c:pt idx="2080">
                  <c:v>45240</c:v>
                </c:pt>
                <c:pt idx="2081">
                  <c:v>45243</c:v>
                </c:pt>
                <c:pt idx="2082">
                  <c:v>45244</c:v>
                </c:pt>
                <c:pt idx="2083">
                  <c:v>45246</c:v>
                </c:pt>
                <c:pt idx="2084">
                  <c:v>45247</c:v>
                </c:pt>
                <c:pt idx="2085">
                  <c:v>45250</c:v>
                </c:pt>
                <c:pt idx="2086">
                  <c:v>45251</c:v>
                </c:pt>
                <c:pt idx="2087">
                  <c:v>45252</c:v>
                </c:pt>
                <c:pt idx="2088">
                  <c:v>45253</c:v>
                </c:pt>
                <c:pt idx="2089">
                  <c:v>45254</c:v>
                </c:pt>
                <c:pt idx="2090">
                  <c:v>45257</c:v>
                </c:pt>
                <c:pt idx="2091">
                  <c:v>45258</c:v>
                </c:pt>
                <c:pt idx="2092">
                  <c:v>45259</c:v>
                </c:pt>
                <c:pt idx="2093">
                  <c:v>45260</c:v>
                </c:pt>
                <c:pt idx="2094">
                  <c:v>45261</c:v>
                </c:pt>
                <c:pt idx="2095">
                  <c:v>45264</c:v>
                </c:pt>
                <c:pt idx="2096">
                  <c:v>45265</c:v>
                </c:pt>
                <c:pt idx="2097">
                  <c:v>45266</c:v>
                </c:pt>
                <c:pt idx="2098">
                  <c:v>45267</c:v>
                </c:pt>
                <c:pt idx="2099">
                  <c:v>45268</c:v>
                </c:pt>
                <c:pt idx="2100">
                  <c:v>45271</c:v>
                </c:pt>
                <c:pt idx="2101">
                  <c:v>45272</c:v>
                </c:pt>
                <c:pt idx="2102">
                  <c:v>45273</c:v>
                </c:pt>
                <c:pt idx="2103">
                  <c:v>45274</c:v>
                </c:pt>
                <c:pt idx="2104">
                  <c:v>45275</c:v>
                </c:pt>
                <c:pt idx="2105">
                  <c:v>45278</c:v>
                </c:pt>
                <c:pt idx="2106">
                  <c:v>45279</c:v>
                </c:pt>
                <c:pt idx="2107">
                  <c:v>45280</c:v>
                </c:pt>
                <c:pt idx="2108">
                  <c:v>45281</c:v>
                </c:pt>
                <c:pt idx="2109">
                  <c:v>45282</c:v>
                </c:pt>
                <c:pt idx="2110">
                  <c:v>45286</c:v>
                </c:pt>
                <c:pt idx="2111">
                  <c:v>45287</c:v>
                </c:pt>
                <c:pt idx="2112">
                  <c:v>45288</c:v>
                </c:pt>
                <c:pt idx="2113">
                  <c:v>45293</c:v>
                </c:pt>
                <c:pt idx="2114">
                  <c:v>45294</c:v>
                </c:pt>
                <c:pt idx="2115">
                  <c:v>45295</c:v>
                </c:pt>
                <c:pt idx="2116">
                  <c:v>45296</c:v>
                </c:pt>
                <c:pt idx="2117">
                  <c:v>45299</c:v>
                </c:pt>
                <c:pt idx="2118">
                  <c:v>45300</c:v>
                </c:pt>
                <c:pt idx="2119">
                  <c:v>45301</c:v>
                </c:pt>
                <c:pt idx="2120">
                  <c:v>45302</c:v>
                </c:pt>
                <c:pt idx="2121">
                  <c:v>45303</c:v>
                </c:pt>
                <c:pt idx="2122">
                  <c:v>45306</c:v>
                </c:pt>
                <c:pt idx="2123">
                  <c:v>45307</c:v>
                </c:pt>
                <c:pt idx="2124">
                  <c:v>45308</c:v>
                </c:pt>
                <c:pt idx="2125">
                  <c:v>45309</c:v>
                </c:pt>
                <c:pt idx="2126">
                  <c:v>45310</c:v>
                </c:pt>
                <c:pt idx="2127">
                  <c:v>45313</c:v>
                </c:pt>
                <c:pt idx="2128">
                  <c:v>45314</c:v>
                </c:pt>
                <c:pt idx="2129">
                  <c:v>45315</c:v>
                </c:pt>
                <c:pt idx="2130">
                  <c:v>45316</c:v>
                </c:pt>
                <c:pt idx="2131">
                  <c:v>45317</c:v>
                </c:pt>
                <c:pt idx="2132">
                  <c:v>45320</c:v>
                </c:pt>
                <c:pt idx="2133">
                  <c:v>45321</c:v>
                </c:pt>
                <c:pt idx="2134">
                  <c:v>45322</c:v>
                </c:pt>
                <c:pt idx="2135">
                  <c:v>45323</c:v>
                </c:pt>
                <c:pt idx="2136">
                  <c:v>45324</c:v>
                </c:pt>
                <c:pt idx="2137">
                  <c:v>45327</c:v>
                </c:pt>
                <c:pt idx="2138">
                  <c:v>45328</c:v>
                </c:pt>
                <c:pt idx="2139">
                  <c:v>45329</c:v>
                </c:pt>
                <c:pt idx="2140">
                  <c:v>45330</c:v>
                </c:pt>
                <c:pt idx="2141">
                  <c:v>45331</c:v>
                </c:pt>
                <c:pt idx="2142">
                  <c:v>45336</c:v>
                </c:pt>
                <c:pt idx="2143">
                  <c:v>45337</c:v>
                </c:pt>
                <c:pt idx="2144">
                  <c:v>45338</c:v>
                </c:pt>
                <c:pt idx="2145">
                  <c:v>45341</c:v>
                </c:pt>
                <c:pt idx="2146">
                  <c:v>45342</c:v>
                </c:pt>
                <c:pt idx="2147">
                  <c:v>45343</c:v>
                </c:pt>
                <c:pt idx="2148">
                  <c:v>45344</c:v>
                </c:pt>
                <c:pt idx="2149">
                  <c:v>45345</c:v>
                </c:pt>
                <c:pt idx="2150">
                  <c:v>45348</c:v>
                </c:pt>
                <c:pt idx="2151">
                  <c:v>45349</c:v>
                </c:pt>
                <c:pt idx="2152">
                  <c:v>45350</c:v>
                </c:pt>
                <c:pt idx="2153">
                  <c:v>45351</c:v>
                </c:pt>
                <c:pt idx="2154">
                  <c:v>45352</c:v>
                </c:pt>
                <c:pt idx="2155">
                  <c:v>45355</c:v>
                </c:pt>
                <c:pt idx="2156">
                  <c:v>45356</c:v>
                </c:pt>
                <c:pt idx="2157">
                  <c:v>45357</c:v>
                </c:pt>
                <c:pt idx="2158">
                  <c:v>45358</c:v>
                </c:pt>
                <c:pt idx="2159">
                  <c:v>45359</c:v>
                </c:pt>
                <c:pt idx="2160">
                  <c:v>45362</c:v>
                </c:pt>
                <c:pt idx="2161">
                  <c:v>45363</c:v>
                </c:pt>
                <c:pt idx="2162">
                  <c:v>45364</c:v>
                </c:pt>
                <c:pt idx="2163">
                  <c:v>45365</c:v>
                </c:pt>
                <c:pt idx="2164">
                  <c:v>45366</c:v>
                </c:pt>
                <c:pt idx="2165">
                  <c:v>45369</c:v>
                </c:pt>
                <c:pt idx="2166">
                  <c:v>45370</c:v>
                </c:pt>
                <c:pt idx="2167">
                  <c:v>45371</c:v>
                </c:pt>
                <c:pt idx="2168">
                  <c:v>45372</c:v>
                </c:pt>
                <c:pt idx="2169">
                  <c:v>45373</c:v>
                </c:pt>
                <c:pt idx="2170">
                  <c:v>45376</c:v>
                </c:pt>
                <c:pt idx="2171">
                  <c:v>45377</c:v>
                </c:pt>
                <c:pt idx="2172">
                  <c:v>45378</c:v>
                </c:pt>
                <c:pt idx="2173">
                  <c:v>45379</c:v>
                </c:pt>
                <c:pt idx="2174">
                  <c:v>45383</c:v>
                </c:pt>
                <c:pt idx="2175">
                  <c:v>45384</c:v>
                </c:pt>
                <c:pt idx="2176">
                  <c:v>45385</c:v>
                </c:pt>
                <c:pt idx="2177">
                  <c:v>45386</c:v>
                </c:pt>
                <c:pt idx="2178">
                  <c:v>45387</c:v>
                </c:pt>
                <c:pt idx="2179">
                  <c:v>45390</c:v>
                </c:pt>
                <c:pt idx="2180">
                  <c:v>45391</c:v>
                </c:pt>
                <c:pt idx="2181">
                  <c:v>45392</c:v>
                </c:pt>
                <c:pt idx="2182">
                  <c:v>45393</c:v>
                </c:pt>
                <c:pt idx="2183">
                  <c:v>45394</c:v>
                </c:pt>
                <c:pt idx="2184">
                  <c:v>45397</c:v>
                </c:pt>
                <c:pt idx="2185">
                  <c:v>45398</c:v>
                </c:pt>
                <c:pt idx="2186">
                  <c:v>45399</c:v>
                </c:pt>
                <c:pt idx="2187">
                  <c:v>45400</c:v>
                </c:pt>
                <c:pt idx="2188">
                  <c:v>45401</c:v>
                </c:pt>
                <c:pt idx="2189">
                  <c:v>45404</c:v>
                </c:pt>
                <c:pt idx="2190">
                  <c:v>45405</c:v>
                </c:pt>
                <c:pt idx="2191">
                  <c:v>45406</c:v>
                </c:pt>
                <c:pt idx="2192">
                  <c:v>45407</c:v>
                </c:pt>
                <c:pt idx="2193">
                  <c:v>45408</c:v>
                </c:pt>
                <c:pt idx="2194">
                  <c:v>45411</c:v>
                </c:pt>
                <c:pt idx="2195">
                  <c:v>45412</c:v>
                </c:pt>
                <c:pt idx="2196">
                  <c:v>45414</c:v>
                </c:pt>
                <c:pt idx="2197">
                  <c:v>45415</c:v>
                </c:pt>
                <c:pt idx="2198">
                  <c:v>45418</c:v>
                </c:pt>
                <c:pt idx="2199">
                  <c:v>45419</c:v>
                </c:pt>
                <c:pt idx="2200">
                  <c:v>45420</c:v>
                </c:pt>
                <c:pt idx="2201">
                  <c:v>45421</c:v>
                </c:pt>
                <c:pt idx="2202">
                  <c:v>45422</c:v>
                </c:pt>
                <c:pt idx="2203">
                  <c:v>45425</c:v>
                </c:pt>
                <c:pt idx="2204">
                  <c:v>45426</c:v>
                </c:pt>
                <c:pt idx="2205">
                  <c:v>45427</c:v>
                </c:pt>
                <c:pt idx="2206">
                  <c:v>45428</c:v>
                </c:pt>
                <c:pt idx="2207">
                  <c:v>45429</c:v>
                </c:pt>
                <c:pt idx="2208">
                  <c:v>45432</c:v>
                </c:pt>
                <c:pt idx="2209">
                  <c:v>45433</c:v>
                </c:pt>
                <c:pt idx="2210">
                  <c:v>45434</c:v>
                </c:pt>
                <c:pt idx="2211">
                  <c:v>45435</c:v>
                </c:pt>
                <c:pt idx="2212">
                  <c:v>45436</c:v>
                </c:pt>
                <c:pt idx="2213">
                  <c:v>45439</c:v>
                </c:pt>
                <c:pt idx="2214">
                  <c:v>45440</c:v>
                </c:pt>
                <c:pt idx="2215">
                  <c:v>45441</c:v>
                </c:pt>
                <c:pt idx="2216">
                  <c:v>45443</c:v>
                </c:pt>
                <c:pt idx="2217">
                  <c:v>45446</c:v>
                </c:pt>
                <c:pt idx="2218">
                  <c:v>45447</c:v>
                </c:pt>
                <c:pt idx="2219">
                  <c:v>45448</c:v>
                </c:pt>
                <c:pt idx="2220">
                  <c:v>45449</c:v>
                </c:pt>
                <c:pt idx="2221">
                  <c:v>45450</c:v>
                </c:pt>
                <c:pt idx="2222">
                  <c:v>45453</c:v>
                </c:pt>
                <c:pt idx="2223">
                  <c:v>45454</c:v>
                </c:pt>
                <c:pt idx="2224">
                  <c:v>45455</c:v>
                </c:pt>
                <c:pt idx="2225">
                  <c:v>45456</c:v>
                </c:pt>
                <c:pt idx="2226">
                  <c:v>45457</c:v>
                </c:pt>
                <c:pt idx="2227">
                  <c:v>45460</c:v>
                </c:pt>
                <c:pt idx="2228">
                  <c:v>45461</c:v>
                </c:pt>
                <c:pt idx="2229">
                  <c:v>45462</c:v>
                </c:pt>
                <c:pt idx="2230">
                  <c:v>45463</c:v>
                </c:pt>
                <c:pt idx="2231">
                  <c:v>45464</c:v>
                </c:pt>
                <c:pt idx="2232">
                  <c:v>45467</c:v>
                </c:pt>
                <c:pt idx="2233">
                  <c:v>45468</c:v>
                </c:pt>
                <c:pt idx="2234">
                  <c:v>45469</c:v>
                </c:pt>
                <c:pt idx="2235">
                  <c:v>45470</c:v>
                </c:pt>
                <c:pt idx="2236">
                  <c:v>45471</c:v>
                </c:pt>
                <c:pt idx="2237">
                  <c:v>45474</c:v>
                </c:pt>
                <c:pt idx="2238">
                  <c:v>45475</c:v>
                </c:pt>
                <c:pt idx="2239">
                  <c:v>45476</c:v>
                </c:pt>
                <c:pt idx="2240">
                  <c:v>45477</c:v>
                </c:pt>
                <c:pt idx="2241">
                  <c:v>45478</c:v>
                </c:pt>
                <c:pt idx="2242">
                  <c:v>45481</c:v>
                </c:pt>
                <c:pt idx="2243">
                  <c:v>45482</c:v>
                </c:pt>
                <c:pt idx="2244">
                  <c:v>45483</c:v>
                </c:pt>
                <c:pt idx="2245">
                  <c:v>45484</c:v>
                </c:pt>
                <c:pt idx="2246">
                  <c:v>45485</c:v>
                </c:pt>
                <c:pt idx="2247">
                  <c:v>45488</c:v>
                </c:pt>
                <c:pt idx="2248">
                  <c:v>45489</c:v>
                </c:pt>
                <c:pt idx="2249">
                  <c:v>45490</c:v>
                </c:pt>
                <c:pt idx="2250">
                  <c:v>45491</c:v>
                </c:pt>
                <c:pt idx="2251">
                  <c:v>45492</c:v>
                </c:pt>
                <c:pt idx="2252">
                  <c:v>45495</c:v>
                </c:pt>
                <c:pt idx="2253">
                  <c:v>45496</c:v>
                </c:pt>
                <c:pt idx="2254">
                  <c:v>45497</c:v>
                </c:pt>
                <c:pt idx="2255">
                  <c:v>45498</c:v>
                </c:pt>
                <c:pt idx="2256">
                  <c:v>45499</c:v>
                </c:pt>
                <c:pt idx="2257">
                  <c:v>45502</c:v>
                </c:pt>
                <c:pt idx="2258">
                  <c:v>45503</c:v>
                </c:pt>
                <c:pt idx="2259">
                  <c:v>45504</c:v>
                </c:pt>
                <c:pt idx="2260">
                  <c:v>45505</c:v>
                </c:pt>
                <c:pt idx="2261">
                  <c:v>45506</c:v>
                </c:pt>
                <c:pt idx="2262">
                  <c:v>45509</c:v>
                </c:pt>
                <c:pt idx="2263">
                  <c:v>45510</c:v>
                </c:pt>
                <c:pt idx="2264">
                  <c:v>45511</c:v>
                </c:pt>
                <c:pt idx="2265">
                  <c:v>45512</c:v>
                </c:pt>
                <c:pt idx="2266">
                  <c:v>45513</c:v>
                </c:pt>
                <c:pt idx="2267">
                  <c:v>45516</c:v>
                </c:pt>
                <c:pt idx="2268">
                  <c:v>45517</c:v>
                </c:pt>
                <c:pt idx="2269">
                  <c:v>45518</c:v>
                </c:pt>
                <c:pt idx="2270">
                  <c:v>45519</c:v>
                </c:pt>
                <c:pt idx="2271">
                  <c:v>45520</c:v>
                </c:pt>
                <c:pt idx="2272">
                  <c:v>45523</c:v>
                </c:pt>
                <c:pt idx="2273">
                  <c:v>45524</c:v>
                </c:pt>
                <c:pt idx="2274">
                  <c:v>45525</c:v>
                </c:pt>
                <c:pt idx="2275">
                  <c:v>45526</c:v>
                </c:pt>
                <c:pt idx="2276">
                  <c:v>45527</c:v>
                </c:pt>
                <c:pt idx="2277">
                  <c:v>45530</c:v>
                </c:pt>
                <c:pt idx="2278">
                  <c:v>45531</c:v>
                </c:pt>
                <c:pt idx="2279">
                  <c:v>45532</c:v>
                </c:pt>
                <c:pt idx="2280">
                  <c:v>45533</c:v>
                </c:pt>
                <c:pt idx="2281">
                  <c:v>45534</c:v>
                </c:pt>
                <c:pt idx="2282">
                  <c:v>45537</c:v>
                </c:pt>
                <c:pt idx="2283">
                  <c:v>45538</c:v>
                </c:pt>
                <c:pt idx="2284">
                  <c:v>45539</c:v>
                </c:pt>
                <c:pt idx="2285">
                  <c:v>45540</c:v>
                </c:pt>
                <c:pt idx="2286">
                  <c:v>45541</c:v>
                </c:pt>
                <c:pt idx="2287">
                  <c:v>45544</c:v>
                </c:pt>
                <c:pt idx="2288">
                  <c:v>45545</c:v>
                </c:pt>
                <c:pt idx="2289">
                  <c:v>45546</c:v>
                </c:pt>
                <c:pt idx="2290">
                  <c:v>45547</c:v>
                </c:pt>
                <c:pt idx="2291">
                  <c:v>45548</c:v>
                </c:pt>
                <c:pt idx="2292">
                  <c:v>45551</c:v>
                </c:pt>
                <c:pt idx="2293">
                  <c:v>45552</c:v>
                </c:pt>
                <c:pt idx="2294">
                  <c:v>45553</c:v>
                </c:pt>
                <c:pt idx="2295">
                  <c:v>45554</c:v>
                </c:pt>
                <c:pt idx="2296">
                  <c:v>45555</c:v>
                </c:pt>
                <c:pt idx="2297">
                  <c:v>45558</c:v>
                </c:pt>
                <c:pt idx="2298">
                  <c:v>45559</c:v>
                </c:pt>
                <c:pt idx="2299">
                  <c:v>45560</c:v>
                </c:pt>
                <c:pt idx="2300">
                  <c:v>45561</c:v>
                </c:pt>
                <c:pt idx="2301">
                  <c:v>45562</c:v>
                </c:pt>
                <c:pt idx="2302">
                  <c:v>45565</c:v>
                </c:pt>
                <c:pt idx="2303">
                  <c:v>45566</c:v>
                </c:pt>
                <c:pt idx="2304">
                  <c:v>45567</c:v>
                </c:pt>
                <c:pt idx="2305">
                  <c:v>45568</c:v>
                </c:pt>
                <c:pt idx="2306">
                  <c:v>45569</c:v>
                </c:pt>
                <c:pt idx="2307">
                  <c:v>45572</c:v>
                </c:pt>
                <c:pt idx="2308">
                  <c:v>45573</c:v>
                </c:pt>
                <c:pt idx="2309">
                  <c:v>45574</c:v>
                </c:pt>
                <c:pt idx="2310">
                  <c:v>45575</c:v>
                </c:pt>
                <c:pt idx="2311">
                  <c:v>45576</c:v>
                </c:pt>
                <c:pt idx="2312">
                  <c:v>45579</c:v>
                </c:pt>
                <c:pt idx="2313">
                  <c:v>45580</c:v>
                </c:pt>
                <c:pt idx="2314">
                  <c:v>45581</c:v>
                </c:pt>
                <c:pt idx="2315">
                  <c:v>45582</c:v>
                </c:pt>
                <c:pt idx="2316">
                  <c:v>45583</c:v>
                </c:pt>
                <c:pt idx="2317">
                  <c:v>45586</c:v>
                </c:pt>
                <c:pt idx="2318">
                  <c:v>45587</c:v>
                </c:pt>
                <c:pt idx="2319">
                  <c:v>45588</c:v>
                </c:pt>
                <c:pt idx="2320">
                  <c:v>45589</c:v>
                </c:pt>
                <c:pt idx="2321">
                  <c:v>45590</c:v>
                </c:pt>
                <c:pt idx="2322">
                  <c:v>45593</c:v>
                </c:pt>
                <c:pt idx="2323">
                  <c:v>45594</c:v>
                </c:pt>
                <c:pt idx="2324">
                  <c:v>45595</c:v>
                </c:pt>
                <c:pt idx="2325">
                  <c:v>45596</c:v>
                </c:pt>
                <c:pt idx="2326">
                  <c:v>45597</c:v>
                </c:pt>
                <c:pt idx="2327">
                  <c:v>45600</c:v>
                </c:pt>
                <c:pt idx="2328">
                  <c:v>45601</c:v>
                </c:pt>
                <c:pt idx="2329">
                  <c:v>45602</c:v>
                </c:pt>
                <c:pt idx="2330">
                  <c:v>45603</c:v>
                </c:pt>
                <c:pt idx="2331">
                  <c:v>45604</c:v>
                </c:pt>
                <c:pt idx="2332">
                  <c:v>45607</c:v>
                </c:pt>
                <c:pt idx="2333">
                  <c:v>45608</c:v>
                </c:pt>
                <c:pt idx="2334">
                  <c:v>45609</c:v>
                </c:pt>
                <c:pt idx="2335">
                  <c:v>45610</c:v>
                </c:pt>
                <c:pt idx="2336">
                  <c:v>45614</c:v>
                </c:pt>
                <c:pt idx="2337">
                  <c:v>45615</c:v>
                </c:pt>
                <c:pt idx="2338">
                  <c:v>45617</c:v>
                </c:pt>
                <c:pt idx="2339">
                  <c:v>45618</c:v>
                </c:pt>
                <c:pt idx="2340">
                  <c:v>45621</c:v>
                </c:pt>
                <c:pt idx="2341">
                  <c:v>45622</c:v>
                </c:pt>
                <c:pt idx="2342">
                  <c:v>45623</c:v>
                </c:pt>
                <c:pt idx="2343">
                  <c:v>45624</c:v>
                </c:pt>
                <c:pt idx="2344">
                  <c:v>45625</c:v>
                </c:pt>
                <c:pt idx="2345">
                  <c:v>45628</c:v>
                </c:pt>
                <c:pt idx="2346">
                  <c:v>45629</c:v>
                </c:pt>
                <c:pt idx="2347">
                  <c:v>45630</c:v>
                </c:pt>
                <c:pt idx="2348">
                  <c:v>45631</c:v>
                </c:pt>
                <c:pt idx="2349">
                  <c:v>45632</c:v>
                </c:pt>
                <c:pt idx="2350">
                  <c:v>45635</c:v>
                </c:pt>
                <c:pt idx="2351">
                  <c:v>45636</c:v>
                </c:pt>
                <c:pt idx="2352">
                  <c:v>45637</c:v>
                </c:pt>
                <c:pt idx="2353">
                  <c:v>45638</c:v>
                </c:pt>
                <c:pt idx="2354">
                  <c:v>45639</c:v>
                </c:pt>
                <c:pt idx="2355">
                  <c:v>45642</c:v>
                </c:pt>
                <c:pt idx="2356">
                  <c:v>45643</c:v>
                </c:pt>
                <c:pt idx="2357">
                  <c:v>45644</c:v>
                </c:pt>
                <c:pt idx="2358">
                  <c:v>45645</c:v>
                </c:pt>
                <c:pt idx="2359">
                  <c:v>45646</c:v>
                </c:pt>
                <c:pt idx="2360">
                  <c:v>45649</c:v>
                </c:pt>
                <c:pt idx="2361">
                  <c:v>45652</c:v>
                </c:pt>
                <c:pt idx="2362">
                  <c:v>45653</c:v>
                </c:pt>
                <c:pt idx="2363">
                  <c:v>45656</c:v>
                </c:pt>
                <c:pt idx="2364">
                  <c:v>45659</c:v>
                </c:pt>
                <c:pt idx="2365">
                  <c:v>45660</c:v>
                </c:pt>
                <c:pt idx="2366">
                  <c:v>45663</c:v>
                </c:pt>
                <c:pt idx="2367">
                  <c:v>45664</c:v>
                </c:pt>
                <c:pt idx="2368">
                  <c:v>45665</c:v>
                </c:pt>
                <c:pt idx="2369">
                  <c:v>45666</c:v>
                </c:pt>
                <c:pt idx="2370">
                  <c:v>45667</c:v>
                </c:pt>
                <c:pt idx="2371">
                  <c:v>45670</c:v>
                </c:pt>
                <c:pt idx="2372">
                  <c:v>45671</c:v>
                </c:pt>
                <c:pt idx="2373">
                  <c:v>45672</c:v>
                </c:pt>
                <c:pt idx="2374">
                  <c:v>45673</c:v>
                </c:pt>
                <c:pt idx="2375">
                  <c:v>45674</c:v>
                </c:pt>
                <c:pt idx="2376">
                  <c:v>45677</c:v>
                </c:pt>
                <c:pt idx="2377">
                  <c:v>45678</c:v>
                </c:pt>
                <c:pt idx="2378">
                  <c:v>45679</c:v>
                </c:pt>
                <c:pt idx="2379">
                  <c:v>45680</c:v>
                </c:pt>
                <c:pt idx="2380">
                  <c:v>45681</c:v>
                </c:pt>
                <c:pt idx="2381">
                  <c:v>45684</c:v>
                </c:pt>
                <c:pt idx="2382">
                  <c:v>45685</c:v>
                </c:pt>
                <c:pt idx="2383">
                  <c:v>45686</c:v>
                </c:pt>
                <c:pt idx="2384">
                  <c:v>45687</c:v>
                </c:pt>
                <c:pt idx="2385">
                  <c:v>45688</c:v>
                </c:pt>
                <c:pt idx="2386">
                  <c:v>45691</c:v>
                </c:pt>
                <c:pt idx="2387">
                  <c:v>45692</c:v>
                </c:pt>
                <c:pt idx="2388">
                  <c:v>45693</c:v>
                </c:pt>
                <c:pt idx="2389">
                  <c:v>45694</c:v>
                </c:pt>
                <c:pt idx="2390">
                  <c:v>45695</c:v>
                </c:pt>
                <c:pt idx="2391">
                  <c:v>45698</c:v>
                </c:pt>
                <c:pt idx="2392">
                  <c:v>45699</c:v>
                </c:pt>
                <c:pt idx="2393">
                  <c:v>45700</c:v>
                </c:pt>
                <c:pt idx="2394">
                  <c:v>45701</c:v>
                </c:pt>
                <c:pt idx="2395">
                  <c:v>45702</c:v>
                </c:pt>
                <c:pt idx="2396">
                  <c:v>45705</c:v>
                </c:pt>
                <c:pt idx="2397">
                  <c:v>45706</c:v>
                </c:pt>
                <c:pt idx="2398">
                  <c:v>45707</c:v>
                </c:pt>
                <c:pt idx="2399">
                  <c:v>45708</c:v>
                </c:pt>
                <c:pt idx="2400">
                  <c:v>45709</c:v>
                </c:pt>
                <c:pt idx="2401">
                  <c:v>45712</c:v>
                </c:pt>
                <c:pt idx="2402">
                  <c:v>45713</c:v>
                </c:pt>
                <c:pt idx="2403">
                  <c:v>45714</c:v>
                </c:pt>
                <c:pt idx="2404">
                  <c:v>45715</c:v>
                </c:pt>
                <c:pt idx="2405">
                  <c:v>45716</c:v>
                </c:pt>
                <c:pt idx="2406">
                  <c:v>45721</c:v>
                </c:pt>
                <c:pt idx="2407">
                  <c:v>45722</c:v>
                </c:pt>
                <c:pt idx="2408">
                  <c:v>45723</c:v>
                </c:pt>
                <c:pt idx="2409">
                  <c:v>45726</c:v>
                </c:pt>
                <c:pt idx="2410">
                  <c:v>45727</c:v>
                </c:pt>
                <c:pt idx="2411">
                  <c:v>45728</c:v>
                </c:pt>
                <c:pt idx="2412">
                  <c:v>45729</c:v>
                </c:pt>
                <c:pt idx="2413">
                  <c:v>45730</c:v>
                </c:pt>
                <c:pt idx="2414">
                  <c:v>45733</c:v>
                </c:pt>
                <c:pt idx="2415">
                  <c:v>45734</c:v>
                </c:pt>
                <c:pt idx="2416">
                  <c:v>45735</c:v>
                </c:pt>
                <c:pt idx="2417">
                  <c:v>45736</c:v>
                </c:pt>
                <c:pt idx="2418">
                  <c:v>45737</c:v>
                </c:pt>
                <c:pt idx="2419">
                  <c:v>45740</c:v>
                </c:pt>
                <c:pt idx="2420">
                  <c:v>45741</c:v>
                </c:pt>
                <c:pt idx="2421">
                  <c:v>45742</c:v>
                </c:pt>
                <c:pt idx="2422">
                  <c:v>45743</c:v>
                </c:pt>
                <c:pt idx="2423">
                  <c:v>45744</c:v>
                </c:pt>
                <c:pt idx="2424">
                  <c:v>45747</c:v>
                </c:pt>
                <c:pt idx="2425">
                  <c:v>45748</c:v>
                </c:pt>
                <c:pt idx="2426">
                  <c:v>45749</c:v>
                </c:pt>
                <c:pt idx="2427">
                  <c:v>45750</c:v>
                </c:pt>
                <c:pt idx="2428">
                  <c:v>45751</c:v>
                </c:pt>
                <c:pt idx="2429">
                  <c:v>45754</c:v>
                </c:pt>
                <c:pt idx="2430">
                  <c:v>45755</c:v>
                </c:pt>
                <c:pt idx="2431">
                  <c:v>45756</c:v>
                </c:pt>
                <c:pt idx="2432">
                  <c:v>45757</c:v>
                </c:pt>
                <c:pt idx="2433">
                  <c:v>45758</c:v>
                </c:pt>
                <c:pt idx="2434">
                  <c:v>45761</c:v>
                </c:pt>
                <c:pt idx="2435">
                  <c:v>45762</c:v>
                </c:pt>
                <c:pt idx="2436">
                  <c:v>45763</c:v>
                </c:pt>
                <c:pt idx="2437">
                  <c:v>45764</c:v>
                </c:pt>
                <c:pt idx="2438">
                  <c:v>45769</c:v>
                </c:pt>
                <c:pt idx="2439">
                  <c:v>45770</c:v>
                </c:pt>
                <c:pt idx="2440">
                  <c:v>45771</c:v>
                </c:pt>
                <c:pt idx="2441">
                  <c:v>45772</c:v>
                </c:pt>
                <c:pt idx="2442">
                  <c:v>45775</c:v>
                </c:pt>
                <c:pt idx="2443">
                  <c:v>45776</c:v>
                </c:pt>
                <c:pt idx="2444">
                  <c:v>45777</c:v>
                </c:pt>
                <c:pt idx="2445">
                  <c:v>45779</c:v>
                </c:pt>
                <c:pt idx="2446">
                  <c:v>45782</c:v>
                </c:pt>
                <c:pt idx="2447">
                  <c:v>45783</c:v>
                </c:pt>
                <c:pt idx="2448">
                  <c:v>45784</c:v>
                </c:pt>
                <c:pt idx="2449">
                  <c:v>45785</c:v>
                </c:pt>
                <c:pt idx="2450">
                  <c:v>45786</c:v>
                </c:pt>
                <c:pt idx="2451">
                  <c:v>45789</c:v>
                </c:pt>
                <c:pt idx="2452">
                  <c:v>45790</c:v>
                </c:pt>
                <c:pt idx="2453">
                  <c:v>45791</c:v>
                </c:pt>
                <c:pt idx="2454">
                  <c:v>45792</c:v>
                </c:pt>
                <c:pt idx="2455">
                  <c:v>45793</c:v>
                </c:pt>
                <c:pt idx="2456">
                  <c:v>45796</c:v>
                </c:pt>
                <c:pt idx="2457">
                  <c:v>45797</c:v>
                </c:pt>
                <c:pt idx="2458">
                  <c:v>45798</c:v>
                </c:pt>
                <c:pt idx="2459">
                  <c:v>45799</c:v>
                </c:pt>
                <c:pt idx="2460">
                  <c:v>45800</c:v>
                </c:pt>
                <c:pt idx="2461">
                  <c:v>45803</c:v>
                </c:pt>
                <c:pt idx="2462">
                  <c:v>45804</c:v>
                </c:pt>
                <c:pt idx="2463">
                  <c:v>45805</c:v>
                </c:pt>
                <c:pt idx="2464">
                  <c:v>45806</c:v>
                </c:pt>
                <c:pt idx="2465">
                  <c:v>45807</c:v>
                </c:pt>
                <c:pt idx="2466">
                  <c:v>45810</c:v>
                </c:pt>
                <c:pt idx="2467">
                  <c:v>45811</c:v>
                </c:pt>
                <c:pt idx="2468">
                  <c:v>45812</c:v>
                </c:pt>
                <c:pt idx="2469">
                  <c:v>45813</c:v>
                </c:pt>
                <c:pt idx="2470">
                  <c:v>45814</c:v>
                </c:pt>
                <c:pt idx="2471">
                  <c:v>45817</c:v>
                </c:pt>
                <c:pt idx="2472">
                  <c:v>45818</c:v>
                </c:pt>
                <c:pt idx="2473">
                  <c:v>45819</c:v>
                </c:pt>
                <c:pt idx="2474">
                  <c:v>45820</c:v>
                </c:pt>
                <c:pt idx="2475">
                  <c:v>45821</c:v>
                </c:pt>
                <c:pt idx="2476">
                  <c:v>45824</c:v>
                </c:pt>
                <c:pt idx="2477">
                  <c:v>45825</c:v>
                </c:pt>
                <c:pt idx="2478">
                  <c:v>45826</c:v>
                </c:pt>
                <c:pt idx="2479">
                  <c:v>45828</c:v>
                </c:pt>
                <c:pt idx="2480">
                  <c:v>45831</c:v>
                </c:pt>
                <c:pt idx="2481">
                  <c:v>45832</c:v>
                </c:pt>
                <c:pt idx="2482">
                  <c:v>45833</c:v>
                </c:pt>
                <c:pt idx="2483">
                  <c:v>45834</c:v>
                </c:pt>
                <c:pt idx="2484">
                  <c:v>45835</c:v>
                </c:pt>
                <c:pt idx="2485">
                  <c:v>45838</c:v>
                </c:pt>
                <c:pt idx="2486">
                  <c:v>45839</c:v>
                </c:pt>
                <c:pt idx="2487">
                  <c:v>45840</c:v>
                </c:pt>
                <c:pt idx="2488">
                  <c:v>45841</c:v>
                </c:pt>
                <c:pt idx="2489">
                  <c:v>45842</c:v>
                </c:pt>
                <c:pt idx="2490">
                  <c:v>45845</c:v>
                </c:pt>
                <c:pt idx="2491">
                  <c:v>45846</c:v>
                </c:pt>
                <c:pt idx="2492">
                  <c:v>45847</c:v>
                </c:pt>
                <c:pt idx="2493">
                  <c:v>45848</c:v>
                </c:pt>
                <c:pt idx="2494">
                  <c:v>45849</c:v>
                </c:pt>
                <c:pt idx="2495">
                  <c:v>45852</c:v>
                </c:pt>
                <c:pt idx="2496">
                  <c:v>45853</c:v>
                </c:pt>
                <c:pt idx="2497">
                  <c:v>45854</c:v>
                </c:pt>
                <c:pt idx="2498">
                  <c:v>45855</c:v>
                </c:pt>
                <c:pt idx="2499">
                  <c:v>45856</c:v>
                </c:pt>
                <c:pt idx="2500">
                  <c:v>45859</c:v>
                </c:pt>
                <c:pt idx="2501">
                  <c:v>45860</c:v>
                </c:pt>
                <c:pt idx="2502">
                  <c:v>45861</c:v>
                </c:pt>
                <c:pt idx="2503">
                  <c:v>45862</c:v>
                </c:pt>
                <c:pt idx="2504">
                  <c:v>45863</c:v>
                </c:pt>
                <c:pt idx="2505">
                  <c:v>45866</c:v>
                </c:pt>
                <c:pt idx="2506">
                  <c:v>45867</c:v>
                </c:pt>
                <c:pt idx="2507">
                  <c:v>45868</c:v>
                </c:pt>
                <c:pt idx="2508">
                  <c:v>45869</c:v>
                </c:pt>
                <c:pt idx="2509">
                  <c:v>45870</c:v>
                </c:pt>
                <c:pt idx="2510">
                  <c:v>45873</c:v>
                </c:pt>
                <c:pt idx="2511">
                  <c:v>45874</c:v>
                </c:pt>
                <c:pt idx="2512">
                  <c:v>45875</c:v>
                </c:pt>
                <c:pt idx="2513">
                  <c:v>45876</c:v>
                </c:pt>
                <c:pt idx="2514">
                  <c:v>45877</c:v>
                </c:pt>
                <c:pt idx="2515">
                  <c:v>45880</c:v>
                </c:pt>
                <c:pt idx="2516">
                  <c:v>45881</c:v>
                </c:pt>
                <c:pt idx="2517">
                  <c:v>45882</c:v>
                </c:pt>
                <c:pt idx="2518">
                  <c:v>45883</c:v>
                </c:pt>
                <c:pt idx="2519">
                  <c:v>45884</c:v>
                </c:pt>
                <c:pt idx="2520">
                  <c:v>45887</c:v>
                </c:pt>
                <c:pt idx="2521">
                  <c:v>45888</c:v>
                </c:pt>
                <c:pt idx="2522">
                  <c:v>45889</c:v>
                </c:pt>
                <c:pt idx="2523">
                  <c:v>45890</c:v>
                </c:pt>
                <c:pt idx="2524">
                  <c:v>45891</c:v>
                </c:pt>
                <c:pt idx="2525">
                  <c:v>45894</c:v>
                </c:pt>
                <c:pt idx="2526">
                  <c:v>45895</c:v>
                </c:pt>
                <c:pt idx="2527">
                  <c:v>45896</c:v>
                </c:pt>
                <c:pt idx="2528">
                  <c:v>45897</c:v>
                </c:pt>
                <c:pt idx="2529">
                  <c:v>45898</c:v>
                </c:pt>
                <c:pt idx="2530">
                  <c:v>45901</c:v>
                </c:pt>
                <c:pt idx="2531">
                  <c:v>45902</c:v>
                </c:pt>
                <c:pt idx="2532">
                  <c:v>45903</c:v>
                </c:pt>
                <c:pt idx="2533">
                  <c:v>45904</c:v>
                </c:pt>
                <c:pt idx="2534">
                  <c:v>45905</c:v>
                </c:pt>
                <c:pt idx="2535">
                  <c:v>45908</c:v>
                </c:pt>
                <c:pt idx="2536">
                  <c:v>45909</c:v>
                </c:pt>
                <c:pt idx="2537">
                  <c:v>45910</c:v>
                </c:pt>
                <c:pt idx="2538">
                  <c:v>45911</c:v>
                </c:pt>
                <c:pt idx="2539">
                  <c:v>45912</c:v>
                </c:pt>
                <c:pt idx="2540">
                  <c:v>45915</c:v>
                </c:pt>
                <c:pt idx="2541">
                  <c:v>45916</c:v>
                </c:pt>
                <c:pt idx="2542">
                  <c:v>45917</c:v>
                </c:pt>
                <c:pt idx="2543">
                  <c:v>45918</c:v>
                </c:pt>
                <c:pt idx="2544">
                  <c:v>45919</c:v>
                </c:pt>
                <c:pt idx="2545">
                  <c:v>45922</c:v>
                </c:pt>
                <c:pt idx="2546">
                  <c:v>45923</c:v>
                </c:pt>
                <c:pt idx="2547">
                  <c:v>45924</c:v>
                </c:pt>
                <c:pt idx="2548">
                  <c:v>45925</c:v>
                </c:pt>
                <c:pt idx="2549">
                  <c:v>45926</c:v>
                </c:pt>
                <c:pt idx="2550">
                  <c:v>45929</c:v>
                </c:pt>
                <c:pt idx="2551">
                  <c:v>45930</c:v>
                </c:pt>
                <c:pt idx="2552">
                  <c:v>45931</c:v>
                </c:pt>
                <c:pt idx="2553">
                  <c:v>45932</c:v>
                </c:pt>
                <c:pt idx="2554">
                  <c:v>45933</c:v>
                </c:pt>
                <c:pt idx="2555">
                  <c:v>45936</c:v>
                </c:pt>
                <c:pt idx="2556">
                  <c:v>45937</c:v>
                </c:pt>
                <c:pt idx="2557">
                  <c:v>45938</c:v>
                </c:pt>
                <c:pt idx="2558">
                  <c:v>45939</c:v>
                </c:pt>
                <c:pt idx="2559">
                  <c:v>45940</c:v>
                </c:pt>
                <c:pt idx="2560">
                  <c:v>45943</c:v>
                </c:pt>
                <c:pt idx="2561">
                  <c:v>45944</c:v>
                </c:pt>
                <c:pt idx="2562">
                  <c:v>45945</c:v>
                </c:pt>
                <c:pt idx="2563">
                  <c:v>45946</c:v>
                </c:pt>
                <c:pt idx="2564">
                  <c:v>45947</c:v>
                </c:pt>
                <c:pt idx="2565">
                  <c:v>45950</c:v>
                </c:pt>
                <c:pt idx="2566">
                  <c:v>45951</c:v>
                </c:pt>
                <c:pt idx="2567">
                  <c:v>45952</c:v>
                </c:pt>
                <c:pt idx="2568">
                  <c:v>45953</c:v>
                </c:pt>
                <c:pt idx="2569">
                  <c:v>45954</c:v>
                </c:pt>
                <c:pt idx="2570">
                  <c:v>45957</c:v>
                </c:pt>
                <c:pt idx="2571">
                  <c:v>45958</c:v>
                </c:pt>
                <c:pt idx="2572">
                  <c:v>45959</c:v>
                </c:pt>
                <c:pt idx="2573">
                  <c:v>45960</c:v>
                </c:pt>
                <c:pt idx="2574">
                  <c:v>45961</c:v>
                </c:pt>
                <c:pt idx="2575">
                  <c:v>45964</c:v>
                </c:pt>
                <c:pt idx="2576">
                  <c:v>45965</c:v>
                </c:pt>
                <c:pt idx="2577">
                  <c:v>45966</c:v>
                </c:pt>
                <c:pt idx="2578">
                  <c:v>45967</c:v>
                </c:pt>
                <c:pt idx="2579">
                  <c:v>45968</c:v>
                </c:pt>
                <c:pt idx="2580">
                  <c:v>45971</c:v>
                </c:pt>
                <c:pt idx="2581">
                  <c:v>45972</c:v>
                </c:pt>
                <c:pt idx="2582">
                  <c:v>45973</c:v>
                </c:pt>
                <c:pt idx="2583">
                  <c:v>45974</c:v>
                </c:pt>
                <c:pt idx="2584">
                  <c:v>45975</c:v>
                </c:pt>
                <c:pt idx="2585">
                  <c:v>45978</c:v>
                </c:pt>
                <c:pt idx="2586">
                  <c:v>45979</c:v>
                </c:pt>
                <c:pt idx="2587">
                  <c:v>45980</c:v>
                </c:pt>
                <c:pt idx="2588">
                  <c:v>45982</c:v>
                </c:pt>
                <c:pt idx="2589">
                  <c:v>45985</c:v>
                </c:pt>
                <c:pt idx="2590">
                  <c:v>45986</c:v>
                </c:pt>
                <c:pt idx="2591">
                  <c:v>45987</c:v>
                </c:pt>
                <c:pt idx="2592">
                  <c:v>45988</c:v>
                </c:pt>
                <c:pt idx="2593">
                  <c:v>45989</c:v>
                </c:pt>
                <c:pt idx="2594">
                  <c:v>45992</c:v>
                </c:pt>
                <c:pt idx="2595">
                  <c:v>45993</c:v>
                </c:pt>
                <c:pt idx="2596">
                  <c:v>45994</c:v>
                </c:pt>
                <c:pt idx="2597">
                  <c:v>45995</c:v>
                </c:pt>
                <c:pt idx="2598">
                  <c:v>45996</c:v>
                </c:pt>
                <c:pt idx="2599">
                  <c:v>45999</c:v>
                </c:pt>
                <c:pt idx="2600">
                  <c:v>46000</c:v>
                </c:pt>
                <c:pt idx="2601">
                  <c:v>46001</c:v>
                </c:pt>
                <c:pt idx="2602">
                  <c:v>46002</c:v>
                </c:pt>
                <c:pt idx="2603">
                  <c:v>46003</c:v>
                </c:pt>
                <c:pt idx="2604">
                  <c:v>46006</c:v>
                </c:pt>
                <c:pt idx="2605">
                  <c:v>46007</c:v>
                </c:pt>
                <c:pt idx="2606">
                  <c:v>46008</c:v>
                </c:pt>
                <c:pt idx="2607">
                  <c:v>46009</c:v>
                </c:pt>
                <c:pt idx="2608">
                  <c:v>46010</c:v>
                </c:pt>
                <c:pt idx="2609">
                  <c:v>46013</c:v>
                </c:pt>
                <c:pt idx="2610">
                  <c:v>46014</c:v>
                </c:pt>
                <c:pt idx="2611">
                  <c:v>46017</c:v>
                </c:pt>
                <c:pt idx="2612">
                  <c:v>46020</c:v>
                </c:pt>
                <c:pt idx="2613">
                  <c:v>46021</c:v>
                </c:pt>
                <c:pt idx="2614">
                  <c:v>46024</c:v>
                </c:pt>
                <c:pt idx="2615">
                  <c:v>46027</c:v>
                </c:pt>
                <c:pt idx="2616">
                  <c:v>46028</c:v>
                </c:pt>
                <c:pt idx="2617">
                  <c:v>46029</c:v>
                </c:pt>
                <c:pt idx="2618">
                  <c:v>46030</c:v>
                </c:pt>
                <c:pt idx="2619">
                  <c:v>46031</c:v>
                </c:pt>
                <c:pt idx="2620">
                  <c:v>46034</c:v>
                </c:pt>
                <c:pt idx="2621">
                  <c:v>46035</c:v>
                </c:pt>
                <c:pt idx="2622">
                  <c:v>46036</c:v>
                </c:pt>
                <c:pt idx="2623">
                  <c:v>46037</c:v>
                </c:pt>
                <c:pt idx="2624">
                  <c:v>46038</c:v>
                </c:pt>
                <c:pt idx="2625">
                  <c:v>46041</c:v>
                </c:pt>
                <c:pt idx="2626">
                  <c:v>46042</c:v>
                </c:pt>
                <c:pt idx="2627">
                  <c:v>46043</c:v>
                </c:pt>
                <c:pt idx="2628">
                  <c:v>46044</c:v>
                </c:pt>
                <c:pt idx="2629">
                  <c:v>46045</c:v>
                </c:pt>
                <c:pt idx="2630">
                  <c:v>46048</c:v>
                </c:pt>
                <c:pt idx="2631">
                  <c:v>46049</c:v>
                </c:pt>
                <c:pt idx="2632">
                  <c:v>46050</c:v>
                </c:pt>
                <c:pt idx="2633">
                  <c:v>46051</c:v>
                </c:pt>
                <c:pt idx="2634">
                  <c:v>46052</c:v>
                </c:pt>
                <c:pt idx="2635">
                  <c:v>46055</c:v>
                </c:pt>
                <c:pt idx="2636">
                  <c:v>46056</c:v>
                </c:pt>
                <c:pt idx="2637">
                  <c:v>46057</c:v>
                </c:pt>
                <c:pt idx="2638">
                  <c:v>46058</c:v>
                </c:pt>
                <c:pt idx="2639">
                  <c:v>46059</c:v>
                </c:pt>
                <c:pt idx="2640">
                  <c:v>46062</c:v>
                </c:pt>
                <c:pt idx="2641">
                  <c:v>46063</c:v>
                </c:pt>
                <c:pt idx="2642">
                  <c:v>46064</c:v>
                </c:pt>
                <c:pt idx="2643">
                  <c:v>46065</c:v>
                </c:pt>
                <c:pt idx="2644">
                  <c:v>46066</c:v>
                </c:pt>
                <c:pt idx="2645">
                  <c:v>46071</c:v>
                </c:pt>
                <c:pt idx="2646">
                  <c:v>46072</c:v>
                </c:pt>
                <c:pt idx="2647">
                  <c:v>46073</c:v>
                </c:pt>
                <c:pt idx="2648">
                  <c:v>46076</c:v>
                </c:pt>
                <c:pt idx="2649">
                  <c:v>46077</c:v>
                </c:pt>
                <c:pt idx="2650">
                  <c:v>46078</c:v>
                </c:pt>
                <c:pt idx="2651">
                  <c:v>46079</c:v>
                </c:pt>
                <c:pt idx="2652">
                  <c:v>46080</c:v>
                </c:pt>
                <c:pt idx="2653">
                  <c:v>46083</c:v>
                </c:pt>
                <c:pt idx="2654">
                  <c:v>46084</c:v>
                </c:pt>
                <c:pt idx="2655">
                  <c:v>46085</c:v>
                </c:pt>
                <c:pt idx="2656">
                  <c:v>46086</c:v>
                </c:pt>
                <c:pt idx="2657">
                  <c:v>46087</c:v>
                </c:pt>
                <c:pt idx="2658">
                  <c:v>46090</c:v>
                </c:pt>
                <c:pt idx="2659">
                  <c:v>46091</c:v>
                </c:pt>
                <c:pt idx="2660">
                  <c:v>46092</c:v>
                </c:pt>
                <c:pt idx="2661">
                  <c:v>46093</c:v>
                </c:pt>
                <c:pt idx="2662">
                  <c:v>46094</c:v>
                </c:pt>
                <c:pt idx="2663">
                  <c:v>46097</c:v>
                </c:pt>
                <c:pt idx="2664">
                  <c:v>46098</c:v>
                </c:pt>
                <c:pt idx="2665">
                  <c:v>46099</c:v>
                </c:pt>
                <c:pt idx="2666">
                  <c:v>46100</c:v>
                </c:pt>
                <c:pt idx="2667">
                  <c:v>46101</c:v>
                </c:pt>
                <c:pt idx="2668">
                  <c:v>46104</c:v>
                </c:pt>
                <c:pt idx="2669">
                  <c:v>46105</c:v>
                </c:pt>
                <c:pt idx="2670">
                  <c:v>46106</c:v>
                </c:pt>
                <c:pt idx="2671">
                  <c:v>46107</c:v>
                </c:pt>
                <c:pt idx="2672">
                  <c:v>46108</c:v>
                </c:pt>
                <c:pt idx="2673">
                  <c:v>46111</c:v>
                </c:pt>
                <c:pt idx="2674">
                  <c:v>46112</c:v>
                </c:pt>
                <c:pt idx="2675">
                  <c:v>46113</c:v>
                </c:pt>
                <c:pt idx="2676">
                  <c:v>46114</c:v>
                </c:pt>
                <c:pt idx="2677">
                  <c:v>46118</c:v>
                </c:pt>
                <c:pt idx="2678">
                  <c:v>46119</c:v>
                </c:pt>
                <c:pt idx="2679">
                  <c:v>46120</c:v>
                </c:pt>
                <c:pt idx="2680">
                  <c:v>46121</c:v>
                </c:pt>
                <c:pt idx="2681">
                  <c:v>46122</c:v>
                </c:pt>
                <c:pt idx="2682">
                  <c:v>46125</c:v>
                </c:pt>
                <c:pt idx="2683">
                  <c:v>46126</c:v>
                </c:pt>
                <c:pt idx="2684">
                  <c:v>46127</c:v>
                </c:pt>
                <c:pt idx="2685">
                  <c:v>46128</c:v>
                </c:pt>
                <c:pt idx="2686">
                  <c:v>46129</c:v>
                </c:pt>
                <c:pt idx="2687">
                  <c:v>46132</c:v>
                </c:pt>
                <c:pt idx="2688">
                  <c:v>46134</c:v>
                </c:pt>
                <c:pt idx="2689">
                  <c:v>46135</c:v>
                </c:pt>
                <c:pt idx="2690">
                  <c:v>46136</c:v>
                </c:pt>
                <c:pt idx="2691">
                  <c:v>46139</c:v>
                </c:pt>
                <c:pt idx="2692">
                  <c:v>46140</c:v>
                </c:pt>
                <c:pt idx="2693">
                  <c:v>46141</c:v>
                </c:pt>
                <c:pt idx="2694">
                  <c:v>46142</c:v>
                </c:pt>
                <c:pt idx="2695">
                  <c:v>46146</c:v>
                </c:pt>
                <c:pt idx="2696">
                  <c:v>46147</c:v>
                </c:pt>
                <c:pt idx="2697">
                  <c:v>46148</c:v>
                </c:pt>
                <c:pt idx="2698">
                  <c:v>46149</c:v>
                </c:pt>
                <c:pt idx="2699">
                  <c:v>46150</c:v>
                </c:pt>
                <c:pt idx="2700">
                  <c:v>46153</c:v>
                </c:pt>
                <c:pt idx="2701">
                  <c:v>46154</c:v>
                </c:pt>
                <c:pt idx="2702">
                  <c:v>46155</c:v>
                </c:pt>
                <c:pt idx="2703">
                  <c:v>46156</c:v>
                </c:pt>
                <c:pt idx="2704">
                  <c:v>46157</c:v>
                </c:pt>
                <c:pt idx="2705">
                  <c:v>46160</c:v>
                </c:pt>
                <c:pt idx="2706">
                  <c:v>46161</c:v>
                </c:pt>
                <c:pt idx="2707">
                  <c:v>46162</c:v>
                </c:pt>
                <c:pt idx="2708">
                  <c:v>46163</c:v>
                </c:pt>
                <c:pt idx="2709">
                  <c:v>46164</c:v>
                </c:pt>
                <c:pt idx="2710">
                  <c:v>46167</c:v>
                </c:pt>
                <c:pt idx="2711">
                  <c:v>46168</c:v>
                </c:pt>
                <c:pt idx="2712">
                  <c:v>46169</c:v>
                </c:pt>
                <c:pt idx="2713">
                  <c:v>46170</c:v>
                </c:pt>
                <c:pt idx="2714">
                  <c:v>46171</c:v>
                </c:pt>
                <c:pt idx="2715">
                  <c:v>46174</c:v>
                </c:pt>
                <c:pt idx="2716">
                  <c:v>46175</c:v>
                </c:pt>
                <c:pt idx="2717">
                  <c:v>46176</c:v>
                </c:pt>
                <c:pt idx="2718">
                  <c:v>46178</c:v>
                </c:pt>
                <c:pt idx="2719">
                  <c:v>46181</c:v>
                </c:pt>
                <c:pt idx="2720">
                  <c:v>46182</c:v>
                </c:pt>
                <c:pt idx="2721">
                  <c:v>46183</c:v>
                </c:pt>
                <c:pt idx="2722">
                  <c:v>46184</c:v>
                </c:pt>
                <c:pt idx="2723">
                  <c:v>46185</c:v>
                </c:pt>
                <c:pt idx="2724">
                  <c:v>46188</c:v>
                </c:pt>
                <c:pt idx="2725">
                  <c:v>46189</c:v>
                </c:pt>
                <c:pt idx="2726">
                  <c:v>46190</c:v>
                </c:pt>
                <c:pt idx="2727">
                  <c:v>46191</c:v>
                </c:pt>
                <c:pt idx="2728">
                  <c:v>46192</c:v>
                </c:pt>
                <c:pt idx="2729">
                  <c:v>46195</c:v>
                </c:pt>
                <c:pt idx="2730">
                  <c:v>46196</c:v>
                </c:pt>
                <c:pt idx="2731">
                  <c:v>46197</c:v>
                </c:pt>
                <c:pt idx="2732">
                  <c:v>46198</c:v>
                </c:pt>
                <c:pt idx="2733">
                  <c:v>46199</c:v>
                </c:pt>
                <c:pt idx="2734">
                  <c:v>46202</c:v>
                </c:pt>
                <c:pt idx="2735">
                  <c:v>46203</c:v>
                </c:pt>
                <c:pt idx="2736">
                  <c:v>46204</c:v>
                </c:pt>
                <c:pt idx="2737">
                  <c:v>46205</c:v>
                </c:pt>
                <c:pt idx="2738">
                  <c:v>46206</c:v>
                </c:pt>
                <c:pt idx="2739">
                  <c:v>46209</c:v>
                </c:pt>
                <c:pt idx="2740">
                  <c:v>46210</c:v>
                </c:pt>
                <c:pt idx="2741">
                  <c:v>46211</c:v>
                </c:pt>
                <c:pt idx="2742">
                  <c:v>46212</c:v>
                </c:pt>
                <c:pt idx="2743">
                  <c:v>46213</c:v>
                </c:pt>
                <c:pt idx="2744">
                  <c:v>46216</c:v>
                </c:pt>
                <c:pt idx="2745">
                  <c:v>46217</c:v>
                </c:pt>
                <c:pt idx="2746">
                  <c:v>46218</c:v>
                </c:pt>
                <c:pt idx="2747">
                  <c:v>46219</c:v>
                </c:pt>
                <c:pt idx="2748">
                  <c:v>46220</c:v>
                </c:pt>
                <c:pt idx="2749">
                  <c:v>46223</c:v>
                </c:pt>
                <c:pt idx="2750">
                  <c:v>46224</c:v>
                </c:pt>
                <c:pt idx="2751">
                  <c:v>46225</c:v>
                </c:pt>
                <c:pt idx="2752">
                  <c:v>46226</c:v>
                </c:pt>
                <c:pt idx="2753">
                  <c:v>46227</c:v>
                </c:pt>
                <c:pt idx="2754">
                  <c:v>46230</c:v>
                </c:pt>
                <c:pt idx="2755">
                  <c:v>46231</c:v>
                </c:pt>
                <c:pt idx="2756">
                  <c:v>46232</c:v>
                </c:pt>
                <c:pt idx="2757">
                  <c:v>46233</c:v>
                </c:pt>
                <c:pt idx="2758">
                  <c:v>46234</c:v>
                </c:pt>
                <c:pt idx="2759">
                  <c:v>46237</c:v>
                </c:pt>
                <c:pt idx="2760">
                  <c:v>46238</c:v>
                </c:pt>
                <c:pt idx="2761">
                  <c:v>46239</c:v>
                </c:pt>
                <c:pt idx="2762">
                  <c:v>46240</c:v>
                </c:pt>
                <c:pt idx="2763">
                  <c:v>46241</c:v>
                </c:pt>
                <c:pt idx="2764">
                  <c:v>46244</c:v>
                </c:pt>
                <c:pt idx="2765">
                  <c:v>46245</c:v>
                </c:pt>
                <c:pt idx="2766">
                  <c:v>46246</c:v>
                </c:pt>
                <c:pt idx="2767">
                  <c:v>46247</c:v>
                </c:pt>
                <c:pt idx="2768">
                  <c:v>46248</c:v>
                </c:pt>
                <c:pt idx="2769">
                  <c:v>46251</c:v>
                </c:pt>
                <c:pt idx="2770">
                  <c:v>46252</c:v>
                </c:pt>
                <c:pt idx="2771">
                  <c:v>46253</c:v>
                </c:pt>
                <c:pt idx="2772">
                  <c:v>46254</c:v>
                </c:pt>
                <c:pt idx="2773">
                  <c:v>46255</c:v>
                </c:pt>
                <c:pt idx="2774">
                  <c:v>46258</c:v>
                </c:pt>
                <c:pt idx="2775">
                  <c:v>46259</c:v>
                </c:pt>
                <c:pt idx="2776">
                  <c:v>46260</c:v>
                </c:pt>
                <c:pt idx="2777">
                  <c:v>46261</c:v>
                </c:pt>
                <c:pt idx="2778">
                  <c:v>46262</c:v>
                </c:pt>
              </c:numCache>
            </c:numRef>
          </c:cat>
          <c:val>
            <c:numRef>
              <c:f>Sheet1!$B$2:$B$2768</c:f>
              <c:numCache>
                <c:formatCode>0.0</c:formatCode>
                <c:ptCount val="2779"/>
                <c:pt idx="0">
                  <c:v>-0.60849285710000001</c:v>
                </c:pt>
                <c:pt idx="1">
                  <c:v>-0.51435588340000005</c:v>
                </c:pt>
                <c:pt idx="2">
                  <c:v>-0.46742409950000002</c:v>
                </c:pt>
                <c:pt idx="3">
                  <c:v>-0.4082832877</c:v>
                </c:pt>
                <c:pt idx="4">
                  <c:v>-0.30636534189999998</c:v>
                </c:pt>
                <c:pt idx="5">
                  <c:v>-0.1826943238</c:v>
                </c:pt>
                <c:pt idx="6">
                  <c:v>-6.3031484799999996E-2</c:v>
                </c:pt>
                <c:pt idx="7">
                  <c:v>-7.8973690900000004E-2</c:v>
                </c:pt>
                <c:pt idx="8">
                  <c:v>-0.1059546349</c:v>
                </c:pt>
                <c:pt idx="9">
                  <c:v>-0.11767623839999999</c:v>
                </c:pt>
                <c:pt idx="10">
                  <c:v>-6.9678776799999995E-2</c:v>
                </c:pt>
                <c:pt idx="11">
                  <c:v>-7.5176710699999996E-2</c:v>
                </c:pt>
                <c:pt idx="12">
                  <c:v>-7.4789594200000004E-2</c:v>
                </c:pt>
                <c:pt idx="13">
                  <c:v>-6.43851857E-2</c:v>
                </c:pt>
                <c:pt idx="14">
                  <c:v>-2.7838824299999999E-2</c:v>
                </c:pt>
                <c:pt idx="15">
                  <c:v>-2.4205659399999999E-2</c:v>
                </c:pt>
                <c:pt idx="16">
                  <c:v>-4.1707082399999998E-2</c:v>
                </c:pt>
                <c:pt idx="17">
                  <c:v>-3.4241583999999999E-2</c:v>
                </c:pt>
                <c:pt idx="18">
                  <c:v>-7.1792822399999998E-2</c:v>
                </c:pt>
                <c:pt idx="19">
                  <c:v>-6.5200734400000002E-2</c:v>
                </c:pt>
                <c:pt idx="20">
                  <c:v>-7.09760589E-2</c:v>
                </c:pt>
                <c:pt idx="21">
                  <c:v>-0.1034419629</c:v>
                </c:pt>
                <c:pt idx="22">
                  <c:v>-0.16482294240000001</c:v>
                </c:pt>
                <c:pt idx="23">
                  <c:v>-0.1659063794</c:v>
                </c:pt>
                <c:pt idx="24">
                  <c:v>-0.18364737680000001</c:v>
                </c:pt>
                <c:pt idx="25">
                  <c:v>-0.14236976300000001</c:v>
                </c:pt>
                <c:pt idx="26">
                  <c:v>-0.1510643425</c:v>
                </c:pt>
                <c:pt idx="27">
                  <c:v>-0.10008893990000001</c:v>
                </c:pt>
                <c:pt idx="28">
                  <c:v>0.1239154531</c:v>
                </c:pt>
                <c:pt idx="29">
                  <c:v>0.2300731064</c:v>
                </c:pt>
                <c:pt idx="30">
                  <c:v>0.34943952779999998</c:v>
                </c:pt>
                <c:pt idx="31">
                  <c:v>0.41929961399999999</c:v>
                </c:pt>
                <c:pt idx="32">
                  <c:v>0.57346144480000005</c:v>
                </c:pt>
                <c:pt idx="33">
                  <c:v>0.69992875119999998</c:v>
                </c:pt>
                <c:pt idx="34">
                  <c:v>0.78927868209999996</c:v>
                </c:pt>
                <c:pt idx="35">
                  <c:v>0.84200380500000005</c:v>
                </c:pt>
                <c:pt idx="36">
                  <c:v>0.84751281300000003</c:v>
                </c:pt>
                <c:pt idx="37">
                  <c:v>0.90507485099999996</c:v>
                </c:pt>
                <c:pt idx="38">
                  <c:v>0.93209207149999995</c:v>
                </c:pt>
                <c:pt idx="39">
                  <c:v>1.0318749022</c:v>
                </c:pt>
                <c:pt idx="40">
                  <c:v>1.0183137100999999</c:v>
                </c:pt>
                <c:pt idx="41">
                  <c:v>0.97555283790000002</c:v>
                </c:pt>
                <c:pt idx="42">
                  <c:v>0.97771818740000005</c:v>
                </c:pt>
                <c:pt idx="43">
                  <c:v>1.0446606265</c:v>
                </c:pt>
                <c:pt idx="44">
                  <c:v>1.0322389899</c:v>
                </c:pt>
                <c:pt idx="45">
                  <c:v>1.0162433145000001</c:v>
                </c:pt>
                <c:pt idx="46">
                  <c:v>0.93395964649999996</c:v>
                </c:pt>
                <c:pt idx="47">
                  <c:v>0.91544202919999995</c:v>
                </c:pt>
                <c:pt idx="48">
                  <c:v>0.89117410969999999</c:v>
                </c:pt>
                <c:pt idx="49">
                  <c:v>0.80172273279999995</c:v>
                </c:pt>
                <c:pt idx="50">
                  <c:v>0.75457180489999998</c:v>
                </c:pt>
                <c:pt idx="51">
                  <c:v>0.66552210550000002</c:v>
                </c:pt>
                <c:pt idx="52">
                  <c:v>0.60311020059999998</c:v>
                </c:pt>
                <c:pt idx="53">
                  <c:v>0.59235574030000004</c:v>
                </c:pt>
                <c:pt idx="54">
                  <c:v>0.60151253299999996</c:v>
                </c:pt>
                <c:pt idx="55">
                  <c:v>0.57105924009999998</c:v>
                </c:pt>
                <c:pt idx="56">
                  <c:v>0.49979024319999998</c:v>
                </c:pt>
                <c:pt idx="57">
                  <c:v>0.50336647369999998</c:v>
                </c:pt>
                <c:pt idx="58">
                  <c:v>0.48896521279999999</c:v>
                </c:pt>
                <c:pt idx="59">
                  <c:v>0.4622634256</c:v>
                </c:pt>
                <c:pt idx="60">
                  <c:v>0.51713195229999998</c:v>
                </c:pt>
                <c:pt idx="61">
                  <c:v>0.59092352560000005</c:v>
                </c:pt>
                <c:pt idx="62">
                  <c:v>0.60965711170000003</c:v>
                </c:pt>
                <c:pt idx="63">
                  <c:v>0.63616694070000002</c:v>
                </c:pt>
                <c:pt idx="64">
                  <c:v>0.59455241349999999</c:v>
                </c:pt>
                <c:pt idx="65">
                  <c:v>0.55551533060000002</c:v>
                </c:pt>
                <c:pt idx="66">
                  <c:v>0.5068361992</c:v>
                </c:pt>
                <c:pt idx="67">
                  <c:v>0.50007695100000005</c:v>
                </c:pt>
                <c:pt idx="68">
                  <c:v>0.48038018539999999</c:v>
                </c:pt>
                <c:pt idx="69">
                  <c:v>0.43463852359999999</c:v>
                </c:pt>
                <c:pt idx="70">
                  <c:v>0.45968593639999999</c:v>
                </c:pt>
                <c:pt idx="71">
                  <c:v>0.49671810490000001</c:v>
                </c:pt>
                <c:pt idx="72">
                  <c:v>0.5192822413</c:v>
                </c:pt>
                <c:pt idx="73">
                  <c:v>0.51670721630000005</c:v>
                </c:pt>
                <c:pt idx="74">
                  <c:v>0.41875270840000001</c:v>
                </c:pt>
                <c:pt idx="75">
                  <c:v>0.3025178516</c:v>
                </c:pt>
                <c:pt idx="76">
                  <c:v>0.20627032919999999</c:v>
                </c:pt>
                <c:pt idx="77">
                  <c:v>0.1190495069</c:v>
                </c:pt>
                <c:pt idx="78">
                  <c:v>-1.14119263E-2</c:v>
                </c:pt>
                <c:pt idx="79">
                  <c:v>-0.16459696060000001</c:v>
                </c:pt>
                <c:pt idx="80">
                  <c:v>-0.24610760910000001</c:v>
                </c:pt>
                <c:pt idx="81">
                  <c:v>-0.44011954479999998</c:v>
                </c:pt>
                <c:pt idx="82">
                  <c:v>-0.681044435</c:v>
                </c:pt>
                <c:pt idx="83">
                  <c:v>-0.82506259319999997</c:v>
                </c:pt>
                <c:pt idx="84">
                  <c:v>-1.0232436063999999</c:v>
                </c:pt>
                <c:pt idx="85">
                  <c:v>-1.1718068156999999</c:v>
                </c:pt>
                <c:pt idx="86">
                  <c:v>-1.3240123914999999</c:v>
                </c:pt>
                <c:pt idx="87">
                  <c:v>-1.4963698354999999</c:v>
                </c:pt>
                <c:pt idx="88">
                  <c:v>-1.6294899302000001</c:v>
                </c:pt>
                <c:pt idx="89">
                  <c:v>-1.7315247297</c:v>
                </c:pt>
                <c:pt idx="90">
                  <c:v>-1.8607358575999999</c:v>
                </c:pt>
                <c:pt idx="91">
                  <c:v>-2.0027809627000002</c:v>
                </c:pt>
                <c:pt idx="92">
                  <c:v>-2.1437573407000001</c:v>
                </c:pt>
                <c:pt idx="93">
                  <c:v>-2.3219579925999998</c:v>
                </c:pt>
                <c:pt idx="94">
                  <c:v>-2.4493663415000002</c:v>
                </c:pt>
                <c:pt idx="95">
                  <c:v>-2.5377636287000001</c:v>
                </c:pt>
                <c:pt idx="96">
                  <c:v>-2.5767467495999998</c:v>
                </c:pt>
                <c:pt idx="97">
                  <c:v>-2.6365707783999999</c:v>
                </c:pt>
                <c:pt idx="98">
                  <c:v>-2.6619493249000001</c:v>
                </c:pt>
                <c:pt idx="99">
                  <c:v>-2.6123541588000001</c:v>
                </c:pt>
                <c:pt idx="100">
                  <c:v>-2.5994184760999999</c:v>
                </c:pt>
                <c:pt idx="101">
                  <c:v>-2.6032281952999998</c:v>
                </c:pt>
                <c:pt idx="102">
                  <c:v>-2.5272998152000001</c:v>
                </c:pt>
                <c:pt idx="103">
                  <c:v>-2.3824396008000002</c:v>
                </c:pt>
                <c:pt idx="104">
                  <c:v>-2.3031155003000001</c:v>
                </c:pt>
                <c:pt idx="105">
                  <c:v>-2.1424666533000001</c:v>
                </c:pt>
                <c:pt idx="106">
                  <c:v>-1.9999216186</c:v>
                </c:pt>
                <c:pt idx="107">
                  <c:v>-1.880355639</c:v>
                </c:pt>
                <c:pt idx="108">
                  <c:v>-1.7482726678</c:v>
                </c:pt>
                <c:pt idx="109">
                  <c:v>-1.6713307565</c:v>
                </c:pt>
                <c:pt idx="110">
                  <c:v>-1.5927612696</c:v>
                </c:pt>
                <c:pt idx="111">
                  <c:v>-1.5344909057</c:v>
                </c:pt>
                <c:pt idx="112">
                  <c:v>-1.4770706280999999</c:v>
                </c:pt>
                <c:pt idx="113">
                  <c:v>-1.381541707</c:v>
                </c:pt>
                <c:pt idx="114">
                  <c:v>-1.2183913857999999</c:v>
                </c:pt>
                <c:pt idx="115">
                  <c:v>-1.1194496035999999</c:v>
                </c:pt>
                <c:pt idx="116">
                  <c:v>-0.9627445469</c:v>
                </c:pt>
                <c:pt idx="117">
                  <c:v>-0.87460838750000003</c:v>
                </c:pt>
                <c:pt idx="118">
                  <c:v>-0.76651969379999996</c:v>
                </c:pt>
                <c:pt idx="119">
                  <c:v>-0.70894215530000004</c:v>
                </c:pt>
                <c:pt idx="120">
                  <c:v>-0.6987832142</c:v>
                </c:pt>
                <c:pt idx="121">
                  <c:v>-0.63789241019999998</c:v>
                </c:pt>
                <c:pt idx="122">
                  <c:v>-0.58111318850000004</c:v>
                </c:pt>
                <c:pt idx="123">
                  <c:v>-0.5982178266</c:v>
                </c:pt>
                <c:pt idx="124">
                  <c:v>-0.59551695630000001</c:v>
                </c:pt>
                <c:pt idx="125">
                  <c:v>-0.58361068270000005</c:v>
                </c:pt>
                <c:pt idx="126">
                  <c:v>-0.69110997529999996</c:v>
                </c:pt>
                <c:pt idx="127">
                  <c:v>-0.77940280770000003</c:v>
                </c:pt>
                <c:pt idx="128">
                  <c:v>-0.79350163910000004</c:v>
                </c:pt>
                <c:pt idx="129">
                  <c:v>-0.78007138779999996</c:v>
                </c:pt>
                <c:pt idx="130">
                  <c:v>-0.72268664329999999</c:v>
                </c:pt>
                <c:pt idx="131">
                  <c:v>-0.73319543850000002</c:v>
                </c:pt>
                <c:pt idx="132">
                  <c:v>-0.84251093430000001</c:v>
                </c:pt>
                <c:pt idx="133">
                  <c:v>-0.96072219270000003</c:v>
                </c:pt>
                <c:pt idx="134">
                  <c:v>-1.1597056808999999</c:v>
                </c:pt>
                <c:pt idx="135">
                  <c:v>-1.3779833707</c:v>
                </c:pt>
                <c:pt idx="136">
                  <c:v>-1.4468456678999999</c:v>
                </c:pt>
                <c:pt idx="137">
                  <c:v>-1.6025534034</c:v>
                </c:pt>
                <c:pt idx="138">
                  <c:v>-1.6900457154999999</c:v>
                </c:pt>
                <c:pt idx="139">
                  <c:v>-1.689165137</c:v>
                </c:pt>
                <c:pt idx="140">
                  <c:v>-1.6549494715999999</c:v>
                </c:pt>
                <c:pt idx="141">
                  <c:v>-1.6315017539000001</c:v>
                </c:pt>
                <c:pt idx="142">
                  <c:v>-1.6690167449</c:v>
                </c:pt>
                <c:pt idx="143">
                  <c:v>-1.7334428114</c:v>
                </c:pt>
                <c:pt idx="144">
                  <c:v>-1.7439052965999999</c:v>
                </c:pt>
                <c:pt idx="145">
                  <c:v>-1.7607485667</c:v>
                </c:pt>
                <c:pt idx="146">
                  <c:v>-1.7559650309999999</c:v>
                </c:pt>
                <c:pt idx="147">
                  <c:v>-1.7073731613000001</c:v>
                </c:pt>
                <c:pt idx="148">
                  <c:v>-1.7118431998999999</c:v>
                </c:pt>
                <c:pt idx="149">
                  <c:v>-1.7570089983999999</c:v>
                </c:pt>
                <c:pt idx="150">
                  <c:v>-1.8429762438999999</c:v>
                </c:pt>
                <c:pt idx="151">
                  <c:v>-1.9573446117</c:v>
                </c:pt>
                <c:pt idx="152">
                  <c:v>-2.0052886053000001</c:v>
                </c:pt>
                <c:pt idx="153">
                  <c:v>-1.9165728502999999</c:v>
                </c:pt>
                <c:pt idx="154">
                  <c:v>-1.8627810832</c:v>
                </c:pt>
                <c:pt idx="155">
                  <c:v>-1.7844191288</c:v>
                </c:pt>
                <c:pt idx="156">
                  <c:v>-1.6995990191999999</c:v>
                </c:pt>
                <c:pt idx="157">
                  <c:v>-1.6612379746999999</c:v>
                </c:pt>
                <c:pt idx="158">
                  <c:v>-1.5847057028</c:v>
                </c:pt>
                <c:pt idx="159">
                  <c:v>-1.5627118951000001</c:v>
                </c:pt>
                <c:pt idx="160">
                  <c:v>-1.6109950931999999</c:v>
                </c:pt>
                <c:pt idx="161">
                  <c:v>-1.6179183274</c:v>
                </c:pt>
                <c:pt idx="162">
                  <c:v>-1.6251015779</c:v>
                </c:pt>
                <c:pt idx="163">
                  <c:v>-1.5747058348</c:v>
                </c:pt>
                <c:pt idx="164">
                  <c:v>-1.5773728442999999</c:v>
                </c:pt>
                <c:pt idx="165">
                  <c:v>-1.5794905844</c:v>
                </c:pt>
                <c:pt idx="166">
                  <c:v>-1.5601618328</c:v>
                </c:pt>
                <c:pt idx="167">
                  <c:v>-1.5431799068000001</c:v>
                </c:pt>
                <c:pt idx="168">
                  <c:v>-1.5128999932</c:v>
                </c:pt>
                <c:pt idx="169">
                  <c:v>-1.443114966</c:v>
                </c:pt>
                <c:pt idx="170">
                  <c:v>-1.3695134202000001</c:v>
                </c:pt>
                <c:pt idx="171">
                  <c:v>-1.2888866845</c:v>
                </c:pt>
                <c:pt idx="172">
                  <c:v>-1.2915312116</c:v>
                </c:pt>
                <c:pt idx="173">
                  <c:v>-1.3686604004</c:v>
                </c:pt>
                <c:pt idx="174">
                  <c:v>-1.5122026685000001</c:v>
                </c:pt>
                <c:pt idx="175">
                  <c:v>-1.5402455432</c:v>
                </c:pt>
                <c:pt idx="176">
                  <c:v>-1.5782332129000001</c:v>
                </c:pt>
                <c:pt idx="177">
                  <c:v>-1.6332670923999999</c:v>
                </c:pt>
                <c:pt idx="178">
                  <c:v>-1.6695119147999999</c:v>
                </c:pt>
                <c:pt idx="179">
                  <c:v>-1.6823997264999999</c:v>
                </c:pt>
                <c:pt idx="180">
                  <c:v>-1.7637889714999999</c:v>
                </c:pt>
                <c:pt idx="181">
                  <c:v>-1.8345918605</c:v>
                </c:pt>
                <c:pt idx="182">
                  <c:v>-1.9894016793</c:v>
                </c:pt>
                <c:pt idx="183">
                  <c:v>-2.1072060968000002</c:v>
                </c:pt>
                <c:pt idx="184">
                  <c:v>-2.2811580588</c:v>
                </c:pt>
                <c:pt idx="185">
                  <c:v>-2.3755720194999999</c:v>
                </c:pt>
                <c:pt idx="186">
                  <c:v>-2.4400357683</c:v>
                </c:pt>
                <c:pt idx="187">
                  <c:v>-2.4699649796999998</c:v>
                </c:pt>
                <c:pt idx="188">
                  <c:v>-2.5085425266999999</c:v>
                </c:pt>
                <c:pt idx="189">
                  <c:v>-2.5377241315000001</c:v>
                </c:pt>
                <c:pt idx="190">
                  <c:v>-2.5667311550999998</c:v>
                </c:pt>
                <c:pt idx="191">
                  <c:v>-2.6546363366999999</c:v>
                </c:pt>
                <c:pt idx="192">
                  <c:v>-2.6956710674000002</c:v>
                </c:pt>
                <c:pt idx="193">
                  <c:v>-2.6558630447999998</c:v>
                </c:pt>
                <c:pt idx="194">
                  <c:v>-2.5768832055000002</c:v>
                </c:pt>
                <c:pt idx="195">
                  <c:v>-2.4002319866000001</c:v>
                </c:pt>
                <c:pt idx="196">
                  <c:v>-2.3587714382999998</c:v>
                </c:pt>
                <c:pt idx="197">
                  <c:v>-2.3179521831000001</c:v>
                </c:pt>
                <c:pt idx="198">
                  <c:v>-2.2534440422999999</c:v>
                </c:pt>
                <c:pt idx="199">
                  <c:v>-2.2127398228000001</c:v>
                </c:pt>
                <c:pt idx="200">
                  <c:v>-2.1728322529000001</c:v>
                </c:pt>
                <c:pt idx="201">
                  <c:v>-2.0728576400000001</c:v>
                </c:pt>
                <c:pt idx="202">
                  <c:v>-1.9812688434000001</c:v>
                </c:pt>
                <c:pt idx="203">
                  <c:v>-1.8748320162000001</c:v>
                </c:pt>
                <c:pt idx="204">
                  <c:v>-1.7843397562000001</c:v>
                </c:pt>
                <c:pt idx="205">
                  <c:v>-1.6182742564000001</c:v>
                </c:pt>
                <c:pt idx="206">
                  <c:v>-1.4439210683999999</c:v>
                </c:pt>
                <c:pt idx="207">
                  <c:v>-1.3472676778999999</c:v>
                </c:pt>
                <c:pt idx="208">
                  <c:v>-1.3301758850000001</c:v>
                </c:pt>
                <c:pt idx="209">
                  <c:v>-1.3111425162000001</c:v>
                </c:pt>
                <c:pt idx="210">
                  <c:v>-1.2893056620000001</c:v>
                </c:pt>
                <c:pt idx="211">
                  <c:v>-1.2660409679</c:v>
                </c:pt>
                <c:pt idx="212">
                  <c:v>-1.2032232758000001</c:v>
                </c:pt>
                <c:pt idx="213">
                  <c:v>-1.1272508282</c:v>
                </c:pt>
                <c:pt idx="214">
                  <c:v>-1.0853696379</c:v>
                </c:pt>
                <c:pt idx="215">
                  <c:v>-1.0135407058000001</c:v>
                </c:pt>
                <c:pt idx="216">
                  <c:v>-0.99257664899999998</c:v>
                </c:pt>
                <c:pt idx="217">
                  <c:v>-0.93569455930000001</c:v>
                </c:pt>
                <c:pt idx="218">
                  <c:v>-0.84231395919999996</c:v>
                </c:pt>
                <c:pt idx="219">
                  <c:v>-0.77954422590000005</c:v>
                </c:pt>
                <c:pt idx="220">
                  <c:v>-0.72556260350000001</c:v>
                </c:pt>
                <c:pt idx="221">
                  <c:v>-0.70139979070000003</c:v>
                </c:pt>
                <c:pt idx="222">
                  <c:v>-0.64943635879999995</c:v>
                </c:pt>
                <c:pt idx="223">
                  <c:v>-0.61463693389999996</c:v>
                </c:pt>
                <c:pt idx="224">
                  <c:v>-0.54907376230000005</c:v>
                </c:pt>
                <c:pt idx="225">
                  <c:v>-0.48237139979999999</c:v>
                </c:pt>
                <c:pt idx="226">
                  <c:v>-0.44198007909999998</c:v>
                </c:pt>
                <c:pt idx="227">
                  <c:v>-0.4507371483</c:v>
                </c:pt>
                <c:pt idx="228">
                  <c:v>-0.43254733620000002</c:v>
                </c:pt>
                <c:pt idx="229">
                  <c:v>-0.38192836940000002</c:v>
                </c:pt>
                <c:pt idx="230">
                  <c:v>-0.29705958630000001</c:v>
                </c:pt>
                <c:pt idx="231">
                  <c:v>-0.25139782220000001</c:v>
                </c:pt>
                <c:pt idx="232">
                  <c:v>-0.19691681019999999</c:v>
                </c:pt>
                <c:pt idx="233">
                  <c:v>-0.14456010950000001</c:v>
                </c:pt>
                <c:pt idx="234">
                  <c:v>-0.15013994659999999</c:v>
                </c:pt>
                <c:pt idx="235">
                  <c:v>-0.1198370973</c:v>
                </c:pt>
                <c:pt idx="236">
                  <c:v>-0.1352704706</c:v>
                </c:pt>
                <c:pt idx="237">
                  <c:v>-0.15460581379999999</c:v>
                </c:pt>
                <c:pt idx="238">
                  <c:v>-0.16999344690000001</c:v>
                </c:pt>
                <c:pt idx="239">
                  <c:v>-0.19144253450000001</c:v>
                </c:pt>
                <c:pt idx="240">
                  <c:v>-0.2128984334</c:v>
                </c:pt>
                <c:pt idx="241">
                  <c:v>-0.22695328370000001</c:v>
                </c:pt>
                <c:pt idx="242">
                  <c:v>-0.2494105278</c:v>
                </c:pt>
                <c:pt idx="243">
                  <c:v>-0.25415951930000003</c:v>
                </c:pt>
                <c:pt idx="244">
                  <c:v>-0.22532363010000001</c:v>
                </c:pt>
                <c:pt idx="245">
                  <c:v>-0.20414596870000001</c:v>
                </c:pt>
                <c:pt idx="246">
                  <c:v>-0.209082502</c:v>
                </c:pt>
                <c:pt idx="247">
                  <c:v>-0.24671735859999999</c:v>
                </c:pt>
                <c:pt idx="248">
                  <c:v>-0.27174729050000002</c:v>
                </c:pt>
                <c:pt idx="249">
                  <c:v>-0.3226078953</c:v>
                </c:pt>
                <c:pt idx="250">
                  <c:v>-0.36534583659999997</c:v>
                </c:pt>
                <c:pt idx="251">
                  <c:v>-0.42529453430000003</c:v>
                </c:pt>
                <c:pt idx="252">
                  <c:v>-0.46911516980000001</c:v>
                </c:pt>
                <c:pt idx="253">
                  <c:v>-0.51105977629999999</c:v>
                </c:pt>
                <c:pt idx="254">
                  <c:v>-0.59734755080000002</c:v>
                </c:pt>
                <c:pt idx="255">
                  <c:v>-0.65559791840000003</c:v>
                </c:pt>
                <c:pt idx="256">
                  <c:v>-0.68689994300000001</c:v>
                </c:pt>
                <c:pt idx="257">
                  <c:v>-0.6851453421</c:v>
                </c:pt>
                <c:pt idx="258">
                  <c:v>-0.66663958109999999</c:v>
                </c:pt>
                <c:pt idx="259">
                  <c:v>-0.62176884379999997</c:v>
                </c:pt>
                <c:pt idx="260">
                  <c:v>-0.60385998620000003</c:v>
                </c:pt>
                <c:pt idx="261">
                  <c:v>-0.60584740479999999</c:v>
                </c:pt>
                <c:pt idx="262">
                  <c:v>-0.64359014830000005</c:v>
                </c:pt>
                <c:pt idx="263">
                  <c:v>-0.6442788814</c:v>
                </c:pt>
                <c:pt idx="264">
                  <c:v>-0.64228068490000001</c:v>
                </c:pt>
                <c:pt idx="265">
                  <c:v>-0.67872379540000005</c:v>
                </c:pt>
                <c:pt idx="266">
                  <c:v>-0.70190573199999995</c:v>
                </c:pt>
                <c:pt idx="267">
                  <c:v>-0.75251603710000003</c:v>
                </c:pt>
                <c:pt idx="268">
                  <c:v>-0.81099505260000004</c:v>
                </c:pt>
                <c:pt idx="269">
                  <c:v>-0.84607509359999999</c:v>
                </c:pt>
                <c:pt idx="270">
                  <c:v>-0.85219286250000004</c:v>
                </c:pt>
                <c:pt idx="271">
                  <c:v>-0.88318393139999996</c:v>
                </c:pt>
                <c:pt idx="272">
                  <c:v>-0.94254860920000005</c:v>
                </c:pt>
                <c:pt idx="273">
                  <c:v>-0.96434461670000005</c:v>
                </c:pt>
                <c:pt idx="274">
                  <c:v>-0.98455157950000005</c:v>
                </c:pt>
                <c:pt idx="275">
                  <c:v>-0.93777814930000003</c:v>
                </c:pt>
                <c:pt idx="276">
                  <c:v>-0.902128284</c:v>
                </c:pt>
                <c:pt idx="277">
                  <c:v>-0.92983654179999997</c:v>
                </c:pt>
                <c:pt idx="278">
                  <c:v>-0.95287304630000003</c:v>
                </c:pt>
                <c:pt idx="279">
                  <c:v>-0.92975982970000004</c:v>
                </c:pt>
                <c:pt idx="280">
                  <c:v>-0.906359582</c:v>
                </c:pt>
                <c:pt idx="281">
                  <c:v>-0.93956002530000005</c:v>
                </c:pt>
                <c:pt idx="282">
                  <c:v>-0.96309788789999995</c:v>
                </c:pt>
                <c:pt idx="283">
                  <c:v>-1.0045215778000001</c:v>
                </c:pt>
                <c:pt idx="284">
                  <c:v>-1.0130517915999999</c:v>
                </c:pt>
                <c:pt idx="285">
                  <c:v>-1.0350274254</c:v>
                </c:pt>
                <c:pt idx="286">
                  <c:v>-1.0106418925</c:v>
                </c:pt>
                <c:pt idx="287">
                  <c:v>-1.0288454003</c:v>
                </c:pt>
                <c:pt idx="288">
                  <c:v>-1.0375776828000001</c:v>
                </c:pt>
                <c:pt idx="289">
                  <c:v>-1.0353026938000001</c:v>
                </c:pt>
                <c:pt idx="290">
                  <c:v>-1.0416389264000001</c:v>
                </c:pt>
                <c:pt idx="291">
                  <c:v>-1.1089124669999999</c:v>
                </c:pt>
                <c:pt idx="292">
                  <c:v>-1.1617744654</c:v>
                </c:pt>
                <c:pt idx="293">
                  <c:v>-1.1510991035</c:v>
                </c:pt>
                <c:pt idx="294">
                  <c:v>-1.1596413312</c:v>
                </c:pt>
                <c:pt idx="295">
                  <c:v>-1.2045052592000001</c:v>
                </c:pt>
                <c:pt idx="296">
                  <c:v>-1.2125091467</c:v>
                </c:pt>
                <c:pt idx="297">
                  <c:v>-1.1933301927</c:v>
                </c:pt>
                <c:pt idx="298">
                  <c:v>-1.1632597579999999</c:v>
                </c:pt>
                <c:pt idx="299">
                  <c:v>-1.1343769742000001</c:v>
                </c:pt>
                <c:pt idx="300">
                  <c:v>-1.164328019</c:v>
                </c:pt>
                <c:pt idx="301">
                  <c:v>-1.1843975619</c:v>
                </c:pt>
                <c:pt idx="302">
                  <c:v>-1.1468401783</c:v>
                </c:pt>
                <c:pt idx="303">
                  <c:v>-1.0729304728</c:v>
                </c:pt>
                <c:pt idx="304">
                  <c:v>-0.98371481650000003</c:v>
                </c:pt>
                <c:pt idx="305">
                  <c:v>-0.95032515340000001</c:v>
                </c:pt>
                <c:pt idx="306">
                  <c:v>-0.91326529850000004</c:v>
                </c:pt>
                <c:pt idx="307">
                  <c:v>-0.88559381329999998</c:v>
                </c:pt>
                <c:pt idx="308">
                  <c:v>-0.8351003561</c:v>
                </c:pt>
                <c:pt idx="309">
                  <c:v>-0.75852261750000005</c:v>
                </c:pt>
                <c:pt idx="310">
                  <c:v>-0.66965883790000003</c:v>
                </c:pt>
                <c:pt idx="311">
                  <c:v>-0.60712117850000002</c:v>
                </c:pt>
                <c:pt idx="312">
                  <c:v>-0.47123657920000001</c:v>
                </c:pt>
                <c:pt idx="313">
                  <c:v>-0.35105455470000002</c:v>
                </c:pt>
                <c:pt idx="314">
                  <c:v>-0.26737938119999999</c:v>
                </c:pt>
                <c:pt idx="315">
                  <c:v>-0.1913283841</c:v>
                </c:pt>
                <c:pt idx="316">
                  <c:v>-0.1485236261</c:v>
                </c:pt>
                <c:pt idx="317">
                  <c:v>-0.1296973401</c:v>
                </c:pt>
                <c:pt idx="318">
                  <c:v>-0.1522332428</c:v>
                </c:pt>
                <c:pt idx="319">
                  <c:v>-0.14696234950000001</c:v>
                </c:pt>
                <c:pt idx="320">
                  <c:v>-0.14405469200000001</c:v>
                </c:pt>
                <c:pt idx="321">
                  <c:v>-0.13363833150000001</c:v>
                </c:pt>
                <c:pt idx="322">
                  <c:v>-0.19871056340000001</c:v>
                </c:pt>
                <c:pt idx="323">
                  <c:v>-0.2233955151</c:v>
                </c:pt>
                <c:pt idx="324">
                  <c:v>-0.21185359710000001</c:v>
                </c:pt>
                <c:pt idx="325">
                  <c:v>-0.23820132259999999</c:v>
                </c:pt>
                <c:pt idx="326">
                  <c:v>-0.23080678600000001</c:v>
                </c:pt>
                <c:pt idx="327">
                  <c:v>-0.23771489749999999</c:v>
                </c:pt>
                <c:pt idx="328">
                  <c:v>-0.27682661019999999</c:v>
                </c:pt>
                <c:pt idx="329">
                  <c:v>-0.28410001899999998</c:v>
                </c:pt>
                <c:pt idx="330">
                  <c:v>-0.2735419597</c:v>
                </c:pt>
                <c:pt idx="331">
                  <c:v>-0.24737121840000001</c:v>
                </c:pt>
                <c:pt idx="332">
                  <c:v>-0.23315330710000001</c:v>
                </c:pt>
                <c:pt idx="333">
                  <c:v>-0.24694772070000001</c:v>
                </c:pt>
                <c:pt idx="334">
                  <c:v>-0.2774053427</c:v>
                </c:pt>
                <c:pt idx="335">
                  <c:v>-0.28989669019999997</c:v>
                </c:pt>
                <c:pt idx="336">
                  <c:v>-0.29385867850000003</c:v>
                </c:pt>
                <c:pt idx="337">
                  <c:v>-0.21717301389999999</c:v>
                </c:pt>
                <c:pt idx="338">
                  <c:v>-0.13825701030000001</c:v>
                </c:pt>
                <c:pt idx="339">
                  <c:v>-4.3804772700000001E-2</c:v>
                </c:pt>
                <c:pt idx="340">
                  <c:v>3.75976924E-2</c:v>
                </c:pt>
                <c:pt idx="341">
                  <c:v>0.13301198010000001</c:v>
                </c:pt>
                <c:pt idx="342">
                  <c:v>0.22493096309999999</c:v>
                </c:pt>
                <c:pt idx="343">
                  <c:v>0.3241928818</c:v>
                </c:pt>
                <c:pt idx="344">
                  <c:v>0.36621501010000002</c:v>
                </c:pt>
                <c:pt idx="345">
                  <c:v>0.3229297948</c:v>
                </c:pt>
                <c:pt idx="346">
                  <c:v>0.288302646</c:v>
                </c:pt>
                <c:pt idx="347">
                  <c:v>0.2404036349</c:v>
                </c:pt>
                <c:pt idx="348">
                  <c:v>0.1689560661</c:v>
                </c:pt>
                <c:pt idx="349">
                  <c:v>0.18215436979999999</c:v>
                </c:pt>
                <c:pt idx="350">
                  <c:v>0.1438184669</c:v>
                </c:pt>
                <c:pt idx="351">
                  <c:v>0.1062005379</c:v>
                </c:pt>
                <c:pt idx="352">
                  <c:v>6.0036794099999999E-2</c:v>
                </c:pt>
                <c:pt idx="353">
                  <c:v>2.8939372599999999E-2</c:v>
                </c:pt>
                <c:pt idx="354">
                  <c:v>-6.8381822999999996E-3</c:v>
                </c:pt>
                <c:pt idx="355">
                  <c:v>-4.0127493200000003E-2</c:v>
                </c:pt>
                <c:pt idx="356">
                  <c:v>-9.0005940699999995E-2</c:v>
                </c:pt>
                <c:pt idx="357">
                  <c:v>-0.1350925717</c:v>
                </c:pt>
                <c:pt idx="358">
                  <c:v>-0.19612476379999999</c:v>
                </c:pt>
                <c:pt idx="359">
                  <c:v>-0.26917560769999999</c:v>
                </c:pt>
                <c:pt idx="360">
                  <c:v>-0.33417160379999999</c:v>
                </c:pt>
                <c:pt idx="361">
                  <c:v>-0.40882901630000001</c:v>
                </c:pt>
                <c:pt idx="362">
                  <c:v>-0.5137777577</c:v>
                </c:pt>
                <c:pt idx="363">
                  <c:v>-0.64165021170000003</c:v>
                </c:pt>
                <c:pt idx="364">
                  <c:v>-0.73649447199999996</c:v>
                </c:pt>
                <c:pt idx="365">
                  <c:v>-0.80611884950000001</c:v>
                </c:pt>
                <c:pt idx="366">
                  <c:v>-0.82180393460000001</c:v>
                </c:pt>
                <c:pt idx="367">
                  <c:v>-0.82534290040000002</c:v>
                </c:pt>
                <c:pt idx="368">
                  <c:v>-0.81978450309999995</c:v>
                </c:pt>
                <c:pt idx="369">
                  <c:v>-0.79616185500000003</c:v>
                </c:pt>
                <c:pt idx="370">
                  <c:v>-0.84195201809999998</c:v>
                </c:pt>
                <c:pt idx="371">
                  <c:v>-0.84778814229999999</c:v>
                </c:pt>
                <c:pt idx="372">
                  <c:v>-0.87254196719999999</c:v>
                </c:pt>
                <c:pt idx="373">
                  <c:v>-0.90790407049999999</c:v>
                </c:pt>
                <c:pt idx="374">
                  <c:v>-0.91358349080000001</c:v>
                </c:pt>
                <c:pt idx="375">
                  <c:v>-0.91482281359999995</c:v>
                </c:pt>
                <c:pt idx="376">
                  <c:v>-0.87731095510000001</c:v>
                </c:pt>
                <c:pt idx="377">
                  <c:v>-0.83681218410000002</c:v>
                </c:pt>
                <c:pt idx="378">
                  <c:v>-0.8045409805</c:v>
                </c:pt>
                <c:pt idx="379">
                  <c:v>-0.79979422280000001</c:v>
                </c:pt>
                <c:pt idx="380">
                  <c:v>-0.76583330869999999</c:v>
                </c:pt>
                <c:pt idx="381">
                  <c:v>-0.78438486600000001</c:v>
                </c:pt>
                <c:pt idx="382">
                  <c:v>-0.85272986819999996</c:v>
                </c:pt>
                <c:pt idx="383">
                  <c:v>-0.89765003830000001</c:v>
                </c:pt>
                <c:pt idx="384">
                  <c:v>-0.92135921200000004</c:v>
                </c:pt>
                <c:pt idx="385">
                  <c:v>-0.8949543606</c:v>
                </c:pt>
                <c:pt idx="386">
                  <c:v>-0.90137479310000002</c:v>
                </c:pt>
                <c:pt idx="387">
                  <c:v>-0.91089141969999998</c:v>
                </c:pt>
                <c:pt idx="388">
                  <c:v>-0.89116385279999999</c:v>
                </c:pt>
                <c:pt idx="389">
                  <c:v>-0.88556165649999996</c:v>
                </c:pt>
                <c:pt idx="390">
                  <c:v>-0.87580706649999995</c:v>
                </c:pt>
                <c:pt idx="391">
                  <c:v>-0.85767834200000004</c:v>
                </c:pt>
                <c:pt idx="392">
                  <c:v>-0.84824488190000003</c:v>
                </c:pt>
                <c:pt idx="393">
                  <c:v>-0.80736508100000004</c:v>
                </c:pt>
                <c:pt idx="394">
                  <c:v>-0.80143248420000002</c:v>
                </c:pt>
                <c:pt idx="395">
                  <c:v>-0.78296095229999996</c:v>
                </c:pt>
                <c:pt idx="396">
                  <c:v>-0.73494488660000001</c:v>
                </c:pt>
                <c:pt idx="397">
                  <c:v>-0.69271214439999995</c:v>
                </c:pt>
                <c:pt idx="398">
                  <c:v>-0.62263799740000003</c:v>
                </c:pt>
                <c:pt idx="399">
                  <c:v>-0.5998467945</c:v>
                </c:pt>
                <c:pt idx="400">
                  <c:v>-0.52069182069999997</c:v>
                </c:pt>
                <c:pt idx="401">
                  <c:v>-0.50897914129999999</c:v>
                </c:pt>
                <c:pt idx="402">
                  <c:v>-0.44889875689999997</c:v>
                </c:pt>
                <c:pt idx="403">
                  <c:v>-0.33841390869999999</c:v>
                </c:pt>
                <c:pt idx="404">
                  <c:v>-0.23827377890000001</c:v>
                </c:pt>
                <c:pt idx="405">
                  <c:v>-0.13378854279999999</c:v>
                </c:pt>
                <c:pt idx="406">
                  <c:v>-2.7097804400000002E-2</c:v>
                </c:pt>
                <c:pt idx="407">
                  <c:v>9.6688598799999997E-2</c:v>
                </c:pt>
                <c:pt idx="408">
                  <c:v>0.1911153699</c:v>
                </c:pt>
                <c:pt idx="409">
                  <c:v>0.31528097669999999</c:v>
                </c:pt>
                <c:pt idx="410">
                  <c:v>0.34373904869999999</c:v>
                </c:pt>
                <c:pt idx="411">
                  <c:v>0.41411239370000003</c:v>
                </c:pt>
                <c:pt idx="412">
                  <c:v>0.51932725739999996</c:v>
                </c:pt>
                <c:pt idx="413">
                  <c:v>0.62241871459999998</c:v>
                </c:pt>
                <c:pt idx="414">
                  <c:v>0.65136871969999999</c:v>
                </c:pt>
                <c:pt idx="415">
                  <c:v>0.73992767540000004</c:v>
                </c:pt>
                <c:pt idx="416">
                  <c:v>0.79109624349999996</c:v>
                </c:pt>
                <c:pt idx="417">
                  <c:v>0.80193520220000003</c:v>
                </c:pt>
                <c:pt idx="418">
                  <c:v>0.80804556240000003</c:v>
                </c:pt>
                <c:pt idx="419">
                  <c:v>0.77324707790000002</c:v>
                </c:pt>
                <c:pt idx="420">
                  <c:v>0.74732327939999998</c:v>
                </c:pt>
                <c:pt idx="421">
                  <c:v>0.69126550649999996</c:v>
                </c:pt>
                <c:pt idx="422">
                  <c:v>0.6747323462</c:v>
                </c:pt>
                <c:pt idx="423">
                  <c:v>0.63959431779999998</c:v>
                </c:pt>
                <c:pt idx="424">
                  <c:v>0.64045628389999998</c:v>
                </c:pt>
                <c:pt idx="425">
                  <c:v>0.61119205679999999</c:v>
                </c:pt>
                <c:pt idx="426">
                  <c:v>0.54517194849999995</c:v>
                </c:pt>
                <c:pt idx="427">
                  <c:v>0.46769670600000002</c:v>
                </c:pt>
                <c:pt idx="428">
                  <c:v>0.40989556430000001</c:v>
                </c:pt>
                <c:pt idx="429">
                  <c:v>0.36526462180000002</c:v>
                </c:pt>
                <c:pt idx="430">
                  <c:v>0.24617728659999999</c:v>
                </c:pt>
                <c:pt idx="431">
                  <c:v>0.2145480998</c:v>
                </c:pt>
                <c:pt idx="432">
                  <c:v>0.1100555424</c:v>
                </c:pt>
                <c:pt idx="433">
                  <c:v>-4.7832517999999999E-3</c:v>
                </c:pt>
                <c:pt idx="434">
                  <c:v>-0.11782056389999999</c:v>
                </c:pt>
                <c:pt idx="435">
                  <c:v>-0.20120941070000001</c:v>
                </c:pt>
                <c:pt idx="436">
                  <c:v>-0.26118498369999998</c:v>
                </c:pt>
                <c:pt idx="437">
                  <c:v>-0.3281416224</c:v>
                </c:pt>
                <c:pt idx="438">
                  <c:v>-0.35902887999999999</c:v>
                </c:pt>
                <c:pt idx="439">
                  <c:v>-0.4096803604</c:v>
                </c:pt>
                <c:pt idx="440">
                  <c:v>-0.48181865460000001</c:v>
                </c:pt>
                <c:pt idx="441">
                  <c:v>-0.50063384259999999</c:v>
                </c:pt>
                <c:pt idx="442">
                  <c:v>-0.55725891809999994</c:v>
                </c:pt>
                <c:pt idx="443">
                  <c:v>-0.62901390300000004</c:v>
                </c:pt>
                <c:pt idx="444">
                  <c:v>-0.68319121350000001</c:v>
                </c:pt>
                <c:pt idx="445">
                  <c:v>-0.72501337690000001</c:v>
                </c:pt>
                <c:pt idx="446">
                  <c:v>-0.70729784090000003</c:v>
                </c:pt>
                <c:pt idx="447">
                  <c:v>-0.70288635399999999</c:v>
                </c:pt>
                <c:pt idx="448">
                  <c:v>-0.71032251769999999</c:v>
                </c:pt>
                <c:pt idx="449">
                  <c:v>-0.70226684260000005</c:v>
                </c:pt>
                <c:pt idx="450">
                  <c:v>-0.77122063539999997</c:v>
                </c:pt>
                <c:pt idx="451">
                  <c:v>-0.78229792129999998</c:v>
                </c:pt>
                <c:pt idx="452">
                  <c:v>-0.80472905569999997</c:v>
                </c:pt>
                <c:pt idx="453">
                  <c:v>-0.81839088289999995</c:v>
                </c:pt>
                <c:pt idx="454">
                  <c:v>-0.82280427909999998</c:v>
                </c:pt>
                <c:pt idx="455">
                  <c:v>-0.8284076105</c:v>
                </c:pt>
                <c:pt idx="456">
                  <c:v>-0.84605850559999995</c:v>
                </c:pt>
                <c:pt idx="457">
                  <c:v>-0.89655807850000002</c:v>
                </c:pt>
                <c:pt idx="458">
                  <c:v>-0.84446616870000002</c:v>
                </c:pt>
                <c:pt idx="459">
                  <c:v>-0.82765037419999998</c:v>
                </c:pt>
                <c:pt idx="460">
                  <c:v>-0.82414051929999999</c:v>
                </c:pt>
                <c:pt idx="461">
                  <c:v>-0.78468276670000003</c:v>
                </c:pt>
                <c:pt idx="462">
                  <c:v>-0.74551856049999998</c:v>
                </c:pt>
                <c:pt idx="463">
                  <c:v>-0.71098017570000005</c:v>
                </c:pt>
                <c:pt idx="464">
                  <c:v>-0.65909396659999997</c:v>
                </c:pt>
                <c:pt idx="465">
                  <c:v>-0.5949655439</c:v>
                </c:pt>
                <c:pt idx="466">
                  <c:v>-0.53027067100000003</c:v>
                </c:pt>
                <c:pt idx="467">
                  <c:v>-0.56712543729999998</c:v>
                </c:pt>
                <c:pt idx="468">
                  <c:v>-0.508606369</c:v>
                </c:pt>
                <c:pt idx="469">
                  <c:v>-0.48773512299999999</c:v>
                </c:pt>
                <c:pt idx="470">
                  <c:v>-0.50583729759999996</c:v>
                </c:pt>
                <c:pt idx="471">
                  <c:v>-0.44653492169999998</c:v>
                </c:pt>
                <c:pt idx="472">
                  <c:v>-0.4058768358</c:v>
                </c:pt>
                <c:pt idx="473">
                  <c:v>-0.4319357546</c:v>
                </c:pt>
                <c:pt idx="474">
                  <c:v>-0.43324528410000002</c:v>
                </c:pt>
                <c:pt idx="475">
                  <c:v>-0.40828113960000001</c:v>
                </c:pt>
                <c:pt idx="476">
                  <c:v>-0.3778574857</c:v>
                </c:pt>
                <c:pt idx="477">
                  <c:v>-0.31557290560000001</c:v>
                </c:pt>
                <c:pt idx="478">
                  <c:v>-0.25613369260000002</c:v>
                </c:pt>
                <c:pt idx="479">
                  <c:v>-0.29146233100000002</c:v>
                </c:pt>
                <c:pt idx="480">
                  <c:v>-0.32405945400000002</c:v>
                </c:pt>
                <c:pt idx="481">
                  <c:v>-0.34391759529999999</c:v>
                </c:pt>
                <c:pt idx="482">
                  <c:v>-0.38567980439999999</c:v>
                </c:pt>
                <c:pt idx="483">
                  <c:v>-0.43837144480000001</c:v>
                </c:pt>
                <c:pt idx="484">
                  <c:v>-0.44177874439999998</c:v>
                </c:pt>
                <c:pt idx="485">
                  <c:v>-0.43367250959999998</c:v>
                </c:pt>
                <c:pt idx="486">
                  <c:v>-0.41774607879999998</c:v>
                </c:pt>
                <c:pt idx="487">
                  <c:v>-0.46396998880000001</c:v>
                </c:pt>
                <c:pt idx="488">
                  <c:v>-0.4468963903</c:v>
                </c:pt>
                <c:pt idx="489">
                  <c:v>-0.47247058339999998</c:v>
                </c:pt>
                <c:pt idx="490">
                  <c:v>-0.490869687</c:v>
                </c:pt>
                <c:pt idx="491">
                  <c:v>-0.48565545240000002</c:v>
                </c:pt>
                <c:pt idx="492">
                  <c:v>-0.46685149669999998</c:v>
                </c:pt>
                <c:pt idx="493">
                  <c:v>-0.45636856260000003</c:v>
                </c:pt>
                <c:pt idx="494">
                  <c:v>-0.38693083210000001</c:v>
                </c:pt>
                <c:pt idx="495">
                  <c:v>-0.39137860889999998</c:v>
                </c:pt>
                <c:pt idx="496">
                  <c:v>-0.46227940109999999</c:v>
                </c:pt>
                <c:pt idx="497">
                  <c:v>-0.4992520741</c:v>
                </c:pt>
                <c:pt idx="498">
                  <c:v>-0.53292792200000005</c:v>
                </c:pt>
                <c:pt idx="499">
                  <c:v>-0.57484824509999999</c:v>
                </c:pt>
                <c:pt idx="500">
                  <c:v>-0.61569901059999999</c:v>
                </c:pt>
                <c:pt idx="501">
                  <c:v>-0.63237030940000005</c:v>
                </c:pt>
                <c:pt idx="502">
                  <c:v>-0.64187402059999998</c:v>
                </c:pt>
                <c:pt idx="503">
                  <c:v>-0.64734823470000002</c:v>
                </c:pt>
                <c:pt idx="504">
                  <c:v>-0.64983760759999998</c:v>
                </c:pt>
                <c:pt idx="505">
                  <c:v>-0.68657104859999996</c:v>
                </c:pt>
                <c:pt idx="506">
                  <c:v>-0.69894833199999995</c:v>
                </c:pt>
                <c:pt idx="507">
                  <c:v>-0.735471863</c:v>
                </c:pt>
                <c:pt idx="508">
                  <c:v>-0.79088959160000005</c:v>
                </c:pt>
                <c:pt idx="509">
                  <c:v>-0.84020686580000004</c:v>
                </c:pt>
                <c:pt idx="510">
                  <c:v>-0.89982274449999999</c:v>
                </c:pt>
                <c:pt idx="511">
                  <c:v>-0.98785091589999996</c:v>
                </c:pt>
                <c:pt idx="512">
                  <c:v>-1.0652869143000001</c:v>
                </c:pt>
                <c:pt idx="513">
                  <c:v>-1.0949689949999999</c:v>
                </c:pt>
                <c:pt idx="514">
                  <c:v>-1.1581287805</c:v>
                </c:pt>
                <c:pt idx="515">
                  <c:v>-1.2629980569999999</c:v>
                </c:pt>
                <c:pt idx="516">
                  <c:v>-1.2913650017</c:v>
                </c:pt>
                <c:pt idx="517">
                  <c:v>-1.2702488848</c:v>
                </c:pt>
                <c:pt idx="518">
                  <c:v>-1.2349510266999999</c:v>
                </c:pt>
                <c:pt idx="519">
                  <c:v>-1.2432932984</c:v>
                </c:pt>
                <c:pt idx="520">
                  <c:v>-1.2393825799</c:v>
                </c:pt>
                <c:pt idx="521">
                  <c:v>-1.2063092501999999</c:v>
                </c:pt>
                <c:pt idx="522">
                  <c:v>-1.1896775049999999</c:v>
                </c:pt>
                <c:pt idx="523">
                  <c:v>-1.2594483478</c:v>
                </c:pt>
                <c:pt idx="524">
                  <c:v>-1.2830537325</c:v>
                </c:pt>
                <c:pt idx="525">
                  <c:v>-1.3591399648</c:v>
                </c:pt>
                <c:pt idx="526">
                  <c:v>-1.3699698517000001</c:v>
                </c:pt>
                <c:pt idx="527">
                  <c:v>-1.4491413402</c:v>
                </c:pt>
                <c:pt idx="528">
                  <c:v>-1.5450655595</c:v>
                </c:pt>
                <c:pt idx="529">
                  <c:v>-1.6115591436000001</c:v>
                </c:pt>
                <c:pt idx="530">
                  <c:v>-1.6726203817</c:v>
                </c:pt>
                <c:pt idx="531">
                  <c:v>-1.7135174166</c:v>
                </c:pt>
                <c:pt idx="532">
                  <c:v>-1.7427358275</c:v>
                </c:pt>
                <c:pt idx="533">
                  <c:v>-1.7598328829000001</c:v>
                </c:pt>
                <c:pt idx="534">
                  <c:v>-1.8569772645</c:v>
                </c:pt>
                <c:pt idx="535">
                  <c:v>-1.9121431892</c:v>
                </c:pt>
                <c:pt idx="536">
                  <c:v>-1.847012195</c:v>
                </c:pt>
                <c:pt idx="537">
                  <c:v>-1.7701720325000001</c:v>
                </c:pt>
                <c:pt idx="538">
                  <c:v>-1.7129754784</c:v>
                </c:pt>
                <c:pt idx="539">
                  <c:v>-1.7109396363</c:v>
                </c:pt>
                <c:pt idx="540">
                  <c:v>-1.6889468092</c:v>
                </c:pt>
                <c:pt idx="541">
                  <c:v>-1.6738626512000001</c:v>
                </c:pt>
                <c:pt idx="542">
                  <c:v>-1.6759028637</c:v>
                </c:pt>
                <c:pt idx="543">
                  <c:v>-1.6901855126000001</c:v>
                </c:pt>
                <c:pt idx="544">
                  <c:v>-1.6094841821999999</c:v>
                </c:pt>
                <c:pt idx="545">
                  <c:v>-1.542415342</c:v>
                </c:pt>
                <c:pt idx="546">
                  <c:v>-1.4238145981999999</c:v>
                </c:pt>
                <c:pt idx="547">
                  <c:v>-1.3957643166</c:v>
                </c:pt>
                <c:pt idx="548">
                  <c:v>-1.3495884473999999</c:v>
                </c:pt>
                <c:pt idx="549">
                  <c:v>-1.2624132662000001</c:v>
                </c:pt>
                <c:pt idx="550">
                  <c:v>-1.1832066743</c:v>
                </c:pt>
                <c:pt idx="551">
                  <c:v>-1.1077752066</c:v>
                </c:pt>
                <c:pt idx="552">
                  <c:v>-1.0098330565</c:v>
                </c:pt>
                <c:pt idx="553">
                  <c:v>-0.87844667659999998</c:v>
                </c:pt>
                <c:pt idx="554">
                  <c:v>-0.76627030600000001</c:v>
                </c:pt>
                <c:pt idx="555">
                  <c:v>-0.62846256030000003</c:v>
                </c:pt>
                <c:pt idx="556">
                  <c:v>-0.54138667080000002</c:v>
                </c:pt>
                <c:pt idx="557">
                  <c:v>-0.53757168600000005</c:v>
                </c:pt>
                <c:pt idx="558">
                  <c:v>-0.4928141352</c:v>
                </c:pt>
                <c:pt idx="559">
                  <c:v>-0.43702881999999998</c:v>
                </c:pt>
                <c:pt idx="560">
                  <c:v>-0.32369702360000002</c:v>
                </c:pt>
                <c:pt idx="561">
                  <c:v>-0.1800617873</c:v>
                </c:pt>
                <c:pt idx="562">
                  <c:v>-6.5208004200000003E-2</c:v>
                </c:pt>
                <c:pt idx="563">
                  <c:v>2.05349895E-2</c:v>
                </c:pt>
                <c:pt idx="564">
                  <c:v>0.11954346809999999</c:v>
                </c:pt>
                <c:pt idx="565">
                  <c:v>0.19989073299999999</c:v>
                </c:pt>
                <c:pt idx="566">
                  <c:v>0.24792712829999999</c:v>
                </c:pt>
                <c:pt idx="567">
                  <c:v>0.26617736240000001</c:v>
                </c:pt>
                <c:pt idx="568">
                  <c:v>0.34129117149999999</c:v>
                </c:pt>
                <c:pt idx="569">
                  <c:v>0.40711096479999997</c:v>
                </c:pt>
                <c:pt idx="570">
                  <c:v>0.45332282820000003</c:v>
                </c:pt>
                <c:pt idx="571">
                  <c:v>0.51599147499999998</c:v>
                </c:pt>
                <c:pt idx="572">
                  <c:v>0.60964511690000001</c:v>
                </c:pt>
                <c:pt idx="573">
                  <c:v>0.65573668610000002</c:v>
                </c:pt>
                <c:pt idx="574">
                  <c:v>0.70653215849999995</c:v>
                </c:pt>
                <c:pt idx="575">
                  <c:v>0.75066711239999995</c:v>
                </c:pt>
                <c:pt idx="576">
                  <c:v>0.76309779850000004</c:v>
                </c:pt>
                <c:pt idx="577">
                  <c:v>0.83409509520000003</c:v>
                </c:pt>
                <c:pt idx="578">
                  <c:v>0.90034629980000003</c:v>
                </c:pt>
                <c:pt idx="579">
                  <c:v>0.92894059920000005</c:v>
                </c:pt>
                <c:pt idx="580">
                  <c:v>0.91485819049999995</c:v>
                </c:pt>
                <c:pt idx="581">
                  <c:v>0.88079854280000003</c:v>
                </c:pt>
                <c:pt idx="582">
                  <c:v>0.82746175850000003</c:v>
                </c:pt>
                <c:pt idx="583">
                  <c:v>0.8430486519</c:v>
                </c:pt>
                <c:pt idx="584">
                  <c:v>0.89617148869999996</c:v>
                </c:pt>
                <c:pt idx="585">
                  <c:v>0.94167330699999996</c:v>
                </c:pt>
                <c:pt idx="586">
                  <c:v>0.98124852110000005</c:v>
                </c:pt>
                <c:pt idx="587">
                  <c:v>1.0032879862999999</c:v>
                </c:pt>
                <c:pt idx="588">
                  <c:v>1.0612017524999999</c:v>
                </c:pt>
                <c:pt idx="589">
                  <c:v>1.1150927133999999</c:v>
                </c:pt>
                <c:pt idx="590">
                  <c:v>1.1432697771</c:v>
                </c:pt>
                <c:pt idx="591">
                  <c:v>1.1366363429999999</c:v>
                </c:pt>
                <c:pt idx="592">
                  <c:v>1.1198320084</c:v>
                </c:pt>
                <c:pt idx="593">
                  <c:v>1.1236139860000001</c:v>
                </c:pt>
                <c:pt idx="594">
                  <c:v>1.1350514387999999</c:v>
                </c:pt>
                <c:pt idx="595">
                  <c:v>1.0713141077999999</c:v>
                </c:pt>
                <c:pt idx="596">
                  <c:v>0.99031895489999999</c:v>
                </c:pt>
                <c:pt idx="597">
                  <c:v>0.95916208680000004</c:v>
                </c:pt>
                <c:pt idx="598">
                  <c:v>0.9432359428</c:v>
                </c:pt>
                <c:pt idx="599">
                  <c:v>0.99062009070000001</c:v>
                </c:pt>
                <c:pt idx="600">
                  <c:v>0.95192475889999995</c:v>
                </c:pt>
                <c:pt idx="601">
                  <c:v>0.91087342029999996</c:v>
                </c:pt>
                <c:pt idx="602">
                  <c:v>0.81760088040000001</c:v>
                </c:pt>
                <c:pt idx="603">
                  <c:v>0.63277847300000001</c:v>
                </c:pt>
                <c:pt idx="604">
                  <c:v>0.39297849239999999</c:v>
                </c:pt>
                <c:pt idx="605">
                  <c:v>0.13543341410000001</c:v>
                </c:pt>
                <c:pt idx="606">
                  <c:v>-0.1248549794</c:v>
                </c:pt>
                <c:pt idx="607">
                  <c:v>-0.30561245650000002</c:v>
                </c:pt>
                <c:pt idx="608">
                  <c:v>-0.4489074448</c:v>
                </c:pt>
                <c:pt idx="609">
                  <c:v>-0.65065656419999995</c:v>
                </c:pt>
                <c:pt idx="610">
                  <c:v>-0.83454961630000002</c:v>
                </c:pt>
                <c:pt idx="611">
                  <c:v>-0.98640723019999998</c:v>
                </c:pt>
                <c:pt idx="612">
                  <c:v>-1.1110437887</c:v>
                </c:pt>
                <c:pt idx="613">
                  <c:v>-1.2271731207000001</c:v>
                </c:pt>
                <c:pt idx="614">
                  <c:v>-1.3748886343</c:v>
                </c:pt>
                <c:pt idx="615">
                  <c:v>-1.5382614023000001</c:v>
                </c:pt>
                <c:pt idx="616">
                  <c:v>-1.5631083826000001</c:v>
                </c:pt>
                <c:pt idx="617">
                  <c:v>-1.5697794532</c:v>
                </c:pt>
                <c:pt idx="618">
                  <c:v>-1.6237108805</c:v>
                </c:pt>
                <c:pt idx="619">
                  <c:v>-1.6930170845000001</c:v>
                </c:pt>
                <c:pt idx="620">
                  <c:v>-1.7696789703</c:v>
                </c:pt>
                <c:pt idx="621">
                  <c:v>-1.7635457776000001</c:v>
                </c:pt>
                <c:pt idx="622">
                  <c:v>-1.7495665376</c:v>
                </c:pt>
                <c:pt idx="623">
                  <c:v>-1.7434124848000001</c:v>
                </c:pt>
                <c:pt idx="624">
                  <c:v>-1.6578564680000001</c:v>
                </c:pt>
                <c:pt idx="625">
                  <c:v>-1.5471051311999999</c:v>
                </c:pt>
                <c:pt idx="626">
                  <c:v>-1.4414652107999999</c:v>
                </c:pt>
                <c:pt idx="627">
                  <c:v>-1.3559909482000001</c:v>
                </c:pt>
                <c:pt idx="628">
                  <c:v>-1.3121864548</c:v>
                </c:pt>
                <c:pt idx="629">
                  <c:v>-1.29993805</c:v>
                </c:pt>
                <c:pt idx="630">
                  <c:v>-1.2715258642</c:v>
                </c:pt>
                <c:pt idx="631">
                  <c:v>-1.2999317496</c:v>
                </c:pt>
                <c:pt idx="632">
                  <c:v>-1.2403545912</c:v>
                </c:pt>
                <c:pt idx="633">
                  <c:v>-1.1667297025000001</c:v>
                </c:pt>
                <c:pt idx="634">
                  <c:v>-1.126335133</c:v>
                </c:pt>
                <c:pt idx="635">
                  <c:v>-1.0820488131999999</c:v>
                </c:pt>
                <c:pt idx="636">
                  <c:v>-1.0193704423000001</c:v>
                </c:pt>
                <c:pt idx="637">
                  <c:v>-1.0258101094000001</c:v>
                </c:pt>
                <c:pt idx="638">
                  <c:v>-1.0521815953</c:v>
                </c:pt>
                <c:pt idx="639">
                  <c:v>-1.0715163909000001</c:v>
                </c:pt>
                <c:pt idx="640">
                  <c:v>-1.0873346368000001</c:v>
                </c:pt>
                <c:pt idx="641">
                  <c:v>-1.1479801136000001</c:v>
                </c:pt>
                <c:pt idx="642">
                  <c:v>-1.2042955011000001</c:v>
                </c:pt>
                <c:pt idx="643">
                  <c:v>-1.2039989686999999</c:v>
                </c:pt>
                <c:pt idx="644">
                  <c:v>-1.1551930708</c:v>
                </c:pt>
                <c:pt idx="645">
                  <c:v>-1.0698438009</c:v>
                </c:pt>
                <c:pt idx="646">
                  <c:v>-1.0116494721</c:v>
                </c:pt>
                <c:pt idx="647">
                  <c:v>-0.91639524429999997</c:v>
                </c:pt>
                <c:pt idx="648">
                  <c:v>-0.82483225910000002</c:v>
                </c:pt>
                <c:pt idx="649">
                  <c:v>-0.78585817039999994</c:v>
                </c:pt>
                <c:pt idx="650">
                  <c:v>-0.72661521520000005</c:v>
                </c:pt>
                <c:pt idx="651">
                  <c:v>-0.59568209080000001</c:v>
                </c:pt>
                <c:pt idx="652">
                  <c:v>-0.4019331686</c:v>
                </c:pt>
                <c:pt idx="653">
                  <c:v>-0.29499651500000001</c:v>
                </c:pt>
                <c:pt idx="654">
                  <c:v>-0.21085208799999999</c:v>
                </c:pt>
                <c:pt idx="655">
                  <c:v>-6.2612410100000002E-2</c:v>
                </c:pt>
                <c:pt idx="656">
                  <c:v>6.7170909500000001E-2</c:v>
                </c:pt>
                <c:pt idx="657">
                  <c:v>0.18336925609999999</c:v>
                </c:pt>
                <c:pt idx="658">
                  <c:v>0.29815651609999999</c:v>
                </c:pt>
                <c:pt idx="659">
                  <c:v>0.4652366463</c:v>
                </c:pt>
                <c:pt idx="660">
                  <c:v>0.63566539249999998</c:v>
                </c:pt>
                <c:pt idx="661">
                  <c:v>0.82653278770000005</c:v>
                </c:pt>
                <c:pt idx="662">
                  <c:v>0.97944104460000003</c:v>
                </c:pt>
                <c:pt idx="663">
                  <c:v>1.1296242166999999</c:v>
                </c:pt>
                <c:pt idx="664">
                  <c:v>1.2730254423</c:v>
                </c:pt>
                <c:pt idx="665">
                  <c:v>1.3716508629999999</c:v>
                </c:pt>
                <c:pt idx="666">
                  <c:v>1.4175437526000001</c:v>
                </c:pt>
                <c:pt idx="667">
                  <c:v>1.5056739452000001</c:v>
                </c:pt>
                <c:pt idx="668">
                  <c:v>1.5403298981</c:v>
                </c:pt>
                <c:pt idx="669">
                  <c:v>1.6397078205</c:v>
                </c:pt>
                <c:pt idx="670">
                  <c:v>1.7448420958999999</c:v>
                </c:pt>
                <c:pt idx="671">
                  <c:v>1.8084654060000001</c:v>
                </c:pt>
                <c:pt idx="672">
                  <c:v>1.871788429</c:v>
                </c:pt>
                <c:pt idx="673">
                  <c:v>1.9105843898999999</c:v>
                </c:pt>
                <c:pt idx="674">
                  <c:v>1.9602015559999999</c:v>
                </c:pt>
                <c:pt idx="675">
                  <c:v>1.9832279433</c:v>
                </c:pt>
                <c:pt idx="676">
                  <c:v>1.9412084571999999</c:v>
                </c:pt>
                <c:pt idx="677">
                  <c:v>1.8767419689</c:v>
                </c:pt>
                <c:pt idx="678">
                  <c:v>1.8642193505</c:v>
                </c:pt>
                <c:pt idx="679">
                  <c:v>1.8571924084</c:v>
                </c:pt>
                <c:pt idx="680">
                  <c:v>1.7828867880999999</c:v>
                </c:pt>
                <c:pt idx="681">
                  <c:v>1.8169043046</c:v>
                </c:pt>
                <c:pt idx="682">
                  <c:v>1.8536436203</c:v>
                </c:pt>
                <c:pt idx="683">
                  <c:v>1.9610314352</c:v>
                </c:pt>
                <c:pt idx="684">
                  <c:v>2.0449608995999999</c:v>
                </c:pt>
                <c:pt idx="685">
                  <c:v>2.0801580374999999</c:v>
                </c:pt>
                <c:pt idx="686">
                  <c:v>2.1185477273000002</c:v>
                </c:pt>
                <c:pt idx="687">
                  <c:v>2.1161143769000001</c:v>
                </c:pt>
                <c:pt idx="688">
                  <c:v>2.0964151104000002</c:v>
                </c:pt>
                <c:pt idx="689">
                  <c:v>2.1560908151999998</c:v>
                </c:pt>
                <c:pt idx="690">
                  <c:v>2.1244192069999999</c:v>
                </c:pt>
                <c:pt idx="691">
                  <c:v>2.0958823583999999</c:v>
                </c:pt>
                <c:pt idx="692">
                  <c:v>2.1576079722000001</c:v>
                </c:pt>
                <c:pt idx="693">
                  <c:v>2.1814216175999999</c:v>
                </c:pt>
                <c:pt idx="694">
                  <c:v>2.1537498296000002</c:v>
                </c:pt>
                <c:pt idx="695">
                  <c:v>2.1158218636999999</c:v>
                </c:pt>
                <c:pt idx="696">
                  <c:v>2.1443648278</c:v>
                </c:pt>
                <c:pt idx="697">
                  <c:v>2.2326168342999999</c:v>
                </c:pt>
                <c:pt idx="698">
                  <c:v>2.2875808324000002</c:v>
                </c:pt>
                <c:pt idx="699">
                  <c:v>2.3495664317</c:v>
                </c:pt>
                <c:pt idx="700">
                  <c:v>2.4171108514999999</c:v>
                </c:pt>
                <c:pt idx="701">
                  <c:v>2.4607985700000001</c:v>
                </c:pt>
                <c:pt idx="702">
                  <c:v>2.4307414173000002</c:v>
                </c:pt>
                <c:pt idx="703">
                  <c:v>2.3518158584000002</c:v>
                </c:pt>
                <c:pt idx="704">
                  <c:v>2.2755287177999999</c:v>
                </c:pt>
                <c:pt idx="705">
                  <c:v>2.2259125831</c:v>
                </c:pt>
                <c:pt idx="706">
                  <c:v>2.1740024399000002</c:v>
                </c:pt>
                <c:pt idx="707">
                  <c:v>2.1094471438000002</c:v>
                </c:pt>
                <c:pt idx="708">
                  <c:v>2.0324985132000002</c:v>
                </c:pt>
                <c:pt idx="709">
                  <c:v>1.9531316391</c:v>
                </c:pt>
                <c:pt idx="710">
                  <c:v>1.8121891021000001</c:v>
                </c:pt>
                <c:pt idx="711">
                  <c:v>1.77306611</c:v>
                </c:pt>
                <c:pt idx="712">
                  <c:v>1.723907275</c:v>
                </c:pt>
                <c:pt idx="713">
                  <c:v>1.6470566009000001</c:v>
                </c:pt>
                <c:pt idx="714">
                  <c:v>1.5574221559000001</c:v>
                </c:pt>
                <c:pt idx="715">
                  <c:v>1.4468354811999999</c:v>
                </c:pt>
                <c:pt idx="716">
                  <c:v>1.3888583747000001</c:v>
                </c:pt>
                <c:pt idx="717">
                  <c:v>1.2955563106000001</c:v>
                </c:pt>
                <c:pt idx="718">
                  <c:v>1.2050167616</c:v>
                </c:pt>
                <c:pt idx="719">
                  <c:v>1.1884866793</c:v>
                </c:pt>
                <c:pt idx="720">
                  <c:v>1.0823092622999999</c:v>
                </c:pt>
                <c:pt idx="721">
                  <c:v>0.96424904040000003</c:v>
                </c:pt>
                <c:pt idx="722">
                  <c:v>0.90880730180000002</c:v>
                </c:pt>
                <c:pt idx="723">
                  <c:v>0.86039651569999998</c:v>
                </c:pt>
                <c:pt idx="724">
                  <c:v>0.82866263760000003</c:v>
                </c:pt>
                <c:pt idx="725">
                  <c:v>0.7662785205</c:v>
                </c:pt>
                <c:pt idx="726">
                  <c:v>0.6410750301</c:v>
                </c:pt>
                <c:pt idx="727">
                  <c:v>0.51777480990000002</c:v>
                </c:pt>
                <c:pt idx="728">
                  <c:v>0.45074716129999998</c:v>
                </c:pt>
                <c:pt idx="729">
                  <c:v>0.45418679509999998</c:v>
                </c:pt>
                <c:pt idx="730">
                  <c:v>0.42869314879999998</c:v>
                </c:pt>
                <c:pt idx="731">
                  <c:v>0.41339290569999998</c:v>
                </c:pt>
                <c:pt idx="732">
                  <c:v>0.39545535999999998</c:v>
                </c:pt>
                <c:pt idx="733">
                  <c:v>0.42781864190000002</c:v>
                </c:pt>
                <c:pt idx="734">
                  <c:v>0.4317852056</c:v>
                </c:pt>
                <c:pt idx="735">
                  <c:v>0.42685670730000003</c:v>
                </c:pt>
                <c:pt idx="736">
                  <c:v>0.4836326386</c:v>
                </c:pt>
                <c:pt idx="737">
                  <c:v>0.47866711919999999</c:v>
                </c:pt>
                <c:pt idx="738">
                  <c:v>0.52292527909999997</c:v>
                </c:pt>
                <c:pt idx="739">
                  <c:v>0.54006572529999997</c:v>
                </c:pt>
                <c:pt idx="740">
                  <c:v>0.53429244450000002</c:v>
                </c:pt>
                <c:pt idx="741">
                  <c:v>0.60332201569999999</c:v>
                </c:pt>
                <c:pt idx="742">
                  <c:v>0.63603622699999995</c:v>
                </c:pt>
                <c:pt idx="743">
                  <c:v>0.65770329120000004</c:v>
                </c:pt>
                <c:pt idx="744">
                  <c:v>0.68006783550000005</c:v>
                </c:pt>
                <c:pt idx="745">
                  <c:v>0.72078465729999996</c:v>
                </c:pt>
                <c:pt idx="746">
                  <c:v>0.75832882089999998</c:v>
                </c:pt>
                <c:pt idx="747">
                  <c:v>0.88771774429999994</c:v>
                </c:pt>
                <c:pt idx="748">
                  <c:v>0.9877267139</c:v>
                </c:pt>
                <c:pt idx="749">
                  <c:v>1.0323885783</c:v>
                </c:pt>
                <c:pt idx="750">
                  <c:v>1.0039104898</c:v>
                </c:pt>
                <c:pt idx="751">
                  <c:v>1.0134712095</c:v>
                </c:pt>
                <c:pt idx="752">
                  <c:v>1.0273747973</c:v>
                </c:pt>
                <c:pt idx="753">
                  <c:v>0.98945179080000001</c:v>
                </c:pt>
                <c:pt idx="754">
                  <c:v>0.98499331400000001</c:v>
                </c:pt>
                <c:pt idx="755">
                  <c:v>0.94288677870000004</c:v>
                </c:pt>
                <c:pt idx="756">
                  <c:v>0.8824127813</c:v>
                </c:pt>
                <c:pt idx="757">
                  <c:v>0.89165403560000001</c:v>
                </c:pt>
                <c:pt idx="758">
                  <c:v>0.89406759179999995</c:v>
                </c:pt>
                <c:pt idx="759">
                  <c:v>0.89466035649999998</c:v>
                </c:pt>
                <c:pt idx="760">
                  <c:v>0.85359638250000003</c:v>
                </c:pt>
                <c:pt idx="761">
                  <c:v>0.86103475380000005</c:v>
                </c:pt>
                <c:pt idx="762">
                  <c:v>0.79456930790000002</c:v>
                </c:pt>
                <c:pt idx="763">
                  <c:v>0.7508259156</c:v>
                </c:pt>
                <c:pt idx="764">
                  <c:v>0.65562150360000004</c:v>
                </c:pt>
                <c:pt idx="765">
                  <c:v>0.52313414599999997</c:v>
                </c:pt>
                <c:pt idx="766">
                  <c:v>0.44542238629999997</c:v>
                </c:pt>
                <c:pt idx="767">
                  <c:v>0.38342653980000002</c:v>
                </c:pt>
                <c:pt idx="768">
                  <c:v>0.24180787440000001</c:v>
                </c:pt>
                <c:pt idx="769">
                  <c:v>0.15272325859999999</c:v>
                </c:pt>
                <c:pt idx="770">
                  <c:v>0.1189956408</c:v>
                </c:pt>
                <c:pt idx="771">
                  <c:v>0.15380465770000001</c:v>
                </c:pt>
                <c:pt idx="772">
                  <c:v>0.16799656509999999</c:v>
                </c:pt>
                <c:pt idx="773">
                  <c:v>0.14876965859999999</c:v>
                </c:pt>
                <c:pt idx="774">
                  <c:v>0.1521590786</c:v>
                </c:pt>
                <c:pt idx="775">
                  <c:v>0.1257204411</c:v>
                </c:pt>
                <c:pt idx="776">
                  <c:v>0.18135797919999999</c:v>
                </c:pt>
                <c:pt idx="777">
                  <c:v>0.25744633719999999</c:v>
                </c:pt>
                <c:pt idx="778">
                  <c:v>0.27801778440000002</c:v>
                </c:pt>
                <c:pt idx="779">
                  <c:v>0.29785722580000001</c:v>
                </c:pt>
                <c:pt idx="780">
                  <c:v>0.30018904569999999</c:v>
                </c:pt>
                <c:pt idx="781">
                  <c:v>0.36218200589999999</c:v>
                </c:pt>
                <c:pt idx="782">
                  <c:v>0.4023092834</c:v>
                </c:pt>
                <c:pt idx="783">
                  <c:v>0.4909621273</c:v>
                </c:pt>
                <c:pt idx="784">
                  <c:v>0.54130404830000001</c:v>
                </c:pt>
                <c:pt idx="785">
                  <c:v>0.65102215809999997</c:v>
                </c:pt>
                <c:pt idx="786">
                  <c:v>0.78491352089999999</c:v>
                </c:pt>
                <c:pt idx="787">
                  <c:v>0.8777427981</c:v>
                </c:pt>
                <c:pt idx="788">
                  <c:v>0.92324514960000004</c:v>
                </c:pt>
                <c:pt idx="789">
                  <c:v>1.0455713228000001</c:v>
                </c:pt>
                <c:pt idx="790">
                  <c:v>1.0953362072999999</c:v>
                </c:pt>
                <c:pt idx="791">
                  <c:v>1.1259948925000001</c:v>
                </c:pt>
                <c:pt idx="792">
                  <c:v>1.1725017797999999</c:v>
                </c:pt>
                <c:pt idx="793">
                  <c:v>1.2312487178</c:v>
                </c:pt>
                <c:pt idx="794">
                  <c:v>1.3331921055</c:v>
                </c:pt>
                <c:pt idx="795">
                  <c:v>1.3828398657000001</c:v>
                </c:pt>
                <c:pt idx="796">
                  <c:v>1.4657891393</c:v>
                </c:pt>
                <c:pt idx="797">
                  <c:v>1.5340063695999999</c:v>
                </c:pt>
                <c:pt idx="798">
                  <c:v>1.5820649804</c:v>
                </c:pt>
                <c:pt idx="799">
                  <c:v>1.6057765906000001</c:v>
                </c:pt>
                <c:pt idx="800">
                  <c:v>1.6378611243000001</c:v>
                </c:pt>
                <c:pt idx="801">
                  <c:v>1.6983712848000001</c:v>
                </c:pt>
                <c:pt idx="802">
                  <c:v>1.7034708237</c:v>
                </c:pt>
                <c:pt idx="803">
                  <c:v>1.7485976793</c:v>
                </c:pt>
                <c:pt idx="804">
                  <c:v>1.7274794708000001</c:v>
                </c:pt>
                <c:pt idx="805">
                  <c:v>1.7727767796</c:v>
                </c:pt>
                <c:pt idx="806">
                  <c:v>1.8119995690999999</c:v>
                </c:pt>
                <c:pt idx="807">
                  <c:v>1.8487152215</c:v>
                </c:pt>
                <c:pt idx="808">
                  <c:v>1.8766574376</c:v>
                </c:pt>
                <c:pt idx="809">
                  <c:v>1.9453465944999999</c:v>
                </c:pt>
                <c:pt idx="810">
                  <c:v>1.9886511497999999</c:v>
                </c:pt>
                <c:pt idx="811">
                  <c:v>2.0567173509000001</c:v>
                </c:pt>
                <c:pt idx="812">
                  <c:v>2.0794006216000001</c:v>
                </c:pt>
                <c:pt idx="813">
                  <c:v>2.0638428861999998</c:v>
                </c:pt>
                <c:pt idx="814">
                  <c:v>2.0622533170000001</c:v>
                </c:pt>
                <c:pt idx="815">
                  <c:v>2.0543635057</c:v>
                </c:pt>
                <c:pt idx="816">
                  <c:v>2.0875973697000001</c:v>
                </c:pt>
                <c:pt idx="817">
                  <c:v>2.0659479960999998</c:v>
                </c:pt>
                <c:pt idx="818">
                  <c:v>2.0111542755</c:v>
                </c:pt>
                <c:pt idx="819">
                  <c:v>1.9426391098</c:v>
                </c:pt>
                <c:pt idx="820">
                  <c:v>1.8856075059999999</c:v>
                </c:pt>
                <c:pt idx="821">
                  <c:v>1.8422794205999999</c:v>
                </c:pt>
                <c:pt idx="822">
                  <c:v>1.7546453296</c:v>
                </c:pt>
                <c:pt idx="823">
                  <c:v>1.6720379883000001</c:v>
                </c:pt>
                <c:pt idx="824">
                  <c:v>1.5297436338999999</c:v>
                </c:pt>
                <c:pt idx="825">
                  <c:v>1.4173897874000001</c:v>
                </c:pt>
                <c:pt idx="826">
                  <c:v>1.3640319637</c:v>
                </c:pt>
                <c:pt idx="827">
                  <c:v>1.2950453076999999</c:v>
                </c:pt>
                <c:pt idx="828">
                  <c:v>1.2427730441</c:v>
                </c:pt>
                <c:pt idx="829">
                  <c:v>1.1879962289999999</c:v>
                </c:pt>
                <c:pt idx="830">
                  <c:v>1.0996030622999999</c:v>
                </c:pt>
                <c:pt idx="831">
                  <c:v>1.0302410071000001</c:v>
                </c:pt>
                <c:pt idx="832">
                  <c:v>0.97632209550000004</c:v>
                </c:pt>
                <c:pt idx="833">
                  <c:v>0.94390232470000002</c:v>
                </c:pt>
                <c:pt idx="834">
                  <c:v>0.90900437280000002</c:v>
                </c:pt>
                <c:pt idx="835">
                  <c:v>0.86894450349999997</c:v>
                </c:pt>
                <c:pt idx="836">
                  <c:v>0.90077079940000004</c:v>
                </c:pt>
                <c:pt idx="837">
                  <c:v>0.89144772449999998</c:v>
                </c:pt>
                <c:pt idx="838">
                  <c:v>0.94978786059999998</c:v>
                </c:pt>
                <c:pt idx="839">
                  <c:v>1.0423765235</c:v>
                </c:pt>
                <c:pt idx="840">
                  <c:v>1.1418251580000001</c:v>
                </c:pt>
                <c:pt idx="841">
                  <c:v>1.2273283749999999</c:v>
                </c:pt>
                <c:pt idx="842">
                  <c:v>1.3301504409</c:v>
                </c:pt>
                <c:pt idx="843">
                  <c:v>1.4363957877</c:v>
                </c:pt>
                <c:pt idx="844">
                  <c:v>1.550478376</c:v>
                </c:pt>
                <c:pt idx="845">
                  <c:v>1.6511727520999999</c:v>
                </c:pt>
                <c:pt idx="846">
                  <c:v>1.7753386429</c:v>
                </c:pt>
                <c:pt idx="847">
                  <c:v>1.8199766901000001</c:v>
                </c:pt>
                <c:pt idx="848">
                  <c:v>1.9153849301999999</c:v>
                </c:pt>
                <c:pt idx="849">
                  <c:v>1.9510588813</c:v>
                </c:pt>
                <c:pt idx="850">
                  <c:v>1.9580612004</c:v>
                </c:pt>
                <c:pt idx="851">
                  <c:v>2.0267307250000002</c:v>
                </c:pt>
                <c:pt idx="852">
                  <c:v>2.0816796723</c:v>
                </c:pt>
                <c:pt idx="853">
                  <c:v>2.1119119638999999</c:v>
                </c:pt>
                <c:pt idx="854">
                  <c:v>2.1745301293999999</c:v>
                </c:pt>
                <c:pt idx="855">
                  <c:v>2.2562507195000001</c:v>
                </c:pt>
                <c:pt idx="856">
                  <c:v>2.3153344987</c:v>
                </c:pt>
                <c:pt idx="857">
                  <c:v>2.2860681785999999</c:v>
                </c:pt>
                <c:pt idx="858">
                  <c:v>2.2795973342</c:v>
                </c:pt>
                <c:pt idx="859">
                  <c:v>2.1585374632000001</c:v>
                </c:pt>
                <c:pt idx="860">
                  <c:v>2.0326733886000001</c:v>
                </c:pt>
                <c:pt idx="861">
                  <c:v>1.9679395557999999</c:v>
                </c:pt>
                <c:pt idx="862">
                  <c:v>1.9256750445999999</c:v>
                </c:pt>
                <c:pt idx="863">
                  <c:v>1.8365626515</c:v>
                </c:pt>
                <c:pt idx="864">
                  <c:v>1.7507250787999999</c:v>
                </c:pt>
                <c:pt idx="865">
                  <c:v>1.6717784088000001</c:v>
                </c:pt>
                <c:pt idx="866">
                  <c:v>1.5834814314000001</c:v>
                </c:pt>
                <c:pt idx="867">
                  <c:v>1.5418366234000001</c:v>
                </c:pt>
                <c:pt idx="868">
                  <c:v>1.4861040954</c:v>
                </c:pt>
                <c:pt idx="869">
                  <c:v>1.4205593911000001</c:v>
                </c:pt>
                <c:pt idx="870">
                  <c:v>1.3976509879000001</c:v>
                </c:pt>
                <c:pt idx="871">
                  <c:v>1.3996689798999999</c:v>
                </c:pt>
                <c:pt idx="872">
                  <c:v>1.3013206763</c:v>
                </c:pt>
                <c:pt idx="873">
                  <c:v>1.1775282697</c:v>
                </c:pt>
                <c:pt idx="874">
                  <c:v>1.1340288064999999</c:v>
                </c:pt>
                <c:pt idx="875">
                  <c:v>1.0722643538000001</c:v>
                </c:pt>
                <c:pt idx="876">
                  <c:v>1.0208775294000001</c:v>
                </c:pt>
                <c:pt idx="877">
                  <c:v>0.99872183020000005</c:v>
                </c:pt>
                <c:pt idx="878">
                  <c:v>0.97001647560000004</c:v>
                </c:pt>
                <c:pt idx="879">
                  <c:v>0.91640383589999996</c:v>
                </c:pt>
                <c:pt idx="880">
                  <c:v>0.95894509360000002</c:v>
                </c:pt>
                <c:pt idx="881">
                  <c:v>0.93718291659999997</c:v>
                </c:pt>
                <c:pt idx="882">
                  <c:v>0.97281769740000001</c:v>
                </c:pt>
                <c:pt idx="883">
                  <c:v>1.0074143364000001</c:v>
                </c:pt>
                <c:pt idx="884">
                  <c:v>1.0566435914000001</c:v>
                </c:pt>
                <c:pt idx="885">
                  <c:v>1.0366763190999999</c:v>
                </c:pt>
                <c:pt idx="886">
                  <c:v>1.0137585277000001</c:v>
                </c:pt>
                <c:pt idx="887">
                  <c:v>1.0214825069</c:v>
                </c:pt>
                <c:pt idx="888">
                  <c:v>1.0250915675000001</c:v>
                </c:pt>
                <c:pt idx="889">
                  <c:v>1.0558509934</c:v>
                </c:pt>
                <c:pt idx="890">
                  <c:v>1.056799767</c:v>
                </c:pt>
                <c:pt idx="891">
                  <c:v>1.0465391621</c:v>
                </c:pt>
                <c:pt idx="892">
                  <c:v>1.0521537410999999</c:v>
                </c:pt>
                <c:pt idx="893">
                  <c:v>1.1205723222999999</c:v>
                </c:pt>
                <c:pt idx="894">
                  <c:v>1.1577051592000001</c:v>
                </c:pt>
                <c:pt idx="895">
                  <c:v>1.1999730863</c:v>
                </c:pt>
                <c:pt idx="896">
                  <c:v>1.218687004</c:v>
                </c:pt>
                <c:pt idx="897">
                  <c:v>1.2520576481000001</c:v>
                </c:pt>
                <c:pt idx="898">
                  <c:v>1.2826987271000001</c:v>
                </c:pt>
                <c:pt idx="899">
                  <c:v>1.3297997869</c:v>
                </c:pt>
                <c:pt idx="900">
                  <c:v>1.4297332293</c:v>
                </c:pt>
                <c:pt idx="901">
                  <c:v>1.4747923782000001</c:v>
                </c:pt>
                <c:pt idx="902">
                  <c:v>1.5897855804000001</c:v>
                </c:pt>
                <c:pt idx="903">
                  <c:v>1.5981760785000001</c:v>
                </c:pt>
                <c:pt idx="904">
                  <c:v>1.6140485112</c:v>
                </c:pt>
                <c:pt idx="905">
                  <c:v>1.6734147672999999</c:v>
                </c:pt>
                <c:pt idx="906">
                  <c:v>1.8085740253</c:v>
                </c:pt>
                <c:pt idx="907">
                  <c:v>1.9419923587000001</c:v>
                </c:pt>
                <c:pt idx="908">
                  <c:v>2.0153147461000001</c:v>
                </c:pt>
                <c:pt idx="909">
                  <c:v>2.0450512644000001</c:v>
                </c:pt>
                <c:pt idx="910">
                  <c:v>2.0582240397999998</c:v>
                </c:pt>
                <c:pt idx="911">
                  <c:v>2.0836284378999999</c:v>
                </c:pt>
                <c:pt idx="912">
                  <c:v>2.0958021919999998</c:v>
                </c:pt>
                <c:pt idx="913">
                  <c:v>2.1524467790999999</c:v>
                </c:pt>
                <c:pt idx="914">
                  <c:v>2.1750818614999998</c:v>
                </c:pt>
                <c:pt idx="915">
                  <c:v>2.2914325501000001</c:v>
                </c:pt>
                <c:pt idx="916">
                  <c:v>2.2927206465999999</c:v>
                </c:pt>
                <c:pt idx="917">
                  <c:v>2.3164196454999999</c:v>
                </c:pt>
                <c:pt idx="918">
                  <c:v>2.3062509768999999</c:v>
                </c:pt>
                <c:pt idx="919">
                  <c:v>2.2476033466000001</c:v>
                </c:pt>
                <c:pt idx="920">
                  <c:v>2.2131817311000002</c:v>
                </c:pt>
                <c:pt idx="921">
                  <c:v>2.1451354704000001</c:v>
                </c:pt>
                <c:pt idx="922">
                  <c:v>2.0857419571000002</c:v>
                </c:pt>
                <c:pt idx="923">
                  <c:v>2.0125185923000002</c:v>
                </c:pt>
                <c:pt idx="924">
                  <c:v>1.9791989775000001</c:v>
                </c:pt>
                <c:pt idx="925">
                  <c:v>1.9470267068</c:v>
                </c:pt>
                <c:pt idx="926">
                  <c:v>1.9048248562000001</c:v>
                </c:pt>
                <c:pt idx="927">
                  <c:v>1.8530502979000001</c:v>
                </c:pt>
                <c:pt idx="928">
                  <c:v>1.7883764993</c:v>
                </c:pt>
                <c:pt idx="929">
                  <c:v>1.7625336019</c:v>
                </c:pt>
                <c:pt idx="930">
                  <c:v>1.7829079192999999</c:v>
                </c:pt>
                <c:pt idx="931">
                  <c:v>1.80805204</c:v>
                </c:pt>
                <c:pt idx="932">
                  <c:v>1.7822419547999999</c:v>
                </c:pt>
                <c:pt idx="933">
                  <c:v>1.7163422482999999</c:v>
                </c:pt>
                <c:pt idx="934">
                  <c:v>1.5722685906</c:v>
                </c:pt>
                <c:pt idx="935">
                  <c:v>1.4662564142000001</c:v>
                </c:pt>
                <c:pt idx="936">
                  <c:v>1.2954178732999999</c:v>
                </c:pt>
                <c:pt idx="937">
                  <c:v>1.2164157916</c:v>
                </c:pt>
                <c:pt idx="938">
                  <c:v>1.1141643530000001</c:v>
                </c:pt>
                <c:pt idx="939">
                  <c:v>1.0267826921000001</c:v>
                </c:pt>
                <c:pt idx="940">
                  <c:v>0.95946949059999997</c:v>
                </c:pt>
                <c:pt idx="941">
                  <c:v>0.84846311080000003</c:v>
                </c:pt>
                <c:pt idx="942">
                  <c:v>0.78395636349999998</c:v>
                </c:pt>
                <c:pt idx="943">
                  <c:v>0.68337174769999998</c:v>
                </c:pt>
                <c:pt idx="944">
                  <c:v>0.59385739019999995</c:v>
                </c:pt>
                <c:pt idx="945">
                  <c:v>0.50164010660000002</c:v>
                </c:pt>
                <c:pt idx="946">
                  <c:v>0.3532678433</c:v>
                </c:pt>
                <c:pt idx="947">
                  <c:v>0.19571626070000001</c:v>
                </c:pt>
                <c:pt idx="948">
                  <c:v>6.3686775599999995E-2</c:v>
                </c:pt>
                <c:pt idx="949">
                  <c:v>-2.1783318199999999E-2</c:v>
                </c:pt>
                <c:pt idx="950">
                  <c:v>-0.10192379009999999</c:v>
                </c:pt>
                <c:pt idx="951">
                  <c:v>-0.19770113080000001</c:v>
                </c:pt>
                <c:pt idx="952">
                  <c:v>-0.27717537009999998</c:v>
                </c:pt>
                <c:pt idx="953">
                  <c:v>-0.34160214259999999</c:v>
                </c:pt>
                <c:pt idx="954">
                  <c:v>-0.34659152129999998</c:v>
                </c:pt>
                <c:pt idx="955">
                  <c:v>-0.3609729283</c:v>
                </c:pt>
                <c:pt idx="956">
                  <c:v>-0.40397052290000002</c:v>
                </c:pt>
                <c:pt idx="957">
                  <c:v>-0.39542412500000002</c:v>
                </c:pt>
                <c:pt idx="958">
                  <c:v>-0.42167706100000002</c:v>
                </c:pt>
                <c:pt idx="959">
                  <c:v>-0.40490995499999999</c:v>
                </c:pt>
                <c:pt idx="960">
                  <c:v>-0.38743741390000003</c:v>
                </c:pt>
                <c:pt idx="961">
                  <c:v>-0.36210850970000003</c:v>
                </c:pt>
                <c:pt idx="962">
                  <c:v>-0.32099691969999999</c:v>
                </c:pt>
                <c:pt idx="963">
                  <c:v>-0.29666467190000001</c:v>
                </c:pt>
                <c:pt idx="964">
                  <c:v>-0.25037657819999998</c:v>
                </c:pt>
                <c:pt idx="965">
                  <c:v>-0.22713338129999999</c:v>
                </c:pt>
                <c:pt idx="966">
                  <c:v>-0.18922972639999999</c:v>
                </c:pt>
                <c:pt idx="967">
                  <c:v>-0.1223493443</c:v>
                </c:pt>
                <c:pt idx="968">
                  <c:v>-4.9574205199999999E-2</c:v>
                </c:pt>
                <c:pt idx="969">
                  <c:v>7.8427857000000004E-3</c:v>
                </c:pt>
                <c:pt idx="970">
                  <c:v>5.8631624700000003E-2</c:v>
                </c:pt>
                <c:pt idx="971">
                  <c:v>0.1195675524</c:v>
                </c:pt>
                <c:pt idx="972">
                  <c:v>0.1607831502</c:v>
                </c:pt>
                <c:pt idx="973">
                  <c:v>0.13210446679999999</c:v>
                </c:pt>
                <c:pt idx="974">
                  <c:v>0.1627643889</c:v>
                </c:pt>
                <c:pt idx="975">
                  <c:v>0.1785505922</c:v>
                </c:pt>
                <c:pt idx="976">
                  <c:v>0.2241930694</c:v>
                </c:pt>
                <c:pt idx="977">
                  <c:v>0.3177388907</c:v>
                </c:pt>
                <c:pt idx="978">
                  <c:v>0.3727366621</c:v>
                </c:pt>
                <c:pt idx="979">
                  <c:v>0.41845577280000001</c:v>
                </c:pt>
                <c:pt idx="980">
                  <c:v>0.44191968040000001</c:v>
                </c:pt>
                <c:pt idx="981">
                  <c:v>0.45354124600000001</c:v>
                </c:pt>
                <c:pt idx="982">
                  <c:v>0.4883067834</c:v>
                </c:pt>
                <c:pt idx="983">
                  <c:v>0.52637749280000001</c:v>
                </c:pt>
                <c:pt idx="984">
                  <c:v>0.573232823</c:v>
                </c:pt>
                <c:pt idx="985">
                  <c:v>0.62712778920000001</c:v>
                </c:pt>
                <c:pt idx="986">
                  <c:v>0.72164911509999996</c:v>
                </c:pt>
                <c:pt idx="987">
                  <c:v>0.79093562589999999</c:v>
                </c:pt>
                <c:pt idx="988">
                  <c:v>0.86527818310000004</c:v>
                </c:pt>
                <c:pt idx="989">
                  <c:v>0.9145860307</c:v>
                </c:pt>
                <c:pt idx="990">
                  <c:v>0.95547119229999999</c:v>
                </c:pt>
                <c:pt idx="991">
                  <c:v>1.0029418216999999</c:v>
                </c:pt>
                <c:pt idx="992">
                  <c:v>1.0248897251</c:v>
                </c:pt>
                <c:pt idx="993">
                  <c:v>1.0429160672</c:v>
                </c:pt>
                <c:pt idx="994">
                  <c:v>1.0403178900000001</c:v>
                </c:pt>
                <c:pt idx="995">
                  <c:v>0.99200626030000005</c:v>
                </c:pt>
                <c:pt idx="996">
                  <c:v>0.93281854750000004</c:v>
                </c:pt>
                <c:pt idx="997">
                  <c:v>0.88689327120000006</c:v>
                </c:pt>
                <c:pt idx="998">
                  <c:v>0.80349585879999996</c:v>
                </c:pt>
                <c:pt idx="999">
                  <c:v>0.74729659380000002</c:v>
                </c:pt>
                <c:pt idx="1000">
                  <c:v>0.65332196099999995</c:v>
                </c:pt>
                <c:pt idx="1001">
                  <c:v>0.55313969350000003</c:v>
                </c:pt>
                <c:pt idx="1002">
                  <c:v>0.4793526622</c:v>
                </c:pt>
                <c:pt idx="1003">
                  <c:v>0.39963537090000001</c:v>
                </c:pt>
                <c:pt idx="1004">
                  <c:v>0.33765957549999998</c:v>
                </c:pt>
                <c:pt idx="1005">
                  <c:v>0.26661986129999998</c:v>
                </c:pt>
                <c:pt idx="1006">
                  <c:v>0.1787321466</c:v>
                </c:pt>
                <c:pt idx="1007">
                  <c:v>4.2750661000000002E-2</c:v>
                </c:pt>
                <c:pt idx="1008">
                  <c:v>-5.1114682100000003E-2</c:v>
                </c:pt>
                <c:pt idx="1009">
                  <c:v>-0.1662701925</c:v>
                </c:pt>
                <c:pt idx="1010">
                  <c:v>-0.25674372429999998</c:v>
                </c:pt>
                <c:pt idx="1011">
                  <c:v>-0.33841309009999998</c:v>
                </c:pt>
                <c:pt idx="1012">
                  <c:v>-0.4623057773</c:v>
                </c:pt>
                <c:pt idx="1013">
                  <c:v>-0.53604632080000003</c:v>
                </c:pt>
                <c:pt idx="1014">
                  <c:v>-0.63093445439999996</c:v>
                </c:pt>
                <c:pt idx="1015">
                  <c:v>-0.64586025349999998</c:v>
                </c:pt>
                <c:pt idx="1016">
                  <c:v>-0.63866987360000005</c:v>
                </c:pt>
                <c:pt idx="1017">
                  <c:v>-0.57347114669999999</c:v>
                </c:pt>
                <c:pt idx="1018">
                  <c:v>-0.54920369849999995</c:v>
                </c:pt>
                <c:pt idx="1019">
                  <c:v>-0.47762972580000002</c:v>
                </c:pt>
                <c:pt idx="1020">
                  <c:v>-0.53610563659999999</c:v>
                </c:pt>
                <c:pt idx="1021">
                  <c:v>-0.49635679090000001</c:v>
                </c:pt>
                <c:pt idx="1022">
                  <c:v>-0.4706337706</c:v>
                </c:pt>
                <c:pt idx="1023">
                  <c:v>-0.43158420079999998</c:v>
                </c:pt>
                <c:pt idx="1024">
                  <c:v>-0.38108613600000002</c:v>
                </c:pt>
                <c:pt idx="1025">
                  <c:v>-0.31807216179999998</c:v>
                </c:pt>
                <c:pt idx="1026">
                  <c:v>-0.24548368770000001</c:v>
                </c:pt>
                <c:pt idx="1027">
                  <c:v>-0.13047365759999999</c:v>
                </c:pt>
                <c:pt idx="1028">
                  <c:v>-1.68558057E-2</c:v>
                </c:pt>
                <c:pt idx="1029">
                  <c:v>3.75752762E-2</c:v>
                </c:pt>
                <c:pt idx="1030">
                  <c:v>0.14077000719999999</c:v>
                </c:pt>
                <c:pt idx="1031">
                  <c:v>0.25444102299999999</c:v>
                </c:pt>
                <c:pt idx="1032">
                  <c:v>0.34163962209999998</c:v>
                </c:pt>
                <c:pt idx="1033">
                  <c:v>0.42459168520000001</c:v>
                </c:pt>
                <c:pt idx="1034">
                  <c:v>0.4610158103</c:v>
                </c:pt>
                <c:pt idx="1035">
                  <c:v>0.54973059260000001</c:v>
                </c:pt>
                <c:pt idx="1036">
                  <c:v>0.61524029390000001</c:v>
                </c:pt>
                <c:pt idx="1037">
                  <c:v>0.69767464950000002</c:v>
                </c:pt>
                <c:pt idx="1038">
                  <c:v>0.75029046799999999</c:v>
                </c:pt>
                <c:pt idx="1039">
                  <c:v>0.82976995499999995</c:v>
                </c:pt>
                <c:pt idx="1040">
                  <c:v>0.92351953499999995</c:v>
                </c:pt>
                <c:pt idx="1041">
                  <c:v>1.1055911972000001</c:v>
                </c:pt>
                <c:pt idx="1042">
                  <c:v>1.2702944696</c:v>
                </c:pt>
                <c:pt idx="1043">
                  <c:v>1.4341961505</c:v>
                </c:pt>
                <c:pt idx="1044">
                  <c:v>1.5114819111</c:v>
                </c:pt>
                <c:pt idx="1045">
                  <c:v>1.5574876751</c:v>
                </c:pt>
                <c:pt idx="1046">
                  <c:v>1.5938690418000001</c:v>
                </c:pt>
                <c:pt idx="1047">
                  <c:v>1.5901883774000001</c:v>
                </c:pt>
                <c:pt idx="1048">
                  <c:v>1.5329660542000001</c:v>
                </c:pt>
                <c:pt idx="1049">
                  <c:v>1.497063708</c:v>
                </c:pt>
                <c:pt idx="1050">
                  <c:v>1.4986755037999999</c:v>
                </c:pt>
                <c:pt idx="1051">
                  <c:v>1.4692460574999999</c:v>
                </c:pt>
                <c:pt idx="1052">
                  <c:v>1.4460157624000001</c:v>
                </c:pt>
                <c:pt idx="1053">
                  <c:v>1.411615217</c:v>
                </c:pt>
                <c:pt idx="1054">
                  <c:v>1.4022735264999999</c:v>
                </c:pt>
                <c:pt idx="1055">
                  <c:v>1.4108458786</c:v>
                </c:pt>
                <c:pt idx="1056">
                  <c:v>1.3765790007000001</c:v>
                </c:pt>
                <c:pt idx="1057">
                  <c:v>1.3893275937</c:v>
                </c:pt>
                <c:pt idx="1058">
                  <c:v>1.3379203807</c:v>
                </c:pt>
                <c:pt idx="1059">
                  <c:v>1.2540220799999999</c:v>
                </c:pt>
                <c:pt idx="1060">
                  <c:v>1.1815627401</c:v>
                </c:pt>
                <c:pt idx="1061">
                  <c:v>1.0534434671999999</c:v>
                </c:pt>
                <c:pt idx="1062">
                  <c:v>0.94594029580000005</c:v>
                </c:pt>
                <c:pt idx="1063">
                  <c:v>0.80393253220000005</c:v>
                </c:pt>
                <c:pt idx="1064">
                  <c:v>0.69053712749999996</c:v>
                </c:pt>
                <c:pt idx="1065">
                  <c:v>0.63194537539999995</c:v>
                </c:pt>
                <c:pt idx="1066">
                  <c:v>0.57534855360000003</c:v>
                </c:pt>
                <c:pt idx="1067">
                  <c:v>0.51659958110000004</c:v>
                </c:pt>
                <c:pt idx="1068">
                  <c:v>0.46445803009999997</c:v>
                </c:pt>
                <c:pt idx="1069">
                  <c:v>0.47249014499999997</c:v>
                </c:pt>
                <c:pt idx="1070">
                  <c:v>0.48915753629999997</c:v>
                </c:pt>
                <c:pt idx="1071">
                  <c:v>0.46281795250000002</c:v>
                </c:pt>
                <c:pt idx="1072">
                  <c:v>0.46852978639999998</c:v>
                </c:pt>
                <c:pt idx="1073">
                  <c:v>0.42406411620000001</c:v>
                </c:pt>
                <c:pt idx="1074">
                  <c:v>0.39084568180000001</c:v>
                </c:pt>
                <c:pt idx="1075">
                  <c:v>0.38445755030000001</c:v>
                </c:pt>
                <c:pt idx="1076">
                  <c:v>0.38450637380000002</c:v>
                </c:pt>
                <c:pt idx="1077">
                  <c:v>0.42925144230000001</c:v>
                </c:pt>
                <c:pt idx="1078">
                  <c:v>0.47345793520000001</c:v>
                </c:pt>
                <c:pt idx="1079">
                  <c:v>0.54628612789999997</c:v>
                </c:pt>
                <c:pt idx="1080">
                  <c:v>0.66447195660000002</c:v>
                </c:pt>
                <c:pt idx="1081">
                  <c:v>0.76705774199999999</c:v>
                </c:pt>
                <c:pt idx="1082">
                  <c:v>0.86854909840000005</c:v>
                </c:pt>
                <c:pt idx="1083">
                  <c:v>0.89860400429999998</c:v>
                </c:pt>
                <c:pt idx="1084">
                  <c:v>0.93143176800000005</c:v>
                </c:pt>
                <c:pt idx="1085">
                  <c:v>0.92974723670000003</c:v>
                </c:pt>
                <c:pt idx="1086">
                  <c:v>0.93377559239999997</c:v>
                </c:pt>
                <c:pt idx="1087">
                  <c:v>0.97229033649999996</c:v>
                </c:pt>
                <c:pt idx="1088">
                  <c:v>1.0099073578</c:v>
                </c:pt>
                <c:pt idx="1089">
                  <c:v>1.0888601757</c:v>
                </c:pt>
                <c:pt idx="1090">
                  <c:v>1.1433202158</c:v>
                </c:pt>
                <c:pt idx="1091">
                  <c:v>1.1590366589000001</c:v>
                </c:pt>
                <c:pt idx="1092">
                  <c:v>1.2050537682</c:v>
                </c:pt>
                <c:pt idx="1093">
                  <c:v>1.2143276275999999</c:v>
                </c:pt>
                <c:pt idx="1094">
                  <c:v>1.2008243945999999</c:v>
                </c:pt>
                <c:pt idx="1095">
                  <c:v>1.1911835088</c:v>
                </c:pt>
                <c:pt idx="1096">
                  <c:v>1.1828850287999999</c:v>
                </c:pt>
                <c:pt idx="1097">
                  <c:v>1.1581106421</c:v>
                </c:pt>
                <c:pt idx="1098">
                  <c:v>1.1615448425999999</c:v>
                </c:pt>
                <c:pt idx="1099">
                  <c:v>1.1328523725999999</c:v>
                </c:pt>
                <c:pt idx="1100">
                  <c:v>1.132822188</c:v>
                </c:pt>
                <c:pt idx="1101">
                  <c:v>1.1514622315</c:v>
                </c:pt>
                <c:pt idx="1102">
                  <c:v>1.1011604012</c:v>
                </c:pt>
                <c:pt idx="1103">
                  <c:v>1.0842445869999999</c:v>
                </c:pt>
                <c:pt idx="1104">
                  <c:v>1.0858218605000001</c:v>
                </c:pt>
                <c:pt idx="1105">
                  <c:v>1.101019956</c:v>
                </c:pt>
                <c:pt idx="1106">
                  <c:v>1.1173975582</c:v>
                </c:pt>
                <c:pt idx="1107">
                  <c:v>1.1771585509</c:v>
                </c:pt>
                <c:pt idx="1108">
                  <c:v>1.2359344152</c:v>
                </c:pt>
                <c:pt idx="1109">
                  <c:v>1.2687249758000001</c:v>
                </c:pt>
                <c:pt idx="1110">
                  <c:v>1.2652346249999999</c:v>
                </c:pt>
                <c:pt idx="1111">
                  <c:v>1.2180616686000001</c:v>
                </c:pt>
                <c:pt idx="1112">
                  <c:v>1.2519614034</c:v>
                </c:pt>
                <c:pt idx="1113">
                  <c:v>1.2578461683</c:v>
                </c:pt>
                <c:pt idx="1114">
                  <c:v>1.2449432899999999</c:v>
                </c:pt>
                <c:pt idx="1115">
                  <c:v>1.2679392416999999</c:v>
                </c:pt>
                <c:pt idx="1116">
                  <c:v>1.2764601239</c:v>
                </c:pt>
                <c:pt idx="1117">
                  <c:v>1.2746810337000001</c:v>
                </c:pt>
                <c:pt idx="1118">
                  <c:v>1.2761825003</c:v>
                </c:pt>
                <c:pt idx="1119">
                  <c:v>1.2254328162000001</c:v>
                </c:pt>
                <c:pt idx="1120">
                  <c:v>1.0810560736999999</c:v>
                </c:pt>
                <c:pt idx="1121">
                  <c:v>0.99614565899999996</c:v>
                </c:pt>
                <c:pt idx="1122">
                  <c:v>0.82690861829999995</c:v>
                </c:pt>
                <c:pt idx="1123">
                  <c:v>0.76866967399999997</c:v>
                </c:pt>
                <c:pt idx="1124">
                  <c:v>0.69815104910000003</c:v>
                </c:pt>
                <c:pt idx="1125">
                  <c:v>0.69563884269999998</c:v>
                </c:pt>
                <c:pt idx="1126">
                  <c:v>0.67601515590000005</c:v>
                </c:pt>
                <c:pt idx="1127">
                  <c:v>0.65670809370000005</c:v>
                </c:pt>
                <c:pt idx="1128">
                  <c:v>0.55572542830000005</c:v>
                </c:pt>
                <c:pt idx="1129">
                  <c:v>0.44061222579999998</c:v>
                </c:pt>
                <c:pt idx="1130">
                  <c:v>0.32883124879999998</c:v>
                </c:pt>
                <c:pt idx="1131">
                  <c:v>0.2229732891</c:v>
                </c:pt>
                <c:pt idx="1132">
                  <c:v>0.14493247170000001</c:v>
                </c:pt>
                <c:pt idx="1133">
                  <c:v>5.1845561399999997E-2</c:v>
                </c:pt>
                <c:pt idx="1134">
                  <c:v>-2.4128380299999998E-2</c:v>
                </c:pt>
                <c:pt idx="1135">
                  <c:v>-6.39674836E-2</c:v>
                </c:pt>
                <c:pt idx="1136">
                  <c:v>-0.115431594</c:v>
                </c:pt>
                <c:pt idx="1137">
                  <c:v>-0.14587185950000001</c:v>
                </c:pt>
                <c:pt idx="1138">
                  <c:v>-0.15085938830000001</c:v>
                </c:pt>
                <c:pt idx="1139">
                  <c:v>-0.1600601911</c:v>
                </c:pt>
                <c:pt idx="1140">
                  <c:v>-0.1568111378</c:v>
                </c:pt>
                <c:pt idx="1141">
                  <c:v>-8.50785025E-2</c:v>
                </c:pt>
                <c:pt idx="1142">
                  <c:v>-8.9720753200000003E-2</c:v>
                </c:pt>
                <c:pt idx="1143">
                  <c:v>-2.1153147300000001E-2</c:v>
                </c:pt>
                <c:pt idx="1144">
                  <c:v>-1.3358417900000001E-2</c:v>
                </c:pt>
                <c:pt idx="1145">
                  <c:v>2.8170119099999998E-2</c:v>
                </c:pt>
                <c:pt idx="1146">
                  <c:v>1.24462446E-2</c:v>
                </c:pt>
                <c:pt idx="1147">
                  <c:v>4.0269245600000003E-2</c:v>
                </c:pt>
                <c:pt idx="1148">
                  <c:v>7.8340429700000005E-2</c:v>
                </c:pt>
                <c:pt idx="1149">
                  <c:v>0.1599277663</c:v>
                </c:pt>
                <c:pt idx="1150">
                  <c:v>0.20815219469999999</c:v>
                </c:pt>
                <c:pt idx="1151">
                  <c:v>0.27273308429999998</c:v>
                </c:pt>
                <c:pt idx="1152">
                  <c:v>0.32900189279999997</c:v>
                </c:pt>
                <c:pt idx="1153">
                  <c:v>0.41276761140000001</c:v>
                </c:pt>
                <c:pt idx="1154">
                  <c:v>0.44366983789999997</c:v>
                </c:pt>
                <c:pt idx="1155">
                  <c:v>0.45907868419999998</c:v>
                </c:pt>
                <c:pt idx="1156">
                  <c:v>0.48151259349999997</c:v>
                </c:pt>
                <c:pt idx="1157">
                  <c:v>0.50446417180000003</c:v>
                </c:pt>
                <c:pt idx="1158">
                  <c:v>0.48877272570000002</c:v>
                </c:pt>
                <c:pt idx="1159">
                  <c:v>0.49064888960000003</c:v>
                </c:pt>
                <c:pt idx="1160">
                  <c:v>0.47648211670000001</c:v>
                </c:pt>
                <c:pt idx="1161">
                  <c:v>0.44691239570000002</c:v>
                </c:pt>
                <c:pt idx="1162">
                  <c:v>0.45456267989999999</c:v>
                </c:pt>
                <c:pt idx="1163">
                  <c:v>0.4159447396</c:v>
                </c:pt>
                <c:pt idx="1164">
                  <c:v>0.33645739019999998</c:v>
                </c:pt>
                <c:pt idx="1165">
                  <c:v>0.32724835679999997</c:v>
                </c:pt>
                <c:pt idx="1166">
                  <c:v>0.2836870507</c:v>
                </c:pt>
                <c:pt idx="1167">
                  <c:v>0.27365666049999998</c:v>
                </c:pt>
                <c:pt idx="1168">
                  <c:v>0.21666868459999999</c:v>
                </c:pt>
                <c:pt idx="1169">
                  <c:v>0.25788835719999997</c:v>
                </c:pt>
                <c:pt idx="1170">
                  <c:v>0.31414184579999999</c:v>
                </c:pt>
                <c:pt idx="1171">
                  <c:v>0.35298222680000002</c:v>
                </c:pt>
                <c:pt idx="1172">
                  <c:v>0.3792309378</c:v>
                </c:pt>
                <c:pt idx="1173">
                  <c:v>0.37480827500000002</c:v>
                </c:pt>
                <c:pt idx="1174">
                  <c:v>0.4235524416</c:v>
                </c:pt>
                <c:pt idx="1175">
                  <c:v>0.47170320129999999</c:v>
                </c:pt>
                <c:pt idx="1176">
                  <c:v>0.55023043110000003</c:v>
                </c:pt>
                <c:pt idx="1177">
                  <c:v>0.61565020739999998</c:v>
                </c:pt>
                <c:pt idx="1178">
                  <c:v>0.69140307830000003</c:v>
                </c:pt>
                <c:pt idx="1179">
                  <c:v>0.78750970099999995</c:v>
                </c:pt>
                <c:pt idx="1180">
                  <c:v>0.82309718539999999</c:v>
                </c:pt>
                <c:pt idx="1181">
                  <c:v>0.91850857649999995</c:v>
                </c:pt>
                <c:pt idx="1182">
                  <c:v>1.0652341229</c:v>
                </c:pt>
                <c:pt idx="1183">
                  <c:v>1.2053106852</c:v>
                </c:pt>
                <c:pt idx="1184">
                  <c:v>1.3787807538000001</c:v>
                </c:pt>
                <c:pt idx="1185">
                  <c:v>1.5492997118</c:v>
                </c:pt>
                <c:pt idx="1186">
                  <c:v>1.6543856776999999</c:v>
                </c:pt>
                <c:pt idx="1187">
                  <c:v>1.7484860484</c:v>
                </c:pt>
                <c:pt idx="1188">
                  <c:v>1.7897490945000001</c:v>
                </c:pt>
                <c:pt idx="1189">
                  <c:v>1.8884702336000001</c:v>
                </c:pt>
                <c:pt idx="1190">
                  <c:v>1.9469785630000001</c:v>
                </c:pt>
                <c:pt idx="1191">
                  <c:v>1.9934912604999999</c:v>
                </c:pt>
                <c:pt idx="1192">
                  <c:v>2.0633318467000001</c:v>
                </c:pt>
                <c:pt idx="1193">
                  <c:v>2.1099333349</c:v>
                </c:pt>
                <c:pt idx="1194">
                  <c:v>2.1789692473</c:v>
                </c:pt>
                <c:pt idx="1195">
                  <c:v>2.1994636216000001</c:v>
                </c:pt>
                <c:pt idx="1196">
                  <c:v>2.1976249722999999</c:v>
                </c:pt>
                <c:pt idx="1197">
                  <c:v>2.1706086585</c:v>
                </c:pt>
                <c:pt idx="1198">
                  <c:v>2.1426072289999998</c:v>
                </c:pt>
                <c:pt idx="1199">
                  <c:v>2.0353763955000002</c:v>
                </c:pt>
                <c:pt idx="1200">
                  <c:v>1.9861497025999999</c:v>
                </c:pt>
                <c:pt idx="1201">
                  <c:v>1.9116391407</c:v>
                </c:pt>
                <c:pt idx="1202">
                  <c:v>1.8328852191</c:v>
                </c:pt>
                <c:pt idx="1203">
                  <c:v>1.6584357925</c:v>
                </c:pt>
                <c:pt idx="1204">
                  <c:v>1.5616456134000001</c:v>
                </c:pt>
                <c:pt idx="1205">
                  <c:v>1.4751506861999999</c:v>
                </c:pt>
                <c:pt idx="1206">
                  <c:v>1.3855484001</c:v>
                </c:pt>
                <c:pt idx="1207">
                  <c:v>1.3251692342000001</c:v>
                </c:pt>
                <c:pt idx="1208">
                  <c:v>1.3012054684000001</c:v>
                </c:pt>
                <c:pt idx="1209">
                  <c:v>1.3322016210000001</c:v>
                </c:pt>
                <c:pt idx="1210">
                  <c:v>1.3039758716000001</c:v>
                </c:pt>
                <c:pt idx="1211">
                  <c:v>1.2358304218</c:v>
                </c:pt>
                <c:pt idx="1212">
                  <c:v>1.1089731974999999</c:v>
                </c:pt>
                <c:pt idx="1213">
                  <c:v>1.0076525199999999</c:v>
                </c:pt>
                <c:pt idx="1214">
                  <c:v>0.95105392020000001</c:v>
                </c:pt>
                <c:pt idx="1215">
                  <c:v>0.91672813529999997</c:v>
                </c:pt>
                <c:pt idx="1216">
                  <c:v>0.89830999749999996</c:v>
                </c:pt>
                <c:pt idx="1217">
                  <c:v>0.88951495199999997</c:v>
                </c:pt>
                <c:pt idx="1218">
                  <c:v>0.88560401970000002</c:v>
                </c:pt>
                <c:pt idx="1219">
                  <c:v>0.89113317120000002</c:v>
                </c:pt>
                <c:pt idx="1220">
                  <c:v>0.958076233</c:v>
                </c:pt>
                <c:pt idx="1221">
                  <c:v>1.0059912610999999</c:v>
                </c:pt>
                <c:pt idx="1222">
                  <c:v>1.0743902301999999</c:v>
                </c:pt>
                <c:pt idx="1223">
                  <c:v>1.0977490912000001</c:v>
                </c:pt>
                <c:pt idx="1224">
                  <c:v>1.1878601445000001</c:v>
                </c:pt>
                <c:pt idx="1225">
                  <c:v>1.2191006266</c:v>
                </c:pt>
                <c:pt idx="1226">
                  <c:v>1.2280072408</c:v>
                </c:pt>
                <c:pt idx="1227">
                  <c:v>1.2570892319</c:v>
                </c:pt>
                <c:pt idx="1228">
                  <c:v>1.2642508946</c:v>
                </c:pt>
                <c:pt idx="1229">
                  <c:v>1.2447138449999999</c:v>
                </c:pt>
                <c:pt idx="1230">
                  <c:v>1.1901511311999999</c:v>
                </c:pt>
                <c:pt idx="1231">
                  <c:v>1.1640074558</c:v>
                </c:pt>
                <c:pt idx="1232">
                  <c:v>1.1735728805000001</c:v>
                </c:pt>
                <c:pt idx="1233">
                  <c:v>1.2321306424</c:v>
                </c:pt>
                <c:pt idx="1234">
                  <c:v>1.2700993995000001</c:v>
                </c:pt>
                <c:pt idx="1235">
                  <c:v>1.2694970355999999</c:v>
                </c:pt>
                <c:pt idx="1236">
                  <c:v>1.2514771117000001</c:v>
                </c:pt>
                <c:pt idx="1237">
                  <c:v>1.1977624511</c:v>
                </c:pt>
                <c:pt idx="1238">
                  <c:v>1.1580689727</c:v>
                </c:pt>
                <c:pt idx="1239">
                  <c:v>1.1547900548000001</c:v>
                </c:pt>
                <c:pt idx="1240">
                  <c:v>1.1269257841</c:v>
                </c:pt>
                <c:pt idx="1241">
                  <c:v>1.1365296679000001</c:v>
                </c:pt>
                <c:pt idx="1242">
                  <c:v>1.0515007664</c:v>
                </c:pt>
                <c:pt idx="1243">
                  <c:v>1.0119875275000001</c:v>
                </c:pt>
                <c:pt idx="1244">
                  <c:v>1.0079611594</c:v>
                </c:pt>
                <c:pt idx="1245">
                  <c:v>0.94812206050000003</c:v>
                </c:pt>
                <c:pt idx="1246">
                  <c:v>0.83077217209999998</c:v>
                </c:pt>
                <c:pt idx="1247">
                  <c:v>0.75696171609999996</c:v>
                </c:pt>
                <c:pt idx="1248">
                  <c:v>0.65700123200000005</c:v>
                </c:pt>
                <c:pt idx="1249">
                  <c:v>0.58946128959999999</c:v>
                </c:pt>
                <c:pt idx="1250">
                  <c:v>0.53488340199999995</c:v>
                </c:pt>
                <c:pt idx="1251">
                  <c:v>0.52138005549999999</c:v>
                </c:pt>
                <c:pt idx="1252">
                  <c:v>0.48337123799999998</c:v>
                </c:pt>
                <c:pt idx="1253">
                  <c:v>0.46473340470000002</c:v>
                </c:pt>
                <c:pt idx="1254">
                  <c:v>0.43450000010000001</c:v>
                </c:pt>
                <c:pt idx="1255">
                  <c:v>0.38296718470000002</c:v>
                </c:pt>
                <c:pt idx="1256">
                  <c:v>0.40799012019999997</c:v>
                </c:pt>
                <c:pt idx="1257">
                  <c:v>0.4511717596</c:v>
                </c:pt>
                <c:pt idx="1258">
                  <c:v>0.48678481600000001</c:v>
                </c:pt>
                <c:pt idx="1259">
                  <c:v>0.50455309660000003</c:v>
                </c:pt>
                <c:pt idx="1260">
                  <c:v>0.48540908240000002</c:v>
                </c:pt>
                <c:pt idx="1261">
                  <c:v>0.45457372499999998</c:v>
                </c:pt>
                <c:pt idx="1262">
                  <c:v>0.43270308369999999</c:v>
                </c:pt>
                <c:pt idx="1263">
                  <c:v>0.45446038919999998</c:v>
                </c:pt>
                <c:pt idx="1264">
                  <c:v>0.48411930539999998</c:v>
                </c:pt>
                <c:pt idx="1265">
                  <c:v>0.4832711261</c:v>
                </c:pt>
                <c:pt idx="1266">
                  <c:v>0.55842920399999996</c:v>
                </c:pt>
                <c:pt idx="1267">
                  <c:v>0.67717707599999999</c:v>
                </c:pt>
                <c:pt idx="1268">
                  <c:v>0.74459921240000004</c:v>
                </c:pt>
                <c:pt idx="1269">
                  <c:v>0.80066396409999996</c:v>
                </c:pt>
                <c:pt idx="1270">
                  <c:v>0.86615931199999996</c:v>
                </c:pt>
                <c:pt idx="1271">
                  <c:v>0.90690187089999996</c:v>
                </c:pt>
                <c:pt idx="1272">
                  <c:v>0.89801819630000002</c:v>
                </c:pt>
                <c:pt idx="1273">
                  <c:v>0.93844993430000001</c:v>
                </c:pt>
                <c:pt idx="1274">
                  <c:v>0.92083449549999996</c:v>
                </c:pt>
                <c:pt idx="1275">
                  <c:v>0.95067285690000003</c:v>
                </c:pt>
                <c:pt idx="1276">
                  <c:v>1.0001193553000001</c:v>
                </c:pt>
                <c:pt idx="1277">
                  <c:v>0.96741560940000004</c:v>
                </c:pt>
                <c:pt idx="1278">
                  <c:v>0.94448332619999997</c:v>
                </c:pt>
                <c:pt idx="1279">
                  <c:v>0.95763250440000003</c:v>
                </c:pt>
                <c:pt idx="1280">
                  <c:v>1.0208939507000001</c:v>
                </c:pt>
                <c:pt idx="1281">
                  <c:v>1.1360587632000001</c:v>
                </c:pt>
                <c:pt idx="1282">
                  <c:v>1.2614823523000001</c:v>
                </c:pt>
                <c:pt idx="1283">
                  <c:v>1.3970222317000001</c:v>
                </c:pt>
                <c:pt idx="1284">
                  <c:v>1.5009762605999999</c:v>
                </c:pt>
                <c:pt idx="1285">
                  <c:v>1.5632625971</c:v>
                </c:pt>
                <c:pt idx="1286">
                  <c:v>1.6360713081</c:v>
                </c:pt>
                <c:pt idx="1287">
                  <c:v>1.6885048003000001</c:v>
                </c:pt>
                <c:pt idx="1288">
                  <c:v>1.7104394657999999</c:v>
                </c:pt>
                <c:pt idx="1289">
                  <c:v>1.7614475917000001</c:v>
                </c:pt>
                <c:pt idx="1290">
                  <c:v>1.8183639358000001</c:v>
                </c:pt>
                <c:pt idx="1291">
                  <c:v>1.8788108471</c:v>
                </c:pt>
                <c:pt idx="1292">
                  <c:v>1.9268568218</c:v>
                </c:pt>
                <c:pt idx="1293">
                  <c:v>2.0037816459000002</c:v>
                </c:pt>
                <c:pt idx="1294">
                  <c:v>2.0533361312</c:v>
                </c:pt>
                <c:pt idx="1295">
                  <c:v>2.1349468514000001</c:v>
                </c:pt>
                <c:pt idx="1296">
                  <c:v>2.1957027224000001</c:v>
                </c:pt>
                <c:pt idx="1297">
                  <c:v>2.2236512893999998</c:v>
                </c:pt>
                <c:pt idx="1298">
                  <c:v>2.3050132036000002</c:v>
                </c:pt>
                <c:pt idx="1299">
                  <c:v>2.3793356855000001</c:v>
                </c:pt>
                <c:pt idx="1300">
                  <c:v>2.4472114948999999</c:v>
                </c:pt>
                <c:pt idx="1301">
                  <c:v>2.4510093049999999</c:v>
                </c:pt>
                <c:pt idx="1302">
                  <c:v>2.4052116462000002</c:v>
                </c:pt>
                <c:pt idx="1303">
                  <c:v>2.3787765354000001</c:v>
                </c:pt>
                <c:pt idx="1304">
                  <c:v>2.3174419570000002</c:v>
                </c:pt>
                <c:pt idx="1305">
                  <c:v>2.3154800986000001</c:v>
                </c:pt>
                <c:pt idx="1306">
                  <c:v>2.3173252301999998</c:v>
                </c:pt>
                <c:pt idx="1307">
                  <c:v>2.2389693291000001</c:v>
                </c:pt>
                <c:pt idx="1308">
                  <c:v>2.0995327388999998</c:v>
                </c:pt>
                <c:pt idx="1309">
                  <c:v>1.9884919244000001</c:v>
                </c:pt>
                <c:pt idx="1310">
                  <c:v>1.9197767772000001</c:v>
                </c:pt>
                <c:pt idx="1311">
                  <c:v>1.8634045751999999</c:v>
                </c:pt>
                <c:pt idx="1312">
                  <c:v>1.7356746799</c:v>
                </c:pt>
                <c:pt idx="1313">
                  <c:v>1.6849177254000001</c:v>
                </c:pt>
                <c:pt idx="1314">
                  <c:v>1.6308045076</c:v>
                </c:pt>
                <c:pt idx="1315">
                  <c:v>1.5736199130999999</c:v>
                </c:pt>
                <c:pt idx="1316">
                  <c:v>1.4671463638</c:v>
                </c:pt>
                <c:pt idx="1317">
                  <c:v>1.3472005978999999</c:v>
                </c:pt>
                <c:pt idx="1318">
                  <c:v>1.2333601746</c:v>
                </c:pt>
                <c:pt idx="1319">
                  <c:v>1.0976958221999999</c:v>
                </c:pt>
                <c:pt idx="1320">
                  <c:v>0.97346809400000001</c:v>
                </c:pt>
                <c:pt idx="1321">
                  <c:v>0.85363919960000001</c:v>
                </c:pt>
                <c:pt idx="1322">
                  <c:v>0.75489565650000001</c:v>
                </c:pt>
                <c:pt idx="1323">
                  <c:v>0.6670728923</c:v>
                </c:pt>
                <c:pt idx="1324">
                  <c:v>0.59017573840000004</c:v>
                </c:pt>
                <c:pt idx="1325">
                  <c:v>0.52394577990000002</c:v>
                </c:pt>
                <c:pt idx="1326">
                  <c:v>0.49288224400000002</c:v>
                </c:pt>
                <c:pt idx="1327">
                  <c:v>0.44452752239999999</c:v>
                </c:pt>
                <c:pt idx="1328">
                  <c:v>0.46183546640000001</c:v>
                </c:pt>
                <c:pt idx="1329">
                  <c:v>0.51217921840000002</c:v>
                </c:pt>
                <c:pt idx="1330">
                  <c:v>0.50961178750000002</c:v>
                </c:pt>
                <c:pt idx="1331">
                  <c:v>0.46379436089999998</c:v>
                </c:pt>
                <c:pt idx="1332">
                  <c:v>0.45670487710000002</c:v>
                </c:pt>
                <c:pt idx="1333">
                  <c:v>0.48262872940000001</c:v>
                </c:pt>
                <c:pt idx="1334">
                  <c:v>0.47233179260000002</c:v>
                </c:pt>
                <c:pt idx="1335">
                  <c:v>0.45778046360000002</c:v>
                </c:pt>
                <c:pt idx="1336">
                  <c:v>0.44585382870000001</c:v>
                </c:pt>
                <c:pt idx="1337">
                  <c:v>0.46239918340000002</c:v>
                </c:pt>
                <c:pt idx="1338">
                  <c:v>0.46709117820000001</c:v>
                </c:pt>
                <c:pt idx="1339">
                  <c:v>0.48164133269999998</c:v>
                </c:pt>
                <c:pt idx="1340">
                  <c:v>0.52339677070000001</c:v>
                </c:pt>
                <c:pt idx="1341">
                  <c:v>0.54771016930000005</c:v>
                </c:pt>
                <c:pt idx="1342">
                  <c:v>0.57328771199999995</c:v>
                </c:pt>
                <c:pt idx="1343">
                  <c:v>0.58927796519999998</c:v>
                </c:pt>
                <c:pt idx="1344">
                  <c:v>0.58289140110000004</c:v>
                </c:pt>
                <c:pt idx="1345">
                  <c:v>0.53973195839999999</c:v>
                </c:pt>
                <c:pt idx="1346">
                  <c:v>0.47985013929999998</c:v>
                </c:pt>
                <c:pt idx="1347">
                  <c:v>0.37694823900000002</c:v>
                </c:pt>
                <c:pt idx="1348">
                  <c:v>0.31425925640000002</c:v>
                </c:pt>
                <c:pt idx="1349">
                  <c:v>0.25327081759999998</c:v>
                </c:pt>
                <c:pt idx="1350">
                  <c:v>0.1623526673</c:v>
                </c:pt>
                <c:pt idx="1351">
                  <c:v>0.1226841082</c:v>
                </c:pt>
                <c:pt idx="1352">
                  <c:v>8.30338194E-2</c:v>
                </c:pt>
                <c:pt idx="1353">
                  <c:v>9.2765038000000005E-3</c:v>
                </c:pt>
                <c:pt idx="1354">
                  <c:v>-4.0906592800000002E-2</c:v>
                </c:pt>
                <c:pt idx="1355">
                  <c:v>-0.1056356234</c:v>
                </c:pt>
                <c:pt idx="1356">
                  <c:v>-0.16550536809999999</c:v>
                </c:pt>
                <c:pt idx="1357">
                  <c:v>-0.25732699749999999</c:v>
                </c:pt>
                <c:pt idx="1358">
                  <c:v>-0.36255407909999998</c:v>
                </c:pt>
                <c:pt idx="1359">
                  <c:v>-0.45594273019999998</c:v>
                </c:pt>
                <c:pt idx="1360">
                  <c:v>-0.50056508690000001</c:v>
                </c:pt>
                <c:pt idx="1361">
                  <c:v>-0.57374946240000002</c:v>
                </c:pt>
                <c:pt idx="1362">
                  <c:v>-0.6364855828</c:v>
                </c:pt>
                <c:pt idx="1363">
                  <c:v>-0.73033653320000003</c:v>
                </c:pt>
                <c:pt idx="1364">
                  <c:v>-0.76977537640000004</c:v>
                </c:pt>
                <c:pt idx="1365">
                  <c:v>-0.80891851179999996</c:v>
                </c:pt>
                <c:pt idx="1366">
                  <c:v>-0.83296691940000001</c:v>
                </c:pt>
                <c:pt idx="1367">
                  <c:v>-0.83761694809999998</c:v>
                </c:pt>
                <c:pt idx="1368">
                  <c:v>-0.8009565689</c:v>
                </c:pt>
                <c:pt idx="1369">
                  <c:v>-0.76604444130000005</c:v>
                </c:pt>
                <c:pt idx="1370">
                  <c:v>-0.71413541459999996</c:v>
                </c:pt>
                <c:pt idx="1371">
                  <c:v>-0.65949815629999997</c:v>
                </c:pt>
                <c:pt idx="1372">
                  <c:v>-0.60197913339999998</c:v>
                </c:pt>
                <c:pt idx="1373">
                  <c:v>-0.49664447499999997</c:v>
                </c:pt>
                <c:pt idx="1374">
                  <c:v>-0.36767344419999998</c:v>
                </c:pt>
                <c:pt idx="1375">
                  <c:v>-0.2686120514</c:v>
                </c:pt>
                <c:pt idx="1376">
                  <c:v>-0.1900347929</c:v>
                </c:pt>
                <c:pt idx="1377">
                  <c:v>-0.1032160073</c:v>
                </c:pt>
                <c:pt idx="1378">
                  <c:v>-1.8579363E-3</c:v>
                </c:pt>
                <c:pt idx="1379">
                  <c:v>9.6606771699999996E-2</c:v>
                </c:pt>
                <c:pt idx="1380">
                  <c:v>0.22427598779999999</c:v>
                </c:pt>
                <c:pt idx="1381">
                  <c:v>0.33996725080000001</c:v>
                </c:pt>
                <c:pt idx="1382">
                  <c:v>0.45292010700000002</c:v>
                </c:pt>
                <c:pt idx="1383">
                  <c:v>0.58628934659999998</c:v>
                </c:pt>
                <c:pt idx="1384">
                  <c:v>0.7049668644</c:v>
                </c:pt>
                <c:pt idx="1385">
                  <c:v>0.79600007480000001</c:v>
                </c:pt>
                <c:pt idx="1386">
                  <c:v>0.85202675939999994</c:v>
                </c:pt>
                <c:pt idx="1387">
                  <c:v>0.92735037659999997</c:v>
                </c:pt>
                <c:pt idx="1388">
                  <c:v>0.99827639290000003</c:v>
                </c:pt>
                <c:pt idx="1389">
                  <c:v>1.0018539736000001</c:v>
                </c:pt>
                <c:pt idx="1390">
                  <c:v>1.0360338772</c:v>
                </c:pt>
                <c:pt idx="1391">
                  <c:v>1.0503031937</c:v>
                </c:pt>
                <c:pt idx="1392">
                  <c:v>1.0777869059</c:v>
                </c:pt>
                <c:pt idx="1393">
                  <c:v>1.1404314687999999</c:v>
                </c:pt>
                <c:pt idx="1394">
                  <c:v>1.1758718267999999</c:v>
                </c:pt>
                <c:pt idx="1395">
                  <c:v>1.2433503288000001</c:v>
                </c:pt>
                <c:pt idx="1396">
                  <c:v>1.2937187607</c:v>
                </c:pt>
                <c:pt idx="1397">
                  <c:v>1.3415038339000001</c:v>
                </c:pt>
                <c:pt idx="1398">
                  <c:v>1.4346829309</c:v>
                </c:pt>
                <c:pt idx="1399">
                  <c:v>1.5430312235999999</c:v>
                </c:pt>
                <c:pt idx="1400">
                  <c:v>1.6547887615000001</c:v>
                </c:pt>
                <c:pt idx="1401">
                  <c:v>1.7227907109</c:v>
                </c:pt>
                <c:pt idx="1402">
                  <c:v>1.7476722484</c:v>
                </c:pt>
                <c:pt idx="1403">
                  <c:v>1.7806483302</c:v>
                </c:pt>
                <c:pt idx="1404">
                  <c:v>1.7503379826000001</c:v>
                </c:pt>
                <c:pt idx="1405">
                  <c:v>1.7615349285999999</c:v>
                </c:pt>
                <c:pt idx="1406">
                  <c:v>1.7882648345000001</c:v>
                </c:pt>
                <c:pt idx="1407">
                  <c:v>1.8572282196000001</c:v>
                </c:pt>
                <c:pt idx="1408">
                  <c:v>1.9140874806999999</c:v>
                </c:pt>
                <c:pt idx="1409">
                  <c:v>1.9549961865000001</c:v>
                </c:pt>
                <c:pt idx="1410">
                  <c:v>2.0449997342000001</c:v>
                </c:pt>
                <c:pt idx="1411">
                  <c:v>2.0369942371</c:v>
                </c:pt>
                <c:pt idx="1412">
                  <c:v>2.0099758513000001</c:v>
                </c:pt>
                <c:pt idx="1413">
                  <c:v>2.0426504374999999</c:v>
                </c:pt>
                <c:pt idx="1414">
                  <c:v>1.9992752974000001</c:v>
                </c:pt>
                <c:pt idx="1415">
                  <c:v>1.8808318777999999</c:v>
                </c:pt>
                <c:pt idx="1416">
                  <c:v>1.7668074324</c:v>
                </c:pt>
                <c:pt idx="1417">
                  <c:v>1.6868881858</c:v>
                </c:pt>
                <c:pt idx="1418">
                  <c:v>1.6484171293000001</c:v>
                </c:pt>
                <c:pt idx="1419">
                  <c:v>1.5261602568999999</c:v>
                </c:pt>
                <c:pt idx="1420">
                  <c:v>1.3998850439999999</c:v>
                </c:pt>
                <c:pt idx="1421">
                  <c:v>1.2264086721</c:v>
                </c:pt>
                <c:pt idx="1422">
                  <c:v>1.0726069601999999</c:v>
                </c:pt>
                <c:pt idx="1423">
                  <c:v>0.98559035610000001</c:v>
                </c:pt>
                <c:pt idx="1424">
                  <c:v>0.88609848759999998</c:v>
                </c:pt>
                <c:pt idx="1425">
                  <c:v>0.81766040149999997</c:v>
                </c:pt>
                <c:pt idx="1426">
                  <c:v>0.7066048814</c:v>
                </c:pt>
                <c:pt idx="1427">
                  <c:v>0.62441388639999995</c:v>
                </c:pt>
                <c:pt idx="1428">
                  <c:v>0.55092451109999996</c:v>
                </c:pt>
                <c:pt idx="1429">
                  <c:v>0.46064729830000001</c:v>
                </c:pt>
                <c:pt idx="1430">
                  <c:v>0.36953772930000001</c:v>
                </c:pt>
                <c:pt idx="1431">
                  <c:v>0.27768662840000002</c:v>
                </c:pt>
                <c:pt idx="1432">
                  <c:v>0.20719158770000001</c:v>
                </c:pt>
                <c:pt idx="1433">
                  <c:v>0.1590416321</c:v>
                </c:pt>
                <c:pt idx="1434">
                  <c:v>5.6617267999999998E-2</c:v>
                </c:pt>
                <c:pt idx="1435">
                  <c:v>2.7371224E-2</c:v>
                </c:pt>
                <c:pt idx="1436">
                  <c:v>4.3289704300000002E-2</c:v>
                </c:pt>
                <c:pt idx="1437">
                  <c:v>-4.4857550999999997E-3</c:v>
                </c:pt>
                <c:pt idx="1438">
                  <c:v>-7.7376782199999994E-2</c:v>
                </c:pt>
                <c:pt idx="1439">
                  <c:v>-0.15547571560000001</c:v>
                </c:pt>
                <c:pt idx="1440">
                  <c:v>-0.18307446090000001</c:v>
                </c:pt>
                <c:pt idx="1441">
                  <c:v>-0.23318532710000001</c:v>
                </c:pt>
                <c:pt idx="1442">
                  <c:v>-0.21095850090000001</c:v>
                </c:pt>
                <c:pt idx="1443">
                  <c:v>-0.19953426339999999</c:v>
                </c:pt>
                <c:pt idx="1444">
                  <c:v>-0.23635071990000001</c:v>
                </c:pt>
                <c:pt idx="1445">
                  <c:v>-0.25113204249999999</c:v>
                </c:pt>
                <c:pt idx="1446">
                  <c:v>-0.27524231919999997</c:v>
                </c:pt>
                <c:pt idx="1447">
                  <c:v>-0.26838626739999999</c:v>
                </c:pt>
                <c:pt idx="1448">
                  <c:v>-0.28249384519999998</c:v>
                </c:pt>
                <c:pt idx="1449">
                  <c:v>-0.30263279189999998</c:v>
                </c:pt>
                <c:pt idx="1450">
                  <c:v>-0.30559307099999999</c:v>
                </c:pt>
                <c:pt idx="1451">
                  <c:v>-0.30962353450000002</c:v>
                </c:pt>
                <c:pt idx="1452">
                  <c:v>-0.33126097380000002</c:v>
                </c:pt>
                <c:pt idx="1453">
                  <c:v>-0.34573307120000002</c:v>
                </c:pt>
                <c:pt idx="1454">
                  <c:v>-0.37899395190000001</c:v>
                </c:pt>
                <c:pt idx="1455">
                  <c:v>-0.3360069423</c:v>
                </c:pt>
                <c:pt idx="1456">
                  <c:v>-0.332043005</c:v>
                </c:pt>
                <c:pt idx="1457">
                  <c:v>-0.32577418809999997</c:v>
                </c:pt>
                <c:pt idx="1458">
                  <c:v>-0.30990589429999998</c:v>
                </c:pt>
                <c:pt idx="1459">
                  <c:v>-0.29714807809999999</c:v>
                </c:pt>
                <c:pt idx="1460">
                  <c:v>-0.28201955359999997</c:v>
                </c:pt>
                <c:pt idx="1461">
                  <c:v>-0.28725308980000003</c:v>
                </c:pt>
                <c:pt idx="1462">
                  <c:v>-0.25202561620000002</c:v>
                </c:pt>
                <c:pt idx="1463">
                  <c:v>-0.27905276289999997</c:v>
                </c:pt>
                <c:pt idx="1464">
                  <c:v>-0.2492030751</c:v>
                </c:pt>
                <c:pt idx="1465">
                  <c:v>-0.2527302743</c:v>
                </c:pt>
                <c:pt idx="1466">
                  <c:v>-0.21901609159999999</c:v>
                </c:pt>
                <c:pt idx="1467">
                  <c:v>-0.21239758189999999</c:v>
                </c:pt>
                <c:pt idx="1468">
                  <c:v>-0.2233864186</c:v>
                </c:pt>
                <c:pt idx="1469">
                  <c:v>-0.28073845069999998</c:v>
                </c:pt>
                <c:pt idx="1470">
                  <c:v>-0.3303522773</c:v>
                </c:pt>
                <c:pt idx="1471">
                  <c:v>-0.34235645679999999</c:v>
                </c:pt>
                <c:pt idx="1472">
                  <c:v>-0.3530621571</c:v>
                </c:pt>
                <c:pt idx="1473">
                  <c:v>-0.35675297700000003</c:v>
                </c:pt>
                <c:pt idx="1474">
                  <c:v>-0.36967454160000002</c:v>
                </c:pt>
                <c:pt idx="1475">
                  <c:v>-0.33713504020000001</c:v>
                </c:pt>
                <c:pt idx="1476">
                  <c:v>-0.35656780240000002</c:v>
                </c:pt>
                <c:pt idx="1477">
                  <c:v>-0.36402522859999997</c:v>
                </c:pt>
                <c:pt idx="1478">
                  <c:v>-0.3528684809</c:v>
                </c:pt>
                <c:pt idx="1479">
                  <c:v>-0.33947879580000001</c:v>
                </c:pt>
                <c:pt idx="1480">
                  <c:v>-0.30446437320000003</c:v>
                </c:pt>
                <c:pt idx="1481">
                  <c:v>-0.2626286001</c:v>
                </c:pt>
                <c:pt idx="1482">
                  <c:v>-0.22246925309999999</c:v>
                </c:pt>
                <c:pt idx="1483">
                  <c:v>-0.20099610809999999</c:v>
                </c:pt>
                <c:pt idx="1484">
                  <c:v>-0.1114758139</c:v>
                </c:pt>
                <c:pt idx="1485">
                  <c:v>-9.6046709600000002E-2</c:v>
                </c:pt>
                <c:pt idx="1486">
                  <c:v>-3.89622861E-2</c:v>
                </c:pt>
                <c:pt idx="1487">
                  <c:v>4.0681546000000002E-3</c:v>
                </c:pt>
                <c:pt idx="1488">
                  <c:v>0.10588252839999999</c:v>
                </c:pt>
                <c:pt idx="1489">
                  <c:v>0.1915358251</c:v>
                </c:pt>
                <c:pt idx="1490">
                  <c:v>0.2943765183</c:v>
                </c:pt>
                <c:pt idx="1491">
                  <c:v>0.36896236399999999</c:v>
                </c:pt>
                <c:pt idx="1492">
                  <c:v>0.40123220469999998</c:v>
                </c:pt>
                <c:pt idx="1493">
                  <c:v>0.5147835449</c:v>
                </c:pt>
                <c:pt idx="1494">
                  <c:v>0.65282685220000003</c:v>
                </c:pt>
                <c:pt idx="1495">
                  <c:v>0.76690839649999998</c:v>
                </c:pt>
                <c:pt idx="1496">
                  <c:v>0.80475720480000001</c:v>
                </c:pt>
                <c:pt idx="1497">
                  <c:v>0.81490420900000005</c:v>
                </c:pt>
                <c:pt idx="1498">
                  <c:v>0.80432254489999999</c:v>
                </c:pt>
                <c:pt idx="1499">
                  <c:v>0.82401552769999997</c:v>
                </c:pt>
                <c:pt idx="1500">
                  <c:v>0.87935143800000004</c:v>
                </c:pt>
                <c:pt idx="1501">
                  <c:v>0.87393155290000002</c:v>
                </c:pt>
                <c:pt idx="1502">
                  <c:v>0.85294687920000001</c:v>
                </c:pt>
                <c:pt idx="1503">
                  <c:v>0.87198053740000003</c:v>
                </c:pt>
                <c:pt idx="1504">
                  <c:v>0.88087370580000002</c:v>
                </c:pt>
                <c:pt idx="1505">
                  <c:v>0.89436834860000003</c:v>
                </c:pt>
                <c:pt idx="1506">
                  <c:v>0.96755241140000003</c:v>
                </c:pt>
                <c:pt idx="1507">
                  <c:v>0.97186202749999995</c:v>
                </c:pt>
                <c:pt idx="1508">
                  <c:v>0.93379165230000005</c:v>
                </c:pt>
                <c:pt idx="1509">
                  <c:v>0.86192315320000001</c:v>
                </c:pt>
                <c:pt idx="1510">
                  <c:v>0.79070581120000005</c:v>
                </c:pt>
                <c:pt idx="1511">
                  <c:v>0.72468094920000004</c:v>
                </c:pt>
                <c:pt idx="1512">
                  <c:v>0.74165689369999999</c:v>
                </c:pt>
                <c:pt idx="1513">
                  <c:v>0.75026426280000003</c:v>
                </c:pt>
                <c:pt idx="1514">
                  <c:v>0.68956314350000003</c:v>
                </c:pt>
                <c:pt idx="1515">
                  <c:v>0.57772855479999996</c:v>
                </c:pt>
                <c:pt idx="1516">
                  <c:v>0.53710136259999997</c:v>
                </c:pt>
                <c:pt idx="1517">
                  <c:v>0.52811173779999998</c:v>
                </c:pt>
                <c:pt idx="1518">
                  <c:v>0.54016837399999995</c:v>
                </c:pt>
                <c:pt idx="1519">
                  <c:v>0.53627826280000002</c:v>
                </c:pt>
                <c:pt idx="1520">
                  <c:v>0.51210213159999995</c:v>
                </c:pt>
                <c:pt idx="1521">
                  <c:v>0.487061878</c:v>
                </c:pt>
                <c:pt idx="1522">
                  <c:v>0.48915275470000003</c:v>
                </c:pt>
                <c:pt idx="1523">
                  <c:v>0.4973644679</c:v>
                </c:pt>
                <c:pt idx="1524">
                  <c:v>0.50620299049999995</c:v>
                </c:pt>
                <c:pt idx="1525">
                  <c:v>0.52289370400000001</c:v>
                </c:pt>
                <c:pt idx="1526">
                  <c:v>0.46716087779999999</c:v>
                </c:pt>
                <c:pt idx="1527">
                  <c:v>0.34010170159999997</c:v>
                </c:pt>
                <c:pt idx="1528">
                  <c:v>0.29921035969999998</c:v>
                </c:pt>
                <c:pt idx="1529">
                  <c:v>0.28802918080000001</c:v>
                </c:pt>
                <c:pt idx="1530">
                  <c:v>0.28826124240000001</c:v>
                </c:pt>
                <c:pt idx="1531">
                  <c:v>0.29868513000000002</c:v>
                </c:pt>
                <c:pt idx="1532">
                  <c:v>0.32504789109999999</c:v>
                </c:pt>
                <c:pt idx="1533">
                  <c:v>0.2962243504</c:v>
                </c:pt>
                <c:pt idx="1534">
                  <c:v>0.29866156630000001</c:v>
                </c:pt>
                <c:pt idx="1535">
                  <c:v>0.26314869749999997</c:v>
                </c:pt>
                <c:pt idx="1536">
                  <c:v>0.2486908531</c:v>
                </c:pt>
                <c:pt idx="1537">
                  <c:v>0.19557782400000001</c:v>
                </c:pt>
                <c:pt idx="1538">
                  <c:v>0.17367835810000001</c:v>
                </c:pt>
                <c:pt idx="1539">
                  <c:v>0.16780745399999999</c:v>
                </c:pt>
                <c:pt idx="1540">
                  <c:v>0.1884515604</c:v>
                </c:pt>
                <c:pt idx="1541">
                  <c:v>0.16399433029999999</c:v>
                </c:pt>
                <c:pt idx="1542">
                  <c:v>9.9205309500000005E-2</c:v>
                </c:pt>
                <c:pt idx="1543">
                  <c:v>7.5337627099999999E-2</c:v>
                </c:pt>
                <c:pt idx="1544">
                  <c:v>8.3006341600000005E-2</c:v>
                </c:pt>
                <c:pt idx="1545">
                  <c:v>5.4824957700000003E-2</c:v>
                </c:pt>
                <c:pt idx="1546">
                  <c:v>1.6468724699999999E-2</c:v>
                </c:pt>
                <c:pt idx="1547">
                  <c:v>-1.6727232500000001E-2</c:v>
                </c:pt>
                <c:pt idx="1548">
                  <c:v>3.9675059000000004E-3</c:v>
                </c:pt>
                <c:pt idx="1549">
                  <c:v>-2.7292249999999999E-4</c:v>
                </c:pt>
                <c:pt idx="1550">
                  <c:v>-6.5573395000000003E-3</c:v>
                </c:pt>
                <c:pt idx="1551">
                  <c:v>3.1263547999999999E-3</c:v>
                </c:pt>
                <c:pt idx="1552">
                  <c:v>3.8614277400000001E-2</c:v>
                </c:pt>
                <c:pt idx="1553">
                  <c:v>6.0884385700000002E-2</c:v>
                </c:pt>
                <c:pt idx="1554">
                  <c:v>6.6884664699999999E-2</c:v>
                </c:pt>
                <c:pt idx="1555">
                  <c:v>5.5780023400000003E-2</c:v>
                </c:pt>
                <c:pt idx="1556">
                  <c:v>9.9979592000000006E-2</c:v>
                </c:pt>
                <c:pt idx="1557">
                  <c:v>0.14290222990000001</c:v>
                </c:pt>
                <c:pt idx="1558">
                  <c:v>0.1776597325</c:v>
                </c:pt>
                <c:pt idx="1559">
                  <c:v>0.2329071204</c:v>
                </c:pt>
                <c:pt idx="1560">
                  <c:v>0.2253485174</c:v>
                </c:pt>
                <c:pt idx="1561">
                  <c:v>0.25143676920000002</c:v>
                </c:pt>
                <c:pt idx="1562">
                  <c:v>0.28221621190000001</c:v>
                </c:pt>
                <c:pt idx="1563">
                  <c:v>0.35039968980000002</c:v>
                </c:pt>
                <c:pt idx="1564">
                  <c:v>0.38185041349999999</c:v>
                </c:pt>
                <c:pt idx="1565">
                  <c:v>0.38559970669999999</c:v>
                </c:pt>
                <c:pt idx="1566">
                  <c:v>0.39719916620000001</c:v>
                </c:pt>
                <c:pt idx="1567">
                  <c:v>0.40108580160000001</c:v>
                </c:pt>
                <c:pt idx="1568">
                  <c:v>0.4359910105</c:v>
                </c:pt>
                <c:pt idx="1569">
                  <c:v>0.445203658</c:v>
                </c:pt>
                <c:pt idx="1570">
                  <c:v>0.44962791899999999</c:v>
                </c:pt>
                <c:pt idx="1571">
                  <c:v>0.429584572</c:v>
                </c:pt>
                <c:pt idx="1572">
                  <c:v>0.39998832480000002</c:v>
                </c:pt>
                <c:pt idx="1573">
                  <c:v>0.35493474229999999</c:v>
                </c:pt>
                <c:pt idx="1574">
                  <c:v>0.28365142319999997</c:v>
                </c:pt>
                <c:pt idx="1575">
                  <c:v>0.24228337180000001</c:v>
                </c:pt>
                <c:pt idx="1576">
                  <c:v>0.18002466449999999</c:v>
                </c:pt>
                <c:pt idx="1577">
                  <c:v>7.82293877E-2</c:v>
                </c:pt>
                <c:pt idx="1578">
                  <c:v>3.5304217800000003E-2</c:v>
                </c:pt>
                <c:pt idx="1579">
                  <c:v>4.7563580699999997E-2</c:v>
                </c:pt>
                <c:pt idx="1580">
                  <c:v>-7.9135561999999996E-3</c:v>
                </c:pt>
                <c:pt idx="1581">
                  <c:v>7.4323499999999999E-3</c:v>
                </c:pt>
                <c:pt idx="1582">
                  <c:v>-5.1686292299999999E-2</c:v>
                </c:pt>
                <c:pt idx="1583">
                  <c:v>-6.9687009699999997E-2</c:v>
                </c:pt>
                <c:pt idx="1584">
                  <c:v>-9.0534194799999995E-2</c:v>
                </c:pt>
                <c:pt idx="1585">
                  <c:v>-7.26543511E-2</c:v>
                </c:pt>
                <c:pt idx="1586">
                  <c:v>-5.96485873E-2</c:v>
                </c:pt>
                <c:pt idx="1587">
                  <c:v>-0.1575020748</c:v>
                </c:pt>
                <c:pt idx="1588">
                  <c:v>-0.25611573570000001</c:v>
                </c:pt>
                <c:pt idx="1589">
                  <c:v>-0.31719908829999999</c:v>
                </c:pt>
                <c:pt idx="1590">
                  <c:v>-0.38578552059999999</c:v>
                </c:pt>
                <c:pt idx="1591">
                  <c:v>-0.43497029929999997</c:v>
                </c:pt>
                <c:pt idx="1592">
                  <c:v>-0.48223540580000002</c:v>
                </c:pt>
                <c:pt idx="1593">
                  <c:v>-0.5148613447</c:v>
                </c:pt>
                <c:pt idx="1594">
                  <c:v>-0.54864910060000005</c:v>
                </c:pt>
                <c:pt idx="1595">
                  <c:v>-0.56961830449999995</c:v>
                </c:pt>
                <c:pt idx="1596">
                  <c:v>-0.64519675980000002</c:v>
                </c:pt>
                <c:pt idx="1597">
                  <c:v>-0.69193776019999997</c:v>
                </c:pt>
                <c:pt idx="1598">
                  <c:v>-0.6969987916</c:v>
                </c:pt>
                <c:pt idx="1599">
                  <c:v>-0.73446253399999994</c:v>
                </c:pt>
                <c:pt idx="1600">
                  <c:v>-0.79658893630000005</c:v>
                </c:pt>
                <c:pt idx="1601">
                  <c:v>-0.85828520559999999</c:v>
                </c:pt>
                <c:pt idx="1602">
                  <c:v>-0.94112134479999998</c:v>
                </c:pt>
                <c:pt idx="1603">
                  <c:v>-1.0049780585000001</c:v>
                </c:pt>
                <c:pt idx="1604">
                  <c:v>-1.0968894108</c:v>
                </c:pt>
                <c:pt idx="1605">
                  <c:v>-1.2050289322000001</c:v>
                </c:pt>
                <c:pt idx="1606">
                  <c:v>-1.3478279226000001</c:v>
                </c:pt>
                <c:pt idx="1607">
                  <c:v>-1.4989363739999999</c:v>
                </c:pt>
                <c:pt idx="1608">
                  <c:v>-1.5353083191000001</c:v>
                </c:pt>
                <c:pt idx="1609">
                  <c:v>-1.5501398120000001</c:v>
                </c:pt>
                <c:pt idx="1610">
                  <c:v>-1.5730195788000001</c:v>
                </c:pt>
                <c:pt idx="1611">
                  <c:v>-1.5887456219</c:v>
                </c:pt>
                <c:pt idx="1612">
                  <c:v>-1.6100227793999999</c:v>
                </c:pt>
                <c:pt idx="1613">
                  <c:v>-1.6242634248000001</c:v>
                </c:pt>
                <c:pt idx="1614">
                  <c:v>-1.6846333196000001</c:v>
                </c:pt>
                <c:pt idx="1615">
                  <c:v>-1.7313498575999999</c:v>
                </c:pt>
                <c:pt idx="1616">
                  <c:v>-1.7303763888000001</c:v>
                </c:pt>
                <c:pt idx="1617">
                  <c:v>-1.6982812</c:v>
                </c:pt>
                <c:pt idx="1618">
                  <c:v>-1.6807620869</c:v>
                </c:pt>
                <c:pt idx="1619">
                  <c:v>-1.7236267534</c:v>
                </c:pt>
                <c:pt idx="1620">
                  <c:v>-1.7622138405000001</c:v>
                </c:pt>
                <c:pt idx="1621">
                  <c:v>-1.801523631</c:v>
                </c:pt>
                <c:pt idx="1622">
                  <c:v>-1.8170266933999999</c:v>
                </c:pt>
                <c:pt idx="1623">
                  <c:v>-1.8183945480000001</c:v>
                </c:pt>
                <c:pt idx="1624">
                  <c:v>-1.7692455392999999</c:v>
                </c:pt>
                <c:pt idx="1625">
                  <c:v>-1.7507890091</c:v>
                </c:pt>
                <c:pt idx="1626">
                  <c:v>-1.7157320026</c:v>
                </c:pt>
                <c:pt idx="1627">
                  <c:v>-1.7221236857</c:v>
                </c:pt>
                <c:pt idx="1628">
                  <c:v>-1.7164188673</c:v>
                </c:pt>
                <c:pt idx="1629">
                  <c:v>-1.7269219853</c:v>
                </c:pt>
                <c:pt idx="1630">
                  <c:v>-1.7185836919999999</c:v>
                </c:pt>
                <c:pt idx="1631">
                  <c:v>-1.7538747261000001</c:v>
                </c:pt>
                <c:pt idx="1632">
                  <c:v>-1.7522102414</c:v>
                </c:pt>
                <c:pt idx="1633">
                  <c:v>-1.7553242372</c:v>
                </c:pt>
                <c:pt idx="1634">
                  <c:v>-1.7550262581</c:v>
                </c:pt>
                <c:pt idx="1635">
                  <c:v>-1.7192854821000001</c:v>
                </c:pt>
                <c:pt idx="1636">
                  <c:v>-1.738502349</c:v>
                </c:pt>
                <c:pt idx="1637">
                  <c:v>-1.8034245525999999</c:v>
                </c:pt>
                <c:pt idx="1638">
                  <c:v>-1.8677469964</c:v>
                </c:pt>
                <c:pt idx="1639">
                  <c:v>-1.8964958793</c:v>
                </c:pt>
                <c:pt idx="1640">
                  <c:v>-1.8583508857</c:v>
                </c:pt>
                <c:pt idx="1641">
                  <c:v>-1.8440945471000001</c:v>
                </c:pt>
                <c:pt idx="1642">
                  <c:v>-1.8366884309</c:v>
                </c:pt>
                <c:pt idx="1643">
                  <c:v>-1.8310432765</c:v>
                </c:pt>
                <c:pt idx="1644">
                  <c:v>-1.8014054946</c:v>
                </c:pt>
                <c:pt idx="1645">
                  <c:v>-1.8178526748999999</c:v>
                </c:pt>
                <c:pt idx="1646">
                  <c:v>-1.7871300906000001</c:v>
                </c:pt>
                <c:pt idx="1647">
                  <c:v>-1.7762373786000001</c:v>
                </c:pt>
                <c:pt idx="1648">
                  <c:v>-1.7145302705000001</c:v>
                </c:pt>
                <c:pt idx="1649">
                  <c:v>-1.6703331735</c:v>
                </c:pt>
                <c:pt idx="1650">
                  <c:v>-1.5483610713</c:v>
                </c:pt>
                <c:pt idx="1651">
                  <c:v>-1.4216312593</c:v>
                </c:pt>
                <c:pt idx="1652">
                  <c:v>-1.2665201645999999</c:v>
                </c:pt>
                <c:pt idx="1653">
                  <c:v>-1.1598996234000001</c:v>
                </c:pt>
                <c:pt idx="1654">
                  <c:v>-1.0286759848</c:v>
                </c:pt>
                <c:pt idx="1655">
                  <c:v>-0.91677242110000001</c:v>
                </c:pt>
                <c:pt idx="1656">
                  <c:v>-0.79375292590000002</c:v>
                </c:pt>
                <c:pt idx="1657">
                  <c:v>-0.63469362470000001</c:v>
                </c:pt>
                <c:pt idx="1658">
                  <c:v>-0.45912605309999999</c:v>
                </c:pt>
                <c:pt idx="1659">
                  <c:v>-0.29540877090000001</c:v>
                </c:pt>
                <c:pt idx="1660">
                  <c:v>-0.123433787</c:v>
                </c:pt>
                <c:pt idx="1661">
                  <c:v>-1.4788908700000001E-2</c:v>
                </c:pt>
                <c:pt idx="1662">
                  <c:v>0.1061924206</c:v>
                </c:pt>
                <c:pt idx="1663">
                  <c:v>0.23248447780000001</c:v>
                </c:pt>
                <c:pt idx="1664">
                  <c:v>0.41312153880000002</c:v>
                </c:pt>
                <c:pt idx="1665">
                  <c:v>0.5361325992</c:v>
                </c:pt>
                <c:pt idx="1666">
                  <c:v>0.67720027490000001</c:v>
                </c:pt>
                <c:pt idx="1667">
                  <c:v>0.75664244629999999</c:v>
                </c:pt>
                <c:pt idx="1668">
                  <c:v>0.87825049840000002</c:v>
                </c:pt>
                <c:pt idx="1669">
                  <c:v>1.0633483658</c:v>
                </c:pt>
                <c:pt idx="1670">
                  <c:v>1.1904933859</c:v>
                </c:pt>
                <c:pt idx="1671">
                  <c:v>1.2370512944000001</c:v>
                </c:pt>
                <c:pt idx="1672">
                  <c:v>1.2434559355999999</c:v>
                </c:pt>
                <c:pt idx="1673">
                  <c:v>1.2582047104</c:v>
                </c:pt>
                <c:pt idx="1674">
                  <c:v>1.2801950210999999</c:v>
                </c:pt>
                <c:pt idx="1675">
                  <c:v>1.2919542137</c:v>
                </c:pt>
                <c:pt idx="1676">
                  <c:v>1.3489866171</c:v>
                </c:pt>
                <c:pt idx="1677">
                  <c:v>1.3933859014000001</c:v>
                </c:pt>
                <c:pt idx="1678">
                  <c:v>1.4072072608999999</c:v>
                </c:pt>
                <c:pt idx="1679">
                  <c:v>1.4379539863999999</c:v>
                </c:pt>
                <c:pt idx="1680">
                  <c:v>1.4790038893999999</c:v>
                </c:pt>
                <c:pt idx="1681">
                  <c:v>1.5064506196</c:v>
                </c:pt>
                <c:pt idx="1682">
                  <c:v>1.5629416449</c:v>
                </c:pt>
                <c:pt idx="1683">
                  <c:v>1.5921049547999999</c:v>
                </c:pt>
                <c:pt idx="1684">
                  <c:v>1.5951408846999999</c:v>
                </c:pt>
                <c:pt idx="1685">
                  <c:v>1.5672390463000001</c:v>
                </c:pt>
                <c:pt idx="1686">
                  <c:v>1.5459247054</c:v>
                </c:pt>
                <c:pt idx="1687">
                  <c:v>1.5044658325</c:v>
                </c:pt>
                <c:pt idx="1688">
                  <c:v>1.5068290629000001</c:v>
                </c:pt>
                <c:pt idx="1689">
                  <c:v>1.4873172853000001</c:v>
                </c:pt>
                <c:pt idx="1690">
                  <c:v>1.4013031010000001</c:v>
                </c:pt>
                <c:pt idx="1691">
                  <c:v>1.3787367117</c:v>
                </c:pt>
                <c:pt idx="1692">
                  <c:v>1.3645395425</c:v>
                </c:pt>
                <c:pt idx="1693">
                  <c:v>1.3526737719999999</c:v>
                </c:pt>
                <c:pt idx="1694">
                  <c:v>1.3394488579999999</c:v>
                </c:pt>
                <c:pt idx="1695">
                  <c:v>1.3519792058</c:v>
                </c:pt>
                <c:pt idx="1696">
                  <c:v>1.2954027035</c:v>
                </c:pt>
                <c:pt idx="1697">
                  <c:v>1.1795275146999999</c:v>
                </c:pt>
                <c:pt idx="1698">
                  <c:v>1.0805210166000001</c:v>
                </c:pt>
                <c:pt idx="1699">
                  <c:v>0.99514473979999996</c:v>
                </c:pt>
                <c:pt idx="1700">
                  <c:v>0.86664937320000002</c:v>
                </c:pt>
                <c:pt idx="1701">
                  <c:v>0.78993190400000002</c:v>
                </c:pt>
                <c:pt idx="1702">
                  <c:v>0.70124350150000003</c:v>
                </c:pt>
                <c:pt idx="1703">
                  <c:v>0.63702590950000004</c:v>
                </c:pt>
                <c:pt idx="1704">
                  <c:v>0.59442023960000001</c:v>
                </c:pt>
                <c:pt idx="1705">
                  <c:v>0.53931024309999998</c:v>
                </c:pt>
                <c:pt idx="1706">
                  <c:v>0.45384626849999998</c:v>
                </c:pt>
                <c:pt idx="1707">
                  <c:v>0.39253006810000002</c:v>
                </c:pt>
                <c:pt idx="1708">
                  <c:v>0.36497653819999998</c:v>
                </c:pt>
                <c:pt idx="1709">
                  <c:v>0.32032320689999999</c:v>
                </c:pt>
                <c:pt idx="1710">
                  <c:v>0.28118441080000001</c:v>
                </c:pt>
                <c:pt idx="1711">
                  <c:v>0.2496174931</c:v>
                </c:pt>
                <c:pt idx="1712">
                  <c:v>0.2297979714</c:v>
                </c:pt>
                <c:pt idx="1713">
                  <c:v>0.21979737969999999</c:v>
                </c:pt>
                <c:pt idx="1714">
                  <c:v>0.20870414819999999</c:v>
                </c:pt>
                <c:pt idx="1715">
                  <c:v>0.19166830439999999</c:v>
                </c:pt>
                <c:pt idx="1716">
                  <c:v>0.13141490040000001</c:v>
                </c:pt>
                <c:pt idx="1717">
                  <c:v>0.147242767</c:v>
                </c:pt>
                <c:pt idx="1718">
                  <c:v>0.1560368758</c:v>
                </c:pt>
                <c:pt idx="1719">
                  <c:v>0.12866874010000001</c:v>
                </c:pt>
                <c:pt idx="1720">
                  <c:v>5.8815352899999999E-2</c:v>
                </c:pt>
                <c:pt idx="1721">
                  <c:v>5.82961907E-2</c:v>
                </c:pt>
                <c:pt idx="1722">
                  <c:v>4.8545892E-2</c:v>
                </c:pt>
                <c:pt idx="1723">
                  <c:v>3.02251625E-2</c:v>
                </c:pt>
                <c:pt idx="1724">
                  <c:v>-1.47354158E-2</c:v>
                </c:pt>
                <c:pt idx="1725">
                  <c:v>-7.80298678E-2</c:v>
                </c:pt>
                <c:pt idx="1726">
                  <c:v>-0.1200502484</c:v>
                </c:pt>
                <c:pt idx="1727">
                  <c:v>-0.1298848406</c:v>
                </c:pt>
                <c:pt idx="1728">
                  <c:v>-9.5024362599999995E-2</c:v>
                </c:pt>
                <c:pt idx="1729">
                  <c:v>-0.10777979460000001</c:v>
                </c:pt>
                <c:pt idx="1730">
                  <c:v>-4.2253104800000003E-2</c:v>
                </c:pt>
                <c:pt idx="1731">
                  <c:v>-3.2715637800000003E-2</c:v>
                </c:pt>
                <c:pt idx="1732">
                  <c:v>-2.30885646E-2</c:v>
                </c:pt>
                <c:pt idx="1733">
                  <c:v>-3.2682810499999999E-2</c:v>
                </c:pt>
                <c:pt idx="1734">
                  <c:v>-3.9955110600000003E-2</c:v>
                </c:pt>
                <c:pt idx="1735">
                  <c:v>-1.7693166600000001E-2</c:v>
                </c:pt>
                <c:pt idx="1736">
                  <c:v>2.65329051E-2</c:v>
                </c:pt>
                <c:pt idx="1737">
                  <c:v>0.12712205770000001</c:v>
                </c:pt>
                <c:pt idx="1738">
                  <c:v>0.16153230439999999</c:v>
                </c:pt>
                <c:pt idx="1739">
                  <c:v>0.25059101989999999</c:v>
                </c:pt>
                <c:pt idx="1740">
                  <c:v>0.39151600860000002</c:v>
                </c:pt>
                <c:pt idx="1741">
                  <c:v>0.56256734259999996</c:v>
                </c:pt>
                <c:pt idx="1742">
                  <c:v>0.65334410099999995</c:v>
                </c:pt>
                <c:pt idx="1743">
                  <c:v>0.66314948289999998</c:v>
                </c:pt>
                <c:pt idx="1744">
                  <c:v>0.67603811290000004</c:v>
                </c:pt>
                <c:pt idx="1745">
                  <c:v>0.70597683180000004</c:v>
                </c:pt>
                <c:pt idx="1746">
                  <c:v>0.72590604989999996</c:v>
                </c:pt>
                <c:pt idx="1747">
                  <c:v>0.71848752059999998</c:v>
                </c:pt>
                <c:pt idx="1748">
                  <c:v>0.73769611280000003</c:v>
                </c:pt>
                <c:pt idx="1749">
                  <c:v>0.70381398539999995</c:v>
                </c:pt>
                <c:pt idx="1750">
                  <c:v>0.71790527930000003</c:v>
                </c:pt>
                <c:pt idx="1751">
                  <c:v>0.68836306800000002</c:v>
                </c:pt>
                <c:pt idx="1752">
                  <c:v>0.69587917560000001</c:v>
                </c:pt>
                <c:pt idx="1753">
                  <c:v>0.70127460750000004</c:v>
                </c:pt>
                <c:pt idx="1754">
                  <c:v>0.69144021010000001</c:v>
                </c:pt>
                <c:pt idx="1755">
                  <c:v>0.65911118790000001</c:v>
                </c:pt>
                <c:pt idx="1756">
                  <c:v>0.63023961949999996</c:v>
                </c:pt>
                <c:pt idx="1757">
                  <c:v>0.61287741139999996</c:v>
                </c:pt>
                <c:pt idx="1758">
                  <c:v>0.53673549259999997</c:v>
                </c:pt>
                <c:pt idx="1759">
                  <c:v>0.51313788530000004</c:v>
                </c:pt>
                <c:pt idx="1760">
                  <c:v>0.46846300740000002</c:v>
                </c:pt>
                <c:pt idx="1761">
                  <c:v>0.32284121370000002</c:v>
                </c:pt>
                <c:pt idx="1762">
                  <c:v>0.22910652980000001</c:v>
                </c:pt>
                <c:pt idx="1763">
                  <c:v>0.14889168629999999</c:v>
                </c:pt>
                <c:pt idx="1764">
                  <c:v>0.15765575940000001</c:v>
                </c:pt>
                <c:pt idx="1765">
                  <c:v>0.1776058874</c:v>
                </c:pt>
                <c:pt idx="1766">
                  <c:v>0.2122464979</c:v>
                </c:pt>
                <c:pt idx="1767">
                  <c:v>0.26980164039999999</c:v>
                </c:pt>
                <c:pt idx="1768">
                  <c:v>0.32853237880000002</c:v>
                </c:pt>
                <c:pt idx="1769">
                  <c:v>0.35187982080000002</c:v>
                </c:pt>
                <c:pt idx="1770">
                  <c:v>0.38310720349999999</c:v>
                </c:pt>
                <c:pt idx="1771">
                  <c:v>0.36914669820000001</c:v>
                </c:pt>
                <c:pt idx="1772">
                  <c:v>0.33942105410000001</c:v>
                </c:pt>
                <c:pt idx="1773">
                  <c:v>0.35250025959999998</c:v>
                </c:pt>
                <c:pt idx="1774">
                  <c:v>0.36602412470000001</c:v>
                </c:pt>
                <c:pt idx="1775">
                  <c:v>0.40709998069999997</c:v>
                </c:pt>
                <c:pt idx="1776">
                  <c:v>0.45401554500000002</c:v>
                </c:pt>
                <c:pt idx="1777">
                  <c:v>0.51349267050000003</c:v>
                </c:pt>
                <c:pt idx="1778">
                  <c:v>0.53276841730000002</c:v>
                </c:pt>
                <c:pt idx="1779">
                  <c:v>0.58449147759999998</c:v>
                </c:pt>
                <c:pt idx="1780">
                  <c:v>0.65059405889999999</c:v>
                </c:pt>
                <c:pt idx="1781">
                  <c:v>0.68634244600000005</c:v>
                </c:pt>
                <c:pt idx="1782">
                  <c:v>0.80369802609999996</c:v>
                </c:pt>
                <c:pt idx="1783">
                  <c:v>0.91631822009999997</c:v>
                </c:pt>
                <c:pt idx="1784">
                  <c:v>1.0203009845</c:v>
                </c:pt>
                <c:pt idx="1785">
                  <c:v>1.0723780448</c:v>
                </c:pt>
                <c:pt idx="1786">
                  <c:v>1.1037981415</c:v>
                </c:pt>
                <c:pt idx="1787">
                  <c:v>1.1345385987000001</c:v>
                </c:pt>
                <c:pt idx="1788">
                  <c:v>1.1564463167000001</c:v>
                </c:pt>
                <c:pt idx="1789">
                  <c:v>1.1641477343</c:v>
                </c:pt>
                <c:pt idx="1790">
                  <c:v>1.2247868875000001</c:v>
                </c:pt>
                <c:pt idx="1791">
                  <c:v>1.2702601998</c:v>
                </c:pt>
                <c:pt idx="1792">
                  <c:v>1.3576247552</c:v>
                </c:pt>
                <c:pt idx="1793">
                  <c:v>1.417018114</c:v>
                </c:pt>
                <c:pt idx="1794">
                  <c:v>1.4152345548</c:v>
                </c:pt>
                <c:pt idx="1795">
                  <c:v>1.4180741646999999</c:v>
                </c:pt>
                <c:pt idx="1796">
                  <c:v>1.4079785852</c:v>
                </c:pt>
                <c:pt idx="1797">
                  <c:v>1.4234420722000001</c:v>
                </c:pt>
                <c:pt idx="1798">
                  <c:v>1.4063185307999999</c:v>
                </c:pt>
                <c:pt idx="1799">
                  <c:v>1.3897832514999999</c:v>
                </c:pt>
                <c:pt idx="1800">
                  <c:v>1.3382452035000001</c:v>
                </c:pt>
                <c:pt idx="1801">
                  <c:v>1.2411335667000001</c:v>
                </c:pt>
                <c:pt idx="1802">
                  <c:v>1.2143013492000001</c:v>
                </c:pt>
                <c:pt idx="1803">
                  <c:v>1.1542792032</c:v>
                </c:pt>
                <c:pt idx="1804">
                  <c:v>1.0860141756999999</c:v>
                </c:pt>
                <c:pt idx="1805">
                  <c:v>1.0357982524</c:v>
                </c:pt>
                <c:pt idx="1806">
                  <c:v>0.98229510070000003</c:v>
                </c:pt>
                <c:pt idx="1807">
                  <c:v>0.9538087032</c:v>
                </c:pt>
                <c:pt idx="1808">
                  <c:v>0.88979950829999999</c:v>
                </c:pt>
                <c:pt idx="1809">
                  <c:v>0.82133318249999998</c:v>
                </c:pt>
                <c:pt idx="1810">
                  <c:v>0.80691432780000005</c:v>
                </c:pt>
                <c:pt idx="1811">
                  <c:v>0.7510800124</c:v>
                </c:pt>
                <c:pt idx="1812">
                  <c:v>0.66429291810000002</c:v>
                </c:pt>
                <c:pt idx="1813">
                  <c:v>0.6113990426</c:v>
                </c:pt>
                <c:pt idx="1814">
                  <c:v>0.58368925000000005</c:v>
                </c:pt>
                <c:pt idx="1815">
                  <c:v>0.54316914189999999</c:v>
                </c:pt>
                <c:pt idx="1816">
                  <c:v>0.52465050290000004</c:v>
                </c:pt>
                <c:pt idx="1817">
                  <c:v>0.50594879749999999</c:v>
                </c:pt>
                <c:pt idx="1818">
                  <c:v>0.4755848319</c:v>
                </c:pt>
                <c:pt idx="1819">
                  <c:v>0.41668439769999999</c:v>
                </c:pt>
                <c:pt idx="1820">
                  <c:v>0.38325975109999999</c:v>
                </c:pt>
                <c:pt idx="1821">
                  <c:v>0.36886809999999998</c:v>
                </c:pt>
                <c:pt idx="1822">
                  <c:v>0.40455557440000001</c:v>
                </c:pt>
                <c:pt idx="1823">
                  <c:v>0.39179248659999999</c:v>
                </c:pt>
                <c:pt idx="1824">
                  <c:v>0.37299889400000003</c:v>
                </c:pt>
                <c:pt idx="1825">
                  <c:v>0.36489017369999999</c:v>
                </c:pt>
                <c:pt idx="1826">
                  <c:v>0.36728892299999999</c:v>
                </c:pt>
                <c:pt idx="1827">
                  <c:v>0.3594072176</c:v>
                </c:pt>
                <c:pt idx="1828">
                  <c:v>0.37442989630000001</c:v>
                </c:pt>
                <c:pt idx="1829">
                  <c:v>0.37525719699999999</c:v>
                </c:pt>
                <c:pt idx="1830">
                  <c:v>0.43476953950000002</c:v>
                </c:pt>
                <c:pt idx="1831">
                  <c:v>0.4940390227</c:v>
                </c:pt>
                <c:pt idx="1832">
                  <c:v>0.53632119810000001</c:v>
                </c:pt>
                <c:pt idx="1833">
                  <c:v>0.59731498309999997</c:v>
                </c:pt>
                <c:pt idx="1834">
                  <c:v>0.58231093540000001</c:v>
                </c:pt>
                <c:pt idx="1835">
                  <c:v>0.60019225779999996</c:v>
                </c:pt>
                <c:pt idx="1836">
                  <c:v>0.6620849432</c:v>
                </c:pt>
                <c:pt idx="1837">
                  <c:v>0.66401121230000004</c:v>
                </c:pt>
                <c:pt idx="1838">
                  <c:v>0.6779743963</c:v>
                </c:pt>
                <c:pt idx="1839">
                  <c:v>0.70375344929999994</c:v>
                </c:pt>
                <c:pt idx="1840">
                  <c:v>0.74868095680000002</c:v>
                </c:pt>
                <c:pt idx="1841">
                  <c:v>0.76934797430000001</c:v>
                </c:pt>
                <c:pt idx="1842">
                  <c:v>0.84481073449999999</c:v>
                </c:pt>
                <c:pt idx="1843">
                  <c:v>0.89582599880000002</c:v>
                </c:pt>
                <c:pt idx="1844">
                  <c:v>0.96730379310000003</c:v>
                </c:pt>
                <c:pt idx="1845">
                  <c:v>1.0590933482</c:v>
                </c:pt>
                <c:pt idx="1846">
                  <c:v>1.1351681132</c:v>
                </c:pt>
                <c:pt idx="1847">
                  <c:v>1.2319596294999999</c:v>
                </c:pt>
                <c:pt idx="1848">
                  <c:v>1.3470891558</c:v>
                </c:pt>
                <c:pt idx="1849">
                  <c:v>1.4328696801</c:v>
                </c:pt>
                <c:pt idx="1850">
                  <c:v>1.5657075209</c:v>
                </c:pt>
                <c:pt idx="1851">
                  <c:v>1.6172112912000001</c:v>
                </c:pt>
                <c:pt idx="1852">
                  <c:v>1.6767356969</c:v>
                </c:pt>
                <c:pt idx="1853">
                  <c:v>1.7334740062</c:v>
                </c:pt>
                <c:pt idx="1854">
                  <c:v>1.8281274244000001</c:v>
                </c:pt>
                <c:pt idx="1855">
                  <c:v>1.9502042132999999</c:v>
                </c:pt>
                <c:pt idx="1856">
                  <c:v>2.0263064223999998</c:v>
                </c:pt>
                <c:pt idx="1857">
                  <c:v>2.0933155127999998</c:v>
                </c:pt>
                <c:pt idx="1858">
                  <c:v>2.180133036</c:v>
                </c:pt>
                <c:pt idx="1859">
                  <c:v>2.2596189883000002</c:v>
                </c:pt>
                <c:pt idx="1860">
                  <c:v>2.3609294507</c:v>
                </c:pt>
                <c:pt idx="1861">
                  <c:v>2.4485505202</c:v>
                </c:pt>
                <c:pt idx="1862">
                  <c:v>2.5192404446999999</c:v>
                </c:pt>
                <c:pt idx="1863">
                  <c:v>2.5506787874999999</c:v>
                </c:pt>
                <c:pt idx="1864">
                  <c:v>2.5836961981000002</c:v>
                </c:pt>
                <c:pt idx="1865">
                  <c:v>2.5364200428000001</c:v>
                </c:pt>
                <c:pt idx="1866">
                  <c:v>2.5037878545000001</c:v>
                </c:pt>
                <c:pt idx="1867">
                  <c:v>2.4617709511000001</c:v>
                </c:pt>
                <c:pt idx="1868">
                  <c:v>2.4037532305</c:v>
                </c:pt>
                <c:pt idx="1869">
                  <c:v>2.3315996741</c:v>
                </c:pt>
                <c:pt idx="1870">
                  <c:v>2.2570377365000001</c:v>
                </c:pt>
                <c:pt idx="1871">
                  <c:v>2.1591353589</c:v>
                </c:pt>
                <c:pt idx="1872">
                  <c:v>2.0947874080000002</c:v>
                </c:pt>
                <c:pt idx="1873">
                  <c:v>2.0155790936</c:v>
                </c:pt>
                <c:pt idx="1874">
                  <c:v>1.9385154402</c:v>
                </c:pt>
                <c:pt idx="1875">
                  <c:v>1.8411498518</c:v>
                </c:pt>
                <c:pt idx="1876">
                  <c:v>1.7535896822000001</c:v>
                </c:pt>
                <c:pt idx="1877">
                  <c:v>1.6639031002</c:v>
                </c:pt>
                <c:pt idx="1878">
                  <c:v>1.5739464686</c:v>
                </c:pt>
                <c:pt idx="1879">
                  <c:v>1.4749125472</c:v>
                </c:pt>
                <c:pt idx="1880">
                  <c:v>1.3622484732</c:v>
                </c:pt>
                <c:pt idx="1881">
                  <c:v>1.2144677565999999</c:v>
                </c:pt>
                <c:pt idx="1882">
                  <c:v>1.0889848966</c:v>
                </c:pt>
                <c:pt idx="1883">
                  <c:v>1.0026847655</c:v>
                </c:pt>
                <c:pt idx="1884">
                  <c:v>0.92364158959999998</c:v>
                </c:pt>
                <c:pt idx="1885">
                  <c:v>0.80574277029999997</c:v>
                </c:pt>
                <c:pt idx="1886">
                  <c:v>0.78019422640000002</c:v>
                </c:pt>
                <c:pt idx="1887">
                  <c:v>0.70256825190000005</c:v>
                </c:pt>
                <c:pt idx="1888">
                  <c:v>0.64034237000000005</c:v>
                </c:pt>
                <c:pt idx="1889">
                  <c:v>0.57932906090000003</c:v>
                </c:pt>
                <c:pt idx="1890">
                  <c:v>0.53726254750000002</c:v>
                </c:pt>
                <c:pt idx="1891">
                  <c:v>0.50354662949999995</c:v>
                </c:pt>
                <c:pt idx="1892">
                  <c:v>0.47668591459999998</c:v>
                </c:pt>
                <c:pt idx="1893">
                  <c:v>0.423707206</c:v>
                </c:pt>
                <c:pt idx="1894">
                  <c:v>0.37944074</c:v>
                </c:pt>
                <c:pt idx="1895">
                  <c:v>0.3056107146</c:v>
                </c:pt>
                <c:pt idx="1896">
                  <c:v>0.26118343979999997</c:v>
                </c:pt>
                <c:pt idx="1897">
                  <c:v>0.2285208594</c:v>
                </c:pt>
                <c:pt idx="1898">
                  <c:v>0.22279306330000001</c:v>
                </c:pt>
                <c:pt idx="1899">
                  <c:v>0.1768526319</c:v>
                </c:pt>
                <c:pt idx="1900">
                  <c:v>0.12714722840000001</c:v>
                </c:pt>
                <c:pt idx="1901">
                  <c:v>5.8801103600000001E-2</c:v>
                </c:pt>
                <c:pt idx="1902">
                  <c:v>2.21895329E-2</c:v>
                </c:pt>
                <c:pt idx="1903">
                  <c:v>-1.6361086800000001E-2</c:v>
                </c:pt>
                <c:pt idx="1904">
                  <c:v>-9.2572265599999995E-2</c:v>
                </c:pt>
                <c:pt idx="1905">
                  <c:v>-0.20974586140000001</c:v>
                </c:pt>
                <c:pt idx="1906">
                  <c:v>-0.28905143789999999</c:v>
                </c:pt>
                <c:pt idx="1907">
                  <c:v>-0.33884833320000002</c:v>
                </c:pt>
                <c:pt idx="1908">
                  <c:v>-0.35920060590000003</c:v>
                </c:pt>
                <c:pt idx="1909">
                  <c:v>-0.38034668220000001</c:v>
                </c:pt>
                <c:pt idx="1910">
                  <c:v>-0.45027256799999998</c:v>
                </c:pt>
                <c:pt idx="1911">
                  <c:v>-0.53014645189999998</c:v>
                </c:pt>
                <c:pt idx="1912">
                  <c:v>-0.58570929289999996</c:v>
                </c:pt>
                <c:pt idx="1913">
                  <c:v>-0.6360586318</c:v>
                </c:pt>
                <c:pt idx="1914">
                  <c:v>-0.68648379449999997</c:v>
                </c:pt>
                <c:pt idx="1915">
                  <c:v>-0.7145751078</c:v>
                </c:pt>
                <c:pt idx="1916">
                  <c:v>-0.71280589080000001</c:v>
                </c:pt>
                <c:pt idx="1917">
                  <c:v>-0.7716797044</c:v>
                </c:pt>
                <c:pt idx="1918">
                  <c:v>-0.85531992550000002</c:v>
                </c:pt>
                <c:pt idx="1919">
                  <c:v>-0.96534649610000001</c:v>
                </c:pt>
                <c:pt idx="1920">
                  <c:v>-1.0284100493999999</c:v>
                </c:pt>
                <c:pt idx="1921">
                  <c:v>-1.0524017914999999</c:v>
                </c:pt>
                <c:pt idx="1922">
                  <c:v>-1.0323842901</c:v>
                </c:pt>
                <c:pt idx="1923">
                  <c:v>-1.0248724324</c:v>
                </c:pt>
                <c:pt idx="1924">
                  <c:v>-0.97168892080000002</c:v>
                </c:pt>
                <c:pt idx="1925">
                  <c:v>-0.92296482209999997</c:v>
                </c:pt>
                <c:pt idx="1926">
                  <c:v>-0.87738348470000005</c:v>
                </c:pt>
                <c:pt idx="1927">
                  <c:v>-0.86082616359999997</c:v>
                </c:pt>
                <c:pt idx="1928">
                  <c:v>-0.87255450339999996</c:v>
                </c:pt>
                <c:pt idx="1929">
                  <c:v>-0.89589195560000001</c:v>
                </c:pt>
                <c:pt idx="1930">
                  <c:v>-0.92124457360000001</c:v>
                </c:pt>
                <c:pt idx="1931">
                  <c:v>-0.90292152640000001</c:v>
                </c:pt>
                <c:pt idx="1932">
                  <c:v>-0.80791296700000004</c:v>
                </c:pt>
                <c:pt idx="1933">
                  <c:v>-0.80832113660000005</c:v>
                </c:pt>
                <c:pt idx="1934">
                  <c:v>-0.83885130809999997</c:v>
                </c:pt>
                <c:pt idx="1935">
                  <c:v>-0.87261160739999999</c:v>
                </c:pt>
                <c:pt idx="1936">
                  <c:v>-0.92308717910000004</c:v>
                </c:pt>
                <c:pt idx="1937">
                  <c:v>-0.95198705910000003</c:v>
                </c:pt>
                <c:pt idx="1938">
                  <c:v>-0.9121957597</c:v>
                </c:pt>
                <c:pt idx="1939">
                  <c:v>-0.86466058779999999</c:v>
                </c:pt>
                <c:pt idx="1940">
                  <c:v>-0.79166256560000003</c:v>
                </c:pt>
                <c:pt idx="1941">
                  <c:v>-0.74237423010000003</c:v>
                </c:pt>
                <c:pt idx="1942">
                  <c:v>-0.67827365689999997</c:v>
                </c:pt>
                <c:pt idx="1943">
                  <c:v>-0.64026041249999999</c:v>
                </c:pt>
                <c:pt idx="1944">
                  <c:v>-0.60905402689999999</c:v>
                </c:pt>
                <c:pt idx="1945">
                  <c:v>-0.65124868700000005</c:v>
                </c:pt>
                <c:pt idx="1946">
                  <c:v>-0.67695439290000003</c:v>
                </c:pt>
                <c:pt idx="1947">
                  <c:v>-0.68702702900000001</c:v>
                </c:pt>
                <c:pt idx="1948">
                  <c:v>-0.62598264029999995</c:v>
                </c:pt>
                <c:pt idx="1949">
                  <c:v>-0.6495166175</c:v>
                </c:pt>
                <c:pt idx="1950">
                  <c:v>-0.68982299759999999</c:v>
                </c:pt>
                <c:pt idx="1951">
                  <c:v>-0.70892555290000003</c:v>
                </c:pt>
                <c:pt idx="1952">
                  <c:v>-0.70190980960000005</c:v>
                </c:pt>
                <c:pt idx="1953">
                  <c:v>-0.76812759409999998</c:v>
                </c:pt>
                <c:pt idx="1954">
                  <c:v>-0.76485750090000004</c:v>
                </c:pt>
                <c:pt idx="1955">
                  <c:v>-0.73199185229999997</c:v>
                </c:pt>
                <c:pt idx="1956">
                  <c:v>-0.68859973470000002</c:v>
                </c:pt>
                <c:pt idx="1957">
                  <c:v>-0.65744615660000005</c:v>
                </c:pt>
                <c:pt idx="1958">
                  <c:v>-0.62262199460000001</c:v>
                </c:pt>
                <c:pt idx="1959">
                  <c:v>-0.66917323259999995</c:v>
                </c:pt>
                <c:pt idx="1960">
                  <c:v>-0.70589615439999998</c:v>
                </c:pt>
                <c:pt idx="1961">
                  <c:v>-0.75112567029999999</c:v>
                </c:pt>
                <c:pt idx="1962">
                  <c:v>-0.77574391220000005</c:v>
                </c:pt>
                <c:pt idx="1963">
                  <c:v>-0.80404151180000005</c:v>
                </c:pt>
                <c:pt idx="1964">
                  <c:v>-0.84194288029999997</c:v>
                </c:pt>
                <c:pt idx="1965">
                  <c:v>-0.89045085840000004</c:v>
                </c:pt>
                <c:pt idx="1966">
                  <c:v>-0.88051026249999997</c:v>
                </c:pt>
                <c:pt idx="1967">
                  <c:v>-0.87495003370000002</c:v>
                </c:pt>
                <c:pt idx="1968">
                  <c:v>-0.83256411180000001</c:v>
                </c:pt>
                <c:pt idx="1969">
                  <c:v>-0.83415242619999996</c:v>
                </c:pt>
                <c:pt idx="1970">
                  <c:v>-0.79729592019999995</c:v>
                </c:pt>
                <c:pt idx="1971">
                  <c:v>-0.70067013629999997</c:v>
                </c:pt>
                <c:pt idx="1972">
                  <c:v>-0.63341682919999998</c:v>
                </c:pt>
                <c:pt idx="1973">
                  <c:v>-0.60913555529999996</c:v>
                </c:pt>
                <c:pt idx="1974">
                  <c:v>-0.57154019820000002</c:v>
                </c:pt>
                <c:pt idx="1975">
                  <c:v>-0.57407234090000003</c:v>
                </c:pt>
                <c:pt idx="1976">
                  <c:v>-0.57329362260000005</c:v>
                </c:pt>
                <c:pt idx="1977">
                  <c:v>-0.54431067070000005</c:v>
                </c:pt>
                <c:pt idx="1978">
                  <c:v>-0.49573716340000001</c:v>
                </c:pt>
                <c:pt idx="1979">
                  <c:v>-0.44471489069999998</c:v>
                </c:pt>
                <c:pt idx="1980">
                  <c:v>-0.37381750190000002</c:v>
                </c:pt>
                <c:pt idx="1981">
                  <c:v>-0.32513145510000002</c:v>
                </c:pt>
                <c:pt idx="1982">
                  <c:v>-0.2626869335</c:v>
                </c:pt>
                <c:pt idx="1983">
                  <c:v>-0.18698453249999999</c:v>
                </c:pt>
                <c:pt idx="1984">
                  <c:v>-0.14625729100000001</c:v>
                </c:pt>
                <c:pt idx="1985">
                  <c:v>-6.3846322100000005E-2</c:v>
                </c:pt>
                <c:pt idx="1986">
                  <c:v>-2.5450188999999999E-3</c:v>
                </c:pt>
                <c:pt idx="1987">
                  <c:v>3.5120936800000002E-2</c:v>
                </c:pt>
                <c:pt idx="1988">
                  <c:v>-1.48653243E-2</c:v>
                </c:pt>
                <c:pt idx="1989">
                  <c:v>-7.2399828299999996E-2</c:v>
                </c:pt>
                <c:pt idx="1990">
                  <c:v>-0.12683093100000001</c:v>
                </c:pt>
                <c:pt idx="1991">
                  <c:v>-0.1780230102</c:v>
                </c:pt>
                <c:pt idx="1992">
                  <c:v>-0.25873641320000001</c:v>
                </c:pt>
                <c:pt idx="1993">
                  <c:v>-0.33645554690000001</c:v>
                </c:pt>
                <c:pt idx="1994">
                  <c:v>-0.37834164609999998</c:v>
                </c:pt>
                <c:pt idx="1995">
                  <c:v>-0.4606498685</c:v>
                </c:pt>
                <c:pt idx="1996">
                  <c:v>-0.53583860019999996</c:v>
                </c:pt>
                <c:pt idx="1997">
                  <c:v>-0.6399003526</c:v>
                </c:pt>
                <c:pt idx="1998">
                  <c:v>-0.74178939489999995</c:v>
                </c:pt>
                <c:pt idx="1999">
                  <c:v>-0.85268181430000001</c:v>
                </c:pt>
                <c:pt idx="2000">
                  <c:v>-0.98477023939999997</c:v>
                </c:pt>
                <c:pt idx="2001">
                  <c:v>-1.1247503836999999</c:v>
                </c:pt>
                <c:pt idx="2002">
                  <c:v>-1.2438123669000001</c:v>
                </c:pt>
                <c:pt idx="2003">
                  <c:v>-1.3513453100999999</c:v>
                </c:pt>
                <c:pt idx="2004">
                  <c:v>-1.4813716319000001</c:v>
                </c:pt>
                <c:pt idx="2005">
                  <c:v>-1.5811257270000001</c:v>
                </c:pt>
                <c:pt idx="2006">
                  <c:v>-1.7245703775000001</c:v>
                </c:pt>
                <c:pt idx="2007">
                  <c:v>-1.8348115149999999</c:v>
                </c:pt>
                <c:pt idx="2008">
                  <c:v>-1.9596305504</c:v>
                </c:pt>
                <c:pt idx="2009">
                  <c:v>-1.9607722205</c:v>
                </c:pt>
                <c:pt idx="2010">
                  <c:v>-1.9881912683</c:v>
                </c:pt>
                <c:pt idx="2011">
                  <c:v>-2.0481892627999998</c:v>
                </c:pt>
                <c:pt idx="2012">
                  <c:v>-2.0644778312000001</c:v>
                </c:pt>
                <c:pt idx="2013">
                  <c:v>-2.1131595285999998</c:v>
                </c:pt>
                <c:pt idx="2014">
                  <c:v>-2.1369034078000002</c:v>
                </c:pt>
                <c:pt idx="2015">
                  <c:v>-2.2037760116</c:v>
                </c:pt>
                <c:pt idx="2016">
                  <c:v>-2.2185645129</c:v>
                </c:pt>
                <c:pt idx="2017">
                  <c:v>-2.2226867196</c:v>
                </c:pt>
                <c:pt idx="2018">
                  <c:v>-2.1827335666000001</c:v>
                </c:pt>
                <c:pt idx="2019">
                  <c:v>-2.1508242972999998</c:v>
                </c:pt>
                <c:pt idx="2020">
                  <c:v>-2.1248006941000002</c:v>
                </c:pt>
                <c:pt idx="2021">
                  <c:v>-2.0551452614999999</c:v>
                </c:pt>
                <c:pt idx="2022">
                  <c:v>-1.9687485104</c:v>
                </c:pt>
                <c:pt idx="2023">
                  <c:v>-1.8900639452000001</c:v>
                </c:pt>
                <c:pt idx="2024">
                  <c:v>-1.8391366972000001</c:v>
                </c:pt>
                <c:pt idx="2025">
                  <c:v>-1.8225634293999999</c:v>
                </c:pt>
                <c:pt idx="2026">
                  <c:v>-1.8038890205</c:v>
                </c:pt>
                <c:pt idx="2027">
                  <c:v>-1.7403581968999999</c:v>
                </c:pt>
                <c:pt idx="2028">
                  <c:v>-1.6973579517999999</c:v>
                </c:pt>
                <c:pt idx="2029">
                  <c:v>-1.6576585469</c:v>
                </c:pt>
                <c:pt idx="2030">
                  <c:v>-1.6666296696</c:v>
                </c:pt>
                <c:pt idx="2031">
                  <c:v>-1.6249339765999999</c:v>
                </c:pt>
                <c:pt idx="2032">
                  <c:v>-1.5617055025</c:v>
                </c:pt>
                <c:pt idx="2033">
                  <c:v>-1.5338644882000001</c:v>
                </c:pt>
                <c:pt idx="2034">
                  <c:v>-1.4732901810000001</c:v>
                </c:pt>
                <c:pt idx="2035">
                  <c:v>-1.4189063297</c:v>
                </c:pt>
                <c:pt idx="2036">
                  <c:v>-1.2961528835</c:v>
                </c:pt>
                <c:pt idx="2037">
                  <c:v>-1.2102636363999999</c:v>
                </c:pt>
                <c:pt idx="2038">
                  <c:v>-1.1451815218000001</c:v>
                </c:pt>
                <c:pt idx="2039">
                  <c:v>-1.1313053596</c:v>
                </c:pt>
                <c:pt idx="2040">
                  <c:v>-1.1281154144000001</c:v>
                </c:pt>
                <c:pt idx="2041">
                  <c:v>-1.1177193212000001</c:v>
                </c:pt>
                <c:pt idx="2042">
                  <c:v>-1.1491486769000001</c:v>
                </c:pt>
                <c:pt idx="2043">
                  <c:v>-1.1835442467999999</c:v>
                </c:pt>
                <c:pt idx="2044">
                  <c:v>-1.2067157422000001</c:v>
                </c:pt>
                <c:pt idx="2045">
                  <c:v>-1.2038880764</c:v>
                </c:pt>
                <c:pt idx="2046">
                  <c:v>-1.1383507181000001</c:v>
                </c:pt>
                <c:pt idx="2047">
                  <c:v>-1.0981556337</c:v>
                </c:pt>
                <c:pt idx="2048">
                  <c:v>-1.0967759942999999</c:v>
                </c:pt>
                <c:pt idx="2049">
                  <c:v>-1.0876007885000001</c:v>
                </c:pt>
                <c:pt idx="2050">
                  <c:v>-1.0493024109</c:v>
                </c:pt>
                <c:pt idx="2051">
                  <c:v>-0.96037906630000003</c:v>
                </c:pt>
                <c:pt idx="2052">
                  <c:v>-0.916414748</c:v>
                </c:pt>
                <c:pt idx="2053">
                  <c:v>-0.82654485119999999</c:v>
                </c:pt>
                <c:pt idx="2054">
                  <c:v>-0.73798052820000004</c:v>
                </c:pt>
                <c:pt idx="2055">
                  <c:v>-0.65622558580000001</c:v>
                </c:pt>
                <c:pt idx="2056">
                  <c:v>-0.58171466729999999</c:v>
                </c:pt>
                <c:pt idx="2057">
                  <c:v>-0.5504372112</c:v>
                </c:pt>
                <c:pt idx="2058">
                  <c:v>-0.48353649209999999</c:v>
                </c:pt>
                <c:pt idx="2059">
                  <c:v>-0.38520367389999999</c:v>
                </c:pt>
                <c:pt idx="2060">
                  <c:v>-0.25464311160000003</c:v>
                </c:pt>
                <c:pt idx="2061">
                  <c:v>-0.10162301579999999</c:v>
                </c:pt>
                <c:pt idx="2062">
                  <c:v>4.0539964900000003E-2</c:v>
                </c:pt>
                <c:pt idx="2063">
                  <c:v>0.19397620879999999</c:v>
                </c:pt>
                <c:pt idx="2064">
                  <c:v>0.36006888009999999</c:v>
                </c:pt>
                <c:pt idx="2065">
                  <c:v>0.51562736300000001</c:v>
                </c:pt>
                <c:pt idx="2066">
                  <c:v>0.65379508249999996</c:v>
                </c:pt>
                <c:pt idx="2067">
                  <c:v>0.73825092749999999</c:v>
                </c:pt>
                <c:pt idx="2068">
                  <c:v>0.82816560699999997</c:v>
                </c:pt>
                <c:pt idx="2069">
                  <c:v>0.89841771260000003</c:v>
                </c:pt>
                <c:pt idx="2070">
                  <c:v>0.96473117190000002</c:v>
                </c:pt>
                <c:pt idx="2071">
                  <c:v>1.0276799801000001</c:v>
                </c:pt>
                <c:pt idx="2072">
                  <c:v>1.0686413876</c:v>
                </c:pt>
                <c:pt idx="2073">
                  <c:v>1.1157110363</c:v>
                </c:pt>
                <c:pt idx="2074">
                  <c:v>1.1387647025000001</c:v>
                </c:pt>
                <c:pt idx="2075">
                  <c:v>1.1639389185</c:v>
                </c:pt>
                <c:pt idx="2076">
                  <c:v>1.1976215648999999</c:v>
                </c:pt>
                <c:pt idx="2077">
                  <c:v>1.251597128</c:v>
                </c:pt>
                <c:pt idx="2078">
                  <c:v>1.2862371415</c:v>
                </c:pt>
                <c:pt idx="2079">
                  <c:v>1.2946493762</c:v>
                </c:pt>
                <c:pt idx="2080">
                  <c:v>1.3172269378999999</c:v>
                </c:pt>
                <c:pt idx="2081">
                  <c:v>1.3219762418000001</c:v>
                </c:pt>
                <c:pt idx="2082">
                  <c:v>1.3444928518000001</c:v>
                </c:pt>
                <c:pt idx="2083">
                  <c:v>1.3809117377</c:v>
                </c:pt>
                <c:pt idx="2084">
                  <c:v>1.4026643459000001</c:v>
                </c:pt>
                <c:pt idx="2085">
                  <c:v>1.4209073993000001</c:v>
                </c:pt>
                <c:pt idx="2086">
                  <c:v>1.4204988517999999</c:v>
                </c:pt>
                <c:pt idx="2087">
                  <c:v>1.4136781474</c:v>
                </c:pt>
                <c:pt idx="2088">
                  <c:v>1.4050729797999999</c:v>
                </c:pt>
                <c:pt idx="2089">
                  <c:v>1.372732399</c:v>
                </c:pt>
                <c:pt idx="2090">
                  <c:v>1.3662963051000001</c:v>
                </c:pt>
                <c:pt idx="2091">
                  <c:v>1.3605097267999999</c:v>
                </c:pt>
                <c:pt idx="2092">
                  <c:v>1.3388345198</c:v>
                </c:pt>
                <c:pt idx="2093">
                  <c:v>1.3059608203999999</c:v>
                </c:pt>
                <c:pt idx="2094">
                  <c:v>1.2561026839</c:v>
                </c:pt>
                <c:pt idx="2095">
                  <c:v>1.1798209772999999</c:v>
                </c:pt>
                <c:pt idx="2096">
                  <c:v>1.1268453061000001</c:v>
                </c:pt>
                <c:pt idx="2097">
                  <c:v>1.0787963519999999</c:v>
                </c:pt>
                <c:pt idx="2098">
                  <c:v>0.98398255160000003</c:v>
                </c:pt>
                <c:pt idx="2099">
                  <c:v>0.91194068390000005</c:v>
                </c:pt>
                <c:pt idx="2100">
                  <c:v>0.85880842989999995</c:v>
                </c:pt>
                <c:pt idx="2101">
                  <c:v>0.79210744769999997</c:v>
                </c:pt>
                <c:pt idx="2102">
                  <c:v>0.72639133570000003</c:v>
                </c:pt>
                <c:pt idx="2103">
                  <c:v>0.62173334290000004</c:v>
                </c:pt>
                <c:pt idx="2104">
                  <c:v>0.54735101360000005</c:v>
                </c:pt>
                <c:pt idx="2105">
                  <c:v>0.46293206939999998</c:v>
                </c:pt>
                <c:pt idx="2106">
                  <c:v>0.39999617079999999</c:v>
                </c:pt>
                <c:pt idx="2107">
                  <c:v>0.33666826960000001</c:v>
                </c:pt>
                <c:pt idx="2108">
                  <c:v>0.27257392270000003</c:v>
                </c:pt>
                <c:pt idx="2109">
                  <c:v>0.21123337079999999</c:v>
                </c:pt>
                <c:pt idx="2110">
                  <c:v>0.189281528</c:v>
                </c:pt>
                <c:pt idx="2111">
                  <c:v>0.1770846817</c:v>
                </c:pt>
                <c:pt idx="2112">
                  <c:v>0.16557237890000001</c:v>
                </c:pt>
                <c:pt idx="2113">
                  <c:v>0.12791087579999999</c:v>
                </c:pt>
                <c:pt idx="2114">
                  <c:v>9.9196155100000002E-2</c:v>
                </c:pt>
                <c:pt idx="2115">
                  <c:v>0.1070800771</c:v>
                </c:pt>
                <c:pt idx="2116">
                  <c:v>0.12951094490000001</c:v>
                </c:pt>
                <c:pt idx="2117">
                  <c:v>0.1627536792</c:v>
                </c:pt>
                <c:pt idx="2118">
                  <c:v>0.17020764869999999</c:v>
                </c:pt>
                <c:pt idx="2119">
                  <c:v>0.22326826950000001</c:v>
                </c:pt>
                <c:pt idx="2120">
                  <c:v>0.2380017264</c:v>
                </c:pt>
                <c:pt idx="2121">
                  <c:v>0.26950156120000002</c:v>
                </c:pt>
                <c:pt idx="2122">
                  <c:v>0.288719273</c:v>
                </c:pt>
                <c:pt idx="2123">
                  <c:v>0.31204063770000001</c:v>
                </c:pt>
                <c:pt idx="2124">
                  <c:v>0.3455354766</c:v>
                </c:pt>
                <c:pt idx="2125">
                  <c:v>0.35847985859999998</c:v>
                </c:pt>
                <c:pt idx="2126">
                  <c:v>0.38021240119999999</c:v>
                </c:pt>
                <c:pt idx="2127">
                  <c:v>0.3753679721</c:v>
                </c:pt>
                <c:pt idx="2128">
                  <c:v>0.38549519440000002</c:v>
                </c:pt>
                <c:pt idx="2129">
                  <c:v>0.4001651034</c:v>
                </c:pt>
                <c:pt idx="2130">
                  <c:v>0.43527335140000001</c:v>
                </c:pt>
                <c:pt idx="2131">
                  <c:v>0.43599537789999998</c:v>
                </c:pt>
                <c:pt idx="2132">
                  <c:v>0.45059604949999998</c:v>
                </c:pt>
                <c:pt idx="2133">
                  <c:v>0.48978867860000003</c:v>
                </c:pt>
                <c:pt idx="2134">
                  <c:v>0.54593371300000004</c:v>
                </c:pt>
                <c:pt idx="2135">
                  <c:v>0.60582812789999996</c:v>
                </c:pt>
                <c:pt idx="2136">
                  <c:v>0.64763195770000004</c:v>
                </c:pt>
                <c:pt idx="2137">
                  <c:v>0.69057874659999996</c:v>
                </c:pt>
                <c:pt idx="2138">
                  <c:v>0.71588466419999996</c:v>
                </c:pt>
                <c:pt idx="2139">
                  <c:v>0.75136465939999997</c:v>
                </c:pt>
                <c:pt idx="2140">
                  <c:v>0.73392866239999999</c:v>
                </c:pt>
                <c:pt idx="2141">
                  <c:v>0.77077203439999997</c:v>
                </c:pt>
                <c:pt idx="2142">
                  <c:v>0.76678131419999995</c:v>
                </c:pt>
                <c:pt idx="2143">
                  <c:v>0.77102729640000001</c:v>
                </c:pt>
                <c:pt idx="2144">
                  <c:v>0.78453268220000005</c:v>
                </c:pt>
                <c:pt idx="2145">
                  <c:v>0.80285869109999997</c:v>
                </c:pt>
                <c:pt idx="2146">
                  <c:v>0.76821350379999997</c:v>
                </c:pt>
                <c:pt idx="2147">
                  <c:v>0.72575153029999995</c:v>
                </c:pt>
                <c:pt idx="2148">
                  <c:v>0.687772991</c:v>
                </c:pt>
                <c:pt idx="2149">
                  <c:v>0.64388256030000002</c:v>
                </c:pt>
                <c:pt idx="2150">
                  <c:v>0.60545347770000002</c:v>
                </c:pt>
                <c:pt idx="2151">
                  <c:v>0.57757224119999995</c:v>
                </c:pt>
                <c:pt idx="2152">
                  <c:v>0.55683942050000002</c:v>
                </c:pt>
                <c:pt idx="2153">
                  <c:v>0.51419678690000004</c:v>
                </c:pt>
                <c:pt idx="2154">
                  <c:v>0.4611639495</c:v>
                </c:pt>
                <c:pt idx="2155">
                  <c:v>0.40358153800000002</c:v>
                </c:pt>
                <c:pt idx="2156">
                  <c:v>0.33586595229999999</c:v>
                </c:pt>
                <c:pt idx="2157">
                  <c:v>0.30104166719999997</c:v>
                </c:pt>
                <c:pt idx="2158">
                  <c:v>0.30337887559999999</c:v>
                </c:pt>
                <c:pt idx="2159">
                  <c:v>0.26584532280000001</c:v>
                </c:pt>
                <c:pt idx="2160">
                  <c:v>0.25455171850000002</c:v>
                </c:pt>
                <c:pt idx="2161">
                  <c:v>0.22978279930000001</c:v>
                </c:pt>
                <c:pt idx="2162">
                  <c:v>0.18554107040000001</c:v>
                </c:pt>
                <c:pt idx="2163">
                  <c:v>0.16253442639999999</c:v>
                </c:pt>
                <c:pt idx="2164">
                  <c:v>0.1633084756</c:v>
                </c:pt>
                <c:pt idx="2165">
                  <c:v>0.14213448770000001</c:v>
                </c:pt>
                <c:pt idx="2166">
                  <c:v>0.13464596810000001</c:v>
                </c:pt>
                <c:pt idx="2167">
                  <c:v>0.12923438870000001</c:v>
                </c:pt>
                <c:pt idx="2168">
                  <c:v>0.1352122838</c:v>
                </c:pt>
                <c:pt idx="2169">
                  <c:v>0.1249545219</c:v>
                </c:pt>
                <c:pt idx="2170">
                  <c:v>0.13594424920000001</c:v>
                </c:pt>
                <c:pt idx="2171">
                  <c:v>0.1791327774</c:v>
                </c:pt>
                <c:pt idx="2172">
                  <c:v>0.19763682769999999</c:v>
                </c:pt>
                <c:pt idx="2173">
                  <c:v>0.2359756626</c:v>
                </c:pt>
                <c:pt idx="2174">
                  <c:v>0.2144327198</c:v>
                </c:pt>
                <c:pt idx="2175">
                  <c:v>0.17864013270000001</c:v>
                </c:pt>
                <c:pt idx="2176">
                  <c:v>0.18556941699999999</c:v>
                </c:pt>
                <c:pt idx="2177">
                  <c:v>0.20042325990000001</c:v>
                </c:pt>
                <c:pt idx="2178">
                  <c:v>0.2059311033</c:v>
                </c:pt>
                <c:pt idx="2179">
                  <c:v>0.1697733565</c:v>
                </c:pt>
                <c:pt idx="2180">
                  <c:v>0.16108111359999999</c:v>
                </c:pt>
                <c:pt idx="2181">
                  <c:v>0.15829326499999999</c:v>
                </c:pt>
                <c:pt idx="2182">
                  <c:v>0.20927393329999999</c:v>
                </c:pt>
                <c:pt idx="2183">
                  <c:v>0.25055434300000001</c:v>
                </c:pt>
                <c:pt idx="2184">
                  <c:v>0.29659263009999998</c:v>
                </c:pt>
                <c:pt idx="2185">
                  <c:v>0.29828485980000002</c:v>
                </c:pt>
                <c:pt idx="2186">
                  <c:v>0.31470029049999998</c:v>
                </c:pt>
                <c:pt idx="2187">
                  <c:v>0.31987581720000002</c:v>
                </c:pt>
                <c:pt idx="2188">
                  <c:v>0.34268143400000001</c:v>
                </c:pt>
                <c:pt idx="2189">
                  <c:v>0.38493419639999998</c:v>
                </c:pt>
                <c:pt idx="2190">
                  <c:v>0.40844422359999999</c:v>
                </c:pt>
                <c:pt idx="2191">
                  <c:v>0.4345705259</c:v>
                </c:pt>
                <c:pt idx="2192">
                  <c:v>0.3987398647</c:v>
                </c:pt>
                <c:pt idx="2193">
                  <c:v>0.35927215219999997</c:v>
                </c:pt>
                <c:pt idx="2194">
                  <c:v>0.3346230999</c:v>
                </c:pt>
                <c:pt idx="2195">
                  <c:v>0.36324213690000001</c:v>
                </c:pt>
                <c:pt idx="2196">
                  <c:v>0.38530522960000002</c:v>
                </c:pt>
                <c:pt idx="2197">
                  <c:v>0.3692419824</c:v>
                </c:pt>
                <c:pt idx="2198">
                  <c:v>0.34666900639999998</c:v>
                </c:pt>
                <c:pt idx="2199">
                  <c:v>0.29964895130000002</c:v>
                </c:pt>
                <c:pt idx="2200">
                  <c:v>0.2389882321</c:v>
                </c:pt>
                <c:pt idx="2201">
                  <c:v>0.18467329690000001</c:v>
                </c:pt>
                <c:pt idx="2202">
                  <c:v>0.1108442556</c:v>
                </c:pt>
                <c:pt idx="2203">
                  <c:v>7.5985890999999998E-3</c:v>
                </c:pt>
                <c:pt idx="2204">
                  <c:v>-8.6233393300000002E-2</c:v>
                </c:pt>
                <c:pt idx="2205">
                  <c:v>-0.2211121117</c:v>
                </c:pt>
                <c:pt idx="2206">
                  <c:v>-0.33174467699999999</c:v>
                </c:pt>
                <c:pt idx="2207">
                  <c:v>-0.45290022410000003</c:v>
                </c:pt>
                <c:pt idx="2208">
                  <c:v>-0.54746699600000004</c:v>
                </c:pt>
                <c:pt idx="2209">
                  <c:v>-0.63572572969999996</c:v>
                </c:pt>
                <c:pt idx="2210">
                  <c:v>-0.73627582869999997</c:v>
                </c:pt>
                <c:pt idx="2211">
                  <c:v>-0.81481761529999996</c:v>
                </c:pt>
                <c:pt idx="2212">
                  <c:v>-0.89595969490000005</c:v>
                </c:pt>
                <c:pt idx="2213">
                  <c:v>-0.94866509389999998</c:v>
                </c:pt>
                <c:pt idx="2214">
                  <c:v>-0.99356786689999999</c:v>
                </c:pt>
                <c:pt idx="2215">
                  <c:v>-1.049167103</c:v>
                </c:pt>
                <c:pt idx="2216">
                  <c:v>-1.0919309542</c:v>
                </c:pt>
                <c:pt idx="2217">
                  <c:v>-1.1063098152999999</c:v>
                </c:pt>
                <c:pt idx="2218">
                  <c:v>-1.1386363254</c:v>
                </c:pt>
                <c:pt idx="2219">
                  <c:v>-1.2014486219</c:v>
                </c:pt>
                <c:pt idx="2220">
                  <c:v>-1.2545918216</c:v>
                </c:pt>
                <c:pt idx="2221">
                  <c:v>-1.2891485797</c:v>
                </c:pt>
                <c:pt idx="2222">
                  <c:v>-1.3229770665</c:v>
                </c:pt>
                <c:pt idx="2223">
                  <c:v>-1.3643091451</c:v>
                </c:pt>
                <c:pt idx="2224">
                  <c:v>-1.3822737504</c:v>
                </c:pt>
                <c:pt idx="2225">
                  <c:v>-1.4015280795</c:v>
                </c:pt>
                <c:pt idx="2226">
                  <c:v>-1.3828315055</c:v>
                </c:pt>
                <c:pt idx="2227">
                  <c:v>-1.3804301114999999</c:v>
                </c:pt>
                <c:pt idx="2228">
                  <c:v>-1.3736626688</c:v>
                </c:pt>
                <c:pt idx="2229">
                  <c:v>-1.4004589243000001</c:v>
                </c:pt>
                <c:pt idx="2230">
                  <c:v>-1.4077861032000001</c:v>
                </c:pt>
                <c:pt idx="2231">
                  <c:v>-1.4195542596999999</c:v>
                </c:pt>
                <c:pt idx="2232">
                  <c:v>-1.4236450767</c:v>
                </c:pt>
                <c:pt idx="2233">
                  <c:v>-1.4059771621999999</c:v>
                </c:pt>
                <c:pt idx="2234">
                  <c:v>-1.3731502577000001</c:v>
                </c:pt>
                <c:pt idx="2235">
                  <c:v>-1.3449908116</c:v>
                </c:pt>
                <c:pt idx="2236">
                  <c:v>-1.3157156183000001</c:v>
                </c:pt>
                <c:pt idx="2237">
                  <c:v>-1.2912590639999999</c:v>
                </c:pt>
                <c:pt idx="2238">
                  <c:v>-1.2639820450000001</c:v>
                </c:pt>
                <c:pt idx="2239">
                  <c:v>-1.2301020416999999</c:v>
                </c:pt>
                <c:pt idx="2240">
                  <c:v>-1.1765991548000001</c:v>
                </c:pt>
                <c:pt idx="2241">
                  <c:v>-1.1306890479</c:v>
                </c:pt>
                <c:pt idx="2242">
                  <c:v>-1.0784598782999999</c:v>
                </c:pt>
                <c:pt idx="2243">
                  <c:v>-1.0321666692</c:v>
                </c:pt>
                <c:pt idx="2244">
                  <c:v>-1.0311846869000001</c:v>
                </c:pt>
                <c:pt idx="2245">
                  <c:v>-1.0404536759</c:v>
                </c:pt>
                <c:pt idx="2246">
                  <c:v>-1.0196894775000001</c:v>
                </c:pt>
                <c:pt idx="2247">
                  <c:v>-1.0247201738</c:v>
                </c:pt>
                <c:pt idx="2248">
                  <c:v>-0.97390825989999996</c:v>
                </c:pt>
                <c:pt idx="2249">
                  <c:v>-0.93487447219999997</c:v>
                </c:pt>
                <c:pt idx="2250">
                  <c:v>-0.87376281160000002</c:v>
                </c:pt>
                <c:pt idx="2251">
                  <c:v>-0.85442506230000004</c:v>
                </c:pt>
                <c:pt idx="2252">
                  <c:v>-0.84972941489999998</c:v>
                </c:pt>
                <c:pt idx="2253">
                  <c:v>-0.843206715</c:v>
                </c:pt>
                <c:pt idx="2254">
                  <c:v>-0.84232775680000005</c:v>
                </c:pt>
                <c:pt idx="2255">
                  <c:v>-0.86182423009999998</c:v>
                </c:pt>
                <c:pt idx="2256">
                  <c:v>-0.87404678290000004</c:v>
                </c:pt>
                <c:pt idx="2257">
                  <c:v>-0.90568186159999997</c:v>
                </c:pt>
                <c:pt idx="2258">
                  <c:v>-0.9272985413</c:v>
                </c:pt>
                <c:pt idx="2259">
                  <c:v>-0.96852499270000003</c:v>
                </c:pt>
                <c:pt idx="2260">
                  <c:v>-1.0388074342</c:v>
                </c:pt>
                <c:pt idx="2261">
                  <c:v>-1.1571091441000001</c:v>
                </c:pt>
                <c:pt idx="2262">
                  <c:v>-1.1815035737999999</c:v>
                </c:pt>
                <c:pt idx="2263">
                  <c:v>-1.19042694</c:v>
                </c:pt>
                <c:pt idx="2264">
                  <c:v>-1.1992617769</c:v>
                </c:pt>
                <c:pt idx="2265">
                  <c:v>-1.1695859448000001</c:v>
                </c:pt>
                <c:pt idx="2266">
                  <c:v>-1.1409733541</c:v>
                </c:pt>
                <c:pt idx="2267">
                  <c:v>-1.1294747114999999</c:v>
                </c:pt>
                <c:pt idx="2268">
                  <c:v>-1.0979618108</c:v>
                </c:pt>
                <c:pt idx="2269">
                  <c:v>-1.1172204294999999</c:v>
                </c:pt>
                <c:pt idx="2270">
                  <c:v>-1.1383692928</c:v>
                </c:pt>
                <c:pt idx="2271">
                  <c:v>-1.1575045396000001</c:v>
                </c:pt>
                <c:pt idx="2272">
                  <c:v>-1.1424683079</c:v>
                </c:pt>
                <c:pt idx="2273">
                  <c:v>-1.1404737796</c:v>
                </c:pt>
                <c:pt idx="2274">
                  <c:v>-1.1457571953000001</c:v>
                </c:pt>
                <c:pt idx="2275">
                  <c:v>-1.2003674498000001</c:v>
                </c:pt>
                <c:pt idx="2276">
                  <c:v>-1.2487714728999999</c:v>
                </c:pt>
                <c:pt idx="2277">
                  <c:v>-1.2412526325</c:v>
                </c:pt>
                <c:pt idx="2278">
                  <c:v>-1.2434036366000001</c:v>
                </c:pt>
                <c:pt idx="2279">
                  <c:v>-1.2382387252</c:v>
                </c:pt>
                <c:pt idx="2280">
                  <c:v>-1.2738959758999999</c:v>
                </c:pt>
                <c:pt idx="2281">
                  <c:v>-1.2355435249</c:v>
                </c:pt>
                <c:pt idx="2282">
                  <c:v>-1.1321171208</c:v>
                </c:pt>
                <c:pt idx="2283">
                  <c:v>-1.1191975805000001</c:v>
                </c:pt>
                <c:pt idx="2284">
                  <c:v>-1.1050640871999999</c:v>
                </c:pt>
                <c:pt idx="2285">
                  <c:v>-1.1203303719</c:v>
                </c:pt>
                <c:pt idx="2286">
                  <c:v>-1.1166867182</c:v>
                </c:pt>
                <c:pt idx="2287">
                  <c:v>-1.0706995089</c:v>
                </c:pt>
                <c:pt idx="2288">
                  <c:v>-1.0473838594</c:v>
                </c:pt>
                <c:pt idx="2289">
                  <c:v>-1.0279118814999999</c:v>
                </c:pt>
                <c:pt idx="2290">
                  <c:v>-0.99983433929999999</c:v>
                </c:pt>
                <c:pt idx="2291">
                  <c:v>-0.96583463650000001</c:v>
                </c:pt>
                <c:pt idx="2292">
                  <c:v>-0.96001442790000002</c:v>
                </c:pt>
                <c:pt idx="2293">
                  <c:v>-0.95383642479999997</c:v>
                </c:pt>
                <c:pt idx="2294">
                  <c:v>-0.90064657940000004</c:v>
                </c:pt>
                <c:pt idx="2295">
                  <c:v>-0.83463798160000002</c:v>
                </c:pt>
                <c:pt idx="2296">
                  <c:v>-0.74429501669999998</c:v>
                </c:pt>
                <c:pt idx="2297">
                  <c:v>-0.66911023579999995</c:v>
                </c:pt>
                <c:pt idx="2298">
                  <c:v>-0.65755477070000001</c:v>
                </c:pt>
                <c:pt idx="2299">
                  <c:v>-0.62707267219999996</c:v>
                </c:pt>
                <c:pt idx="2300">
                  <c:v>-0.55513711880000005</c:v>
                </c:pt>
                <c:pt idx="2301">
                  <c:v>-0.48321579260000003</c:v>
                </c:pt>
                <c:pt idx="2302">
                  <c:v>-0.49642917149999999</c:v>
                </c:pt>
                <c:pt idx="2303">
                  <c:v>-0.52597894349999996</c:v>
                </c:pt>
                <c:pt idx="2304">
                  <c:v>-0.54390381070000005</c:v>
                </c:pt>
                <c:pt idx="2305">
                  <c:v>-0.59287876679999996</c:v>
                </c:pt>
                <c:pt idx="2306">
                  <c:v>-0.59700321499999998</c:v>
                </c:pt>
                <c:pt idx="2307">
                  <c:v>-0.58308007279999996</c:v>
                </c:pt>
                <c:pt idx="2308">
                  <c:v>-0.63756063640000005</c:v>
                </c:pt>
                <c:pt idx="2309">
                  <c:v>-0.70082751799999998</c:v>
                </c:pt>
                <c:pt idx="2310">
                  <c:v>-0.74847930959999998</c:v>
                </c:pt>
                <c:pt idx="2311">
                  <c:v>-0.79870518759999998</c:v>
                </c:pt>
                <c:pt idx="2312">
                  <c:v>-0.83038347940000001</c:v>
                </c:pt>
                <c:pt idx="2313">
                  <c:v>-0.90202362290000004</c:v>
                </c:pt>
                <c:pt idx="2314">
                  <c:v>-0.96684683540000005</c:v>
                </c:pt>
                <c:pt idx="2315">
                  <c:v>-1.0110764206</c:v>
                </c:pt>
                <c:pt idx="2316">
                  <c:v>-1.0500511995999999</c:v>
                </c:pt>
                <c:pt idx="2317">
                  <c:v>-1.1126037841</c:v>
                </c:pt>
                <c:pt idx="2318">
                  <c:v>-1.1889569564</c:v>
                </c:pt>
                <c:pt idx="2319">
                  <c:v>-1.2385855068</c:v>
                </c:pt>
                <c:pt idx="2320">
                  <c:v>-1.2850718425000001</c:v>
                </c:pt>
                <c:pt idx="2321">
                  <c:v>-1.3502818742</c:v>
                </c:pt>
                <c:pt idx="2322">
                  <c:v>-1.3556772104999999</c:v>
                </c:pt>
                <c:pt idx="2323">
                  <c:v>-1.2877834268999999</c:v>
                </c:pt>
                <c:pt idx="2324">
                  <c:v>-1.2395545416</c:v>
                </c:pt>
                <c:pt idx="2325">
                  <c:v>-1.2119013814999999</c:v>
                </c:pt>
                <c:pt idx="2326">
                  <c:v>-1.1764724621</c:v>
                </c:pt>
                <c:pt idx="2327">
                  <c:v>-1.1493376565</c:v>
                </c:pt>
                <c:pt idx="2328">
                  <c:v>-1.0976317171000001</c:v>
                </c:pt>
                <c:pt idx="2329">
                  <c:v>-0.9962175432</c:v>
                </c:pt>
                <c:pt idx="2330">
                  <c:v>-0.86316162860000001</c:v>
                </c:pt>
                <c:pt idx="2331">
                  <c:v>-0.77034890710000004</c:v>
                </c:pt>
                <c:pt idx="2332">
                  <c:v>-0.68126869440000004</c:v>
                </c:pt>
                <c:pt idx="2333">
                  <c:v>-0.59734067120000001</c:v>
                </c:pt>
                <c:pt idx="2334">
                  <c:v>-0.48847003999999999</c:v>
                </c:pt>
                <c:pt idx="2335">
                  <c:v>-0.35197312689999999</c:v>
                </c:pt>
                <c:pt idx="2336">
                  <c:v>-0.25345780699999998</c:v>
                </c:pt>
                <c:pt idx="2337">
                  <c:v>-0.1705625442</c:v>
                </c:pt>
                <c:pt idx="2338">
                  <c:v>-4.3146145499999997E-2</c:v>
                </c:pt>
                <c:pt idx="2339">
                  <c:v>7.3209618000000004E-2</c:v>
                </c:pt>
                <c:pt idx="2340">
                  <c:v>0.1988547068</c:v>
                </c:pt>
                <c:pt idx="2341">
                  <c:v>0.35512793329999998</c:v>
                </c:pt>
                <c:pt idx="2342">
                  <c:v>0.46353005110000001</c:v>
                </c:pt>
                <c:pt idx="2343">
                  <c:v>0.56372174190000002</c:v>
                </c:pt>
                <c:pt idx="2344">
                  <c:v>0.66291592399999999</c:v>
                </c:pt>
                <c:pt idx="2345">
                  <c:v>0.77001938670000003</c:v>
                </c:pt>
                <c:pt idx="2346">
                  <c:v>0.94733554109999996</c:v>
                </c:pt>
                <c:pt idx="2347">
                  <c:v>1.1287132585999999</c:v>
                </c:pt>
                <c:pt idx="2348">
                  <c:v>1.2604590420999999</c:v>
                </c:pt>
                <c:pt idx="2349">
                  <c:v>1.3053668620000001</c:v>
                </c:pt>
                <c:pt idx="2350">
                  <c:v>1.3329843375999999</c:v>
                </c:pt>
                <c:pt idx="2351">
                  <c:v>1.4001889158</c:v>
                </c:pt>
                <c:pt idx="2352">
                  <c:v>1.5225476311999999</c:v>
                </c:pt>
                <c:pt idx="2353">
                  <c:v>1.6297798043</c:v>
                </c:pt>
                <c:pt idx="2354">
                  <c:v>1.7770009338999999</c:v>
                </c:pt>
                <c:pt idx="2355">
                  <c:v>1.9006982912999999</c:v>
                </c:pt>
                <c:pt idx="2356">
                  <c:v>1.9679344751000001</c:v>
                </c:pt>
                <c:pt idx="2357">
                  <c:v>2.0048127895999999</c:v>
                </c:pt>
                <c:pt idx="2358">
                  <c:v>2.0340190128</c:v>
                </c:pt>
                <c:pt idx="2359">
                  <c:v>2.0256578958000002</c:v>
                </c:pt>
                <c:pt idx="2360">
                  <c:v>2.0366460056000002</c:v>
                </c:pt>
                <c:pt idx="2361">
                  <c:v>2.0280426173000001</c:v>
                </c:pt>
                <c:pt idx="2362">
                  <c:v>1.9897182319</c:v>
                </c:pt>
                <c:pt idx="2363">
                  <c:v>1.9317975641</c:v>
                </c:pt>
                <c:pt idx="2364">
                  <c:v>1.8463848681999999</c:v>
                </c:pt>
                <c:pt idx="2365">
                  <c:v>1.7205887602000001</c:v>
                </c:pt>
                <c:pt idx="2366">
                  <c:v>1.6097271247</c:v>
                </c:pt>
                <c:pt idx="2367">
                  <c:v>1.4487569740999999</c:v>
                </c:pt>
                <c:pt idx="2368">
                  <c:v>1.2742411812000001</c:v>
                </c:pt>
                <c:pt idx="2369">
                  <c:v>1.1503480877000001</c:v>
                </c:pt>
                <c:pt idx="2370">
                  <c:v>1.0946877042000001</c:v>
                </c:pt>
                <c:pt idx="2371">
                  <c:v>1.0646539800999999</c:v>
                </c:pt>
                <c:pt idx="2372">
                  <c:v>1.0069126352</c:v>
                </c:pt>
                <c:pt idx="2373">
                  <c:v>0.93563544239999996</c:v>
                </c:pt>
                <c:pt idx="2374">
                  <c:v>0.87311426380000001</c:v>
                </c:pt>
                <c:pt idx="2375">
                  <c:v>0.75209632859999997</c:v>
                </c:pt>
                <c:pt idx="2376">
                  <c:v>0.66077323830000001</c:v>
                </c:pt>
                <c:pt idx="2377">
                  <c:v>0.61229054890000001</c:v>
                </c:pt>
                <c:pt idx="2378">
                  <c:v>0.57763828790000005</c:v>
                </c:pt>
                <c:pt idx="2379">
                  <c:v>0.56080544129999998</c:v>
                </c:pt>
                <c:pt idx="2380">
                  <c:v>0.56083677430000001</c:v>
                </c:pt>
                <c:pt idx="2381">
                  <c:v>0.59689126390000002</c:v>
                </c:pt>
                <c:pt idx="2382">
                  <c:v>0.63312043279999997</c:v>
                </c:pt>
                <c:pt idx="2383">
                  <c:v>0.66468871900000004</c:v>
                </c:pt>
                <c:pt idx="2384">
                  <c:v>0.72599768539999998</c:v>
                </c:pt>
                <c:pt idx="2385">
                  <c:v>0.76685961280000003</c:v>
                </c:pt>
                <c:pt idx="2386">
                  <c:v>0.83667445620000003</c:v>
                </c:pt>
                <c:pt idx="2387">
                  <c:v>0.88927590999999995</c:v>
                </c:pt>
                <c:pt idx="2388">
                  <c:v>0.99233969749999995</c:v>
                </c:pt>
                <c:pt idx="2389">
                  <c:v>1.0968217362999999</c:v>
                </c:pt>
                <c:pt idx="2390">
                  <c:v>1.1937561262</c:v>
                </c:pt>
                <c:pt idx="2391">
                  <c:v>1.2603585073000001</c:v>
                </c:pt>
                <c:pt idx="2392">
                  <c:v>1.2946518334999999</c:v>
                </c:pt>
                <c:pt idx="2393">
                  <c:v>1.330134677</c:v>
                </c:pt>
                <c:pt idx="2394">
                  <c:v>1.3561812440000001</c:v>
                </c:pt>
                <c:pt idx="2395">
                  <c:v>1.3935714688</c:v>
                </c:pt>
                <c:pt idx="2396">
                  <c:v>1.4303253751</c:v>
                </c:pt>
                <c:pt idx="2397">
                  <c:v>1.4786560985999999</c:v>
                </c:pt>
                <c:pt idx="2398">
                  <c:v>1.5151255442</c:v>
                </c:pt>
                <c:pt idx="2399">
                  <c:v>1.5484213389000001</c:v>
                </c:pt>
                <c:pt idx="2400">
                  <c:v>1.5505602481</c:v>
                </c:pt>
                <c:pt idx="2401">
                  <c:v>1.5284250127000001</c:v>
                </c:pt>
                <c:pt idx="2402">
                  <c:v>1.5096666407999999</c:v>
                </c:pt>
                <c:pt idx="2403">
                  <c:v>1.5045844717000001</c:v>
                </c:pt>
                <c:pt idx="2404">
                  <c:v>1.4794524588</c:v>
                </c:pt>
                <c:pt idx="2405">
                  <c:v>1.4586515169000001</c:v>
                </c:pt>
                <c:pt idx="2406">
                  <c:v>1.4343208757999999</c:v>
                </c:pt>
                <c:pt idx="2407">
                  <c:v>1.3551073971000001</c:v>
                </c:pt>
                <c:pt idx="2408">
                  <c:v>1.3215804379</c:v>
                </c:pt>
                <c:pt idx="2409">
                  <c:v>1.2096036246999999</c:v>
                </c:pt>
                <c:pt idx="2410">
                  <c:v>1.0900661037999999</c:v>
                </c:pt>
                <c:pt idx="2411">
                  <c:v>1.0213941861</c:v>
                </c:pt>
                <c:pt idx="2412">
                  <c:v>0.91469976139999998</c:v>
                </c:pt>
                <c:pt idx="2413">
                  <c:v>0.79841252409999997</c:v>
                </c:pt>
                <c:pt idx="2414">
                  <c:v>0.64454151579999996</c:v>
                </c:pt>
                <c:pt idx="2415">
                  <c:v>0.4958704572</c:v>
                </c:pt>
                <c:pt idx="2416">
                  <c:v>0.31967811870000001</c:v>
                </c:pt>
                <c:pt idx="2417">
                  <c:v>0.1562769852</c:v>
                </c:pt>
                <c:pt idx="2418">
                  <c:v>-2.6616310599999998E-2</c:v>
                </c:pt>
                <c:pt idx="2419">
                  <c:v>-0.1921341882</c:v>
                </c:pt>
                <c:pt idx="2420">
                  <c:v>-0.35071830030000001</c:v>
                </c:pt>
                <c:pt idx="2421">
                  <c:v>-0.46665283089999998</c:v>
                </c:pt>
                <c:pt idx="2422">
                  <c:v>-0.53846251680000001</c:v>
                </c:pt>
                <c:pt idx="2423">
                  <c:v>-0.65091885829999996</c:v>
                </c:pt>
                <c:pt idx="2424">
                  <c:v>-0.82612427089999996</c:v>
                </c:pt>
                <c:pt idx="2425">
                  <c:v>-0.99302213039999998</c:v>
                </c:pt>
                <c:pt idx="2426">
                  <c:v>-1.1758892302999999</c:v>
                </c:pt>
                <c:pt idx="2427">
                  <c:v>-1.3105778239000001</c:v>
                </c:pt>
                <c:pt idx="2428">
                  <c:v>-1.4062231931</c:v>
                </c:pt>
                <c:pt idx="2429">
                  <c:v>-1.5383043551</c:v>
                </c:pt>
                <c:pt idx="2430">
                  <c:v>-1.6511506069999999</c:v>
                </c:pt>
                <c:pt idx="2431">
                  <c:v>-1.7263845806</c:v>
                </c:pt>
                <c:pt idx="2432">
                  <c:v>-1.8438073938999999</c:v>
                </c:pt>
                <c:pt idx="2433">
                  <c:v>-1.912341603</c:v>
                </c:pt>
                <c:pt idx="2434">
                  <c:v>-1.9796235508</c:v>
                </c:pt>
                <c:pt idx="2435">
                  <c:v>-2.0702772310999999</c:v>
                </c:pt>
                <c:pt idx="2436">
                  <c:v>-2.1565377988000001</c:v>
                </c:pt>
                <c:pt idx="2437">
                  <c:v>-2.2120717180999998</c:v>
                </c:pt>
                <c:pt idx="2438">
                  <c:v>-2.2725660613000001</c:v>
                </c:pt>
                <c:pt idx="2439">
                  <c:v>-2.2879481779000002</c:v>
                </c:pt>
                <c:pt idx="2440">
                  <c:v>-2.3442825999000001</c:v>
                </c:pt>
                <c:pt idx="2441">
                  <c:v>-2.3617740093999999</c:v>
                </c:pt>
                <c:pt idx="2442">
                  <c:v>-2.4140271851000001</c:v>
                </c:pt>
                <c:pt idx="2443">
                  <c:v>-2.4622257507</c:v>
                </c:pt>
                <c:pt idx="2444">
                  <c:v>-2.4889918469999999</c:v>
                </c:pt>
                <c:pt idx="2445">
                  <c:v>-2.4573401596000002</c:v>
                </c:pt>
                <c:pt idx="2446">
                  <c:v>-2.4148918345000001</c:v>
                </c:pt>
                <c:pt idx="2447">
                  <c:v>-2.3274576341</c:v>
                </c:pt>
                <c:pt idx="2448">
                  <c:v>-2.2254249421000001</c:v>
                </c:pt>
                <c:pt idx="2449">
                  <c:v>-2.1225283711</c:v>
                </c:pt>
                <c:pt idx="2450">
                  <c:v>-2.0282569009999998</c:v>
                </c:pt>
                <c:pt idx="2451">
                  <c:v>-1.9437563487</c:v>
                </c:pt>
                <c:pt idx="2452">
                  <c:v>-1.8919358784</c:v>
                </c:pt>
                <c:pt idx="2453">
                  <c:v>-1.8555574734</c:v>
                </c:pt>
                <c:pt idx="2454">
                  <c:v>-1.8289446273000001</c:v>
                </c:pt>
                <c:pt idx="2455">
                  <c:v>-1.7801431479000001</c:v>
                </c:pt>
                <c:pt idx="2456">
                  <c:v>-1.6971191523</c:v>
                </c:pt>
                <c:pt idx="2457">
                  <c:v>-1.6306224718</c:v>
                </c:pt>
                <c:pt idx="2458">
                  <c:v>-1.5537932799</c:v>
                </c:pt>
                <c:pt idx="2459">
                  <c:v>-1.4496514077</c:v>
                </c:pt>
                <c:pt idx="2460">
                  <c:v>-1.3985804052999999</c:v>
                </c:pt>
                <c:pt idx="2461">
                  <c:v>-1.3677332688999999</c:v>
                </c:pt>
                <c:pt idx="2462">
                  <c:v>-1.3704124607999999</c:v>
                </c:pt>
                <c:pt idx="2463">
                  <c:v>-1.3375013636999999</c:v>
                </c:pt>
                <c:pt idx="2464">
                  <c:v>-1.3351855101000001</c:v>
                </c:pt>
                <c:pt idx="2465">
                  <c:v>-1.3032895443000001</c:v>
                </c:pt>
                <c:pt idx="2466">
                  <c:v>-1.2921897781</c:v>
                </c:pt>
                <c:pt idx="2467">
                  <c:v>-1.2545121551</c:v>
                </c:pt>
                <c:pt idx="2468">
                  <c:v>-1.2527100567</c:v>
                </c:pt>
                <c:pt idx="2469">
                  <c:v>-1.2651304485999999</c:v>
                </c:pt>
                <c:pt idx="2470">
                  <c:v>-1.2813219263</c:v>
                </c:pt>
                <c:pt idx="2471">
                  <c:v>-1.2747446167000001</c:v>
                </c:pt>
                <c:pt idx="2472">
                  <c:v>-1.2476412632</c:v>
                </c:pt>
                <c:pt idx="2473">
                  <c:v>-1.2119204342000001</c:v>
                </c:pt>
                <c:pt idx="2474">
                  <c:v>-1.1645228918999999</c:v>
                </c:pt>
                <c:pt idx="2475">
                  <c:v>-1.1115576278999999</c:v>
                </c:pt>
                <c:pt idx="2476">
                  <c:v>-1.0852791149000001</c:v>
                </c:pt>
                <c:pt idx="2477">
                  <c:v>-1.0835693691999999</c:v>
                </c:pt>
                <c:pt idx="2478">
                  <c:v>-1.0337773991999999</c:v>
                </c:pt>
                <c:pt idx="2479">
                  <c:v>-1.0201660048000001</c:v>
                </c:pt>
                <c:pt idx="2480">
                  <c:v>-0.97590116920000003</c:v>
                </c:pt>
                <c:pt idx="2481">
                  <c:v>-0.92754492030000002</c:v>
                </c:pt>
                <c:pt idx="2482">
                  <c:v>-0.85345677379999996</c:v>
                </c:pt>
                <c:pt idx="2483">
                  <c:v>-0.76888540689999996</c:v>
                </c:pt>
                <c:pt idx="2484">
                  <c:v>-0.71128372959999997</c:v>
                </c:pt>
                <c:pt idx="2485">
                  <c:v>-0.72908419749999998</c:v>
                </c:pt>
                <c:pt idx="2486">
                  <c:v>-0.77227780479999997</c:v>
                </c:pt>
                <c:pt idx="2487">
                  <c:v>-0.76175319730000002</c:v>
                </c:pt>
                <c:pt idx="2488">
                  <c:v>-0.78639950940000003</c:v>
                </c:pt>
                <c:pt idx="2489">
                  <c:v>-0.78759832220000003</c:v>
                </c:pt>
                <c:pt idx="2490">
                  <c:v>-0.80920473540000004</c:v>
                </c:pt>
                <c:pt idx="2491">
                  <c:v>-0.83397138069999999</c:v>
                </c:pt>
                <c:pt idx="2492">
                  <c:v>-0.80374897010000002</c:v>
                </c:pt>
                <c:pt idx="2493">
                  <c:v>-0.80091614550000001</c:v>
                </c:pt>
                <c:pt idx="2494">
                  <c:v>-0.77622608810000004</c:v>
                </c:pt>
                <c:pt idx="2495">
                  <c:v>-0.77200694950000004</c:v>
                </c:pt>
                <c:pt idx="2496">
                  <c:v>-0.78898210530000001</c:v>
                </c:pt>
                <c:pt idx="2497">
                  <c:v>-0.80309112599999999</c:v>
                </c:pt>
                <c:pt idx="2498">
                  <c:v>-0.77610453989999995</c:v>
                </c:pt>
                <c:pt idx="2499">
                  <c:v>-0.77012838530000005</c:v>
                </c:pt>
                <c:pt idx="2500">
                  <c:v>-0.7509048599</c:v>
                </c:pt>
                <c:pt idx="2501">
                  <c:v>-0.77307315180000002</c:v>
                </c:pt>
                <c:pt idx="2502">
                  <c:v>-0.78713628579999995</c:v>
                </c:pt>
                <c:pt idx="2503">
                  <c:v>-0.79829034889999995</c:v>
                </c:pt>
                <c:pt idx="2504">
                  <c:v>-0.80331329080000002</c:v>
                </c:pt>
                <c:pt idx="2505">
                  <c:v>-0.78882289110000003</c:v>
                </c:pt>
                <c:pt idx="2506">
                  <c:v>-0.71202798389999999</c:v>
                </c:pt>
                <c:pt idx="2507">
                  <c:v>-0.63066032059999999</c:v>
                </c:pt>
                <c:pt idx="2508">
                  <c:v>-0.57958434309999995</c:v>
                </c:pt>
                <c:pt idx="2509">
                  <c:v>-0.50896839679999994</c:v>
                </c:pt>
                <c:pt idx="2510">
                  <c:v>-0.46411172750000002</c:v>
                </c:pt>
                <c:pt idx="2511">
                  <c:v>-0.42684103629999998</c:v>
                </c:pt>
                <c:pt idx="2512">
                  <c:v>-0.35432127410000003</c:v>
                </c:pt>
                <c:pt idx="2513">
                  <c:v>-0.35222634349999998</c:v>
                </c:pt>
                <c:pt idx="2514">
                  <c:v>-0.36546323930000002</c:v>
                </c:pt>
                <c:pt idx="2515">
                  <c:v>-0.39961874510000001</c:v>
                </c:pt>
                <c:pt idx="2516">
                  <c:v>-0.39649770899999998</c:v>
                </c:pt>
                <c:pt idx="2517">
                  <c:v>-0.3828797666</c:v>
                </c:pt>
                <c:pt idx="2518">
                  <c:v>-0.36079587670000002</c:v>
                </c:pt>
                <c:pt idx="2519">
                  <c:v>-0.3319802825</c:v>
                </c:pt>
                <c:pt idx="2520">
                  <c:v>-0.34735078580000001</c:v>
                </c:pt>
                <c:pt idx="2521">
                  <c:v>-0.38158772229999999</c:v>
                </c:pt>
                <c:pt idx="2522">
                  <c:v>-0.40790759999999998</c:v>
                </c:pt>
                <c:pt idx="2523">
                  <c:v>-0.40038257160000001</c:v>
                </c:pt>
                <c:pt idx="2524">
                  <c:v>-0.3797789989</c:v>
                </c:pt>
                <c:pt idx="2525">
                  <c:v>-0.37669949660000002</c:v>
                </c:pt>
                <c:pt idx="2526">
                  <c:v>-0.37509989510000002</c:v>
                </c:pt>
                <c:pt idx="2527">
                  <c:v>-0.3324097513</c:v>
                </c:pt>
                <c:pt idx="2528">
                  <c:v>-0.32897879590000001</c:v>
                </c:pt>
                <c:pt idx="2529">
                  <c:v>-0.33192723169999999</c:v>
                </c:pt>
                <c:pt idx="2530">
                  <c:v>-0.34707494449999998</c:v>
                </c:pt>
                <c:pt idx="2531">
                  <c:v>-0.32466200490000002</c:v>
                </c:pt>
                <c:pt idx="2532">
                  <c:v>-0.26198787550000002</c:v>
                </c:pt>
                <c:pt idx="2533">
                  <c:v>-0.23616511339999999</c:v>
                </c:pt>
                <c:pt idx="2534">
                  <c:v>-0.2254170096</c:v>
                </c:pt>
                <c:pt idx="2535">
                  <c:v>-0.18623815120000001</c:v>
                </c:pt>
                <c:pt idx="2536">
                  <c:v>-0.1534468158</c:v>
                </c:pt>
                <c:pt idx="2537">
                  <c:v>-0.16177418339999999</c:v>
                </c:pt>
                <c:pt idx="2538">
                  <c:v>-0.1583166282</c:v>
                </c:pt>
                <c:pt idx="2539">
                  <c:v>-0.13695128779999999</c:v>
                </c:pt>
                <c:pt idx="2540">
                  <c:v>-0.11057944829999999</c:v>
                </c:pt>
                <c:pt idx="2541">
                  <c:v>-8.3738986000000001E-2</c:v>
                </c:pt>
                <c:pt idx="2542">
                  <c:v>-3.37163038E-2</c:v>
                </c:pt>
                <c:pt idx="2543">
                  <c:v>7.7676906E-3</c:v>
                </c:pt>
                <c:pt idx="2544">
                  <c:v>1.9286227900000001E-2</c:v>
                </c:pt>
                <c:pt idx="2545">
                  <c:v>3.4940588799999998E-2</c:v>
                </c:pt>
                <c:pt idx="2546">
                  <c:v>7.6529598599999998E-2</c:v>
                </c:pt>
                <c:pt idx="2547">
                  <c:v>0.1066271872</c:v>
                </c:pt>
                <c:pt idx="2548">
                  <c:v>0.13082257720000001</c:v>
                </c:pt>
                <c:pt idx="2549">
                  <c:v>0.17857430490000001</c:v>
                </c:pt>
                <c:pt idx="2550">
                  <c:v>0.1883317699</c:v>
                </c:pt>
                <c:pt idx="2551">
                  <c:v>0.16946727980000001</c:v>
                </c:pt>
                <c:pt idx="2552">
                  <c:v>0.13569400340000001</c:v>
                </c:pt>
                <c:pt idx="2553">
                  <c:v>8.5886693400000005E-2</c:v>
                </c:pt>
                <c:pt idx="2554">
                  <c:v>4.9025641699999997E-2</c:v>
                </c:pt>
                <c:pt idx="2555">
                  <c:v>4.6991159400000003E-2</c:v>
                </c:pt>
                <c:pt idx="2556">
                  <c:v>5.1223436099999999E-2</c:v>
                </c:pt>
                <c:pt idx="2557">
                  <c:v>3.6750888699999998E-2</c:v>
                </c:pt>
                <c:pt idx="2558">
                  <c:v>6.9965322799999993E-2</c:v>
                </c:pt>
                <c:pt idx="2559">
                  <c:v>9.3207619500000005E-2</c:v>
                </c:pt>
                <c:pt idx="2560">
                  <c:v>0.12697000480000001</c:v>
                </c:pt>
                <c:pt idx="2561">
                  <c:v>0.1154361648</c:v>
                </c:pt>
                <c:pt idx="2562">
                  <c:v>7.1363723399999995E-2</c:v>
                </c:pt>
                <c:pt idx="2563">
                  <c:v>3.1615268299999999E-2</c:v>
                </c:pt>
                <c:pt idx="2564">
                  <c:v>-1.9708692100000001E-2</c:v>
                </c:pt>
                <c:pt idx="2565">
                  <c:v>-5.1690043900000003E-2</c:v>
                </c:pt>
                <c:pt idx="2566">
                  <c:v>-0.15629519380000001</c:v>
                </c:pt>
                <c:pt idx="2567">
                  <c:v>-0.25379020549999998</c:v>
                </c:pt>
                <c:pt idx="2568">
                  <c:v>-0.36355111000000001</c:v>
                </c:pt>
                <c:pt idx="2569">
                  <c:v>-0.44570116170000001</c:v>
                </c:pt>
                <c:pt idx="2570">
                  <c:v>-0.54791658840000002</c:v>
                </c:pt>
                <c:pt idx="2571">
                  <c:v>-0.60895625220000005</c:v>
                </c:pt>
                <c:pt idx="2572">
                  <c:v>-0.63110091089999998</c:v>
                </c:pt>
                <c:pt idx="2573">
                  <c:v>-0.65819907300000002</c:v>
                </c:pt>
                <c:pt idx="2574">
                  <c:v>-0.68730806479999995</c:v>
                </c:pt>
                <c:pt idx="2575">
                  <c:v>-0.71135966419999996</c:v>
                </c:pt>
                <c:pt idx="2576">
                  <c:v>-0.74587284350000005</c:v>
                </c:pt>
                <c:pt idx="2577">
                  <c:v>-0.77288427540000004</c:v>
                </c:pt>
                <c:pt idx="2578">
                  <c:v>-0.76334658259999999</c:v>
                </c:pt>
                <c:pt idx="2579">
                  <c:v>-0.76821434619999995</c:v>
                </c:pt>
                <c:pt idx="2580">
                  <c:v>-0.74684460419999998</c:v>
                </c:pt>
                <c:pt idx="2581">
                  <c:v>-0.77195815889999997</c:v>
                </c:pt>
                <c:pt idx="2582">
                  <c:v>-0.74300781339999999</c:v>
                </c:pt>
                <c:pt idx="2583">
                  <c:v>-0.65452681420000003</c:v>
                </c:pt>
                <c:pt idx="2584">
                  <c:v>-0.59759258189999998</c:v>
                </c:pt>
                <c:pt idx="2585">
                  <c:v>-0.52178764789999998</c:v>
                </c:pt>
                <c:pt idx="2586">
                  <c:v>-0.43690922500000001</c:v>
                </c:pt>
                <c:pt idx="2587">
                  <c:v>-0.27370049889999998</c:v>
                </c:pt>
                <c:pt idx="2588">
                  <c:v>-0.14950168289999999</c:v>
                </c:pt>
                <c:pt idx="2589">
                  <c:v>-2.5342402100000001E-2</c:v>
                </c:pt>
                <c:pt idx="2590">
                  <c:v>5.0124124800000003E-2</c:v>
                </c:pt>
                <c:pt idx="2591">
                  <c:v>0.17264917099999999</c:v>
                </c:pt>
                <c:pt idx="2592">
                  <c:v>0.28876590229999999</c:v>
                </c:pt>
                <c:pt idx="2593">
                  <c:v>0.3901003918</c:v>
                </c:pt>
                <c:pt idx="2594">
                  <c:v>0.48366904999999999</c:v>
                </c:pt>
                <c:pt idx="2595">
                  <c:v>0.5890937772</c:v>
                </c:pt>
                <c:pt idx="2596">
                  <c:v>0.67979718079999996</c:v>
                </c:pt>
                <c:pt idx="2597">
                  <c:v>0.76829949419999999</c:v>
                </c:pt>
                <c:pt idx="2598">
                  <c:v>0.84728045320000001</c:v>
                </c:pt>
                <c:pt idx="2599">
                  <c:v>0.85490783829999994</c:v>
                </c:pt>
                <c:pt idx="2600">
                  <c:v>0.86540768560000003</c:v>
                </c:pt>
                <c:pt idx="2601">
                  <c:v>0.88084676090000003</c:v>
                </c:pt>
                <c:pt idx="2602">
                  <c:v>0.8889427459</c:v>
                </c:pt>
                <c:pt idx="2603">
                  <c:v>0.8713060413</c:v>
                </c:pt>
                <c:pt idx="2604">
                  <c:v>0.84452631199999995</c:v>
                </c:pt>
                <c:pt idx="2605">
                  <c:v>0.85998158359999999</c:v>
                </c:pt>
                <c:pt idx="2606">
                  <c:v>0.89123831090000005</c:v>
                </c:pt>
                <c:pt idx="2607">
                  <c:v>0.90127378810000003</c:v>
                </c:pt>
                <c:pt idx="2608">
                  <c:v>0.87284256049999998</c:v>
                </c:pt>
                <c:pt idx="2609">
                  <c:v>0.85501606500000005</c:v>
                </c:pt>
                <c:pt idx="2610">
                  <c:v>0.88853611499999996</c:v>
                </c:pt>
                <c:pt idx="2611">
                  <c:v>0.93238471540000001</c:v>
                </c:pt>
                <c:pt idx="2612">
                  <c:v>0.95323942539999995</c:v>
                </c:pt>
                <c:pt idx="2613">
                  <c:v>0.97923956359999997</c:v>
                </c:pt>
                <c:pt idx="2614">
                  <c:v>0.91200158720000002</c:v>
                </c:pt>
                <c:pt idx="2615">
                  <c:v>0.8357372367</c:v>
                </c:pt>
                <c:pt idx="2616">
                  <c:v>0.74122956399999995</c:v>
                </c:pt>
                <c:pt idx="2617">
                  <c:v>0.69495791750000002</c:v>
                </c:pt>
                <c:pt idx="2618">
                  <c:v>0.66259247340000005</c:v>
                </c:pt>
                <c:pt idx="2619">
                  <c:v>0.65280283189999999</c:v>
                </c:pt>
                <c:pt idx="2620">
                  <c:v>0.67677214279999998</c:v>
                </c:pt>
                <c:pt idx="2621">
                  <c:v>0.69708132769999998</c:v>
                </c:pt>
                <c:pt idx="2622">
                  <c:v>0.69980200380000002</c:v>
                </c:pt>
                <c:pt idx="2623">
                  <c:v>0.74221529210000003</c:v>
                </c:pt>
                <c:pt idx="2624">
                  <c:v>0.78941201100000002</c:v>
                </c:pt>
                <c:pt idx="2625">
                  <c:v>0.85810134199999999</c:v>
                </c:pt>
                <c:pt idx="2626">
                  <c:v>0.88791011080000004</c:v>
                </c:pt>
                <c:pt idx="2627">
                  <c:v>0.91102136160000002</c:v>
                </c:pt>
                <c:pt idx="2628">
                  <c:v>0.94343440099999998</c:v>
                </c:pt>
                <c:pt idx="2629">
                  <c:v>0.9789244023</c:v>
                </c:pt>
                <c:pt idx="2630">
                  <c:v>1.0112223982999999</c:v>
                </c:pt>
                <c:pt idx="2631">
                  <c:v>1.0312193068</c:v>
                </c:pt>
                <c:pt idx="2632">
                  <c:v>1.0594456582</c:v>
                </c:pt>
                <c:pt idx="2633">
                  <c:v>1.0639653687999999</c:v>
                </c:pt>
                <c:pt idx="2634">
                  <c:v>1.0614033079</c:v>
                </c:pt>
                <c:pt idx="2635">
                  <c:v>1.1379050763</c:v>
                </c:pt>
                <c:pt idx="2636">
                  <c:v>1.2307063367</c:v>
                </c:pt>
                <c:pt idx="2637">
                  <c:v>1.3357972843999999</c:v>
                </c:pt>
                <c:pt idx="2638">
                  <c:v>1.3984960550000001</c:v>
                </c:pt>
                <c:pt idx="2639">
                  <c:v>1.4785657476</c:v>
                </c:pt>
                <c:pt idx="2640">
                  <c:v>1.5374427899000001</c:v>
                </c:pt>
                <c:pt idx="2641">
                  <c:v>1.5887483898999999</c:v>
                </c:pt>
                <c:pt idx="2642">
                  <c:v>1.6249234695999999</c:v>
                </c:pt>
                <c:pt idx="2643">
                  <c:v>1.6607226448000001</c:v>
                </c:pt>
                <c:pt idx="2644">
                  <c:v>1.6789508173000001</c:v>
                </c:pt>
                <c:pt idx="2645">
                  <c:v>1.7109421452</c:v>
                </c:pt>
                <c:pt idx="2646">
                  <c:v>1.7414034012999999</c:v>
                </c:pt>
                <c:pt idx="2647">
                  <c:v>1.7691718004999999</c:v>
                </c:pt>
                <c:pt idx="2648">
                  <c:v>1.7512807043</c:v>
                </c:pt>
                <c:pt idx="2649">
                  <c:v>1.6798300352</c:v>
                </c:pt>
                <c:pt idx="2650">
                  <c:v>1.6154088273</c:v>
                </c:pt>
                <c:pt idx="2651">
                  <c:v>1.5335636489</c:v>
                </c:pt>
                <c:pt idx="2652">
                  <c:v>1.4452736545</c:v>
                </c:pt>
                <c:pt idx="2653">
                  <c:v>1.3274309488</c:v>
                </c:pt>
                <c:pt idx="2654">
                  <c:v>1.2440902715</c:v>
                </c:pt>
                <c:pt idx="2655">
                  <c:v>1.1348408108000001</c:v>
                </c:pt>
                <c:pt idx="2656">
                  <c:v>1.0180557059999999</c:v>
                </c:pt>
                <c:pt idx="2657">
                  <c:v>0.87493202619999999</c:v>
                </c:pt>
                <c:pt idx="2658">
                  <c:v>0.7204423673</c:v>
                </c:pt>
                <c:pt idx="2659">
                  <c:v>0.61423882870000002</c:v>
                </c:pt>
                <c:pt idx="2660">
                  <c:v>0.44906411909999999</c:v>
                </c:pt>
                <c:pt idx="2661">
                  <c:v>0.28269134489999997</c:v>
                </c:pt>
                <c:pt idx="2662">
                  <c:v>0.14727618949999999</c:v>
                </c:pt>
                <c:pt idx="2663">
                  <c:v>2.5875296000000001E-3</c:v>
                </c:pt>
                <c:pt idx="2664">
                  <c:v>-0.15747503069999999</c:v>
                </c:pt>
                <c:pt idx="2665">
                  <c:v>-0.28796641760000002</c:v>
                </c:pt>
                <c:pt idx="2666">
                  <c:v>-0.4615764913</c:v>
                </c:pt>
                <c:pt idx="2667">
                  <c:v>-0.64901058590000005</c:v>
                </c:pt>
                <c:pt idx="2668">
                  <c:v>-0.7890882414</c:v>
                </c:pt>
                <c:pt idx="2669">
                  <c:v>-0.89637452360000003</c:v>
                </c:pt>
                <c:pt idx="2670">
                  <c:v>-0.97781933030000001</c:v>
                </c:pt>
                <c:pt idx="2671">
                  <c:v>-1.0922786021999999</c:v>
                </c:pt>
                <c:pt idx="2672">
                  <c:v>-1.1770763031</c:v>
                </c:pt>
                <c:pt idx="2673">
                  <c:v>-1.2930581011</c:v>
                </c:pt>
                <c:pt idx="2674">
                  <c:v>-1.3354913715000001</c:v>
                </c:pt>
                <c:pt idx="2675">
                  <c:v>-1.3687556353999999</c:v>
                </c:pt>
                <c:pt idx="2676">
                  <c:v>-1.3731173756999999</c:v>
                </c:pt>
                <c:pt idx="2677">
                  <c:v>-1.3534545091000001</c:v>
                </c:pt>
                <c:pt idx="2678">
                  <c:v>-1.2932074283999999</c:v>
                </c:pt>
                <c:pt idx="2679">
                  <c:v>-1.247754504</c:v>
                </c:pt>
                <c:pt idx="2680">
                  <c:v>-1.1896868848</c:v>
                </c:pt>
                <c:pt idx="2681">
                  <c:v>-1.1108841087000001</c:v>
                </c:pt>
                <c:pt idx="2682">
                  <c:v>-1.0329459063999999</c:v>
                </c:pt>
                <c:pt idx="2683">
                  <c:v>-0.94561831129999996</c:v>
                </c:pt>
                <c:pt idx="2684">
                  <c:v>-0.86490802899999997</c:v>
                </c:pt>
                <c:pt idx="2685">
                  <c:v>-0.77507147480000005</c:v>
                </c:pt>
                <c:pt idx="2686">
                  <c:v>-0.72304871199999998</c:v>
                </c:pt>
                <c:pt idx="2687">
                  <c:v>-0.66198372159999996</c:v>
                </c:pt>
                <c:pt idx="2688">
                  <c:v>-0.59493399930000002</c:v>
                </c:pt>
                <c:pt idx="2689">
                  <c:v>-0.55368757359999998</c:v>
                </c:pt>
                <c:pt idx="2690">
                  <c:v>-0.49545995040000002</c:v>
                </c:pt>
                <c:pt idx="2691">
                  <c:v>-0.45311205989999997</c:v>
                </c:pt>
                <c:pt idx="2692">
                  <c:v>-0.38279316819999998</c:v>
                </c:pt>
                <c:pt idx="2693">
                  <c:v>-0.30599665059999998</c:v>
                </c:pt>
                <c:pt idx="2694">
                  <c:v>-0.23093998909999999</c:v>
                </c:pt>
                <c:pt idx="2695">
                  <c:v>-0.1847407573</c:v>
                </c:pt>
                <c:pt idx="2696">
                  <c:v>-0.13407683240000001</c:v>
                </c:pt>
                <c:pt idx="2697">
                  <c:v>-9.2642821799999997E-2</c:v>
                </c:pt>
                <c:pt idx="2698">
                  <c:v>-5.22585011E-2</c:v>
                </c:pt>
                <c:pt idx="2699">
                  <c:v>-4.0369021900000003E-2</c:v>
                </c:pt>
                <c:pt idx="2700">
                  <c:v>7.0615482999999996E-3</c:v>
                </c:pt>
                <c:pt idx="2701">
                  <c:v>7.0262728999999999E-3</c:v>
                </c:pt>
                <c:pt idx="2702">
                  <c:v>3.6595074200000001E-2</c:v>
                </c:pt>
                <c:pt idx="2703">
                  <c:v>3.1288985700000001E-2</c:v>
                </c:pt>
                <c:pt idx="2704">
                  <c:v>4.2751562200000003E-2</c:v>
                </c:pt>
                <c:pt idx="2705">
                  <c:v>9.2821121000000006E-2</c:v>
                </c:pt>
                <c:pt idx="2706">
                  <c:v>8.9789989599999995E-2</c:v>
                </c:pt>
                <c:pt idx="2707">
                  <c:v>0.1064249618</c:v>
                </c:pt>
                <c:pt idx="2708">
                  <c:v>0.17873974409999999</c:v>
                </c:pt>
                <c:pt idx="2709">
                  <c:v>0.21570748000000001</c:v>
                </c:pt>
                <c:pt idx="2710">
                  <c:v>0.26858619769999997</c:v>
                </c:pt>
                <c:pt idx="2711">
                  <c:v>0.30465555129999999</c:v>
                </c:pt>
                <c:pt idx="2712">
                  <c:v>0.38536730289999999</c:v>
                </c:pt>
                <c:pt idx="2713">
                  <c:v>0.46349790429999999</c:v>
                </c:pt>
                <c:pt idx="2714">
                  <c:v>0.50258988689999995</c:v>
                </c:pt>
                <c:pt idx="2715">
                  <c:v>0.5731934394</c:v>
                </c:pt>
                <c:pt idx="2716">
                  <c:v>0.61139518589999997</c:v>
                </c:pt>
                <c:pt idx="2717">
                  <c:v>0.60632749320000001</c:v>
                </c:pt>
                <c:pt idx="2718">
                  <c:v>0.61192440449999996</c:v>
                </c:pt>
                <c:pt idx="2719">
                  <c:v>0.60497157509999999</c:v>
                </c:pt>
                <c:pt idx="2720">
                  <c:v>0.55946395650000003</c:v>
                </c:pt>
                <c:pt idx="2721">
                  <c:v>0.48871382829999999</c:v>
                </c:pt>
                <c:pt idx="2722">
                  <c:v>0.4208157018</c:v>
                </c:pt>
                <c:pt idx="2723">
                  <c:v>0.35155692989999998</c:v>
                </c:pt>
                <c:pt idx="2724">
                  <c:v>0.34042633639999997</c:v>
                </c:pt>
                <c:pt idx="2725">
                  <c:v>0.31854074560000001</c:v>
                </c:pt>
                <c:pt idx="2726">
                  <c:v>0.27202063339999999</c:v>
                </c:pt>
                <c:pt idx="2727">
                  <c:v>0.27822918800000002</c:v>
                </c:pt>
                <c:pt idx="2728">
                  <c:v>0.30663972909999998</c:v>
                </c:pt>
                <c:pt idx="2729">
                  <c:v>0.30361542949999998</c:v>
                </c:pt>
                <c:pt idx="2730">
                  <c:v>0.35846057730000003</c:v>
                </c:pt>
                <c:pt idx="2731">
                  <c:v>0.40079925379999998</c:v>
                </c:pt>
                <c:pt idx="2732">
                  <c:v>0.43322844059999999</c:v>
                </c:pt>
                <c:pt idx="2733">
                  <c:v>0.44873066090000002</c:v>
                </c:pt>
                <c:pt idx="2734">
                  <c:v>0.47693246389999999</c:v>
                </c:pt>
                <c:pt idx="2735">
                  <c:v>0.51228544659999997</c:v>
                </c:pt>
                <c:pt idx="2736">
                  <c:v>0.52972110149999996</c:v>
                </c:pt>
                <c:pt idx="2737">
                  <c:v>0.53436764179999996</c:v>
                </c:pt>
                <c:pt idx="2738">
                  <c:v>0.57498242619999995</c:v>
                </c:pt>
                <c:pt idx="2739">
                  <c:v>0.60004235849999998</c:v>
                </c:pt>
                <c:pt idx="2740">
                  <c:v>0.6400613798</c:v>
                </c:pt>
                <c:pt idx="2741">
                  <c:v>0.67084452039999998</c:v>
                </c:pt>
                <c:pt idx="2742">
                  <c:v>0.71978366900000001</c:v>
                </c:pt>
                <c:pt idx="2743">
                  <c:v>0.74748502299999997</c:v>
                </c:pt>
                <c:pt idx="2744">
                  <c:v>0.76434129419999997</c:v>
                </c:pt>
                <c:pt idx="2745">
                  <c:v>0.73523722349999998</c:v>
                </c:pt>
                <c:pt idx="2746">
                  <c:v>0.75804382150000005</c:v>
                </c:pt>
                <c:pt idx="2747">
                  <c:v>0.80550300180000001</c:v>
                </c:pt>
                <c:pt idx="2748">
                  <c:v>0.83309883689999997</c:v>
                </c:pt>
                <c:pt idx="2749">
                  <c:v>0.8374367479</c:v>
                </c:pt>
                <c:pt idx="2750">
                  <c:v>0.83068735959999995</c:v>
                </c:pt>
                <c:pt idx="2751">
                  <c:v>0.77494330479999995</c:v>
                </c:pt>
                <c:pt idx="2752">
                  <c:v>0.72854957779999996</c:v>
                </c:pt>
                <c:pt idx="2753">
                  <c:v>0.70612627949999995</c:v>
                </c:pt>
                <c:pt idx="2754">
                  <c:v>0.66695842910000003</c:v>
                </c:pt>
                <c:pt idx="2755">
                  <c:v>0.63576346760000002</c:v>
                </c:pt>
                <c:pt idx="2756">
                  <c:v>0.62504584320000001</c:v>
                </c:pt>
                <c:pt idx="2757">
                  <c:v>0.62757560530000001</c:v>
                </c:pt>
                <c:pt idx="2758">
                  <c:v>0.65785587720000005</c:v>
                </c:pt>
                <c:pt idx="2759">
                  <c:v>0.68735473449999995</c:v>
                </c:pt>
                <c:pt idx="2760">
                  <c:v>0.74575018969999995</c:v>
                </c:pt>
                <c:pt idx="2761">
                  <c:v>0.82738207080000004</c:v>
                </c:pt>
                <c:pt idx="2762">
                  <c:v>0.95837278550000005</c:v>
                </c:pt>
                <c:pt idx="2763">
                  <c:v>1.0508915658</c:v>
                </c:pt>
                <c:pt idx="2764">
                  <c:v>1.1838597733</c:v>
                </c:pt>
                <c:pt idx="2765">
                  <c:v>1.2970573193999999</c:v>
                </c:pt>
                <c:pt idx="2766">
                  <c:v>1.4193890375</c:v>
                </c:pt>
                <c:pt idx="2767">
                  <c:v>1.4554823510999999</c:v>
                </c:pt>
                <c:pt idx="2768">
                  <c:v>1.4959745099999999</c:v>
                </c:pt>
                <c:pt idx="2769">
                  <c:v>1.5272393189</c:v>
                </c:pt>
                <c:pt idx="2770">
                  <c:v>1.5858268656000001</c:v>
                </c:pt>
                <c:pt idx="2771">
                  <c:v>1.5956561096999999</c:v>
                </c:pt>
                <c:pt idx="2772">
                  <c:v>1.5927303053999999</c:v>
                </c:pt>
                <c:pt idx="2773">
                  <c:v>1.5597716102000001</c:v>
                </c:pt>
                <c:pt idx="2774">
                  <c:v>1.5444130104</c:v>
                </c:pt>
                <c:pt idx="2775">
                  <c:v>1.5539286539999999</c:v>
                </c:pt>
                <c:pt idx="2776">
                  <c:v>1.5644370725000001</c:v>
                </c:pt>
                <c:pt idx="2777">
                  <c:v>1.5874185235</c:v>
                </c:pt>
                <c:pt idx="2778">
                  <c:v>1.6224144434000001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A3-489D-B4A1-32170AE75F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Gatilho de entrada</c:v>
                </c:pt>
              </c:strCache>
            </c:strRef>
          </c:tx>
          <c:spPr>
            <a:ln w="19050" cap="rnd">
              <a:solidFill>
                <a:srgbClr val="F9C113"/>
              </a:solidFill>
              <a:prstDash val="dash"/>
              <a:round/>
            </a:ln>
          </c:spPr>
          <c:marker>
            <c:symbol val="none"/>
          </c:marker>
          <c:cat>
            <c:numRef>
              <c:f>Sheet1!$A$2:$A$2768</c:f>
              <c:numCache>
                <c:formatCode>m/d/yyyy</c:formatCode>
                <c:ptCount val="2779"/>
                <c:pt idx="0">
                  <c:v>42174</c:v>
                </c:pt>
                <c:pt idx="1">
                  <c:v>42177</c:v>
                </c:pt>
                <c:pt idx="2">
                  <c:v>42178</c:v>
                </c:pt>
                <c:pt idx="3">
                  <c:v>42179</c:v>
                </c:pt>
                <c:pt idx="4">
                  <c:v>42180</c:v>
                </c:pt>
                <c:pt idx="5">
                  <c:v>42181</c:v>
                </c:pt>
                <c:pt idx="6">
                  <c:v>42184</c:v>
                </c:pt>
                <c:pt idx="7">
                  <c:v>42185</c:v>
                </c:pt>
                <c:pt idx="8">
                  <c:v>42186</c:v>
                </c:pt>
                <c:pt idx="9">
                  <c:v>42187</c:v>
                </c:pt>
                <c:pt idx="10">
                  <c:v>42188</c:v>
                </c:pt>
                <c:pt idx="11">
                  <c:v>42191</c:v>
                </c:pt>
                <c:pt idx="12">
                  <c:v>42192</c:v>
                </c:pt>
                <c:pt idx="13">
                  <c:v>42193</c:v>
                </c:pt>
                <c:pt idx="14">
                  <c:v>42195</c:v>
                </c:pt>
                <c:pt idx="15">
                  <c:v>42198</c:v>
                </c:pt>
                <c:pt idx="16">
                  <c:v>42199</c:v>
                </c:pt>
                <c:pt idx="17">
                  <c:v>42200</c:v>
                </c:pt>
                <c:pt idx="18">
                  <c:v>42201</c:v>
                </c:pt>
                <c:pt idx="19">
                  <c:v>42202</c:v>
                </c:pt>
                <c:pt idx="20">
                  <c:v>42205</c:v>
                </c:pt>
                <c:pt idx="21">
                  <c:v>42206</c:v>
                </c:pt>
                <c:pt idx="22">
                  <c:v>42207</c:v>
                </c:pt>
                <c:pt idx="23">
                  <c:v>42208</c:v>
                </c:pt>
                <c:pt idx="24">
                  <c:v>42209</c:v>
                </c:pt>
                <c:pt idx="25">
                  <c:v>42212</c:v>
                </c:pt>
                <c:pt idx="26">
                  <c:v>42213</c:v>
                </c:pt>
                <c:pt idx="27">
                  <c:v>42214</c:v>
                </c:pt>
                <c:pt idx="28">
                  <c:v>42215</c:v>
                </c:pt>
                <c:pt idx="29">
                  <c:v>42216</c:v>
                </c:pt>
                <c:pt idx="30">
                  <c:v>42219</c:v>
                </c:pt>
                <c:pt idx="31">
                  <c:v>42220</c:v>
                </c:pt>
                <c:pt idx="32">
                  <c:v>42221</c:v>
                </c:pt>
                <c:pt idx="33">
                  <c:v>42222</c:v>
                </c:pt>
                <c:pt idx="34">
                  <c:v>42223</c:v>
                </c:pt>
                <c:pt idx="35">
                  <c:v>42226</c:v>
                </c:pt>
                <c:pt idx="36">
                  <c:v>42227</c:v>
                </c:pt>
                <c:pt idx="37">
                  <c:v>42228</c:v>
                </c:pt>
                <c:pt idx="38">
                  <c:v>42229</c:v>
                </c:pt>
                <c:pt idx="39">
                  <c:v>42230</c:v>
                </c:pt>
                <c:pt idx="40">
                  <c:v>42233</c:v>
                </c:pt>
                <c:pt idx="41">
                  <c:v>42234</c:v>
                </c:pt>
                <c:pt idx="42">
                  <c:v>42235</c:v>
                </c:pt>
                <c:pt idx="43">
                  <c:v>42236</c:v>
                </c:pt>
                <c:pt idx="44">
                  <c:v>42237</c:v>
                </c:pt>
                <c:pt idx="45">
                  <c:v>42240</c:v>
                </c:pt>
                <c:pt idx="46">
                  <c:v>42241</c:v>
                </c:pt>
                <c:pt idx="47">
                  <c:v>42242</c:v>
                </c:pt>
                <c:pt idx="48">
                  <c:v>42243</c:v>
                </c:pt>
                <c:pt idx="49">
                  <c:v>42244</c:v>
                </c:pt>
                <c:pt idx="50">
                  <c:v>42247</c:v>
                </c:pt>
                <c:pt idx="51">
                  <c:v>42248</c:v>
                </c:pt>
                <c:pt idx="52">
                  <c:v>42249</c:v>
                </c:pt>
                <c:pt idx="53">
                  <c:v>42250</c:v>
                </c:pt>
                <c:pt idx="54">
                  <c:v>42251</c:v>
                </c:pt>
                <c:pt idx="55">
                  <c:v>42255</c:v>
                </c:pt>
                <c:pt idx="56">
                  <c:v>42256</c:v>
                </c:pt>
                <c:pt idx="57">
                  <c:v>42257</c:v>
                </c:pt>
                <c:pt idx="58">
                  <c:v>42258</c:v>
                </c:pt>
                <c:pt idx="59">
                  <c:v>42261</c:v>
                </c:pt>
                <c:pt idx="60">
                  <c:v>42262</c:v>
                </c:pt>
                <c:pt idx="61">
                  <c:v>42263</c:v>
                </c:pt>
                <c:pt idx="62">
                  <c:v>42264</c:v>
                </c:pt>
                <c:pt idx="63">
                  <c:v>42265</c:v>
                </c:pt>
                <c:pt idx="64">
                  <c:v>42268</c:v>
                </c:pt>
                <c:pt idx="65">
                  <c:v>42269</c:v>
                </c:pt>
                <c:pt idx="66">
                  <c:v>42270</c:v>
                </c:pt>
                <c:pt idx="67">
                  <c:v>42271</c:v>
                </c:pt>
                <c:pt idx="68">
                  <c:v>42272</c:v>
                </c:pt>
                <c:pt idx="69">
                  <c:v>42275</c:v>
                </c:pt>
                <c:pt idx="70">
                  <c:v>42276</c:v>
                </c:pt>
                <c:pt idx="71">
                  <c:v>42277</c:v>
                </c:pt>
                <c:pt idx="72">
                  <c:v>42278</c:v>
                </c:pt>
                <c:pt idx="73">
                  <c:v>42279</c:v>
                </c:pt>
                <c:pt idx="74">
                  <c:v>42282</c:v>
                </c:pt>
                <c:pt idx="75">
                  <c:v>42283</c:v>
                </c:pt>
                <c:pt idx="76">
                  <c:v>42284</c:v>
                </c:pt>
                <c:pt idx="77">
                  <c:v>42285</c:v>
                </c:pt>
                <c:pt idx="78">
                  <c:v>42286</c:v>
                </c:pt>
                <c:pt idx="79">
                  <c:v>42290</c:v>
                </c:pt>
                <c:pt idx="80">
                  <c:v>42291</c:v>
                </c:pt>
                <c:pt idx="81">
                  <c:v>42292</c:v>
                </c:pt>
                <c:pt idx="82">
                  <c:v>42293</c:v>
                </c:pt>
                <c:pt idx="83">
                  <c:v>42296</c:v>
                </c:pt>
                <c:pt idx="84">
                  <c:v>42297</c:v>
                </c:pt>
                <c:pt idx="85">
                  <c:v>42298</c:v>
                </c:pt>
                <c:pt idx="86">
                  <c:v>42299</c:v>
                </c:pt>
                <c:pt idx="87">
                  <c:v>42300</c:v>
                </c:pt>
                <c:pt idx="88">
                  <c:v>42303</c:v>
                </c:pt>
                <c:pt idx="89">
                  <c:v>42304</c:v>
                </c:pt>
                <c:pt idx="90">
                  <c:v>42305</c:v>
                </c:pt>
                <c:pt idx="91">
                  <c:v>42306</c:v>
                </c:pt>
                <c:pt idx="92">
                  <c:v>42307</c:v>
                </c:pt>
                <c:pt idx="93">
                  <c:v>42311</c:v>
                </c:pt>
                <c:pt idx="94">
                  <c:v>42312</c:v>
                </c:pt>
                <c:pt idx="95">
                  <c:v>42313</c:v>
                </c:pt>
                <c:pt idx="96">
                  <c:v>42314</c:v>
                </c:pt>
                <c:pt idx="97">
                  <c:v>42317</c:v>
                </c:pt>
                <c:pt idx="98">
                  <c:v>42318</c:v>
                </c:pt>
                <c:pt idx="99">
                  <c:v>42319</c:v>
                </c:pt>
                <c:pt idx="100">
                  <c:v>42320</c:v>
                </c:pt>
                <c:pt idx="101">
                  <c:v>42321</c:v>
                </c:pt>
                <c:pt idx="102">
                  <c:v>42324</c:v>
                </c:pt>
                <c:pt idx="103">
                  <c:v>42325</c:v>
                </c:pt>
                <c:pt idx="104">
                  <c:v>42326</c:v>
                </c:pt>
                <c:pt idx="105">
                  <c:v>42327</c:v>
                </c:pt>
                <c:pt idx="106">
                  <c:v>42331</c:v>
                </c:pt>
                <c:pt idx="107">
                  <c:v>42332</c:v>
                </c:pt>
                <c:pt idx="108">
                  <c:v>42333</c:v>
                </c:pt>
                <c:pt idx="109">
                  <c:v>42334</c:v>
                </c:pt>
                <c:pt idx="110">
                  <c:v>42335</c:v>
                </c:pt>
                <c:pt idx="111">
                  <c:v>42338</c:v>
                </c:pt>
                <c:pt idx="112">
                  <c:v>42339</c:v>
                </c:pt>
                <c:pt idx="113">
                  <c:v>42340</c:v>
                </c:pt>
                <c:pt idx="114">
                  <c:v>42341</c:v>
                </c:pt>
                <c:pt idx="115">
                  <c:v>42342</c:v>
                </c:pt>
                <c:pt idx="116">
                  <c:v>42345</c:v>
                </c:pt>
                <c:pt idx="117">
                  <c:v>42346</c:v>
                </c:pt>
                <c:pt idx="118">
                  <c:v>42347</c:v>
                </c:pt>
                <c:pt idx="119">
                  <c:v>42348</c:v>
                </c:pt>
                <c:pt idx="120">
                  <c:v>42349</c:v>
                </c:pt>
                <c:pt idx="121">
                  <c:v>42352</c:v>
                </c:pt>
                <c:pt idx="122">
                  <c:v>42353</c:v>
                </c:pt>
                <c:pt idx="123">
                  <c:v>42354</c:v>
                </c:pt>
                <c:pt idx="124">
                  <c:v>42355</c:v>
                </c:pt>
                <c:pt idx="125">
                  <c:v>42356</c:v>
                </c:pt>
                <c:pt idx="126">
                  <c:v>42359</c:v>
                </c:pt>
                <c:pt idx="127">
                  <c:v>42360</c:v>
                </c:pt>
                <c:pt idx="128">
                  <c:v>42361</c:v>
                </c:pt>
                <c:pt idx="129">
                  <c:v>42366</c:v>
                </c:pt>
                <c:pt idx="130">
                  <c:v>42367</c:v>
                </c:pt>
                <c:pt idx="131">
                  <c:v>42368</c:v>
                </c:pt>
                <c:pt idx="132">
                  <c:v>42373</c:v>
                </c:pt>
                <c:pt idx="133">
                  <c:v>42374</c:v>
                </c:pt>
                <c:pt idx="134">
                  <c:v>42375</c:v>
                </c:pt>
                <c:pt idx="135">
                  <c:v>42376</c:v>
                </c:pt>
                <c:pt idx="136">
                  <c:v>42377</c:v>
                </c:pt>
                <c:pt idx="137">
                  <c:v>42380</c:v>
                </c:pt>
                <c:pt idx="138">
                  <c:v>42381</c:v>
                </c:pt>
                <c:pt idx="139">
                  <c:v>42382</c:v>
                </c:pt>
                <c:pt idx="140">
                  <c:v>42383</c:v>
                </c:pt>
                <c:pt idx="141">
                  <c:v>42384</c:v>
                </c:pt>
                <c:pt idx="142">
                  <c:v>42387</c:v>
                </c:pt>
                <c:pt idx="143">
                  <c:v>42388</c:v>
                </c:pt>
                <c:pt idx="144">
                  <c:v>42389</c:v>
                </c:pt>
                <c:pt idx="145">
                  <c:v>42390</c:v>
                </c:pt>
                <c:pt idx="146">
                  <c:v>42391</c:v>
                </c:pt>
                <c:pt idx="147">
                  <c:v>42395</c:v>
                </c:pt>
                <c:pt idx="148">
                  <c:v>42396</c:v>
                </c:pt>
                <c:pt idx="149">
                  <c:v>42397</c:v>
                </c:pt>
                <c:pt idx="150">
                  <c:v>42398</c:v>
                </c:pt>
                <c:pt idx="151">
                  <c:v>42401</c:v>
                </c:pt>
                <c:pt idx="152">
                  <c:v>42402</c:v>
                </c:pt>
                <c:pt idx="153">
                  <c:v>42403</c:v>
                </c:pt>
                <c:pt idx="154">
                  <c:v>42404</c:v>
                </c:pt>
                <c:pt idx="155">
                  <c:v>42405</c:v>
                </c:pt>
                <c:pt idx="156">
                  <c:v>42410</c:v>
                </c:pt>
                <c:pt idx="157">
                  <c:v>42411</c:v>
                </c:pt>
                <c:pt idx="158">
                  <c:v>42412</c:v>
                </c:pt>
                <c:pt idx="159">
                  <c:v>42415</c:v>
                </c:pt>
                <c:pt idx="160">
                  <c:v>42416</c:v>
                </c:pt>
                <c:pt idx="161">
                  <c:v>42417</c:v>
                </c:pt>
                <c:pt idx="162">
                  <c:v>42418</c:v>
                </c:pt>
                <c:pt idx="163">
                  <c:v>42419</c:v>
                </c:pt>
                <c:pt idx="164">
                  <c:v>42422</c:v>
                </c:pt>
                <c:pt idx="165">
                  <c:v>42423</c:v>
                </c:pt>
                <c:pt idx="166">
                  <c:v>42424</c:v>
                </c:pt>
                <c:pt idx="167">
                  <c:v>42425</c:v>
                </c:pt>
                <c:pt idx="168">
                  <c:v>42426</c:v>
                </c:pt>
                <c:pt idx="169">
                  <c:v>42429</c:v>
                </c:pt>
                <c:pt idx="170">
                  <c:v>42430</c:v>
                </c:pt>
                <c:pt idx="171">
                  <c:v>42431</c:v>
                </c:pt>
                <c:pt idx="172">
                  <c:v>42432</c:v>
                </c:pt>
                <c:pt idx="173">
                  <c:v>42433</c:v>
                </c:pt>
                <c:pt idx="174">
                  <c:v>42436</c:v>
                </c:pt>
                <c:pt idx="175">
                  <c:v>42437</c:v>
                </c:pt>
                <c:pt idx="176">
                  <c:v>42438</c:v>
                </c:pt>
                <c:pt idx="177">
                  <c:v>42439</c:v>
                </c:pt>
                <c:pt idx="178">
                  <c:v>42440</c:v>
                </c:pt>
                <c:pt idx="179">
                  <c:v>42443</c:v>
                </c:pt>
                <c:pt idx="180">
                  <c:v>42444</c:v>
                </c:pt>
                <c:pt idx="181">
                  <c:v>42445</c:v>
                </c:pt>
                <c:pt idx="182">
                  <c:v>42446</c:v>
                </c:pt>
                <c:pt idx="183">
                  <c:v>42447</c:v>
                </c:pt>
                <c:pt idx="184">
                  <c:v>42450</c:v>
                </c:pt>
                <c:pt idx="185">
                  <c:v>42451</c:v>
                </c:pt>
                <c:pt idx="186">
                  <c:v>42452</c:v>
                </c:pt>
                <c:pt idx="187">
                  <c:v>42453</c:v>
                </c:pt>
                <c:pt idx="188">
                  <c:v>42457</c:v>
                </c:pt>
                <c:pt idx="189">
                  <c:v>42458</c:v>
                </c:pt>
                <c:pt idx="190">
                  <c:v>42459</c:v>
                </c:pt>
                <c:pt idx="191">
                  <c:v>42460</c:v>
                </c:pt>
                <c:pt idx="192">
                  <c:v>42461</c:v>
                </c:pt>
                <c:pt idx="193">
                  <c:v>42464</c:v>
                </c:pt>
                <c:pt idx="194">
                  <c:v>42465</c:v>
                </c:pt>
                <c:pt idx="195">
                  <c:v>42466</c:v>
                </c:pt>
                <c:pt idx="196">
                  <c:v>42467</c:v>
                </c:pt>
                <c:pt idx="197">
                  <c:v>42468</c:v>
                </c:pt>
                <c:pt idx="198">
                  <c:v>42471</c:v>
                </c:pt>
                <c:pt idx="199">
                  <c:v>42472</c:v>
                </c:pt>
                <c:pt idx="200">
                  <c:v>42473</c:v>
                </c:pt>
                <c:pt idx="201">
                  <c:v>42474</c:v>
                </c:pt>
                <c:pt idx="202">
                  <c:v>42475</c:v>
                </c:pt>
                <c:pt idx="203">
                  <c:v>42478</c:v>
                </c:pt>
                <c:pt idx="204">
                  <c:v>42479</c:v>
                </c:pt>
                <c:pt idx="205">
                  <c:v>42480</c:v>
                </c:pt>
                <c:pt idx="206">
                  <c:v>42482</c:v>
                </c:pt>
                <c:pt idx="207">
                  <c:v>42485</c:v>
                </c:pt>
                <c:pt idx="208">
                  <c:v>42486</c:v>
                </c:pt>
                <c:pt idx="209">
                  <c:v>42487</c:v>
                </c:pt>
                <c:pt idx="210">
                  <c:v>42488</c:v>
                </c:pt>
                <c:pt idx="211">
                  <c:v>42489</c:v>
                </c:pt>
                <c:pt idx="212">
                  <c:v>42492</c:v>
                </c:pt>
                <c:pt idx="213">
                  <c:v>42493</c:v>
                </c:pt>
                <c:pt idx="214">
                  <c:v>42494</c:v>
                </c:pt>
                <c:pt idx="215">
                  <c:v>42495</c:v>
                </c:pt>
                <c:pt idx="216">
                  <c:v>42496</c:v>
                </c:pt>
                <c:pt idx="217">
                  <c:v>42499</c:v>
                </c:pt>
                <c:pt idx="218">
                  <c:v>42500</c:v>
                </c:pt>
                <c:pt idx="219">
                  <c:v>42501</c:v>
                </c:pt>
                <c:pt idx="220">
                  <c:v>42502</c:v>
                </c:pt>
                <c:pt idx="221">
                  <c:v>42503</c:v>
                </c:pt>
                <c:pt idx="222">
                  <c:v>42506</c:v>
                </c:pt>
                <c:pt idx="223">
                  <c:v>42507</c:v>
                </c:pt>
                <c:pt idx="224">
                  <c:v>42508</c:v>
                </c:pt>
                <c:pt idx="225">
                  <c:v>42509</c:v>
                </c:pt>
                <c:pt idx="226">
                  <c:v>42510</c:v>
                </c:pt>
                <c:pt idx="227">
                  <c:v>42513</c:v>
                </c:pt>
                <c:pt idx="228">
                  <c:v>42514</c:v>
                </c:pt>
                <c:pt idx="229">
                  <c:v>42515</c:v>
                </c:pt>
                <c:pt idx="230">
                  <c:v>42517</c:v>
                </c:pt>
                <c:pt idx="231">
                  <c:v>42520</c:v>
                </c:pt>
                <c:pt idx="232">
                  <c:v>42521</c:v>
                </c:pt>
                <c:pt idx="233">
                  <c:v>42522</c:v>
                </c:pt>
                <c:pt idx="234">
                  <c:v>42523</c:v>
                </c:pt>
                <c:pt idx="235">
                  <c:v>42524</c:v>
                </c:pt>
                <c:pt idx="236">
                  <c:v>42527</c:v>
                </c:pt>
                <c:pt idx="237">
                  <c:v>42528</c:v>
                </c:pt>
                <c:pt idx="238">
                  <c:v>42529</c:v>
                </c:pt>
                <c:pt idx="239">
                  <c:v>42530</c:v>
                </c:pt>
                <c:pt idx="240">
                  <c:v>42531</c:v>
                </c:pt>
                <c:pt idx="241">
                  <c:v>42534</c:v>
                </c:pt>
                <c:pt idx="242">
                  <c:v>42535</c:v>
                </c:pt>
                <c:pt idx="243">
                  <c:v>42536</c:v>
                </c:pt>
                <c:pt idx="244">
                  <c:v>42537</c:v>
                </c:pt>
                <c:pt idx="245">
                  <c:v>42538</c:v>
                </c:pt>
                <c:pt idx="246">
                  <c:v>42541</c:v>
                </c:pt>
                <c:pt idx="247">
                  <c:v>42542</c:v>
                </c:pt>
                <c:pt idx="248">
                  <c:v>42543</c:v>
                </c:pt>
                <c:pt idx="249">
                  <c:v>42544</c:v>
                </c:pt>
                <c:pt idx="250">
                  <c:v>42545</c:v>
                </c:pt>
                <c:pt idx="251">
                  <c:v>42548</c:v>
                </c:pt>
                <c:pt idx="252">
                  <c:v>42549</c:v>
                </c:pt>
                <c:pt idx="253">
                  <c:v>42550</c:v>
                </c:pt>
                <c:pt idx="254">
                  <c:v>42551</c:v>
                </c:pt>
                <c:pt idx="255">
                  <c:v>42552</c:v>
                </c:pt>
                <c:pt idx="256">
                  <c:v>42555</c:v>
                </c:pt>
                <c:pt idx="257">
                  <c:v>42556</c:v>
                </c:pt>
                <c:pt idx="258">
                  <c:v>42557</c:v>
                </c:pt>
                <c:pt idx="259">
                  <c:v>42558</c:v>
                </c:pt>
                <c:pt idx="260">
                  <c:v>42559</c:v>
                </c:pt>
                <c:pt idx="261">
                  <c:v>42562</c:v>
                </c:pt>
                <c:pt idx="262">
                  <c:v>42563</c:v>
                </c:pt>
                <c:pt idx="263">
                  <c:v>42564</c:v>
                </c:pt>
                <c:pt idx="264">
                  <c:v>42565</c:v>
                </c:pt>
                <c:pt idx="265">
                  <c:v>42566</c:v>
                </c:pt>
                <c:pt idx="266">
                  <c:v>42569</c:v>
                </c:pt>
                <c:pt idx="267">
                  <c:v>42570</c:v>
                </c:pt>
                <c:pt idx="268">
                  <c:v>42571</c:v>
                </c:pt>
                <c:pt idx="269">
                  <c:v>42572</c:v>
                </c:pt>
                <c:pt idx="270">
                  <c:v>42573</c:v>
                </c:pt>
                <c:pt idx="271">
                  <c:v>42576</c:v>
                </c:pt>
                <c:pt idx="272">
                  <c:v>42577</c:v>
                </c:pt>
                <c:pt idx="273">
                  <c:v>42578</c:v>
                </c:pt>
                <c:pt idx="274">
                  <c:v>42579</c:v>
                </c:pt>
                <c:pt idx="275">
                  <c:v>42580</c:v>
                </c:pt>
                <c:pt idx="276">
                  <c:v>42583</c:v>
                </c:pt>
                <c:pt idx="277">
                  <c:v>42584</c:v>
                </c:pt>
                <c:pt idx="278">
                  <c:v>42585</c:v>
                </c:pt>
                <c:pt idx="279">
                  <c:v>42586</c:v>
                </c:pt>
                <c:pt idx="280">
                  <c:v>42587</c:v>
                </c:pt>
                <c:pt idx="281">
                  <c:v>42590</c:v>
                </c:pt>
                <c:pt idx="282">
                  <c:v>42591</c:v>
                </c:pt>
                <c:pt idx="283">
                  <c:v>42592</c:v>
                </c:pt>
                <c:pt idx="284">
                  <c:v>42593</c:v>
                </c:pt>
                <c:pt idx="285">
                  <c:v>42594</c:v>
                </c:pt>
                <c:pt idx="286">
                  <c:v>42597</c:v>
                </c:pt>
                <c:pt idx="287">
                  <c:v>42598</c:v>
                </c:pt>
                <c:pt idx="288">
                  <c:v>42599</c:v>
                </c:pt>
                <c:pt idx="289">
                  <c:v>42600</c:v>
                </c:pt>
                <c:pt idx="290">
                  <c:v>42601</c:v>
                </c:pt>
                <c:pt idx="291">
                  <c:v>42604</c:v>
                </c:pt>
                <c:pt idx="292">
                  <c:v>42605</c:v>
                </c:pt>
                <c:pt idx="293">
                  <c:v>42606</c:v>
                </c:pt>
                <c:pt idx="294">
                  <c:v>42607</c:v>
                </c:pt>
                <c:pt idx="295">
                  <c:v>42608</c:v>
                </c:pt>
                <c:pt idx="296">
                  <c:v>42611</c:v>
                </c:pt>
                <c:pt idx="297">
                  <c:v>42612</c:v>
                </c:pt>
                <c:pt idx="298">
                  <c:v>42613</c:v>
                </c:pt>
                <c:pt idx="299">
                  <c:v>42614</c:v>
                </c:pt>
                <c:pt idx="300">
                  <c:v>42615</c:v>
                </c:pt>
                <c:pt idx="301">
                  <c:v>42618</c:v>
                </c:pt>
                <c:pt idx="302">
                  <c:v>42619</c:v>
                </c:pt>
                <c:pt idx="303">
                  <c:v>42621</c:v>
                </c:pt>
                <c:pt idx="304">
                  <c:v>42622</c:v>
                </c:pt>
                <c:pt idx="305">
                  <c:v>42625</c:v>
                </c:pt>
                <c:pt idx="306">
                  <c:v>42626</c:v>
                </c:pt>
                <c:pt idx="307">
                  <c:v>42627</c:v>
                </c:pt>
                <c:pt idx="308">
                  <c:v>42628</c:v>
                </c:pt>
                <c:pt idx="309">
                  <c:v>42629</c:v>
                </c:pt>
                <c:pt idx="310">
                  <c:v>42632</c:v>
                </c:pt>
                <c:pt idx="311">
                  <c:v>42633</c:v>
                </c:pt>
                <c:pt idx="312">
                  <c:v>42634</c:v>
                </c:pt>
                <c:pt idx="313">
                  <c:v>42635</c:v>
                </c:pt>
                <c:pt idx="314">
                  <c:v>42636</c:v>
                </c:pt>
                <c:pt idx="315">
                  <c:v>42639</c:v>
                </c:pt>
                <c:pt idx="316">
                  <c:v>42640</c:v>
                </c:pt>
                <c:pt idx="317">
                  <c:v>42641</c:v>
                </c:pt>
                <c:pt idx="318">
                  <c:v>42642</c:v>
                </c:pt>
                <c:pt idx="319">
                  <c:v>42643</c:v>
                </c:pt>
                <c:pt idx="320">
                  <c:v>42646</c:v>
                </c:pt>
                <c:pt idx="321">
                  <c:v>42647</c:v>
                </c:pt>
                <c:pt idx="322">
                  <c:v>42648</c:v>
                </c:pt>
                <c:pt idx="323">
                  <c:v>42649</c:v>
                </c:pt>
                <c:pt idx="324">
                  <c:v>42650</c:v>
                </c:pt>
                <c:pt idx="325">
                  <c:v>42653</c:v>
                </c:pt>
                <c:pt idx="326">
                  <c:v>42654</c:v>
                </c:pt>
                <c:pt idx="327">
                  <c:v>42656</c:v>
                </c:pt>
                <c:pt idx="328">
                  <c:v>42657</c:v>
                </c:pt>
                <c:pt idx="329">
                  <c:v>42660</c:v>
                </c:pt>
                <c:pt idx="330">
                  <c:v>42661</c:v>
                </c:pt>
                <c:pt idx="331">
                  <c:v>42662</c:v>
                </c:pt>
                <c:pt idx="332">
                  <c:v>42663</c:v>
                </c:pt>
                <c:pt idx="333">
                  <c:v>42664</c:v>
                </c:pt>
                <c:pt idx="334">
                  <c:v>42667</c:v>
                </c:pt>
                <c:pt idx="335">
                  <c:v>42668</c:v>
                </c:pt>
                <c:pt idx="336">
                  <c:v>42669</c:v>
                </c:pt>
                <c:pt idx="337">
                  <c:v>42670</c:v>
                </c:pt>
                <c:pt idx="338">
                  <c:v>42671</c:v>
                </c:pt>
                <c:pt idx="339">
                  <c:v>42674</c:v>
                </c:pt>
                <c:pt idx="340">
                  <c:v>42675</c:v>
                </c:pt>
                <c:pt idx="341">
                  <c:v>42677</c:v>
                </c:pt>
                <c:pt idx="342">
                  <c:v>42678</c:v>
                </c:pt>
                <c:pt idx="343">
                  <c:v>42681</c:v>
                </c:pt>
                <c:pt idx="344">
                  <c:v>42682</c:v>
                </c:pt>
                <c:pt idx="345">
                  <c:v>42683</c:v>
                </c:pt>
                <c:pt idx="346">
                  <c:v>42684</c:v>
                </c:pt>
                <c:pt idx="347">
                  <c:v>42685</c:v>
                </c:pt>
                <c:pt idx="348">
                  <c:v>42688</c:v>
                </c:pt>
                <c:pt idx="349">
                  <c:v>42690</c:v>
                </c:pt>
                <c:pt idx="350">
                  <c:v>42691</c:v>
                </c:pt>
                <c:pt idx="351">
                  <c:v>42692</c:v>
                </c:pt>
                <c:pt idx="352">
                  <c:v>42695</c:v>
                </c:pt>
                <c:pt idx="353">
                  <c:v>42696</c:v>
                </c:pt>
                <c:pt idx="354">
                  <c:v>42697</c:v>
                </c:pt>
                <c:pt idx="355">
                  <c:v>42698</c:v>
                </c:pt>
                <c:pt idx="356">
                  <c:v>42699</c:v>
                </c:pt>
                <c:pt idx="357">
                  <c:v>42702</c:v>
                </c:pt>
                <c:pt idx="358">
                  <c:v>42703</c:v>
                </c:pt>
                <c:pt idx="359">
                  <c:v>42704</c:v>
                </c:pt>
                <c:pt idx="360">
                  <c:v>42705</c:v>
                </c:pt>
                <c:pt idx="361">
                  <c:v>42706</c:v>
                </c:pt>
                <c:pt idx="362">
                  <c:v>42709</c:v>
                </c:pt>
                <c:pt idx="363">
                  <c:v>42710</c:v>
                </c:pt>
                <c:pt idx="364">
                  <c:v>42711</c:v>
                </c:pt>
                <c:pt idx="365">
                  <c:v>42712</c:v>
                </c:pt>
                <c:pt idx="366">
                  <c:v>42713</c:v>
                </c:pt>
                <c:pt idx="367">
                  <c:v>42716</c:v>
                </c:pt>
                <c:pt idx="368">
                  <c:v>42717</c:v>
                </c:pt>
                <c:pt idx="369">
                  <c:v>42718</c:v>
                </c:pt>
                <c:pt idx="370">
                  <c:v>42719</c:v>
                </c:pt>
                <c:pt idx="371">
                  <c:v>42720</c:v>
                </c:pt>
                <c:pt idx="372">
                  <c:v>42723</c:v>
                </c:pt>
                <c:pt idx="373">
                  <c:v>42724</c:v>
                </c:pt>
                <c:pt idx="374">
                  <c:v>42725</c:v>
                </c:pt>
                <c:pt idx="375">
                  <c:v>42726</c:v>
                </c:pt>
                <c:pt idx="376">
                  <c:v>42727</c:v>
                </c:pt>
                <c:pt idx="377">
                  <c:v>42730</c:v>
                </c:pt>
                <c:pt idx="378">
                  <c:v>42731</c:v>
                </c:pt>
                <c:pt idx="379">
                  <c:v>42732</c:v>
                </c:pt>
                <c:pt idx="380">
                  <c:v>42733</c:v>
                </c:pt>
                <c:pt idx="381">
                  <c:v>42737</c:v>
                </c:pt>
                <c:pt idx="382">
                  <c:v>42738</c:v>
                </c:pt>
                <c:pt idx="383">
                  <c:v>42739</c:v>
                </c:pt>
                <c:pt idx="384">
                  <c:v>42740</c:v>
                </c:pt>
                <c:pt idx="385">
                  <c:v>42741</c:v>
                </c:pt>
                <c:pt idx="386">
                  <c:v>42744</c:v>
                </c:pt>
                <c:pt idx="387">
                  <c:v>42745</c:v>
                </c:pt>
                <c:pt idx="388">
                  <c:v>42746</c:v>
                </c:pt>
                <c:pt idx="389">
                  <c:v>42747</c:v>
                </c:pt>
                <c:pt idx="390">
                  <c:v>42748</c:v>
                </c:pt>
                <c:pt idx="391">
                  <c:v>42751</c:v>
                </c:pt>
                <c:pt idx="392">
                  <c:v>42752</c:v>
                </c:pt>
                <c:pt idx="393">
                  <c:v>42753</c:v>
                </c:pt>
                <c:pt idx="394">
                  <c:v>42754</c:v>
                </c:pt>
                <c:pt idx="395">
                  <c:v>42755</c:v>
                </c:pt>
                <c:pt idx="396">
                  <c:v>42758</c:v>
                </c:pt>
                <c:pt idx="397">
                  <c:v>42759</c:v>
                </c:pt>
                <c:pt idx="398">
                  <c:v>42761</c:v>
                </c:pt>
                <c:pt idx="399">
                  <c:v>42762</c:v>
                </c:pt>
                <c:pt idx="400">
                  <c:v>42765</c:v>
                </c:pt>
                <c:pt idx="401">
                  <c:v>42766</c:v>
                </c:pt>
                <c:pt idx="402">
                  <c:v>42767</c:v>
                </c:pt>
                <c:pt idx="403">
                  <c:v>42768</c:v>
                </c:pt>
                <c:pt idx="404">
                  <c:v>42769</c:v>
                </c:pt>
                <c:pt idx="405">
                  <c:v>42772</c:v>
                </c:pt>
                <c:pt idx="406">
                  <c:v>42773</c:v>
                </c:pt>
                <c:pt idx="407">
                  <c:v>42774</c:v>
                </c:pt>
                <c:pt idx="408">
                  <c:v>42775</c:v>
                </c:pt>
                <c:pt idx="409">
                  <c:v>42776</c:v>
                </c:pt>
                <c:pt idx="410">
                  <c:v>42779</c:v>
                </c:pt>
                <c:pt idx="411">
                  <c:v>42780</c:v>
                </c:pt>
                <c:pt idx="412">
                  <c:v>42781</c:v>
                </c:pt>
                <c:pt idx="413">
                  <c:v>42782</c:v>
                </c:pt>
                <c:pt idx="414">
                  <c:v>42783</c:v>
                </c:pt>
                <c:pt idx="415">
                  <c:v>42786</c:v>
                </c:pt>
                <c:pt idx="416">
                  <c:v>42787</c:v>
                </c:pt>
                <c:pt idx="417">
                  <c:v>42788</c:v>
                </c:pt>
                <c:pt idx="418">
                  <c:v>42789</c:v>
                </c:pt>
                <c:pt idx="419">
                  <c:v>42790</c:v>
                </c:pt>
                <c:pt idx="420">
                  <c:v>42795</c:v>
                </c:pt>
                <c:pt idx="421">
                  <c:v>42796</c:v>
                </c:pt>
                <c:pt idx="422">
                  <c:v>42797</c:v>
                </c:pt>
                <c:pt idx="423">
                  <c:v>42800</c:v>
                </c:pt>
                <c:pt idx="424">
                  <c:v>42801</c:v>
                </c:pt>
                <c:pt idx="425">
                  <c:v>42802</c:v>
                </c:pt>
                <c:pt idx="426">
                  <c:v>42803</c:v>
                </c:pt>
                <c:pt idx="427">
                  <c:v>42804</c:v>
                </c:pt>
                <c:pt idx="428">
                  <c:v>42807</c:v>
                </c:pt>
                <c:pt idx="429">
                  <c:v>42808</c:v>
                </c:pt>
                <c:pt idx="430">
                  <c:v>42809</c:v>
                </c:pt>
                <c:pt idx="431">
                  <c:v>42810</c:v>
                </c:pt>
                <c:pt idx="432">
                  <c:v>42811</c:v>
                </c:pt>
                <c:pt idx="433">
                  <c:v>42814</c:v>
                </c:pt>
                <c:pt idx="434">
                  <c:v>42815</c:v>
                </c:pt>
                <c:pt idx="435">
                  <c:v>42816</c:v>
                </c:pt>
                <c:pt idx="436">
                  <c:v>42817</c:v>
                </c:pt>
                <c:pt idx="437">
                  <c:v>42818</c:v>
                </c:pt>
                <c:pt idx="438">
                  <c:v>42821</c:v>
                </c:pt>
                <c:pt idx="439">
                  <c:v>42822</c:v>
                </c:pt>
                <c:pt idx="440">
                  <c:v>42823</c:v>
                </c:pt>
                <c:pt idx="441">
                  <c:v>42824</c:v>
                </c:pt>
                <c:pt idx="442">
                  <c:v>42825</c:v>
                </c:pt>
                <c:pt idx="443">
                  <c:v>42828</c:v>
                </c:pt>
                <c:pt idx="444">
                  <c:v>42829</c:v>
                </c:pt>
                <c:pt idx="445">
                  <c:v>42830</c:v>
                </c:pt>
                <c:pt idx="446">
                  <c:v>42831</c:v>
                </c:pt>
                <c:pt idx="447">
                  <c:v>42832</c:v>
                </c:pt>
                <c:pt idx="448">
                  <c:v>42835</c:v>
                </c:pt>
                <c:pt idx="449">
                  <c:v>42836</c:v>
                </c:pt>
                <c:pt idx="450">
                  <c:v>42837</c:v>
                </c:pt>
                <c:pt idx="451">
                  <c:v>42838</c:v>
                </c:pt>
                <c:pt idx="452">
                  <c:v>42842</c:v>
                </c:pt>
                <c:pt idx="453">
                  <c:v>42843</c:v>
                </c:pt>
                <c:pt idx="454">
                  <c:v>42844</c:v>
                </c:pt>
                <c:pt idx="455">
                  <c:v>42845</c:v>
                </c:pt>
                <c:pt idx="456">
                  <c:v>42849</c:v>
                </c:pt>
                <c:pt idx="457">
                  <c:v>42850</c:v>
                </c:pt>
                <c:pt idx="458">
                  <c:v>42851</c:v>
                </c:pt>
                <c:pt idx="459">
                  <c:v>42852</c:v>
                </c:pt>
                <c:pt idx="460">
                  <c:v>42853</c:v>
                </c:pt>
                <c:pt idx="461">
                  <c:v>42857</c:v>
                </c:pt>
                <c:pt idx="462">
                  <c:v>42858</c:v>
                </c:pt>
                <c:pt idx="463">
                  <c:v>42859</c:v>
                </c:pt>
                <c:pt idx="464">
                  <c:v>42860</c:v>
                </c:pt>
                <c:pt idx="465">
                  <c:v>42863</c:v>
                </c:pt>
                <c:pt idx="466">
                  <c:v>42864</c:v>
                </c:pt>
                <c:pt idx="467">
                  <c:v>42865</c:v>
                </c:pt>
                <c:pt idx="468">
                  <c:v>42866</c:v>
                </c:pt>
                <c:pt idx="469">
                  <c:v>42867</c:v>
                </c:pt>
                <c:pt idx="470">
                  <c:v>42870</c:v>
                </c:pt>
                <c:pt idx="471">
                  <c:v>42871</c:v>
                </c:pt>
                <c:pt idx="472">
                  <c:v>42872</c:v>
                </c:pt>
                <c:pt idx="473">
                  <c:v>42873</c:v>
                </c:pt>
                <c:pt idx="474">
                  <c:v>42874</c:v>
                </c:pt>
                <c:pt idx="475">
                  <c:v>42877</c:v>
                </c:pt>
                <c:pt idx="476">
                  <c:v>42878</c:v>
                </c:pt>
                <c:pt idx="477">
                  <c:v>42879</c:v>
                </c:pt>
                <c:pt idx="478">
                  <c:v>42880</c:v>
                </c:pt>
                <c:pt idx="479">
                  <c:v>42881</c:v>
                </c:pt>
                <c:pt idx="480">
                  <c:v>42884</c:v>
                </c:pt>
                <c:pt idx="481">
                  <c:v>42885</c:v>
                </c:pt>
                <c:pt idx="482">
                  <c:v>42886</c:v>
                </c:pt>
                <c:pt idx="483">
                  <c:v>42887</c:v>
                </c:pt>
                <c:pt idx="484">
                  <c:v>42888</c:v>
                </c:pt>
                <c:pt idx="485">
                  <c:v>42891</c:v>
                </c:pt>
                <c:pt idx="486">
                  <c:v>42892</c:v>
                </c:pt>
                <c:pt idx="487">
                  <c:v>42893</c:v>
                </c:pt>
                <c:pt idx="488">
                  <c:v>42894</c:v>
                </c:pt>
                <c:pt idx="489">
                  <c:v>42895</c:v>
                </c:pt>
                <c:pt idx="490">
                  <c:v>42898</c:v>
                </c:pt>
                <c:pt idx="491">
                  <c:v>42899</c:v>
                </c:pt>
                <c:pt idx="492">
                  <c:v>42900</c:v>
                </c:pt>
                <c:pt idx="493">
                  <c:v>42902</c:v>
                </c:pt>
                <c:pt idx="494">
                  <c:v>42905</c:v>
                </c:pt>
                <c:pt idx="495">
                  <c:v>42906</c:v>
                </c:pt>
                <c:pt idx="496">
                  <c:v>42907</c:v>
                </c:pt>
                <c:pt idx="497">
                  <c:v>42908</c:v>
                </c:pt>
                <c:pt idx="498">
                  <c:v>42909</c:v>
                </c:pt>
                <c:pt idx="499">
                  <c:v>42912</c:v>
                </c:pt>
                <c:pt idx="500">
                  <c:v>42913</c:v>
                </c:pt>
                <c:pt idx="501">
                  <c:v>42914</c:v>
                </c:pt>
                <c:pt idx="502">
                  <c:v>42915</c:v>
                </c:pt>
                <c:pt idx="503">
                  <c:v>42916</c:v>
                </c:pt>
                <c:pt idx="504">
                  <c:v>42919</c:v>
                </c:pt>
                <c:pt idx="505">
                  <c:v>42920</c:v>
                </c:pt>
                <c:pt idx="506">
                  <c:v>42921</c:v>
                </c:pt>
                <c:pt idx="507">
                  <c:v>42922</c:v>
                </c:pt>
                <c:pt idx="508">
                  <c:v>42923</c:v>
                </c:pt>
                <c:pt idx="509">
                  <c:v>42926</c:v>
                </c:pt>
                <c:pt idx="510">
                  <c:v>42927</c:v>
                </c:pt>
                <c:pt idx="511">
                  <c:v>42928</c:v>
                </c:pt>
                <c:pt idx="512">
                  <c:v>42929</c:v>
                </c:pt>
                <c:pt idx="513">
                  <c:v>42930</c:v>
                </c:pt>
                <c:pt idx="514">
                  <c:v>42933</c:v>
                </c:pt>
                <c:pt idx="515">
                  <c:v>42934</c:v>
                </c:pt>
                <c:pt idx="516">
                  <c:v>42935</c:v>
                </c:pt>
                <c:pt idx="517">
                  <c:v>42936</c:v>
                </c:pt>
                <c:pt idx="518">
                  <c:v>42937</c:v>
                </c:pt>
                <c:pt idx="519">
                  <c:v>42940</c:v>
                </c:pt>
                <c:pt idx="520">
                  <c:v>42941</c:v>
                </c:pt>
                <c:pt idx="521">
                  <c:v>42942</c:v>
                </c:pt>
                <c:pt idx="522">
                  <c:v>42943</c:v>
                </c:pt>
                <c:pt idx="523">
                  <c:v>42944</c:v>
                </c:pt>
                <c:pt idx="524">
                  <c:v>42947</c:v>
                </c:pt>
                <c:pt idx="525">
                  <c:v>42948</c:v>
                </c:pt>
                <c:pt idx="526">
                  <c:v>42949</c:v>
                </c:pt>
                <c:pt idx="527">
                  <c:v>42950</c:v>
                </c:pt>
                <c:pt idx="528">
                  <c:v>42951</c:v>
                </c:pt>
                <c:pt idx="529">
                  <c:v>42954</c:v>
                </c:pt>
                <c:pt idx="530">
                  <c:v>42955</c:v>
                </c:pt>
                <c:pt idx="531">
                  <c:v>42956</c:v>
                </c:pt>
                <c:pt idx="532">
                  <c:v>42957</c:v>
                </c:pt>
                <c:pt idx="533">
                  <c:v>42958</c:v>
                </c:pt>
                <c:pt idx="534">
                  <c:v>42961</c:v>
                </c:pt>
                <c:pt idx="535">
                  <c:v>42962</c:v>
                </c:pt>
                <c:pt idx="536">
                  <c:v>42963</c:v>
                </c:pt>
                <c:pt idx="537">
                  <c:v>42964</c:v>
                </c:pt>
                <c:pt idx="538">
                  <c:v>42965</c:v>
                </c:pt>
                <c:pt idx="539">
                  <c:v>42968</c:v>
                </c:pt>
                <c:pt idx="540">
                  <c:v>42969</c:v>
                </c:pt>
                <c:pt idx="541">
                  <c:v>42970</c:v>
                </c:pt>
                <c:pt idx="542">
                  <c:v>42971</c:v>
                </c:pt>
                <c:pt idx="543">
                  <c:v>42972</c:v>
                </c:pt>
                <c:pt idx="544">
                  <c:v>42975</c:v>
                </c:pt>
                <c:pt idx="545">
                  <c:v>42976</c:v>
                </c:pt>
                <c:pt idx="546">
                  <c:v>42977</c:v>
                </c:pt>
                <c:pt idx="547">
                  <c:v>42978</c:v>
                </c:pt>
                <c:pt idx="548">
                  <c:v>42979</c:v>
                </c:pt>
                <c:pt idx="549">
                  <c:v>42982</c:v>
                </c:pt>
                <c:pt idx="550">
                  <c:v>42983</c:v>
                </c:pt>
                <c:pt idx="551">
                  <c:v>42984</c:v>
                </c:pt>
                <c:pt idx="552">
                  <c:v>42986</c:v>
                </c:pt>
                <c:pt idx="553">
                  <c:v>42989</c:v>
                </c:pt>
                <c:pt idx="554">
                  <c:v>42990</c:v>
                </c:pt>
                <c:pt idx="555">
                  <c:v>42991</c:v>
                </c:pt>
                <c:pt idx="556">
                  <c:v>42992</c:v>
                </c:pt>
                <c:pt idx="557">
                  <c:v>42993</c:v>
                </c:pt>
                <c:pt idx="558">
                  <c:v>42996</c:v>
                </c:pt>
                <c:pt idx="559">
                  <c:v>42997</c:v>
                </c:pt>
                <c:pt idx="560">
                  <c:v>42998</c:v>
                </c:pt>
                <c:pt idx="561">
                  <c:v>42999</c:v>
                </c:pt>
                <c:pt idx="562">
                  <c:v>43000</c:v>
                </c:pt>
                <c:pt idx="563">
                  <c:v>43003</c:v>
                </c:pt>
                <c:pt idx="564">
                  <c:v>43004</c:v>
                </c:pt>
                <c:pt idx="565">
                  <c:v>43005</c:v>
                </c:pt>
                <c:pt idx="566">
                  <c:v>43006</c:v>
                </c:pt>
                <c:pt idx="567">
                  <c:v>43007</c:v>
                </c:pt>
                <c:pt idx="568">
                  <c:v>43010</c:v>
                </c:pt>
                <c:pt idx="569">
                  <c:v>43011</c:v>
                </c:pt>
                <c:pt idx="570">
                  <c:v>43012</c:v>
                </c:pt>
                <c:pt idx="571">
                  <c:v>43013</c:v>
                </c:pt>
                <c:pt idx="572">
                  <c:v>43014</c:v>
                </c:pt>
                <c:pt idx="573">
                  <c:v>43017</c:v>
                </c:pt>
                <c:pt idx="574">
                  <c:v>43018</c:v>
                </c:pt>
                <c:pt idx="575">
                  <c:v>43019</c:v>
                </c:pt>
                <c:pt idx="576">
                  <c:v>43021</c:v>
                </c:pt>
                <c:pt idx="577">
                  <c:v>43024</c:v>
                </c:pt>
                <c:pt idx="578">
                  <c:v>43025</c:v>
                </c:pt>
                <c:pt idx="579">
                  <c:v>43026</c:v>
                </c:pt>
                <c:pt idx="580">
                  <c:v>43027</c:v>
                </c:pt>
                <c:pt idx="581">
                  <c:v>43028</c:v>
                </c:pt>
                <c:pt idx="582">
                  <c:v>43031</c:v>
                </c:pt>
                <c:pt idx="583">
                  <c:v>43032</c:v>
                </c:pt>
                <c:pt idx="584">
                  <c:v>43033</c:v>
                </c:pt>
                <c:pt idx="585">
                  <c:v>43034</c:v>
                </c:pt>
                <c:pt idx="586">
                  <c:v>43035</c:v>
                </c:pt>
                <c:pt idx="587">
                  <c:v>43038</c:v>
                </c:pt>
                <c:pt idx="588">
                  <c:v>43039</c:v>
                </c:pt>
                <c:pt idx="589">
                  <c:v>43040</c:v>
                </c:pt>
                <c:pt idx="590">
                  <c:v>43042</c:v>
                </c:pt>
                <c:pt idx="591">
                  <c:v>43045</c:v>
                </c:pt>
                <c:pt idx="592">
                  <c:v>43046</c:v>
                </c:pt>
                <c:pt idx="593">
                  <c:v>43047</c:v>
                </c:pt>
                <c:pt idx="594">
                  <c:v>43048</c:v>
                </c:pt>
                <c:pt idx="595">
                  <c:v>43049</c:v>
                </c:pt>
                <c:pt idx="596">
                  <c:v>43052</c:v>
                </c:pt>
                <c:pt idx="597">
                  <c:v>43053</c:v>
                </c:pt>
                <c:pt idx="598">
                  <c:v>43055</c:v>
                </c:pt>
                <c:pt idx="599">
                  <c:v>43056</c:v>
                </c:pt>
                <c:pt idx="600">
                  <c:v>43060</c:v>
                </c:pt>
                <c:pt idx="601">
                  <c:v>43061</c:v>
                </c:pt>
                <c:pt idx="602">
                  <c:v>43062</c:v>
                </c:pt>
                <c:pt idx="603">
                  <c:v>43063</c:v>
                </c:pt>
                <c:pt idx="604">
                  <c:v>43066</c:v>
                </c:pt>
                <c:pt idx="605">
                  <c:v>43067</c:v>
                </c:pt>
                <c:pt idx="606">
                  <c:v>43068</c:v>
                </c:pt>
                <c:pt idx="607">
                  <c:v>43069</c:v>
                </c:pt>
                <c:pt idx="608">
                  <c:v>43070</c:v>
                </c:pt>
                <c:pt idx="609">
                  <c:v>43073</c:v>
                </c:pt>
                <c:pt idx="610">
                  <c:v>43074</c:v>
                </c:pt>
                <c:pt idx="611">
                  <c:v>43075</c:v>
                </c:pt>
                <c:pt idx="612">
                  <c:v>43076</c:v>
                </c:pt>
                <c:pt idx="613">
                  <c:v>43077</c:v>
                </c:pt>
                <c:pt idx="614">
                  <c:v>43080</c:v>
                </c:pt>
                <c:pt idx="615">
                  <c:v>43081</c:v>
                </c:pt>
                <c:pt idx="616">
                  <c:v>43082</c:v>
                </c:pt>
                <c:pt idx="617">
                  <c:v>43083</c:v>
                </c:pt>
                <c:pt idx="618">
                  <c:v>43084</c:v>
                </c:pt>
                <c:pt idx="619">
                  <c:v>43087</c:v>
                </c:pt>
                <c:pt idx="620">
                  <c:v>43088</c:v>
                </c:pt>
                <c:pt idx="621">
                  <c:v>43089</c:v>
                </c:pt>
                <c:pt idx="622">
                  <c:v>43090</c:v>
                </c:pt>
                <c:pt idx="623">
                  <c:v>43091</c:v>
                </c:pt>
                <c:pt idx="624">
                  <c:v>43095</c:v>
                </c:pt>
                <c:pt idx="625">
                  <c:v>43096</c:v>
                </c:pt>
                <c:pt idx="626">
                  <c:v>43097</c:v>
                </c:pt>
                <c:pt idx="627">
                  <c:v>43102</c:v>
                </c:pt>
                <c:pt idx="628">
                  <c:v>43103</c:v>
                </c:pt>
                <c:pt idx="629">
                  <c:v>43104</c:v>
                </c:pt>
                <c:pt idx="630">
                  <c:v>43105</c:v>
                </c:pt>
                <c:pt idx="631">
                  <c:v>43108</c:v>
                </c:pt>
                <c:pt idx="632">
                  <c:v>43109</c:v>
                </c:pt>
                <c:pt idx="633">
                  <c:v>43110</c:v>
                </c:pt>
                <c:pt idx="634">
                  <c:v>43111</c:v>
                </c:pt>
                <c:pt idx="635">
                  <c:v>43112</c:v>
                </c:pt>
                <c:pt idx="636">
                  <c:v>43115</c:v>
                </c:pt>
                <c:pt idx="637">
                  <c:v>43116</c:v>
                </c:pt>
                <c:pt idx="638">
                  <c:v>43117</c:v>
                </c:pt>
                <c:pt idx="639">
                  <c:v>43118</c:v>
                </c:pt>
                <c:pt idx="640">
                  <c:v>43119</c:v>
                </c:pt>
                <c:pt idx="641">
                  <c:v>43122</c:v>
                </c:pt>
                <c:pt idx="642">
                  <c:v>43123</c:v>
                </c:pt>
                <c:pt idx="643">
                  <c:v>43124</c:v>
                </c:pt>
                <c:pt idx="644">
                  <c:v>43126</c:v>
                </c:pt>
                <c:pt idx="645">
                  <c:v>43129</c:v>
                </c:pt>
                <c:pt idx="646">
                  <c:v>43130</c:v>
                </c:pt>
                <c:pt idx="647">
                  <c:v>43131</c:v>
                </c:pt>
                <c:pt idx="648">
                  <c:v>43132</c:v>
                </c:pt>
                <c:pt idx="649">
                  <c:v>43133</c:v>
                </c:pt>
                <c:pt idx="650">
                  <c:v>43136</c:v>
                </c:pt>
                <c:pt idx="651">
                  <c:v>43137</c:v>
                </c:pt>
                <c:pt idx="652">
                  <c:v>43138</c:v>
                </c:pt>
                <c:pt idx="653">
                  <c:v>43139</c:v>
                </c:pt>
                <c:pt idx="654">
                  <c:v>43140</c:v>
                </c:pt>
                <c:pt idx="655">
                  <c:v>43145</c:v>
                </c:pt>
                <c:pt idx="656">
                  <c:v>43146</c:v>
                </c:pt>
                <c:pt idx="657">
                  <c:v>43147</c:v>
                </c:pt>
                <c:pt idx="658">
                  <c:v>43150</c:v>
                </c:pt>
                <c:pt idx="659">
                  <c:v>43151</c:v>
                </c:pt>
                <c:pt idx="660">
                  <c:v>43152</c:v>
                </c:pt>
                <c:pt idx="661">
                  <c:v>43153</c:v>
                </c:pt>
                <c:pt idx="662">
                  <c:v>43154</c:v>
                </c:pt>
                <c:pt idx="663">
                  <c:v>43157</c:v>
                </c:pt>
                <c:pt idx="664">
                  <c:v>43158</c:v>
                </c:pt>
                <c:pt idx="665">
                  <c:v>43159</c:v>
                </c:pt>
                <c:pt idx="666">
                  <c:v>43160</c:v>
                </c:pt>
                <c:pt idx="667">
                  <c:v>43161</c:v>
                </c:pt>
                <c:pt idx="668">
                  <c:v>43164</c:v>
                </c:pt>
                <c:pt idx="669">
                  <c:v>43165</c:v>
                </c:pt>
                <c:pt idx="670">
                  <c:v>43166</c:v>
                </c:pt>
                <c:pt idx="671">
                  <c:v>43167</c:v>
                </c:pt>
                <c:pt idx="672">
                  <c:v>43168</c:v>
                </c:pt>
                <c:pt idx="673">
                  <c:v>43171</c:v>
                </c:pt>
                <c:pt idx="674">
                  <c:v>43172</c:v>
                </c:pt>
                <c:pt idx="675">
                  <c:v>43173</c:v>
                </c:pt>
                <c:pt idx="676">
                  <c:v>43174</c:v>
                </c:pt>
                <c:pt idx="677">
                  <c:v>43175</c:v>
                </c:pt>
                <c:pt idx="678">
                  <c:v>43178</c:v>
                </c:pt>
                <c:pt idx="679">
                  <c:v>43179</c:v>
                </c:pt>
                <c:pt idx="680">
                  <c:v>43180</c:v>
                </c:pt>
                <c:pt idx="681">
                  <c:v>43181</c:v>
                </c:pt>
                <c:pt idx="682">
                  <c:v>43182</c:v>
                </c:pt>
                <c:pt idx="683">
                  <c:v>43185</c:v>
                </c:pt>
                <c:pt idx="684">
                  <c:v>43186</c:v>
                </c:pt>
                <c:pt idx="685">
                  <c:v>43187</c:v>
                </c:pt>
                <c:pt idx="686">
                  <c:v>43188</c:v>
                </c:pt>
                <c:pt idx="687">
                  <c:v>43192</c:v>
                </c:pt>
                <c:pt idx="688">
                  <c:v>43193</c:v>
                </c:pt>
                <c:pt idx="689">
                  <c:v>43194</c:v>
                </c:pt>
                <c:pt idx="690">
                  <c:v>43195</c:v>
                </c:pt>
                <c:pt idx="691">
                  <c:v>43196</c:v>
                </c:pt>
                <c:pt idx="692">
                  <c:v>43199</c:v>
                </c:pt>
                <c:pt idx="693">
                  <c:v>43200</c:v>
                </c:pt>
                <c:pt idx="694">
                  <c:v>43201</c:v>
                </c:pt>
                <c:pt idx="695">
                  <c:v>43202</c:v>
                </c:pt>
                <c:pt idx="696">
                  <c:v>43203</c:v>
                </c:pt>
                <c:pt idx="697">
                  <c:v>43206</c:v>
                </c:pt>
                <c:pt idx="698">
                  <c:v>43207</c:v>
                </c:pt>
                <c:pt idx="699">
                  <c:v>43208</c:v>
                </c:pt>
                <c:pt idx="700">
                  <c:v>43209</c:v>
                </c:pt>
                <c:pt idx="701">
                  <c:v>43210</c:v>
                </c:pt>
                <c:pt idx="702">
                  <c:v>43213</c:v>
                </c:pt>
                <c:pt idx="703">
                  <c:v>43214</c:v>
                </c:pt>
                <c:pt idx="704">
                  <c:v>43215</c:v>
                </c:pt>
                <c:pt idx="705">
                  <c:v>43216</c:v>
                </c:pt>
                <c:pt idx="706">
                  <c:v>43217</c:v>
                </c:pt>
                <c:pt idx="707">
                  <c:v>43220</c:v>
                </c:pt>
                <c:pt idx="708">
                  <c:v>43222</c:v>
                </c:pt>
                <c:pt idx="709">
                  <c:v>43223</c:v>
                </c:pt>
                <c:pt idx="710">
                  <c:v>43224</c:v>
                </c:pt>
                <c:pt idx="711">
                  <c:v>43227</c:v>
                </c:pt>
                <c:pt idx="712">
                  <c:v>43228</c:v>
                </c:pt>
                <c:pt idx="713">
                  <c:v>43229</c:v>
                </c:pt>
                <c:pt idx="714">
                  <c:v>43230</c:v>
                </c:pt>
                <c:pt idx="715">
                  <c:v>43231</c:v>
                </c:pt>
                <c:pt idx="716">
                  <c:v>43234</c:v>
                </c:pt>
                <c:pt idx="717">
                  <c:v>43235</c:v>
                </c:pt>
                <c:pt idx="718">
                  <c:v>43236</c:v>
                </c:pt>
                <c:pt idx="719">
                  <c:v>43237</c:v>
                </c:pt>
                <c:pt idx="720">
                  <c:v>43238</c:v>
                </c:pt>
                <c:pt idx="721">
                  <c:v>43241</c:v>
                </c:pt>
                <c:pt idx="722">
                  <c:v>43242</c:v>
                </c:pt>
                <c:pt idx="723">
                  <c:v>43243</c:v>
                </c:pt>
                <c:pt idx="724">
                  <c:v>43244</c:v>
                </c:pt>
                <c:pt idx="725">
                  <c:v>43245</c:v>
                </c:pt>
                <c:pt idx="726">
                  <c:v>43248</c:v>
                </c:pt>
                <c:pt idx="727">
                  <c:v>43249</c:v>
                </c:pt>
                <c:pt idx="728">
                  <c:v>43250</c:v>
                </c:pt>
                <c:pt idx="729">
                  <c:v>43252</c:v>
                </c:pt>
                <c:pt idx="730">
                  <c:v>43255</c:v>
                </c:pt>
                <c:pt idx="731">
                  <c:v>43256</c:v>
                </c:pt>
                <c:pt idx="732">
                  <c:v>43257</c:v>
                </c:pt>
                <c:pt idx="733">
                  <c:v>43258</c:v>
                </c:pt>
                <c:pt idx="734">
                  <c:v>43259</c:v>
                </c:pt>
                <c:pt idx="735">
                  <c:v>43262</c:v>
                </c:pt>
                <c:pt idx="736">
                  <c:v>43263</c:v>
                </c:pt>
                <c:pt idx="737">
                  <c:v>43264</c:v>
                </c:pt>
                <c:pt idx="738">
                  <c:v>43265</c:v>
                </c:pt>
                <c:pt idx="739">
                  <c:v>43266</c:v>
                </c:pt>
                <c:pt idx="740">
                  <c:v>43269</c:v>
                </c:pt>
                <c:pt idx="741">
                  <c:v>43270</c:v>
                </c:pt>
                <c:pt idx="742">
                  <c:v>43271</c:v>
                </c:pt>
                <c:pt idx="743">
                  <c:v>43272</c:v>
                </c:pt>
                <c:pt idx="744">
                  <c:v>43273</c:v>
                </c:pt>
                <c:pt idx="745">
                  <c:v>43276</c:v>
                </c:pt>
                <c:pt idx="746">
                  <c:v>43277</c:v>
                </c:pt>
                <c:pt idx="747">
                  <c:v>43278</c:v>
                </c:pt>
                <c:pt idx="748">
                  <c:v>43279</c:v>
                </c:pt>
                <c:pt idx="749">
                  <c:v>43280</c:v>
                </c:pt>
                <c:pt idx="750">
                  <c:v>43283</c:v>
                </c:pt>
                <c:pt idx="751">
                  <c:v>43284</c:v>
                </c:pt>
                <c:pt idx="752">
                  <c:v>43285</c:v>
                </c:pt>
                <c:pt idx="753">
                  <c:v>43286</c:v>
                </c:pt>
                <c:pt idx="754">
                  <c:v>43287</c:v>
                </c:pt>
                <c:pt idx="755">
                  <c:v>43291</c:v>
                </c:pt>
                <c:pt idx="756">
                  <c:v>43292</c:v>
                </c:pt>
                <c:pt idx="757">
                  <c:v>43293</c:v>
                </c:pt>
                <c:pt idx="758">
                  <c:v>43294</c:v>
                </c:pt>
                <c:pt idx="759">
                  <c:v>43297</c:v>
                </c:pt>
                <c:pt idx="760">
                  <c:v>43298</c:v>
                </c:pt>
                <c:pt idx="761">
                  <c:v>43299</c:v>
                </c:pt>
                <c:pt idx="762">
                  <c:v>43300</c:v>
                </c:pt>
                <c:pt idx="763">
                  <c:v>43301</c:v>
                </c:pt>
                <c:pt idx="764">
                  <c:v>43304</c:v>
                </c:pt>
                <c:pt idx="765">
                  <c:v>43305</c:v>
                </c:pt>
                <c:pt idx="766">
                  <c:v>43306</c:v>
                </c:pt>
                <c:pt idx="767">
                  <c:v>43307</c:v>
                </c:pt>
                <c:pt idx="768">
                  <c:v>43308</c:v>
                </c:pt>
                <c:pt idx="769">
                  <c:v>43311</c:v>
                </c:pt>
                <c:pt idx="770">
                  <c:v>43312</c:v>
                </c:pt>
                <c:pt idx="771">
                  <c:v>43313</c:v>
                </c:pt>
                <c:pt idx="772">
                  <c:v>43314</c:v>
                </c:pt>
                <c:pt idx="773">
                  <c:v>43315</c:v>
                </c:pt>
                <c:pt idx="774">
                  <c:v>43318</c:v>
                </c:pt>
                <c:pt idx="775">
                  <c:v>43319</c:v>
                </c:pt>
                <c:pt idx="776">
                  <c:v>43320</c:v>
                </c:pt>
                <c:pt idx="777">
                  <c:v>43321</c:v>
                </c:pt>
                <c:pt idx="778">
                  <c:v>43322</c:v>
                </c:pt>
                <c:pt idx="779">
                  <c:v>43325</c:v>
                </c:pt>
                <c:pt idx="780">
                  <c:v>43326</c:v>
                </c:pt>
                <c:pt idx="781">
                  <c:v>43327</c:v>
                </c:pt>
                <c:pt idx="782">
                  <c:v>43328</c:v>
                </c:pt>
                <c:pt idx="783">
                  <c:v>43329</c:v>
                </c:pt>
                <c:pt idx="784">
                  <c:v>43332</c:v>
                </c:pt>
                <c:pt idx="785">
                  <c:v>43333</c:v>
                </c:pt>
                <c:pt idx="786">
                  <c:v>43334</c:v>
                </c:pt>
                <c:pt idx="787">
                  <c:v>43335</c:v>
                </c:pt>
                <c:pt idx="788">
                  <c:v>43336</c:v>
                </c:pt>
                <c:pt idx="789">
                  <c:v>43339</c:v>
                </c:pt>
                <c:pt idx="790">
                  <c:v>43340</c:v>
                </c:pt>
                <c:pt idx="791">
                  <c:v>43341</c:v>
                </c:pt>
                <c:pt idx="792">
                  <c:v>43342</c:v>
                </c:pt>
                <c:pt idx="793">
                  <c:v>43343</c:v>
                </c:pt>
                <c:pt idx="794">
                  <c:v>43346</c:v>
                </c:pt>
                <c:pt idx="795">
                  <c:v>43347</c:v>
                </c:pt>
                <c:pt idx="796">
                  <c:v>43348</c:v>
                </c:pt>
                <c:pt idx="797">
                  <c:v>43349</c:v>
                </c:pt>
                <c:pt idx="798">
                  <c:v>43353</c:v>
                </c:pt>
                <c:pt idx="799">
                  <c:v>43354</c:v>
                </c:pt>
                <c:pt idx="800">
                  <c:v>43355</c:v>
                </c:pt>
                <c:pt idx="801">
                  <c:v>43356</c:v>
                </c:pt>
                <c:pt idx="802">
                  <c:v>43357</c:v>
                </c:pt>
                <c:pt idx="803">
                  <c:v>43360</c:v>
                </c:pt>
                <c:pt idx="804">
                  <c:v>43361</c:v>
                </c:pt>
                <c:pt idx="805">
                  <c:v>43362</c:v>
                </c:pt>
                <c:pt idx="806">
                  <c:v>43363</c:v>
                </c:pt>
                <c:pt idx="807">
                  <c:v>43364</c:v>
                </c:pt>
                <c:pt idx="808">
                  <c:v>43367</c:v>
                </c:pt>
                <c:pt idx="809">
                  <c:v>43368</c:v>
                </c:pt>
                <c:pt idx="810">
                  <c:v>43369</c:v>
                </c:pt>
                <c:pt idx="811">
                  <c:v>43370</c:v>
                </c:pt>
                <c:pt idx="812">
                  <c:v>43371</c:v>
                </c:pt>
                <c:pt idx="813">
                  <c:v>43374</c:v>
                </c:pt>
                <c:pt idx="814">
                  <c:v>43375</c:v>
                </c:pt>
                <c:pt idx="815">
                  <c:v>43376</c:v>
                </c:pt>
                <c:pt idx="816">
                  <c:v>43377</c:v>
                </c:pt>
                <c:pt idx="817">
                  <c:v>43378</c:v>
                </c:pt>
                <c:pt idx="818">
                  <c:v>43381</c:v>
                </c:pt>
                <c:pt idx="819">
                  <c:v>43382</c:v>
                </c:pt>
                <c:pt idx="820">
                  <c:v>43383</c:v>
                </c:pt>
                <c:pt idx="821">
                  <c:v>43384</c:v>
                </c:pt>
                <c:pt idx="822">
                  <c:v>43388</c:v>
                </c:pt>
                <c:pt idx="823">
                  <c:v>43389</c:v>
                </c:pt>
                <c:pt idx="824">
                  <c:v>43390</c:v>
                </c:pt>
                <c:pt idx="825">
                  <c:v>43391</c:v>
                </c:pt>
                <c:pt idx="826">
                  <c:v>43392</c:v>
                </c:pt>
                <c:pt idx="827">
                  <c:v>43395</c:v>
                </c:pt>
                <c:pt idx="828">
                  <c:v>43396</c:v>
                </c:pt>
                <c:pt idx="829">
                  <c:v>43397</c:v>
                </c:pt>
                <c:pt idx="830">
                  <c:v>43398</c:v>
                </c:pt>
                <c:pt idx="831">
                  <c:v>43399</c:v>
                </c:pt>
                <c:pt idx="832">
                  <c:v>43402</c:v>
                </c:pt>
                <c:pt idx="833">
                  <c:v>43403</c:v>
                </c:pt>
                <c:pt idx="834">
                  <c:v>43404</c:v>
                </c:pt>
                <c:pt idx="835">
                  <c:v>43405</c:v>
                </c:pt>
                <c:pt idx="836">
                  <c:v>43409</c:v>
                </c:pt>
                <c:pt idx="837">
                  <c:v>43410</c:v>
                </c:pt>
                <c:pt idx="838">
                  <c:v>43411</c:v>
                </c:pt>
                <c:pt idx="839">
                  <c:v>43412</c:v>
                </c:pt>
                <c:pt idx="840">
                  <c:v>43413</c:v>
                </c:pt>
                <c:pt idx="841">
                  <c:v>43416</c:v>
                </c:pt>
                <c:pt idx="842">
                  <c:v>43417</c:v>
                </c:pt>
                <c:pt idx="843">
                  <c:v>43418</c:v>
                </c:pt>
                <c:pt idx="844">
                  <c:v>43420</c:v>
                </c:pt>
                <c:pt idx="845">
                  <c:v>43423</c:v>
                </c:pt>
                <c:pt idx="846">
                  <c:v>43425</c:v>
                </c:pt>
                <c:pt idx="847">
                  <c:v>43426</c:v>
                </c:pt>
                <c:pt idx="848">
                  <c:v>43427</c:v>
                </c:pt>
                <c:pt idx="849">
                  <c:v>43430</c:v>
                </c:pt>
                <c:pt idx="850">
                  <c:v>43431</c:v>
                </c:pt>
                <c:pt idx="851">
                  <c:v>43432</c:v>
                </c:pt>
                <c:pt idx="852">
                  <c:v>43433</c:v>
                </c:pt>
                <c:pt idx="853">
                  <c:v>43434</c:v>
                </c:pt>
                <c:pt idx="854">
                  <c:v>43437</c:v>
                </c:pt>
                <c:pt idx="855">
                  <c:v>43438</c:v>
                </c:pt>
                <c:pt idx="856">
                  <c:v>43439</c:v>
                </c:pt>
                <c:pt idx="857">
                  <c:v>43440</c:v>
                </c:pt>
                <c:pt idx="858">
                  <c:v>43441</c:v>
                </c:pt>
                <c:pt idx="859">
                  <c:v>43444</c:v>
                </c:pt>
                <c:pt idx="860">
                  <c:v>43445</c:v>
                </c:pt>
                <c:pt idx="861">
                  <c:v>43446</c:v>
                </c:pt>
                <c:pt idx="862">
                  <c:v>43447</c:v>
                </c:pt>
                <c:pt idx="863">
                  <c:v>43448</c:v>
                </c:pt>
                <c:pt idx="864">
                  <c:v>43451</c:v>
                </c:pt>
                <c:pt idx="865">
                  <c:v>43452</c:v>
                </c:pt>
                <c:pt idx="866">
                  <c:v>43453</c:v>
                </c:pt>
                <c:pt idx="867">
                  <c:v>43454</c:v>
                </c:pt>
                <c:pt idx="868">
                  <c:v>43455</c:v>
                </c:pt>
                <c:pt idx="869">
                  <c:v>43460</c:v>
                </c:pt>
                <c:pt idx="870">
                  <c:v>43461</c:v>
                </c:pt>
                <c:pt idx="871">
                  <c:v>43462</c:v>
                </c:pt>
                <c:pt idx="872">
                  <c:v>43467</c:v>
                </c:pt>
                <c:pt idx="873">
                  <c:v>43468</c:v>
                </c:pt>
                <c:pt idx="874">
                  <c:v>43469</c:v>
                </c:pt>
                <c:pt idx="875">
                  <c:v>43472</c:v>
                </c:pt>
                <c:pt idx="876">
                  <c:v>43473</c:v>
                </c:pt>
                <c:pt idx="877">
                  <c:v>43474</c:v>
                </c:pt>
                <c:pt idx="878">
                  <c:v>43475</c:v>
                </c:pt>
                <c:pt idx="879">
                  <c:v>43476</c:v>
                </c:pt>
                <c:pt idx="880">
                  <c:v>43479</c:v>
                </c:pt>
                <c:pt idx="881">
                  <c:v>43480</c:v>
                </c:pt>
                <c:pt idx="882">
                  <c:v>43481</c:v>
                </c:pt>
                <c:pt idx="883">
                  <c:v>43482</c:v>
                </c:pt>
                <c:pt idx="884">
                  <c:v>43483</c:v>
                </c:pt>
                <c:pt idx="885">
                  <c:v>43486</c:v>
                </c:pt>
                <c:pt idx="886">
                  <c:v>43487</c:v>
                </c:pt>
                <c:pt idx="887">
                  <c:v>43488</c:v>
                </c:pt>
                <c:pt idx="888">
                  <c:v>43489</c:v>
                </c:pt>
                <c:pt idx="889">
                  <c:v>43493</c:v>
                </c:pt>
                <c:pt idx="890">
                  <c:v>43494</c:v>
                </c:pt>
                <c:pt idx="891">
                  <c:v>43495</c:v>
                </c:pt>
                <c:pt idx="892">
                  <c:v>43496</c:v>
                </c:pt>
                <c:pt idx="893">
                  <c:v>43497</c:v>
                </c:pt>
                <c:pt idx="894">
                  <c:v>43500</c:v>
                </c:pt>
                <c:pt idx="895">
                  <c:v>43501</c:v>
                </c:pt>
                <c:pt idx="896">
                  <c:v>43502</c:v>
                </c:pt>
                <c:pt idx="897">
                  <c:v>43503</c:v>
                </c:pt>
                <c:pt idx="898">
                  <c:v>43504</c:v>
                </c:pt>
                <c:pt idx="899">
                  <c:v>43507</c:v>
                </c:pt>
                <c:pt idx="900">
                  <c:v>43508</c:v>
                </c:pt>
                <c:pt idx="901">
                  <c:v>43509</c:v>
                </c:pt>
                <c:pt idx="902">
                  <c:v>43510</c:v>
                </c:pt>
                <c:pt idx="903">
                  <c:v>43511</c:v>
                </c:pt>
                <c:pt idx="904">
                  <c:v>43514</c:v>
                </c:pt>
                <c:pt idx="905">
                  <c:v>43515</c:v>
                </c:pt>
                <c:pt idx="906">
                  <c:v>43516</c:v>
                </c:pt>
                <c:pt idx="907">
                  <c:v>43517</c:v>
                </c:pt>
                <c:pt idx="908">
                  <c:v>43518</c:v>
                </c:pt>
                <c:pt idx="909">
                  <c:v>43521</c:v>
                </c:pt>
                <c:pt idx="910">
                  <c:v>43522</c:v>
                </c:pt>
                <c:pt idx="911">
                  <c:v>43523</c:v>
                </c:pt>
                <c:pt idx="912">
                  <c:v>43524</c:v>
                </c:pt>
                <c:pt idx="913">
                  <c:v>43525</c:v>
                </c:pt>
                <c:pt idx="914">
                  <c:v>43530</c:v>
                </c:pt>
                <c:pt idx="915">
                  <c:v>43531</c:v>
                </c:pt>
                <c:pt idx="916">
                  <c:v>43532</c:v>
                </c:pt>
                <c:pt idx="917">
                  <c:v>43535</c:v>
                </c:pt>
                <c:pt idx="918">
                  <c:v>43536</c:v>
                </c:pt>
                <c:pt idx="919">
                  <c:v>43537</c:v>
                </c:pt>
                <c:pt idx="920">
                  <c:v>43538</c:v>
                </c:pt>
                <c:pt idx="921">
                  <c:v>43539</c:v>
                </c:pt>
                <c:pt idx="922">
                  <c:v>43542</c:v>
                </c:pt>
                <c:pt idx="923">
                  <c:v>43543</c:v>
                </c:pt>
                <c:pt idx="924">
                  <c:v>43544</c:v>
                </c:pt>
                <c:pt idx="925">
                  <c:v>43545</c:v>
                </c:pt>
                <c:pt idx="926">
                  <c:v>43546</c:v>
                </c:pt>
                <c:pt idx="927">
                  <c:v>43549</c:v>
                </c:pt>
                <c:pt idx="928">
                  <c:v>43550</c:v>
                </c:pt>
                <c:pt idx="929">
                  <c:v>43551</c:v>
                </c:pt>
                <c:pt idx="930">
                  <c:v>43552</c:v>
                </c:pt>
                <c:pt idx="931">
                  <c:v>43553</c:v>
                </c:pt>
                <c:pt idx="932">
                  <c:v>43556</c:v>
                </c:pt>
                <c:pt idx="933">
                  <c:v>43557</c:v>
                </c:pt>
                <c:pt idx="934">
                  <c:v>43558</c:v>
                </c:pt>
                <c:pt idx="935">
                  <c:v>43559</c:v>
                </c:pt>
                <c:pt idx="936">
                  <c:v>43560</c:v>
                </c:pt>
                <c:pt idx="937">
                  <c:v>43563</c:v>
                </c:pt>
                <c:pt idx="938">
                  <c:v>43564</c:v>
                </c:pt>
                <c:pt idx="939">
                  <c:v>43565</c:v>
                </c:pt>
                <c:pt idx="940">
                  <c:v>43566</c:v>
                </c:pt>
                <c:pt idx="941">
                  <c:v>43567</c:v>
                </c:pt>
                <c:pt idx="942">
                  <c:v>43570</c:v>
                </c:pt>
                <c:pt idx="943">
                  <c:v>43571</c:v>
                </c:pt>
                <c:pt idx="944">
                  <c:v>43572</c:v>
                </c:pt>
                <c:pt idx="945">
                  <c:v>43573</c:v>
                </c:pt>
                <c:pt idx="946">
                  <c:v>43577</c:v>
                </c:pt>
                <c:pt idx="947">
                  <c:v>43578</c:v>
                </c:pt>
                <c:pt idx="948">
                  <c:v>43579</c:v>
                </c:pt>
                <c:pt idx="949">
                  <c:v>43580</c:v>
                </c:pt>
                <c:pt idx="950">
                  <c:v>43581</c:v>
                </c:pt>
                <c:pt idx="951">
                  <c:v>43584</c:v>
                </c:pt>
                <c:pt idx="952">
                  <c:v>43585</c:v>
                </c:pt>
                <c:pt idx="953">
                  <c:v>43587</c:v>
                </c:pt>
                <c:pt idx="954">
                  <c:v>43588</c:v>
                </c:pt>
                <c:pt idx="955">
                  <c:v>43591</c:v>
                </c:pt>
                <c:pt idx="956">
                  <c:v>43592</c:v>
                </c:pt>
                <c:pt idx="957">
                  <c:v>43593</c:v>
                </c:pt>
                <c:pt idx="958">
                  <c:v>43594</c:v>
                </c:pt>
                <c:pt idx="959">
                  <c:v>43595</c:v>
                </c:pt>
                <c:pt idx="960">
                  <c:v>43598</c:v>
                </c:pt>
                <c:pt idx="961">
                  <c:v>43599</c:v>
                </c:pt>
                <c:pt idx="962">
                  <c:v>43600</c:v>
                </c:pt>
                <c:pt idx="963">
                  <c:v>43601</c:v>
                </c:pt>
                <c:pt idx="964">
                  <c:v>43602</c:v>
                </c:pt>
                <c:pt idx="965">
                  <c:v>43605</c:v>
                </c:pt>
                <c:pt idx="966">
                  <c:v>43606</c:v>
                </c:pt>
                <c:pt idx="967">
                  <c:v>43607</c:v>
                </c:pt>
                <c:pt idx="968">
                  <c:v>43608</c:v>
                </c:pt>
                <c:pt idx="969">
                  <c:v>43609</c:v>
                </c:pt>
                <c:pt idx="970">
                  <c:v>43612</c:v>
                </c:pt>
                <c:pt idx="971">
                  <c:v>43613</c:v>
                </c:pt>
                <c:pt idx="972">
                  <c:v>43614</c:v>
                </c:pt>
                <c:pt idx="973">
                  <c:v>43615</c:v>
                </c:pt>
                <c:pt idx="974">
                  <c:v>43616</c:v>
                </c:pt>
                <c:pt idx="975">
                  <c:v>43619</c:v>
                </c:pt>
                <c:pt idx="976">
                  <c:v>43620</c:v>
                </c:pt>
                <c:pt idx="977">
                  <c:v>43621</c:v>
                </c:pt>
                <c:pt idx="978">
                  <c:v>43622</c:v>
                </c:pt>
                <c:pt idx="979">
                  <c:v>43623</c:v>
                </c:pt>
                <c:pt idx="980">
                  <c:v>43626</c:v>
                </c:pt>
                <c:pt idx="981">
                  <c:v>43627</c:v>
                </c:pt>
                <c:pt idx="982">
                  <c:v>43628</c:v>
                </c:pt>
                <c:pt idx="983">
                  <c:v>43629</c:v>
                </c:pt>
                <c:pt idx="984">
                  <c:v>43630</c:v>
                </c:pt>
                <c:pt idx="985">
                  <c:v>43633</c:v>
                </c:pt>
                <c:pt idx="986">
                  <c:v>43634</c:v>
                </c:pt>
                <c:pt idx="987">
                  <c:v>43635</c:v>
                </c:pt>
                <c:pt idx="988">
                  <c:v>43637</c:v>
                </c:pt>
                <c:pt idx="989">
                  <c:v>43640</c:v>
                </c:pt>
                <c:pt idx="990">
                  <c:v>43641</c:v>
                </c:pt>
                <c:pt idx="991">
                  <c:v>43642</c:v>
                </c:pt>
                <c:pt idx="992">
                  <c:v>43643</c:v>
                </c:pt>
                <c:pt idx="993">
                  <c:v>43644</c:v>
                </c:pt>
                <c:pt idx="994">
                  <c:v>43647</c:v>
                </c:pt>
                <c:pt idx="995">
                  <c:v>43648</c:v>
                </c:pt>
                <c:pt idx="996">
                  <c:v>43649</c:v>
                </c:pt>
                <c:pt idx="997">
                  <c:v>43650</c:v>
                </c:pt>
                <c:pt idx="998">
                  <c:v>43651</c:v>
                </c:pt>
                <c:pt idx="999">
                  <c:v>43654</c:v>
                </c:pt>
                <c:pt idx="1000">
                  <c:v>43656</c:v>
                </c:pt>
                <c:pt idx="1001">
                  <c:v>43657</c:v>
                </c:pt>
                <c:pt idx="1002">
                  <c:v>43658</c:v>
                </c:pt>
                <c:pt idx="1003">
                  <c:v>43661</c:v>
                </c:pt>
                <c:pt idx="1004">
                  <c:v>43662</c:v>
                </c:pt>
                <c:pt idx="1005">
                  <c:v>43663</c:v>
                </c:pt>
                <c:pt idx="1006">
                  <c:v>43664</c:v>
                </c:pt>
                <c:pt idx="1007">
                  <c:v>43665</c:v>
                </c:pt>
                <c:pt idx="1008">
                  <c:v>43668</c:v>
                </c:pt>
                <c:pt idx="1009">
                  <c:v>43669</c:v>
                </c:pt>
                <c:pt idx="1010">
                  <c:v>43670</c:v>
                </c:pt>
                <c:pt idx="1011">
                  <c:v>43671</c:v>
                </c:pt>
                <c:pt idx="1012">
                  <c:v>43672</c:v>
                </c:pt>
                <c:pt idx="1013">
                  <c:v>43675</c:v>
                </c:pt>
                <c:pt idx="1014">
                  <c:v>43676</c:v>
                </c:pt>
                <c:pt idx="1015">
                  <c:v>43677</c:v>
                </c:pt>
                <c:pt idx="1016">
                  <c:v>43678</c:v>
                </c:pt>
                <c:pt idx="1017">
                  <c:v>43679</c:v>
                </c:pt>
                <c:pt idx="1018">
                  <c:v>43682</c:v>
                </c:pt>
                <c:pt idx="1019">
                  <c:v>43683</c:v>
                </c:pt>
                <c:pt idx="1020">
                  <c:v>43684</c:v>
                </c:pt>
                <c:pt idx="1021">
                  <c:v>43685</c:v>
                </c:pt>
                <c:pt idx="1022">
                  <c:v>43686</c:v>
                </c:pt>
                <c:pt idx="1023">
                  <c:v>43689</c:v>
                </c:pt>
                <c:pt idx="1024">
                  <c:v>43690</c:v>
                </c:pt>
                <c:pt idx="1025">
                  <c:v>43691</c:v>
                </c:pt>
                <c:pt idx="1026">
                  <c:v>43692</c:v>
                </c:pt>
                <c:pt idx="1027">
                  <c:v>43693</c:v>
                </c:pt>
                <c:pt idx="1028">
                  <c:v>43696</c:v>
                </c:pt>
                <c:pt idx="1029">
                  <c:v>43697</c:v>
                </c:pt>
                <c:pt idx="1030">
                  <c:v>43698</c:v>
                </c:pt>
                <c:pt idx="1031">
                  <c:v>43699</c:v>
                </c:pt>
                <c:pt idx="1032">
                  <c:v>43700</c:v>
                </c:pt>
                <c:pt idx="1033">
                  <c:v>43703</c:v>
                </c:pt>
                <c:pt idx="1034">
                  <c:v>43704</c:v>
                </c:pt>
                <c:pt idx="1035">
                  <c:v>43705</c:v>
                </c:pt>
                <c:pt idx="1036">
                  <c:v>43706</c:v>
                </c:pt>
                <c:pt idx="1037">
                  <c:v>43707</c:v>
                </c:pt>
                <c:pt idx="1038">
                  <c:v>43710</c:v>
                </c:pt>
                <c:pt idx="1039">
                  <c:v>43711</c:v>
                </c:pt>
                <c:pt idx="1040">
                  <c:v>43712</c:v>
                </c:pt>
                <c:pt idx="1041">
                  <c:v>43713</c:v>
                </c:pt>
                <c:pt idx="1042">
                  <c:v>43714</c:v>
                </c:pt>
                <c:pt idx="1043">
                  <c:v>43717</c:v>
                </c:pt>
                <c:pt idx="1044">
                  <c:v>43718</c:v>
                </c:pt>
                <c:pt idx="1045">
                  <c:v>43719</c:v>
                </c:pt>
                <c:pt idx="1046">
                  <c:v>43720</c:v>
                </c:pt>
                <c:pt idx="1047">
                  <c:v>43721</c:v>
                </c:pt>
                <c:pt idx="1048">
                  <c:v>43724</c:v>
                </c:pt>
                <c:pt idx="1049">
                  <c:v>43725</c:v>
                </c:pt>
                <c:pt idx="1050">
                  <c:v>43726</c:v>
                </c:pt>
                <c:pt idx="1051">
                  <c:v>43727</c:v>
                </c:pt>
                <c:pt idx="1052">
                  <c:v>43728</c:v>
                </c:pt>
                <c:pt idx="1053">
                  <c:v>43731</c:v>
                </c:pt>
                <c:pt idx="1054">
                  <c:v>43732</c:v>
                </c:pt>
                <c:pt idx="1055">
                  <c:v>43733</c:v>
                </c:pt>
                <c:pt idx="1056">
                  <c:v>43734</c:v>
                </c:pt>
                <c:pt idx="1057">
                  <c:v>43735</c:v>
                </c:pt>
                <c:pt idx="1058">
                  <c:v>43738</c:v>
                </c:pt>
                <c:pt idx="1059">
                  <c:v>43739</c:v>
                </c:pt>
                <c:pt idx="1060">
                  <c:v>43740</c:v>
                </c:pt>
                <c:pt idx="1061">
                  <c:v>43741</c:v>
                </c:pt>
                <c:pt idx="1062">
                  <c:v>43742</c:v>
                </c:pt>
                <c:pt idx="1063">
                  <c:v>43745</c:v>
                </c:pt>
                <c:pt idx="1064">
                  <c:v>43746</c:v>
                </c:pt>
                <c:pt idx="1065">
                  <c:v>43747</c:v>
                </c:pt>
                <c:pt idx="1066">
                  <c:v>43748</c:v>
                </c:pt>
                <c:pt idx="1067">
                  <c:v>43749</c:v>
                </c:pt>
                <c:pt idx="1068">
                  <c:v>43752</c:v>
                </c:pt>
                <c:pt idx="1069">
                  <c:v>43753</c:v>
                </c:pt>
                <c:pt idx="1070">
                  <c:v>43754</c:v>
                </c:pt>
                <c:pt idx="1071">
                  <c:v>43755</c:v>
                </c:pt>
                <c:pt idx="1072">
                  <c:v>43756</c:v>
                </c:pt>
                <c:pt idx="1073">
                  <c:v>43759</c:v>
                </c:pt>
                <c:pt idx="1074">
                  <c:v>43760</c:v>
                </c:pt>
                <c:pt idx="1075">
                  <c:v>43761</c:v>
                </c:pt>
                <c:pt idx="1076">
                  <c:v>43762</c:v>
                </c:pt>
                <c:pt idx="1077">
                  <c:v>43763</c:v>
                </c:pt>
                <c:pt idx="1078">
                  <c:v>43766</c:v>
                </c:pt>
                <c:pt idx="1079">
                  <c:v>43767</c:v>
                </c:pt>
                <c:pt idx="1080">
                  <c:v>43768</c:v>
                </c:pt>
                <c:pt idx="1081">
                  <c:v>43769</c:v>
                </c:pt>
                <c:pt idx="1082">
                  <c:v>43770</c:v>
                </c:pt>
                <c:pt idx="1083">
                  <c:v>43773</c:v>
                </c:pt>
                <c:pt idx="1084">
                  <c:v>43774</c:v>
                </c:pt>
                <c:pt idx="1085">
                  <c:v>43775</c:v>
                </c:pt>
                <c:pt idx="1086">
                  <c:v>43776</c:v>
                </c:pt>
                <c:pt idx="1087">
                  <c:v>43777</c:v>
                </c:pt>
                <c:pt idx="1088">
                  <c:v>43780</c:v>
                </c:pt>
                <c:pt idx="1089">
                  <c:v>43781</c:v>
                </c:pt>
                <c:pt idx="1090">
                  <c:v>43782</c:v>
                </c:pt>
                <c:pt idx="1091">
                  <c:v>43783</c:v>
                </c:pt>
                <c:pt idx="1092">
                  <c:v>43787</c:v>
                </c:pt>
                <c:pt idx="1093">
                  <c:v>43788</c:v>
                </c:pt>
                <c:pt idx="1094">
                  <c:v>43790</c:v>
                </c:pt>
                <c:pt idx="1095">
                  <c:v>43791</c:v>
                </c:pt>
                <c:pt idx="1096">
                  <c:v>43794</c:v>
                </c:pt>
                <c:pt idx="1097">
                  <c:v>43795</c:v>
                </c:pt>
                <c:pt idx="1098">
                  <c:v>43796</c:v>
                </c:pt>
                <c:pt idx="1099">
                  <c:v>43797</c:v>
                </c:pt>
                <c:pt idx="1100">
                  <c:v>43798</c:v>
                </c:pt>
                <c:pt idx="1101">
                  <c:v>43801</c:v>
                </c:pt>
                <c:pt idx="1102">
                  <c:v>43802</c:v>
                </c:pt>
                <c:pt idx="1103">
                  <c:v>43803</c:v>
                </c:pt>
                <c:pt idx="1104">
                  <c:v>43804</c:v>
                </c:pt>
                <c:pt idx="1105">
                  <c:v>43805</c:v>
                </c:pt>
                <c:pt idx="1106">
                  <c:v>43808</c:v>
                </c:pt>
                <c:pt idx="1107">
                  <c:v>43809</c:v>
                </c:pt>
                <c:pt idx="1108">
                  <c:v>43810</c:v>
                </c:pt>
                <c:pt idx="1109">
                  <c:v>43811</c:v>
                </c:pt>
                <c:pt idx="1110">
                  <c:v>43812</c:v>
                </c:pt>
                <c:pt idx="1111">
                  <c:v>43815</c:v>
                </c:pt>
                <c:pt idx="1112">
                  <c:v>43816</c:v>
                </c:pt>
                <c:pt idx="1113">
                  <c:v>43817</c:v>
                </c:pt>
                <c:pt idx="1114">
                  <c:v>43818</c:v>
                </c:pt>
                <c:pt idx="1115">
                  <c:v>43819</c:v>
                </c:pt>
                <c:pt idx="1116">
                  <c:v>43822</c:v>
                </c:pt>
                <c:pt idx="1117">
                  <c:v>43825</c:v>
                </c:pt>
                <c:pt idx="1118">
                  <c:v>43826</c:v>
                </c:pt>
                <c:pt idx="1119">
                  <c:v>43829</c:v>
                </c:pt>
                <c:pt idx="1120">
                  <c:v>43832</c:v>
                </c:pt>
                <c:pt idx="1121">
                  <c:v>43833</c:v>
                </c:pt>
                <c:pt idx="1122">
                  <c:v>43836</c:v>
                </c:pt>
                <c:pt idx="1123">
                  <c:v>43837</c:v>
                </c:pt>
                <c:pt idx="1124">
                  <c:v>43838</c:v>
                </c:pt>
                <c:pt idx="1125">
                  <c:v>43839</c:v>
                </c:pt>
                <c:pt idx="1126">
                  <c:v>43840</c:v>
                </c:pt>
                <c:pt idx="1127">
                  <c:v>43843</c:v>
                </c:pt>
                <c:pt idx="1128">
                  <c:v>43844</c:v>
                </c:pt>
                <c:pt idx="1129">
                  <c:v>43845</c:v>
                </c:pt>
                <c:pt idx="1130">
                  <c:v>43846</c:v>
                </c:pt>
                <c:pt idx="1131">
                  <c:v>43847</c:v>
                </c:pt>
                <c:pt idx="1132">
                  <c:v>43850</c:v>
                </c:pt>
                <c:pt idx="1133">
                  <c:v>43851</c:v>
                </c:pt>
                <c:pt idx="1134">
                  <c:v>43852</c:v>
                </c:pt>
                <c:pt idx="1135">
                  <c:v>43853</c:v>
                </c:pt>
                <c:pt idx="1136">
                  <c:v>43854</c:v>
                </c:pt>
                <c:pt idx="1137">
                  <c:v>43857</c:v>
                </c:pt>
                <c:pt idx="1138">
                  <c:v>43858</c:v>
                </c:pt>
                <c:pt idx="1139">
                  <c:v>43859</c:v>
                </c:pt>
                <c:pt idx="1140">
                  <c:v>43860</c:v>
                </c:pt>
                <c:pt idx="1141">
                  <c:v>43861</c:v>
                </c:pt>
                <c:pt idx="1142">
                  <c:v>43864</c:v>
                </c:pt>
                <c:pt idx="1143">
                  <c:v>43865</c:v>
                </c:pt>
                <c:pt idx="1144">
                  <c:v>43866</c:v>
                </c:pt>
                <c:pt idx="1145">
                  <c:v>43867</c:v>
                </c:pt>
                <c:pt idx="1146">
                  <c:v>43868</c:v>
                </c:pt>
                <c:pt idx="1147">
                  <c:v>43871</c:v>
                </c:pt>
                <c:pt idx="1148">
                  <c:v>43872</c:v>
                </c:pt>
                <c:pt idx="1149">
                  <c:v>43873</c:v>
                </c:pt>
                <c:pt idx="1150">
                  <c:v>43874</c:v>
                </c:pt>
                <c:pt idx="1151">
                  <c:v>43875</c:v>
                </c:pt>
                <c:pt idx="1152">
                  <c:v>43878</c:v>
                </c:pt>
                <c:pt idx="1153">
                  <c:v>43879</c:v>
                </c:pt>
                <c:pt idx="1154">
                  <c:v>43880</c:v>
                </c:pt>
                <c:pt idx="1155">
                  <c:v>43881</c:v>
                </c:pt>
                <c:pt idx="1156">
                  <c:v>43882</c:v>
                </c:pt>
                <c:pt idx="1157">
                  <c:v>43887</c:v>
                </c:pt>
                <c:pt idx="1158">
                  <c:v>43888</c:v>
                </c:pt>
                <c:pt idx="1159">
                  <c:v>43889</c:v>
                </c:pt>
                <c:pt idx="1160">
                  <c:v>43892</c:v>
                </c:pt>
                <c:pt idx="1161">
                  <c:v>43893</c:v>
                </c:pt>
                <c:pt idx="1162">
                  <c:v>43894</c:v>
                </c:pt>
                <c:pt idx="1163">
                  <c:v>43895</c:v>
                </c:pt>
                <c:pt idx="1164">
                  <c:v>43896</c:v>
                </c:pt>
                <c:pt idx="1165">
                  <c:v>43899</c:v>
                </c:pt>
                <c:pt idx="1166">
                  <c:v>43900</c:v>
                </c:pt>
                <c:pt idx="1167">
                  <c:v>43901</c:v>
                </c:pt>
                <c:pt idx="1168">
                  <c:v>43902</c:v>
                </c:pt>
                <c:pt idx="1169">
                  <c:v>43903</c:v>
                </c:pt>
                <c:pt idx="1170">
                  <c:v>43906</c:v>
                </c:pt>
                <c:pt idx="1171">
                  <c:v>43907</c:v>
                </c:pt>
                <c:pt idx="1172">
                  <c:v>43908</c:v>
                </c:pt>
                <c:pt idx="1173">
                  <c:v>43909</c:v>
                </c:pt>
                <c:pt idx="1174">
                  <c:v>43910</c:v>
                </c:pt>
                <c:pt idx="1175">
                  <c:v>43913</c:v>
                </c:pt>
                <c:pt idx="1176">
                  <c:v>43914</c:v>
                </c:pt>
                <c:pt idx="1177">
                  <c:v>43915</c:v>
                </c:pt>
                <c:pt idx="1178">
                  <c:v>43916</c:v>
                </c:pt>
                <c:pt idx="1179">
                  <c:v>43917</c:v>
                </c:pt>
                <c:pt idx="1180">
                  <c:v>43920</c:v>
                </c:pt>
                <c:pt idx="1181">
                  <c:v>43921</c:v>
                </c:pt>
                <c:pt idx="1182">
                  <c:v>43922</c:v>
                </c:pt>
                <c:pt idx="1183">
                  <c:v>43923</c:v>
                </c:pt>
                <c:pt idx="1184">
                  <c:v>43924</c:v>
                </c:pt>
                <c:pt idx="1185">
                  <c:v>43927</c:v>
                </c:pt>
                <c:pt idx="1186">
                  <c:v>43928</c:v>
                </c:pt>
                <c:pt idx="1187">
                  <c:v>43929</c:v>
                </c:pt>
                <c:pt idx="1188">
                  <c:v>43930</c:v>
                </c:pt>
                <c:pt idx="1189">
                  <c:v>43934</c:v>
                </c:pt>
                <c:pt idx="1190">
                  <c:v>43935</c:v>
                </c:pt>
                <c:pt idx="1191">
                  <c:v>43936</c:v>
                </c:pt>
                <c:pt idx="1192">
                  <c:v>43937</c:v>
                </c:pt>
                <c:pt idx="1193">
                  <c:v>43938</c:v>
                </c:pt>
                <c:pt idx="1194">
                  <c:v>43941</c:v>
                </c:pt>
                <c:pt idx="1195">
                  <c:v>43943</c:v>
                </c:pt>
                <c:pt idx="1196">
                  <c:v>43944</c:v>
                </c:pt>
                <c:pt idx="1197">
                  <c:v>43945</c:v>
                </c:pt>
                <c:pt idx="1198">
                  <c:v>43948</c:v>
                </c:pt>
                <c:pt idx="1199">
                  <c:v>43949</c:v>
                </c:pt>
                <c:pt idx="1200">
                  <c:v>43950</c:v>
                </c:pt>
                <c:pt idx="1201">
                  <c:v>43951</c:v>
                </c:pt>
                <c:pt idx="1202">
                  <c:v>43955</c:v>
                </c:pt>
                <c:pt idx="1203">
                  <c:v>43956</c:v>
                </c:pt>
                <c:pt idx="1204">
                  <c:v>43957</c:v>
                </c:pt>
                <c:pt idx="1205">
                  <c:v>43958</c:v>
                </c:pt>
                <c:pt idx="1206">
                  <c:v>43959</c:v>
                </c:pt>
                <c:pt idx="1207">
                  <c:v>43962</c:v>
                </c:pt>
                <c:pt idx="1208">
                  <c:v>43963</c:v>
                </c:pt>
                <c:pt idx="1209">
                  <c:v>43964</c:v>
                </c:pt>
                <c:pt idx="1210">
                  <c:v>43965</c:v>
                </c:pt>
                <c:pt idx="1211">
                  <c:v>43966</c:v>
                </c:pt>
                <c:pt idx="1212">
                  <c:v>43969</c:v>
                </c:pt>
                <c:pt idx="1213">
                  <c:v>43970</c:v>
                </c:pt>
                <c:pt idx="1214">
                  <c:v>43971</c:v>
                </c:pt>
                <c:pt idx="1215">
                  <c:v>43972</c:v>
                </c:pt>
                <c:pt idx="1216">
                  <c:v>43973</c:v>
                </c:pt>
                <c:pt idx="1217">
                  <c:v>43976</c:v>
                </c:pt>
                <c:pt idx="1218">
                  <c:v>43977</c:v>
                </c:pt>
                <c:pt idx="1219">
                  <c:v>43978</c:v>
                </c:pt>
                <c:pt idx="1220">
                  <c:v>43979</c:v>
                </c:pt>
                <c:pt idx="1221">
                  <c:v>43980</c:v>
                </c:pt>
                <c:pt idx="1222">
                  <c:v>43983</c:v>
                </c:pt>
                <c:pt idx="1223">
                  <c:v>43984</c:v>
                </c:pt>
                <c:pt idx="1224">
                  <c:v>43985</c:v>
                </c:pt>
                <c:pt idx="1225">
                  <c:v>43986</c:v>
                </c:pt>
                <c:pt idx="1226">
                  <c:v>43987</c:v>
                </c:pt>
                <c:pt idx="1227">
                  <c:v>43990</c:v>
                </c:pt>
                <c:pt idx="1228">
                  <c:v>43991</c:v>
                </c:pt>
                <c:pt idx="1229">
                  <c:v>43992</c:v>
                </c:pt>
                <c:pt idx="1230">
                  <c:v>43994</c:v>
                </c:pt>
                <c:pt idx="1231">
                  <c:v>43997</c:v>
                </c:pt>
                <c:pt idx="1232">
                  <c:v>43998</c:v>
                </c:pt>
                <c:pt idx="1233">
                  <c:v>43999</c:v>
                </c:pt>
                <c:pt idx="1234">
                  <c:v>44000</c:v>
                </c:pt>
                <c:pt idx="1235">
                  <c:v>44001</c:v>
                </c:pt>
                <c:pt idx="1236">
                  <c:v>44004</c:v>
                </c:pt>
                <c:pt idx="1237">
                  <c:v>44005</c:v>
                </c:pt>
                <c:pt idx="1238">
                  <c:v>44006</c:v>
                </c:pt>
                <c:pt idx="1239">
                  <c:v>44007</c:v>
                </c:pt>
                <c:pt idx="1240">
                  <c:v>44008</c:v>
                </c:pt>
                <c:pt idx="1241">
                  <c:v>44011</c:v>
                </c:pt>
                <c:pt idx="1242">
                  <c:v>44012</c:v>
                </c:pt>
                <c:pt idx="1243">
                  <c:v>44013</c:v>
                </c:pt>
                <c:pt idx="1244">
                  <c:v>44014</c:v>
                </c:pt>
                <c:pt idx="1245">
                  <c:v>44015</c:v>
                </c:pt>
                <c:pt idx="1246">
                  <c:v>44018</c:v>
                </c:pt>
                <c:pt idx="1247">
                  <c:v>44019</c:v>
                </c:pt>
                <c:pt idx="1248">
                  <c:v>44020</c:v>
                </c:pt>
                <c:pt idx="1249">
                  <c:v>44021</c:v>
                </c:pt>
                <c:pt idx="1250">
                  <c:v>44022</c:v>
                </c:pt>
                <c:pt idx="1251">
                  <c:v>44025</c:v>
                </c:pt>
                <c:pt idx="1252">
                  <c:v>44026</c:v>
                </c:pt>
                <c:pt idx="1253">
                  <c:v>44027</c:v>
                </c:pt>
                <c:pt idx="1254">
                  <c:v>44028</c:v>
                </c:pt>
                <c:pt idx="1255">
                  <c:v>44029</c:v>
                </c:pt>
                <c:pt idx="1256">
                  <c:v>44032</c:v>
                </c:pt>
                <c:pt idx="1257">
                  <c:v>44033</c:v>
                </c:pt>
                <c:pt idx="1258">
                  <c:v>44034</c:v>
                </c:pt>
                <c:pt idx="1259">
                  <c:v>44035</c:v>
                </c:pt>
                <c:pt idx="1260">
                  <c:v>44036</c:v>
                </c:pt>
                <c:pt idx="1261">
                  <c:v>44039</c:v>
                </c:pt>
                <c:pt idx="1262">
                  <c:v>44040</c:v>
                </c:pt>
                <c:pt idx="1263">
                  <c:v>44041</c:v>
                </c:pt>
                <c:pt idx="1264">
                  <c:v>44042</c:v>
                </c:pt>
                <c:pt idx="1265">
                  <c:v>44043</c:v>
                </c:pt>
                <c:pt idx="1266">
                  <c:v>44046</c:v>
                </c:pt>
                <c:pt idx="1267">
                  <c:v>44047</c:v>
                </c:pt>
                <c:pt idx="1268">
                  <c:v>44048</c:v>
                </c:pt>
                <c:pt idx="1269">
                  <c:v>44049</c:v>
                </c:pt>
                <c:pt idx="1270">
                  <c:v>44050</c:v>
                </c:pt>
                <c:pt idx="1271">
                  <c:v>44053</c:v>
                </c:pt>
                <c:pt idx="1272">
                  <c:v>44054</c:v>
                </c:pt>
                <c:pt idx="1273">
                  <c:v>44055</c:v>
                </c:pt>
                <c:pt idx="1274">
                  <c:v>44056</c:v>
                </c:pt>
                <c:pt idx="1275">
                  <c:v>44057</c:v>
                </c:pt>
                <c:pt idx="1276">
                  <c:v>44060</c:v>
                </c:pt>
                <c:pt idx="1277">
                  <c:v>44061</c:v>
                </c:pt>
                <c:pt idx="1278">
                  <c:v>44062</c:v>
                </c:pt>
                <c:pt idx="1279">
                  <c:v>44063</c:v>
                </c:pt>
                <c:pt idx="1280">
                  <c:v>44064</c:v>
                </c:pt>
                <c:pt idx="1281">
                  <c:v>44067</c:v>
                </c:pt>
                <c:pt idx="1282">
                  <c:v>44068</c:v>
                </c:pt>
                <c:pt idx="1283">
                  <c:v>44069</c:v>
                </c:pt>
                <c:pt idx="1284">
                  <c:v>44070</c:v>
                </c:pt>
                <c:pt idx="1285">
                  <c:v>44071</c:v>
                </c:pt>
                <c:pt idx="1286">
                  <c:v>44074</c:v>
                </c:pt>
                <c:pt idx="1287">
                  <c:v>44075</c:v>
                </c:pt>
                <c:pt idx="1288">
                  <c:v>44076</c:v>
                </c:pt>
                <c:pt idx="1289">
                  <c:v>44077</c:v>
                </c:pt>
                <c:pt idx="1290">
                  <c:v>44078</c:v>
                </c:pt>
                <c:pt idx="1291">
                  <c:v>44082</c:v>
                </c:pt>
                <c:pt idx="1292">
                  <c:v>44083</c:v>
                </c:pt>
                <c:pt idx="1293">
                  <c:v>44084</c:v>
                </c:pt>
                <c:pt idx="1294">
                  <c:v>44085</c:v>
                </c:pt>
                <c:pt idx="1295">
                  <c:v>44088</c:v>
                </c:pt>
                <c:pt idx="1296">
                  <c:v>44089</c:v>
                </c:pt>
                <c:pt idx="1297">
                  <c:v>44090</c:v>
                </c:pt>
                <c:pt idx="1298">
                  <c:v>44091</c:v>
                </c:pt>
                <c:pt idx="1299">
                  <c:v>44092</c:v>
                </c:pt>
                <c:pt idx="1300">
                  <c:v>44095</c:v>
                </c:pt>
                <c:pt idx="1301">
                  <c:v>44096</c:v>
                </c:pt>
                <c:pt idx="1302">
                  <c:v>44097</c:v>
                </c:pt>
                <c:pt idx="1303">
                  <c:v>44098</c:v>
                </c:pt>
                <c:pt idx="1304">
                  <c:v>44099</c:v>
                </c:pt>
                <c:pt idx="1305">
                  <c:v>44102</c:v>
                </c:pt>
                <c:pt idx="1306">
                  <c:v>44103</c:v>
                </c:pt>
                <c:pt idx="1307">
                  <c:v>44104</c:v>
                </c:pt>
                <c:pt idx="1308">
                  <c:v>44105</c:v>
                </c:pt>
                <c:pt idx="1309">
                  <c:v>44106</c:v>
                </c:pt>
                <c:pt idx="1310">
                  <c:v>44109</c:v>
                </c:pt>
                <c:pt idx="1311">
                  <c:v>44110</c:v>
                </c:pt>
                <c:pt idx="1312">
                  <c:v>44111</c:v>
                </c:pt>
                <c:pt idx="1313">
                  <c:v>44112</c:v>
                </c:pt>
                <c:pt idx="1314">
                  <c:v>44113</c:v>
                </c:pt>
                <c:pt idx="1315">
                  <c:v>44117</c:v>
                </c:pt>
                <c:pt idx="1316">
                  <c:v>44118</c:v>
                </c:pt>
                <c:pt idx="1317">
                  <c:v>44119</c:v>
                </c:pt>
                <c:pt idx="1318">
                  <c:v>44120</c:v>
                </c:pt>
                <c:pt idx="1319">
                  <c:v>44123</c:v>
                </c:pt>
                <c:pt idx="1320">
                  <c:v>44124</c:v>
                </c:pt>
                <c:pt idx="1321">
                  <c:v>44125</c:v>
                </c:pt>
                <c:pt idx="1322">
                  <c:v>44126</c:v>
                </c:pt>
                <c:pt idx="1323">
                  <c:v>44127</c:v>
                </c:pt>
                <c:pt idx="1324">
                  <c:v>44130</c:v>
                </c:pt>
                <c:pt idx="1325">
                  <c:v>44131</c:v>
                </c:pt>
                <c:pt idx="1326">
                  <c:v>44132</c:v>
                </c:pt>
                <c:pt idx="1327">
                  <c:v>44133</c:v>
                </c:pt>
                <c:pt idx="1328">
                  <c:v>44134</c:v>
                </c:pt>
                <c:pt idx="1329">
                  <c:v>44138</c:v>
                </c:pt>
                <c:pt idx="1330">
                  <c:v>44139</c:v>
                </c:pt>
                <c:pt idx="1331">
                  <c:v>44140</c:v>
                </c:pt>
                <c:pt idx="1332">
                  <c:v>44141</c:v>
                </c:pt>
                <c:pt idx="1333">
                  <c:v>44144</c:v>
                </c:pt>
                <c:pt idx="1334">
                  <c:v>44145</c:v>
                </c:pt>
                <c:pt idx="1335">
                  <c:v>44146</c:v>
                </c:pt>
                <c:pt idx="1336">
                  <c:v>44147</c:v>
                </c:pt>
                <c:pt idx="1337">
                  <c:v>44148</c:v>
                </c:pt>
                <c:pt idx="1338">
                  <c:v>44151</c:v>
                </c:pt>
                <c:pt idx="1339">
                  <c:v>44152</c:v>
                </c:pt>
                <c:pt idx="1340">
                  <c:v>44153</c:v>
                </c:pt>
                <c:pt idx="1341">
                  <c:v>44154</c:v>
                </c:pt>
                <c:pt idx="1342">
                  <c:v>44155</c:v>
                </c:pt>
                <c:pt idx="1343">
                  <c:v>44158</c:v>
                </c:pt>
                <c:pt idx="1344">
                  <c:v>44159</c:v>
                </c:pt>
                <c:pt idx="1345">
                  <c:v>44160</c:v>
                </c:pt>
                <c:pt idx="1346">
                  <c:v>44161</c:v>
                </c:pt>
                <c:pt idx="1347">
                  <c:v>44162</c:v>
                </c:pt>
                <c:pt idx="1348">
                  <c:v>44165</c:v>
                </c:pt>
                <c:pt idx="1349">
                  <c:v>44166</c:v>
                </c:pt>
                <c:pt idx="1350">
                  <c:v>44167</c:v>
                </c:pt>
                <c:pt idx="1351">
                  <c:v>44168</c:v>
                </c:pt>
                <c:pt idx="1352">
                  <c:v>44169</c:v>
                </c:pt>
                <c:pt idx="1353">
                  <c:v>44172</c:v>
                </c:pt>
                <c:pt idx="1354">
                  <c:v>44173</c:v>
                </c:pt>
                <c:pt idx="1355">
                  <c:v>44174</c:v>
                </c:pt>
                <c:pt idx="1356">
                  <c:v>44175</c:v>
                </c:pt>
                <c:pt idx="1357">
                  <c:v>44176</c:v>
                </c:pt>
                <c:pt idx="1358">
                  <c:v>44179</c:v>
                </c:pt>
                <c:pt idx="1359">
                  <c:v>44180</c:v>
                </c:pt>
                <c:pt idx="1360">
                  <c:v>44181</c:v>
                </c:pt>
                <c:pt idx="1361">
                  <c:v>44182</c:v>
                </c:pt>
                <c:pt idx="1362">
                  <c:v>44183</c:v>
                </c:pt>
                <c:pt idx="1363">
                  <c:v>44186</c:v>
                </c:pt>
                <c:pt idx="1364">
                  <c:v>44187</c:v>
                </c:pt>
                <c:pt idx="1365">
                  <c:v>44188</c:v>
                </c:pt>
                <c:pt idx="1366">
                  <c:v>44193</c:v>
                </c:pt>
                <c:pt idx="1367">
                  <c:v>44194</c:v>
                </c:pt>
                <c:pt idx="1368">
                  <c:v>44200</c:v>
                </c:pt>
                <c:pt idx="1369">
                  <c:v>44201</c:v>
                </c:pt>
                <c:pt idx="1370">
                  <c:v>44202</c:v>
                </c:pt>
                <c:pt idx="1371">
                  <c:v>44203</c:v>
                </c:pt>
                <c:pt idx="1372">
                  <c:v>44204</c:v>
                </c:pt>
                <c:pt idx="1373">
                  <c:v>44207</c:v>
                </c:pt>
                <c:pt idx="1374">
                  <c:v>44208</c:v>
                </c:pt>
                <c:pt idx="1375">
                  <c:v>44209</c:v>
                </c:pt>
                <c:pt idx="1376">
                  <c:v>44210</c:v>
                </c:pt>
                <c:pt idx="1377">
                  <c:v>44211</c:v>
                </c:pt>
                <c:pt idx="1378">
                  <c:v>44214</c:v>
                </c:pt>
                <c:pt idx="1379">
                  <c:v>44215</c:v>
                </c:pt>
                <c:pt idx="1380">
                  <c:v>44216</c:v>
                </c:pt>
                <c:pt idx="1381">
                  <c:v>44217</c:v>
                </c:pt>
                <c:pt idx="1382">
                  <c:v>44218</c:v>
                </c:pt>
                <c:pt idx="1383">
                  <c:v>44222</c:v>
                </c:pt>
                <c:pt idx="1384">
                  <c:v>44223</c:v>
                </c:pt>
                <c:pt idx="1385">
                  <c:v>44224</c:v>
                </c:pt>
                <c:pt idx="1386">
                  <c:v>44225</c:v>
                </c:pt>
                <c:pt idx="1387">
                  <c:v>44228</c:v>
                </c:pt>
                <c:pt idx="1388">
                  <c:v>44229</c:v>
                </c:pt>
                <c:pt idx="1389">
                  <c:v>44230</c:v>
                </c:pt>
                <c:pt idx="1390">
                  <c:v>44231</c:v>
                </c:pt>
                <c:pt idx="1391">
                  <c:v>44232</c:v>
                </c:pt>
                <c:pt idx="1392">
                  <c:v>44235</c:v>
                </c:pt>
                <c:pt idx="1393">
                  <c:v>44236</c:v>
                </c:pt>
                <c:pt idx="1394">
                  <c:v>44237</c:v>
                </c:pt>
                <c:pt idx="1395">
                  <c:v>44238</c:v>
                </c:pt>
                <c:pt idx="1396">
                  <c:v>44239</c:v>
                </c:pt>
                <c:pt idx="1397">
                  <c:v>44244</c:v>
                </c:pt>
                <c:pt idx="1398">
                  <c:v>44245</c:v>
                </c:pt>
                <c:pt idx="1399">
                  <c:v>44246</c:v>
                </c:pt>
                <c:pt idx="1400">
                  <c:v>44249</c:v>
                </c:pt>
                <c:pt idx="1401">
                  <c:v>44250</c:v>
                </c:pt>
                <c:pt idx="1402">
                  <c:v>44251</c:v>
                </c:pt>
                <c:pt idx="1403">
                  <c:v>44252</c:v>
                </c:pt>
                <c:pt idx="1404">
                  <c:v>44253</c:v>
                </c:pt>
                <c:pt idx="1405">
                  <c:v>44256</c:v>
                </c:pt>
                <c:pt idx="1406">
                  <c:v>44257</c:v>
                </c:pt>
                <c:pt idx="1407">
                  <c:v>44258</c:v>
                </c:pt>
                <c:pt idx="1408">
                  <c:v>44259</c:v>
                </c:pt>
                <c:pt idx="1409">
                  <c:v>44260</c:v>
                </c:pt>
                <c:pt idx="1410">
                  <c:v>44263</c:v>
                </c:pt>
                <c:pt idx="1411">
                  <c:v>44264</c:v>
                </c:pt>
                <c:pt idx="1412">
                  <c:v>44265</c:v>
                </c:pt>
                <c:pt idx="1413">
                  <c:v>44266</c:v>
                </c:pt>
                <c:pt idx="1414">
                  <c:v>44267</c:v>
                </c:pt>
                <c:pt idx="1415">
                  <c:v>44270</c:v>
                </c:pt>
                <c:pt idx="1416">
                  <c:v>44271</c:v>
                </c:pt>
                <c:pt idx="1417">
                  <c:v>44272</c:v>
                </c:pt>
                <c:pt idx="1418">
                  <c:v>44273</c:v>
                </c:pt>
                <c:pt idx="1419">
                  <c:v>44274</c:v>
                </c:pt>
                <c:pt idx="1420">
                  <c:v>44277</c:v>
                </c:pt>
                <c:pt idx="1421">
                  <c:v>44278</c:v>
                </c:pt>
                <c:pt idx="1422">
                  <c:v>44279</c:v>
                </c:pt>
                <c:pt idx="1423">
                  <c:v>44280</c:v>
                </c:pt>
                <c:pt idx="1424">
                  <c:v>44281</c:v>
                </c:pt>
                <c:pt idx="1425">
                  <c:v>44284</c:v>
                </c:pt>
                <c:pt idx="1426">
                  <c:v>44285</c:v>
                </c:pt>
                <c:pt idx="1427">
                  <c:v>44286</c:v>
                </c:pt>
                <c:pt idx="1428">
                  <c:v>44287</c:v>
                </c:pt>
                <c:pt idx="1429">
                  <c:v>44291</c:v>
                </c:pt>
                <c:pt idx="1430">
                  <c:v>44292</c:v>
                </c:pt>
                <c:pt idx="1431">
                  <c:v>44293</c:v>
                </c:pt>
                <c:pt idx="1432">
                  <c:v>44294</c:v>
                </c:pt>
                <c:pt idx="1433">
                  <c:v>44295</c:v>
                </c:pt>
                <c:pt idx="1434">
                  <c:v>44298</c:v>
                </c:pt>
                <c:pt idx="1435">
                  <c:v>44299</c:v>
                </c:pt>
                <c:pt idx="1436">
                  <c:v>44300</c:v>
                </c:pt>
                <c:pt idx="1437">
                  <c:v>44301</c:v>
                </c:pt>
                <c:pt idx="1438">
                  <c:v>44302</c:v>
                </c:pt>
                <c:pt idx="1439">
                  <c:v>44305</c:v>
                </c:pt>
                <c:pt idx="1440">
                  <c:v>44306</c:v>
                </c:pt>
                <c:pt idx="1441">
                  <c:v>44308</c:v>
                </c:pt>
                <c:pt idx="1442">
                  <c:v>44309</c:v>
                </c:pt>
                <c:pt idx="1443">
                  <c:v>44312</c:v>
                </c:pt>
                <c:pt idx="1444">
                  <c:v>44313</c:v>
                </c:pt>
                <c:pt idx="1445">
                  <c:v>44314</c:v>
                </c:pt>
                <c:pt idx="1446">
                  <c:v>44315</c:v>
                </c:pt>
                <c:pt idx="1447">
                  <c:v>44316</c:v>
                </c:pt>
                <c:pt idx="1448">
                  <c:v>44319</c:v>
                </c:pt>
                <c:pt idx="1449">
                  <c:v>44320</c:v>
                </c:pt>
                <c:pt idx="1450">
                  <c:v>44321</c:v>
                </c:pt>
                <c:pt idx="1451">
                  <c:v>44322</c:v>
                </c:pt>
                <c:pt idx="1452">
                  <c:v>44323</c:v>
                </c:pt>
                <c:pt idx="1453">
                  <c:v>44326</c:v>
                </c:pt>
                <c:pt idx="1454">
                  <c:v>44327</c:v>
                </c:pt>
                <c:pt idx="1455">
                  <c:v>44328</c:v>
                </c:pt>
                <c:pt idx="1456">
                  <c:v>44329</c:v>
                </c:pt>
                <c:pt idx="1457">
                  <c:v>44330</c:v>
                </c:pt>
                <c:pt idx="1458">
                  <c:v>44333</c:v>
                </c:pt>
                <c:pt idx="1459">
                  <c:v>44334</c:v>
                </c:pt>
                <c:pt idx="1460">
                  <c:v>44335</c:v>
                </c:pt>
                <c:pt idx="1461">
                  <c:v>44336</c:v>
                </c:pt>
                <c:pt idx="1462">
                  <c:v>44337</c:v>
                </c:pt>
                <c:pt idx="1463">
                  <c:v>44340</c:v>
                </c:pt>
                <c:pt idx="1464">
                  <c:v>44341</c:v>
                </c:pt>
                <c:pt idx="1465">
                  <c:v>44342</c:v>
                </c:pt>
                <c:pt idx="1466">
                  <c:v>44343</c:v>
                </c:pt>
                <c:pt idx="1467">
                  <c:v>44344</c:v>
                </c:pt>
                <c:pt idx="1468">
                  <c:v>44347</c:v>
                </c:pt>
                <c:pt idx="1469">
                  <c:v>44348</c:v>
                </c:pt>
                <c:pt idx="1470">
                  <c:v>44349</c:v>
                </c:pt>
                <c:pt idx="1471">
                  <c:v>44351</c:v>
                </c:pt>
                <c:pt idx="1472">
                  <c:v>44354</c:v>
                </c:pt>
                <c:pt idx="1473">
                  <c:v>44355</c:v>
                </c:pt>
                <c:pt idx="1474">
                  <c:v>44356</c:v>
                </c:pt>
                <c:pt idx="1475">
                  <c:v>44357</c:v>
                </c:pt>
                <c:pt idx="1476">
                  <c:v>44358</c:v>
                </c:pt>
                <c:pt idx="1477">
                  <c:v>44361</c:v>
                </c:pt>
                <c:pt idx="1478">
                  <c:v>44362</c:v>
                </c:pt>
                <c:pt idx="1479">
                  <c:v>44363</c:v>
                </c:pt>
                <c:pt idx="1480">
                  <c:v>44364</c:v>
                </c:pt>
                <c:pt idx="1481">
                  <c:v>44365</c:v>
                </c:pt>
                <c:pt idx="1482">
                  <c:v>44368</c:v>
                </c:pt>
                <c:pt idx="1483">
                  <c:v>44369</c:v>
                </c:pt>
                <c:pt idx="1484">
                  <c:v>44370</c:v>
                </c:pt>
                <c:pt idx="1485">
                  <c:v>44371</c:v>
                </c:pt>
                <c:pt idx="1486">
                  <c:v>44372</c:v>
                </c:pt>
                <c:pt idx="1487">
                  <c:v>44375</c:v>
                </c:pt>
                <c:pt idx="1488">
                  <c:v>44376</c:v>
                </c:pt>
                <c:pt idx="1489">
                  <c:v>44377</c:v>
                </c:pt>
                <c:pt idx="1490">
                  <c:v>44378</c:v>
                </c:pt>
                <c:pt idx="1491">
                  <c:v>44379</c:v>
                </c:pt>
                <c:pt idx="1492">
                  <c:v>44382</c:v>
                </c:pt>
                <c:pt idx="1493">
                  <c:v>44383</c:v>
                </c:pt>
                <c:pt idx="1494">
                  <c:v>44384</c:v>
                </c:pt>
                <c:pt idx="1495">
                  <c:v>44385</c:v>
                </c:pt>
                <c:pt idx="1496">
                  <c:v>44389</c:v>
                </c:pt>
                <c:pt idx="1497">
                  <c:v>44390</c:v>
                </c:pt>
                <c:pt idx="1498">
                  <c:v>44391</c:v>
                </c:pt>
                <c:pt idx="1499">
                  <c:v>44392</c:v>
                </c:pt>
                <c:pt idx="1500">
                  <c:v>44393</c:v>
                </c:pt>
                <c:pt idx="1501">
                  <c:v>44396</c:v>
                </c:pt>
                <c:pt idx="1502">
                  <c:v>44397</c:v>
                </c:pt>
                <c:pt idx="1503">
                  <c:v>44398</c:v>
                </c:pt>
                <c:pt idx="1504">
                  <c:v>44399</c:v>
                </c:pt>
                <c:pt idx="1505">
                  <c:v>44400</c:v>
                </c:pt>
                <c:pt idx="1506">
                  <c:v>44403</c:v>
                </c:pt>
                <c:pt idx="1507">
                  <c:v>44404</c:v>
                </c:pt>
                <c:pt idx="1508">
                  <c:v>44405</c:v>
                </c:pt>
                <c:pt idx="1509">
                  <c:v>44406</c:v>
                </c:pt>
                <c:pt idx="1510">
                  <c:v>44407</c:v>
                </c:pt>
                <c:pt idx="1511">
                  <c:v>44410</c:v>
                </c:pt>
                <c:pt idx="1512">
                  <c:v>44411</c:v>
                </c:pt>
                <c:pt idx="1513">
                  <c:v>44412</c:v>
                </c:pt>
                <c:pt idx="1514">
                  <c:v>44413</c:v>
                </c:pt>
                <c:pt idx="1515">
                  <c:v>44414</c:v>
                </c:pt>
                <c:pt idx="1516">
                  <c:v>44417</c:v>
                </c:pt>
                <c:pt idx="1517">
                  <c:v>44418</c:v>
                </c:pt>
                <c:pt idx="1518">
                  <c:v>44419</c:v>
                </c:pt>
                <c:pt idx="1519">
                  <c:v>44420</c:v>
                </c:pt>
                <c:pt idx="1520">
                  <c:v>44421</c:v>
                </c:pt>
                <c:pt idx="1521">
                  <c:v>44424</c:v>
                </c:pt>
                <c:pt idx="1522">
                  <c:v>44425</c:v>
                </c:pt>
                <c:pt idx="1523">
                  <c:v>44426</c:v>
                </c:pt>
                <c:pt idx="1524">
                  <c:v>44427</c:v>
                </c:pt>
                <c:pt idx="1525">
                  <c:v>44428</c:v>
                </c:pt>
                <c:pt idx="1526">
                  <c:v>44431</c:v>
                </c:pt>
                <c:pt idx="1527">
                  <c:v>44432</c:v>
                </c:pt>
                <c:pt idx="1528">
                  <c:v>44433</c:v>
                </c:pt>
                <c:pt idx="1529">
                  <c:v>44434</c:v>
                </c:pt>
                <c:pt idx="1530">
                  <c:v>44435</c:v>
                </c:pt>
                <c:pt idx="1531">
                  <c:v>44438</c:v>
                </c:pt>
                <c:pt idx="1532">
                  <c:v>44439</c:v>
                </c:pt>
                <c:pt idx="1533">
                  <c:v>44440</c:v>
                </c:pt>
                <c:pt idx="1534">
                  <c:v>44441</c:v>
                </c:pt>
                <c:pt idx="1535">
                  <c:v>44442</c:v>
                </c:pt>
                <c:pt idx="1536">
                  <c:v>44445</c:v>
                </c:pt>
                <c:pt idx="1537">
                  <c:v>44447</c:v>
                </c:pt>
                <c:pt idx="1538">
                  <c:v>44448</c:v>
                </c:pt>
                <c:pt idx="1539">
                  <c:v>44449</c:v>
                </c:pt>
                <c:pt idx="1540">
                  <c:v>44452</c:v>
                </c:pt>
                <c:pt idx="1541">
                  <c:v>44453</c:v>
                </c:pt>
                <c:pt idx="1542">
                  <c:v>44454</c:v>
                </c:pt>
                <c:pt idx="1543">
                  <c:v>44455</c:v>
                </c:pt>
                <c:pt idx="1544">
                  <c:v>44456</c:v>
                </c:pt>
                <c:pt idx="1545">
                  <c:v>44459</c:v>
                </c:pt>
                <c:pt idx="1546">
                  <c:v>44460</c:v>
                </c:pt>
                <c:pt idx="1547">
                  <c:v>44461</c:v>
                </c:pt>
                <c:pt idx="1548">
                  <c:v>44462</c:v>
                </c:pt>
                <c:pt idx="1549">
                  <c:v>44463</c:v>
                </c:pt>
                <c:pt idx="1550">
                  <c:v>44466</c:v>
                </c:pt>
                <c:pt idx="1551">
                  <c:v>44467</c:v>
                </c:pt>
                <c:pt idx="1552">
                  <c:v>44468</c:v>
                </c:pt>
                <c:pt idx="1553">
                  <c:v>44469</c:v>
                </c:pt>
                <c:pt idx="1554">
                  <c:v>44470</c:v>
                </c:pt>
                <c:pt idx="1555">
                  <c:v>44473</c:v>
                </c:pt>
                <c:pt idx="1556">
                  <c:v>44474</c:v>
                </c:pt>
                <c:pt idx="1557">
                  <c:v>44475</c:v>
                </c:pt>
                <c:pt idx="1558">
                  <c:v>44476</c:v>
                </c:pt>
                <c:pt idx="1559">
                  <c:v>44477</c:v>
                </c:pt>
                <c:pt idx="1560">
                  <c:v>44480</c:v>
                </c:pt>
                <c:pt idx="1561">
                  <c:v>44482</c:v>
                </c:pt>
                <c:pt idx="1562">
                  <c:v>44483</c:v>
                </c:pt>
                <c:pt idx="1563">
                  <c:v>44484</c:v>
                </c:pt>
                <c:pt idx="1564">
                  <c:v>44487</c:v>
                </c:pt>
                <c:pt idx="1565">
                  <c:v>44488</c:v>
                </c:pt>
                <c:pt idx="1566">
                  <c:v>44489</c:v>
                </c:pt>
                <c:pt idx="1567">
                  <c:v>44490</c:v>
                </c:pt>
                <c:pt idx="1568">
                  <c:v>44491</c:v>
                </c:pt>
                <c:pt idx="1569">
                  <c:v>44494</c:v>
                </c:pt>
                <c:pt idx="1570">
                  <c:v>44495</c:v>
                </c:pt>
                <c:pt idx="1571">
                  <c:v>44496</c:v>
                </c:pt>
                <c:pt idx="1572">
                  <c:v>44497</c:v>
                </c:pt>
                <c:pt idx="1573">
                  <c:v>44498</c:v>
                </c:pt>
                <c:pt idx="1574">
                  <c:v>44501</c:v>
                </c:pt>
                <c:pt idx="1575">
                  <c:v>44503</c:v>
                </c:pt>
                <c:pt idx="1576">
                  <c:v>44504</c:v>
                </c:pt>
                <c:pt idx="1577">
                  <c:v>44505</c:v>
                </c:pt>
                <c:pt idx="1578">
                  <c:v>44508</c:v>
                </c:pt>
                <c:pt idx="1579">
                  <c:v>44509</c:v>
                </c:pt>
                <c:pt idx="1580">
                  <c:v>44510</c:v>
                </c:pt>
                <c:pt idx="1581">
                  <c:v>44511</c:v>
                </c:pt>
                <c:pt idx="1582">
                  <c:v>44512</c:v>
                </c:pt>
                <c:pt idx="1583">
                  <c:v>44516</c:v>
                </c:pt>
                <c:pt idx="1584">
                  <c:v>44517</c:v>
                </c:pt>
                <c:pt idx="1585">
                  <c:v>44518</c:v>
                </c:pt>
                <c:pt idx="1586">
                  <c:v>44519</c:v>
                </c:pt>
                <c:pt idx="1587">
                  <c:v>44522</c:v>
                </c:pt>
                <c:pt idx="1588">
                  <c:v>44523</c:v>
                </c:pt>
                <c:pt idx="1589">
                  <c:v>44524</c:v>
                </c:pt>
                <c:pt idx="1590">
                  <c:v>44525</c:v>
                </c:pt>
                <c:pt idx="1591">
                  <c:v>44526</c:v>
                </c:pt>
                <c:pt idx="1592">
                  <c:v>44529</c:v>
                </c:pt>
                <c:pt idx="1593">
                  <c:v>44530</c:v>
                </c:pt>
                <c:pt idx="1594">
                  <c:v>44531</c:v>
                </c:pt>
                <c:pt idx="1595">
                  <c:v>44532</c:v>
                </c:pt>
                <c:pt idx="1596">
                  <c:v>44533</c:v>
                </c:pt>
                <c:pt idx="1597">
                  <c:v>44536</c:v>
                </c:pt>
                <c:pt idx="1598">
                  <c:v>44537</c:v>
                </c:pt>
                <c:pt idx="1599">
                  <c:v>44538</c:v>
                </c:pt>
                <c:pt idx="1600">
                  <c:v>44539</c:v>
                </c:pt>
                <c:pt idx="1601">
                  <c:v>44540</c:v>
                </c:pt>
                <c:pt idx="1602">
                  <c:v>44543</c:v>
                </c:pt>
                <c:pt idx="1603">
                  <c:v>44544</c:v>
                </c:pt>
                <c:pt idx="1604">
                  <c:v>44545</c:v>
                </c:pt>
                <c:pt idx="1605">
                  <c:v>44546</c:v>
                </c:pt>
                <c:pt idx="1606">
                  <c:v>44547</c:v>
                </c:pt>
                <c:pt idx="1607">
                  <c:v>44550</c:v>
                </c:pt>
                <c:pt idx="1608">
                  <c:v>44551</c:v>
                </c:pt>
                <c:pt idx="1609">
                  <c:v>44552</c:v>
                </c:pt>
                <c:pt idx="1610">
                  <c:v>44553</c:v>
                </c:pt>
                <c:pt idx="1611">
                  <c:v>44557</c:v>
                </c:pt>
                <c:pt idx="1612">
                  <c:v>44558</c:v>
                </c:pt>
                <c:pt idx="1613">
                  <c:v>44559</c:v>
                </c:pt>
                <c:pt idx="1614">
                  <c:v>44560</c:v>
                </c:pt>
                <c:pt idx="1615">
                  <c:v>44564</c:v>
                </c:pt>
                <c:pt idx="1616">
                  <c:v>44565</c:v>
                </c:pt>
                <c:pt idx="1617">
                  <c:v>44566</c:v>
                </c:pt>
                <c:pt idx="1618">
                  <c:v>44567</c:v>
                </c:pt>
                <c:pt idx="1619">
                  <c:v>44568</c:v>
                </c:pt>
                <c:pt idx="1620">
                  <c:v>44571</c:v>
                </c:pt>
                <c:pt idx="1621">
                  <c:v>44572</c:v>
                </c:pt>
                <c:pt idx="1622">
                  <c:v>44573</c:v>
                </c:pt>
                <c:pt idx="1623">
                  <c:v>44574</c:v>
                </c:pt>
                <c:pt idx="1624">
                  <c:v>44575</c:v>
                </c:pt>
                <c:pt idx="1625">
                  <c:v>44578</c:v>
                </c:pt>
                <c:pt idx="1626">
                  <c:v>44579</c:v>
                </c:pt>
                <c:pt idx="1627">
                  <c:v>44580</c:v>
                </c:pt>
                <c:pt idx="1628">
                  <c:v>44581</c:v>
                </c:pt>
                <c:pt idx="1629">
                  <c:v>44582</c:v>
                </c:pt>
                <c:pt idx="1630">
                  <c:v>44585</c:v>
                </c:pt>
                <c:pt idx="1631">
                  <c:v>44586</c:v>
                </c:pt>
                <c:pt idx="1632">
                  <c:v>44587</c:v>
                </c:pt>
                <c:pt idx="1633">
                  <c:v>44588</c:v>
                </c:pt>
                <c:pt idx="1634">
                  <c:v>44589</c:v>
                </c:pt>
                <c:pt idx="1635">
                  <c:v>44592</c:v>
                </c:pt>
                <c:pt idx="1636">
                  <c:v>44593</c:v>
                </c:pt>
                <c:pt idx="1637">
                  <c:v>44594</c:v>
                </c:pt>
                <c:pt idx="1638">
                  <c:v>44595</c:v>
                </c:pt>
                <c:pt idx="1639">
                  <c:v>44596</c:v>
                </c:pt>
                <c:pt idx="1640">
                  <c:v>44599</c:v>
                </c:pt>
                <c:pt idx="1641">
                  <c:v>44600</c:v>
                </c:pt>
                <c:pt idx="1642">
                  <c:v>44601</c:v>
                </c:pt>
                <c:pt idx="1643">
                  <c:v>44602</c:v>
                </c:pt>
                <c:pt idx="1644">
                  <c:v>44603</c:v>
                </c:pt>
                <c:pt idx="1645">
                  <c:v>44606</c:v>
                </c:pt>
                <c:pt idx="1646">
                  <c:v>44607</c:v>
                </c:pt>
                <c:pt idx="1647">
                  <c:v>44608</c:v>
                </c:pt>
                <c:pt idx="1648">
                  <c:v>44609</c:v>
                </c:pt>
                <c:pt idx="1649">
                  <c:v>44610</c:v>
                </c:pt>
                <c:pt idx="1650">
                  <c:v>44613</c:v>
                </c:pt>
                <c:pt idx="1651">
                  <c:v>44614</c:v>
                </c:pt>
                <c:pt idx="1652">
                  <c:v>44615</c:v>
                </c:pt>
                <c:pt idx="1653">
                  <c:v>44616</c:v>
                </c:pt>
                <c:pt idx="1654">
                  <c:v>44617</c:v>
                </c:pt>
                <c:pt idx="1655">
                  <c:v>44622</c:v>
                </c:pt>
                <c:pt idx="1656">
                  <c:v>44623</c:v>
                </c:pt>
                <c:pt idx="1657">
                  <c:v>44624</c:v>
                </c:pt>
                <c:pt idx="1658">
                  <c:v>44627</c:v>
                </c:pt>
                <c:pt idx="1659">
                  <c:v>44628</c:v>
                </c:pt>
                <c:pt idx="1660">
                  <c:v>44629</c:v>
                </c:pt>
                <c:pt idx="1661">
                  <c:v>44630</c:v>
                </c:pt>
                <c:pt idx="1662">
                  <c:v>44631</c:v>
                </c:pt>
                <c:pt idx="1663">
                  <c:v>44634</c:v>
                </c:pt>
                <c:pt idx="1664">
                  <c:v>44635</c:v>
                </c:pt>
                <c:pt idx="1665">
                  <c:v>44636</c:v>
                </c:pt>
                <c:pt idx="1666">
                  <c:v>44637</c:v>
                </c:pt>
                <c:pt idx="1667">
                  <c:v>44638</c:v>
                </c:pt>
                <c:pt idx="1668">
                  <c:v>44641</c:v>
                </c:pt>
                <c:pt idx="1669">
                  <c:v>44642</c:v>
                </c:pt>
                <c:pt idx="1670">
                  <c:v>44643</c:v>
                </c:pt>
                <c:pt idx="1671">
                  <c:v>44644</c:v>
                </c:pt>
                <c:pt idx="1672">
                  <c:v>44645</c:v>
                </c:pt>
                <c:pt idx="1673">
                  <c:v>44648</c:v>
                </c:pt>
                <c:pt idx="1674">
                  <c:v>44649</c:v>
                </c:pt>
                <c:pt idx="1675">
                  <c:v>44650</c:v>
                </c:pt>
                <c:pt idx="1676">
                  <c:v>44651</c:v>
                </c:pt>
                <c:pt idx="1677">
                  <c:v>44652</c:v>
                </c:pt>
                <c:pt idx="1678">
                  <c:v>44655</c:v>
                </c:pt>
                <c:pt idx="1679">
                  <c:v>44656</c:v>
                </c:pt>
                <c:pt idx="1680">
                  <c:v>44657</c:v>
                </c:pt>
                <c:pt idx="1681">
                  <c:v>44658</c:v>
                </c:pt>
                <c:pt idx="1682">
                  <c:v>44659</c:v>
                </c:pt>
                <c:pt idx="1683">
                  <c:v>44662</c:v>
                </c:pt>
                <c:pt idx="1684">
                  <c:v>44663</c:v>
                </c:pt>
                <c:pt idx="1685">
                  <c:v>44664</c:v>
                </c:pt>
                <c:pt idx="1686">
                  <c:v>44665</c:v>
                </c:pt>
                <c:pt idx="1687">
                  <c:v>44669</c:v>
                </c:pt>
                <c:pt idx="1688">
                  <c:v>44670</c:v>
                </c:pt>
                <c:pt idx="1689">
                  <c:v>44671</c:v>
                </c:pt>
                <c:pt idx="1690">
                  <c:v>44673</c:v>
                </c:pt>
                <c:pt idx="1691">
                  <c:v>44676</c:v>
                </c:pt>
                <c:pt idx="1692">
                  <c:v>44677</c:v>
                </c:pt>
                <c:pt idx="1693">
                  <c:v>44678</c:v>
                </c:pt>
                <c:pt idx="1694">
                  <c:v>44679</c:v>
                </c:pt>
                <c:pt idx="1695">
                  <c:v>44680</c:v>
                </c:pt>
                <c:pt idx="1696">
                  <c:v>44683</c:v>
                </c:pt>
                <c:pt idx="1697">
                  <c:v>44684</c:v>
                </c:pt>
                <c:pt idx="1698">
                  <c:v>44685</c:v>
                </c:pt>
                <c:pt idx="1699">
                  <c:v>44686</c:v>
                </c:pt>
                <c:pt idx="1700">
                  <c:v>44687</c:v>
                </c:pt>
                <c:pt idx="1701">
                  <c:v>44690</c:v>
                </c:pt>
                <c:pt idx="1702">
                  <c:v>44691</c:v>
                </c:pt>
                <c:pt idx="1703">
                  <c:v>44692</c:v>
                </c:pt>
                <c:pt idx="1704">
                  <c:v>44693</c:v>
                </c:pt>
                <c:pt idx="1705">
                  <c:v>44694</c:v>
                </c:pt>
                <c:pt idx="1706">
                  <c:v>44697</c:v>
                </c:pt>
                <c:pt idx="1707">
                  <c:v>44698</c:v>
                </c:pt>
                <c:pt idx="1708">
                  <c:v>44699</c:v>
                </c:pt>
                <c:pt idx="1709">
                  <c:v>44700</c:v>
                </c:pt>
                <c:pt idx="1710">
                  <c:v>44701</c:v>
                </c:pt>
                <c:pt idx="1711">
                  <c:v>44704</c:v>
                </c:pt>
                <c:pt idx="1712">
                  <c:v>44705</c:v>
                </c:pt>
                <c:pt idx="1713">
                  <c:v>44706</c:v>
                </c:pt>
                <c:pt idx="1714">
                  <c:v>44707</c:v>
                </c:pt>
                <c:pt idx="1715">
                  <c:v>44708</c:v>
                </c:pt>
                <c:pt idx="1716">
                  <c:v>44711</c:v>
                </c:pt>
                <c:pt idx="1717">
                  <c:v>44712</c:v>
                </c:pt>
                <c:pt idx="1718">
                  <c:v>44713</c:v>
                </c:pt>
                <c:pt idx="1719">
                  <c:v>44714</c:v>
                </c:pt>
                <c:pt idx="1720">
                  <c:v>44715</c:v>
                </c:pt>
                <c:pt idx="1721">
                  <c:v>44718</c:v>
                </c:pt>
                <c:pt idx="1722">
                  <c:v>44719</c:v>
                </c:pt>
                <c:pt idx="1723">
                  <c:v>44720</c:v>
                </c:pt>
                <c:pt idx="1724">
                  <c:v>44721</c:v>
                </c:pt>
                <c:pt idx="1725">
                  <c:v>44722</c:v>
                </c:pt>
                <c:pt idx="1726">
                  <c:v>44725</c:v>
                </c:pt>
                <c:pt idx="1727">
                  <c:v>44726</c:v>
                </c:pt>
                <c:pt idx="1728">
                  <c:v>44727</c:v>
                </c:pt>
                <c:pt idx="1729">
                  <c:v>44729</c:v>
                </c:pt>
                <c:pt idx="1730">
                  <c:v>44732</c:v>
                </c:pt>
                <c:pt idx="1731">
                  <c:v>44733</c:v>
                </c:pt>
                <c:pt idx="1732">
                  <c:v>44734</c:v>
                </c:pt>
                <c:pt idx="1733">
                  <c:v>44735</c:v>
                </c:pt>
                <c:pt idx="1734">
                  <c:v>44736</c:v>
                </c:pt>
                <c:pt idx="1735">
                  <c:v>44739</c:v>
                </c:pt>
                <c:pt idx="1736">
                  <c:v>44740</c:v>
                </c:pt>
                <c:pt idx="1737">
                  <c:v>44741</c:v>
                </c:pt>
                <c:pt idx="1738">
                  <c:v>44742</c:v>
                </c:pt>
                <c:pt idx="1739">
                  <c:v>44743</c:v>
                </c:pt>
                <c:pt idx="1740">
                  <c:v>44746</c:v>
                </c:pt>
                <c:pt idx="1741">
                  <c:v>44747</c:v>
                </c:pt>
                <c:pt idx="1742">
                  <c:v>44748</c:v>
                </c:pt>
                <c:pt idx="1743">
                  <c:v>44749</c:v>
                </c:pt>
                <c:pt idx="1744">
                  <c:v>44750</c:v>
                </c:pt>
                <c:pt idx="1745">
                  <c:v>44753</c:v>
                </c:pt>
                <c:pt idx="1746">
                  <c:v>44754</c:v>
                </c:pt>
                <c:pt idx="1747">
                  <c:v>44755</c:v>
                </c:pt>
                <c:pt idx="1748">
                  <c:v>44756</c:v>
                </c:pt>
                <c:pt idx="1749">
                  <c:v>44757</c:v>
                </c:pt>
                <c:pt idx="1750">
                  <c:v>44760</c:v>
                </c:pt>
                <c:pt idx="1751">
                  <c:v>44761</c:v>
                </c:pt>
                <c:pt idx="1752">
                  <c:v>44762</c:v>
                </c:pt>
                <c:pt idx="1753">
                  <c:v>44763</c:v>
                </c:pt>
                <c:pt idx="1754">
                  <c:v>44764</c:v>
                </c:pt>
                <c:pt idx="1755">
                  <c:v>44767</c:v>
                </c:pt>
                <c:pt idx="1756">
                  <c:v>44768</c:v>
                </c:pt>
                <c:pt idx="1757">
                  <c:v>44769</c:v>
                </c:pt>
                <c:pt idx="1758">
                  <c:v>44770</c:v>
                </c:pt>
                <c:pt idx="1759">
                  <c:v>44771</c:v>
                </c:pt>
                <c:pt idx="1760">
                  <c:v>44774</c:v>
                </c:pt>
                <c:pt idx="1761">
                  <c:v>44775</c:v>
                </c:pt>
                <c:pt idx="1762">
                  <c:v>44776</c:v>
                </c:pt>
                <c:pt idx="1763">
                  <c:v>44777</c:v>
                </c:pt>
                <c:pt idx="1764">
                  <c:v>44778</c:v>
                </c:pt>
                <c:pt idx="1765">
                  <c:v>44781</c:v>
                </c:pt>
                <c:pt idx="1766">
                  <c:v>44782</c:v>
                </c:pt>
                <c:pt idx="1767">
                  <c:v>44783</c:v>
                </c:pt>
                <c:pt idx="1768">
                  <c:v>44784</c:v>
                </c:pt>
                <c:pt idx="1769">
                  <c:v>44785</c:v>
                </c:pt>
                <c:pt idx="1770">
                  <c:v>44788</c:v>
                </c:pt>
                <c:pt idx="1771">
                  <c:v>44789</c:v>
                </c:pt>
                <c:pt idx="1772">
                  <c:v>44790</c:v>
                </c:pt>
                <c:pt idx="1773">
                  <c:v>44791</c:v>
                </c:pt>
                <c:pt idx="1774">
                  <c:v>44792</c:v>
                </c:pt>
                <c:pt idx="1775">
                  <c:v>44795</c:v>
                </c:pt>
                <c:pt idx="1776">
                  <c:v>44796</c:v>
                </c:pt>
                <c:pt idx="1777">
                  <c:v>44797</c:v>
                </c:pt>
                <c:pt idx="1778">
                  <c:v>44798</c:v>
                </c:pt>
                <c:pt idx="1779">
                  <c:v>44799</c:v>
                </c:pt>
                <c:pt idx="1780">
                  <c:v>44802</c:v>
                </c:pt>
                <c:pt idx="1781">
                  <c:v>44803</c:v>
                </c:pt>
                <c:pt idx="1782">
                  <c:v>44804</c:v>
                </c:pt>
                <c:pt idx="1783">
                  <c:v>44805</c:v>
                </c:pt>
                <c:pt idx="1784">
                  <c:v>44806</c:v>
                </c:pt>
                <c:pt idx="1785">
                  <c:v>44809</c:v>
                </c:pt>
                <c:pt idx="1786">
                  <c:v>44810</c:v>
                </c:pt>
                <c:pt idx="1787">
                  <c:v>44812</c:v>
                </c:pt>
                <c:pt idx="1788">
                  <c:v>44813</c:v>
                </c:pt>
                <c:pt idx="1789">
                  <c:v>44816</c:v>
                </c:pt>
                <c:pt idx="1790">
                  <c:v>44817</c:v>
                </c:pt>
                <c:pt idx="1791">
                  <c:v>44818</c:v>
                </c:pt>
                <c:pt idx="1792">
                  <c:v>44819</c:v>
                </c:pt>
                <c:pt idx="1793">
                  <c:v>44820</c:v>
                </c:pt>
                <c:pt idx="1794">
                  <c:v>44823</c:v>
                </c:pt>
                <c:pt idx="1795">
                  <c:v>44824</c:v>
                </c:pt>
                <c:pt idx="1796">
                  <c:v>44825</c:v>
                </c:pt>
                <c:pt idx="1797">
                  <c:v>44826</c:v>
                </c:pt>
                <c:pt idx="1798">
                  <c:v>44827</c:v>
                </c:pt>
                <c:pt idx="1799">
                  <c:v>44830</c:v>
                </c:pt>
                <c:pt idx="1800">
                  <c:v>44831</c:v>
                </c:pt>
                <c:pt idx="1801">
                  <c:v>44832</c:v>
                </c:pt>
                <c:pt idx="1802">
                  <c:v>44833</c:v>
                </c:pt>
                <c:pt idx="1803">
                  <c:v>44834</c:v>
                </c:pt>
                <c:pt idx="1804">
                  <c:v>44837</c:v>
                </c:pt>
                <c:pt idx="1805">
                  <c:v>44838</c:v>
                </c:pt>
                <c:pt idx="1806">
                  <c:v>44839</c:v>
                </c:pt>
                <c:pt idx="1807">
                  <c:v>44840</c:v>
                </c:pt>
                <c:pt idx="1808">
                  <c:v>44841</c:v>
                </c:pt>
                <c:pt idx="1809">
                  <c:v>44844</c:v>
                </c:pt>
                <c:pt idx="1810">
                  <c:v>44845</c:v>
                </c:pt>
                <c:pt idx="1811">
                  <c:v>44847</c:v>
                </c:pt>
                <c:pt idx="1812">
                  <c:v>44848</c:v>
                </c:pt>
                <c:pt idx="1813">
                  <c:v>44851</c:v>
                </c:pt>
                <c:pt idx="1814">
                  <c:v>44852</c:v>
                </c:pt>
                <c:pt idx="1815">
                  <c:v>44853</c:v>
                </c:pt>
                <c:pt idx="1816">
                  <c:v>44854</c:v>
                </c:pt>
                <c:pt idx="1817">
                  <c:v>44855</c:v>
                </c:pt>
                <c:pt idx="1818">
                  <c:v>44858</c:v>
                </c:pt>
                <c:pt idx="1819">
                  <c:v>44859</c:v>
                </c:pt>
                <c:pt idx="1820">
                  <c:v>44860</c:v>
                </c:pt>
                <c:pt idx="1821">
                  <c:v>44861</c:v>
                </c:pt>
                <c:pt idx="1822">
                  <c:v>44862</c:v>
                </c:pt>
                <c:pt idx="1823">
                  <c:v>44865</c:v>
                </c:pt>
                <c:pt idx="1824">
                  <c:v>44866</c:v>
                </c:pt>
                <c:pt idx="1825">
                  <c:v>44868</c:v>
                </c:pt>
                <c:pt idx="1826">
                  <c:v>44869</c:v>
                </c:pt>
                <c:pt idx="1827">
                  <c:v>44872</c:v>
                </c:pt>
                <c:pt idx="1828">
                  <c:v>44873</c:v>
                </c:pt>
                <c:pt idx="1829">
                  <c:v>44874</c:v>
                </c:pt>
                <c:pt idx="1830">
                  <c:v>44875</c:v>
                </c:pt>
                <c:pt idx="1831">
                  <c:v>44876</c:v>
                </c:pt>
                <c:pt idx="1832">
                  <c:v>44879</c:v>
                </c:pt>
                <c:pt idx="1833">
                  <c:v>44881</c:v>
                </c:pt>
                <c:pt idx="1834">
                  <c:v>44882</c:v>
                </c:pt>
                <c:pt idx="1835">
                  <c:v>44883</c:v>
                </c:pt>
                <c:pt idx="1836">
                  <c:v>44886</c:v>
                </c:pt>
                <c:pt idx="1837">
                  <c:v>44887</c:v>
                </c:pt>
                <c:pt idx="1838">
                  <c:v>44888</c:v>
                </c:pt>
                <c:pt idx="1839">
                  <c:v>44889</c:v>
                </c:pt>
                <c:pt idx="1840">
                  <c:v>44890</c:v>
                </c:pt>
                <c:pt idx="1841">
                  <c:v>44893</c:v>
                </c:pt>
                <c:pt idx="1842">
                  <c:v>44894</c:v>
                </c:pt>
                <c:pt idx="1843">
                  <c:v>44895</c:v>
                </c:pt>
                <c:pt idx="1844">
                  <c:v>44896</c:v>
                </c:pt>
                <c:pt idx="1845">
                  <c:v>44897</c:v>
                </c:pt>
                <c:pt idx="1846">
                  <c:v>44900</c:v>
                </c:pt>
                <c:pt idx="1847">
                  <c:v>44901</c:v>
                </c:pt>
                <c:pt idx="1848">
                  <c:v>44902</c:v>
                </c:pt>
                <c:pt idx="1849">
                  <c:v>44903</c:v>
                </c:pt>
                <c:pt idx="1850">
                  <c:v>44904</c:v>
                </c:pt>
                <c:pt idx="1851">
                  <c:v>44907</c:v>
                </c:pt>
                <c:pt idx="1852">
                  <c:v>44908</c:v>
                </c:pt>
                <c:pt idx="1853">
                  <c:v>44909</c:v>
                </c:pt>
                <c:pt idx="1854">
                  <c:v>44910</c:v>
                </c:pt>
                <c:pt idx="1855">
                  <c:v>44911</c:v>
                </c:pt>
                <c:pt idx="1856">
                  <c:v>44914</c:v>
                </c:pt>
                <c:pt idx="1857">
                  <c:v>44915</c:v>
                </c:pt>
                <c:pt idx="1858">
                  <c:v>44916</c:v>
                </c:pt>
                <c:pt idx="1859">
                  <c:v>44917</c:v>
                </c:pt>
                <c:pt idx="1860">
                  <c:v>44918</c:v>
                </c:pt>
                <c:pt idx="1861">
                  <c:v>44921</c:v>
                </c:pt>
                <c:pt idx="1862">
                  <c:v>44922</c:v>
                </c:pt>
                <c:pt idx="1863">
                  <c:v>44923</c:v>
                </c:pt>
                <c:pt idx="1864">
                  <c:v>44924</c:v>
                </c:pt>
                <c:pt idx="1865">
                  <c:v>44928</c:v>
                </c:pt>
                <c:pt idx="1866">
                  <c:v>44929</c:v>
                </c:pt>
                <c:pt idx="1867">
                  <c:v>44930</c:v>
                </c:pt>
                <c:pt idx="1868">
                  <c:v>44931</c:v>
                </c:pt>
                <c:pt idx="1869">
                  <c:v>44932</c:v>
                </c:pt>
                <c:pt idx="1870">
                  <c:v>44935</c:v>
                </c:pt>
                <c:pt idx="1871">
                  <c:v>44936</c:v>
                </c:pt>
                <c:pt idx="1872">
                  <c:v>44937</c:v>
                </c:pt>
                <c:pt idx="1873">
                  <c:v>44938</c:v>
                </c:pt>
                <c:pt idx="1874">
                  <c:v>44939</c:v>
                </c:pt>
                <c:pt idx="1875">
                  <c:v>44942</c:v>
                </c:pt>
                <c:pt idx="1876">
                  <c:v>44943</c:v>
                </c:pt>
                <c:pt idx="1877">
                  <c:v>44944</c:v>
                </c:pt>
                <c:pt idx="1878">
                  <c:v>44945</c:v>
                </c:pt>
                <c:pt idx="1879">
                  <c:v>44946</c:v>
                </c:pt>
                <c:pt idx="1880">
                  <c:v>44949</c:v>
                </c:pt>
                <c:pt idx="1881">
                  <c:v>44950</c:v>
                </c:pt>
                <c:pt idx="1882">
                  <c:v>44951</c:v>
                </c:pt>
                <c:pt idx="1883">
                  <c:v>44952</c:v>
                </c:pt>
                <c:pt idx="1884">
                  <c:v>44953</c:v>
                </c:pt>
                <c:pt idx="1885">
                  <c:v>44956</c:v>
                </c:pt>
                <c:pt idx="1886">
                  <c:v>44957</c:v>
                </c:pt>
                <c:pt idx="1887">
                  <c:v>44958</c:v>
                </c:pt>
                <c:pt idx="1888">
                  <c:v>44959</c:v>
                </c:pt>
                <c:pt idx="1889">
                  <c:v>44960</c:v>
                </c:pt>
                <c:pt idx="1890">
                  <c:v>44963</c:v>
                </c:pt>
                <c:pt idx="1891">
                  <c:v>44964</c:v>
                </c:pt>
                <c:pt idx="1892">
                  <c:v>44965</c:v>
                </c:pt>
                <c:pt idx="1893">
                  <c:v>44966</c:v>
                </c:pt>
                <c:pt idx="1894">
                  <c:v>44967</c:v>
                </c:pt>
                <c:pt idx="1895">
                  <c:v>44970</c:v>
                </c:pt>
                <c:pt idx="1896">
                  <c:v>44971</c:v>
                </c:pt>
                <c:pt idx="1897">
                  <c:v>44972</c:v>
                </c:pt>
                <c:pt idx="1898">
                  <c:v>44973</c:v>
                </c:pt>
                <c:pt idx="1899">
                  <c:v>44974</c:v>
                </c:pt>
                <c:pt idx="1900">
                  <c:v>44979</c:v>
                </c:pt>
                <c:pt idx="1901">
                  <c:v>44980</c:v>
                </c:pt>
                <c:pt idx="1902">
                  <c:v>44981</c:v>
                </c:pt>
                <c:pt idx="1903">
                  <c:v>44984</c:v>
                </c:pt>
                <c:pt idx="1904">
                  <c:v>44985</c:v>
                </c:pt>
                <c:pt idx="1905">
                  <c:v>44986</c:v>
                </c:pt>
                <c:pt idx="1906">
                  <c:v>44987</c:v>
                </c:pt>
                <c:pt idx="1907">
                  <c:v>44988</c:v>
                </c:pt>
                <c:pt idx="1908">
                  <c:v>44991</c:v>
                </c:pt>
                <c:pt idx="1909">
                  <c:v>44992</c:v>
                </c:pt>
                <c:pt idx="1910">
                  <c:v>44993</c:v>
                </c:pt>
                <c:pt idx="1911">
                  <c:v>44994</c:v>
                </c:pt>
                <c:pt idx="1912">
                  <c:v>44995</c:v>
                </c:pt>
                <c:pt idx="1913">
                  <c:v>44998</c:v>
                </c:pt>
                <c:pt idx="1914">
                  <c:v>44999</c:v>
                </c:pt>
                <c:pt idx="1915">
                  <c:v>45000</c:v>
                </c:pt>
                <c:pt idx="1916">
                  <c:v>45001</c:v>
                </c:pt>
                <c:pt idx="1917">
                  <c:v>45002</c:v>
                </c:pt>
                <c:pt idx="1918">
                  <c:v>45005</c:v>
                </c:pt>
                <c:pt idx="1919">
                  <c:v>45006</c:v>
                </c:pt>
                <c:pt idx="1920">
                  <c:v>45007</c:v>
                </c:pt>
                <c:pt idx="1921">
                  <c:v>45008</c:v>
                </c:pt>
                <c:pt idx="1922">
                  <c:v>45009</c:v>
                </c:pt>
                <c:pt idx="1923">
                  <c:v>45012</c:v>
                </c:pt>
                <c:pt idx="1924">
                  <c:v>45013</c:v>
                </c:pt>
                <c:pt idx="1925">
                  <c:v>45014</c:v>
                </c:pt>
                <c:pt idx="1926">
                  <c:v>45015</c:v>
                </c:pt>
                <c:pt idx="1927">
                  <c:v>45016</c:v>
                </c:pt>
                <c:pt idx="1928">
                  <c:v>45019</c:v>
                </c:pt>
                <c:pt idx="1929">
                  <c:v>45020</c:v>
                </c:pt>
                <c:pt idx="1930">
                  <c:v>45021</c:v>
                </c:pt>
                <c:pt idx="1931">
                  <c:v>45022</c:v>
                </c:pt>
                <c:pt idx="1932">
                  <c:v>45026</c:v>
                </c:pt>
                <c:pt idx="1933">
                  <c:v>45027</c:v>
                </c:pt>
                <c:pt idx="1934">
                  <c:v>45028</c:v>
                </c:pt>
                <c:pt idx="1935">
                  <c:v>45029</c:v>
                </c:pt>
                <c:pt idx="1936">
                  <c:v>45030</c:v>
                </c:pt>
                <c:pt idx="1937">
                  <c:v>45033</c:v>
                </c:pt>
                <c:pt idx="1938">
                  <c:v>45034</c:v>
                </c:pt>
                <c:pt idx="1939">
                  <c:v>45035</c:v>
                </c:pt>
                <c:pt idx="1940">
                  <c:v>45036</c:v>
                </c:pt>
                <c:pt idx="1941">
                  <c:v>45040</c:v>
                </c:pt>
                <c:pt idx="1942">
                  <c:v>45041</c:v>
                </c:pt>
                <c:pt idx="1943">
                  <c:v>45042</c:v>
                </c:pt>
                <c:pt idx="1944">
                  <c:v>45043</c:v>
                </c:pt>
                <c:pt idx="1945">
                  <c:v>45044</c:v>
                </c:pt>
                <c:pt idx="1946">
                  <c:v>45048</c:v>
                </c:pt>
                <c:pt idx="1947">
                  <c:v>45049</c:v>
                </c:pt>
                <c:pt idx="1948">
                  <c:v>45050</c:v>
                </c:pt>
                <c:pt idx="1949">
                  <c:v>45051</c:v>
                </c:pt>
                <c:pt idx="1950">
                  <c:v>45054</c:v>
                </c:pt>
                <c:pt idx="1951">
                  <c:v>45055</c:v>
                </c:pt>
                <c:pt idx="1952">
                  <c:v>45056</c:v>
                </c:pt>
                <c:pt idx="1953">
                  <c:v>45057</c:v>
                </c:pt>
                <c:pt idx="1954">
                  <c:v>45058</c:v>
                </c:pt>
                <c:pt idx="1955">
                  <c:v>45061</c:v>
                </c:pt>
                <c:pt idx="1956">
                  <c:v>45062</c:v>
                </c:pt>
                <c:pt idx="1957">
                  <c:v>45063</c:v>
                </c:pt>
                <c:pt idx="1958">
                  <c:v>45064</c:v>
                </c:pt>
                <c:pt idx="1959">
                  <c:v>45065</c:v>
                </c:pt>
                <c:pt idx="1960">
                  <c:v>45068</c:v>
                </c:pt>
                <c:pt idx="1961">
                  <c:v>45069</c:v>
                </c:pt>
                <c:pt idx="1962">
                  <c:v>45070</c:v>
                </c:pt>
                <c:pt idx="1963">
                  <c:v>45071</c:v>
                </c:pt>
                <c:pt idx="1964">
                  <c:v>45072</c:v>
                </c:pt>
                <c:pt idx="1965">
                  <c:v>45075</c:v>
                </c:pt>
                <c:pt idx="1966">
                  <c:v>45076</c:v>
                </c:pt>
                <c:pt idx="1967">
                  <c:v>45077</c:v>
                </c:pt>
                <c:pt idx="1968">
                  <c:v>45078</c:v>
                </c:pt>
                <c:pt idx="1969">
                  <c:v>45079</c:v>
                </c:pt>
                <c:pt idx="1970">
                  <c:v>45082</c:v>
                </c:pt>
                <c:pt idx="1971">
                  <c:v>45083</c:v>
                </c:pt>
                <c:pt idx="1972">
                  <c:v>45084</c:v>
                </c:pt>
                <c:pt idx="1973">
                  <c:v>45086</c:v>
                </c:pt>
                <c:pt idx="1974">
                  <c:v>45089</c:v>
                </c:pt>
                <c:pt idx="1975">
                  <c:v>45090</c:v>
                </c:pt>
                <c:pt idx="1976">
                  <c:v>45091</c:v>
                </c:pt>
                <c:pt idx="1977">
                  <c:v>45092</c:v>
                </c:pt>
                <c:pt idx="1978">
                  <c:v>45093</c:v>
                </c:pt>
                <c:pt idx="1979">
                  <c:v>45096</c:v>
                </c:pt>
                <c:pt idx="1980">
                  <c:v>45097</c:v>
                </c:pt>
                <c:pt idx="1981">
                  <c:v>45098</c:v>
                </c:pt>
                <c:pt idx="1982">
                  <c:v>45099</c:v>
                </c:pt>
                <c:pt idx="1983">
                  <c:v>45100</c:v>
                </c:pt>
                <c:pt idx="1984">
                  <c:v>45103</c:v>
                </c:pt>
                <c:pt idx="1985">
                  <c:v>45104</c:v>
                </c:pt>
                <c:pt idx="1986">
                  <c:v>45105</c:v>
                </c:pt>
                <c:pt idx="1987">
                  <c:v>45106</c:v>
                </c:pt>
                <c:pt idx="1988">
                  <c:v>45107</c:v>
                </c:pt>
                <c:pt idx="1989">
                  <c:v>45110</c:v>
                </c:pt>
                <c:pt idx="1990">
                  <c:v>45111</c:v>
                </c:pt>
                <c:pt idx="1991">
                  <c:v>45112</c:v>
                </c:pt>
                <c:pt idx="1992">
                  <c:v>45113</c:v>
                </c:pt>
                <c:pt idx="1993">
                  <c:v>45114</c:v>
                </c:pt>
                <c:pt idx="1994">
                  <c:v>45117</c:v>
                </c:pt>
                <c:pt idx="1995">
                  <c:v>45118</c:v>
                </c:pt>
                <c:pt idx="1996">
                  <c:v>45119</c:v>
                </c:pt>
                <c:pt idx="1997">
                  <c:v>45120</c:v>
                </c:pt>
                <c:pt idx="1998">
                  <c:v>45121</c:v>
                </c:pt>
                <c:pt idx="1999">
                  <c:v>45124</c:v>
                </c:pt>
                <c:pt idx="2000">
                  <c:v>45125</c:v>
                </c:pt>
                <c:pt idx="2001">
                  <c:v>45126</c:v>
                </c:pt>
                <c:pt idx="2002">
                  <c:v>45127</c:v>
                </c:pt>
                <c:pt idx="2003">
                  <c:v>45128</c:v>
                </c:pt>
                <c:pt idx="2004">
                  <c:v>45131</c:v>
                </c:pt>
                <c:pt idx="2005">
                  <c:v>45132</c:v>
                </c:pt>
                <c:pt idx="2006">
                  <c:v>45133</c:v>
                </c:pt>
                <c:pt idx="2007">
                  <c:v>45134</c:v>
                </c:pt>
                <c:pt idx="2008">
                  <c:v>45135</c:v>
                </c:pt>
                <c:pt idx="2009">
                  <c:v>45138</c:v>
                </c:pt>
                <c:pt idx="2010">
                  <c:v>45139</c:v>
                </c:pt>
                <c:pt idx="2011">
                  <c:v>45140</c:v>
                </c:pt>
                <c:pt idx="2012">
                  <c:v>45141</c:v>
                </c:pt>
                <c:pt idx="2013">
                  <c:v>45142</c:v>
                </c:pt>
                <c:pt idx="2014">
                  <c:v>45145</c:v>
                </c:pt>
                <c:pt idx="2015">
                  <c:v>45146</c:v>
                </c:pt>
                <c:pt idx="2016">
                  <c:v>45147</c:v>
                </c:pt>
                <c:pt idx="2017">
                  <c:v>45148</c:v>
                </c:pt>
                <c:pt idx="2018">
                  <c:v>45149</c:v>
                </c:pt>
                <c:pt idx="2019">
                  <c:v>45152</c:v>
                </c:pt>
                <c:pt idx="2020">
                  <c:v>45153</c:v>
                </c:pt>
                <c:pt idx="2021">
                  <c:v>45154</c:v>
                </c:pt>
                <c:pt idx="2022">
                  <c:v>45155</c:v>
                </c:pt>
                <c:pt idx="2023">
                  <c:v>45156</c:v>
                </c:pt>
                <c:pt idx="2024">
                  <c:v>45159</c:v>
                </c:pt>
                <c:pt idx="2025">
                  <c:v>45160</c:v>
                </c:pt>
                <c:pt idx="2026">
                  <c:v>45161</c:v>
                </c:pt>
                <c:pt idx="2027">
                  <c:v>45162</c:v>
                </c:pt>
                <c:pt idx="2028">
                  <c:v>45163</c:v>
                </c:pt>
                <c:pt idx="2029">
                  <c:v>45166</c:v>
                </c:pt>
                <c:pt idx="2030">
                  <c:v>45167</c:v>
                </c:pt>
                <c:pt idx="2031">
                  <c:v>45168</c:v>
                </c:pt>
                <c:pt idx="2032">
                  <c:v>45169</c:v>
                </c:pt>
                <c:pt idx="2033">
                  <c:v>45170</c:v>
                </c:pt>
                <c:pt idx="2034">
                  <c:v>45173</c:v>
                </c:pt>
                <c:pt idx="2035">
                  <c:v>45174</c:v>
                </c:pt>
                <c:pt idx="2036">
                  <c:v>45175</c:v>
                </c:pt>
                <c:pt idx="2037">
                  <c:v>45177</c:v>
                </c:pt>
                <c:pt idx="2038">
                  <c:v>45180</c:v>
                </c:pt>
                <c:pt idx="2039">
                  <c:v>45181</c:v>
                </c:pt>
                <c:pt idx="2040">
                  <c:v>45182</c:v>
                </c:pt>
                <c:pt idx="2041">
                  <c:v>45183</c:v>
                </c:pt>
                <c:pt idx="2042">
                  <c:v>45184</c:v>
                </c:pt>
                <c:pt idx="2043">
                  <c:v>45187</c:v>
                </c:pt>
                <c:pt idx="2044">
                  <c:v>45188</c:v>
                </c:pt>
                <c:pt idx="2045">
                  <c:v>45189</c:v>
                </c:pt>
                <c:pt idx="2046">
                  <c:v>45190</c:v>
                </c:pt>
                <c:pt idx="2047">
                  <c:v>45191</c:v>
                </c:pt>
                <c:pt idx="2048">
                  <c:v>45194</c:v>
                </c:pt>
                <c:pt idx="2049">
                  <c:v>45195</c:v>
                </c:pt>
                <c:pt idx="2050">
                  <c:v>45196</c:v>
                </c:pt>
                <c:pt idx="2051">
                  <c:v>45197</c:v>
                </c:pt>
                <c:pt idx="2052">
                  <c:v>45198</c:v>
                </c:pt>
                <c:pt idx="2053">
                  <c:v>45201</c:v>
                </c:pt>
                <c:pt idx="2054">
                  <c:v>45202</c:v>
                </c:pt>
                <c:pt idx="2055">
                  <c:v>45203</c:v>
                </c:pt>
                <c:pt idx="2056">
                  <c:v>45204</c:v>
                </c:pt>
                <c:pt idx="2057">
                  <c:v>45205</c:v>
                </c:pt>
                <c:pt idx="2058">
                  <c:v>45208</c:v>
                </c:pt>
                <c:pt idx="2059">
                  <c:v>45209</c:v>
                </c:pt>
                <c:pt idx="2060">
                  <c:v>45210</c:v>
                </c:pt>
                <c:pt idx="2061">
                  <c:v>45212</c:v>
                </c:pt>
                <c:pt idx="2062">
                  <c:v>45215</c:v>
                </c:pt>
                <c:pt idx="2063">
                  <c:v>45216</c:v>
                </c:pt>
                <c:pt idx="2064">
                  <c:v>45217</c:v>
                </c:pt>
                <c:pt idx="2065">
                  <c:v>45218</c:v>
                </c:pt>
                <c:pt idx="2066">
                  <c:v>45219</c:v>
                </c:pt>
                <c:pt idx="2067">
                  <c:v>45222</c:v>
                </c:pt>
                <c:pt idx="2068">
                  <c:v>45223</c:v>
                </c:pt>
                <c:pt idx="2069">
                  <c:v>45224</c:v>
                </c:pt>
                <c:pt idx="2070">
                  <c:v>45225</c:v>
                </c:pt>
                <c:pt idx="2071">
                  <c:v>45226</c:v>
                </c:pt>
                <c:pt idx="2072">
                  <c:v>45229</c:v>
                </c:pt>
                <c:pt idx="2073">
                  <c:v>45230</c:v>
                </c:pt>
                <c:pt idx="2074">
                  <c:v>45231</c:v>
                </c:pt>
                <c:pt idx="2075">
                  <c:v>45233</c:v>
                </c:pt>
                <c:pt idx="2076">
                  <c:v>45236</c:v>
                </c:pt>
                <c:pt idx="2077">
                  <c:v>45237</c:v>
                </c:pt>
                <c:pt idx="2078">
                  <c:v>45238</c:v>
                </c:pt>
                <c:pt idx="2079">
                  <c:v>45239</c:v>
                </c:pt>
                <c:pt idx="2080">
                  <c:v>45240</c:v>
                </c:pt>
                <c:pt idx="2081">
                  <c:v>45243</c:v>
                </c:pt>
                <c:pt idx="2082">
                  <c:v>45244</c:v>
                </c:pt>
                <c:pt idx="2083">
                  <c:v>45246</c:v>
                </c:pt>
                <c:pt idx="2084">
                  <c:v>45247</c:v>
                </c:pt>
                <c:pt idx="2085">
                  <c:v>45250</c:v>
                </c:pt>
                <c:pt idx="2086">
                  <c:v>45251</c:v>
                </c:pt>
                <c:pt idx="2087">
                  <c:v>45252</c:v>
                </c:pt>
                <c:pt idx="2088">
                  <c:v>45253</c:v>
                </c:pt>
                <c:pt idx="2089">
                  <c:v>45254</c:v>
                </c:pt>
                <c:pt idx="2090">
                  <c:v>45257</c:v>
                </c:pt>
                <c:pt idx="2091">
                  <c:v>45258</c:v>
                </c:pt>
                <c:pt idx="2092">
                  <c:v>45259</c:v>
                </c:pt>
                <c:pt idx="2093">
                  <c:v>45260</c:v>
                </c:pt>
                <c:pt idx="2094">
                  <c:v>45261</c:v>
                </c:pt>
                <c:pt idx="2095">
                  <c:v>45264</c:v>
                </c:pt>
                <c:pt idx="2096">
                  <c:v>45265</c:v>
                </c:pt>
                <c:pt idx="2097">
                  <c:v>45266</c:v>
                </c:pt>
                <c:pt idx="2098">
                  <c:v>45267</c:v>
                </c:pt>
                <c:pt idx="2099">
                  <c:v>45268</c:v>
                </c:pt>
                <c:pt idx="2100">
                  <c:v>45271</c:v>
                </c:pt>
                <c:pt idx="2101">
                  <c:v>45272</c:v>
                </c:pt>
                <c:pt idx="2102">
                  <c:v>45273</c:v>
                </c:pt>
                <c:pt idx="2103">
                  <c:v>45274</c:v>
                </c:pt>
                <c:pt idx="2104">
                  <c:v>45275</c:v>
                </c:pt>
                <c:pt idx="2105">
                  <c:v>45278</c:v>
                </c:pt>
                <c:pt idx="2106">
                  <c:v>45279</c:v>
                </c:pt>
                <c:pt idx="2107">
                  <c:v>45280</c:v>
                </c:pt>
                <c:pt idx="2108">
                  <c:v>45281</c:v>
                </c:pt>
                <c:pt idx="2109">
                  <c:v>45282</c:v>
                </c:pt>
                <c:pt idx="2110">
                  <c:v>45286</c:v>
                </c:pt>
                <c:pt idx="2111">
                  <c:v>45287</c:v>
                </c:pt>
                <c:pt idx="2112">
                  <c:v>45288</c:v>
                </c:pt>
                <c:pt idx="2113">
                  <c:v>45293</c:v>
                </c:pt>
                <c:pt idx="2114">
                  <c:v>45294</c:v>
                </c:pt>
                <c:pt idx="2115">
                  <c:v>45295</c:v>
                </c:pt>
                <c:pt idx="2116">
                  <c:v>45296</c:v>
                </c:pt>
                <c:pt idx="2117">
                  <c:v>45299</c:v>
                </c:pt>
                <c:pt idx="2118">
                  <c:v>45300</c:v>
                </c:pt>
                <c:pt idx="2119">
                  <c:v>45301</c:v>
                </c:pt>
                <c:pt idx="2120">
                  <c:v>45302</c:v>
                </c:pt>
                <c:pt idx="2121">
                  <c:v>45303</c:v>
                </c:pt>
                <c:pt idx="2122">
                  <c:v>45306</c:v>
                </c:pt>
                <c:pt idx="2123">
                  <c:v>45307</c:v>
                </c:pt>
                <c:pt idx="2124">
                  <c:v>45308</c:v>
                </c:pt>
                <c:pt idx="2125">
                  <c:v>45309</c:v>
                </c:pt>
                <c:pt idx="2126">
                  <c:v>45310</c:v>
                </c:pt>
                <c:pt idx="2127">
                  <c:v>45313</c:v>
                </c:pt>
                <c:pt idx="2128">
                  <c:v>45314</c:v>
                </c:pt>
                <c:pt idx="2129">
                  <c:v>45315</c:v>
                </c:pt>
                <c:pt idx="2130">
                  <c:v>45316</c:v>
                </c:pt>
                <c:pt idx="2131">
                  <c:v>45317</c:v>
                </c:pt>
                <c:pt idx="2132">
                  <c:v>45320</c:v>
                </c:pt>
                <c:pt idx="2133">
                  <c:v>45321</c:v>
                </c:pt>
                <c:pt idx="2134">
                  <c:v>45322</c:v>
                </c:pt>
                <c:pt idx="2135">
                  <c:v>45323</c:v>
                </c:pt>
                <c:pt idx="2136">
                  <c:v>45324</c:v>
                </c:pt>
                <c:pt idx="2137">
                  <c:v>45327</c:v>
                </c:pt>
                <c:pt idx="2138">
                  <c:v>45328</c:v>
                </c:pt>
                <c:pt idx="2139">
                  <c:v>45329</c:v>
                </c:pt>
                <c:pt idx="2140">
                  <c:v>45330</c:v>
                </c:pt>
                <c:pt idx="2141">
                  <c:v>45331</c:v>
                </c:pt>
                <c:pt idx="2142">
                  <c:v>45336</c:v>
                </c:pt>
                <c:pt idx="2143">
                  <c:v>45337</c:v>
                </c:pt>
                <c:pt idx="2144">
                  <c:v>45338</c:v>
                </c:pt>
                <c:pt idx="2145">
                  <c:v>45341</c:v>
                </c:pt>
                <c:pt idx="2146">
                  <c:v>45342</c:v>
                </c:pt>
                <c:pt idx="2147">
                  <c:v>45343</c:v>
                </c:pt>
                <c:pt idx="2148">
                  <c:v>45344</c:v>
                </c:pt>
                <c:pt idx="2149">
                  <c:v>45345</c:v>
                </c:pt>
                <c:pt idx="2150">
                  <c:v>45348</c:v>
                </c:pt>
                <c:pt idx="2151">
                  <c:v>45349</c:v>
                </c:pt>
                <c:pt idx="2152">
                  <c:v>45350</c:v>
                </c:pt>
                <c:pt idx="2153">
                  <c:v>45351</c:v>
                </c:pt>
                <c:pt idx="2154">
                  <c:v>45352</c:v>
                </c:pt>
                <c:pt idx="2155">
                  <c:v>45355</c:v>
                </c:pt>
                <c:pt idx="2156">
                  <c:v>45356</c:v>
                </c:pt>
                <c:pt idx="2157">
                  <c:v>45357</c:v>
                </c:pt>
                <c:pt idx="2158">
                  <c:v>45358</c:v>
                </c:pt>
                <c:pt idx="2159">
                  <c:v>45359</c:v>
                </c:pt>
                <c:pt idx="2160">
                  <c:v>45362</c:v>
                </c:pt>
                <c:pt idx="2161">
                  <c:v>45363</c:v>
                </c:pt>
                <c:pt idx="2162">
                  <c:v>45364</c:v>
                </c:pt>
                <c:pt idx="2163">
                  <c:v>45365</c:v>
                </c:pt>
                <c:pt idx="2164">
                  <c:v>45366</c:v>
                </c:pt>
                <c:pt idx="2165">
                  <c:v>45369</c:v>
                </c:pt>
                <c:pt idx="2166">
                  <c:v>45370</c:v>
                </c:pt>
                <c:pt idx="2167">
                  <c:v>45371</c:v>
                </c:pt>
                <c:pt idx="2168">
                  <c:v>45372</c:v>
                </c:pt>
                <c:pt idx="2169">
                  <c:v>45373</c:v>
                </c:pt>
                <c:pt idx="2170">
                  <c:v>45376</c:v>
                </c:pt>
                <c:pt idx="2171">
                  <c:v>45377</c:v>
                </c:pt>
                <c:pt idx="2172">
                  <c:v>45378</c:v>
                </c:pt>
                <c:pt idx="2173">
                  <c:v>45379</c:v>
                </c:pt>
                <c:pt idx="2174">
                  <c:v>45383</c:v>
                </c:pt>
                <c:pt idx="2175">
                  <c:v>45384</c:v>
                </c:pt>
                <c:pt idx="2176">
                  <c:v>45385</c:v>
                </c:pt>
                <c:pt idx="2177">
                  <c:v>45386</c:v>
                </c:pt>
                <c:pt idx="2178">
                  <c:v>45387</c:v>
                </c:pt>
                <c:pt idx="2179">
                  <c:v>45390</c:v>
                </c:pt>
                <c:pt idx="2180">
                  <c:v>45391</c:v>
                </c:pt>
                <c:pt idx="2181">
                  <c:v>45392</c:v>
                </c:pt>
                <c:pt idx="2182">
                  <c:v>45393</c:v>
                </c:pt>
                <c:pt idx="2183">
                  <c:v>45394</c:v>
                </c:pt>
                <c:pt idx="2184">
                  <c:v>45397</c:v>
                </c:pt>
                <c:pt idx="2185">
                  <c:v>45398</c:v>
                </c:pt>
                <c:pt idx="2186">
                  <c:v>45399</c:v>
                </c:pt>
                <c:pt idx="2187">
                  <c:v>45400</c:v>
                </c:pt>
                <c:pt idx="2188">
                  <c:v>45401</c:v>
                </c:pt>
                <c:pt idx="2189">
                  <c:v>45404</c:v>
                </c:pt>
                <c:pt idx="2190">
                  <c:v>45405</c:v>
                </c:pt>
                <c:pt idx="2191">
                  <c:v>45406</c:v>
                </c:pt>
                <c:pt idx="2192">
                  <c:v>45407</c:v>
                </c:pt>
                <c:pt idx="2193">
                  <c:v>45408</c:v>
                </c:pt>
                <c:pt idx="2194">
                  <c:v>45411</c:v>
                </c:pt>
                <c:pt idx="2195">
                  <c:v>45412</c:v>
                </c:pt>
                <c:pt idx="2196">
                  <c:v>45414</c:v>
                </c:pt>
                <c:pt idx="2197">
                  <c:v>45415</c:v>
                </c:pt>
                <c:pt idx="2198">
                  <c:v>45418</c:v>
                </c:pt>
                <c:pt idx="2199">
                  <c:v>45419</c:v>
                </c:pt>
                <c:pt idx="2200">
                  <c:v>45420</c:v>
                </c:pt>
                <c:pt idx="2201">
                  <c:v>45421</c:v>
                </c:pt>
                <c:pt idx="2202">
                  <c:v>45422</c:v>
                </c:pt>
                <c:pt idx="2203">
                  <c:v>45425</c:v>
                </c:pt>
                <c:pt idx="2204">
                  <c:v>45426</c:v>
                </c:pt>
                <c:pt idx="2205">
                  <c:v>45427</c:v>
                </c:pt>
                <c:pt idx="2206">
                  <c:v>45428</c:v>
                </c:pt>
                <c:pt idx="2207">
                  <c:v>45429</c:v>
                </c:pt>
                <c:pt idx="2208">
                  <c:v>45432</c:v>
                </c:pt>
                <c:pt idx="2209">
                  <c:v>45433</c:v>
                </c:pt>
                <c:pt idx="2210">
                  <c:v>45434</c:v>
                </c:pt>
                <c:pt idx="2211">
                  <c:v>45435</c:v>
                </c:pt>
                <c:pt idx="2212">
                  <c:v>45436</c:v>
                </c:pt>
                <c:pt idx="2213">
                  <c:v>45439</c:v>
                </c:pt>
                <c:pt idx="2214">
                  <c:v>45440</c:v>
                </c:pt>
                <c:pt idx="2215">
                  <c:v>45441</c:v>
                </c:pt>
                <c:pt idx="2216">
                  <c:v>45443</c:v>
                </c:pt>
                <c:pt idx="2217">
                  <c:v>45446</c:v>
                </c:pt>
                <c:pt idx="2218">
                  <c:v>45447</c:v>
                </c:pt>
                <c:pt idx="2219">
                  <c:v>45448</c:v>
                </c:pt>
                <c:pt idx="2220">
                  <c:v>45449</c:v>
                </c:pt>
                <c:pt idx="2221">
                  <c:v>45450</c:v>
                </c:pt>
                <c:pt idx="2222">
                  <c:v>45453</c:v>
                </c:pt>
                <c:pt idx="2223">
                  <c:v>45454</c:v>
                </c:pt>
                <c:pt idx="2224">
                  <c:v>45455</c:v>
                </c:pt>
                <c:pt idx="2225">
                  <c:v>45456</c:v>
                </c:pt>
                <c:pt idx="2226">
                  <c:v>45457</c:v>
                </c:pt>
                <c:pt idx="2227">
                  <c:v>45460</c:v>
                </c:pt>
                <c:pt idx="2228">
                  <c:v>45461</c:v>
                </c:pt>
                <c:pt idx="2229">
                  <c:v>45462</c:v>
                </c:pt>
                <c:pt idx="2230">
                  <c:v>45463</c:v>
                </c:pt>
                <c:pt idx="2231">
                  <c:v>45464</c:v>
                </c:pt>
                <c:pt idx="2232">
                  <c:v>45467</c:v>
                </c:pt>
                <c:pt idx="2233">
                  <c:v>45468</c:v>
                </c:pt>
                <c:pt idx="2234">
                  <c:v>45469</c:v>
                </c:pt>
                <c:pt idx="2235">
                  <c:v>45470</c:v>
                </c:pt>
                <c:pt idx="2236">
                  <c:v>45471</c:v>
                </c:pt>
                <c:pt idx="2237">
                  <c:v>45474</c:v>
                </c:pt>
                <c:pt idx="2238">
                  <c:v>45475</c:v>
                </c:pt>
                <c:pt idx="2239">
                  <c:v>45476</c:v>
                </c:pt>
                <c:pt idx="2240">
                  <c:v>45477</c:v>
                </c:pt>
                <c:pt idx="2241">
                  <c:v>45478</c:v>
                </c:pt>
                <c:pt idx="2242">
                  <c:v>45481</c:v>
                </c:pt>
                <c:pt idx="2243">
                  <c:v>45482</c:v>
                </c:pt>
                <c:pt idx="2244">
                  <c:v>45483</c:v>
                </c:pt>
                <c:pt idx="2245">
                  <c:v>45484</c:v>
                </c:pt>
                <c:pt idx="2246">
                  <c:v>45485</c:v>
                </c:pt>
                <c:pt idx="2247">
                  <c:v>45488</c:v>
                </c:pt>
                <c:pt idx="2248">
                  <c:v>45489</c:v>
                </c:pt>
                <c:pt idx="2249">
                  <c:v>45490</c:v>
                </c:pt>
                <c:pt idx="2250">
                  <c:v>45491</c:v>
                </c:pt>
                <c:pt idx="2251">
                  <c:v>45492</c:v>
                </c:pt>
                <c:pt idx="2252">
                  <c:v>45495</c:v>
                </c:pt>
                <c:pt idx="2253">
                  <c:v>45496</c:v>
                </c:pt>
                <c:pt idx="2254">
                  <c:v>45497</c:v>
                </c:pt>
                <c:pt idx="2255">
                  <c:v>45498</c:v>
                </c:pt>
                <c:pt idx="2256">
                  <c:v>45499</c:v>
                </c:pt>
                <c:pt idx="2257">
                  <c:v>45502</c:v>
                </c:pt>
                <c:pt idx="2258">
                  <c:v>45503</c:v>
                </c:pt>
                <c:pt idx="2259">
                  <c:v>45504</c:v>
                </c:pt>
                <c:pt idx="2260">
                  <c:v>45505</c:v>
                </c:pt>
                <c:pt idx="2261">
                  <c:v>45506</c:v>
                </c:pt>
                <c:pt idx="2262">
                  <c:v>45509</c:v>
                </c:pt>
                <c:pt idx="2263">
                  <c:v>45510</c:v>
                </c:pt>
                <c:pt idx="2264">
                  <c:v>45511</c:v>
                </c:pt>
                <c:pt idx="2265">
                  <c:v>45512</c:v>
                </c:pt>
                <c:pt idx="2266">
                  <c:v>45513</c:v>
                </c:pt>
                <c:pt idx="2267">
                  <c:v>45516</c:v>
                </c:pt>
                <c:pt idx="2268">
                  <c:v>45517</c:v>
                </c:pt>
                <c:pt idx="2269">
                  <c:v>45518</c:v>
                </c:pt>
                <c:pt idx="2270">
                  <c:v>45519</c:v>
                </c:pt>
                <c:pt idx="2271">
                  <c:v>45520</c:v>
                </c:pt>
                <c:pt idx="2272">
                  <c:v>45523</c:v>
                </c:pt>
                <c:pt idx="2273">
                  <c:v>45524</c:v>
                </c:pt>
                <c:pt idx="2274">
                  <c:v>45525</c:v>
                </c:pt>
                <c:pt idx="2275">
                  <c:v>45526</c:v>
                </c:pt>
                <c:pt idx="2276">
                  <c:v>45527</c:v>
                </c:pt>
                <c:pt idx="2277">
                  <c:v>45530</c:v>
                </c:pt>
                <c:pt idx="2278">
                  <c:v>45531</c:v>
                </c:pt>
                <c:pt idx="2279">
                  <c:v>45532</c:v>
                </c:pt>
                <c:pt idx="2280">
                  <c:v>45533</c:v>
                </c:pt>
                <c:pt idx="2281">
                  <c:v>45534</c:v>
                </c:pt>
                <c:pt idx="2282">
                  <c:v>45537</c:v>
                </c:pt>
                <c:pt idx="2283">
                  <c:v>45538</c:v>
                </c:pt>
                <c:pt idx="2284">
                  <c:v>45539</c:v>
                </c:pt>
                <c:pt idx="2285">
                  <c:v>45540</c:v>
                </c:pt>
                <c:pt idx="2286">
                  <c:v>45541</c:v>
                </c:pt>
                <c:pt idx="2287">
                  <c:v>45544</c:v>
                </c:pt>
                <c:pt idx="2288">
                  <c:v>45545</c:v>
                </c:pt>
                <c:pt idx="2289">
                  <c:v>45546</c:v>
                </c:pt>
                <c:pt idx="2290">
                  <c:v>45547</c:v>
                </c:pt>
                <c:pt idx="2291">
                  <c:v>45548</c:v>
                </c:pt>
                <c:pt idx="2292">
                  <c:v>45551</c:v>
                </c:pt>
                <c:pt idx="2293">
                  <c:v>45552</c:v>
                </c:pt>
                <c:pt idx="2294">
                  <c:v>45553</c:v>
                </c:pt>
                <c:pt idx="2295">
                  <c:v>45554</c:v>
                </c:pt>
                <c:pt idx="2296">
                  <c:v>45555</c:v>
                </c:pt>
                <c:pt idx="2297">
                  <c:v>45558</c:v>
                </c:pt>
                <c:pt idx="2298">
                  <c:v>45559</c:v>
                </c:pt>
                <c:pt idx="2299">
                  <c:v>45560</c:v>
                </c:pt>
                <c:pt idx="2300">
                  <c:v>45561</c:v>
                </c:pt>
                <c:pt idx="2301">
                  <c:v>45562</c:v>
                </c:pt>
                <c:pt idx="2302">
                  <c:v>45565</c:v>
                </c:pt>
                <c:pt idx="2303">
                  <c:v>45566</c:v>
                </c:pt>
                <c:pt idx="2304">
                  <c:v>45567</c:v>
                </c:pt>
                <c:pt idx="2305">
                  <c:v>45568</c:v>
                </c:pt>
                <c:pt idx="2306">
                  <c:v>45569</c:v>
                </c:pt>
                <c:pt idx="2307">
                  <c:v>45572</c:v>
                </c:pt>
                <c:pt idx="2308">
                  <c:v>45573</c:v>
                </c:pt>
                <c:pt idx="2309">
                  <c:v>45574</c:v>
                </c:pt>
                <c:pt idx="2310">
                  <c:v>45575</c:v>
                </c:pt>
                <c:pt idx="2311">
                  <c:v>45576</c:v>
                </c:pt>
                <c:pt idx="2312">
                  <c:v>45579</c:v>
                </c:pt>
                <c:pt idx="2313">
                  <c:v>45580</c:v>
                </c:pt>
                <c:pt idx="2314">
                  <c:v>45581</c:v>
                </c:pt>
                <c:pt idx="2315">
                  <c:v>45582</c:v>
                </c:pt>
                <c:pt idx="2316">
                  <c:v>45583</c:v>
                </c:pt>
                <c:pt idx="2317">
                  <c:v>45586</c:v>
                </c:pt>
                <c:pt idx="2318">
                  <c:v>45587</c:v>
                </c:pt>
                <c:pt idx="2319">
                  <c:v>45588</c:v>
                </c:pt>
                <c:pt idx="2320">
                  <c:v>45589</c:v>
                </c:pt>
                <c:pt idx="2321">
                  <c:v>45590</c:v>
                </c:pt>
                <c:pt idx="2322">
                  <c:v>45593</c:v>
                </c:pt>
                <c:pt idx="2323">
                  <c:v>45594</c:v>
                </c:pt>
                <c:pt idx="2324">
                  <c:v>45595</c:v>
                </c:pt>
                <c:pt idx="2325">
                  <c:v>45596</c:v>
                </c:pt>
                <c:pt idx="2326">
                  <c:v>45597</c:v>
                </c:pt>
                <c:pt idx="2327">
                  <c:v>45600</c:v>
                </c:pt>
                <c:pt idx="2328">
                  <c:v>45601</c:v>
                </c:pt>
                <c:pt idx="2329">
                  <c:v>45602</c:v>
                </c:pt>
                <c:pt idx="2330">
                  <c:v>45603</c:v>
                </c:pt>
                <c:pt idx="2331">
                  <c:v>45604</c:v>
                </c:pt>
                <c:pt idx="2332">
                  <c:v>45607</c:v>
                </c:pt>
                <c:pt idx="2333">
                  <c:v>45608</c:v>
                </c:pt>
                <c:pt idx="2334">
                  <c:v>45609</c:v>
                </c:pt>
                <c:pt idx="2335">
                  <c:v>45610</c:v>
                </c:pt>
                <c:pt idx="2336">
                  <c:v>45614</c:v>
                </c:pt>
                <c:pt idx="2337">
                  <c:v>45615</c:v>
                </c:pt>
                <c:pt idx="2338">
                  <c:v>45617</c:v>
                </c:pt>
                <c:pt idx="2339">
                  <c:v>45618</c:v>
                </c:pt>
                <c:pt idx="2340">
                  <c:v>45621</c:v>
                </c:pt>
                <c:pt idx="2341">
                  <c:v>45622</c:v>
                </c:pt>
                <c:pt idx="2342">
                  <c:v>45623</c:v>
                </c:pt>
                <c:pt idx="2343">
                  <c:v>45624</c:v>
                </c:pt>
                <c:pt idx="2344">
                  <c:v>45625</c:v>
                </c:pt>
                <c:pt idx="2345">
                  <c:v>45628</c:v>
                </c:pt>
                <c:pt idx="2346">
                  <c:v>45629</c:v>
                </c:pt>
                <c:pt idx="2347">
                  <c:v>45630</c:v>
                </c:pt>
                <c:pt idx="2348">
                  <c:v>45631</c:v>
                </c:pt>
                <c:pt idx="2349">
                  <c:v>45632</c:v>
                </c:pt>
                <c:pt idx="2350">
                  <c:v>45635</c:v>
                </c:pt>
                <c:pt idx="2351">
                  <c:v>45636</c:v>
                </c:pt>
                <c:pt idx="2352">
                  <c:v>45637</c:v>
                </c:pt>
                <c:pt idx="2353">
                  <c:v>45638</c:v>
                </c:pt>
                <c:pt idx="2354">
                  <c:v>45639</c:v>
                </c:pt>
                <c:pt idx="2355">
                  <c:v>45642</c:v>
                </c:pt>
                <c:pt idx="2356">
                  <c:v>45643</c:v>
                </c:pt>
                <c:pt idx="2357">
                  <c:v>45644</c:v>
                </c:pt>
                <c:pt idx="2358">
                  <c:v>45645</c:v>
                </c:pt>
                <c:pt idx="2359">
                  <c:v>45646</c:v>
                </c:pt>
                <c:pt idx="2360">
                  <c:v>45649</c:v>
                </c:pt>
                <c:pt idx="2361">
                  <c:v>45652</c:v>
                </c:pt>
                <c:pt idx="2362">
                  <c:v>45653</c:v>
                </c:pt>
                <c:pt idx="2363">
                  <c:v>45656</c:v>
                </c:pt>
                <c:pt idx="2364">
                  <c:v>45659</c:v>
                </c:pt>
                <c:pt idx="2365">
                  <c:v>45660</c:v>
                </c:pt>
                <c:pt idx="2366">
                  <c:v>45663</c:v>
                </c:pt>
                <c:pt idx="2367">
                  <c:v>45664</c:v>
                </c:pt>
                <c:pt idx="2368">
                  <c:v>45665</c:v>
                </c:pt>
                <c:pt idx="2369">
                  <c:v>45666</c:v>
                </c:pt>
                <c:pt idx="2370">
                  <c:v>45667</c:v>
                </c:pt>
                <c:pt idx="2371">
                  <c:v>45670</c:v>
                </c:pt>
                <c:pt idx="2372">
                  <c:v>45671</c:v>
                </c:pt>
                <c:pt idx="2373">
                  <c:v>45672</c:v>
                </c:pt>
                <c:pt idx="2374">
                  <c:v>45673</c:v>
                </c:pt>
                <c:pt idx="2375">
                  <c:v>45674</c:v>
                </c:pt>
                <c:pt idx="2376">
                  <c:v>45677</c:v>
                </c:pt>
                <c:pt idx="2377">
                  <c:v>45678</c:v>
                </c:pt>
                <c:pt idx="2378">
                  <c:v>45679</c:v>
                </c:pt>
                <c:pt idx="2379">
                  <c:v>45680</c:v>
                </c:pt>
                <c:pt idx="2380">
                  <c:v>45681</c:v>
                </c:pt>
                <c:pt idx="2381">
                  <c:v>45684</c:v>
                </c:pt>
                <c:pt idx="2382">
                  <c:v>45685</c:v>
                </c:pt>
                <c:pt idx="2383">
                  <c:v>45686</c:v>
                </c:pt>
                <c:pt idx="2384">
                  <c:v>45687</c:v>
                </c:pt>
                <c:pt idx="2385">
                  <c:v>45688</c:v>
                </c:pt>
                <c:pt idx="2386">
                  <c:v>45691</c:v>
                </c:pt>
                <c:pt idx="2387">
                  <c:v>45692</c:v>
                </c:pt>
                <c:pt idx="2388">
                  <c:v>45693</c:v>
                </c:pt>
                <c:pt idx="2389">
                  <c:v>45694</c:v>
                </c:pt>
                <c:pt idx="2390">
                  <c:v>45695</c:v>
                </c:pt>
                <c:pt idx="2391">
                  <c:v>45698</c:v>
                </c:pt>
                <c:pt idx="2392">
                  <c:v>45699</c:v>
                </c:pt>
                <c:pt idx="2393">
                  <c:v>45700</c:v>
                </c:pt>
                <c:pt idx="2394">
                  <c:v>45701</c:v>
                </c:pt>
                <c:pt idx="2395">
                  <c:v>45702</c:v>
                </c:pt>
                <c:pt idx="2396">
                  <c:v>45705</c:v>
                </c:pt>
                <c:pt idx="2397">
                  <c:v>45706</c:v>
                </c:pt>
                <c:pt idx="2398">
                  <c:v>45707</c:v>
                </c:pt>
                <c:pt idx="2399">
                  <c:v>45708</c:v>
                </c:pt>
                <c:pt idx="2400">
                  <c:v>45709</c:v>
                </c:pt>
                <c:pt idx="2401">
                  <c:v>45712</c:v>
                </c:pt>
                <c:pt idx="2402">
                  <c:v>45713</c:v>
                </c:pt>
                <c:pt idx="2403">
                  <c:v>45714</c:v>
                </c:pt>
                <c:pt idx="2404">
                  <c:v>45715</c:v>
                </c:pt>
                <c:pt idx="2405">
                  <c:v>45716</c:v>
                </c:pt>
                <c:pt idx="2406">
                  <c:v>45721</c:v>
                </c:pt>
                <c:pt idx="2407">
                  <c:v>45722</c:v>
                </c:pt>
                <c:pt idx="2408">
                  <c:v>45723</c:v>
                </c:pt>
                <c:pt idx="2409">
                  <c:v>45726</c:v>
                </c:pt>
                <c:pt idx="2410">
                  <c:v>45727</c:v>
                </c:pt>
                <c:pt idx="2411">
                  <c:v>45728</c:v>
                </c:pt>
                <c:pt idx="2412">
                  <c:v>45729</c:v>
                </c:pt>
                <c:pt idx="2413">
                  <c:v>45730</c:v>
                </c:pt>
                <c:pt idx="2414">
                  <c:v>45733</c:v>
                </c:pt>
                <c:pt idx="2415">
                  <c:v>45734</c:v>
                </c:pt>
                <c:pt idx="2416">
                  <c:v>45735</c:v>
                </c:pt>
                <c:pt idx="2417">
                  <c:v>45736</c:v>
                </c:pt>
                <c:pt idx="2418">
                  <c:v>45737</c:v>
                </c:pt>
                <c:pt idx="2419">
                  <c:v>45740</c:v>
                </c:pt>
                <c:pt idx="2420">
                  <c:v>45741</c:v>
                </c:pt>
                <c:pt idx="2421">
                  <c:v>45742</c:v>
                </c:pt>
                <c:pt idx="2422">
                  <c:v>45743</c:v>
                </c:pt>
                <c:pt idx="2423">
                  <c:v>45744</c:v>
                </c:pt>
                <c:pt idx="2424">
                  <c:v>45747</c:v>
                </c:pt>
                <c:pt idx="2425">
                  <c:v>45748</c:v>
                </c:pt>
                <c:pt idx="2426">
                  <c:v>45749</c:v>
                </c:pt>
                <c:pt idx="2427">
                  <c:v>45750</c:v>
                </c:pt>
                <c:pt idx="2428">
                  <c:v>45751</c:v>
                </c:pt>
                <c:pt idx="2429">
                  <c:v>45754</c:v>
                </c:pt>
                <c:pt idx="2430">
                  <c:v>45755</c:v>
                </c:pt>
                <c:pt idx="2431">
                  <c:v>45756</c:v>
                </c:pt>
                <c:pt idx="2432">
                  <c:v>45757</c:v>
                </c:pt>
                <c:pt idx="2433">
                  <c:v>45758</c:v>
                </c:pt>
                <c:pt idx="2434">
                  <c:v>45761</c:v>
                </c:pt>
                <c:pt idx="2435">
                  <c:v>45762</c:v>
                </c:pt>
                <c:pt idx="2436">
                  <c:v>45763</c:v>
                </c:pt>
                <c:pt idx="2437">
                  <c:v>45764</c:v>
                </c:pt>
                <c:pt idx="2438">
                  <c:v>45769</c:v>
                </c:pt>
                <c:pt idx="2439">
                  <c:v>45770</c:v>
                </c:pt>
                <c:pt idx="2440">
                  <c:v>45771</c:v>
                </c:pt>
                <c:pt idx="2441">
                  <c:v>45772</c:v>
                </c:pt>
                <c:pt idx="2442">
                  <c:v>45775</c:v>
                </c:pt>
                <c:pt idx="2443">
                  <c:v>45776</c:v>
                </c:pt>
                <c:pt idx="2444">
                  <c:v>45777</c:v>
                </c:pt>
                <c:pt idx="2445">
                  <c:v>45779</c:v>
                </c:pt>
                <c:pt idx="2446">
                  <c:v>45782</c:v>
                </c:pt>
                <c:pt idx="2447">
                  <c:v>45783</c:v>
                </c:pt>
                <c:pt idx="2448">
                  <c:v>45784</c:v>
                </c:pt>
                <c:pt idx="2449">
                  <c:v>45785</c:v>
                </c:pt>
                <c:pt idx="2450">
                  <c:v>45786</c:v>
                </c:pt>
                <c:pt idx="2451">
                  <c:v>45789</c:v>
                </c:pt>
                <c:pt idx="2452">
                  <c:v>45790</c:v>
                </c:pt>
                <c:pt idx="2453">
                  <c:v>45791</c:v>
                </c:pt>
                <c:pt idx="2454">
                  <c:v>45792</c:v>
                </c:pt>
                <c:pt idx="2455">
                  <c:v>45793</c:v>
                </c:pt>
                <c:pt idx="2456">
                  <c:v>45796</c:v>
                </c:pt>
                <c:pt idx="2457">
                  <c:v>45797</c:v>
                </c:pt>
                <c:pt idx="2458">
                  <c:v>45798</c:v>
                </c:pt>
                <c:pt idx="2459">
                  <c:v>45799</c:v>
                </c:pt>
                <c:pt idx="2460">
                  <c:v>45800</c:v>
                </c:pt>
                <c:pt idx="2461">
                  <c:v>45803</c:v>
                </c:pt>
                <c:pt idx="2462">
                  <c:v>45804</c:v>
                </c:pt>
                <c:pt idx="2463">
                  <c:v>45805</c:v>
                </c:pt>
                <c:pt idx="2464">
                  <c:v>45806</c:v>
                </c:pt>
                <c:pt idx="2465">
                  <c:v>45807</c:v>
                </c:pt>
                <c:pt idx="2466">
                  <c:v>45810</c:v>
                </c:pt>
                <c:pt idx="2467">
                  <c:v>45811</c:v>
                </c:pt>
                <c:pt idx="2468">
                  <c:v>45812</c:v>
                </c:pt>
                <c:pt idx="2469">
                  <c:v>45813</c:v>
                </c:pt>
                <c:pt idx="2470">
                  <c:v>45814</c:v>
                </c:pt>
                <c:pt idx="2471">
                  <c:v>45817</c:v>
                </c:pt>
                <c:pt idx="2472">
                  <c:v>45818</c:v>
                </c:pt>
                <c:pt idx="2473">
                  <c:v>45819</c:v>
                </c:pt>
                <c:pt idx="2474">
                  <c:v>45820</c:v>
                </c:pt>
                <c:pt idx="2475">
                  <c:v>45821</c:v>
                </c:pt>
                <c:pt idx="2476">
                  <c:v>45824</c:v>
                </c:pt>
                <c:pt idx="2477">
                  <c:v>45825</c:v>
                </c:pt>
                <c:pt idx="2478">
                  <c:v>45826</c:v>
                </c:pt>
                <c:pt idx="2479">
                  <c:v>45828</c:v>
                </c:pt>
                <c:pt idx="2480">
                  <c:v>45831</c:v>
                </c:pt>
                <c:pt idx="2481">
                  <c:v>45832</c:v>
                </c:pt>
                <c:pt idx="2482">
                  <c:v>45833</c:v>
                </c:pt>
                <c:pt idx="2483">
                  <c:v>45834</c:v>
                </c:pt>
                <c:pt idx="2484">
                  <c:v>45835</c:v>
                </c:pt>
                <c:pt idx="2485">
                  <c:v>45838</c:v>
                </c:pt>
                <c:pt idx="2486">
                  <c:v>45839</c:v>
                </c:pt>
                <c:pt idx="2487">
                  <c:v>45840</c:v>
                </c:pt>
                <c:pt idx="2488">
                  <c:v>45841</c:v>
                </c:pt>
                <c:pt idx="2489">
                  <c:v>45842</c:v>
                </c:pt>
                <c:pt idx="2490">
                  <c:v>45845</c:v>
                </c:pt>
                <c:pt idx="2491">
                  <c:v>45846</c:v>
                </c:pt>
                <c:pt idx="2492">
                  <c:v>45847</c:v>
                </c:pt>
                <c:pt idx="2493">
                  <c:v>45848</c:v>
                </c:pt>
                <c:pt idx="2494">
                  <c:v>45849</c:v>
                </c:pt>
                <c:pt idx="2495">
                  <c:v>45852</c:v>
                </c:pt>
                <c:pt idx="2496">
                  <c:v>45853</c:v>
                </c:pt>
                <c:pt idx="2497">
                  <c:v>45854</c:v>
                </c:pt>
                <c:pt idx="2498">
                  <c:v>45855</c:v>
                </c:pt>
                <c:pt idx="2499">
                  <c:v>45856</c:v>
                </c:pt>
                <c:pt idx="2500">
                  <c:v>45859</c:v>
                </c:pt>
                <c:pt idx="2501">
                  <c:v>45860</c:v>
                </c:pt>
                <c:pt idx="2502">
                  <c:v>45861</c:v>
                </c:pt>
                <c:pt idx="2503">
                  <c:v>45862</c:v>
                </c:pt>
                <c:pt idx="2504">
                  <c:v>45863</c:v>
                </c:pt>
                <c:pt idx="2505">
                  <c:v>45866</c:v>
                </c:pt>
                <c:pt idx="2506">
                  <c:v>45867</c:v>
                </c:pt>
                <c:pt idx="2507">
                  <c:v>45868</c:v>
                </c:pt>
                <c:pt idx="2508">
                  <c:v>45869</c:v>
                </c:pt>
                <c:pt idx="2509">
                  <c:v>45870</c:v>
                </c:pt>
                <c:pt idx="2510">
                  <c:v>45873</c:v>
                </c:pt>
                <c:pt idx="2511">
                  <c:v>45874</c:v>
                </c:pt>
                <c:pt idx="2512">
                  <c:v>45875</c:v>
                </c:pt>
                <c:pt idx="2513">
                  <c:v>45876</c:v>
                </c:pt>
                <c:pt idx="2514">
                  <c:v>45877</c:v>
                </c:pt>
                <c:pt idx="2515">
                  <c:v>45880</c:v>
                </c:pt>
                <c:pt idx="2516">
                  <c:v>45881</c:v>
                </c:pt>
                <c:pt idx="2517">
                  <c:v>45882</c:v>
                </c:pt>
                <c:pt idx="2518">
                  <c:v>45883</c:v>
                </c:pt>
                <c:pt idx="2519">
                  <c:v>45884</c:v>
                </c:pt>
                <c:pt idx="2520">
                  <c:v>45887</c:v>
                </c:pt>
                <c:pt idx="2521">
                  <c:v>45888</c:v>
                </c:pt>
                <c:pt idx="2522">
                  <c:v>45889</c:v>
                </c:pt>
                <c:pt idx="2523">
                  <c:v>45890</c:v>
                </c:pt>
                <c:pt idx="2524">
                  <c:v>45891</c:v>
                </c:pt>
                <c:pt idx="2525">
                  <c:v>45894</c:v>
                </c:pt>
                <c:pt idx="2526">
                  <c:v>45895</c:v>
                </c:pt>
                <c:pt idx="2527">
                  <c:v>45896</c:v>
                </c:pt>
                <c:pt idx="2528">
                  <c:v>45897</c:v>
                </c:pt>
                <c:pt idx="2529">
                  <c:v>45898</c:v>
                </c:pt>
                <c:pt idx="2530">
                  <c:v>45901</c:v>
                </c:pt>
                <c:pt idx="2531">
                  <c:v>45902</c:v>
                </c:pt>
                <c:pt idx="2532">
                  <c:v>45903</c:v>
                </c:pt>
                <c:pt idx="2533">
                  <c:v>45904</c:v>
                </c:pt>
                <c:pt idx="2534">
                  <c:v>45905</c:v>
                </c:pt>
                <c:pt idx="2535">
                  <c:v>45908</c:v>
                </c:pt>
                <c:pt idx="2536">
                  <c:v>45909</c:v>
                </c:pt>
                <c:pt idx="2537">
                  <c:v>45910</c:v>
                </c:pt>
                <c:pt idx="2538">
                  <c:v>45911</c:v>
                </c:pt>
                <c:pt idx="2539">
                  <c:v>45912</c:v>
                </c:pt>
                <c:pt idx="2540">
                  <c:v>45915</c:v>
                </c:pt>
                <c:pt idx="2541">
                  <c:v>45916</c:v>
                </c:pt>
                <c:pt idx="2542">
                  <c:v>45917</c:v>
                </c:pt>
                <c:pt idx="2543">
                  <c:v>45918</c:v>
                </c:pt>
                <c:pt idx="2544">
                  <c:v>45919</c:v>
                </c:pt>
                <c:pt idx="2545">
                  <c:v>45922</c:v>
                </c:pt>
                <c:pt idx="2546">
                  <c:v>45923</c:v>
                </c:pt>
                <c:pt idx="2547">
                  <c:v>45924</c:v>
                </c:pt>
                <c:pt idx="2548">
                  <c:v>45925</c:v>
                </c:pt>
                <c:pt idx="2549">
                  <c:v>45926</c:v>
                </c:pt>
                <c:pt idx="2550">
                  <c:v>45929</c:v>
                </c:pt>
                <c:pt idx="2551">
                  <c:v>45930</c:v>
                </c:pt>
                <c:pt idx="2552">
                  <c:v>45931</c:v>
                </c:pt>
                <c:pt idx="2553">
                  <c:v>45932</c:v>
                </c:pt>
                <c:pt idx="2554">
                  <c:v>45933</c:v>
                </c:pt>
                <c:pt idx="2555">
                  <c:v>45936</c:v>
                </c:pt>
                <c:pt idx="2556">
                  <c:v>45937</c:v>
                </c:pt>
                <c:pt idx="2557">
                  <c:v>45938</c:v>
                </c:pt>
                <c:pt idx="2558">
                  <c:v>45939</c:v>
                </c:pt>
                <c:pt idx="2559">
                  <c:v>45940</c:v>
                </c:pt>
                <c:pt idx="2560">
                  <c:v>45943</c:v>
                </c:pt>
                <c:pt idx="2561">
                  <c:v>45944</c:v>
                </c:pt>
                <c:pt idx="2562">
                  <c:v>45945</c:v>
                </c:pt>
                <c:pt idx="2563">
                  <c:v>45946</c:v>
                </c:pt>
                <c:pt idx="2564">
                  <c:v>45947</c:v>
                </c:pt>
                <c:pt idx="2565">
                  <c:v>45950</c:v>
                </c:pt>
                <c:pt idx="2566">
                  <c:v>45951</c:v>
                </c:pt>
                <c:pt idx="2567">
                  <c:v>45952</c:v>
                </c:pt>
                <c:pt idx="2568">
                  <c:v>45953</c:v>
                </c:pt>
                <c:pt idx="2569">
                  <c:v>45954</c:v>
                </c:pt>
                <c:pt idx="2570">
                  <c:v>45957</c:v>
                </c:pt>
                <c:pt idx="2571">
                  <c:v>45958</c:v>
                </c:pt>
                <c:pt idx="2572">
                  <c:v>45959</c:v>
                </c:pt>
                <c:pt idx="2573">
                  <c:v>45960</c:v>
                </c:pt>
                <c:pt idx="2574">
                  <c:v>45961</c:v>
                </c:pt>
                <c:pt idx="2575">
                  <c:v>45964</c:v>
                </c:pt>
                <c:pt idx="2576">
                  <c:v>45965</c:v>
                </c:pt>
                <c:pt idx="2577">
                  <c:v>45966</c:v>
                </c:pt>
                <c:pt idx="2578">
                  <c:v>45967</c:v>
                </c:pt>
                <c:pt idx="2579">
                  <c:v>45968</c:v>
                </c:pt>
                <c:pt idx="2580">
                  <c:v>45971</c:v>
                </c:pt>
                <c:pt idx="2581">
                  <c:v>45972</c:v>
                </c:pt>
                <c:pt idx="2582">
                  <c:v>45973</c:v>
                </c:pt>
                <c:pt idx="2583">
                  <c:v>45974</c:v>
                </c:pt>
                <c:pt idx="2584">
                  <c:v>45975</c:v>
                </c:pt>
                <c:pt idx="2585">
                  <c:v>45978</c:v>
                </c:pt>
                <c:pt idx="2586">
                  <c:v>45979</c:v>
                </c:pt>
                <c:pt idx="2587">
                  <c:v>45980</c:v>
                </c:pt>
                <c:pt idx="2588">
                  <c:v>45982</c:v>
                </c:pt>
                <c:pt idx="2589">
                  <c:v>45985</c:v>
                </c:pt>
                <c:pt idx="2590">
                  <c:v>45986</c:v>
                </c:pt>
                <c:pt idx="2591">
                  <c:v>45987</c:v>
                </c:pt>
                <c:pt idx="2592">
                  <c:v>45988</c:v>
                </c:pt>
                <c:pt idx="2593">
                  <c:v>45989</c:v>
                </c:pt>
                <c:pt idx="2594">
                  <c:v>45992</c:v>
                </c:pt>
                <c:pt idx="2595">
                  <c:v>45993</c:v>
                </c:pt>
                <c:pt idx="2596">
                  <c:v>45994</c:v>
                </c:pt>
                <c:pt idx="2597">
                  <c:v>45995</c:v>
                </c:pt>
                <c:pt idx="2598">
                  <c:v>45996</c:v>
                </c:pt>
                <c:pt idx="2599">
                  <c:v>45999</c:v>
                </c:pt>
                <c:pt idx="2600">
                  <c:v>46000</c:v>
                </c:pt>
                <c:pt idx="2601">
                  <c:v>46001</c:v>
                </c:pt>
                <c:pt idx="2602">
                  <c:v>46002</c:v>
                </c:pt>
                <c:pt idx="2603">
                  <c:v>46003</c:v>
                </c:pt>
                <c:pt idx="2604">
                  <c:v>46006</c:v>
                </c:pt>
                <c:pt idx="2605">
                  <c:v>46007</c:v>
                </c:pt>
                <c:pt idx="2606">
                  <c:v>46008</c:v>
                </c:pt>
                <c:pt idx="2607">
                  <c:v>46009</c:v>
                </c:pt>
                <c:pt idx="2608">
                  <c:v>46010</c:v>
                </c:pt>
                <c:pt idx="2609">
                  <c:v>46013</c:v>
                </c:pt>
                <c:pt idx="2610">
                  <c:v>46014</c:v>
                </c:pt>
                <c:pt idx="2611">
                  <c:v>46017</c:v>
                </c:pt>
                <c:pt idx="2612">
                  <c:v>46020</c:v>
                </c:pt>
                <c:pt idx="2613">
                  <c:v>46021</c:v>
                </c:pt>
                <c:pt idx="2614">
                  <c:v>46024</c:v>
                </c:pt>
                <c:pt idx="2615">
                  <c:v>46027</c:v>
                </c:pt>
                <c:pt idx="2616">
                  <c:v>46028</c:v>
                </c:pt>
                <c:pt idx="2617">
                  <c:v>46029</c:v>
                </c:pt>
                <c:pt idx="2618">
                  <c:v>46030</c:v>
                </c:pt>
                <c:pt idx="2619">
                  <c:v>46031</c:v>
                </c:pt>
                <c:pt idx="2620">
                  <c:v>46034</c:v>
                </c:pt>
                <c:pt idx="2621">
                  <c:v>46035</c:v>
                </c:pt>
                <c:pt idx="2622">
                  <c:v>46036</c:v>
                </c:pt>
                <c:pt idx="2623">
                  <c:v>46037</c:v>
                </c:pt>
                <c:pt idx="2624">
                  <c:v>46038</c:v>
                </c:pt>
                <c:pt idx="2625">
                  <c:v>46041</c:v>
                </c:pt>
                <c:pt idx="2626">
                  <c:v>46042</c:v>
                </c:pt>
                <c:pt idx="2627">
                  <c:v>46043</c:v>
                </c:pt>
                <c:pt idx="2628">
                  <c:v>46044</c:v>
                </c:pt>
                <c:pt idx="2629">
                  <c:v>46045</c:v>
                </c:pt>
                <c:pt idx="2630">
                  <c:v>46048</c:v>
                </c:pt>
                <c:pt idx="2631">
                  <c:v>46049</c:v>
                </c:pt>
                <c:pt idx="2632">
                  <c:v>46050</c:v>
                </c:pt>
                <c:pt idx="2633">
                  <c:v>46051</c:v>
                </c:pt>
                <c:pt idx="2634">
                  <c:v>46052</c:v>
                </c:pt>
                <c:pt idx="2635">
                  <c:v>46055</c:v>
                </c:pt>
                <c:pt idx="2636">
                  <c:v>46056</c:v>
                </c:pt>
                <c:pt idx="2637">
                  <c:v>46057</c:v>
                </c:pt>
                <c:pt idx="2638">
                  <c:v>46058</c:v>
                </c:pt>
                <c:pt idx="2639">
                  <c:v>46059</c:v>
                </c:pt>
                <c:pt idx="2640">
                  <c:v>46062</c:v>
                </c:pt>
                <c:pt idx="2641">
                  <c:v>46063</c:v>
                </c:pt>
                <c:pt idx="2642">
                  <c:v>46064</c:v>
                </c:pt>
                <c:pt idx="2643">
                  <c:v>46065</c:v>
                </c:pt>
                <c:pt idx="2644">
                  <c:v>46066</c:v>
                </c:pt>
                <c:pt idx="2645">
                  <c:v>46071</c:v>
                </c:pt>
                <c:pt idx="2646">
                  <c:v>46072</c:v>
                </c:pt>
                <c:pt idx="2647">
                  <c:v>46073</c:v>
                </c:pt>
                <c:pt idx="2648">
                  <c:v>46076</c:v>
                </c:pt>
                <c:pt idx="2649">
                  <c:v>46077</c:v>
                </c:pt>
                <c:pt idx="2650">
                  <c:v>46078</c:v>
                </c:pt>
                <c:pt idx="2651">
                  <c:v>46079</c:v>
                </c:pt>
                <c:pt idx="2652">
                  <c:v>46080</c:v>
                </c:pt>
                <c:pt idx="2653">
                  <c:v>46083</c:v>
                </c:pt>
                <c:pt idx="2654">
                  <c:v>46084</c:v>
                </c:pt>
                <c:pt idx="2655">
                  <c:v>46085</c:v>
                </c:pt>
                <c:pt idx="2656">
                  <c:v>46086</c:v>
                </c:pt>
                <c:pt idx="2657">
                  <c:v>46087</c:v>
                </c:pt>
                <c:pt idx="2658">
                  <c:v>46090</c:v>
                </c:pt>
                <c:pt idx="2659">
                  <c:v>46091</c:v>
                </c:pt>
                <c:pt idx="2660">
                  <c:v>46092</c:v>
                </c:pt>
                <c:pt idx="2661">
                  <c:v>46093</c:v>
                </c:pt>
                <c:pt idx="2662">
                  <c:v>46094</c:v>
                </c:pt>
                <c:pt idx="2663">
                  <c:v>46097</c:v>
                </c:pt>
                <c:pt idx="2664">
                  <c:v>46098</c:v>
                </c:pt>
                <c:pt idx="2665">
                  <c:v>46099</c:v>
                </c:pt>
                <c:pt idx="2666">
                  <c:v>46100</c:v>
                </c:pt>
                <c:pt idx="2667">
                  <c:v>46101</c:v>
                </c:pt>
                <c:pt idx="2668">
                  <c:v>46104</c:v>
                </c:pt>
                <c:pt idx="2669">
                  <c:v>46105</c:v>
                </c:pt>
                <c:pt idx="2670">
                  <c:v>46106</c:v>
                </c:pt>
                <c:pt idx="2671">
                  <c:v>46107</c:v>
                </c:pt>
                <c:pt idx="2672">
                  <c:v>46108</c:v>
                </c:pt>
                <c:pt idx="2673">
                  <c:v>46111</c:v>
                </c:pt>
                <c:pt idx="2674">
                  <c:v>46112</c:v>
                </c:pt>
                <c:pt idx="2675">
                  <c:v>46113</c:v>
                </c:pt>
                <c:pt idx="2676">
                  <c:v>46114</c:v>
                </c:pt>
                <c:pt idx="2677">
                  <c:v>46118</c:v>
                </c:pt>
                <c:pt idx="2678">
                  <c:v>46119</c:v>
                </c:pt>
                <c:pt idx="2679">
                  <c:v>46120</c:v>
                </c:pt>
                <c:pt idx="2680">
                  <c:v>46121</c:v>
                </c:pt>
                <c:pt idx="2681">
                  <c:v>46122</c:v>
                </c:pt>
                <c:pt idx="2682">
                  <c:v>46125</c:v>
                </c:pt>
                <c:pt idx="2683">
                  <c:v>46126</c:v>
                </c:pt>
                <c:pt idx="2684">
                  <c:v>46127</c:v>
                </c:pt>
                <c:pt idx="2685">
                  <c:v>46128</c:v>
                </c:pt>
                <c:pt idx="2686">
                  <c:v>46129</c:v>
                </c:pt>
                <c:pt idx="2687">
                  <c:v>46132</c:v>
                </c:pt>
                <c:pt idx="2688">
                  <c:v>46134</c:v>
                </c:pt>
                <c:pt idx="2689">
                  <c:v>46135</c:v>
                </c:pt>
                <c:pt idx="2690">
                  <c:v>46136</c:v>
                </c:pt>
                <c:pt idx="2691">
                  <c:v>46139</c:v>
                </c:pt>
                <c:pt idx="2692">
                  <c:v>46140</c:v>
                </c:pt>
                <c:pt idx="2693">
                  <c:v>46141</c:v>
                </c:pt>
                <c:pt idx="2694">
                  <c:v>46142</c:v>
                </c:pt>
                <c:pt idx="2695">
                  <c:v>46146</c:v>
                </c:pt>
                <c:pt idx="2696">
                  <c:v>46147</c:v>
                </c:pt>
                <c:pt idx="2697">
                  <c:v>46148</c:v>
                </c:pt>
                <c:pt idx="2698">
                  <c:v>46149</c:v>
                </c:pt>
                <c:pt idx="2699">
                  <c:v>46150</c:v>
                </c:pt>
                <c:pt idx="2700">
                  <c:v>46153</c:v>
                </c:pt>
                <c:pt idx="2701">
                  <c:v>46154</c:v>
                </c:pt>
                <c:pt idx="2702">
                  <c:v>46155</c:v>
                </c:pt>
                <c:pt idx="2703">
                  <c:v>46156</c:v>
                </c:pt>
                <c:pt idx="2704">
                  <c:v>46157</c:v>
                </c:pt>
                <c:pt idx="2705">
                  <c:v>46160</c:v>
                </c:pt>
                <c:pt idx="2706">
                  <c:v>46161</c:v>
                </c:pt>
                <c:pt idx="2707">
                  <c:v>46162</c:v>
                </c:pt>
                <c:pt idx="2708">
                  <c:v>46163</c:v>
                </c:pt>
                <c:pt idx="2709">
                  <c:v>46164</c:v>
                </c:pt>
                <c:pt idx="2710">
                  <c:v>46167</c:v>
                </c:pt>
                <c:pt idx="2711">
                  <c:v>46168</c:v>
                </c:pt>
                <c:pt idx="2712">
                  <c:v>46169</c:v>
                </c:pt>
                <c:pt idx="2713">
                  <c:v>46170</c:v>
                </c:pt>
                <c:pt idx="2714">
                  <c:v>46171</c:v>
                </c:pt>
                <c:pt idx="2715">
                  <c:v>46174</c:v>
                </c:pt>
                <c:pt idx="2716">
                  <c:v>46175</c:v>
                </c:pt>
                <c:pt idx="2717">
                  <c:v>46176</c:v>
                </c:pt>
                <c:pt idx="2718">
                  <c:v>46178</c:v>
                </c:pt>
                <c:pt idx="2719">
                  <c:v>46181</c:v>
                </c:pt>
                <c:pt idx="2720">
                  <c:v>46182</c:v>
                </c:pt>
                <c:pt idx="2721">
                  <c:v>46183</c:v>
                </c:pt>
                <c:pt idx="2722">
                  <c:v>46184</c:v>
                </c:pt>
                <c:pt idx="2723">
                  <c:v>46185</c:v>
                </c:pt>
                <c:pt idx="2724">
                  <c:v>46188</c:v>
                </c:pt>
                <c:pt idx="2725">
                  <c:v>46189</c:v>
                </c:pt>
                <c:pt idx="2726">
                  <c:v>46190</c:v>
                </c:pt>
                <c:pt idx="2727">
                  <c:v>46191</c:v>
                </c:pt>
                <c:pt idx="2728">
                  <c:v>46192</c:v>
                </c:pt>
                <c:pt idx="2729">
                  <c:v>46195</c:v>
                </c:pt>
                <c:pt idx="2730">
                  <c:v>46196</c:v>
                </c:pt>
                <c:pt idx="2731">
                  <c:v>46197</c:v>
                </c:pt>
                <c:pt idx="2732">
                  <c:v>46198</c:v>
                </c:pt>
                <c:pt idx="2733">
                  <c:v>46199</c:v>
                </c:pt>
                <c:pt idx="2734">
                  <c:v>46202</c:v>
                </c:pt>
                <c:pt idx="2735">
                  <c:v>46203</c:v>
                </c:pt>
                <c:pt idx="2736">
                  <c:v>46204</c:v>
                </c:pt>
                <c:pt idx="2737">
                  <c:v>46205</c:v>
                </c:pt>
                <c:pt idx="2738">
                  <c:v>46206</c:v>
                </c:pt>
                <c:pt idx="2739">
                  <c:v>46209</c:v>
                </c:pt>
                <c:pt idx="2740">
                  <c:v>46210</c:v>
                </c:pt>
                <c:pt idx="2741">
                  <c:v>46211</c:v>
                </c:pt>
                <c:pt idx="2742">
                  <c:v>46212</c:v>
                </c:pt>
                <c:pt idx="2743">
                  <c:v>46213</c:v>
                </c:pt>
                <c:pt idx="2744">
                  <c:v>46216</c:v>
                </c:pt>
                <c:pt idx="2745">
                  <c:v>46217</c:v>
                </c:pt>
                <c:pt idx="2746">
                  <c:v>46218</c:v>
                </c:pt>
                <c:pt idx="2747">
                  <c:v>46219</c:v>
                </c:pt>
                <c:pt idx="2748">
                  <c:v>46220</c:v>
                </c:pt>
                <c:pt idx="2749">
                  <c:v>46223</c:v>
                </c:pt>
                <c:pt idx="2750">
                  <c:v>46224</c:v>
                </c:pt>
                <c:pt idx="2751">
                  <c:v>46225</c:v>
                </c:pt>
                <c:pt idx="2752">
                  <c:v>46226</c:v>
                </c:pt>
                <c:pt idx="2753">
                  <c:v>46227</c:v>
                </c:pt>
                <c:pt idx="2754">
                  <c:v>46230</c:v>
                </c:pt>
                <c:pt idx="2755">
                  <c:v>46231</c:v>
                </c:pt>
                <c:pt idx="2756">
                  <c:v>46232</c:v>
                </c:pt>
                <c:pt idx="2757">
                  <c:v>46233</c:v>
                </c:pt>
                <c:pt idx="2758">
                  <c:v>46234</c:v>
                </c:pt>
                <c:pt idx="2759">
                  <c:v>46237</c:v>
                </c:pt>
                <c:pt idx="2760">
                  <c:v>46238</c:v>
                </c:pt>
                <c:pt idx="2761">
                  <c:v>46239</c:v>
                </c:pt>
                <c:pt idx="2762">
                  <c:v>46240</c:v>
                </c:pt>
                <c:pt idx="2763">
                  <c:v>46241</c:v>
                </c:pt>
                <c:pt idx="2764">
                  <c:v>46244</c:v>
                </c:pt>
                <c:pt idx="2765">
                  <c:v>46245</c:v>
                </c:pt>
                <c:pt idx="2766">
                  <c:v>46246</c:v>
                </c:pt>
                <c:pt idx="2767">
                  <c:v>46247</c:v>
                </c:pt>
                <c:pt idx="2768">
                  <c:v>46248</c:v>
                </c:pt>
                <c:pt idx="2769">
                  <c:v>46251</c:v>
                </c:pt>
                <c:pt idx="2770">
                  <c:v>46252</c:v>
                </c:pt>
                <c:pt idx="2771">
                  <c:v>46253</c:v>
                </c:pt>
                <c:pt idx="2772">
                  <c:v>46254</c:v>
                </c:pt>
                <c:pt idx="2773">
                  <c:v>46255</c:v>
                </c:pt>
                <c:pt idx="2774">
                  <c:v>46258</c:v>
                </c:pt>
                <c:pt idx="2775">
                  <c:v>46259</c:v>
                </c:pt>
                <c:pt idx="2776">
                  <c:v>46260</c:v>
                </c:pt>
                <c:pt idx="2777">
                  <c:v>46261</c:v>
                </c:pt>
                <c:pt idx="2778">
                  <c:v>46262</c:v>
                </c:pt>
              </c:numCache>
            </c:numRef>
          </c:cat>
          <c:val>
            <c:numRef>
              <c:f>Sheet1!$C$2:$C$2768</c:f>
              <c:numCache>
                <c:formatCode>0.0</c:formatCode>
                <c:ptCount val="2779"/>
                <c:pt idx="0">
                  <c:v>1.5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  <c:pt idx="5">
                  <c:v>1.5</c:v>
                </c:pt>
                <c:pt idx="6">
                  <c:v>1.5</c:v>
                </c:pt>
                <c:pt idx="7">
                  <c:v>1.5</c:v>
                </c:pt>
                <c:pt idx="8">
                  <c:v>1.5</c:v>
                </c:pt>
                <c:pt idx="9">
                  <c:v>1.5</c:v>
                </c:pt>
                <c:pt idx="10">
                  <c:v>1.5</c:v>
                </c:pt>
                <c:pt idx="11">
                  <c:v>1.5</c:v>
                </c:pt>
                <c:pt idx="12">
                  <c:v>1.5</c:v>
                </c:pt>
                <c:pt idx="13">
                  <c:v>1.5</c:v>
                </c:pt>
                <c:pt idx="14">
                  <c:v>1.5</c:v>
                </c:pt>
                <c:pt idx="15">
                  <c:v>1.5</c:v>
                </c:pt>
                <c:pt idx="16">
                  <c:v>1.5</c:v>
                </c:pt>
                <c:pt idx="17">
                  <c:v>1.5</c:v>
                </c:pt>
                <c:pt idx="18">
                  <c:v>1.5</c:v>
                </c:pt>
                <c:pt idx="19">
                  <c:v>1.5</c:v>
                </c:pt>
                <c:pt idx="20">
                  <c:v>1.5</c:v>
                </c:pt>
                <c:pt idx="21">
                  <c:v>1.5</c:v>
                </c:pt>
                <c:pt idx="22">
                  <c:v>1.5</c:v>
                </c:pt>
                <c:pt idx="23">
                  <c:v>1.5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  <c:pt idx="58">
                  <c:v>1.5</c:v>
                </c:pt>
                <c:pt idx="59">
                  <c:v>1.5</c:v>
                </c:pt>
                <c:pt idx="60">
                  <c:v>1.5</c:v>
                </c:pt>
                <c:pt idx="61">
                  <c:v>1.5</c:v>
                </c:pt>
                <c:pt idx="62">
                  <c:v>1.5</c:v>
                </c:pt>
                <c:pt idx="63">
                  <c:v>1.5</c:v>
                </c:pt>
                <c:pt idx="64">
                  <c:v>1.5</c:v>
                </c:pt>
                <c:pt idx="65">
                  <c:v>1.5</c:v>
                </c:pt>
                <c:pt idx="66">
                  <c:v>1.5</c:v>
                </c:pt>
                <c:pt idx="67">
                  <c:v>1.5</c:v>
                </c:pt>
                <c:pt idx="68">
                  <c:v>1.5</c:v>
                </c:pt>
                <c:pt idx="69">
                  <c:v>1.5</c:v>
                </c:pt>
                <c:pt idx="70">
                  <c:v>1.5</c:v>
                </c:pt>
                <c:pt idx="71">
                  <c:v>1.5</c:v>
                </c:pt>
                <c:pt idx="72">
                  <c:v>1.5</c:v>
                </c:pt>
                <c:pt idx="73">
                  <c:v>1.5</c:v>
                </c:pt>
                <c:pt idx="74">
                  <c:v>1.5</c:v>
                </c:pt>
                <c:pt idx="75">
                  <c:v>1.5</c:v>
                </c:pt>
                <c:pt idx="76">
                  <c:v>1.5</c:v>
                </c:pt>
                <c:pt idx="77">
                  <c:v>1.5</c:v>
                </c:pt>
                <c:pt idx="78">
                  <c:v>1.5</c:v>
                </c:pt>
                <c:pt idx="79">
                  <c:v>1.5</c:v>
                </c:pt>
                <c:pt idx="80">
                  <c:v>1.5</c:v>
                </c:pt>
                <c:pt idx="81">
                  <c:v>1.5</c:v>
                </c:pt>
                <c:pt idx="82">
                  <c:v>1.5</c:v>
                </c:pt>
                <c:pt idx="83">
                  <c:v>1.5</c:v>
                </c:pt>
                <c:pt idx="84">
                  <c:v>1.5</c:v>
                </c:pt>
                <c:pt idx="85">
                  <c:v>1.5</c:v>
                </c:pt>
                <c:pt idx="86">
                  <c:v>1.5</c:v>
                </c:pt>
                <c:pt idx="87">
                  <c:v>1.5</c:v>
                </c:pt>
                <c:pt idx="88">
                  <c:v>1.5</c:v>
                </c:pt>
                <c:pt idx="89">
                  <c:v>1.5</c:v>
                </c:pt>
                <c:pt idx="90">
                  <c:v>1.5</c:v>
                </c:pt>
                <c:pt idx="91">
                  <c:v>1.5</c:v>
                </c:pt>
                <c:pt idx="92">
                  <c:v>1.5</c:v>
                </c:pt>
                <c:pt idx="93">
                  <c:v>1.5</c:v>
                </c:pt>
                <c:pt idx="94">
                  <c:v>1.5</c:v>
                </c:pt>
                <c:pt idx="95">
                  <c:v>1.5</c:v>
                </c:pt>
                <c:pt idx="96">
                  <c:v>1.5</c:v>
                </c:pt>
                <c:pt idx="97">
                  <c:v>1.5</c:v>
                </c:pt>
                <c:pt idx="98">
                  <c:v>1.5</c:v>
                </c:pt>
                <c:pt idx="99">
                  <c:v>1.5</c:v>
                </c:pt>
                <c:pt idx="100">
                  <c:v>1.5</c:v>
                </c:pt>
                <c:pt idx="101">
                  <c:v>1.5</c:v>
                </c:pt>
                <c:pt idx="102">
                  <c:v>1.5</c:v>
                </c:pt>
                <c:pt idx="103">
                  <c:v>1.5</c:v>
                </c:pt>
                <c:pt idx="104">
                  <c:v>1.5</c:v>
                </c:pt>
                <c:pt idx="105">
                  <c:v>1.5</c:v>
                </c:pt>
                <c:pt idx="106">
                  <c:v>1.5</c:v>
                </c:pt>
                <c:pt idx="107">
                  <c:v>1.5</c:v>
                </c:pt>
                <c:pt idx="108">
                  <c:v>1.5</c:v>
                </c:pt>
                <c:pt idx="109">
                  <c:v>1.5</c:v>
                </c:pt>
                <c:pt idx="110">
                  <c:v>1.5</c:v>
                </c:pt>
                <c:pt idx="111">
                  <c:v>1.5</c:v>
                </c:pt>
                <c:pt idx="112">
                  <c:v>1.5</c:v>
                </c:pt>
                <c:pt idx="113">
                  <c:v>1.5</c:v>
                </c:pt>
                <c:pt idx="114">
                  <c:v>1.5</c:v>
                </c:pt>
                <c:pt idx="115">
                  <c:v>1.5</c:v>
                </c:pt>
                <c:pt idx="116">
                  <c:v>1.5</c:v>
                </c:pt>
                <c:pt idx="117">
                  <c:v>1.5</c:v>
                </c:pt>
                <c:pt idx="118">
                  <c:v>1.5</c:v>
                </c:pt>
                <c:pt idx="119">
                  <c:v>1.5</c:v>
                </c:pt>
                <c:pt idx="120">
                  <c:v>1.5</c:v>
                </c:pt>
                <c:pt idx="121">
                  <c:v>1.5</c:v>
                </c:pt>
                <c:pt idx="122">
                  <c:v>1.5</c:v>
                </c:pt>
                <c:pt idx="123">
                  <c:v>1.5</c:v>
                </c:pt>
                <c:pt idx="124">
                  <c:v>1.5</c:v>
                </c:pt>
                <c:pt idx="125">
                  <c:v>1.5</c:v>
                </c:pt>
                <c:pt idx="126">
                  <c:v>1.5</c:v>
                </c:pt>
                <c:pt idx="127">
                  <c:v>1.5</c:v>
                </c:pt>
                <c:pt idx="128">
                  <c:v>1.5</c:v>
                </c:pt>
                <c:pt idx="129">
                  <c:v>1.5</c:v>
                </c:pt>
                <c:pt idx="130">
                  <c:v>1.5</c:v>
                </c:pt>
                <c:pt idx="131">
                  <c:v>1.5</c:v>
                </c:pt>
                <c:pt idx="132">
                  <c:v>1.5</c:v>
                </c:pt>
                <c:pt idx="133">
                  <c:v>1.5</c:v>
                </c:pt>
                <c:pt idx="134">
                  <c:v>1.5</c:v>
                </c:pt>
                <c:pt idx="135">
                  <c:v>1.5</c:v>
                </c:pt>
                <c:pt idx="136">
                  <c:v>1.5</c:v>
                </c:pt>
                <c:pt idx="137">
                  <c:v>1.5</c:v>
                </c:pt>
                <c:pt idx="138">
                  <c:v>1.5</c:v>
                </c:pt>
                <c:pt idx="139">
                  <c:v>1.5</c:v>
                </c:pt>
                <c:pt idx="140">
                  <c:v>1.5</c:v>
                </c:pt>
                <c:pt idx="141">
                  <c:v>1.5</c:v>
                </c:pt>
                <c:pt idx="142">
                  <c:v>1.5</c:v>
                </c:pt>
                <c:pt idx="143">
                  <c:v>1.5</c:v>
                </c:pt>
                <c:pt idx="144">
                  <c:v>1.5</c:v>
                </c:pt>
                <c:pt idx="145">
                  <c:v>1.5</c:v>
                </c:pt>
                <c:pt idx="146">
                  <c:v>1.5</c:v>
                </c:pt>
                <c:pt idx="147">
                  <c:v>1.5</c:v>
                </c:pt>
                <c:pt idx="148">
                  <c:v>1.5</c:v>
                </c:pt>
                <c:pt idx="149">
                  <c:v>1.5</c:v>
                </c:pt>
                <c:pt idx="150">
                  <c:v>1.5</c:v>
                </c:pt>
                <c:pt idx="151">
                  <c:v>1.5</c:v>
                </c:pt>
                <c:pt idx="152">
                  <c:v>1.5</c:v>
                </c:pt>
                <c:pt idx="153">
                  <c:v>1.5</c:v>
                </c:pt>
                <c:pt idx="154">
                  <c:v>1.5</c:v>
                </c:pt>
                <c:pt idx="155">
                  <c:v>1.5</c:v>
                </c:pt>
                <c:pt idx="156">
                  <c:v>1.5</c:v>
                </c:pt>
                <c:pt idx="157">
                  <c:v>1.5</c:v>
                </c:pt>
                <c:pt idx="158">
                  <c:v>1.5</c:v>
                </c:pt>
                <c:pt idx="159">
                  <c:v>1.5</c:v>
                </c:pt>
                <c:pt idx="160">
                  <c:v>1.5</c:v>
                </c:pt>
                <c:pt idx="161">
                  <c:v>1.5</c:v>
                </c:pt>
                <c:pt idx="162">
                  <c:v>1.5</c:v>
                </c:pt>
                <c:pt idx="163">
                  <c:v>1.5</c:v>
                </c:pt>
                <c:pt idx="164">
                  <c:v>1.5</c:v>
                </c:pt>
                <c:pt idx="165">
                  <c:v>1.5</c:v>
                </c:pt>
                <c:pt idx="166">
                  <c:v>1.5</c:v>
                </c:pt>
                <c:pt idx="167">
                  <c:v>1.5</c:v>
                </c:pt>
                <c:pt idx="168">
                  <c:v>1.5</c:v>
                </c:pt>
                <c:pt idx="169">
                  <c:v>1.5</c:v>
                </c:pt>
                <c:pt idx="170">
                  <c:v>1.5</c:v>
                </c:pt>
                <c:pt idx="171">
                  <c:v>1.5</c:v>
                </c:pt>
                <c:pt idx="172">
                  <c:v>1.5</c:v>
                </c:pt>
                <c:pt idx="173">
                  <c:v>1.5</c:v>
                </c:pt>
                <c:pt idx="174">
                  <c:v>1.5</c:v>
                </c:pt>
                <c:pt idx="175">
                  <c:v>1.5</c:v>
                </c:pt>
                <c:pt idx="176">
                  <c:v>1.5</c:v>
                </c:pt>
                <c:pt idx="177">
                  <c:v>1.5</c:v>
                </c:pt>
                <c:pt idx="178">
                  <c:v>1.5</c:v>
                </c:pt>
                <c:pt idx="179">
                  <c:v>1.5</c:v>
                </c:pt>
                <c:pt idx="180">
                  <c:v>1.5</c:v>
                </c:pt>
                <c:pt idx="181">
                  <c:v>1.5</c:v>
                </c:pt>
                <c:pt idx="182">
                  <c:v>1.5</c:v>
                </c:pt>
                <c:pt idx="183">
                  <c:v>1.5</c:v>
                </c:pt>
                <c:pt idx="184">
                  <c:v>1.5</c:v>
                </c:pt>
                <c:pt idx="185">
                  <c:v>1.5</c:v>
                </c:pt>
                <c:pt idx="186">
                  <c:v>1.5</c:v>
                </c:pt>
                <c:pt idx="187">
                  <c:v>1.5</c:v>
                </c:pt>
                <c:pt idx="188">
                  <c:v>1.5</c:v>
                </c:pt>
                <c:pt idx="189">
                  <c:v>1.5</c:v>
                </c:pt>
                <c:pt idx="190">
                  <c:v>1.5</c:v>
                </c:pt>
                <c:pt idx="191">
                  <c:v>1.5</c:v>
                </c:pt>
                <c:pt idx="192">
                  <c:v>1.5</c:v>
                </c:pt>
                <c:pt idx="193">
                  <c:v>1.5</c:v>
                </c:pt>
                <c:pt idx="194">
                  <c:v>1.5</c:v>
                </c:pt>
                <c:pt idx="195">
                  <c:v>1.5</c:v>
                </c:pt>
                <c:pt idx="196">
                  <c:v>1.5</c:v>
                </c:pt>
                <c:pt idx="197">
                  <c:v>1.5</c:v>
                </c:pt>
                <c:pt idx="198">
                  <c:v>1.5</c:v>
                </c:pt>
                <c:pt idx="199">
                  <c:v>1.5</c:v>
                </c:pt>
                <c:pt idx="200">
                  <c:v>1.5</c:v>
                </c:pt>
                <c:pt idx="201">
                  <c:v>1.5</c:v>
                </c:pt>
                <c:pt idx="202">
                  <c:v>1.5</c:v>
                </c:pt>
                <c:pt idx="203">
                  <c:v>1.5</c:v>
                </c:pt>
                <c:pt idx="204">
                  <c:v>1.5</c:v>
                </c:pt>
                <c:pt idx="205">
                  <c:v>1.5</c:v>
                </c:pt>
                <c:pt idx="206">
                  <c:v>1.5</c:v>
                </c:pt>
                <c:pt idx="207">
                  <c:v>1.5</c:v>
                </c:pt>
                <c:pt idx="208">
                  <c:v>1.5</c:v>
                </c:pt>
                <c:pt idx="209">
                  <c:v>1.5</c:v>
                </c:pt>
                <c:pt idx="210">
                  <c:v>1.5</c:v>
                </c:pt>
                <c:pt idx="211">
                  <c:v>1.5</c:v>
                </c:pt>
                <c:pt idx="212">
                  <c:v>1.5</c:v>
                </c:pt>
                <c:pt idx="213">
                  <c:v>1.5</c:v>
                </c:pt>
                <c:pt idx="214">
                  <c:v>1.5</c:v>
                </c:pt>
                <c:pt idx="215">
                  <c:v>1.5</c:v>
                </c:pt>
                <c:pt idx="216">
                  <c:v>1.5</c:v>
                </c:pt>
                <c:pt idx="217">
                  <c:v>1.5</c:v>
                </c:pt>
                <c:pt idx="218">
                  <c:v>1.5</c:v>
                </c:pt>
                <c:pt idx="219">
                  <c:v>1.5</c:v>
                </c:pt>
                <c:pt idx="220">
                  <c:v>1.5</c:v>
                </c:pt>
                <c:pt idx="221">
                  <c:v>1.5</c:v>
                </c:pt>
                <c:pt idx="222">
                  <c:v>1.5</c:v>
                </c:pt>
                <c:pt idx="223">
                  <c:v>1.5</c:v>
                </c:pt>
                <c:pt idx="224">
                  <c:v>1.5</c:v>
                </c:pt>
                <c:pt idx="225">
                  <c:v>1.5</c:v>
                </c:pt>
                <c:pt idx="226">
                  <c:v>1.5</c:v>
                </c:pt>
                <c:pt idx="227">
                  <c:v>1.5</c:v>
                </c:pt>
                <c:pt idx="228">
                  <c:v>1.5</c:v>
                </c:pt>
                <c:pt idx="229">
                  <c:v>1.5</c:v>
                </c:pt>
                <c:pt idx="230">
                  <c:v>1.5</c:v>
                </c:pt>
                <c:pt idx="231">
                  <c:v>1.5</c:v>
                </c:pt>
                <c:pt idx="232">
                  <c:v>1.5</c:v>
                </c:pt>
                <c:pt idx="233">
                  <c:v>1.5</c:v>
                </c:pt>
                <c:pt idx="234">
                  <c:v>1.5</c:v>
                </c:pt>
                <c:pt idx="235">
                  <c:v>1.5</c:v>
                </c:pt>
                <c:pt idx="236">
                  <c:v>1.5</c:v>
                </c:pt>
                <c:pt idx="237">
                  <c:v>1.5</c:v>
                </c:pt>
                <c:pt idx="238">
                  <c:v>1.5</c:v>
                </c:pt>
                <c:pt idx="239">
                  <c:v>1.5</c:v>
                </c:pt>
                <c:pt idx="240">
                  <c:v>1.5</c:v>
                </c:pt>
                <c:pt idx="241">
                  <c:v>1.5</c:v>
                </c:pt>
                <c:pt idx="242">
                  <c:v>1.5</c:v>
                </c:pt>
                <c:pt idx="243">
                  <c:v>1.5</c:v>
                </c:pt>
                <c:pt idx="244">
                  <c:v>1.5</c:v>
                </c:pt>
                <c:pt idx="245">
                  <c:v>1.5</c:v>
                </c:pt>
                <c:pt idx="246">
                  <c:v>1.5</c:v>
                </c:pt>
                <c:pt idx="247">
                  <c:v>1.5</c:v>
                </c:pt>
                <c:pt idx="248">
                  <c:v>1.5</c:v>
                </c:pt>
                <c:pt idx="249">
                  <c:v>1.5</c:v>
                </c:pt>
                <c:pt idx="250">
                  <c:v>1.5</c:v>
                </c:pt>
                <c:pt idx="251">
                  <c:v>1.5</c:v>
                </c:pt>
                <c:pt idx="252">
                  <c:v>1.5</c:v>
                </c:pt>
                <c:pt idx="253">
                  <c:v>1.5</c:v>
                </c:pt>
                <c:pt idx="254">
                  <c:v>1.5</c:v>
                </c:pt>
                <c:pt idx="255">
                  <c:v>1.5</c:v>
                </c:pt>
                <c:pt idx="256">
                  <c:v>1.5</c:v>
                </c:pt>
                <c:pt idx="257">
                  <c:v>1.5</c:v>
                </c:pt>
                <c:pt idx="258">
                  <c:v>1.5</c:v>
                </c:pt>
                <c:pt idx="259">
                  <c:v>1.5</c:v>
                </c:pt>
                <c:pt idx="260">
                  <c:v>1.5</c:v>
                </c:pt>
                <c:pt idx="261">
                  <c:v>1.5</c:v>
                </c:pt>
                <c:pt idx="262">
                  <c:v>1.5</c:v>
                </c:pt>
                <c:pt idx="263">
                  <c:v>1.5</c:v>
                </c:pt>
                <c:pt idx="264">
                  <c:v>1.5</c:v>
                </c:pt>
                <c:pt idx="265">
                  <c:v>1.5</c:v>
                </c:pt>
                <c:pt idx="266">
                  <c:v>1.5</c:v>
                </c:pt>
                <c:pt idx="267">
                  <c:v>1.5</c:v>
                </c:pt>
                <c:pt idx="268">
                  <c:v>1.5</c:v>
                </c:pt>
                <c:pt idx="269">
                  <c:v>1.5</c:v>
                </c:pt>
                <c:pt idx="270">
                  <c:v>1.5</c:v>
                </c:pt>
                <c:pt idx="271">
                  <c:v>1.5</c:v>
                </c:pt>
                <c:pt idx="272">
                  <c:v>1.5</c:v>
                </c:pt>
                <c:pt idx="273">
                  <c:v>1.5</c:v>
                </c:pt>
                <c:pt idx="274">
                  <c:v>1.5</c:v>
                </c:pt>
                <c:pt idx="275">
                  <c:v>1.5</c:v>
                </c:pt>
                <c:pt idx="276">
                  <c:v>1.5</c:v>
                </c:pt>
                <c:pt idx="277">
                  <c:v>1.5</c:v>
                </c:pt>
                <c:pt idx="278">
                  <c:v>1.5</c:v>
                </c:pt>
                <c:pt idx="279">
                  <c:v>1.5</c:v>
                </c:pt>
                <c:pt idx="280">
                  <c:v>1.5</c:v>
                </c:pt>
                <c:pt idx="281">
                  <c:v>1.5</c:v>
                </c:pt>
                <c:pt idx="282">
                  <c:v>1.5</c:v>
                </c:pt>
                <c:pt idx="283">
                  <c:v>1.5</c:v>
                </c:pt>
                <c:pt idx="284">
                  <c:v>1.5</c:v>
                </c:pt>
                <c:pt idx="285">
                  <c:v>1.5</c:v>
                </c:pt>
                <c:pt idx="286">
                  <c:v>1.5</c:v>
                </c:pt>
                <c:pt idx="287">
                  <c:v>1.5</c:v>
                </c:pt>
                <c:pt idx="288">
                  <c:v>1.5</c:v>
                </c:pt>
                <c:pt idx="289">
                  <c:v>1.5</c:v>
                </c:pt>
                <c:pt idx="290">
                  <c:v>1.5</c:v>
                </c:pt>
                <c:pt idx="291">
                  <c:v>1.5</c:v>
                </c:pt>
                <c:pt idx="292">
                  <c:v>1.5</c:v>
                </c:pt>
                <c:pt idx="293">
                  <c:v>1.5</c:v>
                </c:pt>
                <c:pt idx="294">
                  <c:v>1.5</c:v>
                </c:pt>
                <c:pt idx="295">
                  <c:v>1.5</c:v>
                </c:pt>
                <c:pt idx="296">
                  <c:v>1.5</c:v>
                </c:pt>
                <c:pt idx="297">
                  <c:v>1.5</c:v>
                </c:pt>
                <c:pt idx="298">
                  <c:v>1.5</c:v>
                </c:pt>
                <c:pt idx="299">
                  <c:v>1.5</c:v>
                </c:pt>
                <c:pt idx="300">
                  <c:v>1.5</c:v>
                </c:pt>
                <c:pt idx="301">
                  <c:v>1.5</c:v>
                </c:pt>
                <c:pt idx="302">
                  <c:v>1.5</c:v>
                </c:pt>
                <c:pt idx="303">
                  <c:v>1.5</c:v>
                </c:pt>
                <c:pt idx="304">
                  <c:v>1.5</c:v>
                </c:pt>
                <c:pt idx="305">
                  <c:v>1.5</c:v>
                </c:pt>
                <c:pt idx="306">
                  <c:v>1.5</c:v>
                </c:pt>
                <c:pt idx="307">
                  <c:v>1.5</c:v>
                </c:pt>
                <c:pt idx="308">
                  <c:v>1.5</c:v>
                </c:pt>
                <c:pt idx="309">
                  <c:v>1.5</c:v>
                </c:pt>
                <c:pt idx="310">
                  <c:v>1.5</c:v>
                </c:pt>
                <c:pt idx="311">
                  <c:v>1.5</c:v>
                </c:pt>
                <c:pt idx="312">
                  <c:v>1.5</c:v>
                </c:pt>
                <c:pt idx="313">
                  <c:v>1.5</c:v>
                </c:pt>
                <c:pt idx="314">
                  <c:v>1.5</c:v>
                </c:pt>
                <c:pt idx="315">
                  <c:v>1.5</c:v>
                </c:pt>
                <c:pt idx="316">
                  <c:v>1.5</c:v>
                </c:pt>
                <c:pt idx="317">
                  <c:v>1.5</c:v>
                </c:pt>
                <c:pt idx="318">
                  <c:v>1.5</c:v>
                </c:pt>
                <c:pt idx="319">
                  <c:v>1.5</c:v>
                </c:pt>
                <c:pt idx="320">
                  <c:v>1.5</c:v>
                </c:pt>
                <c:pt idx="321">
                  <c:v>1.5</c:v>
                </c:pt>
                <c:pt idx="322">
                  <c:v>1.5</c:v>
                </c:pt>
                <c:pt idx="323">
                  <c:v>1.5</c:v>
                </c:pt>
                <c:pt idx="324">
                  <c:v>1.5</c:v>
                </c:pt>
                <c:pt idx="325">
                  <c:v>1.5</c:v>
                </c:pt>
                <c:pt idx="326">
                  <c:v>1.5</c:v>
                </c:pt>
                <c:pt idx="327">
                  <c:v>1.5</c:v>
                </c:pt>
                <c:pt idx="328">
                  <c:v>1.5</c:v>
                </c:pt>
                <c:pt idx="329">
                  <c:v>1.5</c:v>
                </c:pt>
                <c:pt idx="330">
                  <c:v>1.5</c:v>
                </c:pt>
                <c:pt idx="331">
                  <c:v>1.5</c:v>
                </c:pt>
                <c:pt idx="332">
                  <c:v>1.5</c:v>
                </c:pt>
                <c:pt idx="333">
                  <c:v>1.5</c:v>
                </c:pt>
                <c:pt idx="334">
                  <c:v>1.5</c:v>
                </c:pt>
                <c:pt idx="335">
                  <c:v>1.5</c:v>
                </c:pt>
                <c:pt idx="336">
                  <c:v>1.5</c:v>
                </c:pt>
                <c:pt idx="337">
                  <c:v>1.5</c:v>
                </c:pt>
                <c:pt idx="338">
                  <c:v>1.5</c:v>
                </c:pt>
                <c:pt idx="339">
                  <c:v>1.5</c:v>
                </c:pt>
                <c:pt idx="340">
                  <c:v>1.5</c:v>
                </c:pt>
                <c:pt idx="341">
                  <c:v>1.5</c:v>
                </c:pt>
                <c:pt idx="342">
                  <c:v>1.5</c:v>
                </c:pt>
                <c:pt idx="343">
                  <c:v>1.5</c:v>
                </c:pt>
                <c:pt idx="344">
                  <c:v>1.5</c:v>
                </c:pt>
                <c:pt idx="345">
                  <c:v>1.5</c:v>
                </c:pt>
                <c:pt idx="346">
                  <c:v>1.5</c:v>
                </c:pt>
                <c:pt idx="347">
                  <c:v>1.5</c:v>
                </c:pt>
                <c:pt idx="348">
                  <c:v>1.5</c:v>
                </c:pt>
                <c:pt idx="349">
                  <c:v>1.5</c:v>
                </c:pt>
                <c:pt idx="350">
                  <c:v>1.5</c:v>
                </c:pt>
                <c:pt idx="351">
                  <c:v>1.5</c:v>
                </c:pt>
                <c:pt idx="352">
                  <c:v>1.5</c:v>
                </c:pt>
                <c:pt idx="353">
                  <c:v>1.5</c:v>
                </c:pt>
                <c:pt idx="354">
                  <c:v>1.5</c:v>
                </c:pt>
                <c:pt idx="355">
                  <c:v>1.5</c:v>
                </c:pt>
                <c:pt idx="356">
                  <c:v>1.5</c:v>
                </c:pt>
                <c:pt idx="357">
                  <c:v>1.5</c:v>
                </c:pt>
                <c:pt idx="358">
                  <c:v>1.5</c:v>
                </c:pt>
                <c:pt idx="359">
                  <c:v>1.5</c:v>
                </c:pt>
                <c:pt idx="360">
                  <c:v>1.5</c:v>
                </c:pt>
                <c:pt idx="361">
                  <c:v>1.5</c:v>
                </c:pt>
                <c:pt idx="362">
                  <c:v>1.5</c:v>
                </c:pt>
                <c:pt idx="363">
                  <c:v>1.5</c:v>
                </c:pt>
                <c:pt idx="364">
                  <c:v>1.5</c:v>
                </c:pt>
                <c:pt idx="365">
                  <c:v>1.5</c:v>
                </c:pt>
                <c:pt idx="366">
                  <c:v>1.5</c:v>
                </c:pt>
                <c:pt idx="367">
                  <c:v>1.5</c:v>
                </c:pt>
                <c:pt idx="368">
                  <c:v>1.5</c:v>
                </c:pt>
                <c:pt idx="369">
                  <c:v>1.5</c:v>
                </c:pt>
                <c:pt idx="370">
                  <c:v>1.5</c:v>
                </c:pt>
                <c:pt idx="371">
                  <c:v>1.5</c:v>
                </c:pt>
                <c:pt idx="372">
                  <c:v>1.5</c:v>
                </c:pt>
                <c:pt idx="373">
                  <c:v>1.5</c:v>
                </c:pt>
                <c:pt idx="374">
                  <c:v>1.5</c:v>
                </c:pt>
                <c:pt idx="375">
                  <c:v>1.5</c:v>
                </c:pt>
                <c:pt idx="376">
                  <c:v>1.5</c:v>
                </c:pt>
                <c:pt idx="377">
                  <c:v>1.5</c:v>
                </c:pt>
                <c:pt idx="378">
                  <c:v>1.5</c:v>
                </c:pt>
                <c:pt idx="379">
                  <c:v>1.5</c:v>
                </c:pt>
                <c:pt idx="380">
                  <c:v>1.5</c:v>
                </c:pt>
                <c:pt idx="381">
                  <c:v>1.5</c:v>
                </c:pt>
                <c:pt idx="382">
                  <c:v>1.5</c:v>
                </c:pt>
                <c:pt idx="383">
                  <c:v>1.5</c:v>
                </c:pt>
                <c:pt idx="384">
                  <c:v>1.5</c:v>
                </c:pt>
                <c:pt idx="385">
                  <c:v>1.5</c:v>
                </c:pt>
                <c:pt idx="386">
                  <c:v>1.5</c:v>
                </c:pt>
                <c:pt idx="387">
                  <c:v>1.5</c:v>
                </c:pt>
                <c:pt idx="388">
                  <c:v>1.5</c:v>
                </c:pt>
                <c:pt idx="389">
                  <c:v>1.5</c:v>
                </c:pt>
                <c:pt idx="390">
                  <c:v>1.5</c:v>
                </c:pt>
                <c:pt idx="391">
                  <c:v>1.5</c:v>
                </c:pt>
                <c:pt idx="392">
                  <c:v>1.5</c:v>
                </c:pt>
                <c:pt idx="393">
                  <c:v>1.5</c:v>
                </c:pt>
                <c:pt idx="394">
                  <c:v>1.5</c:v>
                </c:pt>
                <c:pt idx="395">
                  <c:v>1.5</c:v>
                </c:pt>
                <c:pt idx="396">
                  <c:v>1.5</c:v>
                </c:pt>
                <c:pt idx="397">
                  <c:v>1.5</c:v>
                </c:pt>
                <c:pt idx="398">
                  <c:v>1.5</c:v>
                </c:pt>
                <c:pt idx="399">
                  <c:v>1.5</c:v>
                </c:pt>
                <c:pt idx="400">
                  <c:v>1.5</c:v>
                </c:pt>
                <c:pt idx="401">
                  <c:v>1.5</c:v>
                </c:pt>
                <c:pt idx="402">
                  <c:v>1.5</c:v>
                </c:pt>
                <c:pt idx="403">
                  <c:v>1.5</c:v>
                </c:pt>
                <c:pt idx="404">
                  <c:v>1.5</c:v>
                </c:pt>
                <c:pt idx="405">
                  <c:v>1.5</c:v>
                </c:pt>
                <c:pt idx="406">
                  <c:v>1.5</c:v>
                </c:pt>
                <c:pt idx="407">
                  <c:v>1.5</c:v>
                </c:pt>
                <c:pt idx="408">
                  <c:v>1.5</c:v>
                </c:pt>
                <c:pt idx="409">
                  <c:v>1.5</c:v>
                </c:pt>
                <c:pt idx="410">
                  <c:v>1.5</c:v>
                </c:pt>
                <c:pt idx="411">
                  <c:v>1.5</c:v>
                </c:pt>
                <c:pt idx="412">
                  <c:v>1.5</c:v>
                </c:pt>
                <c:pt idx="413">
                  <c:v>1.5</c:v>
                </c:pt>
                <c:pt idx="414">
                  <c:v>1.5</c:v>
                </c:pt>
                <c:pt idx="415">
                  <c:v>1.5</c:v>
                </c:pt>
                <c:pt idx="416">
                  <c:v>1.5</c:v>
                </c:pt>
                <c:pt idx="417">
                  <c:v>1.5</c:v>
                </c:pt>
                <c:pt idx="418">
                  <c:v>1.5</c:v>
                </c:pt>
                <c:pt idx="419">
                  <c:v>1.5</c:v>
                </c:pt>
                <c:pt idx="420">
                  <c:v>1.5</c:v>
                </c:pt>
                <c:pt idx="421">
                  <c:v>1.5</c:v>
                </c:pt>
                <c:pt idx="422">
                  <c:v>1.5</c:v>
                </c:pt>
                <c:pt idx="423">
                  <c:v>1.5</c:v>
                </c:pt>
                <c:pt idx="424">
                  <c:v>1.5</c:v>
                </c:pt>
                <c:pt idx="425">
                  <c:v>1.5</c:v>
                </c:pt>
                <c:pt idx="426">
                  <c:v>1.5</c:v>
                </c:pt>
                <c:pt idx="427">
                  <c:v>1.5</c:v>
                </c:pt>
                <c:pt idx="428">
                  <c:v>1.5</c:v>
                </c:pt>
                <c:pt idx="429">
                  <c:v>1.5</c:v>
                </c:pt>
                <c:pt idx="430">
                  <c:v>1.5</c:v>
                </c:pt>
                <c:pt idx="431">
                  <c:v>1.5</c:v>
                </c:pt>
                <c:pt idx="432">
                  <c:v>1.5</c:v>
                </c:pt>
                <c:pt idx="433">
                  <c:v>1.5</c:v>
                </c:pt>
                <c:pt idx="434">
                  <c:v>1.5</c:v>
                </c:pt>
                <c:pt idx="435">
                  <c:v>1.5</c:v>
                </c:pt>
                <c:pt idx="436">
                  <c:v>1.5</c:v>
                </c:pt>
                <c:pt idx="437">
                  <c:v>1.5</c:v>
                </c:pt>
                <c:pt idx="438">
                  <c:v>1.5</c:v>
                </c:pt>
                <c:pt idx="439">
                  <c:v>1.5</c:v>
                </c:pt>
                <c:pt idx="440">
                  <c:v>1.5</c:v>
                </c:pt>
                <c:pt idx="441">
                  <c:v>1.5</c:v>
                </c:pt>
                <c:pt idx="442">
                  <c:v>1.5</c:v>
                </c:pt>
                <c:pt idx="443">
                  <c:v>1.5</c:v>
                </c:pt>
                <c:pt idx="444">
                  <c:v>1.5</c:v>
                </c:pt>
                <c:pt idx="445">
                  <c:v>1.5</c:v>
                </c:pt>
                <c:pt idx="446">
                  <c:v>1.5</c:v>
                </c:pt>
                <c:pt idx="447">
                  <c:v>1.5</c:v>
                </c:pt>
                <c:pt idx="448">
                  <c:v>1.5</c:v>
                </c:pt>
                <c:pt idx="449">
                  <c:v>1.5</c:v>
                </c:pt>
                <c:pt idx="450">
                  <c:v>1.5</c:v>
                </c:pt>
                <c:pt idx="451">
                  <c:v>1.5</c:v>
                </c:pt>
                <c:pt idx="452">
                  <c:v>1.5</c:v>
                </c:pt>
                <c:pt idx="453">
                  <c:v>1.5</c:v>
                </c:pt>
                <c:pt idx="454">
                  <c:v>1.5</c:v>
                </c:pt>
                <c:pt idx="455">
                  <c:v>1.5</c:v>
                </c:pt>
                <c:pt idx="456">
                  <c:v>1.5</c:v>
                </c:pt>
                <c:pt idx="457">
                  <c:v>1.5</c:v>
                </c:pt>
                <c:pt idx="458">
                  <c:v>1.5</c:v>
                </c:pt>
                <c:pt idx="459">
                  <c:v>1.5</c:v>
                </c:pt>
                <c:pt idx="460">
                  <c:v>1.5</c:v>
                </c:pt>
                <c:pt idx="461">
                  <c:v>1.5</c:v>
                </c:pt>
                <c:pt idx="462">
                  <c:v>1.5</c:v>
                </c:pt>
                <c:pt idx="463">
                  <c:v>1.5</c:v>
                </c:pt>
                <c:pt idx="464">
                  <c:v>1.5</c:v>
                </c:pt>
                <c:pt idx="465">
                  <c:v>1.5</c:v>
                </c:pt>
                <c:pt idx="466">
                  <c:v>1.5</c:v>
                </c:pt>
                <c:pt idx="467">
                  <c:v>1.5</c:v>
                </c:pt>
                <c:pt idx="468">
                  <c:v>1.5</c:v>
                </c:pt>
                <c:pt idx="469">
                  <c:v>1.5</c:v>
                </c:pt>
                <c:pt idx="470">
                  <c:v>1.5</c:v>
                </c:pt>
                <c:pt idx="471">
                  <c:v>1.5</c:v>
                </c:pt>
                <c:pt idx="472">
                  <c:v>1.5</c:v>
                </c:pt>
                <c:pt idx="473">
                  <c:v>1.5</c:v>
                </c:pt>
                <c:pt idx="474">
                  <c:v>1.5</c:v>
                </c:pt>
                <c:pt idx="475">
                  <c:v>1.5</c:v>
                </c:pt>
                <c:pt idx="476">
                  <c:v>1.5</c:v>
                </c:pt>
                <c:pt idx="477">
                  <c:v>1.5</c:v>
                </c:pt>
                <c:pt idx="478">
                  <c:v>1.5</c:v>
                </c:pt>
                <c:pt idx="479">
                  <c:v>1.5</c:v>
                </c:pt>
                <c:pt idx="480">
                  <c:v>1.5</c:v>
                </c:pt>
                <c:pt idx="481">
                  <c:v>1.5</c:v>
                </c:pt>
                <c:pt idx="482">
                  <c:v>1.5</c:v>
                </c:pt>
                <c:pt idx="483">
                  <c:v>1.5</c:v>
                </c:pt>
                <c:pt idx="484">
                  <c:v>1.5</c:v>
                </c:pt>
                <c:pt idx="485">
                  <c:v>1.5</c:v>
                </c:pt>
                <c:pt idx="486">
                  <c:v>1.5</c:v>
                </c:pt>
                <c:pt idx="487">
                  <c:v>1.5</c:v>
                </c:pt>
                <c:pt idx="488">
                  <c:v>1.5</c:v>
                </c:pt>
                <c:pt idx="489">
                  <c:v>1.5</c:v>
                </c:pt>
                <c:pt idx="490">
                  <c:v>1.5</c:v>
                </c:pt>
                <c:pt idx="491">
                  <c:v>1.5</c:v>
                </c:pt>
                <c:pt idx="492">
                  <c:v>1.5</c:v>
                </c:pt>
                <c:pt idx="493">
                  <c:v>1.5</c:v>
                </c:pt>
                <c:pt idx="494">
                  <c:v>1.5</c:v>
                </c:pt>
                <c:pt idx="495">
                  <c:v>1.5</c:v>
                </c:pt>
                <c:pt idx="496">
                  <c:v>1.5</c:v>
                </c:pt>
                <c:pt idx="497">
                  <c:v>1.5</c:v>
                </c:pt>
                <c:pt idx="498">
                  <c:v>1.5</c:v>
                </c:pt>
                <c:pt idx="499">
                  <c:v>1.5</c:v>
                </c:pt>
                <c:pt idx="500">
                  <c:v>1.5</c:v>
                </c:pt>
                <c:pt idx="501">
                  <c:v>1.5</c:v>
                </c:pt>
                <c:pt idx="502">
                  <c:v>1.5</c:v>
                </c:pt>
                <c:pt idx="503">
                  <c:v>1.5</c:v>
                </c:pt>
                <c:pt idx="504">
                  <c:v>1.5</c:v>
                </c:pt>
                <c:pt idx="505">
                  <c:v>1.5</c:v>
                </c:pt>
                <c:pt idx="506">
                  <c:v>1.5</c:v>
                </c:pt>
                <c:pt idx="507">
                  <c:v>1.5</c:v>
                </c:pt>
                <c:pt idx="508">
                  <c:v>1.5</c:v>
                </c:pt>
                <c:pt idx="509">
                  <c:v>1.5</c:v>
                </c:pt>
                <c:pt idx="510">
                  <c:v>1.5</c:v>
                </c:pt>
                <c:pt idx="511">
                  <c:v>1.5</c:v>
                </c:pt>
                <c:pt idx="512">
                  <c:v>1.5</c:v>
                </c:pt>
                <c:pt idx="513">
                  <c:v>1.5</c:v>
                </c:pt>
                <c:pt idx="514">
                  <c:v>1.5</c:v>
                </c:pt>
                <c:pt idx="515">
                  <c:v>1.5</c:v>
                </c:pt>
                <c:pt idx="516">
                  <c:v>1.5</c:v>
                </c:pt>
                <c:pt idx="517">
                  <c:v>1.5</c:v>
                </c:pt>
                <c:pt idx="518">
                  <c:v>1.5</c:v>
                </c:pt>
                <c:pt idx="519">
                  <c:v>1.5</c:v>
                </c:pt>
                <c:pt idx="520">
                  <c:v>1.5</c:v>
                </c:pt>
                <c:pt idx="521">
                  <c:v>1.5</c:v>
                </c:pt>
                <c:pt idx="522">
                  <c:v>1.5</c:v>
                </c:pt>
                <c:pt idx="523">
                  <c:v>1.5</c:v>
                </c:pt>
                <c:pt idx="524">
                  <c:v>1.5</c:v>
                </c:pt>
                <c:pt idx="525">
                  <c:v>1.5</c:v>
                </c:pt>
                <c:pt idx="526">
                  <c:v>1.5</c:v>
                </c:pt>
                <c:pt idx="527">
                  <c:v>1.5</c:v>
                </c:pt>
                <c:pt idx="528">
                  <c:v>1.5</c:v>
                </c:pt>
                <c:pt idx="529">
                  <c:v>1.5</c:v>
                </c:pt>
                <c:pt idx="530">
                  <c:v>1.5</c:v>
                </c:pt>
                <c:pt idx="531">
                  <c:v>1.5</c:v>
                </c:pt>
                <c:pt idx="532">
                  <c:v>1.5</c:v>
                </c:pt>
                <c:pt idx="533">
                  <c:v>1.5</c:v>
                </c:pt>
                <c:pt idx="534">
                  <c:v>1.5</c:v>
                </c:pt>
                <c:pt idx="535">
                  <c:v>1.5</c:v>
                </c:pt>
                <c:pt idx="536">
                  <c:v>1.5</c:v>
                </c:pt>
                <c:pt idx="537">
                  <c:v>1.5</c:v>
                </c:pt>
                <c:pt idx="538">
                  <c:v>1.5</c:v>
                </c:pt>
                <c:pt idx="539">
                  <c:v>1.5</c:v>
                </c:pt>
                <c:pt idx="540">
                  <c:v>1.5</c:v>
                </c:pt>
                <c:pt idx="541">
                  <c:v>1.5</c:v>
                </c:pt>
                <c:pt idx="542">
                  <c:v>1.5</c:v>
                </c:pt>
                <c:pt idx="543">
                  <c:v>1.5</c:v>
                </c:pt>
                <c:pt idx="544">
                  <c:v>1.5</c:v>
                </c:pt>
                <c:pt idx="545">
                  <c:v>1.5</c:v>
                </c:pt>
                <c:pt idx="546">
                  <c:v>1.5</c:v>
                </c:pt>
                <c:pt idx="547">
                  <c:v>1.5</c:v>
                </c:pt>
                <c:pt idx="548">
                  <c:v>1.5</c:v>
                </c:pt>
                <c:pt idx="549">
                  <c:v>1.5</c:v>
                </c:pt>
                <c:pt idx="550">
                  <c:v>1.5</c:v>
                </c:pt>
                <c:pt idx="551">
                  <c:v>1.5</c:v>
                </c:pt>
                <c:pt idx="552">
                  <c:v>1.5</c:v>
                </c:pt>
                <c:pt idx="553">
                  <c:v>1.5</c:v>
                </c:pt>
                <c:pt idx="554">
                  <c:v>1.5</c:v>
                </c:pt>
                <c:pt idx="555">
                  <c:v>1.5</c:v>
                </c:pt>
                <c:pt idx="556">
                  <c:v>1.5</c:v>
                </c:pt>
                <c:pt idx="557">
                  <c:v>1.5</c:v>
                </c:pt>
                <c:pt idx="558">
                  <c:v>1.5</c:v>
                </c:pt>
                <c:pt idx="559">
                  <c:v>1.5</c:v>
                </c:pt>
                <c:pt idx="560">
                  <c:v>1.5</c:v>
                </c:pt>
                <c:pt idx="561">
                  <c:v>1.5</c:v>
                </c:pt>
                <c:pt idx="562">
                  <c:v>1.5</c:v>
                </c:pt>
                <c:pt idx="563">
                  <c:v>1.5</c:v>
                </c:pt>
                <c:pt idx="564">
                  <c:v>1.5</c:v>
                </c:pt>
                <c:pt idx="565">
                  <c:v>1.5</c:v>
                </c:pt>
                <c:pt idx="566">
                  <c:v>1.5</c:v>
                </c:pt>
                <c:pt idx="567">
                  <c:v>1.5</c:v>
                </c:pt>
                <c:pt idx="568">
                  <c:v>1.5</c:v>
                </c:pt>
                <c:pt idx="569">
                  <c:v>1.5</c:v>
                </c:pt>
                <c:pt idx="570">
                  <c:v>1.5</c:v>
                </c:pt>
                <c:pt idx="571">
                  <c:v>1.5</c:v>
                </c:pt>
                <c:pt idx="572">
                  <c:v>1.5</c:v>
                </c:pt>
                <c:pt idx="573">
                  <c:v>1.5</c:v>
                </c:pt>
                <c:pt idx="574">
                  <c:v>1.5</c:v>
                </c:pt>
                <c:pt idx="575">
                  <c:v>1.5</c:v>
                </c:pt>
                <c:pt idx="576">
                  <c:v>1.5</c:v>
                </c:pt>
                <c:pt idx="577">
                  <c:v>1.5</c:v>
                </c:pt>
                <c:pt idx="578">
                  <c:v>1.5</c:v>
                </c:pt>
                <c:pt idx="579">
                  <c:v>1.5</c:v>
                </c:pt>
                <c:pt idx="580">
                  <c:v>1.5</c:v>
                </c:pt>
                <c:pt idx="581">
                  <c:v>1.5</c:v>
                </c:pt>
                <c:pt idx="582">
                  <c:v>1.5</c:v>
                </c:pt>
                <c:pt idx="583">
                  <c:v>1.5</c:v>
                </c:pt>
                <c:pt idx="584">
                  <c:v>1.5</c:v>
                </c:pt>
                <c:pt idx="585">
                  <c:v>1.5</c:v>
                </c:pt>
                <c:pt idx="586">
                  <c:v>1.5</c:v>
                </c:pt>
                <c:pt idx="587">
                  <c:v>1.5</c:v>
                </c:pt>
                <c:pt idx="588">
                  <c:v>1.5</c:v>
                </c:pt>
                <c:pt idx="589">
                  <c:v>1.5</c:v>
                </c:pt>
                <c:pt idx="590">
                  <c:v>1.5</c:v>
                </c:pt>
                <c:pt idx="591">
                  <c:v>1.5</c:v>
                </c:pt>
                <c:pt idx="592">
                  <c:v>1.5</c:v>
                </c:pt>
                <c:pt idx="593">
                  <c:v>1.5</c:v>
                </c:pt>
                <c:pt idx="594">
                  <c:v>1.5</c:v>
                </c:pt>
                <c:pt idx="595">
                  <c:v>1.5</c:v>
                </c:pt>
                <c:pt idx="596">
                  <c:v>1.5</c:v>
                </c:pt>
                <c:pt idx="597">
                  <c:v>1.5</c:v>
                </c:pt>
                <c:pt idx="598">
                  <c:v>1.5</c:v>
                </c:pt>
                <c:pt idx="599">
                  <c:v>1.5</c:v>
                </c:pt>
                <c:pt idx="600">
                  <c:v>1.5</c:v>
                </c:pt>
                <c:pt idx="601">
                  <c:v>1.5</c:v>
                </c:pt>
                <c:pt idx="602">
                  <c:v>1.5</c:v>
                </c:pt>
                <c:pt idx="603">
                  <c:v>1.5</c:v>
                </c:pt>
                <c:pt idx="604">
                  <c:v>1.5</c:v>
                </c:pt>
                <c:pt idx="605">
                  <c:v>1.5</c:v>
                </c:pt>
                <c:pt idx="606">
                  <c:v>1.5</c:v>
                </c:pt>
                <c:pt idx="607">
                  <c:v>1.5</c:v>
                </c:pt>
                <c:pt idx="608">
                  <c:v>1.5</c:v>
                </c:pt>
                <c:pt idx="609">
                  <c:v>1.5</c:v>
                </c:pt>
                <c:pt idx="610">
                  <c:v>1.5</c:v>
                </c:pt>
                <c:pt idx="611">
                  <c:v>1.5</c:v>
                </c:pt>
                <c:pt idx="612">
                  <c:v>1.5</c:v>
                </c:pt>
                <c:pt idx="613">
                  <c:v>1.5</c:v>
                </c:pt>
                <c:pt idx="614">
                  <c:v>1.5</c:v>
                </c:pt>
                <c:pt idx="615">
                  <c:v>1.5</c:v>
                </c:pt>
                <c:pt idx="616">
                  <c:v>1.5</c:v>
                </c:pt>
                <c:pt idx="617">
                  <c:v>1.5</c:v>
                </c:pt>
                <c:pt idx="618">
                  <c:v>1.5</c:v>
                </c:pt>
                <c:pt idx="619">
                  <c:v>1.5</c:v>
                </c:pt>
                <c:pt idx="620">
                  <c:v>1.5</c:v>
                </c:pt>
                <c:pt idx="621">
                  <c:v>1.5</c:v>
                </c:pt>
                <c:pt idx="622">
                  <c:v>1.5</c:v>
                </c:pt>
                <c:pt idx="623">
                  <c:v>1.5</c:v>
                </c:pt>
                <c:pt idx="624">
                  <c:v>1.5</c:v>
                </c:pt>
                <c:pt idx="625">
                  <c:v>1.5</c:v>
                </c:pt>
                <c:pt idx="626">
                  <c:v>1.5</c:v>
                </c:pt>
                <c:pt idx="627">
                  <c:v>1.5</c:v>
                </c:pt>
                <c:pt idx="628">
                  <c:v>1.5</c:v>
                </c:pt>
                <c:pt idx="629">
                  <c:v>1.5</c:v>
                </c:pt>
                <c:pt idx="630">
                  <c:v>1.5</c:v>
                </c:pt>
                <c:pt idx="631">
                  <c:v>1.5</c:v>
                </c:pt>
                <c:pt idx="632">
                  <c:v>1.5</c:v>
                </c:pt>
                <c:pt idx="633">
                  <c:v>1.5</c:v>
                </c:pt>
                <c:pt idx="634">
                  <c:v>1.5</c:v>
                </c:pt>
                <c:pt idx="635">
                  <c:v>1.5</c:v>
                </c:pt>
                <c:pt idx="636">
                  <c:v>1.5</c:v>
                </c:pt>
                <c:pt idx="637">
                  <c:v>1.5</c:v>
                </c:pt>
                <c:pt idx="638">
                  <c:v>1.5</c:v>
                </c:pt>
                <c:pt idx="639">
                  <c:v>1.5</c:v>
                </c:pt>
                <c:pt idx="640">
                  <c:v>1.5</c:v>
                </c:pt>
                <c:pt idx="641">
                  <c:v>1.5</c:v>
                </c:pt>
                <c:pt idx="642">
                  <c:v>1.5</c:v>
                </c:pt>
                <c:pt idx="643">
                  <c:v>1.5</c:v>
                </c:pt>
                <c:pt idx="644">
                  <c:v>1.5</c:v>
                </c:pt>
                <c:pt idx="645">
                  <c:v>1.5</c:v>
                </c:pt>
                <c:pt idx="646">
                  <c:v>1.5</c:v>
                </c:pt>
                <c:pt idx="647">
                  <c:v>1.5</c:v>
                </c:pt>
                <c:pt idx="648">
                  <c:v>1.5</c:v>
                </c:pt>
                <c:pt idx="649">
                  <c:v>1.5</c:v>
                </c:pt>
                <c:pt idx="650">
                  <c:v>1.5</c:v>
                </c:pt>
                <c:pt idx="651">
                  <c:v>1.5</c:v>
                </c:pt>
                <c:pt idx="652">
                  <c:v>1.5</c:v>
                </c:pt>
                <c:pt idx="653">
                  <c:v>1.5</c:v>
                </c:pt>
                <c:pt idx="654">
                  <c:v>1.5</c:v>
                </c:pt>
                <c:pt idx="655">
                  <c:v>1.5</c:v>
                </c:pt>
                <c:pt idx="656">
                  <c:v>1.5</c:v>
                </c:pt>
                <c:pt idx="657">
                  <c:v>1.5</c:v>
                </c:pt>
                <c:pt idx="658">
                  <c:v>1.5</c:v>
                </c:pt>
                <c:pt idx="659">
                  <c:v>1.5</c:v>
                </c:pt>
                <c:pt idx="660">
                  <c:v>1.5</c:v>
                </c:pt>
                <c:pt idx="661">
                  <c:v>1.5</c:v>
                </c:pt>
                <c:pt idx="662">
                  <c:v>1.5</c:v>
                </c:pt>
                <c:pt idx="663">
                  <c:v>1.5</c:v>
                </c:pt>
                <c:pt idx="664">
                  <c:v>1.5</c:v>
                </c:pt>
                <c:pt idx="665">
                  <c:v>1.5</c:v>
                </c:pt>
                <c:pt idx="666">
                  <c:v>1.5</c:v>
                </c:pt>
                <c:pt idx="667">
                  <c:v>1.5</c:v>
                </c:pt>
                <c:pt idx="668">
                  <c:v>1.5</c:v>
                </c:pt>
                <c:pt idx="669">
                  <c:v>1.5</c:v>
                </c:pt>
                <c:pt idx="670">
                  <c:v>1.5</c:v>
                </c:pt>
                <c:pt idx="671">
                  <c:v>1.5</c:v>
                </c:pt>
                <c:pt idx="672">
                  <c:v>1.5</c:v>
                </c:pt>
                <c:pt idx="673">
                  <c:v>1.5</c:v>
                </c:pt>
                <c:pt idx="674">
                  <c:v>1.5</c:v>
                </c:pt>
                <c:pt idx="675">
                  <c:v>1.5</c:v>
                </c:pt>
                <c:pt idx="676">
                  <c:v>1.5</c:v>
                </c:pt>
                <c:pt idx="677">
                  <c:v>1.5</c:v>
                </c:pt>
                <c:pt idx="678">
                  <c:v>1.5</c:v>
                </c:pt>
                <c:pt idx="679">
                  <c:v>1.5</c:v>
                </c:pt>
                <c:pt idx="680">
                  <c:v>1.5</c:v>
                </c:pt>
                <c:pt idx="681">
                  <c:v>1.5</c:v>
                </c:pt>
                <c:pt idx="682">
                  <c:v>1.5</c:v>
                </c:pt>
                <c:pt idx="683">
                  <c:v>1.5</c:v>
                </c:pt>
                <c:pt idx="684">
                  <c:v>1.5</c:v>
                </c:pt>
                <c:pt idx="685">
                  <c:v>1.5</c:v>
                </c:pt>
                <c:pt idx="686">
                  <c:v>1.5</c:v>
                </c:pt>
                <c:pt idx="687">
                  <c:v>1.5</c:v>
                </c:pt>
                <c:pt idx="688">
                  <c:v>1.5</c:v>
                </c:pt>
                <c:pt idx="689">
                  <c:v>1.5</c:v>
                </c:pt>
                <c:pt idx="690">
                  <c:v>1.5</c:v>
                </c:pt>
                <c:pt idx="691">
                  <c:v>1.5</c:v>
                </c:pt>
                <c:pt idx="692">
                  <c:v>1.5</c:v>
                </c:pt>
                <c:pt idx="693">
                  <c:v>1.5</c:v>
                </c:pt>
                <c:pt idx="694">
                  <c:v>1.5</c:v>
                </c:pt>
                <c:pt idx="695">
                  <c:v>1.5</c:v>
                </c:pt>
                <c:pt idx="696">
                  <c:v>1.5</c:v>
                </c:pt>
                <c:pt idx="697">
                  <c:v>1.5</c:v>
                </c:pt>
                <c:pt idx="698">
                  <c:v>1.5</c:v>
                </c:pt>
                <c:pt idx="699">
                  <c:v>1.5</c:v>
                </c:pt>
                <c:pt idx="700">
                  <c:v>1.5</c:v>
                </c:pt>
                <c:pt idx="701">
                  <c:v>1.5</c:v>
                </c:pt>
                <c:pt idx="702">
                  <c:v>1.5</c:v>
                </c:pt>
                <c:pt idx="703">
                  <c:v>1.5</c:v>
                </c:pt>
                <c:pt idx="704">
                  <c:v>1.5</c:v>
                </c:pt>
                <c:pt idx="705">
                  <c:v>1.5</c:v>
                </c:pt>
                <c:pt idx="706">
                  <c:v>1.5</c:v>
                </c:pt>
                <c:pt idx="707">
                  <c:v>1.5</c:v>
                </c:pt>
                <c:pt idx="708">
                  <c:v>1.5</c:v>
                </c:pt>
                <c:pt idx="709">
                  <c:v>1.5</c:v>
                </c:pt>
                <c:pt idx="710">
                  <c:v>1.5</c:v>
                </c:pt>
                <c:pt idx="711">
                  <c:v>1.5</c:v>
                </c:pt>
                <c:pt idx="712">
                  <c:v>1.5</c:v>
                </c:pt>
                <c:pt idx="713">
                  <c:v>1.5</c:v>
                </c:pt>
                <c:pt idx="714">
                  <c:v>1.5</c:v>
                </c:pt>
                <c:pt idx="715">
                  <c:v>1.5</c:v>
                </c:pt>
                <c:pt idx="716">
                  <c:v>1.5</c:v>
                </c:pt>
                <c:pt idx="717">
                  <c:v>1.5</c:v>
                </c:pt>
                <c:pt idx="718">
                  <c:v>1.5</c:v>
                </c:pt>
                <c:pt idx="719">
                  <c:v>1.5</c:v>
                </c:pt>
                <c:pt idx="720">
                  <c:v>1.5</c:v>
                </c:pt>
                <c:pt idx="721">
                  <c:v>1.5</c:v>
                </c:pt>
                <c:pt idx="722">
                  <c:v>1.5</c:v>
                </c:pt>
                <c:pt idx="723">
                  <c:v>1.5</c:v>
                </c:pt>
                <c:pt idx="724">
                  <c:v>1.5</c:v>
                </c:pt>
                <c:pt idx="725">
                  <c:v>1.5</c:v>
                </c:pt>
                <c:pt idx="726">
                  <c:v>1.5</c:v>
                </c:pt>
                <c:pt idx="727">
                  <c:v>1.5</c:v>
                </c:pt>
                <c:pt idx="728">
                  <c:v>1.5</c:v>
                </c:pt>
                <c:pt idx="729">
                  <c:v>1.5</c:v>
                </c:pt>
                <c:pt idx="730">
                  <c:v>1.5</c:v>
                </c:pt>
                <c:pt idx="731">
                  <c:v>1.5</c:v>
                </c:pt>
                <c:pt idx="732">
                  <c:v>1.5</c:v>
                </c:pt>
                <c:pt idx="733">
                  <c:v>1.5</c:v>
                </c:pt>
                <c:pt idx="734">
                  <c:v>1.5</c:v>
                </c:pt>
                <c:pt idx="735">
                  <c:v>1.5</c:v>
                </c:pt>
                <c:pt idx="736">
                  <c:v>1.5</c:v>
                </c:pt>
                <c:pt idx="737">
                  <c:v>1.5</c:v>
                </c:pt>
                <c:pt idx="738">
                  <c:v>1.5</c:v>
                </c:pt>
                <c:pt idx="739">
                  <c:v>1.5</c:v>
                </c:pt>
                <c:pt idx="740">
                  <c:v>1.5</c:v>
                </c:pt>
                <c:pt idx="741">
                  <c:v>1.5</c:v>
                </c:pt>
                <c:pt idx="742">
                  <c:v>1.5</c:v>
                </c:pt>
                <c:pt idx="743">
                  <c:v>1.5</c:v>
                </c:pt>
                <c:pt idx="744">
                  <c:v>1.5</c:v>
                </c:pt>
                <c:pt idx="745">
                  <c:v>1.5</c:v>
                </c:pt>
                <c:pt idx="746">
                  <c:v>1.5</c:v>
                </c:pt>
                <c:pt idx="747">
                  <c:v>1.5</c:v>
                </c:pt>
                <c:pt idx="748">
                  <c:v>1.5</c:v>
                </c:pt>
                <c:pt idx="749">
                  <c:v>1.5</c:v>
                </c:pt>
                <c:pt idx="750">
                  <c:v>1.5</c:v>
                </c:pt>
                <c:pt idx="751">
                  <c:v>1.5</c:v>
                </c:pt>
                <c:pt idx="752">
                  <c:v>1.5</c:v>
                </c:pt>
                <c:pt idx="753">
                  <c:v>1.5</c:v>
                </c:pt>
                <c:pt idx="754">
                  <c:v>1.5</c:v>
                </c:pt>
                <c:pt idx="755">
                  <c:v>1.5</c:v>
                </c:pt>
                <c:pt idx="756">
                  <c:v>1.5</c:v>
                </c:pt>
                <c:pt idx="757">
                  <c:v>1.5</c:v>
                </c:pt>
                <c:pt idx="758">
                  <c:v>1.5</c:v>
                </c:pt>
                <c:pt idx="759">
                  <c:v>1.5</c:v>
                </c:pt>
                <c:pt idx="760">
                  <c:v>1.5</c:v>
                </c:pt>
                <c:pt idx="761">
                  <c:v>1.5</c:v>
                </c:pt>
                <c:pt idx="762">
                  <c:v>1.5</c:v>
                </c:pt>
                <c:pt idx="763">
                  <c:v>1.5</c:v>
                </c:pt>
                <c:pt idx="764">
                  <c:v>1.5</c:v>
                </c:pt>
                <c:pt idx="765">
                  <c:v>1.5</c:v>
                </c:pt>
                <c:pt idx="766">
                  <c:v>1.5</c:v>
                </c:pt>
                <c:pt idx="767">
                  <c:v>1.5</c:v>
                </c:pt>
                <c:pt idx="768">
                  <c:v>1.5</c:v>
                </c:pt>
                <c:pt idx="769">
                  <c:v>1.5</c:v>
                </c:pt>
                <c:pt idx="770">
                  <c:v>1.5</c:v>
                </c:pt>
                <c:pt idx="771">
                  <c:v>1.5</c:v>
                </c:pt>
                <c:pt idx="772">
                  <c:v>1.5</c:v>
                </c:pt>
                <c:pt idx="773">
                  <c:v>1.5</c:v>
                </c:pt>
                <c:pt idx="774">
                  <c:v>1.5</c:v>
                </c:pt>
                <c:pt idx="775">
                  <c:v>1.5</c:v>
                </c:pt>
                <c:pt idx="776">
                  <c:v>1.5</c:v>
                </c:pt>
                <c:pt idx="777">
                  <c:v>1.5</c:v>
                </c:pt>
                <c:pt idx="778">
                  <c:v>1.5</c:v>
                </c:pt>
                <c:pt idx="779">
                  <c:v>1.5</c:v>
                </c:pt>
                <c:pt idx="780">
                  <c:v>1.5</c:v>
                </c:pt>
                <c:pt idx="781">
                  <c:v>1.5</c:v>
                </c:pt>
                <c:pt idx="782">
                  <c:v>1.5</c:v>
                </c:pt>
                <c:pt idx="783">
                  <c:v>1.5</c:v>
                </c:pt>
                <c:pt idx="784">
                  <c:v>1.5</c:v>
                </c:pt>
                <c:pt idx="785">
                  <c:v>1.5</c:v>
                </c:pt>
                <c:pt idx="786">
                  <c:v>1.5</c:v>
                </c:pt>
                <c:pt idx="787">
                  <c:v>1.5</c:v>
                </c:pt>
                <c:pt idx="788">
                  <c:v>1.5</c:v>
                </c:pt>
                <c:pt idx="789">
                  <c:v>1.5</c:v>
                </c:pt>
                <c:pt idx="790">
                  <c:v>1.5</c:v>
                </c:pt>
                <c:pt idx="791">
                  <c:v>1.5</c:v>
                </c:pt>
                <c:pt idx="792">
                  <c:v>1.5</c:v>
                </c:pt>
                <c:pt idx="793">
                  <c:v>1.5</c:v>
                </c:pt>
                <c:pt idx="794">
                  <c:v>1.5</c:v>
                </c:pt>
                <c:pt idx="795">
                  <c:v>1.5</c:v>
                </c:pt>
                <c:pt idx="796">
                  <c:v>1.5</c:v>
                </c:pt>
                <c:pt idx="797">
                  <c:v>1.5</c:v>
                </c:pt>
                <c:pt idx="798">
                  <c:v>1.5</c:v>
                </c:pt>
                <c:pt idx="799">
                  <c:v>1.5</c:v>
                </c:pt>
                <c:pt idx="800">
                  <c:v>1.5</c:v>
                </c:pt>
                <c:pt idx="801">
                  <c:v>1.5</c:v>
                </c:pt>
                <c:pt idx="802">
                  <c:v>1.5</c:v>
                </c:pt>
                <c:pt idx="803">
                  <c:v>1.5</c:v>
                </c:pt>
                <c:pt idx="804">
                  <c:v>1.5</c:v>
                </c:pt>
                <c:pt idx="805">
                  <c:v>1.5</c:v>
                </c:pt>
                <c:pt idx="806">
                  <c:v>1.5</c:v>
                </c:pt>
                <c:pt idx="807">
                  <c:v>1.5</c:v>
                </c:pt>
                <c:pt idx="808">
                  <c:v>1.5</c:v>
                </c:pt>
                <c:pt idx="809">
                  <c:v>1.5</c:v>
                </c:pt>
                <c:pt idx="810">
                  <c:v>1.5</c:v>
                </c:pt>
                <c:pt idx="811">
                  <c:v>1.5</c:v>
                </c:pt>
                <c:pt idx="812">
                  <c:v>1.5</c:v>
                </c:pt>
                <c:pt idx="813">
                  <c:v>1.5</c:v>
                </c:pt>
                <c:pt idx="814">
                  <c:v>1.5</c:v>
                </c:pt>
                <c:pt idx="815">
                  <c:v>1.5</c:v>
                </c:pt>
                <c:pt idx="816">
                  <c:v>1.5</c:v>
                </c:pt>
                <c:pt idx="817">
                  <c:v>1.5</c:v>
                </c:pt>
                <c:pt idx="818">
                  <c:v>1.5</c:v>
                </c:pt>
                <c:pt idx="819">
                  <c:v>1.5</c:v>
                </c:pt>
                <c:pt idx="820">
                  <c:v>1.5</c:v>
                </c:pt>
                <c:pt idx="821">
                  <c:v>1.5</c:v>
                </c:pt>
                <c:pt idx="822">
                  <c:v>1.5</c:v>
                </c:pt>
                <c:pt idx="823">
                  <c:v>1.5</c:v>
                </c:pt>
                <c:pt idx="824">
                  <c:v>1.5</c:v>
                </c:pt>
                <c:pt idx="825">
                  <c:v>1.5</c:v>
                </c:pt>
                <c:pt idx="826">
                  <c:v>1.5</c:v>
                </c:pt>
                <c:pt idx="827">
                  <c:v>1.5</c:v>
                </c:pt>
                <c:pt idx="828">
                  <c:v>1.5</c:v>
                </c:pt>
                <c:pt idx="829">
                  <c:v>1.5</c:v>
                </c:pt>
                <c:pt idx="830">
                  <c:v>1.5</c:v>
                </c:pt>
                <c:pt idx="831">
                  <c:v>1.5</c:v>
                </c:pt>
                <c:pt idx="832">
                  <c:v>1.5</c:v>
                </c:pt>
                <c:pt idx="833">
                  <c:v>1.5</c:v>
                </c:pt>
                <c:pt idx="834">
                  <c:v>1.5</c:v>
                </c:pt>
                <c:pt idx="835">
                  <c:v>1.5</c:v>
                </c:pt>
                <c:pt idx="836">
                  <c:v>1.5</c:v>
                </c:pt>
                <c:pt idx="837">
                  <c:v>1.5</c:v>
                </c:pt>
                <c:pt idx="838">
                  <c:v>1.5</c:v>
                </c:pt>
                <c:pt idx="839">
                  <c:v>1.5</c:v>
                </c:pt>
                <c:pt idx="840">
                  <c:v>1.5</c:v>
                </c:pt>
                <c:pt idx="841">
                  <c:v>1.5</c:v>
                </c:pt>
                <c:pt idx="842">
                  <c:v>1.5</c:v>
                </c:pt>
                <c:pt idx="843">
                  <c:v>1.5</c:v>
                </c:pt>
                <c:pt idx="844">
                  <c:v>1.5</c:v>
                </c:pt>
                <c:pt idx="845">
                  <c:v>1.5</c:v>
                </c:pt>
                <c:pt idx="846">
                  <c:v>1.5</c:v>
                </c:pt>
                <c:pt idx="847">
                  <c:v>1.5</c:v>
                </c:pt>
                <c:pt idx="848">
                  <c:v>1.5</c:v>
                </c:pt>
                <c:pt idx="849">
                  <c:v>1.5</c:v>
                </c:pt>
                <c:pt idx="850">
                  <c:v>1.5</c:v>
                </c:pt>
                <c:pt idx="851">
                  <c:v>1.5</c:v>
                </c:pt>
                <c:pt idx="852">
                  <c:v>1.5</c:v>
                </c:pt>
                <c:pt idx="853">
                  <c:v>1.5</c:v>
                </c:pt>
                <c:pt idx="854">
                  <c:v>1.5</c:v>
                </c:pt>
                <c:pt idx="855">
                  <c:v>1.5</c:v>
                </c:pt>
                <c:pt idx="856">
                  <c:v>1.5</c:v>
                </c:pt>
                <c:pt idx="857">
                  <c:v>1.5</c:v>
                </c:pt>
                <c:pt idx="858">
                  <c:v>1.5</c:v>
                </c:pt>
                <c:pt idx="859">
                  <c:v>1.5</c:v>
                </c:pt>
                <c:pt idx="860">
                  <c:v>1.5</c:v>
                </c:pt>
                <c:pt idx="861">
                  <c:v>1.5</c:v>
                </c:pt>
                <c:pt idx="862">
                  <c:v>1.5</c:v>
                </c:pt>
                <c:pt idx="863">
                  <c:v>1.5</c:v>
                </c:pt>
                <c:pt idx="864">
                  <c:v>1.5</c:v>
                </c:pt>
                <c:pt idx="865">
                  <c:v>1.5</c:v>
                </c:pt>
                <c:pt idx="866">
                  <c:v>1.5</c:v>
                </c:pt>
                <c:pt idx="867">
                  <c:v>1.5</c:v>
                </c:pt>
                <c:pt idx="868">
                  <c:v>1.5</c:v>
                </c:pt>
                <c:pt idx="869">
                  <c:v>1.5</c:v>
                </c:pt>
                <c:pt idx="870">
                  <c:v>1.5</c:v>
                </c:pt>
                <c:pt idx="871">
                  <c:v>1.5</c:v>
                </c:pt>
                <c:pt idx="872">
                  <c:v>1.5</c:v>
                </c:pt>
                <c:pt idx="873">
                  <c:v>1.5</c:v>
                </c:pt>
                <c:pt idx="874">
                  <c:v>1.5</c:v>
                </c:pt>
                <c:pt idx="875">
                  <c:v>1.5</c:v>
                </c:pt>
                <c:pt idx="876">
                  <c:v>1.5</c:v>
                </c:pt>
                <c:pt idx="877">
                  <c:v>1.5</c:v>
                </c:pt>
                <c:pt idx="878">
                  <c:v>1.5</c:v>
                </c:pt>
                <c:pt idx="879">
                  <c:v>1.5</c:v>
                </c:pt>
                <c:pt idx="880">
                  <c:v>1.5</c:v>
                </c:pt>
                <c:pt idx="881">
                  <c:v>1.5</c:v>
                </c:pt>
                <c:pt idx="882">
                  <c:v>1.5</c:v>
                </c:pt>
                <c:pt idx="883">
                  <c:v>1.5</c:v>
                </c:pt>
                <c:pt idx="884">
                  <c:v>1.5</c:v>
                </c:pt>
                <c:pt idx="885">
                  <c:v>1.5</c:v>
                </c:pt>
                <c:pt idx="886">
                  <c:v>1.5</c:v>
                </c:pt>
                <c:pt idx="887">
                  <c:v>1.5</c:v>
                </c:pt>
                <c:pt idx="888">
                  <c:v>1.5</c:v>
                </c:pt>
                <c:pt idx="889">
                  <c:v>1.5</c:v>
                </c:pt>
                <c:pt idx="890">
                  <c:v>1.5</c:v>
                </c:pt>
                <c:pt idx="891">
                  <c:v>1.5</c:v>
                </c:pt>
                <c:pt idx="892">
                  <c:v>1.5</c:v>
                </c:pt>
                <c:pt idx="893">
                  <c:v>1.5</c:v>
                </c:pt>
                <c:pt idx="894">
                  <c:v>1.5</c:v>
                </c:pt>
                <c:pt idx="895">
                  <c:v>1.5</c:v>
                </c:pt>
                <c:pt idx="896">
                  <c:v>1.5</c:v>
                </c:pt>
                <c:pt idx="897">
                  <c:v>1.5</c:v>
                </c:pt>
                <c:pt idx="898">
                  <c:v>1.5</c:v>
                </c:pt>
                <c:pt idx="899">
                  <c:v>1.5</c:v>
                </c:pt>
                <c:pt idx="900">
                  <c:v>1.5</c:v>
                </c:pt>
                <c:pt idx="901">
                  <c:v>1.5</c:v>
                </c:pt>
                <c:pt idx="902">
                  <c:v>1.5</c:v>
                </c:pt>
                <c:pt idx="903">
                  <c:v>1.5</c:v>
                </c:pt>
                <c:pt idx="904">
                  <c:v>1.5</c:v>
                </c:pt>
                <c:pt idx="905">
                  <c:v>1.5</c:v>
                </c:pt>
                <c:pt idx="906">
                  <c:v>1.5</c:v>
                </c:pt>
                <c:pt idx="907">
                  <c:v>1.5</c:v>
                </c:pt>
                <c:pt idx="908">
                  <c:v>1.5</c:v>
                </c:pt>
                <c:pt idx="909">
                  <c:v>1.5</c:v>
                </c:pt>
                <c:pt idx="910">
                  <c:v>1.5</c:v>
                </c:pt>
                <c:pt idx="911">
                  <c:v>1.5</c:v>
                </c:pt>
                <c:pt idx="912">
                  <c:v>1.5</c:v>
                </c:pt>
                <c:pt idx="913">
                  <c:v>1.5</c:v>
                </c:pt>
                <c:pt idx="914">
                  <c:v>1.5</c:v>
                </c:pt>
                <c:pt idx="915">
                  <c:v>1.5</c:v>
                </c:pt>
                <c:pt idx="916">
                  <c:v>1.5</c:v>
                </c:pt>
                <c:pt idx="917">
                  <c:v>1.5</c:v>
                </c:pt>
                <c:pt idx="918">
                  <c:v>1.5</c:v>
                </c:pt>
                <c:pt idx="919">
                  <c:v>1.5</c:v>
                </c:pt>
                <c:pt idx="920">
                  <c:v>1.5</c:v>
                </c:pt>
                <c:pt idx="921">
                  <c:v>1.5</c:v>
                </c:pt>
                <c:pt idx="922">
                  <c:v>1.5</c:v>
                </c:pt>
                <c:pt idx="923">
                  <c:v>1.5</c:v>
                </c:pt>
                <c:pt idx="924">
                  <c:v>1.5</c:v>
                </c:pt>
                <c:pt idx="925">
                  <c:v>1.5</c:v>
                </c:pt>
                <c:pt idx="926">
                  <c:v>1.5</c:v>
                </c:pt>
                <c:pt idx="927">
                  <c:v>1.5</c:v>
                </c:pt>
                <c:pt idx="928">
                  <c:v>1.5</c:v>
                </c:pt>
                <c:pt idx="929">
                  <c:v>1.5</c:v>
                </c:pt>
                <c:pt idx="930">
                  <c:v>1.5</c:v>
                </c:pt>
                <c:pt idx="931">
                  <c:v>1.5</c:v>
                </c:pt>
                <c:pt idx="932">
                  <c:v>1.5</c:v>
                </c:pt>
                <c:pt idx="933">
                  <c:v>1.5</c:v>
                </c:pt>
                <c:pt idx="934">
                  <c:v>1.5</c:v>
                </c:pt>
                <c:pt idx="935">
                  <c:v>1.5</c:v>
                </c:pt>
                <c:pt idx="936">
                  <c:v>1.5</c:v>
                </c:pt>
                <c:pt idx="937">
                  <c:v>1.5</c:v>
                </c:pt>
                <c:pt idx="938">
                  <c:v>1.5</c:v>
                </c:pt>
                <c:pt idx="939">
                  <c:v>1.5</c:v>
                </c:pt>
                <c:pt idx="940">
                  <c:v>1.5</c:v>
                </c:pt>
                <c:pt idx="941">
                  <c:v>1.5</c:v>
                </c:pt>
                <c:pt idx="942">
                  <c:v>1.5</c:v>
                </c:pt>
                <c:pt idx="943">
                  <c:v>1.5</c:v>
                </c:pt>
                <c:pt idx="944">
                  <c:v>1.5</c:v>
                </c:pt>
                <c:pt idx="945">
                  <c:v>1.5</c:v>
                </c:pt>
                <c:pt idx="946">
                  <c:v>1.5</c:v>
                </c:pt>
                <c:pt idx="947">
                  <c:v>1.5</c:v>
                </c:pt>
                <c:pt idx="948">
                  <c:v>1.5</c:v>
                </c:pt>
                <c:pt idx="949">
                  <c:v>1.5</c:v>
                </c:pt>
                <c:pt idx="950">
                  <c:v>1.5</c:v>
                </c:pt>
                <c:pt idx="951">
                  <c:v>1.5</c:v>
                </c:pt>
                <c:pt idx="952">
                  <c:v>1.5</c:v>
                </c:pt>
                <c:pt idx="953">
                  <c:v>1.5</c:v>
                </c:pt>
                <c:pt idx="954">
                  <c:v>1.5</c:v>
                </c:pt>
                <c:pt idx="955">
                  <c:v>1.5</c:v>
                </c:pt>
                <c:pt idx="956">
                  <c:v>1.5</c:v>
                </c:pt>
                <c:pt idx="957">
                  <c:v>1.5</c:v>
                </c:pt>
                <c:pt idx="958">
                  <c:v>1.5</c:v>
                </c:pt>
                <c:pt idx="959">
                  <c:v>1.5</c:v>
                </c:pt>
                <c:pt idx="960">
                  <c:v>1.5</c:v>
                </c:pt>
                <c:pt idx="961">
                  <c:v>1.5</c:v>
                </c:pt>
                <c:pt idx="962">
                  <c:v>1.5</c:v>
                </c:pt>
                <c:pt idx="963">
                  <c:v>1.5</c:v>
                </c:pt>
                <c:pt idx="964">
                  <c:v>1.5</c:v>
                </c:pt>
                <c:pt idx="965">
                  <c:v>1.5</c:v>
                </c:pt>
                <c:pt idx="966">
                  <c:v>1.5</c:v>
                </c:pt>
                <c:pt idx="967">
                  <c:v>1.5</c:v>
                </c:pt>
                <c:pt idx="968">
                  <c:v>1.5</c:v>
                </c:pt>
                <c:pt idx="969">
                  <c:v>1.5</c:v>
                </c:pt>
                <c:pt idx="970">
                  <c:v>1.5</c:v>
                </c:pt>
                <c:pt idx="971">
                  <c:v>1.5</c:v>
                </c:pt>
                <c:pt idx="972">
                  <c:v>1.5</c:v>
                </c:pt>
                <c:pt idx="973">
                  <c:v>1.5</c:v>
                </c:pt>
                <c:pt idx="974">
                  <c:v>1.5</c:v>
                </c:pt>
                <c:pt idx="975">
                  <c:v>1.5</c:v>
                </c:pt>
                <c:pt idx="976">
                  <c:v>1.5</c:v>
                </c:pt>
                <c:pt idx="977">
                  <c:v>1.5</c:v>
                </c:pt>
                <c:pt idx="978">
                  <c:v>1.5</c:v>
                </c:pt>
                <c:pt idx="979">
                  <c:v>1.5</c:v>
                </c:pt>
                <c:pt idx="980">
                  <c:v>1.5</c:v>
                </c:pt>
                <c:pt idx="981">
                  <c:v>1.5</c:v>
                </c:pt>
                <c:pt idx="982">
                  <c:v>1.5</c:v>
                </c:pt>
                <c:pt idx="983">
                  <c:v>1.5</c:v>
                </c:pt>
                <c:pt idx="984">
                  <c:v>1.5</c:v>
                </c:pt>
                <c:pt idx="985">
                  <c:v>1.5</c:v>
                </c:pt>
                <c:pt idx="986">
                  <c:v>1.5</c:v>
                </c:pt>
                <c:pt idx="987">
                  <c:v>1.5</c:v>
                </c:pt>
                <c:pt idx="988">
                  <c:v>1.5</c:v>
                </c:pt>
                <c:pt idx="989">
                  <c:v>1.5</c:v>
                </c:pt>
                <c:pt idx="990">
                  <c:v>1.5</c:v>
                </c:pt>
                <c:pt idx="991">
                  <c:v>1.5</c:v>
                </c:pt>
                <c:pt idx="992">
                  <c:v>1.5</c:v>
                </c:pt>
                <c:pt idx="993">
                  <c:v>1.5</c:v>
                </c:pt>
                <c:pt idx="994">
                  <c:v>1.5</c:v>
                </c:pt>
                <c:pt idx="995">
                  <c:v>1.5</c:v>
                </c:pt>
                <c:pt idx="996">
                  <c:v>1.5</c:v>
                </c:pt>
                <c:pt idx="997">
                  <c:v>1.5</c:v>
                </c:pt>
                <c:pt idx="998">
                  <c:v>1.5</c:v>
                </c:pt>
                <c:pt idx="999">
                  <c:v>1.5</c:v>
                </c:pt>
                <c:pt idx="1000">
                  <c:v>1.5</c:v>
                </c:pt>
                <c:pt idx="1001">
                  <c:v>1.5</c:v>
                </c:pt>
                <c:pt idx="1002">
                  <c:v>1.5</c:v>
                </c:pt>
                <c:pt idx="1003">
                  <c:v>1.5</c:v>
                </c:pt>
                <c:pt idx="1004">
                  <c:v>1.5</c:v>
                </c:pt>
                <c:pt idx="1005">
                  <c:v>1.5</c:v>
                </c:pt>
                <c:pt idx="1006">
                  <c:v>1.5</c:v>
                </c:pt>
                <c:pt idx="1007">
                  <c:v>1.5</c:v>
                </c:pt>
                <c:pt idx="1008">
                  <c:v>1.5</c:v>
                </c:pt>
                <c:pt idx="1009">
                  <c:v>1.5</c:v>
                </c:pt>
                <c:pt idx="1010">
                  <c:v>1.5</c:v>
                </c:pt>
                <c:pt idx="1011">
                  <c:v>1.5</c:v>
                </c:pt>
                <c:pt idx="1012">
                  <c:v>1.5</c:v>
                </c:pt>
                <c:pt idx="1013">
                  <c:v>1.5</c:v>
                </c:pt>
                <c:pt idx="1014">
                  <c:v>1.5</c:v>
                </c:pt>
                <c:pt idx="1015">
                  <c:v>1.5</c:v>
                </c:pt>
                <c:pt idx="1016">
                  <c:v>1.5</c:v>
                </c:pt>
                <c:pt idx="1017">
                  <c:v>1.5</c:v>
                </c:pt>
                <c:pt idx="1018">
                  <c:v>1.5</c:v>
                </c:pt>
                <c:pt idx="1019">
                  <c:v>1.5</c:v>
                </c:pt>
                <c:pt idx="1020">
                  <c:v>1.5</c:v>
                </c:pt>
                <c:pt idx="1021">
                  <c:v>1.5</c:v>
                </c:pt>
                <c:pt idx="1022">
                  <c:v>1.5</c:v>
                </c:pt>
                <c:pt idx="1023">
                  <c:v>1.5</c:v>
                </c:pt>
                <c:pt idx="1024">
                  <c:v>1.5</c:v>
                </c:pt>
                <c:pt idx="1025">
                  <c:v>1.5</c:v>
                </c:pt>
                <c:pt idx="1026">
                  <c:v>1.5</c:v>
                </c:pt>
                <c:pt idx="1027">
                  <c:v>1.5</c:v>
                </c:pt>
                <c:pt idx="1028">
                  <c:v>1.5</c:v>
                </c:pt>
                <c:pt idx="1029">
                  <c:v>1.5</c:v>
                </c:pt>
                <c:pt idx="1030">
                  <c:v>1.5</c:v>
                </c:pt>
                <c:pt idx="1031">
                  <c:v>1.5</c:v>
                </c:pt>
                <c:pt idx="1032">
                  <c:v>1.5</c:v>
                </c:pt>
                <c:pt idx="1033">
                  <c:v>1.5</c:v>
                </c:pt>
                <c:pt idx="1034">
                  <c:v>1.5</c:v>
                </c:pt>
                <c:pt idx="1035">
                  <c:v>1.5</c:v>
                </c:pt>
                <c:pt idx="1036">
                  <c:v>1.5</c:v>
                </c:pt>
                <c:pt idx="1037">
                  <c:v>1.5</c:v>
                </c:pt>
                <c:pt idx="1038">
                  <c:v>1.5</c:v>
                </c:pt>
                <c:pt idx="1039">
                  <c:v>1.5</c:v>
                </c:pt>
                <c:pt idx="1040">
                  <c:v>1.5</c:v>
                </c:pt>
                <c:pt idx="1041">
                  <c:v>1.5</c:v>
                </c:pt>
                <c:pt idx="1042">
                  <c:v>1.5</c:v>
                </c:pt>
                <c:pt idx="1043">
                  <c:v>1.5</c:v>
                </c:pt>
                <c:pt idx="1044">
                  <c:v>1.5</c:v>
                </c:pt>
                <c:pt idx="1045">
                  <c:v>1.5</c:v>
                </c:pt>
                <c:pt idx="1046">
                  <c:v>1.5</c:v>
                </c:pt>
                <c:pt idx="1047">
                  <c:v>1.5</c:v>
                </c:pt>
                <c:pt idx="1048">
                  <c:v>1.5</c:v>
                </c:pt>
                <c:pt idx="1049">
                  <c:v>1.5</c:v>
                </c:pt>
                <c:pt idx="1050">
                  <c:v>1.5</c:v>
                </c:pt>
                <c:pt idx="1051">
                  <c:v>1.5</c:v>
                </c:pt>
                <c:pt idx="1052">
                  <c:v>1.5</c:v>
                </c:pt>
                <c:pt idx="1053">
                  <c:v>1.5</c:v>
                </c:pt>
                <c:pt idx="1054">
                  <c:v>1.5</c:v>
                </c:pt>
                <c:pt idx="1055">
                  <c:v>1.5</c:v>
                </c:pt>
                <c:pt idx="1056">
                  <c:v>1.5</c:v>
                </c:pt>
                <c:pt idx="1057">
                  <c:v>1.5</c:v>
                </c:pt>
                <c:pt idx="1058">
                  <c:v>1.5</c:v>
                </c:pt>
                <c:pt idx="1059">
                  <c:v>1.5</c:v>
                </c:pt>
                <c:pt idx="1060">
                  <c:v>1.5</c:v>
                </c:pt>
                <c:pt idx="1061">
                  <c:v>1.5</c:v>
                </c:pt>
                <c:pt idx="1062">
                  <c:v>1.5</c:v>
                </c:pt>
                <c:pt idx="1063">
                  <c:v>1.5</c:v>
                </c:pt>
                <c:pt idx="1064">
                  <c:v>1.5</c:v>
                </c:pt>
                <c:pt idx="1065">
                  <c:v>1.5</c:v>
                </c:pt>
                <c:pt idx="1066">
                  <c:v>1.5</c:v>
                </c:pt>
                <c:pt idx="1067">
                  <c:v>1.5</c:v>
                </c:pt>
                <c:pt idx="1068">
                  <c:v>1.5</c:v>
                </c:pt>
                <c:pt idx="1069">
                  <c:v>1.5</c:v>
                </c:pt>
                <c:pt idx="1070">
                  <c:v>1.5</c:v>
                </c:pt>
                <c:pt idx="1071">
                  <c:v>1.5</c:v>
                </c:pt>
                <c:pt idx="1072">
                  <c:v>1.5</c:v>
                </c:pt>
                <c:pt idx="1073">
                  <c:v>1.5</c:v>
                </c:pt>
                <c:pt idx="1074">
                  <c:v>1.5</c:v>
                </c:pt>
                <c:pt idx="1075">
                  <c:v>1.5</c:v>
                </c:pt>
                <c:pt idx="1076">
                  <c:v>1.5</c:v>
                </c:pt>
                <c:pt idx="1077">
                  <c:v>1.5</c:v>
                </c:pt>
                <c:pt idx="1078">
                  <c:v>1.5</c:v>
                </c:pt>
                <c:pt idx="1079">
                  <c:v>1.5</c:v>
                </c:pt>
                <c:pt idx="1080">
                  <c:v>1.5</c:v>
                </c:pt>
                <c:pt idx="1081">
                  <c:v>1.5</c:v>
                </c:pt>
                <c:pt idx="1082">
                  <c:v>1.5</c:v>
                </c:pt>
                <c:pt idx="1083">
                  <c:v>1.5</c:v>
                </c:pt>
                <c:pt idx="1084">
                  <c:v>1.5</c:v>
                </c:pt>
                <c:pt idx="1085">
                  <c:v>1.5</c:v>
                </c:pt>
                <c:pt idx="1086">
                  <c:v>1.5</c:v>
                </c:pt>
                <c:pt idx="1087">
                  <c:v>1.5</c:v>
                </c:pt>
                <c:pt idx="1088">
                  <c:v>1.5</c:v>
                </c:pt>
                <c:pt idx="1089">
                  <c:v>1.5</c:v>
                </c:pt>
                <c:pt idx="1090">
                  <c:v>1.5</c:v>
                </c:pt>
                <c:pt idx="1091">
                  <c:v>1.5</c:v>
                </c:pt>
                <c:pt idx="1092">
                  <c:v>1.5</c:v>
                </c:pt>
                <c:pt idx="1093">
                  <c:v>1.5</c:v>
                </c:pt>
                <c:pt idx="1094">
                  <c:v>1.5</c:v>
                </c:pt>
                <c:pt idx="1095">
                  <c:v>1.5</c:v>
                </c:pt>
                <c:pt idx="1096">
                  <c:v>1.5</c:v>
                </c:pt>
                <c:pt idx="1097">
                  <c:v>1.5</c:v>
                </c:pt>
                <c:pt idx="1098">
                  <c:v>1.5</c:v>
                </c:pt>
                <c:pt idx="1099">
                  <c:v>1.5</c:v>
                </c:pt>
                <c:pt idx="1100">
                  <c:v>1.5</c:v>
                </c:pt>
                <c:pt idx="1101">
                  <c:v>1.5</c:v>
                </c:pt>
                <c:pt idx="1102">
                  <c:v>1.5</c:v>
                </c:pt>
                <c:pt idx="1103">
                  <c:v>1.5</c:v>
                </c:pt>
                <c:pt idx="1104">
                  <c:v>1.5</c:v>
                </c:pt>
                <c:pt idx="1105">
                  <c:v>1.5</c:v>
                </c:pt>
                <c:pt idx="1106">
                  <c:v>1.5</c:v>
                </c:pt>
                <c:pt idx="1107">
                  <c:v>1.5</c:v>
                </c:pt>
                <c:pt idx="1108">
                  <c:v>1.5</c:v>
                </c:pt>
                <c:pt idx="1109">
                  <c:v>1.5</c:v>
                </c:pt>
                <c:pt idx="1110">
                  <c:v>1.5</c:v>
                </c:pt>
                <c:pt idx="1111">
                  <c:v>1.5</c:v>
                </c:pt>
                <c:pt idx="1112">
                  <c:v>1.5</c:v>
                </c:pt>
                <c:pt idx="1113">
                  <c:v>1.5</c:v>
                </c:pt>
                <c:pt idx="1114">
                  <c:v>1.5</c:v>
                </c:pt>
                <c:pt idx="1115">
                  <c:v>1.5</c:v>
                </c:pt>
                <c:pt idx="1116">
                  <c:v>1.5</c:v>
                </c:pt>
                <c:pt idx="1117">
                  <c:v>1.5</c:v>
                </c:pt>
                <c:pt idx="1118">
                  <c:v>1.5</c:v>
                </c:pt>
                <c:pt idx="1119">
                  <c:v>1.5</c:v>
                </c:pt>
                <c:pt idx="1120">
                  <c:v>1.5</c:v>
                </c:pt>
                <c:pt idx="1121">
                  <c:v>1.5</c:v>
                </c:pt>
                <c:pt idx="1122">
                  <c:v>1.5</c:v>
                </c:pt>
                <c:pt idx="1123">
                  <c:v>1.5</c:v>
                </c:pt>
                <c:pt idx="1124">
                  <c:v>1.5</c:v>
                </c:pt>
                <c:pt idx="1125">
                  <c:v>1.5</c:v>
                </c:pt>
                <c:pt idx="1126">
                  <c:v>1.5</c:v>
                </c:pt>
                <c:pt idx="1127">
                  <c:v>1.5</c:v>
                </c:pt>
                <c:pt idx="1128">
                  <c:v>1.5</c:v>
                </c:pt>
                <c:pt idx="1129">
                  <c:v>1.5</c:v>
                </c:pt>
                <c:pt idx="1130">
                  <c:v>1.5</c:v>
                </c:pt>
                <c:pt idx="1131">
                  <c:v>1.5</c:v>
                </c:pt>
                <c:pt idx="1132">
                  <c:v>1.5</c:v>
                </c:pt>
                <c:pt idx="1133">
                  <c:v>1.5</c:v>
                </c:pt>
                <c:pt idx="1134">
                  <c:v>1.5</c:v>
                </c:pt>
                <c:pt idx="1135">
                  <c:v>1.5</c:v>
                </c:pt>
                <c:pt idx="1136">
                  <c:v>1.5</c:v>
                </c:pt>
                <c:pt idx="1137">
                  <c:v>1.5</c:v>
                </c:pt>
                <c:pt idx="1138">
                  <c:v>1.5</c:v>
                </c:pt>
                <c:pt idx="1139">
                  <c:v>1.5</c:v>
                </c:pt>
                <c:pt idx="1140">
                  <c:v>1.5</c:v>
                </c:pt>
                <c:pt idx="1141">
                  <c:v>1.5</c:v>
                </c:pt>
                <c:pt idx="1142">
                  <c:v>1.5</c:v>
                </c:pt>
                <c:pt idx="1143">
                  <c:v>1.5</c:v>
                </c:pt>
                <c:pt idx="1144">
                  <c:v>1.5</c:v>
                </c:pt>
                <c:pt idx="1145">
                  <c:v>1.5</c:v>
                </c:pt>
                <c:pt idx="1146">
                  <c:v>1.5</c:v>
                </c:pt>
                <c:pt idx="1147">
                  <c:v>1.5</c:v>
                </c:pt>
                <c:pt idx="1148">
                  <c:v>1.5</c:v>
                </c:pt>
                <c:pt idx="1149">
                  <c:v>1.5</c:v>
                </c:pt>
                <c:pt idx="1150">
                  <c:v>1.5</c:v>
                </c:pt>
                <c:pt idx="1151">
                  <c:v>1.5</c:v>
                </c:pt>
                <c:pt idx="1152">
                  <c:v>1.5</c:v>
                </c:pt>
                <c:pt idx="1153">
                  <c:v>1.5</c:v>
                </c:pt>
                <c:pt idx="1154">
                  <c:v>1.5</c:v>
                </c:pt>
                <c:pt idx="1155">
                  <c:v>1.5</c:v>
                </c:pt>
                <c:pt idx="1156">
                  <c:v>1.5</c:v>
                </c:pt>
                <c:pt idx="1157">
                  <c:v>1.5</c:v>
                </c:pt>
                <c:pt idx="1158">
                  <c:v>1.5</c:v>
                </c:pt>
                <c:pt idx="1159">
                  <c:v>1.5</c:v>
                </c:pt>
                <c:pt idx="1160">
                  <c:v>1.5</c:v>
                </c:pt>
                <c:pt idx="1161">
                  <c:v>1.5</c:v>
                </c:pt>
                <c:pt idx="1162">
                  <c:v>1.5</c:v>
                </c:pt>
                <c:pt idx="1163">
                  <c:v>1.5</c:v>
                </c:pt>
                <c:pt idx="1164">
                  <c:v>1.5</c:v>
                </c:pt>
                <c:pt idx="1165">
                  <c:v>1.5</c:v>
                </c:pt>
                <c:pt idx="1166">
                  <c:v>1.5</c:v>
                </c:pt>
                <c:pt idx="1167">
                  <c:v>1.5</c:v>
                </c:pt>
                <c:pt idx="1168">
                  <c:v>1.5</c:v>
                </c:pt>
                <c:pt idx="1169">
                  <c:v>1.5</c:v>
                </c:pt>
                <c:pt idx="1170">
                  <c:v>1.5</c:v>
                </c:pt>
                <c:pt idx="1171">
                  <c:v>1.5</c:v>
                </c:pt>
                <c:pt idx="1172">
                  <c:v>1.5</c:v>
                </c:pt>
                <c:pt idx="1173">
                  <c:v>1.5</c:v>
                </c:pt>
                <c:pt idx="1174">
                  <c:v>1.5</c:v>
                </c:pt>
                <c:pt idx="1175">
                  <c:v>1.5</c:v>
                </c:pt>
                <c:pt idx="1176">
                  <c:v>1.5</c:v>
                </c:pt>
                <c:pt idx="1177">
                  <c:v>1.5</c:v>
                </c:pt>
                <c:pt idx="1178">
                  <c:v>1.5</c:v>
                </c:pt>
                <c:pt idx="1179">
                  <c:v>1.5</c:v>
                </c:pt>
                <c:pt idx="1180">
                  <c:v>1.5</c:v>
                </c:pt>
                <c:pt idx="1181">
                  <c:v>1.5</c:v>
                </c:pt>
                <c:pt idx="1182">
                  <c:v>1.5</c:v>
                </c:pt>
                <c:pt idx="1183">
                  <c:v>1.5</c:v>
                </c:pt>
                <c:pt idx="1184">
                  <c:v>1.5</c:v>
                </c:pt>
                <c:pt idx="1185">
                  <c:v>1.5</c:v>
                </c:pt>
                <c:pt idx="1186">
                  <c:v>1.5</c:v>
                </c:pt>
                <c:pt idx="1187">
                  <c:v>1.5</c:v>
                </c:pt>
                <c:pt idx="1188">
                  <c:v>1.5</c:v>
                </c:pt>
                <c:pt idx="1189">
                  <c:v>1.5</c:v>
                </c:pt>
                <c:pt idx="1190">
                  <c:v>1.5</c:v>
                </c:pt>
                <c:pt idx="1191">
                  <c:v>1.5</c:v>
                </c:pt>
                <c:pt idx="1192">
                  <c:v>1.5</c:v>
                </c:pt>
                <c:pt idx="1193">
                  <c:v>1.5</c:v>
                </c:pt>
                <c:pt idx="1194">
                  <c:v>1.5</c:v>
                </c:pt>
                <c:pt idx="1195">
                  <c:v>1.5</c:v>
                </c:pt>
                <c:pt idx="1196">
                  <c:v>1.5</c:v>
                </c:pt>
                <c:pt idx="1197">
                  <c:v>1.5</c:v>
                </c:pt>
                <c:pt idx="1198">
                  <c:v>1.5</c:v>
                </c:pt>
                <c:pt idx="1199">
                  <c:v>1.5</c:v>
                </c:pt>
                <c:pt idx="1200">
                  <c:v>1.5</c:v>
                </c:pt>
                <c:pt idx="1201">
                  <c:v>1.5</c:v>
                </c:pt>
                <c:pt idx="1202">
                  <c:v>1.5</c:v>
                </c:pt>
                <c:pt idx="1203">
                  <c:v>1.5</c:v>
                </c:pt>
                <c:pt idx="1204">
                  <c:v>1.5</c:v>
                </c:pt>
                <c:pt idx="1205">
                  <c:v>1.5</c:v>
                </c:pt>
                <c:pt idx="1206">
                  <c:v>1.5</c:v>
                </c:pt>
                <c:pt idx="1207">
                  <c:v>1.5</c:v>
                </c:pt>
                <c:pt idx="1208">
                  <c:v>1.5</c:v>
                </c:pt>
                <c:pt idx="1209">
                  <c:v>1.5</c:v>
                </c:pt>
                <c:pt idx="1210">
                  <c:v>1.5</c:v>
                </c:pt>
                <c:pt idx="1211">
                  <c:v>1.5</c:v>
                </c:pt>
                <c:pt idx="1212">
                  <c:v>1.5</c:v>
                </c:pt>
                <c:pt idx="1213">
                  <c:v>1.5</c:v>
                </c:pt>
                <c:pt idx="1214">
                  <c:v>1.5</c:v>
                </c:pt>
                <c:pt idx="1215">
                  <c:v>1.5</c:v>
                </c:pt>
                <c:pt idx="1216">
                  <c:v>1.5</c:v>
                </c:pt>
                <c:pt idx="1217">
                  <c:v>1.5</c:v>
                </c:pt>
                <c:pt idx="1218">
                  <c:v>1.5</c:v>
                </c:pt>
                <c:pt idx="1219">
                  <c:v>1.5</c:v>
                </c:pt>
                <c:pt idx="1220">
                  <c:v>1.5</c:v>
                </c:pt>
                <c:pt idx="1221">
                  <c:v>1.5</c:v>
                </c:pt>
                <c:pt idx="1222">
                  <c:v>1.5</c:v>
                </c:pt>
                <c:pt idx="1223">
                  <c:v>1.5</c:v>
                </c:pt>
                <c:pt idx="1224">
                  <c:v>1.5</c:v>
                </c:pt>
                <c:pt idx="1225">
                  <c:v>1.5</c:v>
                </c:pt>
                <c:pt idx="1226">
                  <c:v>1.5</c:v>
                </c:pt>
                <c:pt idx="1227">
                  <c:v>1.5</c:v>
                </c:pt>
                <c:pt idx="1228">
                  <c:v>1.5</c:v>
                </c:pt>
                <c:pt idx="1229">
                  <c:v>1.5</c:v>
                </c:pt>
                <c:pt idx="1230">
                  <c:v>1.5</c:v>
                </c:pt>
                <c:pt idx="1231">
                  <c:v>1.5</c:v>
                </c:pt>
                <c:pt idx="1232">
                  <c:v>1.5</c:v>
                </c:pt>
                <c:pt idx="1233">
                  <c:v>1.5</c:v>
                </c:pt>
                <c:pt idx="1234">
                  <c:v>1.5</c:v>
                </c:pt>
                <c:pt idx="1235">
                  <c:v>1.5</c:v>
                </c:pt>
                <c:pt idx="1236">
                  <c:v>1.5</c:v>
                </c:pt>
                <c:pt idx="1237">
                  <c:v>1.5</c:v>
                </c:pt>
                <c:pt idx="1238">
                  <c:v>1.5</c:v>
                </c:pt>
                <c:pt idx="1239">
                  <c:v>1.5</c:v>
                </c:pt>
                <c:pt idx="1240">
                  <c:v>1.5</c:v>
                </c:pt>
                <c:pt idx="1241">
                  <c:v>1.5</c:v>
                </c:pt>
                <c:pt idx="1242">
                  <c:v>1.5</c:v>
                </c:pt>
                <c:pt idx="1243">
                  <c:v>1.5</c:v>
                </c:pt>
                <c:pt idx="1244">
                  <c:v>1.5</c:v>
                </c:pt>
                <c:pt idx="1245">
                  <c:v>1.5</c:v>
                </c:pt>
                <c:pt idx="1246">
                  <c:v>1.5</c:v>
                </c:pt>
                <c:pt idx="1247">
                  <c:v>1.5</c:v>
                </c:pt>
                <c:pt idx="1248">
                  <c:v>1.5</c:v>
                </c:pt>
                <c:pt idx="1249">
                  <c:v>1.5</c:v>
                </c:pt>
                <c:pt idx="1250">
                  <c:v>1.5</c:v>
                </c:pt>
                <c:pt idx="1251">
                  <c:v>1.5</c:v>
                </c:pt>
                <c:pt idx="1252">
                  <c:v>1.5</c:v>
                </c:pt>
                <c:pt idx="1253">
                  <c:v>1.5</c:v>
                </c:pt>
                <c:pt idx="1254">
                  <c:v>1.5</c:v>
                </c:pt>
                <c:pt idx="1255">
                  <c:v>1.5</c:v>
                </c:pt>
                <c:pt idx="1256">
                  <c:v>1.5</c:v>
                </c:pt>
                <c:pt idx="1257">
                  <c:v>1.5</c:v>
                </c:pt>
                <c:pt idx="1258">
                  <c:v>1.5</c:v>
                </c:pt>
                <c:pt idx="1259">
                  <c:v>1.5</c:v>
                </c:pt>
                <c:pt idx="1260">
                  <c:v>1.5</c:v>
                </c:pt>
                <c:pt idx="1261">
                  <c:v>1.5</c:v>
                </c:pt>
                <c:pt idx="1262">
                  <c:v>1.5</c:v>
                </c:pt>
                <c:pt idx="1263">
                  <c:v>1.5</c:v>
                </c:pt>
                <c:pt idx="1264">
                  <c:v>1.5</c:v>
                </c:pt>
                <c:pt idx="1265">
                  <c:v>1.5</c:v>
                </c:pt>
                <c:pt idx="1266">
                  <c:v>1.5</c:v>
                </c:pt>
                <c:pt idx="1267">
                  <c:v>1.5</c:v>
                </c:pt>
                <c:pt idx="1268">
                  <c:v>1.5</c:v>
                </c:pt>
                <c:pt idx="1269">
                  <c:v>1.5</c:v>
                </c:pt>
                <c:pt idx="1270">
                  <c:v>1.5</c:v>
                </c:pt>
                <c:pt idx="1271">
                  <c:v>1.5</c:v>
                </c:pt>
                <c:pt idx="1272">
                  <c:v>1.5</c:v>
                </c:pt>
                <c:pt idx="1273">
                  <c:v>1.5</c:v>
                </c:pt>
                <c:pt idx="1274">
                  <c:v>1.5</c:v>
                </c:pt>
                <c:pt idx="1275">
                  <c:v>1.5</c:v>
                </c:pt>
                <c:pt idx="1276">
                  <c:v>1.5</c:v>
                </c:pt>
                <c:pt idx="1277">
                  <c:v>1.5</c:v>
                </c:pt>
                <c:pt idx="1278">
                  <c:v>1.5</c:v>
                </c:pt>
                <c:pt idx="1279">
                  <c:v>1.5</c:v>
                </c:pt>
                <c:pt idx="1280">
                  <c:v>1.5</c:v>
                </c:pt>
                <c:pt idx="1281">
                  <c:v>1.5</c:v>
                </c:pt>
                <c:pt idx="1282">
                  <c:v>1.5</c:v>
                </c:pt>
                <c:pt idx="1283">
                  <c:v>1.5</c:v>
                </c:pt>
                <c:pt idx="1284">
                  <c:v>1.5</c:v>
                </c:pt>
                <c:pt idx="1285">
                  <c:v>1.5</c:v>
                </c:pt>
                <c:pt idx="1286">
                  <c:v>1.5</c:v>
                </c:pt>
                <c:pt idx="1287">
                  <c:v>1.5</c:v>
                </c:pt>
                <c:pt idx="1288">
                  <c:v>1.5</c:v>
                </c:pt>
                <c:pt idx="1289">
                  <c:v>1.5</c:v>
                </c:pt>
                <c:pt idx="1290">
                  <c:v>1.5</c:v>
                </c:pt>
                <c:pt idx="1291">
                  <c:v>1.5</c:v>
                </c:pt>
                <c:pt idx="1292">
                  <c:v>1.5</c:v>
                </c:pt>
                <c:pt idx="1293">
                  <c:v>1.5</c:v>
                </c:pt>
                <c:pt idx="1294">
                  <c:v>1.5</c:v>
                </c:pt>
                <c:pt idx="1295">
                  <c:v>1.5</c:v>
                </c:pt>
                <c:pt idx="1296">
                  <c:v>1.5</c:v>
                </c:pt>
                <c:pt idx="1297">
                  <c:v>1.5</c:v>
                </c:pt>
                <c:pt idx="1298">
                  <c:v>1.5</c:v>
                </c:pt>
                <c:pt idx="1299">
                  <c:v>1.5</c:v>
                </c:pt>
                <c:pt idx="1300">
                  <c:v>1.5</c:v>
                </c:pt>
                <c:pt idx="1301">
                  <c:v>1.5</c:v>
                </c:pt>
                <c:pt idx="1302">
                  <c:v>1.5</c:v>
                </c:pt>
                <c:pt idx="1303">
                  <c:v>1.5</c:v>
                </c:pt>
                <c:pt idx="1304">
                  <c:v>1.5</c:v>
                </c:pt>
                <c:pt idx="1305">
                  <c:v>1.5</c:v>
                </c:pt>
                <c:pt idx="1306">
                  <c:v>1.5</c:v>
                </c:pt>
                <c:pt idx="1307">
                  <c:v>1.5</c:v>
                </c:pt>
                <c:pt idx="1308">
                  <c:v>1.5</c:v>
                </c:pt>
                <c:pt idx="1309">
                  <c:v>1.5</c:v>
                </c:pt>
                <c:pt idx="1310">
                  <c:v>1.5</c:v>
                </c:pt>
                <c:pt idx="1311">
                  <c:v>1.5</c:v>
                </c:pt>
                <c:pt idx="1312">
                  <c:v>1.5</c:v>
                </c:pt>
                <c:pt idx="1313">
                  <c:v>1.5</c:v>
                </c:pt>
                <c:pt idx="1314">
                  <c:v>1.5</c:v>
                </c:pt>
                <c:pt idx="1315">
                  <c:v>1.5</c:v>
                </c:pt>
                <c:pt idx="1316">
                  <c:v>1.5</c:v>
                </c:pt>
                <c:pt idx="1317">
                  <c:v>1.5</c:v>
                </c:pt>
                <c:pt idx="1318">
                  <c:v>1.5</c:v>
                </c:pt>
                <c:pt idx="1319">
                  <c:v>1.5</c:v>
                </c:pt>
                <c:pt idx="1320">
                  <c:v>1.5</c:v>
                </c:pt>
                <c:pt idx="1321">
                  <c:v>1.5</c:v>
                </c:pt>
                <c:pt idx="1322">
                  <c:v>1.5</c:v>
                </c:pt>
                <c:pt idx="1323">
                  <c:v>1.5</c:v>
                </c:pt>
                <c:pt idx="1324">
                  <c:v>1.5</c:v>
                </c:pt>
                <c:pt idx="1325">
                  <c:v>1.5</c:v>
                </c:pt>
                <c:pt idx="1326">
                  <c:v>1.5</c:v>
                </c:pt>
                <c:pt idx="1327">
                  <c:v>1.5</c:v>
                </c:pt>
                <c:pt idx="1328">
                  <c:v>1.5</c:v>
                </c:pt>
                <c:pt idx="1329">
                  <c:v>1.5</c:v>
                </c:pt>
                <c:pt idx="1330">
                  <c:v>1.5</c:v>
                </c:pt>
                <c:pt idx="1331">
                  <c:v>1.5</c:v>
                </c:pt>
                <c:pt idx="1332">
                  <c:v>1.5</c:v>
                </c:pt>
                <c:pt idx="1333">
                  <c:v>1.5</c:v>
                </c:pt>
                <c:pt idx="1334">
                  <c:v>1.5</c:v>
                </c:pt>
                <c:pt idx="1335">
                  <c:v>1.5</c:v>
                </c:pt>
                <c:pt idx="1336">
                  <c:v>1.5</c:v>
                </c:pt>
                <c:pt idx="1337">
                  <c:v>1.5</c:v>
                </c:pt>
                <c:pt idx="1338">
                  <c:v>1.5</c:v>
                </c:pt>
                <c:pt idx="1339">
                  <c:v>1.5</c:v>
                </c:pt>
                <c:pt idx="1340">
                  <c:v>1.5</c:v>
                </c:pt>
                <c:pt idx="1341">
                  <c:v>1.5</c:v>
                </c:pt>
                <c:pt idx="1342">
                  <c:v>1.5</c:v>
                </c:pt>
                <c:pt idx="1343">
                  <c:v>1.5</c:v>
                </c:pt>
                <c:pt idx="1344">
                  <c:v>1.5</c:v>
                </c:pt>
                <c:pt idx="1345">
                  <c:v>1.5</c:v>
                </c:pt>
                <c:pt idx="1346">
                  <c:v>1.5</c:v>
                </c:pt>
                <c:pt idx="1347">
                  <c:v>1.5</c:v>
                </c:pt>
                <c:pt idx="1348">
                  <c:v>1.5</c:v>
                </c:pt>
                <c:pt idx="1349">
                  <c:v>1.5</c:v>
                </c:pt>
                <c:pt idx="1350">
                  <c:v>1.5</c:v>
                </c:pt>
                <c:pt idx="1351">
                  <c:v>1.5</c:v>
                </c:pt>
                <c:pt idx="1352">
                  <c:v>1.5</c:v>
                </c:pt>
                <c:pt idx="1353">
                  <c:v>1.5</c:v>
                </c:pt>
                <c:pt idx="1354">
                  <c:v>1.5</c:v>
                </c:pt>
                <c:pt idx="1355">
                  <c:v>1.5</c:v>
                </c:pt>
                <c:pt idx="1356">
                  <c:v>1.5</c:v>
                </c:pt>
                <c:pt idx="1357">
                  <c:v>1.5</c:v>
                </c:pt>
                <c:pt idx="1358">
                  <c:v>1.5</c:v>
                </c:pt>
                <c:pt idx="1359">
                  <c:v>1.5</c:v>
                </c:pt>
                <c:pt idx="1360">
                  <c:v>1.5</c:v>
                </c:pt>
                <c:pt idx="1361">
                  <c:v>1.5</c:v>
                </c:pt>
                <c:pt idx="1362">
                  <c:v>1.5</c:v>
                </c:pt>
                <c:pt idx="1363">
                  <c:v>1.5</c:v>
                </c:pt>
                <c:pt idx="1364">
                  <c:v>1.5</c:v>
                </c:pt>
                <c:pt idx="1365">
                  <c:v>1.5</c:v>
                </c:pt>
                <c:pt idx="1366">
                  <c:v>1.5</c:v>
                </c:pt>
                <c:pt idx="1367">
                  <c:v>1.5</c:v>
                </c:pt>
                <c:pt idx="1368">
                  <c:v>1.5</c:v>
                </c:pt>
                <c:pt idx="1369">
                  <c:v>1.5</c:v>
                </c:pt>
                <c:pt idx="1370">
                  <c:v>1.5</c:v>
                </c:pt>
                <c:pt idx="1371">
                  <c:v>1.5</c:v>
                </c:pt>
                <c:pt idx="1372">
                  <c:v>1.5</c:v>
                </c:pt>
                <c:pt idx="1373">
                  <c:v>1.5</c:v>
                </c:pt>
                <c:pt idx="1374">
                  <c:v>1.5</c:v>
                </c:pt>
                <c:pt idx="1375">
                  <c:v>1.5</c:v>
                </c:pt>
                <c:pt idx="1376">
                  <c:v>1.5</c:v>
                </c:pt>
                <c:pt idx="1377">
                  <c:v>1.5</c:v>
                </c:pt>
                <c:pt idx="1378">
                  <c:v>1.5</c:v>
                </c:pt>
                <c:pt idx="1379">
                  <c:v>1.5</c:v>
                </c:pt>
                <c:pt idx="1380">
                  <c:v>1.5</c:v>
                </c:pt>
                <c:pt idx="1381">
                  <c:v>1.5</c:v>
                </c:pt>
                <c:pt idx="1382">
                  <c:v>1.5</c:v>
                </c:pt>
                <c:pt idx="1383">
                  <c:v>1.5</c:v>
                </c:pt>
                <c:pt idx="1384">
                  <c:v>1.5</c:v>
                </c:pt>
                <c:pt idx="1385">
                  <c:v>1.5</c:v>
                </c:pt>
                <c:pt idx="1386">
                  <c:v>1.5</c:v>
                </c:pt>
                <c:pt idx="1387">
                  <c:v>1.5</c:v>
                </c:pt>
                <c:pt idx="1388">
                  <c:v>1.5</c:v>
                </c:pt>
                <c:pt idx="1389">
                  <c:v>1.5</c:v>
                </c:pt>
                <c:pt idx="1390">
                  <c:v>1.5</c:v>
                </c:pt>
                <c:pt idx="1391">
                  <c:v>1.5</c:v>
                </c:pt>
                <c:pt idx="1392">
                  <c:v>1.5</c:v>
                </c:pt>
                <c:pt idx="1393">
                  <c:v>1.5</c:v>
                </c:pt>
                <c:pt idx="1394">
                  <c:v>1.5</c:v>
                </c:pt>
                <c:pt idx="1395">
                  <c:v>1.5</c:v>
                </c:pt>
                <c:pt idx="1396">
                  <c:v>1.5</c:v>
                </c:pt>
                <c:pt idx="1397">
                  <c:v>1.5</c:v>
                </c:pt>
                <c:pt idx="1398">
                  <c:v>1.5</c:v>
                </c:pt>
                <c:pt idx="1399">
                  <c:v>1.5</c:v>
                </c:pt>
                <c:pt idx="1400">
                  <c:v>1.5</c:v>
                </c:pt>
                <c:pt idx="1401">
                  <c:v>1.5</c:v>
                </c:pt>
                <c:pt idx="1402">
                  <c:v>1.5</c:v>
                </c:pt>
                <c:pt idx="1403">
                  <c:v>1.5</c:v>
                </c:pt>
                <c:pt idx="1404">
                  <c:v>1.5</c:v>
                </c:pt>
                <c:pt idx="1405">
                  <c:v>1.5</c:v>
                </c:pt>
                <c:pt idx="1406">
                  <c:v>1.5</c:v>
                </c:pt>
                <c:pt idx="1407">
                  <c:v>1.5</c:v>
                </c:pt>
                <c:pt idx="1408">
                  <c:v>1.5</c:v>
                </c:pt>
                <c:pt idx="1409">
                  <c:v>1.5</c:v>
                </c:pt>
                <c:pt idx="1410">
                  <c:v>1.5</c:v>
                </c:pt>
                <c:pt idx="1411">
                  <c:v>1.5</c:v>
                </c:pt>
                <c:pt idx="1412">
                  <c:v>1.5</c:v>
                </c:pt>
                <c:pt idx="1413">
                  <c:v>1.5</c:v>
                </c:pt>
                <c:pt idx="1414">
                  <c:v>1.5</c:v>
                </c:pt>
                <c:pt idx="1415">
                  <c:v>1.5</c:v>
                </c:pt>
                <c:pt idx="1416">
                  <c:v>1.5</c:v>
                </c:pt>
                <c:pt idx="1417">
                  <c:v>1.5</c:v>
                </c:pt>
                <c:pt idx="1418">
                  <c:v>1.5</c:v>
                </c:pt>
                <c:pt idx="1419">
                  <c:v>1.5</c:v>
                </c:pt>
                <c:pt idx="1420">
                  <c:v>1.5</c:v>
                </c:pt>
                <c:pt idx="1421">
                  <c:v>1.5</c:v>
                </c:pt>
                <c:pt idx="1422">
                  <c:v>1.5</c:v>
                </c:pt>
                <c:pt idx="1423">
                  <c:v>1.5</c:v>
                </c:pt>
                <c:pt idx="1424">
                  <c:v>1.5</c:v>
                </c:pt>
                <c:pt idx="1425">
                  <c:v>1.5</c:v>
                </c:pt>
                <c:pt idx="1426">
                  <c:v>1.5</c:v>
                </c:pt>
                <c:pt idx="1427">
                  <c:v>1.5</c:v>
                </c:pt>
                <c:pt idx="1428">
                  <c:v>1.5</c:v>
                </c:pt>
                <c:pt idx="1429">
                  <c:v>1.5</c:v>
                </c:pt>
                <c:pt idx="1430">
                  <c:v>1.5</c:v>
                </c:pt>
                <c:pt idx="1431">
                  <c:v>1.5</c:v>
                </c:pt>
                <c:pt idx="1432">
                  <c:v>1.5</c:v>
                </c:pt>
                <c:pt idx="1433">
                  <c:v>1.5</c:v>
                </c:pt>
                <c:pt idx="1434">
                  <c:v>1.5</c:v>
                </c:pt>
                <c:pt idx="1435">
                  <c:v>1.5</c:v>
                </c:pt>
                <c:pt idx="1436">
                  <c:v>1.5</c:v>
                </c:pt>
                <c:pt idx="1437">
                  <c:v>1.5</c:v>
                </c:pt>
                <c:pt idx="1438">
                  <c:v>1.5</c:v>
                </c:pt>
                <c:pt idx="1439">
                  <c:v>1.5</c:v>
                </c:pt>
                <c:pt idx="1440">
                  <c:v>1.5</c:v>
                </c:pt>
                <c:pt idx="1441">
                  <c:v>1.5</c:v>
                </c:pt>
                <c:pt idx="1442">
                  <c:v>1.5</c:v>
                </c:pt>
                <c:pt idx="1443">
                  <c:v>1.5</c:v>
                </c:pt>
                <c:pt idx="1444">
                  <c:v>1.5</c:v>
                </c:pt>
                <c:pt idx="1445">
                  <c:v>1.5</c:v>
                </c:pt>
                <c:pt idx="1446">
                  <c:v>1.5</c:v>
                </c:pt>
                <c:pt idx="1447">
                  <c:v>1.5</c:v>
                </c:pt>
                <c:pt idx="1448">
                  <c:v>1.5</c:v>
                </c:pt>
                <c:pt idx="1449">
                  <c:v>1.5</c:v>
                </c:pt>
                <c:pt idx="1450">
                  <c:v>1.5</c:v>
                </c:pt>
                <c:pt idx="1451">
                  <c:v>1.5</c:v>
                </c:pt>
                <c:pt idx="1452">
                  <c:v>1.5</c:v>
                </c:pt>
                <c:pt idx="1453">
                  <c:v>1.5</c:v>
                </c:pt>
                <c:pt idx="1454">
                  <c:v>1.5</c:v>
                </c:pt>
                <c:pt idx="1455">
                  <c:v>1.5</c:v>
                </c:pt>
                <c:pt idx="1456">
                  <c:v>1.5</c:v>
                </c:pt>
                <c:pt idx="1457">
                  <c:v>1.5</c:v>
                </c:pt>
                <c:pt idx="1458">
                  <c:v>1.5</c:v>
                </c:pt>
                <c:pt idx="1459">
                  <c:v>1.5</c:v>
                </c:pt>
                <c:pt idx="1460">
                  <c:v>1.5</c:v>
                </c:pt>
                <c:pt idx="1461">
                  <c:v>1.5</c:v>
                </c:pt>
                <c:pt idx="1462">
                  <c:v>1.5</c:v>
                </c:pt>
                <c:pt idx="1463">
                  <c:v>1.5</c:v>
                </c:pt>
                <c:pt idx="1464">
                  <c:v>1.5</c:v>
                </c:pt>
                <c:pt idx="1465">
                  <c:v>1.5</c:v>
                </c:pt>
                <c:pt idx="1466">
                  <c:v>1.5</c:v>
                </c:pt>
                <c:pt idx="1467">
                  <c:v>1.5</c:v>
                </c:pt>
                <c:pt idx="1468">
                  <c:v>1.5</c:v>
                </c:pt>
                <c:pt idx="1469">
                  <c:v>1.5</c:v>
                </c:pt>
                <c:pt idx="1470">
                  <c:v>1.5</c:v>
                </c:pt>
                <c:pt idx="1471">
                  <c:v>1.5</c:v>
                </c:pt>
                <c:pt idx="1472">
                  <c:v>1.5</c:v>
                </c:pt>
                <c:pt idx="1473">
                  <c:v>1.5</c:v>
                </c:pt>
                <c:pt idx="1474">
                  <c:v>1.5</c:v>
                </c:pt>
                <c:pt idx="1475">
                  <c:v>1.5</c:v>
                </c:pt>
                <c:pt idx="1476">
                  <c:v>1.5</c:v>
                </c:pt>
                <c:pt idx="1477">
                  <c:v>1.5</c:v>
                </c:pt>
                <c:pt idx="1478">
                  <c:v>1.5</c:v>
                </c:pt>
                <c:pt idx="1479">
                  <c:v>1.5</c:v>
                </c:pt>
                <c:pt idx="1480">
                  <c:v>1.5</c:v>
                </c:pt>
                <c:pt idx="1481">
                  <c:v>1.5</c:v>
                </c:pt>
                <c:pt idx="1482">
                  <c:v>1.5</c:v>
                </c:pt>
                <c:pt idx="1483">
                  <c:v>1.5</c:v>
                </c:pt>
                <c:pt idx="1484">
                  <c:v>1.5</c:v>
                </c:pt>
                <c:pt idx="1485">
                  <c:v>1.5</c:v>
                </c:pt>
                <c:pt idx="1486">
                  <c:v>1.5</c:v>
                </c:pt>
                <c:pt idx="1487">
                  <c:v>1.5</c:v>
                </c:pt>
                <c:pt idx="1488">
                  <c:v>1.5</c:v>
                </c:pt>
                <c:pt idx="1489">
                  <c:v>1.5</c:v>
                </c:pt>
                <c:pt idx="1490">
                  <c:v>1.5</c:v>
                </c:pt>
                <c:pt idx="1491">
                  <c:v>1.5</c:v>
                </c:pt>
                <c:pt idx="1492">
                  <c:v>1.5</c:v>
                </c:pt>
                <c:pt idx="1493">
                  <c:v>1.5</c:v>
                </c:pt>
                <c:pt idx="1494">
                  <c:v>1.5</c:v>
                </c:pt>
                <c:pt idx="1495">
                  <c:v>1.5</c:v>
                </c:pt>
                <c:pt idx="1496">
                  <c:v>1.5</c:v>
                </c:pt>
                <c:pt idx="1497">
                  <c:v>1.5</c:v>
                </c:pt>
                <c:pt idx="1498">
                  <c:v>1.5</c:v>
                </c:pt>
                <c:pt idx="1499">
                  <c:v>1.5</c:v>
                </c:pt>
                <c:pt idx="1500">
                  <c:v>1.5</c:v>
                </c:pt>
                <c:pt idx="1501">
                  <c:v>1.5</c:v>
                </c:pt>
                <c:pt idx="1502">
                  <c:v>1.5</c:v>
                </c:pt>
                <c:pt idx="1503">
                  <c:v>1.5</c:v>
                </c:pt>
                <c:pt idx="1504">
                  <c:v>1.5</c:v>
                </c:pt>
                <c:pt idx="1505">
                  <c:v>1.5</c:v>
                </c:pt>
                <c:pt idx="1506">
                  <c:v>1.5</c:v>
                </c:pt>
                <c:pt idx="1507">
                  <c:v>1.5</c:v>
                </c:pt>
                <c:pt idx="1508">
                  <c:v>1.5</c:v>
                </c:pt>
                <c:pt idx="1509">
                  <c:v>1.5</c:v>
                </c:pt>
                <c:pt idx="1510">
                  <c:v>1.5</c:v>
                </c:pt>
                <c:pt idx="1511">
                  <c:v>1.5</c:v>
                </c:pt>
                <c:pt idx="1512">
                  <c:v>1.5</c:v>
                </c:pt>
                <c:pt idx="1513">
                  <c:v>1.5</c:v>
                </c:pt>
                <c:pt idx="1514">
                  <c:v>1.5</c:v>
                </c:pt>
                <c:pt idx="1515">
                  <c:v>1.5</c:v>
                </c:pt>
                <c:pt idx="1516">
                  <c:v>1.5</c:v>
                </c:pt>
                <c:pt idx="1517">
                  <c:v>1.5</c:v>
                </c:pt>
                <c:pt idx="1518">
                  <c:v>1.5</c:v>
                </c:pt>
                <c:pt idx="1519">
                  <c:v>1.5</c:v>
                </c:pt>
                <c:pt idx="1520">
                  <c:v>1.5</c:v>
                </c:pt>
                <c:pt idx="1521">
                  <c:v>1.5</c:v>
                </c:pt>
                <c:pt idx="1522">
                  <c:v>1.5</c:v>
                </c:pt>
                <c:pt idx="1523">
                  <c:v>1.5</c:v>
                </c:pt>
                <c:pt idx="1524">
                  <c:v>1.5</c:v>
                </c:pt>
                <c:pt idx="1525">
                  <c:v>1.5</c:v>
                </c:pt>
                <c:pt idx="1526">
                  <c:v>1.5</c:v>
                </c:pt>
                <c:pt idx="1527">
                  <c:v>1.5</c:v>
                </c:pt>
                <c:pt idx="1528">
                  <c:v>1.5</c:v>
                </c:pt>
                <c:pt idx="1529">
                  <c:v>1.5</c:v>
                </c:pt>
                <c:pt idx="1530">
                  <c:v>1.5</c:v>
                </c:pt>
                <c:pt idx="1531">
                  <c:v>1.5</c:v>
                </c:pt>
                <c:pt idx="1532">
                  <c:v>1.5</c:v>
                </c:pt>
                <c:pt idx="1533">
                  <c:v>1.5</c:v>
                </c:pt>
                <c:pt idx="1534">
                  <c:v>1.5</c:v>
                </c:pt>
                <c:pt idx="1535">
                  <c:v>1.5</c:v>
                </c:pt>
                <c:pt idx="1536">
                  <c:v>1.5</c:v>
                </c:pt>
                <c:pt idx="1537">
                  <c:v>1.5</c:v>
                </c:pt>
                <c:pt idx="1538">
                  <c:v>1.5</c:v>
                </c:pt>
                <c:pt idx="1539">
                  <c:v>1.5</c:v>
                </c:pt>
                <c:pt idx="1540">
                  <c:v>1.5</c:v>
                </c:pt>
                <c:pt idx="1541">
                  <c:v>1.5</c:v>
                </c:pt>
                <c:pt idx="1542">
                  <c:v>1.5</c:v>
                </c:pt>
                <c:pt idx="1543">
                  <c:v>1.5</c:v>
                </c:pt>
                <c:pt idx="1544">
                  <c:v>1.5</c:v>
                </c:pt>
                <c:pt idx="1545">
                  <c:v>1.5</c:v>
                </c:pt>
                <c:pt idx="1546">
                  <c:v>1.5</c:v>
                </c:pt>
                <c:pt idx="1547">
                  <c:v>1.5</c:v>
                </c:pt>
                <c:pt idx="1548">
                  <c:v>1.5</c:v>
                </c:pt>
                <c:pt idx="1549">
                  <c:v>1.5</c:v>
                </c:pt>
                <c:pt idx="1550">
                  <c:v>1.5</c:v>
                </c:pt>
                <c:pt idx="1551">
                  <c:v>1.5</c:v>
                </c:pt>
                <c:pt idx="1552">
                  <c:v>1.5</c:v>
                </c:pt>
                <c:pt idx="1553">
                  <c:v>1.5</c:v>
                </c:pt>
                <c:pt idx="1554">
                  <c:v>1.5</c:v>
                </c:pt>
                <c:pt idx="1555">
                  <c:v>1.5</c:v>
                </c:pt>
                <c:pt idx="1556">
                  <c:v>1.5</c:v>
                </c:pt>
                <c:pt idx="1557">
                  <c:v>1.5</c:v>
                </c:pt>
                <c:pt idx="1558">
                  <c:v>1.5</c:v>
                </c:pt>
                <c:pt idx="1559">
                  <c:v>1.5</c:v>
                </c:pt>
                <c:pt idx="1560">
                  <c:v>1.5</c:v>
                </c:pt>
                <c:pt idx="1561">
                  <c:v>1.5</c:v>
                </c:pt>
                <c:pt idx="1562">
                  <c:v>1.5</c:v>
                </c:pt>
                <c:pt idx="1563">
                  <c:v>1.5</c:v>
                </c:pt>
                <c:pt idx="1564">
                  <c:v>1.5</c:v>
                </c:pt>
                <c:pt idx="1565">
                  <c:v>1.5</c:v>
                </c:pt>
                <c:pt idx="1566">
                  <c:v>1.5</c:v>
                </c:pt>
                <c:pt idx="1567">
                  <c:v>1.5</c:v>
                </c:pt>
                <c:pt idx="1568">
                  <c:v>1.5</c:v>
                </c:pt>
                <c:pt idx="1569">
                  <c:v>1.5</c:v>
                </c:pt>
                <c:pt idx="1570">
                  <c:v>1.5</c:v>
                </c:pt>
                <c:pt idx="1571">
                  <c:v>1.5</c:v>
                </c:pt>
                <c:pt idx="1572">
                  <c:v>1.5</c:v>
                </c:pt>
                <c:pt idx="1573">
                  <c:v>1.5</c:v>
                </c:pt>
                <c:pt idx="1574">
                  <c:v>1.5</c:v>
                </c:pt>
                <c:pt idx="1575">
                  <c:v>1.5</c:v>
                </c:pt>
                <c:pt idx="1576">
                  <c:v>1.5</c:v>
                </c:pt>
                <c:pt idx="1577">
                  <c:v>1.5</c:v>
                </c:pt>
                <c:pt idx="1578">
                  <c:v>1.5</c:v>
                </c:pt>
                <c:pt idx="1579">
                  <c:v>1.5</c:v>
                </c:pt>
                <c:pt idx="1580">
                  <c:v>1.5</c:v>
                </c:pt>
                <c:pt idx="1581">
                  <c:v>1.5</c:v>
                </c:pt>
                <c:pt idx="1582">
                  <c:v>1.5</c:v>
                </c:pt>
                <c:pt idx="1583">
                  <c:v>1.5</c:v>
                </c:pt>
                <c:pt idx="1584">
                  <c:v>1.5</c:v>
                </c:pt>
                <c:pt idx="1585">
                  <c:v>1.5</c:v>
                </c:pt>
                <c:pt idx="1586">
                  <c:v>1.5</c:v>
                </c:pt>
                <c:pt idx="1587">
                  <c:v>1.5</c:v>
                </c:pt>
                <c:pt idx="1588">
                  <c:v>1.5</c:v>
                </c:pt>
                <c:pt idx="1589">
                  <c:v>1.5</c:v>
                </c:pt>
                <c:pt idx="1590">
                  <c:v>1.5</c:v>
                </c:pt>
                <c:pt idx="1591">
                  <c:v>1.5</c:v>
                </c:pt>
                <c:pt idx="1592">
                  <c:v>1.5</c:v>
                </c:pt>
                <c:pt idx="1593">
                  <c:v>1.5</c:v>
                </c:pt>
                <c:pt idx="1594">
                  <c:v>1.5</c:v>
                </c:pt>
                <c:pt idx="1595">
                  <c:v>1.5</c:v>
                </c:pt>
                <c:pt idx="1596">
                  <c:v>1.5</c:v>
                </c:pt>
                <c:pt idx="1597">
                  <c:v>1.5</c:v>
                </c:pt>
                <c:pt idx="1598">
                  <c:v>1.5</c:v>
                </c:pt>
                <c:pt idx="1599">
                  <c:v>1.5</c:v>
                </c:pt>
                <c:pt idx="1600">
                  <c:v>1.5</c:v>
                </c:pt>
                <c:pt idx="1601">
                  <c:v>1.5</c:v>
                </c:pt>
                <c:pt idx="1602">
                  <c:v>1.5</c:v>
                </c:pt>
                <c:pt idx="1603">
                  <c:v>1.5</c:v>
                </c:pt>
                <c:pt idx="1604">
                  <c:v>1.5</c:v>
                </c:pt>
                <c:pt idx="1605">
                  <c:v>1.5</c:v>
                </c:pt>
                <c:pt idx="1606">
                  <c:v>1.5</c:v>
                </c:pt>
                <c:pt idx="1607">
                  <c:v>1.5</c:v>
                </c:pt>
                <c:pt idx="1608">
                  <c:v>1.5</c:v>
                </c:pt>
                <c:pt idx="1609">
                  <c:v>1.5</c:v>
                </c:pt>
                <c:pt idx="1610">
                  <c:v>1.5</c:v>
                </c:pt>
                <c:pt idx="1611">
                  <c:v>1.5</c:v>
                </c:pt>
                <c:pt idx="1612">
                  <c:v>1.5</c:v>
                </c:pt>
                <c:pt idx="1613">
                  <c:v>1.5</c:v>
                </c:pt>
                <c:pt idx="1614">
                  <c:v>1.5</c:v>
                </c:pt>
                <c:pt idx="1615">
                  <c:v>1.5</c:v>
                </c:pt>
                <c:pt idx="1616">
                  <c:v>1.5</c:v>
                </c:pt>
                <c:pt idx="1617">
                  <c:v>1.5</c:v>
                </c:pt>
                <c:pt idx="1618">
                  <c:v>1.5</c:v>
                </c:pt>
                <c:pt idx="1619">
                  <c:v>1.5</c:v>
                </c:pt>
                <c:pt idx="1620">
                  <c:v>1.5</c:v>
                </c:pt>
                <c:pt idx="1621">
                  <c:v>1.5</c:v>
                </c:pt>
                <c:pt idx="1622">
                  <c:v>1.5</c:v>
                </c:pt>
                <c:pt idx="1623">
                  <c:v>1.5</c:v>
                </c:pt>
                <c:pt idx="1624">
                  <c:v>1.5</c:v>
                </c:pt>
                <c:pt idx="1625">
                  <c:v>1.5</c:v>
                </c:pt>
                <c:pt idx="1626">
                  <c:v>1.5</c:v>
                </c:pt>
                <c:pt idx="1627">
                  <c:v>1.5</c:v>
                </c:pt>
                <c:pt idx="1628">
                  <c:v>1.5</c:v>
                </c:pt>
                <c:pt idx="1629">
                  <c:v>1.5</c:v>
                </c:pt>
                <c:pt idx="1630">
                  <c:v>1.5</c:v>
                </c:pt>
                <c:pt idx="1631">
                  <c:v>1.5</c:v>
                </c:pt>
                <c:pt idx="1632">
                  <c:v>1.5</c:v>
                </c:pt>
                <c:pt idx="1633">
                  <c:v>1.5</c:v>
                </c:pt>
                <c:pt idx="1634">
                  <c:v>1.5</c:v>
                </c:pt>
                <c:pt idx="1635">
                  <c:v>1.5</c:v>
                </c:pt>
                <c:pt idx="1636">
                  <c:v>1.5</c:v>
                </c:pt>
                <c:pt idx="1637">
                  <c:v>1.5</c:v>
                </c:pt>
                <c:pt idx="1638">
                  <c:v>1.5</c:v>
                </c:pt>
                <c:pt idx="1639">
                  <c:v>1.5</c:v>
                </c:pt>
                <c:pt idx="1640">
                  <c:v>1.5</c:v>
                </c:pt>
                <c:pt idx="1641">
                  <c:v>1.5</c:v>
                </c:pt>
                <c:pt idx="1642">
                  <c:v>1.5</c:v>
                </c:pt>
                <c:pt idx="1643">
                  <c:v>1.5</c:v>
                </c:pt>
                <c:pt idx="1644">
                  <c:v>1.5</c:v>
                </c:pt>
                <c:pt idx="1645">
                  <c:v>1.5</c:v>
                </c:pt>
                <c:pt idx="1646">
                  <c:v>1.5</c:v>
                </c:pt>
                <c:pt idx="1647">
                  <c:v>1.5</c:v>
                </c:pt>
                <c:pt idx="1648">
                  <c:v>1.5</c:v>
                </c:pt>
                <c:pt idx="1649">
                  <c:v>1.5</c:v>
                </c:pt>
                <c:pt idx="1650">
                  <c:v>1.5</c:v>
                </c:pt>
                <c:pt idx="1651">
                  <c:v>1.5</c:v>
                </c:pt>
                <c:pt idx="1652">
                  <c:v>1.5</c:v>
                </c:pt>
                <c:pt idx="1653">
                  <c:v>1.5</c:v>
                </c:pt>
                <c:pt idx="1654">
                  <c:v>1.5</c:v>
                </c:pt>
                <c:pt idx="1655">
                  <c:v>1.5</c:v>
                </c:pt>
                <c:pt idx="1656">
                  <c:v>1.5</c:v>
                </c:pt>
                <c:pt idx="1657">
                  <c:v>1.5</c:v>
                </c:pt>
                <c:pt idx="1658">
                  <c:v>1.5</c:v>
                </c:pt>
                <c:pt idx="1659">
                  <c:v>1.5</c:v>
                </c:pt>
                <c:pt idx="1660">
                  <c:v>1.5</c:v>
                </c:pt>
                <c:pt idx="1661">
                  <c:v>1.5</c:v>
                </c:pt>
                <c:pt idx="1662">
                  <c:v>1.5</c:v>
                </c:pt>
                <c:pt idx="1663">
                  <c:v>1.5</c:v>
                </c:pt>
                <c:pt idx="1664">
                  <c:v>1.5</c:v>
                </c:pt>
                <c:pt idx="1665">
                  <c:v>1.5</c:v>
                </c:pt>
                <c:pt idx="1666">
                  <c:v>1.5</c:v>
                </c:pt>
                <c:pt idx="1667">
                  <c:v>1.5</c:v>
                </c:pt>
                <c:pt idx="1668">
                  <c:v>1.5</c:v>
                </c:pt>
                <c:pt idx="1669">
                  <c:v>1.5</c:v>
                </c:pt>
                <c:pt idx="1670">
                  <c:v>1.5</c:v>
                </c:pt>
                <c:pt idx="1671">
                  <c:v>1.5</c:v>
                </c:pt>
                <c:pt idx="1672">
                  <c:v>1.5</c:v>
                </c:pt>
                <c:pt idx="1673">
                  <c:v>1.5</c:v>
                </c:pt>
                <c:pt idx="1674">
                  <c:v>1.5</c:v>
                </c:pt>
                <c:pt idx="1675">
                  <c:v>1.5</c:v>
                </c:pt>
                <c:pt idx="1676">
                  <c:v>1.5</c:v>
                </c:pt>
                <c:pt idx="1677">
                  <c:v>1.5</c:v>
                </c:pt>
                <c:pt idx="1678">
                  <c:v>1.5</c:v>
                </c:pt>
                <c:pt idx="1679">
                  <c:v>1.5</c:v>
                </c:pt>
                <c:pt idx="1680">
                  <c:v>1.5</c:v>
                </c:pt>
                <c:pt idx="1681">
                  <c:v>1.5</c:v>
                </c:pt>
                <c:pt idx="1682">
                  <c:v>1.5</c:v>
                </c:pt>
                <c:pt idx="1683">
                  <c:v>1.5</c:v>
                </c:pt>
                <c:pt idx="1684">
                  <c:v>1.5</c:v>
                </c:pt>
                <c:pt idx="1685">
                  <c:v>1.5</c:v>
                </c:pt>
                <c:pt idx="1686">
                  <c:v>1.5</c:v>
                </c:pt>
                <c:pt idx="1687">
                  <c:v>1.5</c:v>
                </c:pt>
                <c:pt idx="1688">
                  <c:v>1.5</c:v>
                </c:pt>
                <c:pt idx="1689">
                  <c:v>1.5</c:v>
                </c:pt>
                <c:pt idx="1690">
                  <c:v>1.5</c:v>
                </c:pt>
                <c:pt idx="1691">
                  <c:v>1.5</c:v>
                </c:pt>
                <c:pt idx="1692">
                  <c:v>1.5</c:v>
                </c:pt>
                <c:pt idx="1693">
                  <c:v>1.5</c:v>
                </c:pt>
                <c:pt idx="1694">
                  <c:v>1.5</c:v>
                </c:pt>
                <c:pt idx="1695">
                  <c:v>1.5</c:v>
                </c:pt>
                <c:pt idx="1696">
                  <c:v>1.5</c:v>
                </c:pt>
                <c:pt idx="1697">
                  <c:v>1.5</c:v>
                </c:pt>
                <c:pt idx="1698">
                  <c:v>1.5</c:v>
                </c:pt>
                <c:pt idx="1699">
                  <c:v>1.5</c:v>
                </c:pt>
                <c:pt idx="1700">
                  <c:v>1.5</c:v>
                </c:pt>
                <c:pt idx="1701">
                  <c:v>1.5</c:v>
                </c:pt>
                <c:pt idx="1702">
                  <c:v>1.5</c:v>
                </c:pt>
                <c:pt idx="1703">
                  <c:v>1.5</c:v>
                </c:pt>
                <c:pt idx="1704">
                  <c:v>1.5</c:v>
                </c:pt>
                <c:pt idx="1705">
                  <c:v>1.5</c:v>
                </c:pt>
                <c:pt idx="1706">
                  <c:v>1.5</c:v>
                </c:pt>
                <c:pt idx="1707">
                  <c:v>1.5</c:v>
                </c:pt>
                <c:pt idx="1708">
                  <c:v>1.5</c:v>
                </c:pt>
                <c:pt idx="1709">
                  <c:v>1.5</c:v>
                </c:pt>
                <c:pt idx="1710">
                  <c:v>1.5</c:v>
                </c:pt>
                <c:pt idx="1711">
                  <c:v>1.5</c:v>
                </c:pt>
                <c:pt idx="1712">
                  <c:v>1.5</c:v>
                </c:pt>
                <c:pt idx="1713">
                  <c:v>1.5</c:v>
                </c:pt>
                <c:pt idx="1714">
                  <c:v>1.5</c:v>
                </c:pt>
                <c:pt idx="1715">
                  <c:v>1.5</c:v>
                </c:pt>
                <c:pt idx="1716">
                  <c:v>1.5</c:v>
                </c:pt>
                <c:pt idx="1717">
                  <c:v>1.5</c:v>
                </c:pt>
                <c:pt idx="1718">
                  <c:v>1.5</c:v>
                </c:pt>
                <c:pt idx="1719">
                  <c:v>1.5</c:v>
                </c:pt>
                <c:pt idx="1720">
                  <c:v>1.5</c:v>
                </c:pt>
                <c:pt idx="1721">
                  <c:v>1.5</c:v>
                </c:pt>
                <c:pt idx="1722">
                  <c:v>1.5</c:v>
                </c:pt>
                <c:pt idx="1723">
                  <c:v>1.5</c:v>
                </c:pt>
                <c:pt idx="1724">
                  <c:v>1.5</c:v>
                </c:pt>
                <c:pt idx="1725">
                  <c:v>1.5</c:v>
                </c:pt>
                <c:pt idx="1726">
                  <c:v>1.5</c:v>
                </c:pt>
                <c:pt idx="1727">
                  <c:v>1.5</c:v>
                </c:pt>
                <c:pt idx="1728">
                  <c:v>1.5</c:v>
                </c:pt>
                <c:pt idx="1729">
                  <c:v>1.5</c:v>
                </c:pt>
                <c:pt idx="1730">
                  <c:v>1.5</c:v>
                </c:pt>
                <c:pt idx="1731">
                  <c:v>1.5</c:v>
                </c:pt>
                <c:pt idx="1732">
                  <c:v>1.5</c:v>
                </c:pt>
                <c:pt idx="1733">
                  <c:v>1.5</c:v>
                </c:pt>
                <c:pt idx="1734">
                  <c:v>1.5</c:v>
                </c:pt>
                <c:pt idx="1735">
                  <c:v>1.5</c:v>
                </c:pt>
                <c:pt idx="1736">
                  <c:v>1.5</c:v>
                </c:pt>
                <c:pt idx="1737">
                  <c:v>1.5</c:v>
                </c:pt>
                <c:pt idx="1738">
                  <c:v>1.5</c:v>
                </c:pt>
                <c:pt idx="1739">
                  <c:v>1.5</c:v>
                </c:pt>
                <c:pt idx="1740">
                  <c:v>1.5</c:v>
                </c:pt>
                <c:pt idx="1741">
                  <c:v>1.5</c:v>
                </c:pt>
                <c:pt idx="1742">
                  <c:v>1.5</c:v>
                </c:pt>
                <c:pt idx="1743">
                  <c:v>1.5</c:v>
                </c:pt>
                <c:pt idx="1744">
                  <c:v>1.5</c:v>
                </c:pt>
                <c:pt idx="1745">
                  <c:v>1.5</c:v>
                </c:pt>
                <c:pt idx="1746">
                  <c:v>1.5</c:v>
                </c:pt>
                <c:pt idx="1747">
                  <c:v>1.5</c:v>
                </c:pt>
                <c:pt idx="1748">
                  <c:v>1.5</c:v>
                </c:pt>
                <c:pt idx="1749">
                  <c:v>1.5</c:v>
                </c:pt>
                <c:pt idx="1750">
                  <c:v>1.5</c:v>
                </c:pt>
                <c:pt idx="1751">
                  <c:v>1.5</c:v>
                </c:pt>
                <c:pt idx="1752">
                  <c:v>1.5</c:v>
                </c:pt>
                <c:pt idx="1753">
                  <c:v>1.5</c:v>
                </c:pt>
                <c:pt idx="1754">
                  <c:v>1.5</c:v>
                </c:pt>
                <c:pt idx="1755">
                  <c:v>1.5</c:v>
                </c:pt>
                <c:pt idx="1756">
                  <c:v>1.5</c:v>
                </c:pt>
                <c:pt idx="1757">
                  <c:v>1.5</c:v>
                </c:pt>
                <c:pt idx="1758">
                  <c:v>1.5</c:v>
                </c:pt>
                <c:pt idx="1759">
                  <c:v>1.5</c:v>
                </c:pt>
                <c:pt idx="1760">
                  <c:v>1.5</c:v>
                </c:pt>
                <c:pt idx="1761">
                  <c:v>1.5</c:v>
                </c:pt>
                <c:pt idx="1762">
                  <c:v>1.5</c:v>
                </c:pt>
                <c:pt idx="1763">
                  <c:v>1.5</c:v>
                </c:pt>
                <c:pt idx="1764">
                  <c:v>1.5</c:v>
                </c:pt>
                <c:pt idx="1765">
                  <c:v>1.5</c:v>
                </c:pt>
                <c:pt idx="1766">
                  <c:v>1.5</c:v>
                </c:pt>
                <c:pt idx="1767">
                  <c:v>1.5</c:v>
                </c:pt>
                <c:pt idx="1768">
                  <c:v>1.5</c:v>
                </c:pt>
                <c:pt idx="1769">
                  <c:v>1.5</c:v>
                </c:pt>
                <c:pt idx="1770">
                  <c:v>1.5</c:v>
                </c:pt>
                <c:pt idx="1771">
                  <c:v>1.5</c:v>
                </c:pt>
                <c:pt idx="1772">
                  <c:v>1.5</c:v>
                </c:pt>
                <c:pt idx="1773">
                  <c:v>1.5</c:v>
                </c:pt>
                <c:pt idx="1774">
                  <c:v>1.5</c:v>
                </c:pt>
                <c:pt idx="1775">
                  <c:v>1.5</c:v>
                </c:pt>
                <c:pt idx="1776">
                  <c:v>1.5</c:v>
                </c:pt>
                <c:pt idx="1777">
                  <c:v>1.5</c:v>
                </c:pt>
                <c:pt idx="1778">
                  <c:v>1.5</c:v>
                </c:pt>
                <c:pt idx="1779">
                  <c:v>1.5</c:v>
                </c:pt>
                <c:pt idx="1780">
                  <c:v>1.5</c:v>
                </c:pt>
                <c:pt idx="1781">
                  <c:v>1.5</c:v>
                </c:pt>
                <c:pt idx="1782">
                  <c:v>1.5</c:v>
                </c:pt>
                <c:pt idx="1783">
                  <c:v>1.5</c:v>
                </c:pt>
                <c:pt idx="1784">
                  <c:v>1.5</c:v>
                </c:pt>
                <c:pt idx="1785">
                  <c:v>1.5</c:v>
                </c:pt>
                <c:pt idx="1786">
                  <c:v>1.5</c:v>
                </c:pt>
                <c:pt idx="1787">
                  <c:v>1.5</c:v>
                </c:pt>
                <c:pt idx="1788">
                  <c:v>1.5</c:v>
                </c:pt>
                <c:pt idx="1789">
                  <c:v>1.5</c:v>
                </c:pt>
                <c:pt idx="1790">
                  <c:v>1.5</c:v>
                </c:pt>
                <c:pt idx="1791">
                  <c:v>1.5</c:v>
                </c:pt>
                <c:pt idx="1792">
                  <c:v>1.5</c:v>
                </c:pt>
                <c:pt idx="1793">
                  <c:v>1.5</c:v>
                </c:pt>
                <c:pt idx="1794">
                  <c:v>1.5</c:v>
                </c:pt>
                <c:pt idx="1795">
                  <c:v>1.5</c:v>
                </c:pt>
                <c:pt idx="1796">
                  <c:v>1.5</c:v>
                </c:pt>
                <c:pt idx="1797">
                  <c:v>1.5</c:v>
                </c:pt>
                <c:pt idx="1798">
                  <c:v>1.5</c:v>
                </c:pt>
                <c:pt idx="1799">
                  <c:v>1.5</c:v>
                </c:pt>
                <c:pt idx="1800">
                  <c:v>1.5</c:v>
                </c:pt>
                <c:pt idx="1801">
                  <c:v>1.5</c:v>
                </c:pt>
                <c:pt idx="1802">
                  <c:v>1.5</c:v>
                </c:pt>
                <c:pt idx="1803">
                  <c:v>1.5</c:v>
                </c:pt>
                <c:pt idx="1804">
                  <c:v>1.5</c:v>
                </c:pt>
                <c:pt idx="1805">
                  <c:v>1.5</c:v>
                </c:pt>
                <c:pt idx="1806">
                  <c:v>1.5</c:v>
                </c:pt>
                <c:pt idx="1807">
                  <c:v>1.5</c:v>
                </c:pt>
                <c:pt idx="1808">
                  <c:v>1.5</c:v>
                </c:pt>
                <c:pt idx="1809">
                  <c:v>1.5</c:v>
                </c:pt>
                <c:pt idx="1810">
                  <c:v>1.5</c:v>
                </c:pt>
                <c:pt idx="1811">
                  <c:v>1.5</c:v>
                </c:pt>
                <c:pt idx="1812">
                  <c:v>1.5</c:v>
                </c:pt>
                <c:pt idx="1813">
                  <c:v>1.5</c:v>
                </c:pt>
                <c:pt idx="1814">
                  <c:v>1.5</c:v>
                </c:pt>
                <c:pt idx="1815">
                  <c:v>1.5</c:v>
                </c:pt>
                <c:pt idx="1816">
                  <c:v>1.5</c:v>
                </c:pt>
                <c:pt idx="1817">
                  <c:v>1.5</c:v>
                </c:pt>
                <c:pt idx="1818">
                  <c:v>1.5</c:v>
                </c:pt>
                <c:pt idx="1819">
                  <c:v>1.5</c:v>
                </c:pt>
                <c:pt idx="1820">
                  <c:v>1.5</c:v>
                </c:pt>
                <c:pt idx="1821">
                  <c:v>1.5</c:v>
                </c:pt>
                <c:pt idx="1822">
                  <c:v>1.5</c:v>
                </c:pt>
                <c:pt idx="1823">
                  <c:v>1.5</c:v>
                </c:pt>
                <c:pt idx="1824">
                  <c:v>1.5</c:v>
                </c:pt>
                <c:pt idx="1825">
                  <c:v>1.5</c:v>
                </c:pt>
                <c:pt idx="1826">
                  <c:v>1.5</c:v>
                </c:pt>
                <c:pt idx="1827">
                  <c:v>1.5</c:v>
                </c:pt>
                <c:pt idx="1828">
                  <c:v>1.5</c:v>
                </c:pt>
                <c:pt idx="1829">
                  <c:v>1.5</c:v>
                </c:pt>
                <c:pt idx="1830">
                  <c:v>1.5</c:v>
                </c:pt>
                <c:pt idx="1831">
                  <c:v>1.5</c:v>
                </c:pt>
                <c:pt idx="1832">
                  <c:v>1.5</c:v>
                </c:pt>
                <c:pt idx="1833">
                  <c:v>1.5</c:v>
                </c:pt>
                <c:pt idx="1834">
                  <c:v>1.5</c:v>
                </c:pt>
                <c:pt idx="1835">
                  <c:v>1.5</c:v>
                </c:pt>
                <c:pt idx="1836">
                  <c:v>1.5</c:v>
                </c:pt>
                <c:pt idx="1837">
                  <c:v>1.5</c:v>
                </c:pt>
                <c:pt idx="1838">
                  <c:v>1.5</c:v>
                </c:pt>
                <c:pt idx="1839">
                  <c:v>1.5</c:v>
                </c:pt>
                <c:pt idx="1840">
                  <c:v>1.5</c:v>
                </c:pt>
                <c:pt idx="1841">
                  <c:v>1.5</c:v>
                </c:pt>
                <c:pt idx="1842">
                  <c:v>1.5</c:v>
                </c:pt>
                <c:pt idx="1843">
                  <c:v>1.5</c:v>
                </c:pt>
                <c:pt idx="1844">
                  <c:v>1.5</c:v>
                </c:pt>
                <c:pt idx="1845">
                  <c:v>1.5</c:v>
                </c:pt>
                <c:pt idx="1846">
                  <c:v>1.5</c:v>
                </c:pt>
                <c:pt idx="1847">
                  <c:v>1.5</c:v>
                </c:pt>
                <c:pt idx="1848">
                  <c:v>1.5</c:v>
                </c:pt>
                <c:pt idx="1849">
                  <c:v>1.5</c:v>
                </c:pt>
                <c:pt idx="1850">
                  <c:v>1.5</c:v>
                </c:pt>
                <c:pt idx="1851">
                  <c:v>1.5</c:v>
                </c:pt>
                <c:pt idx="1852">
                  <c:v>1.5</c:v>
                </c:pt>
                <c:pt idx="1853">
                  <c:v>1.5</c:v>
                </c:pt>
                <c:pt idx="1854">
                  <c:v>1.5</c:v>
                </c:pt>
                <c:pt idx="1855">
                  <c:v>1.5</c:v>
                </c:pt>
                <c:pt idx="1856">
                  <c:v>1.5</c:v>
                </c:pt>
                <c:pt idx="1857">
                  <c:v>1.5</c:v>
                </c:pt>
                <c:pt idx="1858">
                  <c:v>1.5</c:v>
                </c:pt>
                <c:pt idx="1859">
                  <c:v>1.5</c:v>
                </c:pt>
                <c:pt idx="1860">
                  <c:v>1.5</c:v>
                </c:pt>
                <c:pt idx="1861">
                  <c:v>1.5</c:v>
                </c:pt>
                <c:pt idx="1862">
                  <c:v>1.5</c:v>
                </c:pt>
                <c:pt idx="1863">
                  <c:v>1.5</c:v>
                </c:pt>
                <c:pt idx="1864">
                  <c:v>1.5</c:v>
                </c:pt>
                <c:pt idx="1865">
                  <c:v>1.5</c:v>
                </c:pt>
                <c:pt idx="1866">
                  <c:v>1.5</c:v>
                </c:pt>
                <c:pt idx="1867">
                  <c:v>1.5</c:v>
                </c:pt>
                <c:pt idx="1868">
                  <c:v>1.5</c:v>
                </c:pt>
                <c:pt idx="1869">
                  <c:v>1.5</c:v>
                </c:pt>
                <c:pt idx="1870">
                  <c:v>1.5</c:v>
                </c:pt>
                <c:pt idx="1871">
                  <c:v>1.5</c:v>
                </c:pt>
                <c:pt idx="1872">
                  <c:v>1.5</c:v>
                </c:pt>
                <c:pt idx="1873">
                  <c:v>1.5</c:v>
                </c:pt>
                <c:pt idx="1874">
                  <c:v>1.5</c:v>
                </c:pt>
                <c:pt idx="1875">
                  <c:v>1.5</c:v>
                </c:pt>
                <c:pt idx="1876">
                  <c:v>1.5</c:v>
                </c:pt>
                <c:pt idx="1877">
                  <c:v>1.5</c:v>
                </c:pt>
                <c:pt idx="1878">
                  <c:v>1.5</c:v>
                </c:pt>
                <c:pt idx="1879">
                  <c:v>1.5</c:v>
                </c:pt>
                <c:pt idx="1880">
                  <c:v>1.5</c:v>
                </c:pt>
                <c:pt idx="1881">
                  <c:v>1.5</c:v>
                </c:pt>
                <c:pt idx="1882">
                  <c:v>1.5</c:v>
                </c:pt>
                <c:pt idx="1883">
                  <c:v>1.5</c:v>
                </c:pt>
                <c:pt idx="1884">
                  <c:v>1.5</c:v>
                </c:pt>
                <c:pt idx="1885">
                  <c:v>1.5</c:v>
                </c:pt>
                <c:pt idx="1886">
                  <c:v>1.5</c:v>
                </c:pt>
                <c:pt idx="1887">
                  <c:v>1.5</c:v>
                </c:pt>
                <c:pt idx="1888">
                  <c:v>1.5</c:v>
                </c:pt>
                <c:pt idx="1889">
                  <c:v>1.5</c:v>
                </c:pt>
                <c:pt idx="1890">
                  <c:v>1.5</c:v>
                </c:pt>
                <c:pt idx="1891">
                  <c:v>1.5</c:v>
                </c:pt>
                <c:pt idx="1892">
                  <c:v>1.5</c:v>
                </c:pt>
                <c:pt idx="1893">
                  <c:v>1.5</c:v>
                </c:pt>
                <c:pt idx="1894">
                  <c:v>1.5</c:v>
                </c:pt>
                <c:pt idx="1895">
                  <c:v>1.5</c:v>
                </c:pt>
                <c:pt idx="1896">
                  <c:v>1.5</c:v>
                </c:pt>
                <c:pt idx="1897">
                  <c:v>1.5</c:v>
                </c:pt>
                <c:pt idx="1898">
                  <c:v>1.5</c:v>
                </c:pt>
                <c:pt idx="1899">
                  <c:v>1.5</c:v>
                </c:pt>
                <c:pt idx="1900">
                  <c:v>1.5</c:v>
                </c:pt>
                <c:pt idx="1901">
                  <c:v>1.5</c:v>
                </c:pt>
                <c:pt idx="1902">
                  <c:v>1.5</c:v>
                </c:pt>
                <c:pt idx="1903">
                  <c:v>1.5</c:v>
                </c:pt>
                <c:pt idx="1904">
                  <c:v>1.5</c:v>
                </c:pt>
                <c:pt idx="1905">
                  <c:v>1.5</c:v>
                </c:pt>
                <c:pt idx="1906">
                  <c:v>1.5</c:v>
                </c:pt>
                <c:pt idx="1907">
                  <c:v>1.5</c:v>
                </c:pt>
                <c:pt idx="1908">
                  <c:v>1.5</c:v>
                </c:pt>
                <c:pt idx="1909">
                  <c:v>1.5</c:v>
                </c:pt>
                <c:pt idx="1910">
                  <c:v>1.5</c:v>
                </c:pt>
                <c:pt idx="1911">
                  <c:v>1.5</c:v>
                </c:pt>
                <c:pt idx="1912">
                  <c:v>1.5</c:v>
                </c:pt>
                <c:pt idx="1913">
                  <c:v>1.5</c:v>
                </c:pt>
                <c:pt idx="1914">
                  <c:v>1.5</c:v>
                </c:pt>
                <c:pt idx="1915">
                  <c:v>1.5</c:v>
                </c:pt>
                <c:pt idx="1916">
                  <c:v>1.5</c:v>
                </c:pt>
                <c:pt idx="1917">
                  <c:v>1.5</c:v>
                </c:pt>
                <c:pt idx="1918">
                  <c:v>1.5</c:v>
                </c:pt>
                <c:pt idx="1919">
                  <c:v>1.5</c:v>
                </c:pt>
                <c:pt idx="1920">
                  <c:v>1.5</c:v>
                </c:pt>
                <c:pt idx="1921">
                  <c:v>1.5</c:v>
                </c:pt>
                <c:pt idx="1922">
                  <c:v>1.5</c:v>
                </c:pt>
                <c:pt idx="1923">
                  <c:v>1.5</c:v>
                </c:pt>
                <c:pt idx="1924">
                  <c:v>1.5</c:v>
                </c:pt>
                <c:pt idx="1925">
                  <c:v>1.5</c:v>
                </c:pt>
                <c:pt idx="1926">
                  <c:v>1.5</c:v>
                </c:pt>
                <c:pt idx="1927">
                  <c:v>1.5</c:v>
                </c:pt>
                <c:pt idx="1928">
                  <c:v>1.5</c:v>
                </c:pt>
                <c:pt idx="1929">
                  <c:v>1.5</c:v>
                </c:pt>
                <c:pt idx="1930">
                  <c:v>1.5</c:v>
                </c:pt>
                <c:pt idx="1931">
                  <c:v>1.5</c:v>
                </c:pt>
                <c:pt idx="1932">
                  <c:v>1.5</c:v>
                </c:pt>
                <c:pt idx="1933">
                  <c:v>1.5</c:v>
                </c:pt>
                <c:pt idx="1934">
                  <c:v>1.5</c:v>
                </c:pt>
                <c:pt idx="1935">
                  <c:v>1.5</c:v>
                </c:pt>
                <c:pt idx="1936">
                  <c:v>1.5</c:v>
                </c:pt>
                <c:pt idx="1937">
                  <c:v>1.5</c:v>
                </c:pt>
                <c:pt idx="1938">
                  <c:v>1.5</c:v>
                </c:pt>
                <c:pt idx="1939">
                  <c:v>1.5</c:v>
                </c:pt>
                <c:pt idx="1940">
                  <c:v>1.5</c:v>
                </c:pt>
                <c:pt idx="1941">
                  <c:v>1.5</c:v>
                </c:pt>
                <c:pt idx="1942">
                  <c:v>1.5</c:v>
                </c:pt>
                <c:pt idx="1943">
                  <c:v>1.5</c:v>
                </c:pt>
                <c:pt idx="1944">
                  <c:v>1.5</c:v>
                </c:pt>
                <c:pt idx="1945">
                  <c:v>1.5</c:v>
                </c:pt>
                <c:pt idx="1946">
                  <c:v>1.5</c:v>
                </c:pt>
                <c:pt idx="1947">
                  <c:v>1.5</c:v>
                </c:pt>
                <c:pt idx="1948">
                  <c:v>1.5</c:v>
                </c:pt>
                <c:pt idx="1949">
                  <c:v>1.5</c:v>
                </c:pt>
                <c:pt idx="1950">
                  <c:v>1.5</c:v>
                </c:pt>
                <c:pt idx="1951">
                  <c:v>1.5</c:v>
                </c:pt>
                <c:pt idx="1952">
                  <c:v>1.5</c:v>
                </c:pt>
                <c:pt idx="1953">
                  <c:v>1.5</c:v>
                </c:pt>
                <c:pt idx="1954">
                  <c:v>1.5</c:v>
                </c:pt>
                <c:pt idx="1955">
                  <c:v>1.5</c:v>
                </c:pt>
                <c:pt idx="1956">
                  <c:v>1.5</c:v>
                </c:pt>
                <c:pt idx="1957">
                  <c:v>1.5</c:v>
                </c:pt>
                <c:pt idx="1958">
                  <c:v>1.5</c:v>
                </c:pt>
                <c:pt idx="1959">
                  <c:v>1.5</c:v>
                </c:pt>
                <c:pt idx="1960">
                  <c:v>1.5</c:v>
                </c:pt>
                <c:pt idx="1961">
                  <c:v>1.5</c:v>
                </c:pt>
                <c:pt idx="1962">
                  <c:v>1.5</c:v>
                </c:pt>
                <c:pt idx="1963">
                  <c:v>1.5</c:v>
                </c:pt>
                <c:pt idx="1964">
                  <c:v>1.5</c:v>
                </c:pt>
                <c:pt idx="1965">
                  <c:v>1.5</c:v>
                </c:pt>
                <c:pt idx="1966">
                  <c:v>1.5</c:v>
                </c:pt>
                <c:pt idx="1967">
                  <c:v>1.5</c:v>
                </c:pt>
                <c:pt idx="1968">
                  <c:v>1.5</c:v>
                </c:pt>
                <c:pt idx="1969">
                  <c:v>1.5</c:v>
                </c:pt>
                <c:pt idx="1970">
                  <c:v>1.5</c:v>
                </c:pt>
                <c:pt idx="1971">
                  <c:v>1.5</c:v>
                </c:pt>
                <c:pt idx="1972">
                  <c:v>1.5</c:v>
                </c:pt>
                <c:pt idx="1973">
                  <c:v>1.5</c:v>
                </c:pt>
                <c:pt idx="1974">
                  <c:v>1.5</c:v>
                </c:pt>
                <c:pt idx="1975">
                  <c:v>1.5</c:v>
                </c:pt>
                <c:pt idx="1976">
                  <c:v>1.5</c:v>
                </c:pt>
                <c:pt idx="1977">
                  <c:v>1.5</c:v>
                </c:pt>
                <c:pt idx="1978">
                  <c:v>1.5</c:v>
                </c:pt>
                <c:pt idx="1979">
                  <c:v>1.5</c:v>
                </c:pt>
                <c:pt idx="1980">
                  <c:v>1.5</c:v>
                </c:pt>
                <c:pt idx="1981">
                  <c:v>1.5</c:v>
                </c:pt>
                <c:pt idx="1982">
                  <c:v>1.5</c:v>
                </c:pt>
                <c:pt idx="1983">
                  <c:v>1.5</c:v>
                </c:pt>
                <c:pt idx="1984">
                  <c:v>1.5</c:v>
                </c:pt>
                <c:pt idx="1985">
                  <c:v>1.5</c:v>
                </c:pt>
                <c:pt idx="1986">
                  <c:v>1.5</c:v>
                </c:pt>
                <c:pt idx="1987">
                  <c:v>1.5</c:v>
                </c:pt>
                <c:pt idx="1988">
                  <c:v>1.5</c:v>
                </c:pt>
                <c:pt idx="1989">
                  <c:v>1.5</c:v>
                </c:pt>
                <c:pt idx="1990">
                  <c:v>1.5</c:v>
                </c:pt>
                <c:pt idx="1991">
                  <c:v>1.5</c:v>
                </c:pt>
                <c:pt idx="1992">
                  <c:v>1.5</c:v>
                </c:pt>
                <c:pt idx="1993">
                  <c:v>1.5</c:v>
                </c:pt>
                <c:pt idx="1994">
                  <c:v>1.5</c:v>
                </c:pt>
                <c:pt idx="1995">
                  <c:v>1.5</c:v>
                </c:pt>
                <c:pt idx="1996">
                  <c:v>1.5</c:v>
                </c:pt>
                <c:pt idx="1997">
                  <c:v>1.5</c:v>
                </c:pt>
                <c:pt idx="1998">
                  <c:v>1.5</c:v>
                </c:pt>
                <c:pt idx="1999">
                  <c:v>1.5</c:v>
                </c:pt>
                <c:pt idx="2000">
                  <c:v>1.5</c:v>
                </c:pt>
                <c:pt idx="2001">
                  <c:v>1.5</c:v>
                </c:pt>
                <c:pt idx="2002">
                  <c:v>1.5</c:v>
                </c:pt>
                <c:pt idx="2003">
                  <c:v>1.5</c:v>
                </c:pt>
                <c:pt idx="2004">
                  <c:v>1.5</c:v>
                </c:pt>
                <c:pt idx="2005">
                  <c:v>1.5</c:v>
                </c:pt>
                <c:pt idx="2006">
                  <c:v>1.5</c:v>
                </c:pt>
                <c:pt idx="2007">
                  <c:v>1.5</c:v>
                </c:pt>
                <c:pt idx="2008">
                  <c:v>1.5</c:v>
                </c:pt>
                <c:pt idx="2009">
                  <c:v>1.5</c:v>
                </c:pt>
                <c:pt idx="2010">
                  <c:v>1.5</c:v>
                </c:pt>
                <c:pt idx="2011">
                  <c:v>1.5</c:v>
                </c:pt>
                <c:pt idx="2012">
                  <c:v>1.5</c:v>
                </c:pt>
                <c:pt idx="2013">
                  <c:v>1.5</c:v>
                </c:pt>
                <c:pt idx="2014">
                  <c:v>1.5</c:v>
                </c:pt>
                <c:pt idx="2015">
                  <c:v>1.5</c:v>
                </c:pt>
                <c:pt idx="2016">
                  <c:v>1.5</c:v>
                </c:pt>
                <c:pt idx="2017">
                  <c:v>1.5</c:v>
                </c:pt>
                <c:pt idx="2018">
                  <c:v>1.5</c:v>
                </c:pt>
                <c:pt idx="2019">
                  <c:v>1.5</c:v>
                </c:pt>
                <c:pt idx="2020">
                  <c:v>1.5</c:v>
                </c:pt>
                <c:pt idx="2021">
                  <c:v>1.5</c:v>
                </c:pt>
                <c:pt idx="2022">
                  <c:v>1.5</c:v>
                </c:pt>
                <c:pt idx="2023">
                  <c:v>1.5</c:v>
                </c:pt>
                <c:pt idx="2024">
                  <c:v>1.5</c:v>
                </c:pt>
                <c:pt idx="2025">
                  <c:v>1.5</c:v>
                </c:pt>
                <c:pt idx="2026">
                  <c:v>1.5</c:v>
                </c:pt>
                <c:pt idx="2027">
                  <c:v>1.5</c:v>
                </c:pt>
                <c:pt idx="2028">
                  <c:v>1.5</c:v>
                </c:pt>
                <c:pt idx="2029">
                  <c:v>1.5</c:v>
                </c:pt>
                <c:pt idx="2030">
                  <c:v>1.5</c:v>
                </c:pt>
                <c:pt idx="2031">
                  <c:v>1.5</c:v>
                </c:pt>
                <c:pt idx="2032">
                  <c:v>1.5</c:v>
                </c:pt>
                <c:pt idx="2033">
                  <c:v>1.5</c:v>
                </c:pt>
                <c:pt idx="2034">
                  <c:v>1.5</c:v>
                </c:pt>
                <c:pt idx="2035">
                  <c:v>1.5</c:v>
                </c:pt>
                <c:pt idx="2036">
                  <c:v>1.5</c:v>
                </c:pt>
                <c:pt idx="2037">
                  <c:v>1.5</c:v>
                </c:pt>
                <c:pt idx="2038">
                  <c:v>1.5</c:v>
                </c:pt>
                <c:pt idx="2039">
                  <c:v>1.5</c:v>
                </c:pt>
                <c:pt idx="2040">
                  <c:v>1.5</c:v>
                </c:pt>
                <c:pt idx="2041">
                  <c:v>1.5</c:v>
                </c:pt>
                <c:pt idx="2042">
                  <c:v>1.5</c:v>
                </c:pt>
                <c:pt idx="2043">
                  <c:v>1.5</c:v>
                </c:pt>
                <c:pt idx="2044">
                  <c:v>1.5</c:v>
                </c:pt>
                <c:pt idx="2045">
                  <c:v>1.5</c:v>
                </c:pt>
                <c:pt idx="2046">
                  <c:v>1.5</c:v>
                </c:pt>
                <c:pt idx="2047">
                  <c:v>1.5</c:v>
                </c:pt>
                <c:pt idx="2048">
                  <c:v>1.5</c:v>
                </c:pt>
                <c:pt idx="2049">
                  <c:v>1.5</c:v>
                </c:pt>
                <c:pt idx="2050">
                  <c:v>1.5</c:v>
                </c:pt>
                <c:pt idx="2051">
                  <c:v>1.5</c:v>
                </c:pt>
                <c:pt idx="2052">
                  <c:v>1.5</c:v>
                </c:pt>
                <c:pt idx="2053">
                  <c:v>1.5</c:v>
                </c:pt>
                <c:pt idx="2054">
                  <c:v>1.5</c:v>
                </c:pt>
                <c:pt idx="2055">
                  <c:v>1.5</c:v>
                </c:pt>
                <c:pt idx="2056">
                  <c:v>1.5</c:v>
                </c:pt>
                <c:pt idx="2057">
                  <c:v>1.5</c:v>
                </c:pt>
                <c:pt idx="2058">
                  <c:v>1.5</c:v>
                </c:pt>
                <c:pt idx="2059">
                  <c:v>1.5</c:v>
                </c:pt>
                <c:pt idx="2060">
                  <c:v>1.5</c:v>
                </c:pt>
                <c:pt idx="2061">
                  <c:v>1.5</c:v>
                </c:pt>
                <c:pt idx="2062">
                  <c:v>1.5</c:v>
                </c:pt>
                <c:pt idx="2063">
                  <c:v>1.5</c:v>
                </c:pt>
                <c:pt idx="2064">
                  <c:v>1.5</c:v>
                </c:pt>
                <c:pt idx="2065">
                  <c:v>1.5</c:v>
                </c:pt>
                <c:pt idx="2066">
                  <c:v>1.5</c:v>
                </c:pt>
                <c:pt idx="2067">
                  <c:v>1.5</c:v>
                </c:pt>
                <c:pt idx="2068">
                  <c:v>1.5</c:v>
                </c:pt>
                <c:pt idx="2069">
                  <c:v>1.5</c:v>
                </c:pt>
                <c:pt idx="2070">
                  <c:v>1.5</c:v>
                </c:pt>
                <c:pt idx="2071">
                  <c:v>1.5</c:v>
                </c:pt>
                <c:pt idx="2072">
                  <c:v>1.5</c:v>
                </c:pt>
                <c:pt idx="2073">
                  <c:v>1.5</c:v>
                </c:pt>
                <c:pt idx="2074">
                  <c:v>1.5</c:v>
                </c:pt>
                <c:pt idx="2075">
                  <c:v>1.5</c:v>
                </c:pt>
                <c:pt idx="2076">
                  <c:v>1.5</c:v>
                </c:pt>
                <c:pt idx="2077">
                  <c:v>1.5</c:v>
                </c:pt>
                <c:pt idx="2078">
                  <c:v>1.5</c:v>
                </c:pt>
                <c:pt idx="2079">
                  <c:v>1.5</c:v>
                </c:pt>
                <c:pt idx="2080">
                  <c:v>1.5</c:v>
                </c:pt>
                <c:pt idx="2081">
                  <c:v>1.5</c:v>
                </c:pt>
                <c:pt idx="2082">
                  <c:v>1.5</c:v>
                </c:pt>
                <c:pt idx="2083">
                  <c:v>1.5</c:v>
                </c:pt>
                <c:pt idx="2084">
                  <c:v>1.5</c:v>
                </c:pt>
                <c:pt idx="2085">
                  <c:v>1.5</c:v>
                </c:pt>
                <c:pt idx="2086">
                  <c:v>1.5</c:v>
                </c:pt>
                <c:pt idx="2087">
                  <c:v>1.5</c:v>
                </c:pt>
                <c:pt idx="2088">
                  <c:v>1.5</c:v>
                </c:pt>
                <c:pt idx="2089">
                  <c:v>1.5</c:v>
                </c:pt>
                <c:pt idx="2090">
                  <c:v>1.5</c:v>
                </c:pt>
                <c:pt idx="2091">
                  <c:v>1.5</c:v>
                </c:pt>
                <c:pt idx="2092">
                  <c:v>1.5</c:v>
                </c:pt>
                <c:pt idx="2093">
                  <c:v>1.5</c:v>
                </c:pt>
                <c:pt idx="2094">
                  <c:v>1.5</c:v>
                </c:pt>
                <c:pt idx="2095">
                  <c:v>1.5</c:v>
                </c:pt>
                <c:pt idx="2096">
                  <c:v>1.5</c:v>
                </c:pt>
                <c:pt idx="2097">
                  <c:v>1.5</c:v>
                </c:pt>
                <c:pt idx="2098">
                  <c:v>1.5</c:v>
                </c:pt>
                <c:pt idx="2099">
                  <c:v>1.5</c:v>
                </c:pt>
                <c:pt idx="2100">
                  <c:v>1.5</c:v>
                </c:pt>
                <c:pt idx="2101">
                  <c:v>1.5</c:v>
                </c:pt>
                <c:pt idx="2102">
                  <c:v>1.5</c:v>
                </c:pt>
                <c:pt idx="2103">
                  <c:v>1.5</c:v>
                </c:pt>
                <c:pt idx="2104">
                  <c:v>1.5</c:v>
                </c:pt>
                <c:pt idx="2105">
                  <c:v>1.5</c:v>
                </c:pt>
                <c:pt idx="2106">
                  <c:v>1.5</c:v>
                </c:pt>
                <c:pt idx="2107">
                  <c:v>1.5</c:v>
                </c:pt>
                <c:pt idx="2108">
                  <c:v>1.5</c:v>
                </c:pt>
                <c:pt idx="2109">
                  <c:v>1.5</c:v>
                </c:pt>
                <c:pt idx="2110">
                  <c:v>1.5</c:v>
                </c:pt>
                <c:pt idx="2111">
                  <c:v>1.5</c:v>
                </c:pt>
                <c:pt idx="2112">
                  <c:v>1.5</c:v>
                </c:pt>
                <c:pt idx="2113">
                  <c:v>1.5</c:v>
                </c:pt>
                <c:pt idx="2114">
                  <c:v>1.5</c:v>
                </c:pt>
                <c:pt idx="2115">
                  <c:v>1.5</c:v>
                </c:pt>
                <c:pt idx="2116">
                  <c:v>1.5</c:v>
                </c:pt>
                <c:pt idx="2117">
                  <c:v>1.5</c:v>
                </c:pt>
                <c:pt idx="2118">
                  <c:v>1.5</c:v>
                </c:pt>
                <c:pt idx="2119">
                  <c:v>1.5</c:v>
                </c:pt>
                <c:pt idx="2120">
                  <c:v>1.5</c:v>
                </c:pt>
                <c:pt idx="2121">
                  <c:v>1.5</c:v>
                </c:pt>
                <c:pt idx="2122">
                  <c:v>1.5</c:v>
                </c:pt>
                <c:pt idx="2123">
                  <c:v>1.5</c:v>
                </c:pt>
                <c:pt idx="2124">
                  <c:v>1.5</c:v>
                </c:pt>
                <c:pt idx="2125">
                  <c:v>1.5</c:v>
                </c:pt>
                <c:pt idx="2126">
                  <c:v>1.5</c:v>
                </c:pt>
                <c:pt idx="2127">
                  <c:v>1.5</c:v>
                </c:pt>
                <c:pt idx="2128">
                  <c:v>1.5</c:v>
                </c:pt>
                <c:pt idx="2129">
                  <c:v>1.5</c:v>
                </c:pt>
                <c:pt idx="2130">
                  <c:v>1.5</c:v>
                </c:pt>
                <c:pt idx="2131">
                  <c:v>1.5</c:v>
                </c:pt>
                <c:pt idx="2132">
                  <c:v>1.5</c:v>
                </c:pt>
                <c:pt idx="2133">
                  <c:v>1.5</c:v>
                </c:pt>
                <c:pt idx="2134">
                  <c:v>1.5</c:v>
                </c:pt>
                <c:pt idx="2135">
                  <c:v>1.5</c:v>
                </c:pt>
                <c:pt idx="2136">
                  <c:v>1.5</c:v>
                </c:pt>
                <c:pt idx="2137">
                  <c:v>1.5</c:v>
                </c:pt>
                <c:pt idx="2138">
                  <c:v>1.5</c:v>
                </c:pt>
                <c:pt idx="2139">
                  <c:v>1.5</c:v>
                </c:pt>
                <c:pt idx="2140">
                  <c:v>1.5</c:v>
                </c:pt>
                <c:pt idx="2141">
                  <c:v>1.5</c:v>
                </c:pt>
                <c:pt idx="2142">
                  <c:v>1.5</c:v>
                </c:pt>
                <c:pt idx="2143">
                  <c:v>1.5</c:v>
                </c:pt>
                <c:pt idx="2144">
                  <c:v>1.5</c:v>
                </c:pt>
                <c:pt idx="2145">
                  <c:v>1.5</c:v>
                </c:pt>
                <c:pt idx="2146">
                  <c:v>1.5</c:v>
                </c:pt>
                <c:pt idx="2147">
                  <c:v>1.5</c:v>
                </c:pt>
                <c:pt idx="2148">
                  <c:v>1.5</c:v>
                </c:pt>
                <c:pt idx="2149">
                  <c:v>1.5</c:v>
                </c:pt>
                <c:pt idx="2150">
                  <c:v>1.5</c:v>
                </c:pt>
                <c:pt idx="2151">
                  <c:v>1.5</c:v>
                </c:pt>
                <c:pt idx="2152">
                  <c:v>1.5</c:v>
                </c:pt>
                <c:pt idx="2153">
                  <c:v>1.5</c:v>
                </c:pt>
                <c:pt idx="2154">
                  <c:v>1.5</c:v>
                </c:pt>
                <c:pt idx="2155">
                  <c:v>1.5</c:v>
                </c:pt>
                <c:pt idx="2156">
                  <c:v>1.5</c:v>
                </c:pt>
                <c:pt idx="2157">
                  <c:v>1.5</c:v>
                </c:pt>
                <c:pt idx="2158">
                  <c:v>1.5</c:v>
                </c:pt>
                <c:pt idx="2159">
                  <c:v>1.5</c:v>
                </c:pt>
                <c:pt idx="2160">
                  <c:v>1.5</c:v>
                </c:pt>
                <c:pt idx="2161">
                  <c:v>1.5</c:v>
                </c:pt>
                <c:pt idx="2162">
                  <c:v>1.5</c:v>
                </c:pt>
                <c:pt idx="2163">
                  <c:v>1.5</c:v>
                </c:pt>
                <c:pt idx="2164">
                  <c:v>1.5</c:v>
                </c:pt>
                <c:pt idx="2165">
                  <c:v>1.5</c:v>
                </c:pt>
                <c:pt idx="2166">
                  <c:v>1.5</c:v>
                </c:pt>
                <c:pt idx="2167">
                  <c:v>1.5</c:v>
                </c:pt>
                <c:pt idx="2168">
                  <c:v>1.5</c:v>
                </c:pt>
                <c:pt idx="2169">
                  <c:v>1.5</c:v>
                </c:pt>
                <c:pt idx="2170">
                  <c:v>1.5</c:v>
                </c:pt>
                <c:pt idx="2171">
                  <c:v>1.5</c:v>
                </c:pt>
                <c:pt idx="2172">
                  <c:v>1.5</c:v>
                </c:pt>
                <c:pt idx="2173">
                  <c:v>1.5</c:v>
                </c:pt>
                <c:pt idx="2174">
                  <c:v>1.5</c:v>
                </c:pt>
                <c:pt idx="2175">
                  <c:v>1.5</c:v>
                </c:pt>
                <c:pt idx="2176">
                  <c:v>1.5</c:v>
                </c:pt>
                <c:pt idx="2177">
                  <c:v>1.5</c:v>
                </c:pt>
                <c:pt idx="2178">
                  <c:v>1.5</c:v>
                </c:pt>
                <c:pt idx="2179">
                  <c:v>1.5</c:v>
                </c:pt>
                <c:pt idx="2180">
                  <c:v>1.5</c:v>
                </c:pt>
                <c:pt idx="2181">
                  <c:v>1.5</c:v>
                </c:pt>
                <c:pt idx="2182">
                  <c:v>1.5</c:v>
                </c:pt>
                <c:pt idx="2183">
                  <c:v>1.5</c:v>
                </c:pt>
                <c:pt idx="2184">
                  <c:v>1.5</c:v>
                </c:pt>
                <c:pt idx="2185">
                  <c:v>1.5</c:v>
                </c:pt>
                <c:pt idx="2186">
                  <c:v>1.5</c:v>
                </c:pt>
                <c:pt idx="2187">
                  <c:v>1.5</c:v>
                </c:pt>
                <c:pt idx="2188">
                  <c:v>1.5</c:v>
                </c:pt>
                <c:pt idx="2189">
                  <c:v>1.5</c:v>
                </c:pt>
                <c:pt idx="2190">
                  <c:v>1.5</c:v>
                </c:pt>
                <c:pt idx="2191">
                  <c:v>1.5</c:v>
                </c:pt>
                <c:pt idx="2192">
                  <c:v>1.5</c:v>
                </c:pt>
                <c:pt idx="2193">
                  <c:v>1.5</c:v>
                </c:pt>
                <c:pt idx="2194">
                  <c:v>1.5</c:v>
                </c:pt>
                <c:pt idx="2195">
                  <c:v>1.5</c:v>
                </c:pt>
                <c:pt idx="2196">
                  <c:v>1.5</c:v>
                </c:pt>
                <c:pt idx="2197">
                  <c:v>1.5</c:v>
                </c:pt>
                <c:pt idx="2198">
                  <c:v>1.5</c:v>
                </c:pt>
                <c:pt idx="2199">
                  <c:v>1.5</c:v>
                </c:pt>
                <c:pt idx="2200">
                  <c:v>1.5</c:v>
                </c:pt>
                <c:pt idx="2201">
                  <c:v>1.5</c:v>
                </c:pt>
                <c:pt idx="2202">
                  <c:v>1.5</c:v>
                </c:pt>
                <c:pt idx="2203">
                  <c:v>1.5</c:v>
                </c:pt>
                <c:pt idx="2204">
                  <c:v>1.5</c:v>
                </c:pt>
                <c:pt idx="2205">
                  <c:v>1.5</c:v>
                </c:pt>
                <c:pt idx="2206">
                  <c:v>1.5</c:v>
                </c:pt>
                <c:pt idx="2207">
                  <c:v>1.5</c:v>
                </c:pt>
                <c:pt idx="2208">
                  <c:v>1.5</c:v>
                </c:pt>
                <c:pt idx="2209">
                  <c:v>1.5</c:v>
                </c:pt>
                <c:pt idx="2210">
                  <c:v>1.5</c:v>
                </c:pt>
                <c:pt idx="2211">
                  <c:v>1.5</c:v>
                </c:pt>
                <c:pt idx="2212">
                  <c:v>1.5</c:v>
                </c:pt>
                <c:pt idx="2213">
                  <c:v>1.5</c:v>
                </c:pt>
                <c:pt idx="2214">
                  <c:v>1.5</c:v>
                </c:pt>
                <c:pt idx="2215">
                  <c:v>1.5</c:v>
                </c:pt>
                <c:pt idx="2216">
                  <c:v>1.5</c:v>
                </c:pt>
                <c:pt idx="2217">
                  <c:v>1.5</c:v>
                </c:pt>
                <c:pt idx="2218">
                  <c:v>1.5</c:v>
                </c:pt>
                <c:pt idx="2219">
                  <c:v>1.5</c:v>
                </c:pt>
                <c:pt idx="2220">
                  <c:v>1.5</c:v>
                </c:pt>
                <c:pt idx="2221">
                  <c:v>1.5</c:v>
                </c:pt>
                <c:pt idx="2222">
                  <c:v>1.5</c:v>
                </c:pt>
                <c:pt idx="2223">
                  <c:v>1.5</c:v>
                </c:pt>
                <c:pt idx="2224">
                  <c:v>1.5</c:v>
                </c:pt>
                <c:pt idx="2225">
                  <c:v>1.5</c:v>
                </c:pt>
                <c:pt idx="2226">
                  <c:v>1.5</c:v>
                </c:pt>
                <c:pt idx="2227">
                  <c:v>1.5</c:v>
                </c:pt>
                <c:pt idx="2228">
                  <c:v>1.5</c:v>
                </c:pt>
                <c:pt idx="2229">
                  <c:v>1.5</c:v>
                </c:pt>
                <c:pt idx="2230">
                  <c:v>1.5</c:v>
                </c:pt>
                <c:pt idx="2231">
                  <c:v>1.5</c:v>
                </c:pt>
                <c:pt idx="2232">
                  <c:v>1.5</c:v>
                </c:pt>
                <c:pt idx="2233">
                  <c:v>1.5</c:v>
                </c:pt>
                <c:pt idx="2234">
                  <c:v>1.5</c:v>
                </c:pt>
                <c:pt idx="2235">
                  <c:v>1.5</c:v>
                </c:pt>
                <c:pt idx="2236">
                  <c:v>1.5</c:v>
                </c:pt>
                <c:pt idx="2237">
                  <c:v>1.5</c:v>
                </c:pt>
                <c:pt idx="2238">
                  <c:v>1.5</c:v>
                </c:pt>
                <c:pt idx="2239">
                  <c:v>1.5</c:v>
                </c:pt>
                <c:pt idx="2240">
                  <c:v>1.5</c:v>
                </c:pt>
                <c:pt idx="2241">
                  <c:v>1.5</c:v>
                </c:pt>
                <c:pt idx="2242">
                  <c:v>1.5</c:v>
                </c:pt>
                <c:pt idx="2243">
                  <c:v>1.5</c:v>
                </c:pt>
                <c:pt idx="2244">
                  <c:v>1.5</c:v>
                </c:pt>
                <c:pt idx="2245">
                  <c:v>1.5</c:v>
                </c:pt>
                <c:pt idx="2246">
                  <c:v>1.5</c:v>
                </c:pt>
                <c:pt idx="2247">
                  <c:v>1.5</c:v>
                </c:pt>
                <c:pt idx="2248">
                  <c:v>1.5</c:v>
                </c:pt>
                <c:pt idx="2249">
                  <c:v>1.5</c:v>
                </c:pt>
                <c:pt idx="2250">
                  <c:v>1.5</c:v>
                </c:pt>
                <c:pt idx="2251">
                  <c:v>1.5</c:v>
                </c:pt>
                <c:pt idx="2252">
                  <c:v>1.5</c:v>
                </c:pt>
                <c:pt idx="2253">
                  <c:v>1.5</c:v>
                </c:pt>
                <c:pt idx="2254">
                  <c:v>1.5</c:v>
                </c:pt>
                <c:pt idx="2255">
                  <c:v>1.5</c:v>
                </c:pt>
                <c:pt idx="2256">
                  <c:v>1.5</c:v>
                </c:pt>
                <c:pt idx="2257">
                  <c:v>1.5</c:v>
                </c:pt>
                <c:pt idx="2258">
                  <c:v>1.5</c:v>
                </c:pt>
                <c:pt idx="2259">
                  <c:v>1.5</c:v>
                </c:pt>
                <c:pt idx="2260">
                  <c:v>1.5</c:v>
                </c:pt>
                <c:pt idx="2261">
                  <c:v>1.5</c:v>
                </c:pt>
                <c:pt idx="2262">
                  <c:v>1.5</c:v>
                </c:pt>
                <c:pt idx="2263">
                  <c:v>1.5</c:v>
                </c:pt>
                <c:pt idx="2264">
                  <c:v>1.5</c:v>
                </c:pt>
                <c:pt idx="2265">
                  <c:v>1.5</c:v>
                </c:pt>
                <c:pt idx="2266">
                  <c:v>1.5</c:v>
                </c:pt>
                <c:pt idx="2267">
                  <c:v>1.5</c:v>
                </c:pt>
                <c:pt idx="2268">
                  <c:v>1.5</c:v>
                </c:pt>
                <c:pt idx="2269">
                  <c:v>1.5</c:v>
                </c:pt>
                <c:pt idx="2270">
                  <c:v>1.5</c:v>
                </c:pt>
                <c:pt idx="2271">
                  <c:v>1.5</c:v>
                </c:pt>
                <c:pt idx="2272">
                  <c:v>1.5</c:v>
                </c:pt>
                <c:pt idx="2273">
                  <c:v>1.5</c:v>
                </c:pt>
                <c:pt idx="2274">
                  <c:v>1.5</c:v>
                </c:pt>
                <c:pt idx="2275">
                  <c:v>1.5</c:v>
                </c:pt>
                <c:pt idx="2276">
                  <c:v>1.5</c:v>
                </c:pt>
                <c:pt idx="2277">
                  <c:v>1.5</c:v>
                </c:pt>
                <c:pt idx="2278">
                  <c:v>1.5</c:v>
                </c:pt>
                <c:pt idx="2279">
                  <c:v>1.5</c:v>
                </c:pt>
                <c:pt idx="2280">
                  <c:v>1.5</c:v>
                </c:pt>
                <c:pt idx="2281">
                  <c:v>1.5</c:v>
                </c:pt>
                <c:pt idx="2282">
                  <c:v>1.5</c:v>
                </c:pt>
                <c:pt idx="2283">
                  <c:v>1.5</c:v>
                </c:pt>
                <c:pt idx="2284">
                  <c:v>1.5</c:v>
                </c:pt>
                <c:pt idx="2285">
                  <c:v>1.5</c:v>
                </c:pt>
                <c:pt idx="2286">
                  <c:v>1.5</c:v>
                </c:pt>
                <c:pt idx="2287">
                  <c:v>1.5</c:v>
                </c:pt>
                <c:pt idx="2288">
                  <c:v>1.5</c:v>
                </c:pt>
                <c:pt idx="2289">
                  <c:v>1.5</c:v>
                </c:pt>
                <c:pt idx="2290">
                  <c:v>1.5</c:v>
                </c:pt>
                <c:pt idx="2291">
                  <c:v>1.5</c:v>
                </c:pt>
                <c:pt idx="2292">
                  <c:v>1.5</c:v>
                </c:pt>
                <c:pt idx="2293">
                  <c:v>1.5</c:v>
                </c:pt>
                <c:pt idx="2294">
                  <c:v>1.5</c:v>
                </c:pt>
                <c:pt idx="2295">
                  <c:v>1.5</c:v>
                </c:pt>
                <c:pt idx="2296">
                  <c:v>1.5</c:v>
                </c:pt>
                <c:pt idx="2297">
                  <c:v>1.5</c:v>
                </c:pt>
                <c:pt idx="2298">
                  <c:v>1.5</c:v>
                </c:pt>
                <c:pt idx="2299">
                  <c:v>1.5</c:v>
                </c:pt>
                <c:pt idx="2300">
                  <c:v>1.5</c:v>
                </c:pt>
                <c:pt idx="2301">
                  <c:v>1.5</c:v>
                </c:pt>
                <c:pt idx="2302">
                  <c:v>1.5</c:v>
                </c:pt>
                <c:pt idx="2303">
                  <c:v>1.5</c:v>
                </c:pt>
                <c:pt idx="2304">
                  <c:v>1.5</c:v>
                </c:pt>
                <c:pt idx="2305">
                  <c:v>1.5</c:v>
                </c:pt>
                <c:pt idx="2306">
                  <c:v>1.5</c:v>
                </c:pt>
                <c:pt idx="2307">
                  <c:v>1.5</c:v>
                </c:pt>
                <c:pt idx="2308">
                  <c:v>1.5</c:v>
                </c:pt>
                <c:pt idx="2309">
                  <c:v>1.5</c:v>
                </c:pt>
                <c:pt idx="2310">
                  <c:v>1.5</c:v>
                </c:pt>
                <c:pt idx="2311">
                  <c:v>1.5</c:v>
                </c:pt>
                <c:pt idx="2312">
                  <c:v>1.5</c:v>
                </c:pt>
                <c:pt idx="2313">
                  <c:v>1.5</c:v>
                </c:pt>
                <c:pt idx="2314">
                  <c:v>1.5</c:v>
                </c:pt>
                <c:pt idx="2315">
                  <c:v>1.5</c:v>
                </c:pt>
                <c:pt idx="2316">
                  <c:v>1.5</c:v>
                </c:pt>
                <c:pt idx="2317">
                  <c:v>1.5</c:v>
                </c:pt>
                <c:pt idx="2318">
                  <c:v>1.5</c:v>
                </c:pt>
                <c:pt idx="2319">
                  <c:v>1.5</c:v>
                </c:pt>
                <c:pt idx="2320">
                  <c:v>1.5</c:v>
                </c:pt>
                <c:pt idx="2321">
                  <c:v>1.5</c:v>
                </c:pt>
                <c:pt idx="2322">
                  <c:v>1.5</c:v>
                </c:pt>
                <c:pt idx="2323">
                  <c:v>1.5</c:v>
                </c:pt>
                <c:pt idx="2324">
                  <c:v>1.5</c:v>
                </c:pt>
                <c:pt idx="2325">
                  <c:v>1.5</c:v>
                </c:pt>
                <c:pt idx="2326">
                  <c:v>1.5</c:v>
                </c:pt>
                <c:pt idx="2327">
                  <c:v>1.5</c:v>
                </c:pt>
                <c:pt idx="2328">
                  <c:v>1.5</c:v>
                </c:pt>
                <c:pt idx="2329">
                  <c:v>1.5</c:v>
                </c:pt>
                <c:pt idx="2330">
                  <c:v>1.5</c:v>
                </c:pt>
                <c:pt idx="2331">
                  <c:v>1.5</c:v>
                </c:pt>
                <c:pt idx="2332">
                  <c:v>1.5</c:v>
                </c:pt>
                <c:pt idx="2333">
                  <c:v>1.5</c:v>
                </c:pt>
                <c:pt idx="2334">
                  <c:v>1.5</c:v>
                </c:pt>
                <c:pt idx="2335">
                  <c:v>1.5</c:v>
                </c:pt>
                <c:pt idx="2336">
                  <c:v>1.5</c:v>
                </c:pt>
                <c:pt idx="2337">
                  <c:v>1.5</c:v>
                </c:pt>
                <c:pt idx="2338">
                  <c:v>1.5</c:v>
                </c:pt>
                <c:pt idx="2339">
                  <c:v>1.5</c:v>
                </c:pt>
                <c:pt idx="2340">
                  <c:v>1.5</c:v>
                </c:pt>
                <c:pt idx="2341">
                  <c:v>1.5</c:v>
                </c:pt>
                <c:pt idx="2342">
                  <c:v>1.5</c:v>
                </c:pt>
                <c:pt idx="2343">
                  <c:v>1.5</c:v>
                </c:pt>
                <c:pt idx="2344">
                  <c:v>1.5</c:v>
                </c:pt>
                <c:pt idx="2345">
                  <c:v>1.5</c:v>
                </c:pt>
                <c:pt idx="2346">
                  <c:v>1.5</c:v>
                </c:pt>
                <c:pt idx="2347">
                  <c:v>1.5</c:v>
                </c:pt>
                <c:pt idx="2348">
                  <c:v>1.5</c:v>
                </c:pt>
                <c:pt idx="2349">
                  <c:v>1.5</c:v>
                </c:pt>
                <c:pt idx="2350">
                  <c:v>1.5</c:v>
                </c:pt>
                <c:pt idx="2351">
                  <c:v>1.5</c:v>
                </c:pt>
                <c:pt idx="2352">
                  <c:v>1.5</c:v>
                </c:pt>
                <c:pt idx="2353">
                  <c:v>1.5</c:v>
                </c:pt>
                <c:pt idx="2354">
                  <c:v>1.5</c:v>
                </c:pt>
                <c:pt idx="2355">
                  <c:v>1.5</c:v>
                </c:pt>
                <c:pt idx="2356">
                  <c:v>1.5</c:v>
                </c:pt>
                <c:pt idx="2357">
                  <c:v>1.5</c:v>
                </c:pt>
                <c:pt idx="2358">
                  <c:v>1.5</c:v>
                </c:pt>
                <c:pt idx="2359">
                  <c:v>1.5</c:v>
                </c:pt>
                <c:pt idx="2360">
                  <c:v>1.5</c:v>
                </c:pt>
                <c:pt idx="2361">
                  <c:v>1.5</c:v>
                </c:pt>
                <c:pt idx="2362">
                  <c:v>1.5</c:v>
                </c:pt>
                <c:pt idx="2363">
                  <c:v>1.5</c:v>
                </c:pt>
                <c:pt idx="2364">
                  <c:v>1.5</c:v>
                </c:pt>
                <c:pt idx="2365">
                  <c:v>1.5</c:v>
                </c:pt>
                <c:pt idx="2366">
                  <c:v>1.5</c:v>
                </c:pt>
                <c:pt idx="2367">
                  <c:v>1.5</c:v>
                </c:pt>
                <c:pt idx="2368">
                  <c:v>1.5</c:v>
                </c:pt>
                <c:pt idx="2369">
                  <c:v>1.5</c:v>
                </c:pt>
                <c:pt idx="2370">
                  <c:v>1.5</c:v>
                </c:pt>
                <c:pt idx="2371">
                  <c:v>1.5</c:v>
                </c:pt>
                <c:pt idx="2372">
                  <c:v>1.5</c:v>
                </c:pt>
                <c:pt idx="2373">
                  <c:v>1.5</c:v>
                </c:pt>
                <c:pt idx="2374">
                  <c:v>1.5</c:v>
                </c:pt>
                <c:pt idx="2375">
                  <c:v>1.5</c:v>
                </c:pt>
                <c:pt idx="2376">
                  <c:v>1.5</c:v>
                </c:pt>
                <c:pt idx="2377">
                  <c:v>1.5</c:v>
                </c:pt>
                <c:pt idx="2378">
                  <c:v>1.5</c:v>
                </c:pt>
                <c:pt idx="2379">
                  <c:v>1.5</c:v>
                </c:pt>
                <c:pt idx="2380">
                  <c:v>1.5</c:v>
                </c:pt>
                <c:pt idx="2381">
                  <c:v>1.5</c:v>
                </c:pt>
                <c:pt idx="2382">
                  <c:v>1.5</c:v>
                </c:pt>
                <c:pt idx="2383">
                  <c:v>1.5</c:v>
                </c:pt>
                <c:pt idx="2384">
                  <c:v>1.5</c:v>
                </c:pt>
                <c:pt idx="2385">
                  <c:v>1.5</c:v>
                </c:pt>
                <c:pt idx="2386">
                  <c:v>1.5</c:v>
                </c:pt>
                <c:pt idx="2387">
                  <c:v>1.5</c:v>
                </c:pt>
                <c:pt idx="2388">
                  <c:v>1.5</c:v>
                </c:pt>
                <c:pt idx="2389">
                  <c:v>1.5</c:v>
                </c:pt>
                <c:pt idx="2390">
                  <c:v>1.5</c:v>
                </c:pt>
                <c:pt idx="2391">
                  <c:v>1.5</c:v>
                </c:pt>
                <c:pt idx="2392">
                  <c:v>1.5</c:v>
                </c:pt>
                <c:pt idx="2393">
                  <c:v>1.5</c:v>
                </c:pt>
                <c:pt idx="2394">
                  <c:v>1.5</c:v>
                </c:pt>
                <c:pt idx="2395">
                  <c:v>1.5</c:v>
                </c:pt>
                <c:pt idx="2396">
                  <c:v>1.5</c:v>
                </c:pt>
                <c:pt idx="2397">
                  <c:v>1.5</c:v>
                </c:pt>
                <c:pt idx="2398">
                  <c:v>1.5</c:v>
                </c:pt>
                <c:pt idx="2399">
                  <c:v>1.5</c:v>
                </c:pt>
                <c:pt idx="2400">
                  <c:v>1.5</c:v>
                </c:pt>
                <c:pt idx="2401">
                  <c:v>1.5</c:v>
                </c:pt>
                <c:pt idx="2402">
                  <c:v>1.5</c:v>
                </c:pt>
                <c:pt idx="2403">
                  <c:v>1.5</c:v>
                </c:pt>
                <c:pt idx="2404">
                  <c:v>1.5</c:v>
                </c:pt>
                <c:pt idx="2405">
                  <c:v>1.5</c:v>
                </c:pt>
                <c:pt idx="2406">
                  <c:v>1.5</c:v>
                </c:pt>
                <c:pt idx="2407">
                  <c:v>1.5</c:v>
                </c:pt>
                <c:pt idx="2408">
                  <c:v>1.5</c:v>
                </c:pt>
                <c:pt idx="2409">
                  <c:v>1.5</c:v>
                </c:pt>
                <c:pt idx="2410">
                  <c:v>1.5</c:v>
                </c:pt>
                <c:pt idx="2411">
                  <c:v>1.5</c:v>
                </c:pt>
                <c:pt idx="2412">
                  <c:v>1.5</c:v>
                </c:pt>
                <c:pt idx="2413">
                  <c:v>1.5</c:v>
                </c:pt>
                <c:pt idx="2414">
                  <c:v>1.5</c:v>
                </c:pt>
                <c:pt idx="2415">
                  <c:v>1.5</c:v>
                </c:pt>
                <c:pt idx="2416">
                  <c:v>1.5</c:v>
                </c:pt>
                <c:pt idx="2417">
                  <c:v>1.5</c:v>
                </c:pt>
                <c:pt idx="2418">
                  <c:v>1.5</c:v>
                </c:pt>
                <c:pt idx="2419">
                  <c:v>1.5</c:v>
                </c:pt>
                <c:pt idx="2420">
                  <c:v>1.5</c:v>
                </c:pt>
                <c:pt idx="2421">
                  <c:v>1.5</c:v>
                </c:pt>
                <c:pt idx="2422">
                  <c:v>1.5</c:v>
                </c:pt>
                <c:pt idx="2423">
                  <c:v>1.5</c:v>
                </c:pt>
                <c:pt idx="2424">
                  <c:v>1.5</c:v>
                </c:pt>
                <c:pt idx="2425">
                  <c:v>1.5</c:v>
                </c:pt>
                <c:pt idx="2426">
                  <c:v>1.5</c:v>
                </c:pt>
                <c:pt idx="2427">
                  <c:v>1.5</c:v>
                </c:pt>
                <c:pt idx="2428">
                  <c:v>1.5</c:v>
                </c:pt>
                <c:pt idx="2429">
                  <c:v>1.5</c:v>
                </c:pt>
                <c:pt idx="2430">
                  <c:v>1.5</c:v>
                </c:pt>
                <c:pt idx="2431">
                  <c:v>1.5</c:v>
                </c:pt>
                <c:pt idx="2432">
                  <c:v>1.5</c:v>
                </c:pt>
                <c:pt idx="2433">
                  <c:v>1.5</c:v>
                </c:pt>
                <c:pt idx="2434">
                  <c:v>1.5</c:v>
                </c:pt>
                <c:pt idx="2435">
                  <c:v>1.5</c:v>
                </c:pt>
                <c:pt idx="2436">
                  <c:v>1.5</c:v>
                </c:pt>
                <c:pt idx="2437">
                  <c:v>1.5</c:v>
                </c:pt>
                <c:pt idx="2438">
                  <c:v>1.5</c:v>
                </c:pt>
                <c:pt idx="2439">
                  <c:v>1.5</c:v>
                </c:pt>
                <c:pt idx="2440">
                  <c:v>1.5</c:v>
                </c:pt>
                <c:pt idx="2441">
                  <c:v>1.5</c:v>
                </c:pt>
                <c:pt idx="2442">
                  <c:v>1.5</c:v>
                </c:pt>
                <c:pt idx="2443">
                  <c:v>1.5</c:v>
                </c:pt>
                <c:pt idx="2444">
                  <c:v>1.5</c:v>
                </c:pt>
                <c:pt idx="2445">
                  <c:v>1.5</c:v>
                </c:pt>
                <c:pt idx="2446">
                  <c:v>1.5</c:v>
                </c:pt>
                <c:pt idx="2447">
                  <c:v>1.5</c:v>
                </c:pt>
                <c:pt idx="2448">
                  <c:v>1.5</c:v>
                </c:pt>
                <c:pt idx="2449">
                  <c:v>1.5</c:v>
                </c:pt>
                <c:pt idx="2450">
                  <c:v>1.5</c:v>
                </c:pt>
                <c:pt idx="2451">
                  <c:v>1.5</c:v>
                </c:pt>
                <c:pt idx="2452">
                  <c:v>1.5</c:v>
                </c:pt>
                <c:pt idx="2453">
                  <c:v>1.5</c:v>
                </c:pt>
                <c:pt idx="2454">
                  <c:v>1.5</c:v>
                </c:pt>
                <c:pt idx="2455">
                  <c:v>1.5</c:v>
                </c:pt>
                <c:pt idx="2456">
                  <c:v>1.5</c:v>
                </c:pt>
                <c:pt idx="2457">
                  <c:v>1.5</c:v>
                </c:pt>
                <c:pt idx="2458">
                  <c:v>1.5</c:v>
                </c:pt>
                <c:pt idx="2459">
                  <c:v>1.5</c:v>
                </c:pt>
                <c:pt idx="2460">
                  <c:v>1.5</c:v>
                </c:pt>
                <c:pt idx="2461">
                  <c:v>1.5</c:v>
                </c:pt>
                <c:pt idx="2462">
                  <c:v>1.5</c:v>
                </c:pt>
                <c:pt idx="2463">
                  <c:v>1.5</c:v>
                </c:pt>
                <c:pt idx="2464">
                  <c:v>1.5</c:v>
                </c:pt>
                <c:pt idx="2465">
                  <c:v>1.5</c:v>
                </c:pt>
                <c:pt idx="2466">
                  <c:v>1.5</c:v>
                </c:pt>
                <c:pt idx="2467">
                  <c:v>1.5</c:v>
                </c:pt>
                <c:pt idx="2468">
                  <c:v>1.5</c:v>
                </c:pt>
                <c:pt idx="2469">
                  <c:v>1.5</c:v>
                </c:pt>
                <c:pt idx="2470">
                  <c:v>1.5</c:v>
                </c:pt>
                <c:pt idx="2471">
                  <c:v>1.5</c:v>
                </c:pt>
                <c:pt idx="2472">
                  <c:v>1.5</c:v>
                </c:pt>
                <c:pt idx="2473">
                  <c:v>1.5</c:v>
                </c:pt>
                <c:pt idx="2474">
                  <c:v>1.5</c:v>
                </c:pt>
                <c:pt idx="2475">
                  <c:v>1.5</c:v>
                </c:pt>
                <c:pt idx="2476">
                  <c:v>1.5</c:v>
                </c:pt>
                <c:pt idx="2477">
                  <c:v>1.5</c:v>
                </c:pt>
                <c:pt idx="2478">
                  <c:v>1.5</c:v>
                </c:pt>
                <c:pt idx="2479">
                  <c:v>1.5</c:v>
                </c:pt>
                <c:pt idx="2480">
                  <c:v>1.5</c:v>
                </c:pt>
                <c:pt idx="2481">
                  <c:v>1.5</c:v>
                </c:pt>
                <c:pt idx="2482">
                  <c:v>1.5</c:v>
                </c:pt>
                <c:pt idx="2483">
                  <c:v>1.5</c:v>
                </c:pt>
                <c:pt idx="2484">
                  <c:v>1.5</c:v>
                </c:pt>
                <c:pt idx="2485">
                  <c:v>1.5</c:v>
                </c:pt>
                <c:pt idx="2486">
                  <c:v>1.5</c:v>
                </c:pt>
                <c:pt idx="2487">
                  <c:v>1.5</c:v>
                </c:pt>
                <c:pt idx="2488">
                  <c:v>1.5</c:v>
                </c:pt>
                <c:pt idx="2489">
                  <c:v>1.5</c:v>
                </c:pt>
                <c:pt idx="2490">
                  <c:v>1.5</c:v>
                </c:pt>
                <c:pt idx="2491">
                  <c:v>1.5</c:v>
                </c:pt>
                <c:pt idx="2492">
                  <c:v>1.5</c:v>
                </c:pt>
                <c:pt idx="2493">
                  <c:v>1.5</c:v>
                </c:pt>
                <c:pt idx="2494">
                  <c:v>1.5</c:v>
                </c:pt>
                <c:pt idx="2495">
                  <c:v>1.5</c:v>
                </c:pt>
                <c:pt idx="2496">
                  <c:v>1.5</c:v>
                </c:pt>
                <c:pt idx="2497">
                  <c:v>1.5</c:v>
                </c:pt>
                <c:pt idx="2498">
                  <c:v>1.5</c:v>
                </c:pt>
                <c:pt idx="2499">
                  <c:v>1.5</c:v>
                </c:pt>
                <c:pt idx="2500">
                  <c:v>1.5</c:v>
                </c:pt>
                <c:pt idx="2501">
                  <c:v>1.5</c:v>
                </c:pt>
                <c:pt idx="2502">
                  <c:v>1.5</c:v>
                </c:pt>
                <c:pt idx="2503">
                  <c:v>1.5</c:v>
                </c:pt>
                <c:pt idx="2504">
                  <c:v>1.5</c:v>
                </c:pt>
                <c:pt idx="2505">
                  <c:v>1.5</c:v>
                </c:pt>
                <c:pt idx="2506">
                  <c:v>1.5</c:v>
                </c:pt>
                <c:pt idx="2507">
                  <c:v>1.5</c:v>
                </c:pt>
                <c:pt idx="2508">
                  <c:v>1.5</c:v>
                </c:pt>
                <c:pt idx="2509">
                  <c:v>1.5</c:v>
                </c:pt>
                <c:pt idx="2510">
                  <c:v>1.5</c:v>
                </c:pt>
                <c:pt idx="2511">
                  <c:v>1.5</c:v>
                </c:pt>
                <c:pt idx="2512">
                  <c:v>1.5</c:v>
                </c:pt>
                <c:pt idx="2513">
                  <c:v>1.5</c:v>
                </c:pt>
                <c:pt idx="2514">
                  <c:v>1.5</c:v>
                </c:pt>
                <c:pt idx="2515">
                  <c:v>1.5</c:v>
                </c:pt>
                <c:pt idx="2516">
                  <c:v>1.5</c:v>
                </c:pt>
                <c:pt idx="2517">
                  <c:v>1.5</c:v>
                </c:pt>
                <c:pt idx="2518">
                  <c:v>1.5</c:v>
                </c:pt>
                <c:pt idx="2519">
                  <c:v>1.5</c:v>
                </c:pt>
                <c:pt idx="2520">
                  <c:v>1.5</c:v>
                </c:pt>
                <c:pt idx="2521">
                  <c:v>1.5</c:v>
                </c:pt>
                <c:pt idx="2522">
                  <c:v>1.5</c:v>
                </c:pt>
                <c:pt idx="2523">
                  <c:v>1.5</c:v>
                </c:pt>
                <c:pt idx="2524">
                  <c:v>1.5</c:v>
                </c:pt>
                <c:pt idx="2525">
                  <c:v>1.5</c:v>
                </c:pt>
                <c:pt idx="2526">
                  <c:v>1.5</c:v>
                </c:pt>
                <c:pt idx="2527">
                  <c:v>1.5</c:v>
                </c:pt>
                <c:pt idx="2528">
                  <c:v>1.5</c:v>
                </c:pt>
                <c:pt idx="2529">
                  <c:v>1.5</c:v>
                </c:pt>
                <c:pt idx="2530">
                  <c:v>1.5</c:v>
                </c:pt>
                <c:pt idx="2531">
                  <c:v>1.5</c:v>
                </c:pt>
                <c:pt idx="2532">
                  <c:v>1.5</c:v>
                </c:pt>
                <c:pt idx="2533">
                  <c:v>1.5</c:v>
                </c:pt>
                <c:pt idx="2534">
                  <c:v>1.5</c:v>
                </c:pt>
                <c:pt idx="2535">
                  <c:v>1.5</c:v>
                </c:pt>
                <c:pt idx="2536">
                  <c:v>1.5</c:v>
                </c:pt>
                <c:pt idx="2537">
                  <c:v>1.5</c:v>
                </c:pt>
                <c:pt idx="2538">
                  <c:v>1.5</c:v>
                </c:pt>
                <c:pt idx="2539">
                  <c:v>1.5</c:v>
                </c:pt>
                <c:pt idx="2540">
                  <c:v>1.5</c:v>
                </c:pt>
                <c:pt idx="2541">
                  <c:v>1.5</c:v>
                </c:pt>
                <c:pt idx="2542">
                  <c:v>1.5</c:v>
                </c:pt>
                <c:pt idx="2543">
                  <c:v>1.5</c:v>
                </c:pt>
                <c:pt idx="2544">
                  <c:v>1.5</c:v>
                </c:pt>
                <c:pt idx="2545">
                  <c:v>1.5</c:v>
                </c:pt>
                <c:pt idx="2546">
                  <c:v>1.5</c:v>
                </c:pt>
                <c:pt idx="2547">
                  <c:v>1.5</c:v>
                </c:pt>
                <c:pt idx="2548">
                  <c:v>1.5</c:v>
                </c:pt>
                <c:pt idx="2549">
                  <c:v>1.5</c:v>
                </c:pt>
                <c:pt idx="2550">
                  <c:v>1.5</c:v>
                </c:pt>
                <c:pt idx="2551">
                  <c:v>1.5</c:v>
                </c:pt>
                <c:pt idx="2552">
                  <c:v>1.5</c:v>
                </c:pt>
                <c:pt idx="2553">
                  <c:v>1.5</c:v>
                </c:pt>
                <c:pt idx="2554">
                  <c:v>1.5</c:v>
                </c:pt>
                <c:pt idx="2555">
                  <c:v>1.5</c:v>
                </c:pt>
                <c:pt idx="2556">
                  <c:v>1.5</c:v>
                </c:pt>
                <c:pt idx="2557">
                  <c:v>1.5</c:v>
                </c:pt>
                <c:pt idx="2558">
                  <c:v>1.5</c:v>
                </c:pt>
                <c:pt idx="2559">
                  <c:v>1.5</c:v>
                </c:pt>
                <c:pt idx="2560">
                  <c:v>1.5</c:v>
                </c:pt>
                <c:pt idx="2561">
                  <c:v>1.5</c:v>
                </c:pt>
                <c:pt idx="2562">
                  <c:v>1.5</c:v>
                </c:pt>
                <c:pt idx="2563">
                  <c:v>1.5</c:v>
                </c:pt>
                <c:pt idx="2564">
                  <c:v>1.5</c:v>
                </c:pt>
                <c:pt idx="2565">
                  <c:v>1.5</c:v>
                </c:pt>
                <c:pt idx="2566">
                  <c:v>1.5</c:v>
                </c:pt>
                <c:pt idx="2567">
                  <c:v>1.5</c:v>
                </c:pt>
                <c:pt idx="2568">
                  <c:v>1.5</c:v>
                </c:pt>
                <c:pt idx="2569">
                  <c:v>1.5</c:v>
                </c:pt>
                <c:pt idx="2570">
                  <c:v>1.5</c:v>
                </c:pt>
                <c:pt idx="2571">
                  <c:v>1.5</c:v>
                </c:pt>
                <c:pt idx="2572">
                  <c:v>1.5</c:v>
                </c:pt>
                <c:pt idx="2573">
                  <c:v>1.5</c:v>
                </c:pt>
                <c:pt idx="2574">
                  <c:v>1.5</c:v>
                </c:pt>
                <c:pt idx="2575">
                  <c:v>1.5</c:v>
                </c:pt>
                <c:pt idx="2576">
                  <c:v>1.5</c:v>
                </c:pt>
                <c:pt idx="2577">
                  <c:v>1.5</c:v>
                </c:pt>
                <c:pt idx="2578">
                  <c:v>1.5</c:v>
                </c:pt>
                <c:pt idx="2579">
                  <c:v>1.5</c:v>
                </c:pt>
                <c:pt idx="2580">
                  <c:v>1.5</c:v>
                </c:pt>
                <c:pt idx="2581">
                  <c:v>1.5</c:v>
                </c:pt>
                <c:pt idx="2582">
                  <c:v>1.5</c:v>
                </c:pt>
                <c:pt idx="2583">
                  <c:v>1.5</c:v>
                </c:pt>
                <c:pt idx="2584">
                  <c:v>1.5</c:v>
                </c:pt>
                <c:pt idx="2585">
                  <c:v>1.5</c:v>
                </c:pt>
                <c:pt idx="2586">
                  <c:v>1.5</c:v>
                </c:pt>
                <c:pt idx="2587">
                  <c:v>1.5</c:v>
                </c:pt>
                <c:pt idx="2588">
                  <c:v>1.5</c:v>
                </c:pt>
                <c:pt idx="2589">
                  <c:v>1.5</c:v>
                </c:pt>
                <c:pt idx="2590">
                  <c:v>1.5</c:v>
                </c:pt>
                <c:pt idx="2591">
                  <c:v>1.5</c:v>
                </c:pt>
                <c:pt idx="2592">
                  <c:v>1.5</c:v>
                </c:pt>
                <c:pt idx="2593">
                  <c:v>1.5</c:v>
                </c:pt>
                <c:pt idx="2594">
                  <c:v>1.5</c:v>
                </c:pt>
                <c:pt idx="2595">
                  <c:v>1.5</c:v>
                </c:pt>
                <c:pt idx="2596">
                  <c:v>1.5</c:v>
                </c:pt>
                <c:pt idx="2597">
                  <c:v>1.5</c:v>
                </c:pt>
                <c:pt idx="2598">
                  <c:v>1.5</c:v>
                </c:pt>
                <c:pt idx="2599">
                  <c:v>1.5</c:v>
                </c:pt>
                <c:pt idx="2600">
                  <c:v>1.5</c:v>
                </c:pt>
                <c:pt idx="2601">
                  <c:v>1.5</c:v>
                </c:pt>
                <c:pt idx="2602">
                  <c:v>1.5</c:v>
                </c:pt>
                <c:pt idx="2603">
                  <c:v>1.5</c:v>
                </c:pt>
                <c:pt idx="2604">
                  <c:v>1.5</c:v>
                </c:pt>
                <c:pt idx="2605">
                  <c:v>1.5</c:v>
                </c:pt>
                <c:pt idx="2606">
                  <c:v>1.5</c:v>
                </c:pt>
                <c:pt idx="2607">
                  <c:v>1.5</c:v>
                </c:pt>
                <c:pt idx="2608">
                  <c:v>1.5</c:v>
                </c:pt>
                <c:pt idx="2609">
                  <c:v>1.5</c:v>
                </c:pt>
                <c:pt idx="2610">
                  <c:v>1.5</c:v>
                </c:pt>
                <c:pt idx="2611">
                  <c:v>1.5</c:v>
                </c:pt>
                <c:pt idx="2612">
                  <c:v>1.5</c:v>
                </c:pt>
                <c:pt idx="2613">
                  <c:v>1.5</c:v>
                </c:pt>
                <c:pt idx="2614">
                  <c:v>1.5</c:v>
                </c:pt>
                <c:pt idx="2615">
                  <c:v>1.5</c:v>
                </c:pt>
                <c:pt idx="2616">
                  <c:v>1.5</c:v>
                </c:pt>
                <c:pt idx="2617">
                  <c:v>1.5</c:v>
                </c:pt>
                <c:pt idx="2618">
                  <c:v>1.5</c:v>
                </c:pt>
                <c:pt idx="2619">
                  <c:v>1.5</c:v>
                </c:pt>
                <c:pt idx="2620">
                  <c:v>1.5</c:v>
                </c:pt>
                <c:pt idx="2621">
                  <c:v>1.5</c:v>
                </c:pt>
                <c:pt idx="2622">
                  <c:v>1.5</c:v>
                </c:pt>
                <c:pt idx="2623">
                  <c:v>1.5</c:v>
                </c:pt>
                <c:pt idx="2624">
                  <c:v>1.5</c:v>
                </c:pt>
                <c:pt idx="2625">
                  <c:v>1.5</c:v>
                </c:pt>
                <c:pt idx="2626">
                  <c:v>1.5</c:v>
                </c:pt>
                <c:pt idx="2627">
                  <c:v>1.5</c:v>
                </c:pt>
                <c:pt idx="2628">
                  <c:v>1.5</c:v>
                </c:pt>
                <c:pt idx="2629">
                  <c:v>1.5</c:v>
                </c:pt>
                <c:pt idx="2630">
                  <c:v>1.5</c:v>
                </c:pt>
                <c:pt idx="2631">
                  <c:v>1.5</c:v>
                </c:pt>
                <c:pt idx="2632">
                  <c:v>1.5</c:v>
                </c:pt>
                <c:pt idx="2633">
                  <c:v>1.5</c:v>
                </c:pt>
                <c:pt idx="2634">
                  <c:v>1.5</c:v>
                </c:pt>
                <c:pt idx="2635">
                  <c:v>1.5</c:v>
                </c:pt>
                <c:pt idx="2636">
                  <c:v>1.5</c:v>
                </c:pt>
                <c:pt idx="2637">
                  <c:v>1.5</c:v>
                </c:pt>
                <c:pt idx="2638">
                  <c:v>1.5</c:v>
                </c:pt>
                <c:pt idx="2639">
                  <c:v>1.5</c:v>
                </c:pt>
                <c:pt idx="2640">
                  <c:v>1.5</c:v>
                </c:pt>
                <c:pt idx="2641">
                  <c:v>1.5</c:v>
                </c:pt>
                <c:pt idx="2642">
                  <c:v>1.5</c:v>
                </c:pt>
                <c:pt idx="2643">
                  <c:v>1.5</c:v>
                </c:pt>
                <c:pt idx="2644">
                  <c:v>1.5</c:v>
                </c:pt>
                <c:pt idx="2645">
                  <c:v>1.5</c:v>
                </c:pt>
                <c:pt idx="2646">
                  <c:v>1.5</c:v>
                </c:pt>
                <c:pt idx="2647">
                  <c:v>1.5</c:v>
                </c:pt>
                <c:pt idx="2648">
                  <c:v>1.5</c:v>
                </c:pt>
                <c:pt idx="2649">
                  <c:v>1.5</c:v>
                </c:pt>
                <c:pt idx="2650">
                  <c:v>1.5</c:v>
                </c:pt>
                <c:pt idx="2651">
                  <c:v>1.5</c:v>
                </c:pt>
                <c:pt idx="2652">
                  <c:v>1.5</c:v>
                </c:pt>
                <c:pt idx="2653">
                  <c:v>1.5</c:v>
                </c:pt>
                <c:pt idx="2654">
                  <c:v>1.5</c:v>
                </c:pt>
                <c:pt idx="2655">
                  <c:v>1.5</c:v>
                </c:pt>
                <c:pt idx="2656">
                  <c:v>1.5</c:v>
                </c:pt>
                <c:pt idx="2657">
                  <c:v>1.5</c:v>
                </c:pt>
                <c:pt idx="2658">
                  <c:v>1.5</c:v>
                </c:pt>
                <c:pt idx="2659">
                  <c:v>1.5</c:v>
                </c:pt>
                <c:pt idx="2660">
                  <c:v>1.5</c:v>
                </c:pt>
                <c:pt idx="2661">
                  <c:v>1.5</c:v>
                </c:pt>
                <c:pt idx="2662">
                  <c:v>1.5</c:v>
                </c:pt>
                <c:pt idx="2663">
                  <c:v>1.5</c:v>
                </c:pt>
                <c:pt idx="2664">
                  <c:v>1.5</c:v>
                </c:pt>
                <c:pt idx="2665">
                  <c:v>1.5</c:v>
                </c:pt>
                <c:pt idx="2666">
                  <c:v>1.5</c:v>
                </c:pt>
                <c:pt idx="2667">
                  <c:v>1.5</c:v>
                </c:pt>
                <c:pt idx="2668">
                  <c:v>1.5</c:v>
                </c:pt>
                <c:pt idx="2669">
                  <c:v>1.5</c:v>
                </c:pt>
                <c:pt idx="2670">
                  <c:v>1.5</c:v>
                </c:pt>
                <c:pt idx="2671">
                  <c:v>1.5</c:v>
                </c:pt>
                <c:pt idx="2672">
                  <c:v>1.5</c:v>
                </c:pt>
                <c:pt idx="2673">
                  <c:v>1.5</c:v>
                </c:pt>
                <c:pt idx="2674">
                  <c:v>1.5</c:v>
                </c:pt>
                <c:pt idx="2675">
                  <c:v>1.5</c:v>
                </c:pt>
                <c:pt idx="2676">
                  <c:v>1.5</c:v>
                </c:pt>
                <c:pt idx="2677">
                  <c:v>1.5</c:v>
                </c:pt>
                <c:pt idx="2678">
                  <c:v>1.5</c:v>
                </c:pt>
                <c:pt idx="2679">
                  <c:v>1.5</c:v>
                </c:pt>
                <c:pt idx="2680">
                  <c:v>1.5</c:v>
                </c:pt>
                <c:pt idx="2681">
                  <c:v>1.5</c:v>
                </c:pt>
                <c:pt idx="2682">
                  <c:v>1.5</c:v>
                </c:pt>
                <c:pt idx="2683">
                  <c:v>1.5</c:v>
                </c:pt>
                <c:pt idx="2684">
                  <c:v>1.5</c:v>
                </c:pt>
                <c:pt idx="2685">
                  <c:v>1.5</c:v>
                </c:pt>
                <c:pt idx="2686">
                  <c:v>1.5</c:v>
                </c:pt>
                <c:pt idx="2687">
                  <c:v>1.5</c:v>
                </c:pt>
                <c:pt idx="2688">
                  <c:v>1.5</c:v>
                </c:pt>
                <c:pt idx="2689">
                  <c:v>1.5</c:v>
                </c:pt>
                <c:pt idx="2690">
                  <c:v>1.5</c:v>
                </c:pt>
                <c:pt idx="2691">
                  <c:v>1.5</c:v>
                </c:pt>
                <c:pt idx="2692">
                  <c:v>1.5</c:v>
                </c:pt>
                <c:pt idx="2693">
                  <c:v>1.5</c:v>
                </c:pt>
                <c:pt idx="2694">
                  <c:v>1.5</c:v>
                </c:pt>
                <c:pt idx="2695">
                  <c:v>1.5</c:v>
                </c:pt>
                <c:pt idx="2696">
                  <c:v>1.5</c:v>
                </c:pt>
                <c:pt idx="2697">
                  <c:v>1.5</c:v>
                </c:pt>
                <c:pt idx="2698">
                  <c:v>1.5</c:v>
                </c:pt>
                <c:pt idx="2699">
                  <c:v>1.5</c:v>
                </c:pt>
                <c:pt idx="2700">
                  <c:v>1.5</c:v>
                </c:pt>
                <c:pt idx="2701">
                  <c:v>1.5</c:v>
                </c:pt>
                <c:pt idx="2702">
                  <c:v>1.5</c:v>
                </c:pt>
                <c:pt idx="2703">
                  <c:v>1.5</c:v>
                </c:pt>
                <c:pt idx="2704">
                  <c:v>1.5</c:v>
                </c:pt>
                <c:pt idx="2705">
                  <c:v>1.5</c:v>
                </c:pt>
                <c:pt idx="2706">
                  <c:v>1.5</c:v>
                </c:pt>
                <c:pt idx="2707">
                  <c:v>1.5</c:v>
                </c:pt>
                <c:pt idx="2708">
                  <c:v>1.5</c:v>
                </c:pt>
                <c:pt idx="2709">
                  <c:v>1.5</c:v>
                </c:pt>
                <c:pt idx="2710">
                  <c:v>1.5</c:v>
                </c:pt>
                <c:pt idx="2711">
                  <c:v>1.5</c:v>
                </c:pt>
                <c:pt idx="2712">
                  <c:v>1.5</c:v>
                </c:pt>
                <c:pt idx="2713">
                  <c:v>1.5</c:v>
                </c:pt>
                <c:pt idx="2714">
                  <c:v>1.5</c:v>
                </c:pt>
                <c:pt idx="2715">
                  <c:v>1.5</c:v>
                </c:pt>
                <c:pt idx="2716">
                  <c:v>1.5</c:v>
                </c:pt>
                <c:pt idx="2717">
                  <c:v>1.5</c:v>
                </c:pt>
                <c:pt idx="2718">
                  <c:v>1.5</c:v>
                </c:pt>
                <c:pt idx="2719">
                  <c:v>1.5</c:v>
                </c:pt>
                <c:pt idx="2720">
                  <c:v>1.5</c:v>
                </c:pt>
                <c:pt idx="2721">
                  <c:v>1.5</c:v>
                </c:pt>
                <c:pt idx="2722">
                  <c:v>1.5</c:v>
                </c:pt>
                <c:pt idx="2723">
                  <c:v>1.5</c:v>
                </c:pt>
                <c:pt idx="2724">
                  <c:v>1.5</c:v>
                </c:pt>
                <c:pt idx="2725">
                  <c:v>1.5</c:v>
                </c:pt>
                <c:pt idx="2726">
                  <c:v>1.5</c:v>
                </c:pt>
                <c:pt idx="2727">
                  <c:v>1.5</c:v>
                </c:pt>
                <c:pt idx="2728">
                  <c:v>1.5</c:v>
                </c:pt>
                <c:pt idx="2729">
                  <c:v>1.5</c:v>
                </c:pt>
                <c:pt idx="2730">
                  <c:v>1.5</c:v>
                </c:pt>
                <c:pt idx="2731">
                  <c:v>1.5</c:v>
                </c:pt>
                <c:pt idx="2732">
                  <c:v>1.5</c:v>
                </c:pt>
                <c:pt idx="2733">
                  <c:v>1.5</c:v>
                </c:pt>
                <c:pt idx="2734">
                  <c:v>1.5</c:v>
                </c:pt>
                <c:pt idx="2735">
                  <c:v>1.5</c:v>
                </c:pt>
                <c:pt idx="2736">
                  <c:v>1.5</c:v>
                </c:pt>
                <c:pt idx="2737">
                  <c:v>1.5</c:v>
                </c:pt>
                <c:pt idx="2738">
                  <c:v>1.5</c:v>
                </c:pt>
                <c:pt idx="2739">
                  <c:v>1.5</c:v>
                </c:pt>
                <c:pt idx="2740">
                  <c:v>1.5</c:v>
                </c:pt>
                <c:pt idx="2741">
                  <c:v>1.5</c:v>
                </c:pt>
                <c:pt idx="2742">
                  <c:v>1.5</c:v>
                </c:pt>
                <c:pt idx="2743">
                  <c:v>1.5</c:v>
                </c:pt>
                <c:pt idx="2744">
                  <c:v>1.5</c:v>
                </c:pt>
                <c:pt idx="2745">
                  <c:v>1.5</c:v>
                </c:pt>
                <c:pt idx="2746">
                  <c:v>1.5</c:v>
                </c:pt>
                <c:pt idx="2747">
                  <c:v>1.5</c:v>
                </c:pt>
                <c:pt idx="2748">
                  <c:v>1.5</c:v>
                </c:pt>
                <c:pt idx="2749">
                  <c:v>1.5</c:v>
                </c:pt>
                <c:pt idx="2750">
                  <c:v>1.5</c:v>
                </c:pt>
                <c:pt idx="2751">
                  <c:v>1.5</c:v>
                </c:pt>
                <c:pt idx="2752">
                  <c:v>1.5</c:v>
                </c:pt>
                <c:pt idx="2753">
                  <c:v>1.5</c:v>
                </c:pt>
                <c:pt idx="2754">
                  <c:v>1.5</c:v>
                </c:pt>
                <c:pt idx="2755">
                  <c:v>1.5</c:v>
                </c:pt>
                <c:pt idx="2756">
                  <c:v>1.5</c:v>
                </c:pt>
                <c:pt idx="2757">
                  <c:v>1.5</c:v>
                </c:pt>
                <c:pt idx="2758">
                  <c:v>1.5</c:v>
                </c:pt>
                <c:pt idx="2759">
                  <c:v>1.5</c:v>
                </c:pt>
                <c:pt idx="2760">
                  <c:v>1.5</c:v>
                </c:pt>
                <c:pt idx="2761">
                  <c:v>1.5</c:v>
                </c:pt>
                <c:pt idx="2762">
                  <c:v>1.5</c:v>
                </c:pt>
                <c:pt idx="2763">
                  <c:v>1.5</c:v>
                </c:pt>
                <c:pt idx="2764">
                  <c:v>1.5</c:v>
                </c:pt>
                <c:pt idx="2765">
                  <c:v>1.5</c:v>
                </c:pt>
                <c:pt idx="2766">
                  <c:v>1.5</c:v>
                </c:pt>
                <c:pt idx="2767">
                  <c:v>1.5</c:v>
                </c:pt>
                <c:pt idx="2768">
                  <c:v>1.5</c:v>
                </c:pt>
                <c:pt idx="2769">
                  <c:v>1.5</c:v>
                </c:pt>
                <c:pt idx="2770">
                  <c:v>1.5</c:v>
                </c:pt>
                <c:pt idx="2771">
                  <c:v>1.5</c:v>
                </c:pt>
                <c:pt idx="2772">
                  <c:v>1.5</c:v>
                </c:pt>
                <c:pt idx="2773">
                  <c:v>1.5</c:v>
                </c:pt>
                <c:pt idx="2774">
                  <c:v>1.5</c:v>
                </c:pt>
                <c:pt idx="2775">
                  <c:v>1.5</c:v>
                </c:pt>
                <c:pt idx="2776">
                  <c:v>1.5</c:v>
                </c:pt>
                <c:pt idx="2777">
                  <c:v>1.5</c:v>
                </c:pt>
                <c:pt idx="2778">
                  <c:v>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A3-489D-B4A1-32170AE75F7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Sinais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5"/>
            <c:spPr>
              <a:solidFill>
                <a:srgbClr val="F9C113"/>
              </a:solidFill>
              <a:ln w="9525">
                <a:solidFill>
                  <a:srgbClr val="F9C113"/>
                </a:solidFill>
              </a:ln>
            </c:spPr>
          </c:marker>
          <c:cat>
            <c:numRef>
              <c:f>Sheet1!$A$2:$A$2768</c:f>
              <c:numCache>
                <c:formatCode>m/d/yyyy</c:formatCode>
                <c:ptCount val="2779"/>
                <c:pt idx="0">
                  <c:v>42174</c:v>
                </c:pt>
                <c:pt idx="1">
                  <c:v>42177</c:v>
                </c:pt>
                <c:pt idx="2">
                  <c:v>42178</c:v>
                </c:pt>
                <c:pt idx="3">
                  <c:v>42179</c:v>
                </c:pt>
                <c:pt idx="4">
                  <c:v>42180</c:v>
                </c:pt>
                <c:pt idx="5">
                  <c:v>42181</c:v>
                </c:pt>
                <c:pt idx="6">
                  <c:v>42184</c:v>
                </c:pt>
                <c:pt idx="7">
                  <c:v>42185</c:v>
                </c:pt>
                <c:pt idx="8">
                  <c:v>42186</c:v>
                </c:pt>
                <c:pt idx="9">
                  <c:v>42187</c:v>
                </c:pt>
                <c:pt idx="10">
                  <c:v>42188</c:v>
                </c:pt>
                <c:pt idx="11">
                  <c:v>42191</c:v>
                </c:pt>
                <c:pt idx="12">
                  <c:v>42192</c:v>
                </c:pt>
                <c:pt idx="13">
                  <c:v>42193</c:v>
                </c:pt>
                <c:pt idx="14">
                  <c:v>42195</c:v>
                </c:pt>
                <c:pt idx="15">
                  <c:v>42198</c:v>
                </c:pt>
                <c:pt idx="16">
                  <c:v>42199</c:v>
                </c:pt>
                <c:pt idx="17">
                  <c:v>42200</c:v>
                </c:pt>
                <c:pt idx="18">
                  <c:v>42201</c:v>
                </c:pt>
                <c:pt idx="19">
                  <c:v>42202</c:v>
                </c:pt>
                <c:pt idx="20">
                  <c:v>42205</c:v>
                </c:pt>
                <c:pt idx="21">
                  <c:v>42206</c:v>
                </c:pt>
                <c:pt idx="22">
                  <c:v>42207</c:v>
                </c:pt>
                <c:pt idx="23">
                  <c:v>42208</c:v>
                </c:pt>
                <c:pt idx="24">
                  <c:v>42209</c:v>
                </c:pt>
                <c:pt idx="25">
                  <c:v>42212</c:v>
                </c:pt>
                <c:pt idx="26">
                  <c:v>42213</c:v>
                </c:pt>
                <c:pt idx="27">
                  <c:v>42214</c:v>
                </c:pt>
                <c:pt idx="28">
                  <c:v>42215</c:v>
                </c:pt>
                <c:pt idx="29">
                  <c:v>42216</c:v>
                </c:pt>
                <c:pt idx="30">
                  <c:v>42219</c:v>
                </c:pt>
                <c:pt idx="31">
                  <c:v>42220</c:v>
                </c:pt>
                <c:pt idx="32">
                  <c:v>42221</c:v>
                </c:pt>
                <c:pt idx="33">
                  <c:v>42222</c:v>
                </c:pt>
                <c:pt idx="34">
                  <c:v>42223</c:v>
                </c:pt>
                <c:pt idx="35">
                  <c:v>42226</c:v>
                </c:pt>
                <c:pt idx="36">
                  <c:v>42227</c:v>
                </c:pt>
                <c:pt idx="37">
                  <c:v>42228</c:v>
                </c:pt>
                <c:pt idx="38">
                  <c:v>42229</c:v>
                </c:pt>
                <c:pt idx="39">
                  <c:v>42230</c:v>
                </c:pt>
                <c:pt idx="40">
                  <c:v>42233</c:v>
                </c:pt>
                <c:pt idx="41">
                  <c:v>42234</c:v>
                </c:pt>
                <c:pt idx="42">
                  <c:v>42235</c:v>
                </c:pt>
                <c:pt idx="43">
                  <c:v>42236</c:v>
                </c:pt>
                <c:pt idx="44">
                  <c:v>42237</c:v>
                </c:pt>
                <c:pt idx="45">
                  <c:v>42240</c:v>
                </c:pt>
                <c:pt idx="46">
                  <c:v>42241</c:v>
                </c:pt>
                <c:pt idx="47">
                  <c:v>42242</c:v>
                </c:pt>
                <c:pt idx="48">
                  <c:v>42243</c:v>
                </c:pt>
                <c:pt idx="49">
                  <c:v>42244</c:v>
                </c:pt>
                <c:pt idx="50">
                  <c:v>42247</c:v>
                </c:pt>
                <c:pt idx="51">
                  <c:v>42248</c:v>
                </c:pt>
                <c:pt idx="52">
                  <c:v>42249</c:v>
                </c:pt>
                <c:pt idx="53">
                  <c:v>42250</c:v>
                </c:pt>
                <c:pt idx="54">
                  <c:v>42251</c:v>
                </c:pt>
                <c:pt idx="55">
                  <c:v>42255</c:v>
                </c:pt>
                <c:pt idx="56">
                  <c:v>42256</c:v>
                </c:pt>
                <c:pt idx="57">
                  <c:v>42257</c:v>
                </c:pt>
                <c:pt idx="58">
                  <c:v>42258</c:v>
                </c:pt>
                <c:pt idx="59">
                  <c:v>42261</c:v>
                </c:pt>
                <c:pt idx="60">
                  <c:v>42262</c:v>
                </c:pt>
                <c:pt idx="61">
                  <c:v>42263</c:v>
                </c:pt>
                <c:pt idx="62">
                  <c:v>42264</c:v>
                </c:pt>
                <c:pt idx="63">
                  <c:v>42265</c:v>
                </c:pt>
                <c:pt idx="64">
                  <c:v>42268</c:v>
                </c:pt>
                <c:pt idx="65">
                  <c:v>42269</c:v>
                </c:pt>
                <c:pt idx="66">
                  <c:v>42270</c:v>
                </c:pt>
                <c:pt idx="67">
                  <c:v>42271</c:v>
                </c:pt>
                <c:pt idx="68">
                  <c:v>42272</c:v>
                </c:pt>
                <c:pt idx="69">
                  <c:v>42275</c:v>
                </c:pt>
                <c:pt idx="70">
                  <c:v>42276</c:v>
                </c:pt>
                <c:pt idx="71">
                  <c:v>42277</c:v>
                </c:pt>
                <c:pt idx="72">
                  <c:v>42278</c:v>
                </c:pt>
                <c:pt idx="73">
                  <c:v>42279</c:v>
                </c:pt>
                <c:pt idx="74">
                  <c:v>42282</c:v>
                </c:pt>
                <c:pt idx="75">
                  <c:v>42283</c:v>
                </c:pt>
                <c:pt idx="76">
                  <c:v>42284</c:v>
                </c:pt>
                <c:pt idx="77">
                  <c:v>42285</c:v>
                </c:pt>
                <c:pt idx="78">
                  <c:v>42286</c:v>
                </c:pt>
                <c:pt idx="79">
                  <c:v>42290</c:v>
                </c:pt>
                <c:pt idx="80">
                  <c:v>42291</c:v>
                </c:pt>
                <c:pt idx="81">
                  <c:v>42292</c:v>
                </c:pt>
                <c:pt idx="82">
                  <c:v>42293</c:v>
                </c:pt>
                <c:pt idx="83">
                  <c:v>42296</c:v>
                </c:pt>
                <c:pt idx="84">
                  <c:v>42297</c:v>
                </c:pt>
                <c:pt idx="85">
                  <c:v>42298</c:v>
                </c:pt>
                <c:pt idx="86">
                  <c:v>42299</c:v>
                </c:pt>
                <c:pt idx="87">
                  <c:v>42300</c:v>
                </c:pt>
                <c:pt idx="88">
                  <c:v>42303</c:v>
                </c:pt>
                <c:pt idx="89">
                  <c:v>42304</c:v>
                </c:pt>
                <c:pt idx="90">
                  <c:v>42305</c:v>
                </c:pt>
                <c:pt idx="91">
                  <c:v>42306</c:v>
                </c:pt>
                <c:pt idx="92">
                  <c:v>42307</c:v>
                </c:pt>
                <c:pt idx="93">
                  <c:v>42311</c:v>
                </c:pt>
                <c:pt idx="94">
                  <c:v>42312</c:v>
                </c:pt>
                <c:pt idx="95">
                  <c:v>42313</c:v>
                </c:pt>
                <c:pt idx="96">
                  <c:v>42314</c:v>
                </c:pt>
                <c:pt idx="97">
                  <c:v>42317</c:v>
                </c:pt>
                <c:pt idx="98">
                  <c:v>42318</c:v>
                </c:pt>
                <c:pt idx="99">
                  <c:v>42319</c:v>
                </c:pt>
                <c:pt idx="100">
                  <c:v>42320</c:v>
                </c:pt>
                <c:pt idx="101">
                  <c:v>42321</c:v>
                </c:pt>
                <c:pt idx="102">
                  <c:v>42324</c:v>
                </c:pt>
                <c:pt idx="103">
                  <c:v>42325</c:v>
                </c:pt>
                <c:pt idx="104">
                  <c:v>42326</c:v>
                </c:pt>
                <c:pt idx="105">
                  <c:v>42327</c:v>
                </c:pt>
                <c:pt idx="106">
                  <c:v>42331</c:v>
                </c:pt>
                <c:pt idx="107">
                  <c:v>42332</c:v>
                </c:pt>
                <c:pt idx="108">
                  <c:v>42333</c:v>
                </c:pt>
                <c:pt idx="109">
                  <c:v>42334</c:v>
                </c:pt>
                <c:pt idx="110">
                  <c:v>42335</c:v>
                </c:pt>
                <c:pt idx="111">
                  <c:v>42338</c:v>
                </c:pt>
                <c:pt idx="112">
                  <c:v>42339</c:v>
                </c:pt>
                <c:pt idx="113">
                  <c:v>42340</c:v>
                </c:pt>
                <c:pt idx="114">
                  <c:v>42341</c:v>
                </c:pt>
                <c:pt idx="115">
                  <c:v>42342</c:v>
                </c:pt>
                <c:pt idx="116">
                  <c:v>42345</c:v>
                </c:pt>
                <c:pt idx="117">
                  <c:v>42346</c:v>
                </c:pt>
                <c:pt idx="118">
                  <c:v>42347</c:v>
                </c:pt>
                <c:pt idx="119">
                  <c:v>42348</c:v>
                </c:pt>
                <c:pt idx="120">
                  <c:v>42349</c:v>
                </c:pt>
                <c:pt idx="121">
                  <c:v>42352</c:v>
                </c:pt>
                <c:pt idx="122">
                  <c:v>42353</c:v>
                </c:pt>
                <c:pt idx="123">
                  <c:v>42354</c:v>
                </c:pt>
                <c:pt idx="124">
                  <c:v>42355</c:v>
                </c:pt>
                <c:pt idx="125">
                  <c:v>42356</c:v>
                </c:pt>
                <c:pt idx="126">
                  <c:v>42359</c:v>
                </c:pt>
                <c:pt idx="127">
                  <c:v>42360</c:v>
                </c:pt>
                <c:pt idx="128">
                  <c:v>42361</c:v>
                </c:pt>
                <c:pt idx="129">
                  <c:v>42366</c:v>
                </c:pt>
                <c:pt idx="130">
                  <c:v>42367</c:v>
                </c:pt>
                <c:pt idx="131">
                  <c:v>42368</c:v>
                </c:pt>
                <c:pt idx="132">
                  <c:v>42373</c:v>
                </c:pt>
                <c:pt idx="133">
                  <c:v>42374</c:v>
                </c:pt>
                <c:pt idx="134">
                  <c:v>42375</c:v>
                </c:pt>
                <c:pt idx="135">
                  <c:v>42376</c:v>
                </c:pt>
                <c:pt idx="136">
                  <c:v>42377</c:v>
                </c:pt>
                <c:pt idx="137">
                  <c:v>42380</c:v>
                </c:pt>
                <c:pt idx="138">
                  <c:v>42381</c:v>
                </c:pt>
                <c:pt idx="139">
                  <c:v>42382</c:v>
                </c:pt>
                <c:pt idx="140">
                  <c:v>42383</c:v>
                </c:pt>
                <c:pt idx="141">
                  <c:v>42384</c:v>
                </c:pt>
                <c:pt idx="142">
                  <c:v>42387</c:v>
                </c:pt>
                <c:pt idx="143">
                  <c:v>42388</c:v>
                </c:pt>
                <c:pt idx="144">
                  <c:v>42389</c:v>
                </c:pt>
                <c:pt idx="145">
                  <c:v>42390</c:v>
                </c:pt>
                <c:pt idx="146">
                  <c:v>42391</c:v>
                </c:pt>
                <c:pt idx="147">
                  <c:v>42395</c:v>
                </c:pt>
                <c:pt idx="148">
                  <c:v>42396</c:v>
                </c:pt>
                <c:pt idx="149">
                  <c:v>42397</c:v>
                </c:pt>
                <c:pt idx="150">
                  <c:v>42398</c:v>
                </c:pt>
                <c:pt idx="151">
                  <c:v>42401</c:v>
                </c:pt>
                <c:pt idx="152">
                  <c:v>42402</c:v>
                </c:pt>
                <c:pt idx="153">
                  <c:v>42403</c:v>
                </c:pt>
                <c:pt idx="154">
                  <c:v>42404</c:v>
                </c:pt>
                <c:pt idx="155">
                  <c:v>42405</c:v>
                </c:pt>
                <c:pt idx="156">
                  <c:v>42410</c:v>
                </c:pt>
                <c:pt idx="157">
                  <c:v>42411</c:v>
                </c:pt>
                <c:pt idx="158">
                  <c:v>42412</c:v>
                </c:pt>
                <c:pt idx="159">
                  <c:v>42415</c:v>
                </c:pt>
                <c:pt idx="160">
                  <c:v>42416</c:v>
                </c:pt>
                <c:pt idx="161">
                  <c:v>42417</c:v>
                </c:pt>
                <c:pt idx="162">
                  <c:v>42418</c:v>
                </c:pt>
                <c:pt idx="163">
                  <c:v>42419</c:v>
                </c:pt>
                <c:pt idx="164">
                  <c:v>42422</c:v>
                </c:pt>
                <c:pt idx="165">
                  <c:v>42423</c:v>
                </c:pt>
                <c:pt idx="166">
                  <c:v>42424</c:v>
                </c:pt>
                <c:pt idx="167">
                  <c:v>42425</c:v>
                </c:pt>
                <c:pt idx="168">
                  <c:v>42426</c:v>
                </c:pt>
                <c:pt idx="169">
                  <c:v>42429</c:v>
                </c:pt>
                <c:pt idx="170">
                  <c:v>42430</c:v>
                </c:pt>
                <c:pt idx="171">
                  <c:v>42431</c:v>
                </c:pt>
                <c:pt idx="172">
                  <c:v>42432</c:v>
                </c:pt>
                <c:pt idx="173">
                  <c:v>42433</c:v>
                </c:pt>
                <c:pt idx="174">
                  <c:v>42436</c:v>
                </c:pt>
                <c:pt idx="175">
                  <c:v>42437</c:v>
                </c:pt>
                <c:pt idx="176">
                  <c:v>42438</c:v>
                </c:pt>
                <c:pt idx="177">
                  <c:v>42439</c:v>
                </c:pt>
                <c:pt idx="178">
                  <c:v>42440</c:v>
                </c:pt>
                <c:pt idx="179">
                  <c:v>42443</c:v>
                </c:pt>
                <c:pt idx="180">
                  <c:v>42444</c:v>
                </c:pt>
                <c:pt idx="181">
                  <c:v>42445</c:v>
                </c:pt>
                <c:pt idx="182">
                  <c:v>42446</c:v>
                </c:pt>
                <c:pt idx="183">
                  <c:v>42447</c:v>
                </c:pt>
                <c:pt idx="184">
                  <c:v>42450</c:v>
                </c:pt>
                <c:pt idx="185">
                  <c:v>42451</c:v>
                </c:pt>
                <c:pt idx="186">
                  <c:v>42452</c:v>
                </c:pt>
                <c:pt idx="187">
                  <c:v>42453</c:v>
                </c:pt>
                <c:pt idx="188">
                  <c:v>42457</c:v>
                </c:pt>
                <c:pt idx="189">
                  <c:v>42458</c:v>
                </c:pt>
                <c:pt idx="190">
                  <c:v>42459</c:v>
                </c:pt>
                <c:pt idx="191">
                  <c:v>42460</c:v>
                </c:pt>
                <c:pt idx="192">
                  <c:v>42461</c:v>
                </c:pt>
                <c:pt idx="193">
                  <c:v>42464</c:v>
                </c:pt>
                <c:pt idx="194">
                  <c:v>42465</c:v>
                </c:pt>
                <c:pt idx="195">
                  <c:v>42466</c:v>
                </c:pt>
                <c:pt idx="196">
                  <c:v>42467</c:v>
                </c:pt>
                <c:pt idx="197">
                  <c:v>42468</c:v>
                </c:pt>
                <c:pt idx="198">
                  <c:v>42471</c:v>
                </c:pt>
                <c:pt idx="199">
                  <c:v>42472</c:v>
                </c:pt>
                <c:pt idx="200">
                  <c:v>42473</c:v>
                </c:pt>
                <c:pt idx="201">
                  <c:v>42474</c:v>
                </c:pt>
                <c:pt idx="202">
                  <c:v>42475</c:v>
                </c:pt>
                <c:pt idx="203">
                  <c:v>42478</c:v>
                </c:pt>
                <c:pt idx="204">
                  <c:v>42479</c:v>
                </c:pt>
                <c:pt idx="205">
                  <c:v>42480</c:v>
                </c:pt>
                <c:pt idx="206">
                  <c:v>42482</c:v>
                </c:pt>
                <c:pt idx="207">
                  <c:v>42485</c:v>
                </c:pt>
                <c:pt idx="208">
                  <c:v>42486</c:v>
                </c:pt>
                <c:pt idx="209">
                  <c:v>42487</c:v>
                </c:pt>
                <c:pt idx="210">
                  <c:v>42488</c:v>
                </c:pt>
                <c:pt idx="211">
                  <c:v>42489</c:v>
                </c:pt>
                <c:pt idx="212">
                  <c:v>42492</c:v>
                </c:pt>
                <c:pt idx="213">
                  <c:v>42493</c:v>
                </c:pt>
                <c:pt idx="214">
                  <c:v>42494</c:v>
                </c:pt>
                <c:pt idx="215">
                  <c:v>42495</c:v>
                </c:pt>
                <c:pt idx="216">
                  <c:v>42496</c:v>
                </c:pt>
                <c:pt idx="217">
                  <c:v>42499</c:v>
                </c:pt>
                <c:pt idx="218">
                  <c:v>42500</c:v>
                </c:pt>
                <c:pt idx="219">
                  <c:v>42501</c:v>
                </c:pt>
                <c:pt idx="220">
                  <c:v>42502</c:v>
                </c:pt>
                <c:pt idx="221">
                  <c:v>42503</c:v>
                </c:pt>
                <c:pt idx="222">
                  <c:v>42506</c:v>
                </c:pt>
                <c:pt idx="223">
                  <c:v>42507</c:v>
                </c:pt>
                <c:pt idx="224">
                  <c:v>42508</c:v>
                </c:pt>
                <c:pt idx="225">
                  <c:v>42509</c:v>
                </c:pt>
                <c:pt idx="226">
                  <c:v>42510</c:v>
                </c:pt>
                <c:pt idx="227">
                  <c:v>42513</c:v>
                </c:pt>
                <c:pt idx="228">
                  <c:v>42514</c:v>
                </c:pt>
                <c:pt idx="229">
                  <c:v>42515</c:v>
                </c:pt>
                <c:pt idx="230">
                  <c:v>42517</c:v>
                </c:pt>
                <c:pt idx="231">
                  <c:v>42520</c:v>
                </c:pt>
                <c:pt idx="232">
                  <c:v>42521</c:v>
                </c:pt>
                <c:pt idx="233">
                  <c:v>42522</c:v>
                </c:pt>
                <c:pt idx="234">
                  <c:v>42523</c:v>
                </c:pt>
                <c:pt idx="235">
                  <c:v>42524</c:v>
                </c:pt>
                <c:pt idx="236">
                  <c:v>42527</c:v>
                </c:pt>
                <c:pt idx="237">
                  <c:v>42528</c:v>
                </c:pt>
                <c:pt idx="238">
                  <c:v>42529</c:v>
                </c:pt>
                <c:pt idx="239">
                  <c:v>42530</c:v>
                </c:pt>
                <c:pt idx="240">
                  <c:v>42531</c:v>
                </c:pt>
                <c:pt idx="241">
                  <c:v>42534</c:v>
                </c:pt>
                <c:pt idx="242">
                  <c:v>42535</c:v>
                </c:pt>
                <c:pt idx="243">
                  <c:v>42536</c:v>
                </c:pt>
                <c:pt idx="244">
                  <c:v>42537</c:v>
                </c:pt>
                <c:pt idx="245">
                  <c:v>42538</c:v>
                </c:pt>
                <c:pt idx="246">
                  <c:v>42541</c:v>
                </c:pt>
                <c:pt idx="247">
                  <c:v>42542</c:v>
                </c:pt>
                <c:pt idx="248">
                  <c:v>42543</c:v>
                </c:pt>
                <c:pt idx="249">
                  <c:v>42544</c:v>
                </c:pt>
                <c:pt idx="250">
                  <c:v>42545</c:v>
                </c:pt>
                <c:pt idx="251">
                  <c:v>42548</c:v>
                </c:pt>
                <c:pt idx="252">
                  <c:v>42549</c:v>
                </c:pt>
                <c:pt idx="253">
                  <c:v>42550</c:v>
                </c:pt>
                <c:pt idx="254">
                  <c:v>42551</c:v>
                </c:pt>
                <c:pt idx="255">
                  <c:v>42552</c:v>
                </c:pt>
                <c:pt idx="256">
                  <c:v>42555</c:v>
                </c:pt>
                <c:pt idx="257">
                  <c:v>42556</c:v>
                </c:pt>
                <c:pt idx="258">
                  <c:v>42557</c:v>
                </c:pt>
                <c:pt idx="259">
                  <c:v>42558</c:v>
                </c:pt>
                <c:pt idx="260">
                  <c:v>42559</c:v>
                </c:pt>
                <c:pt idx="261">
                  <c:v>42562</c:v>
                </c:pt>
                <c:pt idx="262">
                  <c:v>42563</c:v>
                </c:pt>
                <c:pt idx="263">
                  <c:v>42564</c:v>
                </c:pt>
                <c:pt idx="264">
                  <c:v>42565</c:v>
                </c:pt>
                <c:pt idx="265">
                  <c:v>42566</c:v>
                </c:pt>
                <c:pt idx="266">
                  <c:v>42569</c:v>
                </c:pt>
                <c:pt idx="267">
                  <c:v>42570</c:v>
                </c:pt>
                <c:pt idx="268">
                  <c:v>42571</c:v>
                </c:pt>
                <c:pt idx="269">
                  <c:v>42572</c:v>
                </c:pt>
                <c:pt idx="270">
                  <c:v>42573</c:v>
                </c:pt>
                <c:pt idx="271">
                  <c:v>42576</c:v>
                </c:pt>
                <c:pt idx="272">
                  <c:v>42577</c:v>
                </c:pt>
                <c:pt idx="273">
                  <c:v>42578</c:v>
                </c:pt>
                <c:pt idx="274">
                  <c:v>42579</c:v>
                </c:pt>
                <c:pt idx="275">
                  <c:v>42580</c:v>
                </c:pt>
                <c:pt idx="276">
                  <c:v>42583</c:v>
                </c:pt>
                <c:pt idx="277">
                  <c:v>42584</c:v>
                </c:pt>
                <c:pt idx="278">
                  <c:v>42585</c:v>
                </c:pt>
                <c:pt idx="279">
                  <c:v>42586</c:v>
                </c:pt>
                <c:pt idx="280">
                  <c:v>42587</c:v>
                </c:pt>
                <c:pt idx="281">
                  <c:v>42590</c:v>
                </c:pt>
                <c:pt idx="282">
                  <c:v>42591</c:v>
                </c:pt>
                <c:pt idx="283">
                  <c:v>42592</c:v>
                </c:pt>
                <c:pt idx="284">
                  <c:v>42593</c:v>
                </c:pt>
                <c:pt idx="285">
                  <c:v>42594</c:v>
                </c:pt>
                <c:pt idx="286">
                  <c:v>42597</c:v>
                </c:pt>
                <c:pt idx="287">
                  <c:v>42598</c:v>
                </c:pt>
                <c:pt idx="288">
                  <c:v>42599</c:v>
                </c:pt>
                <c:pt idx="289">
                  <c:v>42600</c:v>
                </c:pt>
                <c:pt idx="290">
                  <c:v>42601</c:v>
                </c:pt>
                <c:pt idx="291">
                  <c:v>42604</c:v>
                </c:pt>
                <c:pt idx="292">
                  <c:v>42605</c:v>
                </c:pt>
                <c:pt idx="293">
                  <c:v>42606</c:v>
                </c:pt>
                <c:pt idx="294">
                  <c:v>42607</c:v>
                </c:pt>
                <c:pt idx="295">
                  <c:v>42608</c:v>
                </c:pt>
                <c:pt idx="296">
                  <c:v>42611</c:v>
                </c:pt>
                <c:pt idx="297">
                  <c:v>42612</c:v>
                </c:pt>
                <c:pt idx="298">
                  <c:v>42613</c:v>
                </c:pt>
                <c:pt idx="299">
                  <c:v>42614</c:v>
                </c:pt>
                <c:pt idx="300">
                  <c:v>42615</c:v>
                </c:pt>
                <c:pt idx="301">
                  <c:v>42618</c:v>
                </c:pt>
                <c:pt idx="302">
                  <c:v>42619</c:v>
                </c:pt>
                <c:pt idx="303">
                  <c:v>42621</c:v>
                </c:pt>
                <c:pt idx="304">
                  <c:v>42622</c:v>
                </c:pt>
                <c:pt idx="305">
                  <c:v>42625</c:v>
                </c:pt>
                <c:pt idx="306">
                  <c:v>42626</c:v>
                </c:pt>
                <c:pt idx="307">
                  <c:v>42627</c:v>
                </c:pt>
                <c:pt idx="308">
                  <c:v>42628</c:v>
                </c:pt>
                <c:pt idx="309">
                  <c:v>42629</c:v>
                </c:pt>
                <c:pt idx="310">
                  <c:v>42632</c:v>
                </c:pt>
                <c:pt idx="311">
                  <c:v>42633</c:v>
                </c:pt>
                <c:pt idx="312">
                  <c:v>42634</c:v>
                </c:pt>
                <c:pt idx="313">
                  <c:v>42635</c:v>
                </c:pt>
                <c:pt idx="314">
                  <c:v>42636</c:v>
                </c:pt>
                <c:pt idx="315">
                  <c:v>42639</c:v>
                </c:pt>
                <c:pt idx="316">
                  <c:v>42640</c:v>
                </c:pt>
                <c:pt idx="317">
                  <c:v>42641</c:v>
                </c:pt>
                <c:pt idx="318">
                  <c:v>42642</c:v>
                </c:pt>
                <c:pt idx="319">
                  <c:v>42643</c:v>
                </c:pt>
                <c:pt idx="320">
                  <c:v>42646</c:v>
                </c:pt>
                <c:pt idx="321">
                  <c:v>42647</c:v>
                </c:pt>
                <c:pt idx="322">
                  <c:v>42648</c:v>
                </c:pt>
                <c:pt idx="323">
                  <c:v>42649</c:v>
                </c:pt>
                <c:pt idx="324">
                  <c:v>42650</c:v>
                </c:pt>
                <c:pt idx="325">
                  <c:v>42653</c:v>
                </c:pt>
                <c:pt idx="326">
                  <c:v>42654</c:v>
                </c:pt>
                <c:pt idx="327">
                  <c:v>42656</c:v>
                </c:pt>
                <c:pt idx="328">
                  <c:v>42657</c:v>
                </c:pt>
                <c:pt idx="329">
                  <c:v>42660</c:v>
                </c:pt>
                <c:pt idx="330">
                  <c:v>42661</c:v>
                </c:pt>
                <c:pt idx="331">
                  <c:v>42662</c:v>
                </c:pt>
                <c:pt idx="332">
                  <c:v>42663</c:v>
                </c:pt>
                <c:pt idx="333">
                  <c:v>42664</c:v>
                </c:pt>
                <c:pt idx="334">
                  <c:v>42667</c:v>
                </c:pt>
                <c:pt idx="335">
                  <c:v>42668</c:v>
                </c:pt>
                <c:pt idx="336">
                  <c:v>42669</c:v>
                </c:pt>
                <c:pt idx="337">
                  <c:v>42670</c:v>
                </c:pt>
                <c:pt idx="338">
                  <c:v>42671</c:v>
                </c:pt>
                <c:pt idx="339">
                  <c:v>42674</c:v>
                </c:pt>
                <c:pt idx="340">
                  <c:v>42675</c:v>
                </c:pt>
                <c:pt idx="341">
                  <c:v>42677</c:v>
                </c:pt>
                <c:pt idx="342">
                  <c:v>42678</c:v>
                </c:pt>
                <c:pt idx="343">
                  <c:v>42681</c:v>
                </c:pt>
                <c:pt idx="344">
                  <c:v>42682</c:v>
                </c:pt>
                <c:pt idx="345">
                  <c:v>42683</c:v>
                </c:pt>
                <c:pt idx="346">
                  <c:v>42684</c:v>
                </c:pt>
                <c:pt idx="347">
                  <c:v>42685</c:v>
                </c:pt>
                <c:pt idx="348">
                  <c:v>42688</c:v>
                </c:pt>
                <c:pt idx="349">
                  <c:v>42690</c:v>
                </c:pt>
                <c:pt idx="350">
                  <c:v>42691</c:v>
                </c:pt>
                <c:pt idx="351">
                  <c:v>42692</c:v>
                </c:pt>
                <c:pt idx="352">
                  <c:v>42695</c:v>
                </c:pt>
                <c:pt idx="353">
                  <c:v>42696</c:v>
                </c:pt>
                <c:pt idx="354">
                  <c:v>42697</c:v>
                </c:pt>
                <c:pt idx="355">
                  <c:v>42698</c:v>
                </c:pt>
                <c:pt idx="356">
                  <c:v>42699</c:v>
                </c:pt>
                <c:pt idx="357">
                  <c:v>42702</c:v>
                </c:pt>
                <c:pt idx="358">
                  <c:v>42703</c:v>
                </c:pt>
                <c:pt idx="359">
                  <c:v>42704</c:v>
                </c:pt>
                <c:pt idx="360">
                  <c:v>42705</c:v>
                </c:pt>
                <c:pt idx="361">
                  <c:v>42706</c:v>
                </c:pt>
                <c:pt idx="362">
                  <c:v>42709</c:v>
                </c:pt>
                <c:pt idx="363">
                  <c:v>42710</c:v>
                </c:pt>
                <c:pt idx="364">
                  <c:v>42711</c:v>
                </c:pt>
                <c:pt idx="365">
                  <c:v>42712</c:v>
                </c:pt>
                <c:pt idx="366">
                  <c:v>42713</c:v>
                </c:pt>
                <c:pt idx="367">
                  <c:v>42716</c:v>
                </c:pt>
                <c:pt idx="368">
                  <c:v>42717</c:v>
                </c:pt>
                <c:pt idx="369">
                  <c:v>42718</c:v>
                </c:pt>
                <c:pt idx="370">
                  <c:v>42719</c:v>
                </c:pt>
                <c:pt idx="371">
                  <c:v>42720</c:v>
                </c:pt>
                <c:pt idx="372">
                  <c:v>42723</c:v>
                </c:pt>
                <c:pt idx="373">
                  <c:v>42724</c:v>
                </c:pt>
                <c:pt idx="374">
                  <c:v>42725</c:v>
                </c:pt>
                <c:pt idx="375">
                  <c:v>42726</c:v>
                </c:pt>
                <c:pt idx="376">
                  <c:v>42727</c:v>
                </c:pt>
                <c:pt idx="377">
                  <c:v>42730</c:v>
                </c:pt>
                <c:pt idx="378">
                  <c:v>42731</c:v>
                </c:pt>
                <c:pt idx="379">
                  <c:v>42732</c:v>
                </c:pt>
                <c:pt idx="380">
                  <c:v>42733</c:v>
                </c:pt>
                <c:pt idx="381">
                  <c:v>42737</c:v>
                </c:pt>
                <c:pt idx="382">
                  <c:v>42738</c:v>
                </c:pt>
                <c:pt idx="383">
                  <c:v>42739</c:v>
                </c:pt>
                <c:pt idx="384">
                  <c:v>42740</c:v>
                </c:pt>
                <c:pt idx="385">
                  <c:v>42741</c:v>
                </c:pt>
                <c:pt idx="386">
                  <c:v>42744</c:v>
                </c:pt>
                <c:pt idx="387">
                  <c:v>42745</c:v>
                </c:pt>
                <c:pt idx="388">
                  <c:v>42746</c:v>
                </c:pt>
                <c:pt idx="389">
                  <c:v>42747</c:v>
                </c:pt>
                <c:pt idx="390">
                  <c:v>42748</c:v>
                </c:pt>
                <c:pt idx="391">
                  <c:v>42751</c:v>
                </c:pt>
                <c:pt idx="392">
                  <c:v>42752</c:v>
                </c:pt>
                <c:pt idx="393">
                  <c:v>42753</c:v>
                </c:pt>
                <c:pt idx="394">
                  <c:v>42754</c:v>
                </c:pt>
                <c:pt idx="395">
                  <c:v>42755</c:v>
                </c:pt>
                <c:pt idx="396">
                  <c:v>42758</c:v>
                </c:pt>
                <c:pt idx="397">
                  <c:v>42759</c:v>
                </c:pt>
                <c:pt idx="398">
                  <c:v>42761</c:v>
                </c:pt>
                <c:pt idx="399">
                  <c:v>42762</c:v>
                </c:pt>
                <c:pt idx="400">
                  <c:v>42765</c:v>
                </c:pt>
                <c:pt idx="401">
                  <c:v>42766</c:v>
                </c:pt>
                <c:pt idx="402">
                  <c:v>42767</c:v>
                </c:pt>
                <c:pt idx="403">
                  <c:v>42768</c:v>
                </c:pt>
                <c:pt idx="404">
                  <c:v>42769</c:v>
                </c:pt>
                <c:pt idx="405">
                  <c:v>42772</c:v>
                </c:pt>
                <c:pt idx="406">
                  <c:v>42773</c:v>
                </c:pt>
                <c:pt idx="407">
                  <c:v>42774</c:v>
                </c:pt>
                <c:pt idx="408">
                  <c:v>42775</c:v>
                </c:pt>
                <c:pt idx="409">
                  <c:v>42776</c:v>
                </c:pt>
                <c:pt idx="410">
                  <c:v>42779</c:v>
                </c:pt>
                <c:pt idx="411">
                  <c:v>42780</c:v>
                </c:pt>
                <c:pt idx="412">
                  <c:v>42781</c:v>
                </c:pt>
                <c:pt idx="413">
                  <c:v>42782</c:v>
                </c:pt>
                <c:pt idx="414">
                  <c:v>42783</c:v>
                </c:pt>
                <c:pt idx="415">
                  <c:v>42786</c:v>
                </c:pt>
                <c:pt idx="416">
                  <c:v>42787</c:v>
                </c:pt>
                <c:pt idx="417">
                  <c:v>42788</c:v>
                </c:pt>
                <c:pt idx="418">
                  <c:v>42789</c:v>
                </c:pt>
                <c:pt idx="419">
                  <c:v>42790</c:v>
                </c:pt>
                <c:pt idx="420">
                  <c:v>42795</c:v>
                </c:pt>
                <c:pt idx="421">
                  <c:v>42796</c:v>
                </c:pt>
                <c:pt idx="422">
                  <c:v>42797</c:v>
                </c:pt>
                <c:pt idx="423">
                  <c:v>42800</c:v>
                </c:pt>
                <c:pt idx="424">
                  <c:v>42801</c:v>
                </c:pt>
                <c:pt idx="425">
                  <c:v>42802</c:v>
                </c:pt>
                <c:pt idx="426">
                  <c:v>42803</c:v>
                </c:pt>
                <c:pt idx="427">
                  <c:v>42804</c:v>
                </c:pt>
                <c:pt idx="428">
                  <c:v>42807</c:v>
                </c:pt>
                <c:pt idx="429">
                  <c:v>42808</c:v>
                </c:pt>
                <c:pt idx="430">
                  <c:v>42809</c:v>
                </c:pt>
                <c:pt idx="431">
                  <c:v>42810</c:v>
                </c:pt>
                <c:pt idx="432">
                  <c:v>42811</c:v>
                </c:pt>
                <c:pt idx="433">
                  <c:v>42814</c:v>
                </c:pt>
                <c:pt idx="434">
                  <c:v>42815</c:v>
                </c:pt>
                <c:pt idx="435">
                  <c:v>42816</c:v>
                </c:pt>
                <c:pt idx="436">
                  <c:v>42817</c:v>
                </c:pt>
                <c:pt idx="437">
                  <c:v>42818</c:v>
                </c:pt>
                <c:pt idx="438">
                  <c:v>42821</c:v>
                </c:pt>
                <c:pt idx="439">
                  <c:v>42822</c:v>
                </c:pt>
                <c:pt idx="440">
                  <c:v>42823</c:v>
                </c:pt>
                <c:pt idx="441">
                  <c:v>42824</c:v>
                </c:pt>
                <c:pt idx="442">
                  <c:v>42825</c:v>
                </c:pt>
                <c:pt idx="443">
                  <c:v>42828</c:v>
                </c:pt>
                <c:pt idx="444">
                  <c:v>42829</c:v>
                </c:pt>
                <c:pt idx="445">
                  <c:v>42830</c:v>
                </c:pt>
                <c:pt idx="446">
                  <c:v>42831</c:v>
                </c:pt>
                <c:pt idx="447">
                  <c:v>42832</c:v>
                </c:pt>
                <c:pt idx="448">
                  <c:v>42835</c:v>
                </c:pt>
                <c:pt idx="449">
                  <c:v>42836</c:v>
                </c:pt>
                <c:pt idx="450">
                  <c:v>42837</c:v>
                </c:pt>
                <c:pt idx="451">
                  <c:v>42838</c:v>
                </c:pt>
                <c:pt idx="452">
                  <c:v>42842</c:v>
                </c:pt>
                <c:pt idx="453">
                  <c:v>42843</c:v>
                </c:pt>
                <c:pt idx="454">
                  <c:v>42844</c:v>
                </c:pt>
                <c:pt idx="455">
                  <c:v>42845</c:v>
                </c:pt>
                <c:pt idx="456">
                  <c:v>42849</c:v>
                </c:pt>
                <c:pt idx="457">
                  <c:v>42850</c:v>
                </c:pt>
                <c:pt idx="458">
                  <c:v>42851</c:v>
                </c:pt>
                <c:pt idx="459">
                  <c:v>42852</c:v>
                </c:pt>
                <c:pt idx="460">
                  <c:v>42853</c:v>
                </c:pt>
                <c:pt idx="461">
                  <c:v>42857</c:v>
                </c:pt>
                <c:pt idx="462">
                  <c:v>42858</c:v>
                </c:pt>
                <c:pt idx="463">
                  <c:v>42859</c:v>
                </c:pt>
                <c:pt idx="464">
                  <c:v>42860</c:v>
                </c:pt>
                <c:pt idx="465">
                  <c:v>42863</c:v>
                </c:pt>
                <c:pt idx="466">
                  <c:v>42864</c:v>
                </c:pt>
                <c:pt idx="467">
                  <c:v>42865</c:v>
                </c:pt>
                <c:pt idx="468">
                  <c:v>42866</c:v>
                </c:pt>
                <c:pt idx="469">
                  <c:v>42867</c:v>
                </c:pt>
                <c:pt idx="470">
                  <c:v>42870</c:v>
                </c:pt>
                <c:pt idx="471">
                  <c:v>42871</c:v>
                </c:pt>
                <c:pt idx="472">
                  <c:v>42872</c:v>
                </c:pt>
                <c:pt idx="473">
                  <c:v>42873</c:v>
                </c:pt>
                <c:pt idx="474">
                  <c:v>42874</c:v>
                </c:pt>
                <c:pt idx="475">
                  <c:v>42877</c:v>
                </c:pt>
                <c:pt idx="476">
                  <c:v>42878</c:v>
                </c:pt>
                <c:pt idx="477">
                  <c:v>42879</c:v>
                </c:pt>
                <c:pt idx="478">
                  <c:v>42880</c:v>
                </c:pt>
                <c:pt idx="479">
                  <c:v>42881</c:v>
                </c:pt>
                <c:pt idx="480">
                  <c:v>42884</c:v>
                </c:pt>
                <c:pt idx="481">
                  <c:v>42885</c:v>
                </c:pt>
                <c:pt idx="482">
                  <c:v>42886</c:v>
                </c:pt>
                <c:pt idx="483">
                  <c:v>42887</c:v>
                </c:pt>
                <c:pt idx="484">
                  <c:v>42888</c:v>
                </c:pt>
                <c:pt idx="485">
                  <c:v>42891</c:v>
                </c:pt>
                <c:pt idx="486">
                  <c:v>42892</c:v>
                </c:pt>
                <c:pt idx="487">
                  <c:v>42893</c:v>
                </c:pt>
                <c:pt idx="488">
                  <c:v>42894</c:v>
                </c:pt>
                <c:pt idx="489">
                  <c:v>42895</c:v>
                </c:pt>
                <c:pt idx="490">
                  <c:v>42898</c:v>
                </c:pt>
                <c:pt idx="491">
                  <c:v>42899</c:v>
                </c:pt>
                <c:pt idx="492">
                  <c:v>42900</c:v>
                </c:pt>
                <c:pt idx="493">
                  <c:v>42902</c:v>
                </c:pt>
                <c:pt idx="494">
                  <c:v>42905</c:v>
                </c:pt>
                <c:pt idx="495">
                  <c:v>42906</c:v>
                </c:pt>
                <c:pt idx="496">
                  <c:v>42907</c:v>
                </c:pt>
                <c:pt idx="497">
                  <c:v>42908</c:v>
                </c:pt>
                <c:pt idx="498">
                  <c:v>42909</c:v>
                </c:pt>
                <c:pt idx="499">
                  <c:v>42912</c:v>
                </c:pt>
                <c:pt idx="500">
                  <c:v>42913</c:v>
                </c:pt>
                <c:pt idx="501">
                  <c:v>42914</c:v>
                </c:pt>
                <c:pt idx="502">
                  <c:v>42915</c:v>
                </c:pt>
                <c:pt idx="503">
                  <c:v>42916</c:v>
                </c:pt>
                <c:pt idx="504">
                  <c:v>42919</c:v>
                </c:pt>
                <c:pt idx="505">
                  <c:v>42920</c:v>
                </c:pt>
                <c:pt idx="506">
                  <c:v>42921</c:v>
                </c:pt>
                <c:pt idx="507">
                  <c:v>42922</c:v>
                </c:pt>
                <c:pt idx="508">
                  <c:v>42923</c:v>
                </c:pt>
                <c:pt idx="509">
                  <c:v>42926</c:v>
                </c:pt>
                <c:pt idx="510">
                  <c:v>42927</c:v>
                </c:pt>
                <c:pt idx="511">
                  <c:v>42928</c:v>
                </c:pt>
                <c:pt idx="512">
                  <c:v>42929</c:v>
                </c:pt>
                <c:pt idx="513">
                  <c:v>42930</c:v>
                </c:pt>
                <c:pt idx="514">
                  <c:v>42933</c:v>
                </c:pt>
                <c:pt idx="515">
                  <c:v>42934</c:v>
                </c:pt>
                <c:pt idx="516">
                  <c:v>42935</c:v>
                </c:pt>
                <c:pt idx="517">
                  <c:v>42936</c:v>
                </c:pt>
                <c:pt idx="518">
                  <c:v>42937</c:v>
                </c:pt>
                <c:pt idx="519">
                  <c:v>42940</c:v>
                </c:pt>
                <c:pt idx="520">
                  <c:v>42941</c:v>
                </c:pt>
                <c:pt idx="521">
                  <c:v>42942</c:v>
                </c:pt>
                <c:pt idx="522">
                  <c:v>42943</c:v>
                </c:pt>
                <c:pt idx="523">
                  <c:v>42944</c:v>
                </c:pt>
                <c:pt idx="524">
                  <c:v>42947</c:v>
                </c:pt>
                <c:pt idx="525">
                  <c:v>42948</c:v>
                </c:pt>
                <c:pt idx="526">
                  <c:v>42949</c:v>
                </c:pt>
                <c:pt idx="527">
                  <c:v>42950</c:v>
                </c:pt>
                <c:pt idx="528">
                  <c:v>42951</c:v>
                </c:pt>
                <c:pt idx="529">
                  <c:v>42954</c:v>
                </c:pt>
                <c:pt idx="530">
                  <c:v>42955</c:v>
                </c:pt>
                <c:pt idx="531">
                  <c:v>42956</c:v>
                </c:pt>
                <c:pt idx="532">
                  <c:v>42957</c:v>
                </c:pt>
                <c:pt idx="533">
                  <c:v>42958</c:v>
                </c:pt>
                <c:pt idx="534">
                  <c:v>42961</c:v>
                </c:pt>
                <c:pt idx="535">
                  <c:v>42962</c:v>
                </c:pt>
                <c:pt idx="536">
                  <c:v>42963</c:v>
                </c:pt>
                <c:pt idx="537">
                  <c:v>42964</c:v>
                </c:pt>
                <c:pt idx="538">
                  <c:v>42965</c:v>
                </c:pt>
                <c:pt idx="539">
                  <c:v>42968</c:v>
                </c:pt>
                <c:pt idx="540">
                  <c:v>42969</c:v>
                </c:pt>
                <c:pt idx="541">
                  <c:v>42970</c:v>
                </c:pt>
                <c:pt idx="542">
                  <c:v>42971</c:v>
                </c:pt>
                <c:pt idx="543">
                  <c:v>42972</c:v>
                </c:pt>
                <c:pt idx="544">
                  <c:v>42975</c:v>
                </c:pt>
                <c:pt idx="545">
                  <c:v>42976</c:v>
                </c:pt>
                <c:pt idx="546">
                  <c:v>42977</c:v>
                </c:pt>
                <c:pt idx="547">
                  <c:v>42978</c:v>
                </c:pt>
                <c:pt idx="548">
                  <c:v>42979</c:v>
                </c:pt>
                <c:pt idx="549">
                  <c:v>42982</c:v>
                </c:pt>
                <c:pt idx="550">
                  <c:v>42983</c:v>
                </c:pt>
                <c:pt idx="551">
                  <c:v>42984</c:v>
                </c:pt>
                <c:pt idx="552">
                  <c:v>42986</c:v>
                </c:pt>
                <c:pt idx="553">
                  <c:v>42989</c:v>
                </c:pt>
                <c:pt idx="554">
                  <c:v>42990</c:v>
                </c:pt>
                <c:pt idx="555">
                  <c:v>42991</c:v>
                </c:pt>
                <c:pt idx="556">
                  <c:v>42992</c:v>
                </c:pt>
                <c:pt idx="557">
                  <c:v>42993</c:v>
                </c:pt>
                <c:pt idx="558">
                  <c:v>42996</c:v>
                </c:pt>
                <c:pt idx="559">
                  <c:v>42997</c:v>
                </c:pt>
                <c:pt idx="560">
                  <c:v>42998</c:v>
                </c:pt>
                <c:pt idx="561">
                  <c:v>42999</c:v>
                </c:pt>
                <c:pt idx="562">
                  <c:v>43000</c:v>
                </c:pt>
                <c:pt idx="563">
                  <c:v>43003</c:v>
                </c:pt>
                <c:pt idx="564">
                  <c:v>43004</c:v>
                </c:pt>
                <c:pt idx="565">
                  <c:v>43005</c:v>
                </c:pt>
                <c:pt idx="566">
                  <c:v>43006</c:v>
                </c:pt>
                <c:pt idx="567">
                  <c:v>43007</c:v>
                </c:pt>
                <c:pt idx="568">
                  <c:v>43010</c:v>
                </c:pt>
                <c:pt idx="569">
                  <c:v>43011</c:v>
                </c:pt>
                <c:pt idx="570">
                  <c:v>43012</c:v>
                </c:pt>
                <c:pt idx="571">
                  <c:v>43013</c:v>
                </c:pt>
                <c:pt idx="572">
                  <c:v>43014</c:v>
                </c:pt>
                <c:pt idx="573">
                  <c:v>43017</c:v>
                </c:pt>
                <c:pt idx="574">
                  <c:v>43018</c:v>
                </c:pt>
                <c:pt idx="575">
                  <c:v>43019</c:v>
                </c:pt>
                <c:pt idx="576">
                  <c:v>43021</c:v>
                </c:pt>
                <c:pt idx="577">
                  <c:v>43024</c:v>
                </c:pt>
                <c:pt idx="578">
                  <c:v>43025</c:v>
                </c:pt>
                <c:pt idx="579">
                  <c:v>43026</c:v>
                </c:pt>
                <c:pt idx="580">
                  <c:v>43027</c:v>
                </c:pt>
                <c:pt idx="581">
                  <c:v>43028</c:v>
                </c:pt>
                <c:pt idx="582">
                  <c:v>43031</c:v>
                </c:pt>
                <c:pt idx="583">
                  <c:v>43032</c:v>
                </c:pt>
                <c:pt idx="584">
                  <c:v>43033</c:v>
                </c:pt>
                <c:pt idx="585">
                  <c:v>43034</c:v>
                </c:pt>
                <c:pt idx="586">
                  <c:v>43035</c:v>
                </c:pt>
                <c:pt idx="587">
                  <c:v>43038</c:v>
                </c:pt>
                <c:pt idx="588">
                  <c:v>43039</c:v>
                </c:pt>
                <c:pt idx="589">
                  <c:v>43040</c:v>
                </c:pt>
                <c:pt idx="590">
                  <c:v>43042</c:v>
                </c:pt>
                <c:pt idx="591">
                  <c:v>43045</c:v>
                </c:pt>
                <c:pt idx="592">
                  <c:v>43046</c:v>
                </c:pt>
                <c:pt idx="593">
                  <c:v>43047</c:v>
                </c:pt>
                <c:pt idx="594">
                  <c:v>43048</c:v>
                </c:pt>
                <c:pt idx="595">
                  <c:v>43049</c:v>
                </c:pt>
                <c:pt idx="596">
                  <c:v>43052</c:v>
                </c:pt>
                <c:pt idx="597">
                  <c:v>43053</c:v>
                </c:pt>
                <c:pt idx="598">
                  <c:v>43055</c:v>
                </c:pt>
                <c:pt idx="599">
                  <c:v>43056</c:v>
                </c:pt>
                <c:pt idx="600">
                  <c:v>43060</c:v>
                </c:pt>
                <c:pt idx="601">
                  <c:v>43061</c:v>
                </c:pt>
                <c:pt idx="602">
                  <c:v>43062</c:v>
                </c:pt>
                <c:pt idx="603">
                  <c:v>43063</c:v>
                </c:pt>
                <c:pt idx="604">
                  <c:v>43066</c:v>
                </c:pt>
                <c:pt idx="605">
                  <c:v>43067</c:v>
                </c:pt>
                <c:pt idx="606">
                  <c:v>43068</c:v>
                </c:pt>
                <c:pt idx="607">
                  <c:v>43069</c:v>
                </c:pt>
                <c:pt idx="608">
                  <c:v>43070</c:v>
                </c:pt>
                <c:pt idx="609">
                  <c:v>43073</c:v>
                </c:pt>
                <c:pt idx="610">
                  <c:v>43074</c:v>
                </c:pt>
                <c:pt idx="611">
                  <c:v>43075</c:v>
                </c:pt>
                <c:pt idx="612">
                  <c:v>43076</c:v>
                </c:pt>
                <c:pt idx="613">
                  <c:v>43077</c:v>
                </c:pt>
                <c:pt idx="614">
                  <c:v>43080</c:v>
                </c:pt>
                <c:pt idx="615">
                  <c:v>43081</c:v>
                </c:pt>
                <c:pt idx="616">
                  <c:v>43082</c:v>
                </c:pt>
                <c:pt idx="617">
                  <c:v>43083</c:v>
                </c:pt>
                <c:pt idx="618">
                  <c:v>43084</c:v>
                </c:pt>
                <c:pt idx="619">
                  <c:v>43087</c:v>
                </c:pt>
                <c:pt idx="620">
                  <c:v>43088</c:v>
                </c:pt>
                <c:pt idx="621">
                  <c:v>43089</c:v>
                </c:pt>
                <c:pt idx="622">
                  <c:v>43090</c:v>
                </c:pt>
                <c:pt idx="623">
                  <c:v>43091</c:v>
                </c:pt>
                <c:pt idx="624">
                  <c:v>43095</c:v>
                </c:pt>
                <c:pt idx="625">
                  <c:v>43096</c:v>
                </c:pt>
                <c:pt idx="626">
                  <c:v>43097</c:v>
                </c:pt>
                <c:pt idx="627">
                  <c:v>43102</c:v>
                </c:pt>
                <c:pt idx="628">
                  <c:v>43103</c:v>
                </c:pt>
                <c:pt idx="629">
                  <c:v>43104</c:v>
                </c:pt>
                <c:pt idx="630">
                  <c:v>43105</c:v>
                </c:pt>
                <c:pt idx="631">
                  <c:v>43108</c:v>
                </c:pt>
                <c:pt idx="632">
                  <c:v>43109</c:v>
                </c:pt>
                <c:pt idx="633">
                  <c:v>43110</c:v>
                </c:pt>
                <c:pt idx="634">
                  <c:v>43111</c:v>
                </c:pt>
                <c:pt idx="635">
                  <c:v>43112</c:v>
                </c:pt>
                <c:pt idx="636">
                  <c:v>43115</c:v>
                </c:pt>
                <c:pt idx="637">
                  <c:v>43116</c:v>
                </c:pt>
                <c:pt idx="638">
                  <c:v>43117</c:v>
                </c:pt>
                <c:pt idx="639">
                  <c:v>43118</c:v>
                </c:pt>
                <c:pt idx="640">
                  <c:v>43119</c:v>
                </c:pt>
                <c:pt idx="641">
                  <c:v>43122</c:v>
                </c:pt>
                <c:pt idx="642">
                  <c:v>43123</c:v>
                </c:pt>
                <c:pt idx="643">
                  <c:v>43124</c:v>
                </c:pt>
                <c:pt idx="644">
                  <c:v>43126</c:v>
                </c:pt>
                <c:pt idx="645">
                  <c:v>43129</c:v>
                </c:pt>
                <c:pt idx="646">
                  <c:v>43130</c:v>
                </c:pt>
                <c:pt idx="647">
                  <c:v>43131</c:v>
                </c:pt>
                <c:pt idx="648">
                  <c:v>43132</c:v>
                </c:pt>
                <c:pt idx="649">
                  <c:v>43133</c:v>
                </c:pt>
                <c:pt idx="650">
                  <c:v>43136</c:v>
                </c:pt>
                <c:pt idx="651">
                  <c:v>43137</c:v>
                </c:pt>
                <c:pt idx="652">
                  <c:v>43138</c:v>
                </c:pt>
                <c:pt idx="653">
                  <c:v>43139</c:v>
                </c:pt>
                <c:pt idx="654">
                  <c:v>43140</c:v>
                </c:pt>
                <c:pt idx="655">
                  <c:v>43145</c:v>
                </c:pt>
                <c:pt idx="656">
                  <c:v>43146</c:v>
                </c:pt>
                <c:pt idx="657">
                  <c:v>43147</c:v>
                </c:pt>
                <c:pt idx="658">
                  <c:v>43150</c:v>
                </c:pt>
                <c:pt idx="659">
                  <c:v>43151</c:v>
                </c:pt>
                <c:pt idx="660">
                  <c:v>43152</c:v>
                </c:pt>
                <c:pt idx="661">
                  <c:v>43153</c:v>
                </c:pt>
                <c:pt idx="662">
                  <c:v>43154</c:v>
                </c:pt>
                <c:pt idx="663">
                  <c:v>43157</c:v>
                </c:pt>
                <c:pt idx="664">
                  <c:v>43158</c:v>
                </c:pt>
                <c:pt idx="665">
                  <c:v>43159</c:v>
                </c:pt>
                <c:pt idx="666">
                  <c:v>43160</c:v>
                </c:pt>
                <c:pt idx="667">
                  <c:v>43161</c:v>
                </c:pt>
                <c:pt idx="668">
                  <c:v>43164</c:v>
                </c:pt>
                <c:pt idx="669">
                  <c:v>43165</c:v>
                </c:pt>
                <c:pt idx="670">
                  <c:v>43166</c:v>
                </c:pt>
                <c:pt idx="671">
                  <c:v>43167</c:v>
                </c:pt>
                <c:pt idx="672">
                  <c:v>43168</c:v>
                </c:pt>
                <c:pt idx="673">
                  <c:v>43171</c:v>
                </c:pt>
                <c:pt idx="674">
                  <c:v>43172</c:v>
                </c:pt>
                <c:pt idx="675">
                  <c:v>43173</c:v>
                </c:pt>
                <c:pt idx="676">
                  <c:v>43174</c:v>
                </c:pt>
                <c:pt idx="677">
                  <c:v>43175</c:v>
                </c:pt>
                <c:pt idx="678">
                  <c:v>43178</c:v>
                </c:pt>
                <c:pt idx="679">
                  <c:v>43179</c:v>
                </c:pt>
                <c:pt idx="680">
                  <c:v>43180</c:v>
                </c:pt>
                <c:pt idx="681">
                  <c:v>43181</c:v>
                </c:pt>
                <c:pt idx="682">
                  <c:v>43182</c:v>
                </c:pt>
                <c:pt idx="683">
                  <c:v>43185</c:v>
                </c:pt>
                <c:pt idx="684">
                  <c:v>43186</c:v>
                </c:pt>
                <c:pt idx="685">
                  <c:v>43187</c:v>
                </c:pt>
                <c:pt idx="686">
                  <c:v>43188</c:v>
                </c:pt>
                <c:pt idx="687">
                  <c:v>43192</c:v>
                </c:pt>
                <c:pt idx="688">
                  <c:v>43193</c:v>
                </c:pt>
                <c:pt idx="689">
                  <c:v>43194</c:v>
                </c:pt>
                <c:pt idx="690">
                  <c:v>43195</c:v>
                </c:pt>
                <c:pt idx="691">
                  <c:v>43196</c:v>
                </c:pt>
                <c:pt idx="692">
                  <c:v>43199</c:v>
                </c:pt>
                <c:pt idx="693">
                  <c:v>43200</c:v>
                </c:pt>
                <c:pt idx="694">
                  <c:v>43201</c:v>
                </c:pt>
                <c:pt idx="695">
                  <c:v>43202</c:v>
                </c:pt>
                <c:pt idx="696">
                  <c:v>43203</c:v>
                </c:pt>
                <c:pt idx="697">
                  <c:v>43206</c:v>
                </c:pt>
                <c:pt idx="698">
                  <c:v>43207</c:v>
                </c:pt>
                <c:pt idx="699">
                  <c:v>43208</c:v>
                </c:pt>
                <c:pt idx="700">
                  <c:v>43209</c:v>
                </c:pt>
                <c:pt idx="701">
                  <c:v>43210</c:v>
                </c:pt>
                <c:pt idx="702">
                  <c:v>43213</c:v>
                </c:pt>
                <c:pt idx="703">
                  <c:v>43214</c:v>
                </c:pt>
                <c:pt idx="704">
                  <c:v>43215</c:v>
                </c:pt>
                <c:pt idx="705">
                  <c:v>43216</c:v>
                </c:pt>
                <c:pt idx="706">
                  <c:v>43217</c:v>
                </c:pt>
                <c:pt idx="707">
                  <c:v>43220</c:v>
                </c:pt>
                <c:pt idx="708">
                  <c:v>43222</c:v>
                </c:pt>
                <c:pt idx="709">
                  <c:v>43223</c:v>
                </c:pt>
                <c:pt idx="710">
                  <c:v>43224</c:v>
                </c:pt>
                <c:pt idx="711">
                  <c:v>43227</c:v>
                </c:pt>
                <c:pt idx="712">
                  <c:v>43228</c:v>
                </c:pt>
                <c:pt idx="713">
                  <c:v>43229</c:v>
                </c:pt>
                <c:pt idx="714">
                  <c:v>43230</c:v>
                </c:pt>
                <c:pt idx="715">
                  <c:v>43231</c:v>
                </c:pt>
                <c:pt idx="716">
                  <c:v>43234</c:v>
                </c:pt>
                <c:pt idx="717">
                  <c:v>43235</c:v>
                </c:pt>
                <c:pt idx="718">
                  <c:v>43236</c:v>
                </c:pt>
                <c:pt idx="719">
                  <c:v>43237</c:v>
                </c:pt>
                <c:pt idx="720">
                  <c:v>43238</c:v>
                </c:pt>
                <c:pt idx="721">
                  <c:v>43241</c:v>
                </c:pt>
                <c:pt idx="722">
                  <c:v>43242</c:v>
                </c:pt>
                <c:pt idx="723">
                  <c:v>43243</c:v>
                </c:pt>
                <c:pt idx="724">
                  <c:v>43244</c:v>
                </c:pt>
                <c:pt idx="725">
                  <c:v>43245</c:v>
                </c:pt>
                <c:pt idx="726">
                  <c:v>43248</c:v>
                </c:pt>
                <c:pt idx="727">
                  <c:v>43249</c:v>
                </c:pt>
                <c:pt idx="728">
                  <c:v>43250</c:v>
                </c:pt>
                <c:pt idx="729">
                  <c:v>43252</c:v>
                </c:pt>
                <c:pt idx="730">
                  <c:v>43255</c:v>
                </c:pt>
                <c:pt idx="731">
                  <c:v>43256</c:v>
                </c:pt>
                <c:pt idx="732">
                  <c:v>43257</c:v>
                </c:pt>
                <c:pt idx="733">
                  <c:v>43258</c:v>
                </c:pt>
                <c:pt idx="734">
                  <c:v>43259</c:v>
                </c:pt>
                <c:pt idx="735">
                  <c:v>43262</c:v>
                </c:pt>
                <c:pt idx="736">
                  <c:v>43263</c:v>
                </c:pt>
                <c:pt idx="737">
                  <c:v>43264</c:v>
                </c:pt>
                <c:pt idx="738">
                  <c:v>43265</c:v>
                </c:pt>
                <c:pt idx="739">
                  <c:v>43266</c:v>
                </c:pt>
                <c:pt idx="740">
                  <c:v>43269</c:v>
                </c:pt>
                <c:pt idx="741">
                  <c:v>43270</c:v>
                </c:pt>
                <c:pt idx="742">
                  <c:v>43271</c:v>
                </c:pt>
                <c:pt idx="743">
                  <c:v>43272</c:v>
                </c:pt>
                <c:pt idx="744">
                  <c:v>43273</c:v>
                </c:pt>
                <c:pt idx="745">
                  <c:v>43276</c:v>
                </c:pt>
                <c:pt idx="746">
                  <c:v>43277</c:v>
                </c:pt>
                <c:pt idx="747">
                  <c:v>43278</c:v>
                </c:pt>
                <c:pt idx="748">
                  <c:v>43279</c:v>
                </c:pt>
                <c:pt idx="749">
                  <c:v>43280</c:v>
                </c:pt>
                <c:pt idx="750">
                  <c:v>43283</c:v>
                </c:pt>
                <c:pt idx="751">
                  <c:v>43284</c:v>
                </c:pt>
                <c:pt idx="752">
                  <c:v>43285</c:v>
                </c:pt>
                <c:pt idx="753">
                  <c:v>43286</c:v>
                </c:pt>
                <c:pt idx="754">
                  <c:v>43287</c:v>
                </c:pt>
                <c:pt idx="755">
                  <c:v>43291</c:v>
                </c:pt>
                <c:pt idx="756">
                  <c:v>43292</c:v>
                </c:pt>
                <c:pt idx="757">
                  <c:v>43293</c:v>
                </c:pt>
                <c:pt idx="758">
                  <c:v>43294</c:v>
                </c:pt>
                <c:pt idx="759">
                  <c:v>43297</c:v>
                </c:pt>
                <c:pt idx="760">
                  <c:v>43298</c:v>
                </c:pt>
                <c:pt idx="761">
                  <c:v>43299</c:v>
                </c:pt>
                <c:pt idx="762">
                  <c:v>43300</c:v>
                </c:pt>
                <c:pt idx="763">
                  <c:v>43301</c:v>
                </c:pt>
                <c:pt idx="764">
                  <c:v>43304</c:v>
                </c:pt>
                <c:pt idx="765">
                  <c:v>43305</c:v>
                </c:pt>
                <c:pt idx="766">
                  <c:v>43306</c:v>
                </c:pt>
                <c:pt idx="767">
                  <c:v>43307</c:v>
                </c:pt>
                <c:pt idx="768">
                  <c:v>43308</c:v>
                </c:pt>
                <c:pt idx="769">
                  <c:v>43311</c:v>
                </c:pt>
                <c:pt idx="770">
                  <c:v>43312</c:v>
                </c:pt>
                <c:pt idx="771">
                  <c:v>43313</c:v>
                </c:pt>
                <c:pt idx="772">
                  <c:v>43314</c:v>
                </c:pt>
                <c:pt idx="773">
                  <c:v>43315</c:v>
                </c:pt>
                <c:pt idx="774">
                  <c:v>43318</c:v>
                </c:pt>
                <c:pt idx="775">
                  <c:v>43319</c:v>
                </c:pt>
                <c:pt idx="776">
                  <c:v>43320</c:v>
                </c:pt>
                <c:pt idx="777">
                  <c:v>43321</c:v>
                </c:pt>
                <c:pt idx="778">
                  <c:v>43322</c:v>
                </c:pt>
                <c:pt idx="779">
                  <c:v>43325</c:v>
                </c:pt>
                <c:pt idx="780">
                  <c:v>43326</c:v>
                </c:pt>
                <c:pt idx="781">
                  <c:v>43327</c:v>
                </c:pt>
                <c:pt idx="782">
                  <c:v>43328</c:v>
                </c:pt>
                <c:pt idx="783">
                  <c:v>43329</c:v>
                </c:pt>
                <c:pt idx="784">
                  <c:v>43332</c:v>
                </c:pt>
                <c:pt idx="785">
                  <c:v>43333</c:v>
                </c:pt>
                <c:pt idx="786">
                  <c:v>43334</c:v>
                </c:pt>
                <c:pt idx="787">
                  <c:v>43335</c:v>
                </c:pt>
                <c:pt idx="788">
                  <c:v>43336</c:v>
                </c:pt>
                <c:pt idx="789">
                  <c:v>43339</c:v>
                </c:pt>
                <c:pt idx="790">
                  <c:v>43340</c:v>
                </c:pt>
                <c:pt idx="791">
                  <c:v>43341</c:v>
                </c:pt>
                <c:pt idx="792">
                  <c:v>43342</c:v>
                </c:pt>
                <c:pt idx="793">
                  <c:v>43343</c:v>
                </c:pt>
                <c:pt idx="794">
                  <c:v>43346</c:v>
                </c:pt>
                <c:pt idx="795">
                  <c:v>43347</c:v>
                </c:pt>
                <c:pt idx="796">
                  <c:v>43348</c:v>
                </c:pt>
                <c:pt idx="797">
                  <c:v>43349</c:v>
                </c:pt>
                <c:pt idx="798">
                  <c:v>43353</c:v>
                </c:pt>
                <c:pt idx="799">
                  <c:v>43354</c:v>
                </c:pt>
                <c:pt idx="800">
                  <c:v>43355</c:v>
                </c:pt>
                <c:pt idx="801">
                  <c:v>43356</c:v>
                </c:pt>
                <c:pt idx="802">
                  <c:v>43357</c:v>
                </c:pt>
                <c:pt idx="803">
                  <c:v>43360</c:v>
                </c:pt>
                <c:pt idx="804">
                  <c:v>43361</c:v>
                </c:pt>
                <c:pt idx="805">
                  <c:v>43362</c:v>
                </c:pt>
                <c:pt idx="806">
                  <c:v>43363</c:v>
                </c:pt>
                <c:pt idx="807">
                  <c:v>43364</c:v>
                </c:pt>
                <c:pt idx="808">
                  <c:v>43367</c:v>
                </c:pt>
                <c:pt idx="809">
                  <c:v>43368</c:v>
                </c:pt>
                <c:pt idx="810">
                  <c:v>43369</c:v>
                </c:pt>
                <c:pt idx="811">
                  <c:v>43370</c:v>
                </c:pt>
                <c:pt idx="812">
                  <c:v>43371</c:v>
                </c:pt>
                <c:pt idx="813">
                  <c:v>43374</c:v>
                </c:pt>
                <c:pt idx="814">
                  <c:v>43375</c:v>
                </c:pt>
                <c:pt idx="815">
                  <c:v>43376</c:v>
                </c:pt>
                <c:pt idx="816">
                  <c:v>43377</c:v>
                </c:pt>
                <c:pt idx="817">
                  <c:v>43378</c:v>
                </c:pt>
                <c:pt idx="818">
                  <c:v>43381</c:v>
                </c:pt>
                <c:pt idx="819">
                  <c:v>43382</c:v>
                </c:pt>
                <c:pt idx="820">
                  <c:v>43383</c:v>
                </c:pt>
                <c:pt idx="821">
                  <c:v>43384</c:v>
                </c:pt>
                <c:pt idx="822">
                  <c:v>43388</c:v>
                </c:pt>
                <c:pt idx="823">
                  <c:v>43389</c:v>
                </c:pt>
                <c:pt idx="824">
                  <c:v>43390</c:v>
                </c:pt>
                <c:pt idx="825">
                  <c:v>43391</c:v>
                </c:pt>
                <c:pt idx="826">
                  <c:v>43392</c:v>
                </c:pt>
                <c:pt idx="827">
                  <c:v>43395</c:v>
                </c:pt>
                <c:pt idx="828">
                  <c:v>43396</c:v>
                </c:pt>
                <c:pt idx="829">
                  <c:v>43397</c:v>
                </c:pt>
                <c:pt idx="830">
                  <c:v>43398</c:v>
                </c:pt>
                <c:pt idx="831">
                  <c:v>43399</c:v>
                </c:pt>
                <c:pt idx="832">
                  <c:v>43402</c:v>
                </c:pt>
                <c:pt idx="833">
                  <c:v>43403</c:v>
                </c:pt>
                <c:pt idx="834">
                  <c:v>43404</c:v>
                </c:pt>
                <c:pt idx="835">
                  <c:v>43405</c:v>
                </c:pt>
                <c:pt idx="836">
                  <c:v>43409</c:v>
                </c:pt>
                <c:pt idx="837">
                  <c:v>43410</c:v>
                </c:pt>
                <c:pt idx="838">
                  <c:v>43411</c:v>
                </c:pt>
                <c:pt idx="839">
                  <c:v>43412</c:v>
                </c:pt>
                <c:pt idx="840">
                  <c:v>43413</c:v>
                </c:pt>
                <c:pt idx="841">
                  <c:v>43416</c:v>
                </c:pt>
                <c:pt idx="842">
                  <c:v>43417</c:v>
                </c:pt>
                <c:pt idx="843">
                  <c:v>43418</c:v>
                </c:pt>
                <c:pt idx="844">
                  <c:v>43420</c:v>
                </c:pt>
                <c:pt idx="845">
                  <c:v>43423</c:v>
                </c:pt>
                <c:pt idx="846">
                  <c:v>43425</c:v>
                </c:pt>
                <c:pt idx="847">
                  <c:v>43426</c:v>
                </c:pt>
                <c:pt idx="848">
                  <c:v>43427</c:v>
                </c:pt>
                <c:pt idx="849">
                  <c:v>43430</c:v>
                </c:pt>
                <c:pt idx="850">
                  <c:v>43431</c:v>
                </c:pt>
                <c:pt idx="851">
                  <c:v>43432</c:v>
                </c:pt>
                <c:pt idx="852">
                  <c:v>43433</c:v>
                </c:pt>
                <c:pt idx="853">
                  <c:v>43434</c:v>
                </c:pt>
                <c:pt idx="854">
                  <c:v>43437</c:v>
                </c:pt>
                <c:pt idx="855">
                  <c:v>43438</c:v>
                </c:pt>
                <c:pt idx="856">
                  <c:v>43439</c:v>
                </c:pt>
                <c:pt idx="857">
                  <c:v>43440</c:v>
                </c:pt>
                <c:pt idx="858">
                  <c:v>43441</c:v>
                </c:pt>
                <c:pt idx="859">
                  <c:v>43444</c:v>
                </c:pt>
                <c:pt idx="860">
                  <c:v>43445</c:v>
                </c:pt>
                <c:pt idx="861">
                  <c:v>43446</c:v>
                </c:pt>
                <c:pt idx="862">
                  <c:v>43447</c:v>
                </c:pt>
                <c:pt idx="863">
                  <c:v>43448</c:v>
                </c:pt>
                <c:pt idx="864">
                  <c:v>43451</c:v>
                </c:pt>
                <c:pt idx="865">
                  <c:v>43452</c:v>
                </c:pt>
                <c:pt idx="866">
                  <c:v>43453</c:v>
                </c:pt>
                <c:pt idx="867">
                  <c:v>43454</c:v>
                </c:pt>
                <c:pt idx="868">
                  <c:v>43455</c:v>
                </c:pt>
                <c:pt idx="869">
                  <c:v>43460</c:v>
                </c:pt>
                <c:pt idx="870">
                  <c:v>43461</c:v>
                </c:pt>
                <c:pt idx="871">
                  <c:v>43462</c:v>
                </c:pt>
                <c:pt idx="872">
                  <c:v>43467</c:v>
                </c:pt>
                <c:pt idx="873">
                  <c:v>43468</c:v>
                </c:pt>
                <c:pt idx="874">
                  <c:v>43469</c:v>
                </c:pt>
                <c:pt idx="875">
                  <c:v>43472</c:v>
                </c:pt>
                <c:pt idx="876">
                  <c:v>43473</c:v>
                </c:pt>
                <c:pt idx="877">
                  <c:v>43474</c:v>
                </c:pt>
                <c:pt idx="878">
                  <c:v>43475</c:v>
                </c:pt>
                <c:pt idx="879">
                  <c:v>43476</c:v>
                </c:pt>
                <c:pt idx="880">
                  <c:v>43479</c:v>
                </c:pt>
                <c:pt idx="881">
                  <c:v>43480</c:v>
                </c:pt>
                <c:pt idx="882">
                  <c:v>43481</c:v>
                </c:pt>
                <c:pt idx="883">
                  <c:v>43482</c:v>
                </c:pt>
                <c:pt idx="884">
                  <c:v>43483</c:v>
                </c:pt>
                <c:pt idx="885">
                  <c:v>43486</c:v>
                </c:pt>
                <c:pt idx="886">
                  <c:v>43487</c:v>
                </c:pt>
                <c:pt idx="887">
                  <c:v>43488</c:v>
                </c:pt>
                <c:pt idx="888">
                  <c:v>43489</c:v>
                </c:pt>
                <c:pt idx="889">
                  <c:v>43493</c:v>
                </c:pt>
                <c:pt idx="890">
                  <c:v>43494</c:v>
                </c:pt>
                <c:pt idx="891">
                  <c:v>43495</c:v>
                </c:pt>
                <c:pt idx="892">
                  <c:v>43496</c:v>
                </c:pt>
                <c:pt idx="893">
                  <c:v>43497</c:v>
                </c:pt>
                <c:pt idx="894">
                  <c:v>43500</c:v>
                </c:pt>
                <c:pt idx="895">
                  <c:v>43501</c:v>
                </c:pt>
                <c:pt idx="896">
                  <c:v>43502</c:v>
                </c:pt>
                <c:pt idx="897">
                  <c:v>43503</c:v>
                </c:pt>
                <c:pt idx="898">
                  <c:v>43504</c:v>
                </c:pt>
                <c:pt idx="899">
                  <c:v>43507</c:v>
                </c:pt>
                <c:pt idx="900">
                  <c:v>43508</c:v>
                </c:pt>
                <c:pt idx="901">
                  <c:v>43509</c:v>
                </c:pt>
                <c:pt idx="902">
                  <c:v>43510</c:v>
                </c:pt>
                <c:pt idx="903">
                  <c:v>43511</c:v>
                </c:pt>
                <c:pt idx="904">
                  <c:v>43514</c:v>
                </c:pt>
                <c:pt idx="905">
                  <c:v>43515</c:v>
                </c:pt>
                <c:pt idx="906">
                  <c:v>43516</c:v>
                </c:pt>
                <c:pt idx="907">
                  <c:v>43517</c:v>
                </c:pt>
                <c:pt idx="908">
                  <c:v>43518</c:v>
                </c:pt>
                <c:pt idx="909">
                  <c:v>43521</c:v>
                </c:pt>
                <c:pt idx="910">
                  <c:v>43522</c:v>
                </c:pt>
                <c:pt idx="911">
                  <c:v>43523</c:v>
                </c:pt>
                <c:pt idx="912">
                  <c:v>43524</c:v>
                </c:pt>
                <c:pt idx="913">
                  <c:v>43525</c:v>
                </c:pt>
                <c:pt idx="914">
                  <c:v>43530</c:v>
                </c:pt>
                <c:pt idx="915">
                  <c:v>43531</c:v>
                </c:pt>
                <c:pt idx="916">
                  <c:v>43532</c:v>
                </c:pt>
                <c:pt idx="917">
                  <c:v>43535</c:v>
                </c:pt>
                <c:pt idx="918">
                  <c:v>43536</c:v>
                </c:pt>
                <c:pt idx="919">
                  <c:v>43537</c:v>
                </c:pt>
                <c:pt idx="920">
                  <c:v>43538</c:v>
                </c:pt>
                <c:pt idx="921">
                  <c:v>43539</c:v>
                </c:pt>
                <c:pt idx="922">
                  <c:v>43542</c:v>
                </c:pt>
                <c:pt idx="923">
                  <c:v>43543</c:v>
                </c:pt>
                <c:pt idx="924">
                  <c:v>43544</c:v>
                </c:pt>
                <c:pt idx="925">
                  <c:v>43545</c:v>
                </c:pt>
                <c:pt idx="926">
                  <c:v>43546</c:v>
                </c:pt>
                <c:pt idx="927">
                  <c:v>43549</c:v>
                </c:pt>
                <c:pt idx="928">
                  <c:v>43550</c:v>
                </c:pt>
                <c:pt idx="929">
                  <c:v>43551</c:v>
                </c:pt>
                <c:pt idx="930">
                  <c:v>43552</c:v>
                </c:pt>
                <c:pt idx="931">
                  <c:v>43553</c:v>
                </c:pt>
                <c:pt idx="932">
                  <c:v>43556</c:v>
                </c:pt>
                <c:pt idx="933">
                  <c:v>43557</c:v>
                </c:pt>
                <c:pt idx="934">
                  <c:v>43558</c:v>
                </c:pt>
                <c:pt idx="935">
                  <c:v>43559</c:v>
                </c:pt>
                <c:pt idx="936">
                  <c:v>43560</c:v>
                </c:pt>
                <c:pt idx="937">
                  <c:v>43563</c:v>
                </c:pt>
                <c:pt idx="938">
                  <c:v>43564</c:v>
                </c:pt>
                <c:pt idx="939">
                  <c:v>43565</c:v>
                </c:pt>
                <c:pt idx="940">
                  <c:v>43566</c:v>
                </c:pt>
                <c:pt idx="941">
                  <c:v>43567</c:v>
                </c:pt>
                <c:pt idx="942">
                  <c:v>43570</c:v>
                </c:pt>
                <c:pt idx="943">
                  <c:v>43571</c:v>
                </c:pt>
                <c:pt idx="944">
                  <c:v>43572</c:v>
                </c:pt>
                <c:pt idx="945">
                  <c:v>43573</c:v>
                </c:pt>
                <c:pt idx="946">
                  <c:v>43577</c:v>
                </c:pt>
                <c:pt idx="947">
                  <c:v>43578</c:v>
                </c:pt>
                <c:pt idx="948">
                  <c:v>43579</c:v>
                </c:pt>
                <c:pt idx="949">
                  <c:v>43580</c:v>
                </c:pt>
                <c:pt idx="950">
                  <c:v>43581</c:v>
                </c:pt>
                <c:pt idx="951">
                  <c:v>43584</c:v>
                </c:pt>
                <c:pt idx="952">
                  <c:v>43585</c:v>
                </c:pt>
                <c:pt idx="953">
                  <c:v>43587</c:v>
                </c:pt>
                <c:pt idx="954">
                  <c:v>43588</c:v>
                </c:pt>
                <c:pt idx="955">
                  <c:v>43591</c:v>
                </c:pt>
                <c:pt idx="956">
                  <c:v>43592</c:v>
                </c:pt>
                <c:pt idx="957">
                  <c:v>43593</c:v>
                </c:pt>
                <c:pt idx="958">
                  <c:v>43594</c:v>
                </c:pt>
                <c:pt idx="959">
                  <c:v>43595</c:v>
                </c:pt>
                <c:pt idx="960">
                  <c:v>43598</c:v>
                </c:pt>
                <c:pt idx="961">
                  <c:v>43599</c:v>
                </c:pt>
                <c:pt idx="962">
                  <c:v>43600</c:v>
                </c:pt>
                <c:pt idx="963">
                  <c:v>43601</c:v>
                </c:pt>
                <c:pt idx="964">
                  <c:v>43602</c:v>
                </c:pt>
                <c:pt idx="965">
                  <c:v>43605</c:v>
                </c:pt>
                <c:pt idx="966">
                  <c:v>43606</c:v>
                </c:pt>
                <c:pt idx="967">
                  <c:v>43607</c:v>
                </c:pt>
                <c:pt idx="968">
                  <c:v>43608</c:v>
                </c:pt>
                <c:pt idx="969">
                  <c:v>43609</c:v>
                </c:pt>
                <c:pt idx="970">
                  <c:v>43612</c:v>
                </c:pt>
                <c:pt idx="971">
                  <c:v>43613</c:v>
                </c:pt>
                <c:pt idx="972">
                  <c:v>43614</c:v>
                </c:pt>
                <c:pt idx="973">
                  <c:v>43615</c:v>
                </c:pt>
                <c:pt idx="974">
                  <c:v>43616</c:v>
                </c:pt>
                <c:pt idx="975">
                  <c:v>43619</c:v>
                </c:pt>
                <c:pt idx="976">
                  <c:v>43620</c:v>
                </c:pt>
                <c:pt idx="977">
                  <c:v>43621</c:v>
                </c:pt>
                <c:pt idx="978">
                  <c:v>43622</c:v>
                </c:pt>
                <c:pt idx="979">
                  <c:v>43623</c:v>
                </c:pt>
                <c:pt idx="980">
                  <c:v>43626</c:v>
                </c:pt>
                <c:pt idx="981">
                  <c:v>43627</c:v>
                </c:pt>
                <c:pt idx="982">
                  <c:v>43628</c:v>
                </c:pt>
                <c:pt idx="983">
                  <c:v>43629</c:v>
                </c:pt>
                <c:pt idx="984">
                  <c:v>43630</c:v>
                </c:pt>
                <c:pt idx="985">
                  <c:v>43633</c:v>
                </c:pt>
                <c:pt idx="986">
                  <c:v>43634</c:v>
                </c:pt>
                <c:pt idx="987">
                  <c:v>43635</c:v>
                </c:pt>
                <c:pt idx="988">
                  <c:v>43637</c:v>
                </c:pt>
                <c:pt idx="989">
                  <c:v>43640</c:v>
                </c:pt>
                <c:pt idx="990">
                  <c:v>43641</c:v>
                </c:pt>
                <c:pt idx="991">
                  <c:v>43642</c:v>
                </c:pt>
                <c:pt idx="992">
                  <c:v>43643</c:v>
                </c:pt>
                <c:pt idx="993">
                  <c:v>43644</c:v>
                </c:pt>
                <c:pt idx="994">
                  <c:v>43647</c:v>
                </c:pt>
                <c:pt idx="995">
                  <c:v>43648</c:v>
                </c:pt>
                <c:pt idx="996">
                  <c:v>43649</c:v>
                </c:pt>
                <c:pt idx="997">
                  <c:v>43650</c:v>
                </c:pt>
                <c:pt idx="998">
                  <c:v>43651</c:v>
                </c:pt>
                <c:pt idx="999">
                  <c:v>43654</c:v>
                </c:pt>
                <c:pt idx="1000">
                  <c:v>43656</c:v>
                </c:pt>
                <c:pt idx="1001">
                  <c:v>43657</c:v>
                </c:pt>
                <c:pt idx="1002">
                  <c:v>43658</c:v>
                </c:pt>
                <c:pt idx="1003">
                  <c:v>43661</c:v>
                </c:pt>
                <c:pt idx="1004">
                  <c:v>43662</c:v>
                </c:pt>
                <c:pt idx="1005">
                  <c:v>43663</c:v>
                </c:pt>
                <c:pt idx="1006">
                  <c:v>43664</c:v>
                </c:pt>
                <c:pt idx="1007">
                  <c:v>43665</c:v>
                </c:pt>
                <c:pt idx="1008">
                  <c:v>43668</c:v>
                </c:pt>
                <c:pt idx="1009">
                  <c:v>43669</c:v>
                </c:pt>
                <c:pt idx="1010">
                  <c:v>43670</c:v>
                </c:pt>
                <c:pt idx="1011">
                  <c:v>43671</c:v>
                </c:pt>
                <c:pt idx="1012">
                  <c:v>43672</c:v>
                </c:pt>
                <c:pt idx="1013">
                  <c:v>43675</c:v>
                </c:pt>
                <c:pt idx="1014">
                  <c:v>43676</c:v>
                </c:pt>
                <c:pt idx="1015">
                  <c:v>43677</c:v>
                </c:pt>
                <c:pt idx="1016">
                  <c:v>43678</c:v>
                </c:pt>
                <c:pt idx="1017">
                  <c:v>43679</c:v>
                </c:pt>
                <c:pt idx="1018">
                  <c:v>43682</c:v>
                </c:pt>
                <c:pt idx="1019">
                  <c:v>43683</c:v>
                </c:pt>
                <c:pt idx="1020">
                  <c:v>43684</c:v>
                </c:pt>
                <c:pt idx="1021">
                  <c:v>43685</c:v>
                </c:pt>
                <c:pt idx="1022">
                  <c:v>43686</c:v>
                </c:pt>
                <c:pt idx="1023">
                  <c:v>43689</c:v>
                </c:pt>
                <c:pt idx="1024">
                  <c:v>43690</c:v>
                </c:pt>
                <c:pt idx="1025">
                  <c:v>43691</c:v>
                </c:pt>
                <c:pt idx="1026">
                  <c:v>43692</c:v>
                </c:pt>
                <c:pt idx="1027">
                  <c:v>43693</c:v>
                </c:pt>
                <c:pt idx="1028">
                  <c:v>43696</c:v>
                </c:pt>
                <c:pt idx="1029">
                  <c:v>43697</c:v>
                </c:pt>
                <c:pt idx="1030">
                  <c:v>43698</c:v>
                </c:pt>
                <c:pt idx="1031">
                  <c:v>43699</c:v>
                </c:pt>
                <c:pt idx="1032">
                  <c:v>43700</c:v>
                </c:pt>
                <c:pt idx="1033">
                  <c:v>43703</c:v>
                </c:pt>
                <c:pt idx="1034">
                  <c:v>43704</c:v>
                </c:pt>
                <c:pt idx="1035">
                  <c:v>43705</c:v>
                </c:pt>
                <c:pt idx="1036">
                  <c:v>43706</c:v>
                </c:pt>
                <c:pt idx="1037">
                  <c:v>43707</c:v>
                </c:pt>
                <c:pt idx="1038">
                  <c:v>43710</c:v>
                </c:pt>
                <c:pt idx="1039">
                  <c:v>43711</c:v>
                </c:pt>
                <c:pt idx="1040">
                  <c:v>43712</c:v>
                </c:pt>
                <c:pt idx="1041">
                  <c:v>43713</c:v>
                </c:pt>
                <c:pt idx="1042">
                  <c:v>43714</c:v>
                </c:pt>
                <c:pt idx="1043">
                  <c:v>43717</c:v>
                </c:pt>
                <c:pt idx="1044">
                  <c:v>43718</c:v>
                </c:pt>
                <c:pt idx="1045">
                  <c:v>43719</c:v>
                </c:pt>
                <c:pt idx="1046">
                  <c:v>43720</c:v>
                </c:pt>
                <c:pt idx="1047">
                  <c:v>43721</c:v>
                </c:pt>
                <c:pt idx="1048">
                  <c:v>43724</c:v>
                </c:pt>
                <c:pt idx="1049">
                  <c:v>43725</c:v>
                </c:pt>
                <c:pt idx="1050">
                  <c:v>43726</c:v>
                </c:pt>
                <c:pt idx="1051">
                  <c:v>43727</c:v>
                </c:pt>
                <c:pt idx="1052">
                  <c:v>43728</c:v>
                </c:pt>
                <c:pt idx="1053">
                  <c:v>43731</c:v>
                </c:pt>
                <c:pt idx="1054">
                  <c:v>43732</c:v>
                </c:pt>
                <c:pt idx="1055">
                  <c:v>43733</c:v>
                </c:pt>
                <c:pt idx="1056">
                  <c:v>43734</c:v>
                </c:pt>
                <c:pt idx="1057">
                  <c:v>43735</c:v>
                </c:pt>
                <c:pt idx="1058">
                  <c:v>43738</c:v>
                </c:pt>
                <c:pt idx="1059">
                  <c:v>43739</c:v>
                </c:pt>
                <c:pt idx="1060">
                  <c:v>43740</c:v>
                </c:pt>
                <c:pt idx="1061">
                  <c:v>43741</c:v>
                </c:pt>
                <c:pt idx="1062">
                  <c:v>43742</c:v>
                </c:pt>
                <c:pt idx="1063">
                  <c:v>43745</c:v>
                </c:pt>
                <c:pt idx="1064">
                  <c:v>43746</c:v>
                </c:pt>
                <c:pt idx="1065">
                  <c:v>43747</c:v>
                </c:pt>
                <c:pt idx="1066">
                  <c:v>43748</c:v>
                </c:pt>
                <c:pt idx="1067">
                  <c:v>43749</c:v>
                </c:pt>
                <c:pt idx="1068">
                  <c:v>43752</c:v>
                </c:pt>
                <c:pt idx="1069">
                  <c:v>43753</c:v>
                </c:pt>
                <c:pt idx="1070">
                  <c:v>43754</c:v>
                </c:pt>
                <c:pt idx="1071">
                  <c:v>43755</c:v>
                </c:pt>
                <c:pt idx="1072">
                  <c:v>43756</c:v>
                </c:pt>
                <c:pt idx="1073">
                  <c:v>43759</c:v>
                </c:pt>
                <c:pt idx="1074">
                  <c:v>43760</c:v>
                </c:pt>
                <c:pt idx="1075">
                  <c:v>43761</c:v>
                </c:pt>
                <c:pt idx="1076">
                  <c:v>43762</c:v>
                </c:pt>
                <c:pt idx="1077">
                  <c:v>43763</c:v>
                </c:pt>
                <c:pt idx="1078">
                  <c:v>43766</c:v>
                </c:pt>
                <c:pt idx="1079">
                  <c:v>43767</c:v>
                </c:pt>
                <c:pt idx="1080">
                  <c:v>43768</c:v>
                </c:pt>
                <c:pt idx="1081">
                  <c:v>43769</c:v>
                </c:pt>
                <c:pt idx="1082">
                  <c:v>43770</c:v>
                </c:pt>
                <c:pt idx="1083">
                  <c:v>43773</c:v>
                </c:pt>
                <c:pt idx="1084">
                  <c:v>43774</c:v>
                </c:pt>
                <c:pt idx="1085">
                  <c:v>43775</c:v>
                </c:pt>
                <c:pt idx="1086">
                  <c:v>43776</c:v>
                </c:pt>
                <c:pt idx="1087">
                  <c:v>43777</c:v>
                </c:pt>
                <c:pt idx="1088">
                  <c:v>43780</c:v>
                </c:pt>
                <c:pt idx="1089">
                  <c:v>43781</c:v>
                </c:pt>
                <c:pt idx="1090">
                  <c:v>43782</c:v>
                </c:pt>
                <c:pt idx="1091">
                  <c:v>43783</c:v>
                </c:pt>
                <c:pt idx="1092">
                  <c:v>43787</c:v>
                </c:pt>
                <c:pt idx="1093">
                  <c:v>43788</c:v>
                </c:pt>
                <c:pt idx="1094">
                  <c:v>43790</c:v>
                </c:pt>
                <c:pt idx="1095">
                  <c:v>43791</c:v>
                </c:pt>
                <c:pt idx="1096">
                  <c:v>43794</c:v>
                </c:pt>
                <c:pt idx="1097">
                  <c:v>43795</c:v>
                </c:pt>
                <c:pt idx="1098">
                  <c:v>43796</c:v>
                </c:pt>
                <c:pt idx="1099">
                  <c:v>43797</c:v>
                </c:pt>
                <c:pt idx="1100">
                  <c:v>43798</c:v>
                </c:pt>
                <c:pt idx="1101">
                  <c:v>43801</c:v>
                </c:pt>
                <c:pt idx="1102">
                  <c:v>43802</c:v>
                </c:pt>
                <c:pt idx="1103">
                  <c:v>43803</c:v>
                </c:pt>
                <c:pt idx="1104">
                  <c:v>43804</c:v>
                </c:pt>
                <c:pt idx="1105">
                  <c:v>43805</c:v>
                </c:pt>
                <c:pt idx="1106">
                  <c:v>43808</c:v>
                </c:pt>
                <c:pt idx="1107">
                  <c:v>43809</c:v>
                </c:pt>
                <c:pt idx="1108">
                  <c:v>43810</c:v>
                </c:pt>
                <c:pt idx="1109">
                  <c:v>43811</c:v>
                </c:pt>
                <c:pt idx="1110">
                  <c:v>43812</c:v>
                </c:pt>
                <c:pt idx="1111">
                  <c:v>43815</c:v>
                </c:pt>
                <c:pt idx="1112">
                  <c:v>43816</c:v>
                </c:pt>
                <c:pt idx="1113">
                  <c:v>43817</c:v>
                </c:pt>
                <c:pt idx="1114">
                  <c:v>43818</c:v>
                </c:pt>
                <c:pt idx="1115">
                  <c:v>43819</c:v>
                </c:pt>
                <c:pt idx="1116">
                  <c:v>43822</c:v>
                </c:pt>
                <c:pt idx="1117">
                  <c:v>43825</c:v>
                </c:pt>
                <c:pt idx="1118">
                  <c:v>43826</c:v>
                </c:pt>
                <c:pt idx="1119">
                  <c:v>43829</c:v>
                </c:pt>
                <c:pt idx="1120">
                  <c:v>43832</c:v>
                </c:pt>
                <c:pt idx="1121">
                  <c:v>43833</c:v>
                </c:pt>
                <c:pt idx="1122">
                  <c:v>43836</c:v>
                </c:pt>
                <c:pt idx="1123">
                  <c:v>43837</c:v>
                </c:pt>
                <c:pt idx="1124">
                  <c:v>43838</c:v>
                </c:pt>
                <c:pt idx="1125">
                  <c:v>43839</c:v>
                </c:pt>
                <c:pt idx="1126">
                  <c:v>43840</c:v>
                </c:pt>
                <c:pt idx="1127">
                  <c:v>43843</c:v>
                </c:pt>
                <c:pt idx="1128">
                  <c:v>43844</c:v>
                </c:pt>
                <c:pt idx="1129">
                  <c:v>43845</c:v>
                </c:pt>
                <c:pt idx="1130">
                  <c:v>43846</c:v>
                </c:pt>
                <c:pt idx="1131">
                  <c:v>43847</c:v>
                </c:pt>
                <c:pt idx="1132">
                  <c:v>43850</c:v>
                </c:pt>
                <c:pt idx="1133">
                  <c:v>43851</c:v>
                </c:pt>
                <c:pt idx="1134">
                  <c:v>43852</c:v>
                </c:pt>
                <c:pt idx="1135">
                  <c:v>43853</c:v>
                </c:pt>
                <c:pt idx="1136">
                  <c:v>43854</c:v>
                </c:pt>
                <c:pt idx="1137">
                  <c:v>43857</c:v>
                </c:pt>
                <c:pt idx="1138">
                  <c:v>43858</c:v>
                </c:pt>
                <c:pt idx="1139">
                  <c:v>43859</c:v>
                </c:pt>
                <c:pt idx="1140">
                  <c:v>43860</c:v>
                </c:pt>
                <c:pt idx="1141">
                  <c:v>43861</c:v>
                </c:pt>
                <c:pt idx="1142">
                  <c:v>43864</c:v>
                </c:pt>
                <c:pt idx="1143">
                  <c:v>43865</c:v>
                </c:pt>
                <c:pt idx="1144">
                  <c:v>43866</c:v>
                </c:pt>
                <c:pt idx="1145">
                  <c:v>43867</c:v>
                </c:pt>
                <c:pt idx="1146">
                  <c:v>43868</c:v>
                </c:pt>
                <c:pt idx="1147">
                  <c:v>43871</c:v>
                </c:pt>
                <c:pt idx="1148">
                  <c:v>43872</c:v>
                </c:pt>
                <c:pt idx="1149">
                  <c:v>43873</c:v>
                </c:pt>
                <c:pt idx="1150">
                  <c:v>43874</c:v>
                </c:pt>
                <c:pt idx="1151">
                  <c:v>43875</c:v>
                </c:pt>
                <c:pt idx="1152">
                  <c:v>43878</c:v>
                </c:pt>
                <c:pt idx="1153">
                  <c:v>43879</c:v>
                </c:pt>
                <c:pt idx="1154">
                  <c:v>43880</c:v>
                </c:pt>
                <c:pt idx="1155">
                  <c:v>43881</c:v>
                </c:pt>
                <c:pt idx="1156">
                  <c:v>43882</c:v>
                </c:pt>
                <c:pt idx="1157">
                  <c:v>43887</c:v>
                </c:pt>
                <c:pt idx="1158">
                  <c:v>43888</c:v>
                </c:pt>
                <c:pt idx="1159">
                  <c:v>43889</c:v>
                </c:pt>
                <c:pt idx="1160">
                  <c:v>43892</c:v>
                </c:pt>
                <c:pt idx="1161">
                  <c:v>43893</c:v>
                </c:pt>
                <c:pt idx="1162">
                  <c:v>43894</c:v>
                </c:pt>
                <c:pt idx="1163">
                  <c:v>43895</c:v>
                </c:pt>
                <c:pt idx="1164">
                  <c:v>43896</c:v>
                </c:pt>
                <c:pt idx="1165">
                  <c:v>43899</c:v>
                </c:pt>
                <c:pt idx="1166">
                  <c:v>43900</c:v>
                </c:pt>
                <c:pt idx="1167">
                  <c:v>43901</c:v>
                </c:pt>
                <c:pt idx="1168">
                  <c:v>43902</c:v>
                </c:pt>
                <c:pt idx="1169">
                  <c:v>43903</c:v>
                </c:pt>
                <c:pt idx="1170">
                  <c:v>43906</c:v>
                </c:pt>
                <c:pt idx="1171">
                  <c:v>43907</c:v>
                </c:pt>
                <c:pt idx="1172">
                  <c:v>43908</c:v>
                </c:pt>
                <c:pt idx="1173">
                  <c:v>43909</c:v>
                </c:pt>
                <c:pt idx="1174">
                  <c:v>43910</c:v>
                </c:pt>
                <c:pt idx="1175">
                  <c:v>43913</c:v>
                </c:pt>
                <c:pt idx="1176">
                  <c:v>43914</c:v>
                </c:pt>
                <c:pt idx="1177">
                  <c:v>43915</c:v>
                </c:pt>
                <c:pt idx="1178">
                  <c:v>43916</c:v>
                </c:pt>
                <c:pt idx="1179">
                  <c:v>43917</c:v>
                </c:pt>
                <c:pt idx="1180">
                  <c:v>43920</c:v>
                </c:pt>
                <c:pt idx="1181">
                  <c:v>43921</c:v>
                </c:pt>
                <c:pt idx="1182">
                  <c:v>43922</c:v>
                </c:pt>
                <c:pt idx="1183">
                  <c:v>43923</c:v>
                </c:pt>
                <c:pt idx="1184">
                  <c:v>43924</c:v>
                </c:pt>
                <c:pt idx="1185">
                  <c:v>43927</c:v>
                </c:pt>
                <c:pt idx="1186">
                  <c:v>43928</c:v>
                </c:pt>
                <c:pt idx="1187">
                  <c:v>43929</c:v>
                </c:pt>
                <c:pt idx="1188">
                  <c:v>43930</c:v>
                </c:pt>
                <c:pt idx="1189">
                  <c:v>43934</c:v>
                </c:pt>
                <c:pt idx="1190">
                  <c:v>43935</c:v>
                </c:pt>
                <c:pt idx="1191">
                  <c:v>43936</c:v>
                </c:pt>
                <c:pt idx="1192">
                  <c:v>43937</c:v>
                </c:pt>
                <c:pt idx="1193">
                  <c:v>43938</c:v>
                </c:pt>
                <c:pt idx="1194">
                  <c:v>43941</c:v>
                </c:pt>
                <c:pt idx="1195">
                  <c:v>43943</c:v>
                </c:pt>
                <c:pt idx="1196">
                  <c:v>43944</c:v>
                </c:pt>
                <c:pt idx="1197">
                  <c:v>43945</c:v>
                </c:pt>
                <c:pt idx="1198">
                  <c:v>43948</c:v>
                </c:pt>
                <c:pt idx="1199">
                  <c:v>43949</c:v>
                </c:pt>
                <c:pt idx="1200">
                  <c:v>43950</c:v>
                </c:pt>
                <c:pt idx="1201">
                  <c:v>43951</c:v>
                </c:pt>
                <c:pt idx="1202">
                  <c:v>43955</c:v>
                </c:pt>
                <c:pt idx="1203">
                  <c:v>43956</c:v>
                </c:pt>
                <c:pt idx="1204">
                  <c:v>43957</c:v>
                </c:pt>
                <c:pt idx="1205">
                  <c:v>43958</c:v>
                </c:pt>
                <c:pt idx="1206">
                  <c:v>43959</c:v>
                </c:pt>
                <c:pt idx="1207">
                  <c:v>43962</c:v>
                </c:pt>
                <c:pt idx="1208">
                  <c:v>43963</c:v>
                </c:pt>
                <c:pt idx="1209">
                  <c:v>43964</c:v>
                </c:pt>
                <c:pt idx="1210">
                  <c:v>43965</c:v>
                </c:pt>
                <c:pt idx="1211">
                  <c:v>43966</c:v>
                </c:pt>
                <c:pt idx="1212">
                  <c:v>43969</c:v>
                </c:pt>
                <c:pt idx="1213">
                  <c:v>43970</c:v>
                </c:pt>
                <c:pt idx="1214">
                  <c:v>43971</c:v>
                </c:pt>
                <c:pt idx="1215">
                  <c:v>43972</c:v>
                </c:pt>
                <c:pt idx="1216">
                  <c:v>43973</c:v>
                </c:pt>
                <c:pt idx="1217">
                  <c:v>43976</c:v>
                </c:pt>
                <c:pt idx="1218">
                  <c:v>43977</c:v>
                </c:pt>
                <c:pt idx="1219">
                  <c:v>43978</c:v>
                </c:pt>
                <c:pt idx="1220">
                  <c:v>43979</c:v>
                </c:pt>
                <c:pt idx="1221">
                  <c:v>43980</c:v>
                </c:pt>
                <c:pt idx="1222">
                  <c:v>43983</c:v>
                </c:pt>
                <c:pt idx="1223">
                  <c:v>43984</c:v>
                </c:pt>
                <c:pt idx="1224">
                  <c:v>43985</c:v>
                </c:pt>
                <c:pt idx="1225">
                  <c:v>43986</c:v>
                </c:pt>
                <c:pt idx="1226">
                  <c:v>43987</c:v>
                </c:pt>
                <c:pt idx="1227">
                  <c:v>43990</c:v>
                </c:pt>
                <c:pt idx="1228">
                  <c:v>43991</c:v>
                </c:pt>
                <c:pt idx="1229">
                  <c:v>43992</c:v>
                </c:pt>
                <c:pt idx="1230">
                  <c:v>43994</c:v>
                </c:pt>
                <c:pt idx="1231">
                  <c:v>43997</c:v>
                </c:pt>
                <c:pt idx="1232">
                  <c:v>43998</c:v>
                </c:pt>
                <c:pt idx="1233">
                  <c:v>43999</c:v>
                </c:pt>
                <c:pt idx="1234">
                  <c:v>44000</c:v>
                </c:pt>
                <c:pt idx="1235">
                  <c:v>44001</c:v>
                </c:pt>
                <c:pt idx="1236">
                  <c:v>44004</c:v>
                </c:pt>
                <c:pt idx="1237">
                  <c:v>44005</c:v>
                </c:pt>
                <c:pt idx="1238">
                  <c:v>44006</c:v>
                </c:pt>
                <c:pt idx="1239">
                  <c:v>44007</c:v>
                </c:pt>
                <c:pt idx="1240">
                  <c:v>44008</c:v>
                </c:pt>
                <c:pt idx="1241">
                  <c:v>44011</c:v>
                </c:pt>
                <c:pt idx="1242">
                  <c:v>44012</c:v>
                </c:pt>
                <c:pt idx="1243">
                  <c:v>44013</c:v>
                </c:pt>
                <c:pt idx="1244">
                  <c:v>44014</c:v>
                </c:pt>
                <c:pt idx="1245">
                  <c:v>44015</c:v>
                </c:pt>
                <c:pt idx="1246">
                  <c:v>44018</c:v>
                </c:pt>
                <c:pt idx="1247">
                  <c:v>44019</c:v>
                </c:pt>
                <c:pt idx="1248">
                  <c:v>44020</c:v>
                </c:pt>
                <c:pt idx="1249">
                  <c:v>44021</c:v>
                </c:pt>
                <c:pt idx="1250">
                  <c:v>44022</c:v>
                </c:pt>
                <c:pt idx="1251">
                  <c:v>44025</c:v>
                </c:pt>
                <c:pt idx="1252">
                  <c:v>44026</c:v>
                </c:pt>
                <c:pt idx="1253">
                  <c:v>44027</c:v>
                </c:pt>
                <c:pt idx="1254">
                  <c:v>44028</c:v>
                </c:pt>
                <c:pt idx="1255">
                  <c:v>44029</c:v>
                </c:pt>
                <c:pt idx="1256">
                  <c:v>44032</c:v>
                </c:pt>
                <c:pt idx="1257">
                  <c:v>44033</c:v>
                </c:pt>
                <c:pt idx="1258">
                  <c:v>44034</c:v>
                </c:pt>
                <c:pt idx="1259">
                  <c:v>44035</c:v>
                </c:pt>
                <c:pt idx="1260">
                  <c:v>44036</c:v>
                </c:pt>
                <c:pt idx="1261">
                  <c:v>44039</c:v>
                </c:pt>
                <c:pt idx="1262">
                  <c:v>44040</c:v>
                </c:pt>
                <c:pt idx="1263">
                  <c:v>44041</c:v>
                </c:pt>
                <c:pt idx="1264">
                  <c:v>44042</c:v>
                </c:pt>
                <c:pt idx="1265">
                  <c:v>44043</c:v>
                </c:pt>
                <c:pt idx="1266">
                  <c:v>44046</c:v>
                </c:pt>
                <c:pt idx="1267">
                  <c:v>44047</c:v>
                </c:pt>
                <c:pt idx="1268">
                  <c:v>44048</c:v>
                </c:pt>
                <c:pt idx="1269">
                  <c:v>44049</c:v>
                </c:pt>
                <c:pt idx="1270">
                  <c:v>44050</c:v>
                </c:pt>
                <c:pt idx="1271">
                  <c:v>44053</c:v>
                </c:pt>
                <c:pt idx="1272">
                  <c:v>44054</c:v>
                </c:pt>
                <c:pt idx="1273">
                  <c:v>44055</c:v>
                </c:pt>
                <c:pt idx="1274">
                  <c:v>44056</c:v>
                </c:pt>
                <c:pt idx="1275">
                  <c:v>44057</c:v>
                </c:pt>
                <c:pt idx="1276">
                  <c:v>44060</c:v>
                </c:pt>
                <c:pt idx="1277">
                  <c:v>44061</c:v>
                </c:pt>
                <c:pt idx="1278">
                  <c:v>44062</c:v>
                </c:pt>
                <c:pt idx="1279">
                  <c:v>44063</c:v>
                </c:pt>
                <c:pt idx="1280">
                  <c:v>44064</c:v>
                </c:pt>
                <c:pt idx="1281">
                  <c:v>44067</c:v>
                </c:pt>
                <c:pt idx="1282">
                  <c:v>44068</c:v>
                </c:pt>
                <c:pt idx="1283">
                  <c:v>44069</c:v>
                </c:pt>
                <c:pt idx="1284">
                  <c:v>44070</c:v>
                </c:pt>
                <c:pt idx="1285">
                  <c:v>44071</c:v>
                </c:pt>
                <c:pt idx="1286">
                  <c:v>44074</c:v>
                </c:pt>
                <c:pt idx="1287">
                  <c:v>44075</c:v>
                </c:pt>
                <c:pt idx="1288">
                  <c:v>44076</c:v>
                </c:pt>
                <c:pt idx="1289">
                  <c:v>44077</c:v>
                </c:pt>
                <c:pt idx="1290">
                  <c:v>44078</c:v>
                </c:pt>
                <c:pt idx="1291">
                  <c:v>44082</c:v>
                </c:pt>
                <c:pt idx="1292">
                  <c:v>44083</c:v>
                </c:pt>
                <c:pt idx="1293">
                  <c:v>44084</c:v>
                </c:pt>
                <c:pt idx="1294">
                  <c:v>44085</c:v>
                </c:pt>
                <c:pt idx="1295">
                  <c:v>44088</c:v>
                </c:pt>
                <c:pt idx="1296">
                  <c:v>44089</c:v>
                </c:pt>
                <c:pt idx="1297">
                  <c:v>44090</c:v>
                </c:pt>
                <c:pt idx="1298">
                  <c:v>44091</c:v>
                </c:pt>
                <c:pt idx="1299">
                  <c:v>44092</c:v>
                </c:pt>
                <c:pt idx="1300">
                  <c:v>44095</c:v>
                </c:pt>
                <c:pt idx="1301">
                  <c:v>44096</c:v>
                </c:pt>
                <c:pt idx="1302">
                  <c:v>44097</c:v>
                </c:pt>
                <c:pt idx="1303">
                  <c:v>44098</c:v>
                </c:pt>
                <c:pt idx="1304">
                  <c:v>44099</c:v>
                </c:pt>
                <c:pt idx="1305">
                  <c:v>44102</c:v>
                </c:pt>
                <c:pt idx="1306">
                  <c:v>44103</c:v>
                </c:pt>
                <c:pt idx="1307">
                  <c:v>44104</c:v>
                </c:pt>
                <c:pt idx="1308">
                  <c:v>44105</c:v>
                </c:pt>
                <c:pt idx="1309">
                  <c:v>44106</c:v>
                </c:pt>
                <c:pt idx="1310">
                  <c:v>44109</c:v>
                </c:pt>
                <c:pt idx="1311">
                  <c:v>44110</c:v>
                </c:pt>
                <c:pt idx="1312">
                  <c:v>44111</c:v>
                </c:pt>
                <c:pt idx="1313">
                  <c:v>44112</c:v>
                </c:pt>
                <c:pt idx="1314">
                  <c:v>44113</c:v>
                </c:pt>
                <c:pt idx="1315">
                  <c:v>44117</c:v>
                </c:pt>
                <c:pt idx="1316">
                  <c:v>44118</c:v>
                </c:pt>
                <c:pt idx="1317">
                  <c:v>44119</c:v>
                </c:pt>
                <c:pt idx="1318">
                  <c:v>44120</c:v>
                </c:pt>
                <c:pt idx="1319">
                  <c:v>44123</c:v>
                </c:pt>
                <c:pt idx="1320">
                  <c:v>44124</c:v>
                </c:pt>
                <c:pt idx="1321">
                  <c:v>44125</c:v>
                </c:pt>
                <c:pt idx="1322">
                  <c:v>44126</c:v>
                </c:pt>
                <c:pt idx="1323">
                  <c:v>44127</c:v>
                </c:pt>
                <c:pt idx="1324">
                  <c:v>44130</c:v>
                </c:pt>
                <c:pt idx="1325">
                  <c:v>44131</c:v>
                </c:pt>
                <c:pt idx="1326">
                  <c:v>44132</c:v>
                </c:pt>
                <c:pt idx="1327">
                  <c:v>44133</c:v>
                </c:pt>
                <c:pt idx="1328">
                  <c:v>44134</c:v>
                </c:pt>
                <c:pt idx="1329">
                  <c:v>44138</c:v>
                </c:pt>
                <c:pt idx="1330">
                  <c:v>44139</c:v>
                </c:pt>
                <c:pt idx="1331">
                  <c:v>44140</c:v>
                </c:pt>
                <c:pt idx="1332">
                  <c:v>44141</c:v>
                </c:pt>
                <c:pt idx="1333">
                  <c:v>44144</c:v>
                </c:pt>
                <c:pt idx="1334">
                  <c:v>44145</c:v>
                </c:pt>
                <c:pt idx="1335">
                  <c:v>44146</c:v>
                </c:pt>
                <c:pt idx="1336">
                  <c:v>44147</c:v>
                </c:pt>
                <c:pt idx="1337">
                  <c:v>44148</c:v>
                </c:pt>
                <c:pt idx="1338">
                  <c:v>44151</c:v>
                </c:pt>
                <c:pt idx="1339">
                  <c:v>44152</c:v>
                </c:pt>
                <c:pt idx="1340">
                  <c:v>44153</c:v>
                </c:pt>
                <c:pt idx="1341">
                  <c:v>44154</c:v>
                </c:pt>
                <c:pt idx="1342">
                  <c:v>44155</c:v>
                </c:pt>
                <c:pt idx="1343">
                  <c:v>44158</c:v>
                </c:pt>
                <c:pt idx="1344">
                  <c:v>44159</c:v>
                </c:pt>
                <c:pt idx="1345">
                  <c:v>44160</c:v>
                </c:pt>
                <c:pt idx="1346">
                  <c:v>44161</c:v>
                </c:pt>
                <c:pt idx="1347">
                  <c:v>44162</c:v>
                </c:pt>
                <c:pt idx="1348">
                  <c:v>44165</c:v>
                </c:pt>
                <c:pt idx="1349">
                  <c:v>44166</c:v>
                </c:pt>
                <c:pt idx="1350">
                  <c:v>44167</c:v>
                </c:pt>
                <c:pt idx="1351">
                  <c:v>44168</c:v>
                </c:pt>
                <c:pt idx="1352">
                  <c:v>44169</c:v>
                </c:pt>
                <c:pt idx="1353">
                  <c:v>44172</c:v>
                </c:pt>
                <c:pt idx="1354">
                  <c:v>44173</c:v>
                </c:pt>
                <c:pt idx="1355">
                  <c:v>44174</c:v>
                </c:pt>
                <c:pt idx="1356">
                  <c:v>44175</c:v>
                </c:pt>
                <c:pt idx="1357">
                  <c:v>44176</c:v>
                </c:pt>
                <c:pt idx="1358">
                  <c:v>44179</c:v>
                </c:pt>
                <c:pt idx="1359">
                  <c:v>44180</c:v>
                </c:pt>
                <c:pt idx="1360">
                  <c:v>44181</c:v>
                </c:pt>
                <c:pt idx="1361">
                  <c:v>44182</c:v>
                </c:pt>
                <c:pt idx="1362">
                  <c:v>44183</c:v>
                </c:pt>
                <c:pt idx="1363">
                  <c:v>44186</c:v>
                </c:pt>
                <c:pt idx="1364">
                  <c:v>44187</c:v>
                </c:pt>
                <c:pt idx="1365">
                  <c:v>44188</c:v>
                </c:pt>
                <c:pt idx="1366">
                  <c:v>44193</c:v>
                </c:pt>
                <c:pt idx="1367">
                  <c:v>44194</c:v>
                </c:pt>
                <c:pt idx="1368">
                  <c:v>44200</c:v>
                </c:pt>
                <c:pt idx="1369">
                  <c:v>44201</c:v>
                </c:pt>
                <c:pt idx="1370">
                  <c:v>44202</c:v>
                </c:pt>
                <c:pt idx="1371">
                  <c:v>44203</c:v>
                </c:pt>
                <c:pt idx="1372">
                  <c:v>44204</c:v>
                </c:pt>
                <c:pt idx="1373">
                  <c:v>44207</c:v>
                </c:pt>
                <c:pt idx="1374">
                  <c:v>44208</c:v>
                </c:pt>
                <c:pt idx="1375">
                  <c:v>44209</c:v>
                </c:pt>
                <c:pt idx="1376">
                  <c:v>44210</c:v>
                </c:pt>
                <c:pt idx="1377">
                  <c:v>44211</c:v>
                </c:pt>
                <c:pt idx="1378">
                  <c:v>44214</c:v>
                </c:pt>
                <c:pt idx="1379">
                  <c:v>44215</c:v>
                </c:pt>
                <c:pt idx="1380">
                  <c:v>44216</c:v>
                </c:pt>
                <c:pt idx="1381">
                  <c:v>44217</c:v>
                </c:pt>
                <c:pt idx="1382">
                  <c:v>44218</c:v>
                </c:pt>
                <c:pt idx="1383">
                  <c:v>44222</c:v>
                </c:pt>
                <c:pt idx="1384">
                  <c:v>44223</c:v>
                </c:pt>
                <c:pt idx="1385">
                  <c:v>44224</c:v>
                </c:pt>
                <c:pt idx="1386">
                  <c:v>44225</c:v>
                </c:pt>
                <c:pt idx="1387">
                  <c:v>44228</c:v>
                </c:pt>
                <c:pt idx="1388">
                  <c:v>44229</c:v>
                </c:pt>
                <c:pt idx="1389">
                  <c:v>44230</c:v>
                </c:pt>
                <c:pt idx="1390">
                  <c:v>44231</c:v>
                </c:pt>
                <c:pt idx="1391">
                  <c:v>44232</c:v>
                </c:pt>
                <c:pt idx="1392">
                  <c:v>44235</c:v>
                </c:pt>
                <c:pt idx="1393">
                  <c:v>44236</c:v>
                </c:pt>
                <c:pt idx="1394">
                  <c:v>44237</c:v>
                </c:pt>
                <c:pt idx="1395">
                  <c:v>44238</c:v>
                </c:pt>
                <c:pt idx="1396">
                  <c:v>44239</c:v>
                </c:pt>
                <c:pt idx="1397">
                  <c:v>44244</c:v>
                </c:pt>
                <c:pt idx="1398">
                  <c:v>44245</c:v>
                </c:pt>
                <c:pt idx="1399">
                  <c:v>44246</c:v>
                </c:pt>
                <c:pt idx="1400">
                  <c:v>44249</c:v>
                </c:pt>
                <c:pt idx="1401">
                  <c:v>44250</c:v>
                </c:pt>
                <c:pt idx="1402">
                  <c:v>44251</c:v>
                </c:pt>
                <c:pt idx="1403">
                  <c:v>44252</c:v>
                </c:pt>
                <c:pt idx="1404">
                  <c:v>44253</c:v>
                </c:pt>
                <c:pt idx="1405">
                  <c:v>44256</c:v>
                </c:pt>
                <c:pt idx="1406">
                  <c:v>44257</c:v>
                </c:pt>
                <c:pt idx="1407">
                  <c:v>44258</c:v>
                </c:pt>
                <c:pt idx="1408">
                  <c:v>44259</c:v>
                </c:pt>
                <c:pt idx="1409">
                  <c:v>44260</c:v>
                </c:pt>
                <c:pt idx="1410">
                  <c:v>44263</c:v>
                </c:pt>
                <c:pt idx="1411">
                  <c:v>44264</c:v>
                </c:pt>
                <c:pt idx="1412">
                  <c:v>44265</c:v>
                </c:pt>
                <c:pt idx="1413">
                  <c:v>44266</c:v>
                </c:pt>
                <c:pt idx="1414">
                  <c:v>44267</c:v>
                </c:pt>
                <c:pt idx="1415">
                  <c:v>44270</c:v>
                </c:pt>
                <c:pt idx="1416">
                  <c:v>44271</c:v>
                </c:pt>
                <c:pt idx="1417">
                  <c:v>44272</c:v>
                </c:pt>
                <c:pt idx="1418">
                  <c:v>44273</c:v>
                </c:pt>
                <c:pt idx="1419">
                  <c:v>44274</c:v>
                </c:pt>
                <c:pt idx="1420">
                  <c:v>44277</c:v>
                </c:pt>
                <c:pt idx="1421">
                  <c:v>44278</c:v>
                </c:pt>
                <c:pt idx="1422">
                  <c:v>44279</c:v>
                </c:pt>
                <c:pt idx="1423">
                  <c:v>44280</c:v>
                </c:pt>
                <c:pt idx="1424">
                  <c:v>44281</c:v>
                </c:pt>
                <c:pt idx="1425">
                  <c:v>44284</c:v>
                </c:pt>
                <c:pt idx="1426">
                  <c:v>44285</c:v>
                </c:pt>
                <c:pt idx="1427">
                  <c:v>44286</c:v>
                </c:pt>
                <c:pt idx="1428">
                  <c:v>44287</c:v>
                </c:pt>
                <c:pt idx="1429">
                  <c:v>44291</c:v>
                </c:pt>
                <c:pt idx="1430">
                  <c:v>44292</c:v>
                </c:pt>
                <c:pt idx="1431">
                  <c:v>44293</c:v>
                </c:pt>
                <c:pt idx="1432">
                  <c:v>44294</c:v>
                </c:pt>
                <c:pt idx="1433">
                  <c:v>44295</c:v>
                </c:pt>
                <c:pt idx="1434">
                  <c:v>44298</c:v>
                </c:pt>
                <c:pt idx="1435">
                  <c:v>44299</c:v>
                </c:pt>
                <c:pt idx="1436">
                  <c:v>44300</c:v>
                </c:pt>
                <c:pt idx="1437">
                  <c:v>44301</c:v>
                </c:pt>
                <c:pt idx="1438">
                  <c:v>44302</c:v>
                </c:pt>
                <c:pt idx="1439">
                  <c:v>44305</c:v>
                </c:pt>
                <c:pt idx="1440">
                  <c:v>44306</c:v>
                </c:pt>
                <c:pt idx="1441">
                  <c:v>44308</c:v>
                </c:pt>
                <c:pt idx="1442">
                  <c:v>44309</c:v>
                </c:pt>
                <c:pt idx="1443">
                  <c:v>44312</c:v>
                </c:pt>
                <c:pt idx="1444">
                  <c:v>44313</c:v>
                </c:pt>
                <c:pt idx="1445">
                  <c:v>44314</c:v>
                </c:pt>
                <c:pt idx="1446">
                  <c:v>44315</c:v>
                </c:pt>
                <c:pt idx="1447">
                  <c:v>44316</c:v>
                </c:pt>
                <c:pt idx="1448">
                  <c:v>44319</c:v>
                </c:pt>
                <c:pt idx="1449">
                  <c:v>44320</c:v>
                </c:pt>
                <c:pt idx="1450">
                  <c:v>44321</c:v>
                </c:pt>
                <c:pt idx="1451">
                  <c:v>44322</c:v>
                </c:pt>
                <c:pt idx="1452">
                  <c:v>44323</c:v>
                </c:pt>
                <c:pt idx="1453">
                  <c:v>44326</c:v>
                </c:pt>
                <c:pt idx="1454">
                  <c:v>44327</c:v>
                </c:pt>
                <c:pt idx="1455">
                  <c:v>44328</c:v>
                </c:pt>
                <c:pt idx="1456">
                  <c:v>44329</c:v>
                </c:pt>
                <c:pt idx="1457">
                  <c:v>44330</c:v>
                </c:pt>
                <c:pt idx="1458">
                  <c:v>44333</c:v>
                </c:pt>
                <c:pt idx="1459">
                  <c:v>44334</c:v>
                </c:pt>
                <c:pt idx="1460">
                  <c:v>44335</c:v>
                </c:pt>
                <c:pt idx="1461">
                  <c:v>44336</c:v>
                </c:pt>
                <c:pt idx="1462">
                  <c:v>44337</c:v>
                </c:pt>
                <c:pt idx="1463">
                  <c:v>44340</c:v>
                </c:pt>
                <c:pt idx="1464">
                  <c:v>44341</c:v>
                </c:pt>
                <c:pt idx="1465">
                  <c:v>44342</c:v>
                </c:pt>
                <c:pt idx="1466">
                  <c:v>44343</c:v>
                </c:pt>
                <c:pt idx="1467">
                  <c:v>44344</c:v>
                </c:pt>
                <c:pt idx="1468">
                  <c:v>44347</c:v>
                </c:pt>
                <c:pt idx="1469">
                  <c:v>44348</c:v>
                </c:pt>
                <c:pt idx="1470">
                  <c:v>44349</c:v>
                </c:pt>
                <c:pt idx="1471">
                  <c:v>44351</c:v>
                </c:pt>
                <c:pt idx="1472">
                  <c:v>44354</c:v>
                </c:pt>
                <c:pt idx="1473">
                  <c:v>44355</c:v>
                </c:pt>
                <c:pt idx="1474">
                  <c:v>44356</c:v>
                </c:pt>
                <c:pt idx="1475">
                  <c:v>44357</c:v>
                </c:pt>
                <c:pt idx="1476">
                  <c:v>44358</c:v>
                </c:pt>
                <c:pt idx="1477">
                  <c:v>44361</c:v>
                </c:pt>
                <c:pt idx="1478">
                  <c:v>44362</c:v>
                </c:pt>
                <c:pt idx="1479">
                  <c:v>44363</c:v>
                </c:pt>
                <c:pt idx="1480">
                  <c:v>44364</c:v>
                </c:pt>
                <c:pt idx="1481">
                  <c:v>44365</c:v>
                </c:pt>
                <c:pt idx="1482">
                  <c:v>44368</c:v>
                </c:pt>
                <c:pt idx="1483">
                  <c:v>44369</c:v>
                </c:pt>
                <c:pt idx="1484">
                  <c:v>44370</c:v>
                </c:pt>
                <c:pt idx="1485">
                  <c:v>44371</c:v>
                </c:pt>
                <c:pt idx="1486">
                  <c:v>44372</c:v>
                </c:pt>
                <c:pt idx="1487">
                  <c:v>44375</c:v>
                </c:pt>
                <c:pt idx="1488">
                  <c:v>44376</c:v>
                </c:pt>
                <c:pt idx="1489">
                  <c:v>44377</c:v>
                </c:pt>
                <c:pt idx="1490">
                  <c:v>44378</c:v>
                </c:pt>
                <c:pt idx="1491">
                  <c:v>44379</c:v>
                </c:pt>
                <c:pt idx="1492">
                  <c:v>44382</c:v>
                </c:pt>
                <c:pt idx="1493">
                  <c:v>44383</c:v>
                </c:pt>
                <c:pt idx="1494">
                  <c:v>44384</c:v>
                </c:pt>
                <c:pt idx="1495">
                  <c:v>44385</c:v>
                </c:pt>
                <c:pt idx="1496">
                  <c:v>44389</c:v>
                </c:pt>
                <c:pt idx="1497">
                  <c:v>44390</c:v>
                </c:pt>
                <c:pt idx="1498">
                  <c:v>44391</c:v>
                </c:pt>
                <c:pt idx="1499">
                  <c:v>44392</c:v>
                </c:pt>
                <c:pt idx="1500">
                  <c:v>44393</c:v>
                </c:pt>
                <c:pt idx="1501">
                  <c:v>44396</c:v>
                </c:pt>
                <c:pt idx="1502">
                  <c:v>44397</c:v>
                </c:pt>
                <c:pt idx="1503">
                  <c:v>44398</c:v>
                </c:pt>
                <c:pt idx="1504">
                  <c:v>44399</c:v>
                </c:pt>
                <c:pt idx="1505">
                  <c:v>44400</c:v>
                </c:pt>
                <c:pt idx="1506">
                  <c:v>44403</c:v>
                </c:pt>
                <c:pt idx="1507">
                  <c:v>44404</c:v>
                </c:pt>
                <c:pt idx="1508">
                  <c:v>44405</c:v>
                </c:pt>
                <c:pt idx="1509">
                  <c:v>44406</c:v>
                </c:pt>
                <c:pt idx="1510">
                  <c:v>44407</c:v>
                </c:pt>
                <c:pt idx="1511">
                  <c:v>44410</c:v>
                </c:pt>
                <c:pt idx="1512">
                  <c:v>44411</c:v>
                </c:pt>
                <c:pt idx="1513">
                  <c:v>44412</c:v>
                </c:pt>
                <c:pt idx="1514">
                  <c:v>44413</c:v>
                </c:pt>
                <c:pt idx="1515">
                  <c:v>44414</c:v>
                </c:pt>
                <c:pt idx="1516">
                  <c:v>44417</c:v>
                </c:pt>
                <c:pt idx="1517">
                  <c:v>44418</c:v>
                </c:pt>
                <c:pt idx="1518">
                  <c:v>44419</c:v>
                </c:pt>
                <c:pt idx="1519">
                  <c:v>44420</c:v>
                </c:pt>
                <c:pt idx="1520">
                  <c:v>44421</c:v>
                </c:pt>
                <c:pt idx="1521">
                  <c:v>44424</c:v>
                </c:pt>
                <c:pt idx="1522">
                  <c:v>44425</c:v>
                </c:pt>
                <c:pt idx="1523">
                  <c:v>44426</c:v>
                </c:pt>
                <c:pt idx="1524">
                  <c:v>44427</c:v>
                </c:pt>
                <c:pt idx="1525">
                  <c:v>44428</c:v>
                </c:pt>
                <c:pt idx="1526">
                  <c:v>44431</c:v>
                </c:pt>
                <c:pt idx="1527">
                  <c:v>44432</c:v>
                </c:pt>
                <c:pt idx="1528">
                  <c:v>44433</c:v>
                </c:pt>
                <c:pt idx="1529">
                  <c:v>44434</c:v>
                </c:pt>
                <c:pt idx="1530">
                  <c:v>44435</c:v>
                </c:pt>
                <c:pt idx="1531">
                  <c:v>44438</c:v>
                </c:pt>
                <c:pt idx="1532">
                  <c:v>44439</c:v>
                </c:pt>
                <c:pt idx="1533">
                  <c:v>44440</c:v>
                </c:pt>
                <c:pt idx="1534">
                  <c:v>44441</c:v>
                </c:pt>
                <c:pt idx="1535">
                  <c:v>44442</c:v>
                </c:pt>
                <c:pt idx="1536">
                  <c:v>44445</c:v>
                </c:pt>
                <c:pt idx="1537">
                  <c:v>44447</c:v>
                </c:pt>
                <c:pt idx="1538">
                  <c:v>44448</c:v>
                </c:pt>
                <c:pt idx="1539">
                  <c:v>44449</c:v>
                </c:pt>
                <c:pt idx="1540">
                  <c:v>44452</c:v>
                </c:pt>
                <c:pt idx="1541">
                  <c:v>44453</c:v>
                </c:pt>
                <c:pt idx="1542">
                  <c:v>44454</c:v>
                </c:pt>
                <c:pt idx="1543">
                  <c:v>44455</c:v>
                </c:pt>
                <c:pt idx="1544">
                  <c:v>44456</c:v>
                </c:pt>
                <c:pt idx="1545">
                  <c:v>44459</c:v>
                </c:pt>
                <c:pt idx="1546">
                  <c:v>44460</c:v>
                </c:pt>
                <c:pt idx="1547">
                  <c:v>44461</c:v>
                </c:pt>
                <c:pt idx="1548">
                  <c:v>44462</c:v>
                </c:pt>
                <c:pt idx="1549">
                  <c:v>44463</c:v>
                </c:pt>
                <c:pt idx="1550">
                  <c:v>44466</c:v>
                </c:pt>
                <c:pt idx="1551">
                  <c:v>44467</c:v>
                </c:pt>
                <c:pt idx="1552">
                  <c:v>44468</c:v>
                </c:pt>
                <c:pt idx="1553">
                  <c:v>44469</c:v>
                </c:pt>
                <c:pt idx="1554">
                  <c:v>44470</c:v>
                </c:pt>
                <c:pt idx="1555">
                  <c:v>44473</c:v>
                </c:pt>
                <c:pt idx="1556">
                  <c:v>44474</c:v>
                </c:pt>
                <c:pt idx="1557">
                  <c:v>44475</c:v>
                </c:pt>
                <c:pt idx="1558">
                  <c:v>44476</c:v>
                </c:pt>
                <c:pt idx="1559">
                  <c:v>44477</c:v>
                </c:pt>
                <c:pt idx="1560">
                  <c:v>44480</c:v>
                </c:pt>
                <c:pt idx="1561">
                  <c:v>44482</c:v>
                </c:pt>
                <c:pt idx="1562">
                  <c:v>44483</c:v>
                </c:pt>
                <c:pt idx="1563">
                  <c:v>44484</c:v>
                </c:pt>
                <c:pt idx="1564">
                  <c:v>44487</c:v>
                </c:pt>
                <c:pt idx="1565">
                  <c:v>44488</c:v>
                </c:pt>
                <c:pt idx="1566">
                  <c:v>44489</c:v>
                </c:pt>
                <c:pt idx="1567">
                  <c:v>44490</c:v>
                </c:pt>
                <c:pt idx="1568">
                  <c:v>44491</c:v>
                </c:pt>
                <c:pt idx="1569">
                  <c:v>44494</c:v>
                </c:pt>
                <c:pt idx="1570">
                  <c:v>44495</c:v>
                </c:pt>
                <c:pt idx="1571">
                  <c:v>44496</c:v>
                </c:pt>
                <c:pt idx="1572">
                  <c:v>44497</c:v>
                </c:pt>
                <c:pt idx="1573">
                  <c:v>44498</c:v>
                </c:pt>
                <c:pt idx="1574">
                  <c:v>44501</c:v>
                </c:pt>
                <c:pt idx="1575">
                  <c:v>44503</c:v>
                </c:pt>
                <c:pt idx="1576">
                  <c:v>44504</c:v>
                </c:pt>
                <c:pt idx="1577">
                  <c:v>44505</c:v>
                </c:pt>
                <c:pt idx="1578">
                  <c:v>44508</c:v>
                </c:pt>
                <c:pt idx="1579">
                  <c:v>44509</c:v>
                </c:pt>
                <c:pt idx="1580">
                  <c:v>44510</c:v>
                </c:pt>
                <c:pt idx="1581">
                  <c:v>44511</c:v>
                </c:pt>
                <c:pt idx="1582">
                  <c:v>44512</c:v>
                </c:pt>
                <c:pt idx="1583">
                  <c:v>44516</c:v>
                </c:pt>
                <c:pt idx="1584">
                  <c:v>44517</c:v>
                </c:pt>
                <c:pt idx="1585">
                  <c:v>44518</c:v>
                </c:pt>
                <c:pt idx="1586">
                  <c:v>44519</c:v>
                </c:pt>
                <c:pt idx="1587">
                  <c:v>44522</c:v>
                </c:pt>
                <c:pt idx="1588">
                  <c:v>44523</c:v>
                </c:pt>
                <c:pt idx="1589">
                  <c:v>44524</c:v>
                </c:pt>
                <c:pt idx="1590">
                  <c:v>44525</c:v>
                </c:pt>
                <c:pt idx="1591">
                  <c:v>44526</c:v>
                </c:pt>
                <c:pt idx="1592">
                  <c:v>44529</c:v>
                </c:pt>
                <c:pt idx="1593">
                  <c:v>44530</c:v>
                </c:pt>
                <c:pt idx="1594">
                  <c:v>44531</c:v>
                </c:pt>
                <c:pt idx="1595">
                  <c:v>44532</c:v>
                </c:pt>
                <c:pt idx="1596">
                  <c:v>44533</c:v>
                </c:pt>
                <c:pt idx="1597">
                  <c:v>44536</c:v>
                </c:pt>
                <c:pt idx="1598">
                  <c:v>44537</c:v>
                </c:pt>
                <c:pt idx="1599">
                  <c:v>44538</c:v>
                </c:pt>
                <c:pt idx="1600">
                  <c:v>44539</c:v>
                </c:pt>
                <c:pt idx="1601">
                  <c:v>44540</c:v>
                </c:pt>
                <c:pt idx="1602">
                  <c:v>44543</c:v>
                </c:pt>
                <c:pt idx="1603">
                  <c:v>44544</c:v>
                </c:pt>
                <c:pt idx="1604">
                  <c:v>44545</c:v>
                </c:pt>
                <c:pt idx="1605">
                  <c:v>44546</c:v>
                </c:pt>
                <c:pt idx="1606">
                  <c:v>44547</c:v>
                </c:pt>
                <c:pt idx="1607">
                  <c:v>44550</c:v>
                </c:pt>
                <c:pt idx="1608">
                  <c:v>44551</c:v>
                </c:pt>
                <c:pt idx="1609">
                  <c:v>44552</c:v>
                </c:pt>
                <c:pt idx="1610">
                  <c:v>44553</c:v>
                </c:pt>
                <c:pt idx="1611">
                  <c:v>44557</c:v>
                </c:pt>
                <c:pt idx="1612">
                  <c:v>44558</c:v>
                </c:pt>
                <c:pt idx="1613">
                  <c:v>44559</c:v>
                </c:pt>
                <c:pt idx="1614">
                  <c:v>44560</c:v>
                </c:pt>
                <c:pt idx="1615">
                  <c:v>44564</c:v>
                </c:pt>
                <c:pt idx="1616">
                  <c:v>44565</c:v>
                </c:pt>
                <c:pt idx="1617">
                  <c:v>44566</c:v>
                </c:pt>
                <c:pt idx="1618">
                  <c:v>44567</c:v>
                </c:pt>
                <c:pt idx="1619">
                  <c:v>44568</c:v>
                </c:pt>
                <c:pt idx="1620">
                  <c:v>44571</c:v>
                </c:pt>
                <c:pt idx="1621">
                  <c:v>44572</c:v>
                </c:pt>
                <c:pt idx="1622">
                  <c:v>44573</c:v>
                </c:pt>
                <c:pt idx="1623">
                  <c:v>44574</c:v>
                </c:pt>
                <c:pt idx="1624">
                  <c:v>44575</c:v>
                </c:pt>
                <c:pt idx="1625">
                  <c:v>44578</c:v>
                </c:pt>
                <c:pt idx="1626">
                  <c:v>44579</c:v>
                </c:pt>
                <c:pt idx="1627">
                  <c:v>44580</c:v>
                </c:pt>
                <c:pt idx="1628">
                  <c:v>44581</c:v>
                </c:pt>
                <c:pt idx="1629">
                  <c:v>44582</c:v>
                </c:pt>
                <c:pt idx="1630">
                  <c:v>44585</c:v>
                </c:pt>
                <c:pt idx="1631">
                  <c:v>44586</c:v>
                </c:pt>
                <c:pt idx="1632">
                  <c:v>44587</c:v>
                </c:pt>
                <c:pt idx="1633">
                  <c:v>44588</c:v>
                </c:pt>
                <c:pt idx="1634">
                  <c:v>44589</c:v>
                </c:pt>
                <c:pt idx="1635">
                  <c:v>44592</c:v>
                </c:pt>
                <c:pt idx="1636">
                  <c:v>44593</c:v>
                </c:pt>
                <c:pt idx="1637">
                  <c:v>44594</c:v>
                </c:pt>
                <c:pt idx="1638">
                  <c:v>44595</c:v>
                </c:pt>
                <c:pt idx="1639">
                  <c:v>44596</c:v>
                </c:pt>
                <c:pt idx="1640">
                  <c:v>44599</c:v>
                </c:pt>
                <c:pt idx="1641">
                  <c:v>44600</c:v>
                </c:pt>
                <c:pt idx="1642">
                  <c:v>44601</c:v>
                </c:pt>
                <c:pt idx="1643">
                  <c:v>44602</c:v>
                </c:pt>
                <c:pt idx="1644">
                  <c:v>44603</c:v>
                </c:pt>
                <c:pt idx="1645">
                  <c:v>44606</c:v>
                </c:pt>
                <c:pt idx="1646">
                  <c:v>44607</c:v>
                </c:pt>
                <c:pt idx="1647">
                  <c:v>44608</c:v>
                </c:pt>
                <c:pt idx="1648">
                  <c:v>44609</c:v>
                </c:pt>
                <c:pt idx="1649">
                  <c:v>44610</c:v>
                </c:pt>
                <c:pt idx="1650">
                  <c:v>44613</c:v>
                </c:pt>
                <c:pt idx="1651">
                  <c:v>44614</c:v>
                </c:pt>
                <c:pt idx="1652">
                  <c:v>44615</c:v>
                </c:pt>
                <c:pt idx="1653">
                  <c:v>44616</c:v>
                </c:pt>
                <c:pt idx="1654">
                  <c:v>44617</c:v>
                </c:pt>
                <c:pt idx="1655">
                  <c:v>44622</c:v>
                </c:pt>
                <c:pt idx="1656">
                  <c:v>44623</c:v>
                </c:pt>
                <c:pt idx="1657">
                  <c:v>44624</c:v>
                </c:pt>
                <c:pt idx="1658">
                  <c:v>44627</c:v>
                </c:pt>
                <c:pt idx="1659">
                  <c:v>44628</c:v>
                </c:pt>
                <c:pt idx="1660">
                  <c:v>44629</c:v>
                </c:pt>
                <c:pt idx="1661">
                  <c:v>44630</c:v>
                </c:pt>
                <c:pt idx="1662">
                  <c:v>44631</c:v>
                </c:pt>
                <c:pt idx="1663">
                  <c:v>44634</c:v>
                </c:pt>
                <c:pt idx="1664">
                  <c:v>44635</c:v>
                </c:pt>
                <c:pt idx="1665">
                  <c:v>44636</c:v>
                </c:pt>
                <c:pt idx="1666">
                  <c:v>44637</c:v>
                </c:pt>
                <c:pt idx="1667">
                  <c:v>44638</c:v>
                </c:pt>
                <c:pt idx="1668">
                  <c:v>44641</c:v>
                </c:pt>
                <c:pt idx="1669">
                  <c:v>44642</c:v>
                </c:pt>
                <c:pt idx="1670">
                  <c:v>44643</c:v>
                </c:pt>
                <c:pt idx="1671">
                  <c:v>44644</c:v>
                </c:pt>
                <c:pt idx="1672">
                  <c:v>44645</c:v>
                </c:pt>
                <c:pt idx="1673">
                  <c:v>44648</c:v>
                </c:pt>
                <c:pt idx="1674">
                  <c:v>44649</c:v>
                </c:pt>
                <c:pt idx="1675">
                  <c:v>44650</c:v>
                </c:pt>
                <c:pt idx="1676">
                  <c:v>44651</c:v>
                </c:pt>
                <c:pt idx="1677">
                  <c:v>44652</c:v>
                </c:pt>
                <c:pt idx="1678">
                  <c:v>44655</c:v>
                </c:pt>
                <c:pt idx="1679">
                  <c:v>44656</c:v>
                </c:pt>
                <c:pt idx="1680">
                  <c:v>44657</c:v>
                </c:pt>
                <c:pt idx="1681">
                  <c:v>44658</c:v>
                </c:pt>
                <c:pt idx="1682">
                  <c:v>44659</c:v>
                </c:pt>
                <c:pt idx="1683">
                  <c:v>44662</c:v>
                </c:pt>
                <c:pt idx="1684">
                  <c:v>44663</c:v>
                </c:pt>
                <c:pt idx="1685">
                  <c:v>44664</c:v>
                </c:pt>
                <c:pt idx="1686">
                  <c:v>44665</c:v>
                </c:pt>
                <c:pt idx="1687">
                  <c:v>44669</c:v>
                </c:pt>
                <c:pt idx="1688">
                  <c:v>44670</c:v>
                </c:pt>
                <c:pt idx="1689">
                  <c:v>44671</c:v>
                </c:pt>
                <c:pt idx="1690">
                  <c:v>44673</c:v>
                </c:pt>
                <c:pt idx="1691">
                  <c:v>44676</c:v>
                </c:pt>
                <c:pt idx="1692">
                  <c:v>44677</c:v>
                </c:pt>
                <c:pt idx="1693">
                  <c:v>44678</c:v>
                </c:pt>
                <c:pt idx="1694">
                  <c:v>44679</c:v>
                </c:pt>
                <c:pt idx="1695">
                  <c:v>44680</c:v>
                </c:pt>
                <c:pt idx="1696">
                  <c:v>44683</c:v>
                </c:pt>
                <c:pt idx="1697">
                  <c:v>44684</c:v>
                </c:pt>
                <c:pt idx="1698">
                  <c:v>44685</c:v>
                </c:pt>
                <c:pt idx="1699">
                  <c:v>44686</c:v>
                </c:pt>
                <c:pt idx="1700">
                  <c:v>44687</c:v>
                </c:pt>
                <c:pt idx="1701">
                  <c:v>44690</c:v>
                </c:pt>
                <c:pt idx="1702">
                  <c:v>44691</c:v>
                </c:pt>
                <c:pt idx="1703">
                  <c:v>44692</c:v>
                </c:pt>
                <c:pt idx="1704">
                  <c:v>44693</c:v>
                </c:pt>
                <c:pt idx="1705">
                  <c:v>44694</c:v>
                </c:pt>
                <c:pt idx="1706">
                  <c:v>44697</c:v>
                </c:pt>
                <c:pt idx="1707">
                  <c:v>44698</c:v>
                </c:pt>
                <c:pt idx="1708">
                  <c:v>44699</c:v>
                </c:pt>
                <c:pt idx="1709">
                  <c:v>44700</c:v>
                </c:pt>
                <c:pt idx="1710">
                  <c:v>44701</c:v>
                </c:pt>
                <c:pt idx="1711">
                  <c:v>44704</c:v>
                </c:pt>
                <c:pt idx="1712">
                  <c:v>44705</c:v>
                </c:pt>
                <c:pt idx="1713">
                  <c:v>44706</c:v>
                </c:pt>
                <c:pt idx="1714">
                  <c:v>44707</c:v>
                </c:pt>
                <c:pt idx="1715">
                  <c:v>44708</c:v>
                </c:pt>
                <c:pt idx="1716">
                  <c:v>44711</c:v>
                </c:pt>
                <c:pt idx="1717">
                  <c:v>44712</c:v>
                </c:pt>
                <c:pt idx="1718">
                  <c:v>44713</c:v>
                </c:pt>
                <c:pt idx="1719">
                  <c:v>44714</c:v>
                </c:pt>
                <c:pt idx="1720">
                  <c:v>44715</c:v>
                </c:pt>
                <c:pt idx="1721">
                  <c:v>44718</c:v>
                </c:pt>
                <c:pt idx="1722">
                  <c:v>44719</c:v>
                </c:pt>
                <c:pt idx="1723">
                  <c:v>44720</c:v>
                </c:pt>
                <c:pt idx="1724">
                  <c:v>44721</c:v>
                </c:pt>
                <c:pt idx="1725">
                  <c:v>44722</c:v>
                </c:pt>
                <c:pt idx="1726">
                  <c:v>44725</c:v>
                </c:pt>
                <c:pt idx="1727">
                  <c:v>44726</c:v>
                </c:pt>
                <c:pt idx="1728">
                  <c:v>44727</c:v>
                </c:pt>
                <c:pt idx="1729">
                  <c:v>44729</c:v>
                </c:pt>
                <c:pt idx="1730">
                  <c:v>44732</c:v>
                </c:pt>
                <c:pt idx="1731">
                  <c:v>44733</c:v>
                </c:pt>
                <c:pt idx="1732">
                  <c:v>44734</c:v>
                </c:pt>
                <c:pt idx="1733">
                  <c:v>44735</c:v>
                </c:pt>
                <c:pt idx="1734">
                  <c:v>44736</c:v>
                </c:pt>
                <c:pt idx="1735">
                  <c:v>44739</c:v>
                </c:pt>
                <c:pt idx="1736">
                  <c:v>44740</c:v>
                </c:pt>
                <c:pt idx="1737">
                  <c:v>44741</c:v>
                </c:pt>
                <c:pt idx="1738">
                  <c:v>44742</c:v>
                </c:pt>
                <c:pt idx="1739">
                  <c:v>44743</c:v>
                </c:pt>
                <c:pt idx="1740">
                  <c:v>44746</c:v>
                </c:pt>
                <c:pt idx="1741">
                  <c:v>44747</c:v>
                </c:pt>
                <c:pt idx="1742">
                  <c:v>44748</c:v>
                </c:pt>
                <c:pt idx="1743">
                  <c:v>44749</c:v>
                </c:pt>
                <c:pt idx="1744">
                  <c:v>44750</c:v>
                </c:pt>
                <c:pt idx="1745">
                  <c:v>44753</c:v>
                </c:pt>
                <c:pt idx="1746">
                  <c:v>44754</c:v>
                </c:pt>
                <c:pt idx="1747">
                  <c:v>44755</c:v>
                </c:pt>
                <c:pt idx="1748">
                  <c:v>44756</c:v>
                </c:pt>
                <c:pt idx="1749">
                  <c:v>44757</c:v>
                </c:pt>
                <c:pt idx="1750">
                  <c:v>44760</c:v>
                </c:pt>
                <c:pt idx="1751">
                  <c:v>44761</c:v>
                </c:pt>
                <c:pt idx="1752">
                  <c:v>44762</c:v>
                </c:pt>
                <c:pt idx="1753">
                  <c:v>44763</c:v>
                </c:pt>
                <c:pt idx="1754">
                  <c:v>44764</c:v>
                </c:pt>
                <c:pt idx="1755">
                  <c:v>44767</c:v>
                </c:pt>
                <c:pt idx="1756">
                  <c:v>44768</c:v>
                </c:pt>
                <c:pt idx="1757">
                  <c:v>44769</c:v>
                </c:pt>
                <c:pt idx="1758">
                  <c:v>44770</c:v>
                </c:pt>
                <c:pt idx="1759">
                  <c:v>44771</c:v>
                </c:pt>
                <c:pt idx="1760">
                  <c:v>44774</c:v>
                </c:pt>
                <c:pt idx="1761">
                  <c:v>44775</c:v>
                </c:pt>
                <c:pt idx="1762">
                  <c:v>44776</c:v>
                </c:pt>
                <c:pt idx="1763">
                  <c:v>44777</c:v>
                </c:pt>
                <c:pt idx="1764">
                  <c:v>44778</c:v>
                </c:pt>
                <c:pt idx="1765">
                  <c:v>44781</c:v>
                </c:pt>
                <c:pt idx="1766">
                  <c:v>44782</c:v>
                </c:pt>
                <c:pt idx="1767">
                  <c:v>44783</c:v>
                </c:pt>
                <c:pt idx="1768">
                  <c:v>44784</c:v>
                </c:pt>
                <c:pt idx="1769">
                  <c:v>44785</c:v>
                </c:pt>
                <c:pt idx="1770">
                  <c:v>44788</c:v>
                </c:pt>
                <c:pt idx="1771">
                  <c:v>44789</c:v>
                </c:pt>
                <c:pt idx="1772">
                  <c:v>44790</c:v>
                </c:pt>
                <c:pt idx="1773">
                  <c:v>44791</c:v>
                </c:pt>
                <c:pt idx="1774">
                  <c:v>44792</c:v>
                </c:pt>
                <c:pt idx="1775">
                  <c:v>44795</c:v>
                </c:pt>
                <c:pt idx="1776">
                  <c:v>44796</c:v>
                </c:pt>
                <c:pt idx="1777">
                  <c:v>44797</c:v>
                </c:pt>
                <c:pt idx="1778">
                  <c:v>44798</c:v>
                </c:pt>
                <c:pt idx="1779">
                  <c:v>44799</c:v>
                </c:pt>
                <c:pt idx="1780">
                  <c:v>44802</c:v>
                </c:pt>
                <c:pt idx="1781">
                  <c:v>44803</c:v>
                </c:pt>
                <c:pt idx="1782">
                  <c:v>44804</c:v>
                </c:pt>
                <c:pt idx="1783">
                  <c:v>44805</c:v>
                </c:pt>
                <c:pt idx="1784">
                  <c:v>44806</c:v>
                </c:pt>
                <c:pt idx="1785">
                  <c:v>44809</c:v>
                </c:pt>
                <c:pt idx="1786">
                  <c:v>44810</c:v>
                </c:pt>
                <c:pt idx="1787">
                  <c:v>44812</c:v>
                </c:pt>
                <c:pt idx="1788">
                  <c:v>44813</c:v>
                </c:pt>
                <c:pt idx="1789">
                  <c:v>44816</c:v>
                </c:pt>
                <c:pt idx="1790">
                  <c:v>44817</c:v>
                </c:pt>
                <c:pt idx="1791">
                  <c:v>44818</c:v>
                </c:pt>
                <c:pt idx="1792">
                  <c:v>44819</c:v>
                </c:pt>
                <c:pt idx="1793">
                  <c:v>44820</c:v>
                </c:pt>
                <c:pt idx="1794">
                  <c:v>44823</c:v>
                </c:pt>
                <c:pt idx="1795">
                  <c:v>44824</c:v>
                </c:pt>
                <c:pt idx="1796">
                  <c:v>44825</c:v>
                </c:pt>
                <c:pt idx="1797">
                  <c:v>44826</c:v>
                </c:pt>
                <c:pt idx="1798">
                  <c:v>44827</c:v>
                </c:pt>
                <c:pt idx="1799">
                  <c:v>44830</c:v>
                </c:pt>
                <c:pt idx="1800">
                  <c:v>44831</c:v>
                </c:pt>
                <c:pt idx="1801">
                  <c:v>44832</c:v>
                </c:pt>
                <c:pt idx="1802">
                  <c:v>44833</c:v>
                </c:pt>
                <c:pt idx="1803">
                  <c:v>44834</c:v>
                </c:pt>
                <c:pt idx="1804">
                  <c:v>44837</c:v>
                </c:pt>
                <c:pt idx="1805">
                  <c:v>44838</c:v>
                </c:pt>
                <c:pt idx="1806">
                  <c:v>44839</c:v>
                </c:pt>
                <c:pt idx="1807">
                  <c:v>44840</c:v>
                </c:pt>
                <c:pt idx="1808">
                  <c:v>44841</c:v>
                </c:pt>
                <c:pt idx="1809">
                  <c:v>44844</c:v>
                </c:pt>
                <c:pt idx="1810">
                  <c:v>44845</c:v>
                </c:pt>
                <c:pt idx="1811">
                  <c:v>44847</c:v>
                </c:pt>
                <c:pt idx="1812">
                  <c:v>44848</c:v>
                </c:pt>
                <c:pt idx="1813">
                  <c:v>44851</c:v>
                </c:pt>
                <c:pt idx="1814">
                  <c:v>44852</c:v>
                </c:pt>
                <c:pt idx="1815">
                  <c:v>44853</c:v>
                </c:pt>
                <c:pt idx="1816">
                  <c:v>44854</c:v>
                </c:pt>
                <c:pt idx="1817">
                  <c:v>44855</c:v>
                </c:pt>
                <c:pt idx="1818">
                  <c:v>44858</c:v>
                </c:pt>
                <c:pt idx="1819">
                  <c:v>44859</c:v>
                </c:pt>
                <c:pt idx="1820">
                  <c:v>44860</c:v>
                </c:pt>
                <c:pt idx="1821">
                  <c:v>44861</c:v>
                </c:pt>
                <c:pt idx="1822">
                  <c:v>44862</c:v>
                </c:pt>
                <c:pt idx="1823">
                  <c:v>44865</c:v>
                </c:pt>
                <c:pt idx="1824">
                  <c:v>44866</c:v>
                </c:pt>
                <c:pt idx="1825">
                  <c:v>44868</c:v>
                </c:pt>
                <c:pt idx="1826">
                  <c:v>44869</c:v>
                </c:pt>
                <c:pt idx="1827">
                  <c:v>44872</c:v>
                </c:pt>
                <c:pt idx="1828">
                  <c:v>44873</c:v>
                </c:pt>
                <c:pt idx="1829">
                  <c:v>44874</c:v>
                </c:pt>
                <c:pt idx="1830">
                  <c:v>44875</c:v>
                </c:pt>
                <c:pt idx="1831">
                  <c:v>44876</c:v>
                </c:pt>
                <c:pt idx="1832">
                  <c:v>44879</c:v>
                </c:pt>
                <c:pt idx="1833">
                  <c:v>44881</c:v>
                </c:pt>
                <c:pt idx="1834">
                  <c:v>44882</c:v>
                </c:pt>
                <c:pt idx="1835">
                  <c:v>44883</c:v>
                </c:pt>
                <c:pt idx="1836">
                  <c:v>44886</c:v>
                </c:pt>
                <c:pt idx="1837">
                  <c:v>44887</c:v>
                </c:pt>
                <c:pt idx="1838">
                  <c:v>44888</c:v>
                </c:pt>
                <c:pt idx="1839">
                  <c:v>44889</c:v>
                </c:pt>
                <c:pt idx="1840">
                  <c:v>44890</c:v>
                </c:pt>
                <c:pt idx="1841">
                  <c:v>44893</c:v>
                </c:pt>
                <c:pt idx="1842">
                  <c:v>44894</c:v>
                </c:pt>
                <c:pt idx="1843">
                  <c:v>44895</c:v>
                </c:pt>
                <c:pt idx="1844">
                  <c:v>44896</c:v>
                </c:pt>
                <c:pt idx="1845">
                  <c:v>44897</c:v>
                </c:pt>
                <c:pt idx="1846">
                  <c:v>44900</c:v>
                </c:pt>
                <c:pt idx="1847">
                  <c:v>44901</c:v>
                </c:pt>
                <c:pt idx="1848">
                  <c:v>44902</c:v>
                </c:pt>
                <c:pt idx="1849">
                  <c:v>44903</c:v>
                </c:pt>
                <c:pt idx="1850">
                  <c:v>44904</c:v>
                </c:pt>
                <c:pt idx="1851">
                  <c:v>44907</c:v>
                </c:pt>
                <c:pt idx="1852">
                  <c:v>44908</c:v>
                </c:pt>
                <c:pt idx="1853">
                  <c:v>44909</c:v>
                </c:pt>
                <c:pt idx="1854">
                  <c:v>44910</c:v>
                </c:pt>
                <c:pt idx="1855">
                  <c:v>44911</c:v>
                </c:pt>
                <c:pt idx="1856">
                  <c:v>44914</c:v>
                </c:pt>
                <c:pt idx="1857">
                  <c:v>44915</c:v>
                </c:pt>
                <c:pt idx="1858">
                  <c:v>44916</c:v>
                </c:pt>
                <c:pt idx="1859">
                  <c:v>44917</c:v>
                </c:pt>
                <c:pt idx="1860">
                  <c:v>44918</c:v>
                </c:pt>
                <c:pt idx="1861">
                  <c:v>44921</c:v>
                </c:pt>
                <c:pt idx="1862">
                  <c:v>44922</c:v>
                </c:pt>
                <c:pt idx="1863">
                  <c:v>44923</c:v>
                </c:pt>
                <c:pt idx="1864">
                  <c:v>44924</c:v>
                </c:pt>
                <c:pt idx="1865">
                  <c:v>44928</c:v>
                </c:pt>
                <c:pt idx="1866">
                  <c:v>44929</c:v>
                </c:pt>
                <c:pt idx="1867">
                  <c:v>44930</c:v>
                </c:pt>
                <c:pt idx="1868">
                  <c:v>44931</c:v>
                </c:pt>
                <c:pt idx="1869">
                  <c:v>44932</c:v>
                </c:pt>
                <c:pt idx="1870">
                  <c:v>44935</c:v>
                </c:pt>
                <c:pt idx="1871">
                  <c:v>44936</c:v>
                </c:pt>
                <c:pt idx="1872">
                  <c:v>44937</c:v>
                </c:pt>
                <c:pt idx="1873">
                  <c:v>44938</c:v>
                </c:pt>
                <c:pt idx="1874">
                  <c:v>44939</c:v>
                </c:pt>
                <c:pt idx="1875">
                  <c:v>44942</c:v>
                </c:pt>
                <c:pt idx="1876">
                  <c:v>44943</c:v>
                </c:pt>
                <c:pt idx="1877">
                  <c:v>44944</c:v>
                </c:pt>
                <c:pt idx="1878">
                  <c:v>44945</c:v>
                </c:pt>
                <c:pt idx="1879">
                  <c:v>44946</c:v>
                </c:pt>
                <c:pt idx="1880">
                  <c:v>44949</c:v>
                </c:pt>
                <c:pt idx="1881">
                  <c:v>44950</c:v>
                </c:pt>
                <c:pt idx="1882">
                  <c:v>44951</c:v>
                </c:pt>
                <c:pt idx="1883">
                  <c:v>44952</c:v>
                </c:pt>
                <c:pt idx="1884">
                  <c:v>44953</c:v>
                </c:pt>
                <c:pt idx="1885">
                  <c:v>44956</c:v>
                </c:pt>
                <c:pt idx="1886">
                  <c:v>44957</c:v>
                </c:pt>
                <c:pt idx="1887">
                  <c:v>44958</c:v>
                </c:pt>
                <c:pt idx="1888">
                  <c:v>44959</c:v>
                </c:pt>
                <c:pt idx="1889">
                  <c:v>44960</c:v>
                </c:pt>
                <c:pt idx="1890">
                  <c:v>44963</c:v>
                </c:pt>
                <c:pt idx="1891">
                  <c:v>44964</c:v>
                </c:pt>
                <c:pt idx="1892">
                  <c:v>44965</c:v>
                </c:pt>
                <c:pt idx="1893">
                  <c:v>44966</c:v>
                </c:pt>
                <c:pt idx="1894">
                  <c:v>44967</c:v>
                </c:pt>
                <c:pt idx="1895">
                  <c:v>44970</c:v>
                </c:pt>
                <c:pt idx="1896">
                  <c:v>44971</c:v>
                </c:pt>
                <c:pt idx="1897">
                  <c:v>44972</c:v>
                </c:pt>
                <c:pt idx="1898">
                  <c:v>44973</c:v>
                </c:pt>
                <c:pt idx="1899">
                  <c:v>44974</c:v>
                </c:pt>
                <c:pt idx="1900">
                  <c:v>44979</c:v>
                </c:pt>
                <c:pt idx="1901">
                  <c:v>44980</c:v>
                </c:pt>
                <c:pt idx="1902">
                  <c:v>44981</c:v>
                </c:pt>
                <c:pt idx="1903">
                  <c:v>44984</c:v>
                </c:pt>
                <c:pt idx="1904">
                  <c:v>44985</c:v>
                </c:pt>
                <c:pt idx="1905">
                  <c:v>44986</c:v>
                </c:pt>
                <c:pt idx="1906">
                  <c:v>44987</c:v>
                </c:pt>
                <c:pt idx="1907">
                  <c:v>44988</c:v>
                </c:pt>
                <c:pt idx="1908">
                  <c:v>44991</c:v>
                </c:pt>
                <c:pt idx="1909">
                  <c:v>44992</c:v>
                </c:pt>
                <c:pt idx="1910">
                  <c:v>44993</c:v>
                </c:pt>
                <c:pt idx="1911">
                  <c:v>44994</c:v>
                </c:pt>
                <c:pt idx="1912">
                  <c:v>44995</c:v>
                </c:pt>
                <c:pt idx="1913">
                  <c:v>44998</c:v>
                </c:pt>
                <c:pt idx="1914">
                  <c:v>44999</c:v>
                </c:pt>
                <c:pt idx="1915">
                  <c:v>45000</c:v>
                </c:pt>
                <c:pt idx="1916">
                  <c:v>45001</c:v>
                </c:pt>
                <c:pt idx="1917">
                  <c:v>45002</c:v>
                </c:pt>
                <c:pt idx="1918">
                  <c:v>45005</c:v>
                </c:pt>
                <c:pt idx="1919">
                  <c:v>45006</c:v>
                </c:pt>
                <c:pt idx="1920">
                  <c:v>45007</c:v>
                </c:pt>
                <c:pt idx="1921">
                  <c:v>45008</c:v>
                </c:pt>
                <c:pt idx="1922">
                  <c:v>45009</c:v>
                </c:pt>
                <c:pt idx="1923">
                  <c:v>45012</c:v>
                </c:pt>
                <c:pt idx="1924">
                  <c:v>45013</c:v>
                </c:pt>
                <c:pt idx="1925">
                  <c:v>45014</c:v>
                </c:pt>
                <c:pt idx="1926">
                  <c:v>45015</c:v>
                </c:pt>
                <c:pt idx="1927">
                  <c:v>45016</c:v>
                </c:pt>
                <c:pt idx="1928">
                  <c:v>45019</c:v>
                </c:pt>
                <c:pt idx="1929">
                  <c:v>45020</c:v>
                </c:pt>
                <c:pt idx="1930">
                  <c:v>45021</c:v>
                </c:pt>
                <c:pt idx="1931">
                  <c:v>45022</c:v>
                </c:pt>
                <c:pt idx="1932">
                  <c:v>45026</c:v>
                </c:pt>
                <c:pt idx="1933">
                  <c:v>45027</c:v>
                </c:pt>
                <c:pt idx="1934">
                  <c:v>45028</c:v>
                </c:pt>
                <c:pt idx="1935">
                  <c:v>45029</c:v>
                </c:pt>
                <c:pt idx="1936">
                  <c:v>45030</c:v>
                </c:pt>
                <c:pt idx="1937">
                  <c:v>45033</c:v>
                </c:pt>
                <c:pt idx="1938">
                  <c:v>45034</c:v>
                </c:pt>
                <c:pt idx="1939">
                  <c:v>45035</c:v>
                </c:pt>
                <c:pt idx="1940">
                  <c:v>45036</c:v>
                </c:pt>
                <c:pt idx="1941">
                  <c:v>45040</c:v>
                </c:pt>
                <c:pt idx="1942">
                  <c:v>45041</c:v>
                </c:pt>
                <c:pt idx="1943">
                  <c:v>45042</c:v>
                </c:pt>
                <c:pt idx="1944">
                  <c:v>45043</c:v>
                </c:pt>
                <c:pt idx="1945">
                  <c:v>45044</c:v>
                </c:pt>
                <c:pt idx="1946">
                  <c:v>45048</c:v>
                </c:pt>
                <c:pt idx="1947">
                  <c:v>45049</c:v>
                </c:pt>
                <c:pt idx="1948">
                  <c:v>45050</c:v>
                </c:pt>
                <c:pt idx="1949">
                  <c:v>45051</c:v>
                </c:pt>
                <c:pt idx="1950">
                  <c:v>45054</c:v>
                </c:pt>
                <c:pt idx="1951">
                  <c:v>45055</c:v>
                </c:pt>
                <c:pt idx="1952">
                  <c:v>45056</c:v>
                </c:pt>
                <c:pt idx="1953">
                  <c:v>45057</c:v>
                </c:pt>
                <c:pt idx="1954">
                  <c:v>45058</c:v>
                </c:pt>
                <c:pt idx="1955">
                  <c:v>45061</c:v>
                </c:pt>
                <c:pt idx="1956">
                  <c:v>45062</c:v>
                </c:pt>
                <c:pt idx="1957">
                  <c:v>45063</c:v>
                </c:pt>
                <c:pt idx="1958">
                  <c:v>45064</c:v>
                </c:pt>
                <c:pt idx="1959">
                  <c:v>45065</c:v>
                </c:pt>
                <c:pt idx="1960">
                  <c:v>45068</c:v>
                </c:pt>
                <c:pt idx="1961">
                  <c:v>45069</c:v>
                </c:pt>
                <c:pt idx="1962">
                  <c:v>45070</c:v>
                </c:pt>
                <c:pt idx="1963">
                  <c:v>45071</c:v>
                </c:pt>
                <c:pt idx="1964">
                  <c:v>45072</c:v>
                </c:pt>
                <c:pt idx="1965">
                  <c:v>45075</c:v>
                </c:pt>
                <c:pt idx="1966">
                  <c:v>45076</c:v>
                </c:pt>
                <c:pt idx="1967">
                  <c:v>45077</c:v>
                </c:pt>
                <c:pt idx="1968">
                  <c:v>45078</c:v>
                </c:pt>
                <c:pt idx="1969">
                  <c:v>45079</c:v>
                </c:pt>
                <c:pt idx="1970">
                  <c:v>45082</c:v>
                </c:pt>
                <c:pt idx="1971">
                  <c:v>45083</c:v>
                </c:pt>
                <c:pt idx="1972">
                  <c:v>45084</c:v>
                </c:pt>
                <c:pt idx="1973">
                  <c:v>45086</c:v>
                </c:pt>
                <c:pt idx="1974">
                  <c:v>45089</c:v>
                </c:pt>
                <c:pt idx="1975">
                  <c:v>45090</c:v>
                </c:pt>
                <c:pt idx="1976">
                  <c:v>45091</c:v>
                </c:pt>
                <c:pt idx="1977">
                  <c:v>45092</c:v>
                </c:pt>
                <c:pt idx="1978">
                  <c:v>45093</c:v>
                </c:pt>
                <c:pt idx="1979">
                  <c:v>45096</c:v>
                </c:pt>
                <c:pt idx="1980">
                  <c:v>45097</c:v>
                </c:pt>
                <c:pt idx="1981">
                  <c:v>45098</c:v>
                </c:pt>
                <c:pt idx="1982">
                  <c:v>45099</c:v>
                </c:pt>
                <c:pt idx="1983">
                  <c:v>45100</c:v>
                </c:pt>
                <c:pt idx="1984">
                  <c:v>45103</c:v>
                </c:pt>
                <c:pt idx="1985">
                  <c:v>45104</c:v>
                </c:pt>
                <c:pt idx="1986">
                  <c:v>45105</c:v>
                </c:pt>
                <c:pt idx="1987">
                  <c:v>45106</c:v>
                </c:pt>
                <c:pt idx="1988">
                  <c:v>45107</c:v>
                </c:pt>
                <c:pt idx="1989">
                  <c:v>45110</c:v>
                </c:pt>
                <c:pt idx="1990">
                  <c:v>45111</c:v>
                </c:pt>
                <c:pt idx="1991">
                  <c:v>45112</c:v>
                </c:pt>
                <c:pt idx="1992">
                  <c:v>45113</c:v>
                </c:pt>
                <c:pt idx="1993">
                  <c:v>45114</c:v>
                </c:pt>
                <c:pt idx="1994">
                  <c:v>45117</c:v>
                </c:pt>
                <c:pt idx="1995">
                  <c:v>45118</c:v>
                </c:pt>
                <c:pt idx="1996">
                  <c:v>45119</c:v>
                </c:pt>
                <c:pt idx="1997">
                  <c:v>45120</c:v>
                </c:pt>
                <c:pt idx="1998">
                  <c:v>45121</c:v>
                </c:pt>
                <c:pt idx="1999">
                  <c:v>45124</c:v>
                </c:pt>
                <c:pt idx="2000">
                  <c:v>45125</c:v>
                </c:pt>
                <c:pt idx="2001">
                  <c:v>45126</c:v>
                </c:pt>
                <c:pt idx="2002">
                  <c:v>45127</c:v>
                </c:pt>
                <c:pt idx="2003">
                  <c:v>45128</c:v>
                </c:pt>
                <c:pt idx="2004">
                  <c:v>45131</c:v>
                </c:pt>
                <c:pt idx="2005">
                  <c:v>45132</c:v>
                </c:pt>
                <c:pt idx="2006">
                  <c:v>45133</c:v>
                </c:pt>
                <c:pt idx="2007">
                  <c:v>45134</c:v>
                </c:pt>
                <c:pt idx="2008">
                  <c:v>45135</c:v>
                </c:pt>
                <c:pt idx="2009">
                  <c:v>45138</c:v>
                </c:pt>
                <c:pt idx="2010">
                  <c:v>45139</c:v>
                </c:pt>
                <c:pt idx="2011">
                  <c:v>45140</c:v>
                </c:pt>
                <c:pt idx="2012">
                  <c:v>45141</c:v>
                </c:pt>
                <c:pt idx="2013">
                  <c:v>45142</c:v>
                </c:pt>
                <c:pt idx="2014">
                  <c:v>45145</c:v>
                </c:pt>
                <c:pt idx="2015">
                  <c:v>45146</c:v>
                </c:pt>
                <c:pt idx="2016">
                  <c:v>45147</c:v>
                </c:pt>
                <c:pt idx="2017">
                  <c:v>45148</c:v>
                </c:pt>
                <c:pt idx="2018">
                  <c:v>45149</c:v>
                </c:pt>
                <c:pt idx="2019">
                  <c:v>45152</c:v>
                </c:pt>
                <c:pt idx="2020">
                  <c:v>45153</c:v>
                </c:pt>
                <c:pt idx="2021">
                  <c:v>45154</c:v>
                </c:pt>
                <c:pt idx="2022">
                  <c:v>45155</c:v>
                </c:pt>
                <c:pt idx="2023">
                  <c:v>45156</c:v>
                </c:pt>
                <c:pt idx="2024">
                  <c:v>45159</c:v>
                </c:pt>
                <c:pt idx="2025">
                  <c:v>45160</c:v>
                </c:pt>
                <c:pt idx="2026">
                  <c:v>45161</c:v>
                </c:pt>
                <c:pt idx="2027">
                  <c:v>45162</c:v>
                </c:pt>
                <c:pt idx="2028">
                  <c:v>45163</c:v>
                </c:pt>
                <c:pt idx="2029">
                  <c:v>45166</c:v>
                </c:pt>
                <c:pt idx="2030">
                  <c:v>45167</c:v>
                </c:pt>
                <c:pt idx="2031">
                  <c:v>45168</c:v>
                </c:pt>
                <c:pt idx="2032">
                  <c:v>45169</c:v>
                </c:pt>
                <c:pt idx="2033">
                  <c:v>45170</c:v>
                </c:pt>
                <c:pt idx="2034">
                  <c:v>45173</c:v>
                </c:pt>
                <c:pt idx="2035">
                  <c:v>45174</c:v>
                </c:pt>
                <c:pt idx="2036">
                  <c:v>45175</c:v>
                </c:pt>
                <c:pt idx="2037">
                  <c:v>45177</c:v>
                </c:pt>
                <c:pt idx="2038">
                  <c:v>45180</c:v>
                </c:pt>
                <c:pt idx="2039">
                  <c:v>45181</c:v>
                </c:pt>
                <c:pt idx="2040">
                  <c:v>45182</c:v>
                </c:pt>
                <c:pt idx="2041">
                  <c:v>45183</c:v>
                </c:pt>
                <c:pt idx="2042">
                  <c:v>45184</c:v>
                </c:pt>
                <c:pt idx="2043">
                  <c:v>45187</c:v>
                </c:pt>
                <c:pt idx="2044">
                  <c:v>45188</c:v>
                </c:pt>
                <c:pt idx="2045">
                  <c:v>45189</c:v>
                </c:pt>
                <c:pt idx="2046">
                  <c:v>45190</c:v>
                </c:pt>
                <c:pt idx="2047">
                  <c:v>45191</c:v>
                </c:pt>
                <c:pt idx="2048">
                  <c:v>45194</c:v>
                </c:pt>
                <c:pt idx="2049">
                  <c:v>45195</c:v>
                </c:pt>
                <c:pt idx="2050">
                  <c:v>45196</c:v>
                </c:pt>
                <c:pt idx="2051">
                  <c:v>45197</c:v>
                </c:pt>
                <c:pt idx="2052">
                  <c:v>45198</c:v>
                </c:pt>
                <c:pt idx="2053">
                  <c:v>45201</c:v>
                </c:pt>
                <c:pt idx="2054">
                  <c:v>45202</c:v>
                </c:pt>
                <c:pt idx="2055">
                  <c:v>45203</c:v>
                </c:pt>
                <c:pt idx="2056">
                  <c:v>45204</c:v>
                </c:pt>
                <c:pt idx="2057">
                  <c:v>45205</c:v>
                </c:pt>
                <c:pt idx="2058">
                  <c:v>45208</c:v>
                </c:pt>
                <c:pt idx="2059">
                  <c:v>45209</c:v>
                </c:pt>
                <c:pt idx="2060">
                  <c:v>45210</c:v>
                </c:pt>
                <c:pt idx="2061">
                  <c:v>45212</c:v>
                </c:pt>
                <c:pt idx="2062">
                  <c:v>45215</c:v>
                </c:pt>
                <c:pt idx="2063">
                  <c:v>45216</c:v>
                </c:pt>
                <c:pt idx="2064">
                  <c:v>45217</c:v>
                </c:pt>
                <c:pt idx="2065">
                  <c:v>45218</c:v>
                </c:pt>
                <c:pt idx="2066">
                  <c:v>45219</c:v>
                </c:pt>
                <c:pt idx="2067">
                  <c:v>45222</c:v>
                </c:pt>
                <c:pt idx="2068">
                  <c:v>45223</c:v>
                </c:pt>
                <c:pt idx="2069">
                  <c:v>45224</c:v>
                </c:pt>
                <c:pt idx="2070">
                  <c:v>45225</c:v>
                </c:pt>
                <c:pt idx="2071">
                  <c:v>45226</c:v>
                </c:pt>
                <c:pt idx="2072">
                  <c:v>45229</c:v>
                </c:pt>
                <c:pt idx="2073">
                  <c:v>45230</c:v>
                </c:pt>
                <c:pt idx="2074">
                  <c:v>45231</c:v>
                </c:pt>
                <c:pt idx="2075">
                  <c:v>45233</c:v>
                </c:pt>
                <c:pt idx="2076">
                  <c:v>45236</c:v>
                </c:pt>
                <c:pt idx="2077">
                  <c:v>45237</c:v>
                </c:pt>
                <c:pt idx="2078">
                  <c:v>45238</c:v>
                </c:pt>
                <c:pt idx="2079">
                  <c:v>45239</c:v>
                </c:pt>
                <c:pt idx="2080">
                  <c:v>45240</c:v>
                </c:pt>
                <c:pt idx="2081">
                  <c:v>45243</c:v>
                </c:pt>
                <c:pt idx="2082">
                  <c:v>45244</c:v>
                </c:pt>
                <c:pt idx="2083">
                  <c:v>45246</c:v>
                </c:pt>
                <c:pt idx="2084">
                  <c:v>45247</c:v>
                </c:pt>
                <c:pt idx="2085">
                  <c:v>45250</c:v>
                </c:pt>
                <c:pt idx="2086">
                  <c:v>45251</c:v>
                </c:pt>
                <c:pt idx="2087">
                  <c:v>45252</c:v>
                </c:pt>
                <c:pt idx="2088">
                  <c:v>45253</c:v>
                </c:pt>
                <c:pt idx="2089">
                  <c:v>45254</c:v>
                </c:pt>
                <c:pt idx="2090">
                  <c:v>45257</c:v>
                </c:pt>
                <c:pt idx="2091">
                  <c:v>45258</c:v>
                </c:pt>
                <c:pt idx="2092">
                  <c:v>45259</c:v>
                </c:pt>
                <c:pt idx="2093">
                  <c:v>45260</c:v>
                </c:pt>
                <c:pt idx="2094">
                  <c:v>45261</c:v>
                </c:pt>
                <c:pt idx="2095">
                  <c:v>45264</c:v>
                </c:pt>
                <c:pt idx="2096">
                  <c:v>45265</c:v>
                </c:pt>
                <c:pt idx="2097">
                  <c:v>45266</c:v>
                </c:pt>
                <c:pt idx="2098">
                  <c:v>45267</c:v>
                </c:pt>
                <c:pt idx="2099">
                  <c:v>45268</c:v>
                </c:pt>
                <c:pt idx="2100">
                  <c:v>45271</c:v>
                </c:pt>
                <c:pt idx="2101">
                  <c:v>45272</c:v>
                </c:pt>
                <c:pt idx="2102">
                  <c:v>45273</c:v>
                </c:pt>
                <c:pt idx="2103">
                  <c:v>45274</c:v>
                </c:pt>
                <c:pt idx="2104">
                  <c:v>45275</c:v>
                </c:pt>
                <c:pt idx="2105">
                  <c:v>45278</c:v>
                </c:pt>
                <c:pt idx="2106">
                  <c:v>45279</c:v>
                </c:pt>
                <c:pt idx="2107">
                  <c:v>45280</c:v>
                </c:pt>
                <c:pt idx="2108">
                  <c:v>45281</c:v>
                </c:pt>
                <c:pt idx="2109">
                  <c:v>45282</c:v>
                </c:pt>
                <c:pt idx="2110">
                  <c:v>45286</c:v>
                </c:pt>
                <c:pt idx="2111">
                  <c:v>45287</c:v>
                </c:pt>
                <c:pt idx="2112">
                  <c:v>45288</c:v>
                </c:pt>
                <c:pt idx="2113">
                  <c:v>45293</c:v>
                </c:pt>
                <c:pt idx="2114">
                  <c:v>45294</c:v>
                </c:pt>
                <c:pt idx="2115">
                  <c:v>45295</c:v>
                </c:pt>
                <c:pt idx="2116">
                  <c:v>45296</c:v>
                </c:pt>
                <c:pt idx="2117">
                  <c:v>45299</c:v>
                </c:pt>
                <c:pt idx="2118">
                  <c:v>45300</c:v>
                </c:pt>
                <c:pt idx="2119">
                  <c:v>45301</c:v>
                </c:pt>
                <c:pt idx="2120">
                  <c:v>45302</c:v>
                </c:pt>
                <c:pt idx="2121">
                  <c:v>45303</c:v>
                </c:pt>
                <c:pt idx="2122">
                  <c:v>45306</c:v>
                </c:pt>
                <c:pt idx="2123">
                  <c:v>45307</c:v>
                </c:pt>
                <c:pt idx="2124">
                  <c:v>45308</c:v>
                </c:pt>
                <c:pt idx="2125">
                  <c:v>45309</c:v>
                </c:pt>
                <c:pt idx="2126">
                  <c:v>45310</c:v>
                </c:pt>
                <c:pt idx="2127">
                  <c:v>45313</c:v>
                </c:pt>
                <c:pt idx="2128">
                  <c:v>45314</c:v>
                </c:pt>
                <c:pt idx="2129">
                  <c:v>45315</c:v>
                </c:pt>
                <c:pt idx="2130">
                  <c:v>45316</c:v>
                </c:pt>
                <c:pt idx="2131">
                  <c:v>45317</c:v>
                </c:pt>
                <c:pt idx="2132">
                  <c:v>45320</c:v>
                </c:pt>
                <c:pt idx="2133">
                  <c:v>45321</c:v>
                </c:pt>
                <c:pt idx="2134">
                  <c:v>45322</c:v>
                </c:pt>
                <c:pt idx="2135">
                  <c:v>45323</c:v>
                </c:pt>
                <c:pt idx="2136">
                  <c:v>45324</c:v>
                </c:pt>
                <c:pt idx="2137">
                  <c:v>45327</c:v>
                </c:pt>
                <c:pt idx="2138">
                  <c:v>45328</c:v>
                </c:pt>
                <c:pt idx="2139">
                  <c:v>45329</c:v>
                </c:pt>
                <c:pt idx="2140">
                  <c:v>45330</c:v>
                </c:pt>
                <c:pt idx="2141">
                  <c:v>45331</c:v>
                </c:pt>
                <c:pt idx="2142">
                  <c:v>45336</c:v>
                </c:pt>
                <c:pt idx="2143">
                  <c:v>45337</c:v>
                </c:pt>
                <c:pt idx="2144">
                  <c:v>45338</c:v>
                </c:pt>
                <c:pt idx="2145">
                  <c:v>45341</c:v>
                </c:pt>
                <c:pt idx="2146">
                  <c:v>45342</c:v>
                </c:pt>
                <c:pt idx="2147">
                  <c:v>45343</c:v>
                </c:pt>
                <c:pt idx="2148">
                  <c:v>45344</c:v>
                </c:pt>
                <c:pt idx="2149">
                  <c:v>45345</c:v>
                </c:pt>
                <c:pt idx="2150">
                  <c:v>45348</c:v>
                </c:pt>
                <c:pt idx="2151">
                  <c:v>45349</c:v>
                </c:pt>
                <c:pt idx="2152">
                  <c:v>45350</c:v>
                </c:pt>
                <c:pt idx="2153">
                  <c:v>45351</c:v>
                </c:pt>
                <c:pt idx="2154">
                  <c:v>45352</c:v>
                </c:pt>
                <c:pt idx="2155">
                  <c:v>45355</c:v>
                </c:pt>
                <c:pt idx="2156">
                  <c:v>45356</c:v>
                </c:pt>
                <c:pt idx="2157">
                  <c:v>45357</c:v>
                </c:pt>
                <c:pt idx="2158">
                  <c:v>45358</c:v>
                </c:pt>
                <c:pt idx="2159">
                  <c:v>45359</c:v>
                </c:pt>
                <c:pt idx="2160">
                  <c:v>45362</c:v>
                </c:pt>
                <c:pt idx="2161">
                  <c:v>45363</c:v>
                </c:pt>
                <c:pt idx="2162">
                  <c:v>45364</c:v>
                </c:pt>
                <c:pt idx="2163">
                  <c:v>45365</c:v>
                </c:pt>
                <c:pt idx="2164">
                  <c:v>45366</c:v>
                </c:pt>
                <c:pt idx="2165">
                  <c:v>45369</c:v>
                </c:pt>
                <c:pt idx="2166">
                  <c:v>45370</c:v>
                </c:pt>
                <c:pt idx="2167">
                  <c:v>45371</c:v>
                </c:pt>
                <c:pt idx="2168">
                  <c:v>45372</c:v>
                </c:pt>
                <c:pt idx="2169">
                  <c:v>45373</c:v>
                </c:pt>
                <c:pt idx="2170">
                  <c:v>45376</c:v>
                </c:pt>
                <c:pt idx="2171">
                  <c:v>45377</c:v>
                </c:pt>
                <c:pt idx="2172">
                  <c:v>45378</c:v>
                </c:pt>
                <c:pt idx="2173">
                  <c:v>45379</c:v>
                </c:pt>
                <c:pt idx="2174">
                  <c:v>45383</c:v>
                </c:pt>
                <c:pt idx="2175">
                  <c:v>45384</c:v>
                </c:pt>
                <c:pt idx="2176">
                  <c:v>45385</c:v>
                </c:pt>
                <c:pt idx="2177">
                  <c:v>45386</c:v>
                </c:pt>
                <c:pt idx="2178">
                  <c:v>45387</c:v>
                </c:pt>
                <c:pt idx="2179">
                  <c:v>45390</c:v>
                </c:pt>
                <c:pt idx="2180">
                  <c:v>45391</c:v>
                </c:pt>
                <c:pt idx="2181">
                  <c:v>45392</c:v>
                </c:pt>
                <c:pt idx="2182">
                  <c:v>45393</c:v>
                </c:pt>
                <c:pt idx="2183">
                  <c:v>45394</c:v>
                </c:pt>
                <c:pt idx="2184">
                  <c:v>45397</c:v>
                </c:pt>
                <c:pt idx="2185">
                  <c:v>45398</c:v>
                </c:pt>
                <c:pt idx="2186">
                  <c:v>45399</c:v>
                </c:pt>
                <c:pt idx="2187">
                  <c:v>45400</c:v>
                </c:pt>
                <c:pt idx="2188">
                  <c:v>45401</c:v>
                </c:pt>
                <c:pt idx="2189">
                  <c:v>45404</c:v>
                </c:pt>
                <c:pt idx="2190">
                  <c:v>45405</c:v>
                </c:pt>
                <c:pt idx="2191">
                  <c:v>45406</c:v>
                </c:pt>
                <c:pt idx="2192">
                  <c:v>45407</c:v>
                </c:pt>
                <c:pt idx="2193">
                  <c:v>45408</c:v>
                </c:pt>
                <c:pt idx="2194">
                  <c:v>45411</c:v>
                </c:pt>
                <c:pt idx="2195">
                  <c:v>45412</c:v>
                </c:pt>
                <c:pt idx="2196">
                  <c:v>45414</c:v>
                </c:pt>
                <c:pt idx="2197">
                  <c:v>45415</c:v>
                </c:pt>
                <c:pt idx="2198">
                  <c:v>45418</c:v>
                </c:pt>
                <c:pt idx="2199">
                  <c:v>45419</c:v>
                </c:pt>
                <c:pt idx="2200">
                  <c:v>45420</c:v>
                </c:pt>
                <c:pt idx="2201">
                  <c:v>45421</c:v>
                </c:pt>
                <c:pt idx="2202">
                  <c:v>45422</c:v>
                </c:pt>
                <c:pt idx="2203">
                  <c:v>45425</c:v>
                </c:pt>
                <c:pt idx="2204">
                  <c:v>45426</c:v>
                </c:pt>
                <c:pt idx="2205">
                  <c:v>45427</c:v>
                </c:pt>
                <c:pt idx="2206">
                  <c:v>45428</c:v>
                </c:pt>
                <c:pt idx="2207">
                  <c:v>45429</c:v>
                </c:pt>
                <c:pt idx="2208">
                  <c:v>45432</c:v>
                </c:pt>
                <c:pt idx="2209">
                  <c:v>45433</c:v>
                </c:pt>
                <c:pt idx="2210">
                  <c:v>45434</c:v>
                </c:pt>
                <c:pt idx="2211">
                  <c:v>45435</c:v>
                </c:pt>
                <c:pt idx="2212">
                  <c:v>45436</c:v>
                </c:pt>
                <c:pt idx="2213">
                  <c:v>45439</c:v>
                </c:pt>
                <c:pt idx="2214">
                  <c:v>45440</c:v>
                </c:pt>
                <c:pt idx="2215">
                  <c:v>45441</c:v>
                </c:pt>
                <c:pt idx="2216">
                  <c:v>45443</c:v>
                </c:pt>
                <c:pt idx="2217">
                  <c:v>45446</c:v>
                </c:pt>
                <c:pt idx="2218">
                  <c:v>45447</c:v>
                </c:pt>
                <c:pt idx="2219">
                  <c:v>45448</c:v>
                </c:pt>
                <c:pt idx="2220">
                  <c:v>45449</c:v>
                </c:pt>
                <c:pt idx="2221">
                  <c:v>45450</c:v>
                </c:pt>
                <c:pt idx="2222">
                  <c:v>45453</c:v>
                </c:pt>
                <c:pt idx="2223">
                  <c:v>45454</c:v>
                </c:pt>
                <c:pt idx="2224">
                  <c:v>45455</c:v>
                </c:pt>
                <c:pt idx="2225">
                  <c:v>45456</c:v>
                </c:pt>
                <c:pt idx="2226">
                  <c:v>45457</c:v>
                </c:pt>
                <c:pt idx="2227">
                  <c:v>45460</c:v>
                </c:pt>
                <c:pt idx="2228">
                  <c:v>45461</c:v>
                </c:pt>
                <c:pt idx="2229">
                  <c:v>45462</c:v>
                </c:pt>
                <c:pt idx="2230">
                  <c:v>45463</c:v>
                </c:pt>
                <c:pt idx="2231">
                  <c:v>45464</c:v>
                </c:pt>
                <c:pt idx="2232">
                  <c:v>45467</c:v>
                </c:pt>
                <c:pt idx="2233">
                  <c:v>45468</c:v>
                </c:pt>
                <c:pt idx="2234">
                  <c:v>45469</c:v>
                </c:pt>
                <c:pt idx="2235">
                  <c:v>45470</c:v>
                </c:pt>
                <c:pt idx="2236">
                  <c:v>45471</c:v>
                </c:pt>
                <c:pt idx="2237">
                  <c:v>45474</c:v>
                </c:pt>
                <c:pt idx="2238">
                  <c:v>45475</c:v>
                </c:pt>
                <c:pt idx="2239">
                  <c:v>45476</c:v>
                </c:pt>
                <c:pt idx="2240">
                  <c:v>45477</c:v>
                </c:pt>
                <c:pt idx="2241">
                  <c:v>45478</c:v>
                </c:pt>
                <c:pt idx="2242">
                  <c:v>45481</c:v>
                </c:pt>
                <c:pt idx="2243">
                  <c:v>45482</c:v>
                </c:pt>
                <c:pt idx="2244">
                  <c:v>45483</c:v>
                </c:pt>
                <c:pt idx="2245">
                  <c:v>45484</c:v>
                </c:pt>
                <c:pt idx="2246">
                  <c:v>45485</c:v>
                </c:pt>
                <c:pt idx="2247">
                  <c:v>45488</c:v>
                </c:pt>
                <c:pt idx="2248">
                  <c:v>45489</c:v>
                </c:pt>
                <c:pt idx="2249">
                  <c:v>45490</c:v>
                </c:pt>
                <c:pt idx="2250">
                  <c:v>45491</c:v>
                </c:pt>
                <c:pt idx="2251">
                  <c:v>45492</c:v>
                </c:pt>
                <c:pt idx="2252">
                  <c:v>45495</c:v>
                </c:pt>
                <c:pt idx="2253">
                  <c:v>45496</c:v>
                </c:pt>
                <c:pt idx="2254">
                  <c:v>45497</c:v>
                </c:pt>
                <c:pt idx="2255">
                  <c:v>45498</c:v>
                </c:pt>
                <c:pt idx="2256">
                  <c:v>45499</c:v>
                </c:pt>
                <c:pt idx="2257">
                  <c:v>45502</c:v>
                </c:pt>
                <c:pt idx="2258">
                  <c:v>45503</c:v>
                </c:pt>
                <c:pt idx="2259">
                  <c:v>45504</c:v>
                </c:pt>
                <c:pt idx="2260">
                  <c:v>45505</c:v>
                </c:pt>
                <c:pt idx="2261">
                  <c:v>45506</c:v>
                </c:pt>
                <c:pt idx="2262">
                  <c:v>45509</c:v>
                </c:pt>
                <c:pt idx="2263">
                  <c:v>45510</c:v>
                </c:pt>
                <c:pt idx="2264">
                  <c:v>45511</c:v>
                </c:pt>
                <c:pt idx="2265">
                  <c:v>45512</c:v>
                </c:pt>
                <c:pt idx="2266">
                  <c:v>45513</c:v>
                </c:pt>
                <c:pt idx="2267">
                  <c:v>45516</c:v>
                </c:pt>
                <c:pt idx="2268">
                  <c:v>45517</c:v>
                </c:pt>
                <c:pt idx="2269">
                  <c:v>45518</c:v>
                </c:pt>
                <c:pt idx="2270">
                  <c:v>45519</c:v>
                </c:pt>
                <c:pt idx="2271">
                  <c:v>45520</c:v>
                </c:pt>
                <c:pt idx="2272">
                  <c:v>45523</c:v>
                </c:pt>
                <c:pt idx="2273">
                  <c:v>45524</c:v>
                </c:pt>
                <c:pt idx="2274">
                  <c:v>45525</c:v>
                </c:pt>
                <c:pt idx="2275">
                  <c:v>45526</c:v>
                </c:pt>
                <c:pt idx="2276">
                  <c:v>45527</c:v>
                </c:pt>
                <c:pt idx="2277">
                  <c:v>45530</c:v>
                </c:pt>
                <c:pt idx="2278">
                  <c:v>45531</c:v>
                </c:pt>
                <c:pt idx="2279">
                  <c:v>45532</c:v>
                </c:pt>
                <c:pt idx="2280">
                  <c:v>45533</c:v>
                </c:pt>
                <c:pt idx="2281">
                  <c:v>45534</c:v>
                </c:pt>
                <c:pt idx="2282">
                  <c:v>45537</c:v>
                </c:pt>
                <c:pt idx="2283">
                  <c:v>45538</c:v>
                </c:pt>
                <c:pt idx="2284">
                  <c:v>45539</c:v>
                </c:pt>
                <c:pt idx="2285">
                  <c:v>45540</c:v>
                </c:pt>
                <c:pt idx="2286">
                  <c:v>45541</c:v>
                </c:pt>
                <c:pt idx="2287">
                  <c:v>45544</c:v>
                </c:pt>
                <c:pt idx="2288">
                  <c:v>45545</c:v>
                </c:pt>
                <c:pt idx="2289">
                  <c:v>45546</c:v>
                </c:pt>
                <c:pt idx="2290">
                  <c:v>45547</c:v>
                </c:pt>
                <c:pt idx="2291">
                  <c:v>45548</c:v>
                </c:pt>
                <c:pt idx="2292">
                  <c:v>45551</c:v>
                </c:pt>
                <c:pt idx="2293">
                  <c:v>45552</c:v>
                </c:pt>
                <c:pt idx="2294">
                  <c:v>45553</c:v>
                </c:pt>
                <c:pt idx="2295">
                  <c:v>45554</c:v>
                </c:pt>
                <c:pt idx="2296">
                  <c:v>45555</c:v>
                </c:pt>
                <c:pt idx="2297">
                  <c:v>45558</c:v>
                </c:pt>
                <c:pt idx="2298">
                  <c:v>45559</c:v>
                </c:pt>
                <c:pt idx="2299">
                  <c:v>45560</c:v>
                </c:pt>
                <c:pt idx="2300">
                  <c:v>45561</c:v>
                </c:pt>
                <c:pt idx="2301">
                  <c:v>45562</c:v>
                </c:pt>
                <c:pt idx="2302">
                  <c:v>45565</c:v>
                </c:pt>
                <c:pt idx="2303">
                  <c:v>45566</c:v>
                </c:pt>
                <c:pt idx="2304">
                  <c:v>45567</c:v>
                </c:pt>
                <c:pt idx="2305">
                  <c:v>45568</c:v>
                </c:pt>
                <c:pt idx="2306">
                  <c:v>45569</c:v>
                </c:pt>
                <c:pt idx="2307">
                  <c:v>45572</c:v>
                </c:pt>
                <c:pt idx="2308">
                  <c:v>45573</c:v>
                </c:pt>
                <c:pt idx="2309">
                  <c:v>45574</c:v>
                </c:pt>
                <c:pt idx="2310">
                  <c:v>45575</c:v>
                </c:pt>
                <c:pt idx="2311">
                  <c:v>45576</c:v>
                </c:pt>
                <c:pt idx="2312">
                  <c:v>45579</c:v>
                </c:pt>
                <c:pt idx="2313">
                  <c:v>45580</c:v>
                </c:pt>
                <c:pt idx="2314">
                  <c:v>45581</c:v>
                </c:pt>
                <c:pt idx="2315">
                  <c:v>45582</c:v>
                </c:pt>
                <c:pt idx="2316">
                  <c:v>45583</c:v>
                </c:pt>
                <c:pt idx="2317">
                  <c:v>45586</c:v>
                </c:pt>
                <c:pt idx="2318">
                  <c:v>45587</c:v>
                </c:pt>
                <c:pt idx="2319">
                  <c:v>45588</c:v>
                </c:pt>
                <c:pt idx="2320">
                  <c:v>45589</c:v>
                </c:pt>
                <c:pt idx="2321">
                  <c:v>45590</c:v>
                </c:pt>
                <c:pt idx="2322">
                  <c:v>45593</c:v>
                </c:pt>
                <c:pt idx="2323">
                  <c:v>45594</c:v>
                </c:pt>
                <c:pt idx="2324">
                  <c:v>45595</c:v>
                </c:pt>
                <c:pt idx="2325">
                  <c:v>45596</c:v>
                </c:pt>
                <c:pt idx="2326">
                  <c:v>45597</c:v>
                </c:pt>
                <c:pt idx="2327">
                  <c:v>45600</c:v>
                </c:pt>
                <c:pt idx="2328">
                  <c:v>45601</c:v>
                </c:pt>
                <c:pt idx="2329">
                  <c:v>45602</c:v>
                </c:pt>
                <c:pt idx="2330">
                  <c:v>45603</c:v>
                </c:pt>
                <c:pt idx="2331">
                  <c:v>45604</c:v>
                </c:pt>
                <c:pt idx="2332">
                  <c:v>45607</c:v>
                </c:pt>
                <c:pt idx="2333">
                  <c:v>45608</c:v>
                </c:pt>
                <c:pt idx="2334">
                  <c:v>45609</c:v>
                </c:pt>
                <c:pt idx="2335">
                  <c:v>45610</c:v>
                </c:pt>
                <c:pt idx="2336">
                  <c:v>45614</c:v>
                </c:pt>
                <c:pt idx="2337">
                  <c:v>45615</c:v>
                </c:pt>
                <c:pt idx="2338">
                  <c:v>45617</c:v>
                </c:pt>
                <c:pt idx="2339">
                  <c:v>45618</c:v>
                </c:pt>
                <c:pt idx="2340">
                  <c:v>45621</c:v>
                </c:pt>
                <c:pt idx="2341">
                  <c:v>45622</c:v>
                </c:pt>
                <c:pt idx="2342">
                  <c:v>45623</c:v>
                </c:pt>
                <c:pt idx="2343">
                  <c:v>45624</c:v>
                </c:pt>
                <c:pt idx="2344">
                  <c:v>45625</c:v>
                </c:pt>
                <c:pt idx="2345">
                  <c:v>45628</c:v>
                </c:pt>
                <c:pt idx="2346">
                  <c:v>45629</c:v>
                </c:pt>
                <c:pt idx="2347">
                  <c:v>45630</c:v>
                </c:pt>
                <c:pt idx="2348">
                  <c:v>45631</c:v>
                </c:pt>
                <c:pt idx="2349">
                  <c:v>45632</c:v>
                </c:pt>
                <c:pt idx="2350">
                  <c:v>45635</c:v>
                </c:pt>
                <c:pt idx="2351">
                  <c:v>45636</c:v>
                </c:pt>
                <c:pt idx="2352">
                  <c:v>45637</c:v>
                </c:pt>
                <c:pt idx="2353">
                  <c:v>45638</c:v>
                </c:pt>
                <c:pt idx="2354">
                  <c:v>45639</c:v>
                </c:pt>
                <c:pt idx="2355">
                  <c:v>45642</c:v>
                </c:pt>
                <c:pt idx="2356">
                  <c:v>45643</c:v>
                </c:pt>
                <c:pt idx="2357">
                  <c:v>45644</c:v>
                </c:pt>
                <c:pt idx="2358">
                  <c:v>45645</c:v>
                </c:pt>
                <c:pt idx="2359">
                  <c:v>45646</c:v>
                </c:pt>
                <c:pt idx="2360">
                  <c:v>45649</c:v>
                </c:pt>
                <c:pt idx="2361">
                  <c:v>45652</c:v>
                </c:pt>
                <c:pt idx="2362">
                  <c:v>45653</c:v>
                </c:pt>
                <c:pt idx="2363">
                  <c:v>45656</c:v>
                </c:pt>
                <c:pt idx="2364">
                  <c:v>45659</c:v>
                </c:pt>
                <c:pt idx="2365">
                  <c:v>45660</c:v>
                </c:pt>
                <c:pt idx="2366">
                  <c:v>45663</c:v>
                </c:pt>
                <c:pt idx="2367">
                  <c:v>45664</c:v>
                </c:pt>
                <c:pt idx="2368">
                  <c:v>45665</c:v>
                </c:pt>
                <c:pt idx="2369">
                  <c:v>45666</c:v>
                </c:pt>
                <c:pt idx="2370">
                  <c:v>45667</c:v>
                </c:pt>
                <c:pt idx="2371">
                  <c:v>45670</c:v>
                </c:pt>
                <c:pt idx="2372">
                  <c:v>45671</c:v>
                </c:pt>
                <c:pt idx="2373">
                  <c:v>45672</c:v>
                </c:pt>
                <c:pt idx="2374">
                  <c:v>45673</c:v>
                </c:pt>
                <c:pt idx="2375">
                  <c:v>45674</c:v>
                </c:pt>
                <c:pt idx="2376">
                  <c:v>45677</c:v>
                </c:pt>
                <c:pt idx="2377">
                  <c:v>45678</c:v>
                </c:pt>
                <c:pt idx="2378">
                  <c:v>45679</c:v>
                </c:pt>
                <c:pt idx="2379">
                  <c:v>45680</c:v>
                </c:pt>
                <c:pt idx="2380">
                  <c:v>45681</c:v>
                </c:pt>
                <c:pt idx="2381">
                  <c:v>45684</c:v>
                </c:pt>
                <c:pt idx="2382">
                  <c:v>45685</c:v>
                </c:pt>
                <c:pt idx="2383">
                  <c:v>45686</c:v>
                </c:pt>
                <c:pt idx="2384">
                  <c:v>45687</c:v>
                </c:pt>
                <c:pt idx="2385">
                  <c:v>45688</c:v>
                </c:pt>
                <c:pt idx="2386">
                  <c:v>45691</c:v>
                </c:pt>
                <c:pt idx="2387">
                  <c:v>45692</c:v>
                </c:pt>
                <c:pt idx="2388">
                  <c:v>45693</c:v>
                </c:pt>
                <c:pt idx="2389">
                  <c:v>45694</c:v>
                </c:pt>
                <c:pt idx="2390">
                  <c:v>45695</c:v>
                </c:pt>
                <c:pt idx="2391">
                  <c:v>45698</c:v>
                </c:pt>
                <c:pt idx="2392">
                  <c:v>45699</c:v>
                </c:pt>
                <c:pt idx="2393">
                  <c:v>45700</c:v>
                </c:pt>
                <c:pt idx="2394">
                  <c:v>45701</c:v>
                </c:pt>
                <c:pt idx="2395">
                  <c:v>45702</c:v>
                </c:pt>
                <c:pt idx="2396">
                  <c:v>45705</c:v>
                </c:pt>
                <c:pt idx="2397">
                  <c:v>45706</c:v>
                </c:pt>
                <c:pt idx="2398">
                  <c:v>45707</c:v>
                </c:pt>
                <c:pt idx="2399">
                  <c:v>45708</c:v>
                </c:pt>
                <c:pt idx="2400">
                  <c:v>45709</c:v>
                </c:pt>
                <c:pt idx="2401">
                  <c:v>45712</c:v>
                </c:pt>
                <c:pt idx="2402">
                  <c:v>45713</c:v>
                </c:pt>
                <c:pt idx="2403">
                  <c:v>45714</c:v>
                </c:pt>
                <c:pt idx="2404">
                  <c:v>45715</c:v>
                </c:pt>
                <c:pt idx="2405">
                  <c:v>45716</c:v>
                </c:pt>
                <c:pt idx="2406">
                  <c:v>45721</c:v>
                </c:pt>
                <c:pt idx="2407">
                  <c:v>45722</c:v>
                </c:pt>
                <c:pt idx="2408">
                  <c:v>45723</c:v>
                </c:pt>
                <c:pt idx="2409">
                  <c:v>45726</c:v>
                </c:pt>
                <c:pt idx="2410">
                  <c:v>45727</c:v>
                </c:pt>
                <c:pt idx="2411">
                  <c:v>45728</c:v>
                </c:pt>
                <c:pt idx="2412">
                  <c:v>45729</c:v>
                </c:pt>
                <c:pt idx="2413">
                  <c:v>45730</c:v>
                </c:pt>
                <c:pt idx="2414">
                  <c:v>45733</c:v>
                </c:pt>
                <c:pt idx="2415">
                  <c:v>45734</c:v>
                </c:pt>
                <c:pt idx="2416">
                  <c:v>45735</c:v>
                </c:pt>
                <c:pt idx="2417">
                  <c:v>45736</c:v>
                </c:pt>
                <c:pt idx="2418">
                  <c:v>45737</c:v>
                </c:pt>
                <c:pt idx="2419">
                  <c:v>45740</c:v>
                </c:pt>
                <c:pt idx="2420">
                  <c:v>45741</c:v>
                </c:pt>
                <c:pt idx="2421">
                  <c:v>45742</c:v>
                </c:pt>
                <c:pt idx="2422">
                  <c:v>45743</c:v>
                </c:pt>
                <c:pt idx="2423">
                  <c:v>45744</c:v>
                </c:pt>
                <c:pt idx="2424">
                  <c:v>45747</c:v>
                </c:pt>
                <c:pt idx="2425">
                  <c:v>45748</c:v>
                </c:pt>
                <c:pt idx="2426">
                  <c:v>45749</c:v>
                </c:pt>
                <c:pt idx="2427">
                  <c:v>45750</c:v>
                </c:pt>
                <c:pt idx="2428">
                  <c:v>45751</c:v>
                </c:pt>
                <c:pt idx="2429">
                  <c:v>45754</c:v>
                </c:pt>
                <c:pt idx="2430">
                  <c:v>45755</c:v>
                </c:pt>
                <c:pt idx="2431">
                  <c:v>45756</c:v>
                </c:pt>
                <c:pt idx="2432">
                  <c:v>45757</c:v>
                </c:pt>
                <c:pt idx="2433">
                  <c:v>45758</c:v>
                </c:pt>
                <c:pt idx="2434">
                  <c:v>45761</c:v>
                </c:pt>
                <c:pt idx="2435">
                  <c:v>45762</c:v>
                </c:pt>
                <c:pt idx="2436">
                  <c:v>45763</c:v>
                </c:pt>
                <c:pt idx="2437">
                  <c:v>45764</c:v>
                </c:pt>
                <c:pt idx="2438">
                  <c:v>45769</c:v>
                </c:pt>
                <c:pt idx="2439">
                  <c:v>45770</c:v>
                </c:pt>
                <c:pt idx="2440">
                  <c:v>45771</c:v>
                </c:pt>
                <c:pt idx="2441">
                  <c:v>45772</c:v>
                </c:pt>
                <c:pt idx="2442">
                  <c:v>45775</c:v>
                </c:pt>
                <c:pt idx="2443">
                  <c:v>45776</c:v>
                </c:pt>
                <c:pt idx="2444">
                  <c:v>45777</c:v>
                </c:pt>
                <c:pt idx="2445">
                  <c:v>45779</c:v>
                </c:pt>
                <c:pt idx="2446">
                  <c:v>45782</c:v>
                </c:pt>
                <c:pt idx="2447">
                  <c:v>45783</c:v>
                </c:pt>
                <c:pt idx="2448">
                  <c:v>45784</c:v>
                </c:pt>
                <c:pt idx="2449">
                  <c:v>45785</c:v>
                </c:pt>
                <c:pt idx="2450">
                  <c:v>45786</c:v>
                </c:pt>
                <c:pt idx="2451">
                  <c:v>45789</c:v>
                </c:pt>
                <c:pt idx="2452">
                  <c:v>45790</c:v>
                </c:pt>
                <c:pt idx="2453">
                  <c:v>45791</c:v>
                </c:pt>
                <c:pt idx="2454">
                  <c:v>45792</c:v>
                </c:pt>
                <c:pt idx="2455">
                  <c:v>45793</c:v>
                </c:pt>
                <c:pt idx="2456">
                  <c:v>45796</c:v>
                </c:pt>
                <c:pt idx="2457">
                  <c:v>45797</c:v>
                </c:pt>
                <c:pt idx="2458">
                  <c:v>45798</c:v>
                </c:pt>
                <c:pt idx="2459">
                  <c:v>45799</c:v>
                </c:pt>
                <c:pt idx="2460">
                  <c:v>45800</c:v>
                </c:pt>
                <c:pt idx="2461">
                  <c:v>45803</c:v>
                </c:pt>
                <c:pt idx="2462">
                  <c:v>45804</c:v>
                </c:pt>
                <c:pt idx="2463">
                  <c:v>45805</c:v>
                </c:pt>
                <c:pt idx="2464">
                  <c:v>45806</c:v>
                </c:pt>
                <c:pt idx="2465">
                  <c:v>45807</c:v>
                </c:pt>
                <c:pt idx="2466">
                  <c:v>45810</c:v>
                </c:pt>
                <c:pt idx="2467">
                  <c:v>45811</c:v>
                </c:pt>
                <c:pt idx="2468">
                  <c:v>45812</c:v>
                </c:pt>
                <c:pt idx="2469">
                  <c:v>45813</c:v>
                </c:pt>
                <c:pt idx="2470">
                  <c:v>45814</c:v>
                </c:pt>
                <c:pt idx="2471">
                  <c:v>45817</c:v>
                </c:pt>
                <c:pt idx="2472">
                  <c:v>45818</c:v>
                </c:pt>
                <c:pt idx="2473">
                  <c:v>45819</c:v>
                </c:pt>
                <c:pt idx="2474">
                  <c:v>45820</c:v>
                </c:pt>
                <c:pt idx="2475">
                  <c:v>45821</c:v>
                </c:pt>
                <c:pt idx="2476">
                  <c:v>45824</c:v>
                </c:pt>
                <c:pt idx="2477">
                  <c:v>45825</c:v>
                </c:pt>
                <c:pt idx="2478">
                  <c:v>45826</c:v>
                </c:pt>
                <c:pt idx="2479">
                  <c:v>45828</c:v>
                </c:pt>
                <c:pt idx="2480">
                  <c:v>45831</c:v>
                </c:pt>
                <c:pt idx="2481">
                  <c:v>45832</c:v>
                </c:pt>
                <c:pt idx="2482">
                  <c:v>45833</c:v>
                </c:pt>
                <c:pt idx="2483">
                  <c:v>45834</c:v>
                </c:pt>
                <c:pt idx="2484">
                  <c:v>45835</c:v>
                </c:pt>
                <c:pt idx="2485">
                  <c:v>45838</c:v>
                </c:pt>
                <c:pt idx="2486">
                  <c:v>45839</c:v>
                </c:pt>
                <c:pt idx="2487">
                  <c:v>45840</c:v>
                </c:pt>
                <c:pt idx="2488">
                  <c:v>45841</c:v>
                </c:pt>
                <c:pt idx="2489">
                  <c:v>45842</c:v>
                </c:pt>
                <c:pt idx="2490">
                  <c:v>45845</c:v>
                </c:pt>
                <c:pt idx="2491">
                  <c:v>45846</c:v>
                </c:pt>
                <c:pt idx="2492">
                  <c:v>45847</c:v>
                </c:pt>
                <c:pt idx="2493">
                  <c:v>45848</c:v>
                </c:pt>
                <c:pt idx="2494">
                  <c:v>45849</c:v>
                </c:pt>
                <c:pt idx="2495">
                  <c:v>45852</c:v>
                </c:pt>
                <c:pt idx="2496">
                  <c:v>45853</c:v>
                </c:pt>
                <c:pt idx="2497">
                  <c:v>45854</c:v>
                </c:pt>
                <c:pt idx="2498">
                  <c:v>45855</c:v>
                </c:pt>
                <c:pt idx="2499">
                  <c:v>45856</c:v>
                </c:pt>
                <c:pt idx="2500">
                  <c:v>45859</c:v>
                </c:pt>
                <c:pt idx="2501">
                  <c:v>45860</c:v>
                </c:pt>
                <c:pt idx="2502">
                  <c:v>45861</c:v>
                </c:pt>
                <c:pt idx="2503">
                  <c:v>45862</c:v>
                </c:pt>
                <c:pt idx="2504">
                  <c:v>45863</c:v>
                </c:pt>
                <c:pt idx="2505">
                  <c:v>45866</c:v>
                </c:pt>
                <c:pt idx="2506">
                  <c:v>45867</c:v>
                </c:pt>
                <c:pt idx="2507">
                  <c:v>45868</c:v>
                </c:pt>
                <c:pt idx="2508">
                  <c:v>45869</c:v>
                </c:pt>
                <c:pt idx="2509">
                  <c:v>45870</c:v>
                </c:pt>
                <c:pt idx="2510">
                  <c:v>45873</c:v>
                </c:pt>
                <c:pt idx="2511">
                  <c:v>45874</c:v>
                </c:pt>
                <c:pt idx="2512">
                  <c:v>45875</c:v>
                </c:pt>
                <c:pt idx="2513">
                  <c:v>45876</c:v>
                </c:pt>
                <c:pt idx="2514">
                  <c:v>45877</c:v>
                </c:pt>
                <c:pt idx="2515">
                  <c:v>45880</c:v>
                </c:pt>
                <c:pt idx="2516">
                  <c:v>45881</c:v>
                </c:pt>
                <c:pt idx="2517">
                  <c:v>45882</c:v>
                </c:pt>
                <c:pt idx="2518">
                  <c:v>45883</c:v>
                </c:pt>
                <c:pt idx="2519">
                  <c:v>45884</c:v>
                </c:pt>
                <c:pt idx="2520">
                  <c:v>45887</c:v>
                </c:pt>
                <c:pt idx="2521">
                  <c:v>45888</c:v>
                </c:pt>
                <c:pt idx="2522">
                  <c:v>45889</c:v>
                </c:pt>
                <c:pt idx="2523">
                  <c:v>45890</c:v>
                </c:pt>
                <c:pt idx="2524">
                  <c:v>45891</c:v>
                </c:pt>
                <c:pt idx="2525">
                  <c:v>45894</c:v>
                </c:pt>
                <c:pt idx="2526">
                  <c:v>45895</c:v>
                </c:pt>
                <c:pt idx="2527">
                  <c:v>45896</c:v>
                </c:pt>
                <c:pt idx="2528">
                  <c:v>45897</c:v>
                </c:pt>
                <c:pt idx="2529">
                  <c:v>45898</c:v>
                </c:pt>
                <c:pt idx="2530">
                  <c:v>45901</c:v>
                </c:pt>
                <c:pt idx="2531">
                  <c:v>45902</c:v>
                </c:pt>
                <c:pt idx="2532">
                  <c:v>45903</c:v>
                </c:pt>
                <c:pt idx="2533">
                  <c:v>45904</c:v>
                </c:pt>
                <c:pt idx="2534">
                  <c:v>45905</c:v>
                </c:pt>
                <c:pt idx="2535">
                  <c:v>45908</c:v>
                </c:pt>
                <c:pt idx="2536">
                  <c:v>45909</c:v>
                </c:pt>
                <c:pt idx="2537">
                  <c:v>45910</c:v>
                </c:pt>
                <c:pt idx="2538">
                  <c:v>45911</c:v>
                </c:pt>
                <c:pt idx="2539">
                  <c:v>45912</c:v>
                </c:pt>
                <c:pt idx="2540">
                  <c:v>45915</c:v>
                </c:pt>
                <c:pt idx="2541">
                  <c:v>45916</c:v>
                </c:pt>
                <c:pt idx="2542">
                  <c:v>45917</c:v>
                </c:pt>
                <c:pt idx="2543">
                  <c:v>45918</c:v>
                </c:pt>
                <c:pt idx="2544">
                  <c:v>45919</c:v>
                </c:pt>
                <c:pt idx="2545">
                  <c:v>45922</c:v>
                </c:pt>
                <c:pt idx="2546">
                  <c:v>45923</c:v>
                </c:pt>
                <c:pt idx="2547">
                  <c:v>45924</c:v>
                </c:pt>
                <c:pt idx="2548">
                  <c:v>45925</c:v>
                </c:pt>
                <c:pt idx="2549">
                  <c:v>45926</c:v>
                </c:pt>
                <c:pt idx="2550">
                  <c:v>45929</c:v>
                </c:pt>
                <c:pt idx="2551">
                  <c:v>45930</c:v>
                </c:pt>
                <c:pt idx="2552">
                  <c:v>45931</c:v>
                </c:pt>
                <c:pt idx="2553">
                  <c:v>45932</c:v>
                </c:pt>
                <c:pt idx="2554">
                  <c:v>45933</c:v>
                </c:pt>
                <c:pt idx="2555">
                  <c:v>45936</c:v>
                </c:pt>
                <c:pt idx="2556">
                  <c:v>45937</c:v>
                </c:pt>
                <c:pt idx="2557">
                  <c:v>45938</c:v>
                </c:pt>
                <c:pt idx="2558">
                  <c:v>45939</c:v>
                </c:pt>
                <c:pt idx="2559">
                  <c:v>45940</c:v>
                </c:pt>
                <c:pt idx="2560">
                  <c:v>45943</c:v>
                </c:pt>
                <c:pt idx="2561">
                  <c:v>45944</c:v>
                </c:pt>
                <c:pt idx="2562">
                  <c:v>45945</c:v>
                </c:pt>
                <c:pt idx="2563">
                  <c:v>45946</c:v>
                </c:pt>
                <c:pt idx="2564">
                  <c:v>45947</c:v>
                </c:pt>
                <c:pt idx="2565">
                  <c:v>45950</c:v>
                </c:pt>
                <c:pt idx="2566">
                  <c:v>45951</c:v>
                </c:pt>
                <c:pt idx="2567">
                  <c:v>45952</c:v>
                </c:pt>
                <c:pt idx="2568">
                  <c:v>45953</c:v>
                </c:pt>
                <c:pt idx="2569">
                  <c:v>45954</c:v>
                </c:pt>
                <c:pt idx="2570">
                  <c:v>45957</c:v>
                </c:pt>
                <c:pt idx="2571">
                  <c:v>45958</c:v>
                </c:pt>
                <c:pt idx="2572">
                  <c:v>45959</c:v>
                </c:pt>
                <c:pt idx="2573">
                  <c:v>45960</c:v>
                </c:pt>
                <c:pt idx="2574">
                  <c:v>45961</c:v>
                </c:pt>
                <c:pt idx="2575">
                  <c:v>45964</c:v>
                </c:pt>
                <c:pt idx="2576">
                  <c:v>45965</c:v>
                </c:pt>
                <c:pt idx="2577">
                  <c:v>45966</c:v>
                </c:pt>
                <c:pt idx="2578">
                  <c:v>45967</c:v>
                </c:pt>
                <c:pt idx="2579">
                  <c:v>45968</c:v>
                </c:pt>
                <c:pt idx="2580">
                  <c:v>45971</c:v>
                </c:pt>
                <c:pt idx="2581">
                  <c:v>45972</c:v>
                </c:pt>
                <c:pt idx="2582">
                  <c:v>45973</c:v>
                </c:pt>
                <c:pt idx="2583">
                  <c:v>45974</c:v>
                </c:pt>
                <c:pt idx="2584">
                  <c:v>45975</c:v>
                </c:pt>
                <c:pt idx="2585">
                  <c:v>45978</c:v>
                </c:pt>
                <c:pt idx="2586">
                  <c:v>45979</c:v>
                </c:pt>
                <c:pt idx="2587">
                  <c:v>45980</c:v>
                </c:pt>
                <c:pt idx="2588">
                  <c:v>45982</c:v>
                </c:pt>
                <c:pt idx="2589">
                  <c:v>45985</c:v>
                </c:pt>
                <c:pt idx="2590">
                  <c:v>45986</c:v>
                </c:pt>
                <c:pt idx="2591">
                  <c:v>45987</c:v>
                </c:pt>
                <c:pt idx="2592">
                  <c:v>45988</c:v>
                </c:pt>
                <c:pt idx="2593">
                  <c:v>45989</c:v>
                </c:pt>
                <c:pt idx="2594">
                  <c:v>45992</c:v>
                </c:pt>
                <c:pt idx="2595">
                  <c:v>45993</c:v>
                </c:pt>
                <c:pt idx="2596">
                  <c:v>45994</c:v>
                </c:pt>
                <c:pt idx="2597">
                  <c:v>45995</c:v>
                </c:pt>
                <c:pt idx="2598">
                  <c:v>45996</c:v>
                </c:pt>
                <c:pt idx="2599">
                  <c:v>45999</c:v>
                </c:pt>
                <c:pt idx="2600">
                  <c:v>46000</c:v>
                </c:pt>
                <c:pt idx="2601">
                  <c:v>46001</c:v>
                </c:pt>
                <c:pt idx="2602">
                  <c:v>46002</c:v>
                </c:pt>
                <c:pt idx="2603">
                  <c:v>46003</c:v>
                </c:pt>
                <c:pt idx="2604">
                  <c:v>46006</c:v>
                </c:pt>
                <c:pt idx="2605">
                  <c:v>46007</c:v>
                </c:pt>
                <c:pt idx="2606">
                  <c:v>46008</c:v>
                </c:pt>
                <c:pt idx="2607">
                  <c:v>46009</c:v>
                </c:pt>
                <c:pt idx="2608">
                  <c:v>46010</c:v>
                </c:pt>
                <c:pt idx="2609">
                  <c:v>46013</c:v>
                </c:pt>
                <c:pt idx="2610">
                  <c:v>46014</c:v>
                </c:pt>
                <c:pt idx="2611">
                  <c:v>46017</c:v>
                </c:pt>
                <c:pt idx="2612">
                  <c:v>46020</c:v>
                </c:pt>
                <c:pt idx="2613">
                  <c:v>46021</c:v>
                </c:pt>
                <c:pt idx="2614">
                  <c:v>46024</c:v>
                </c:pt>
                <c:pt idx="2615">
                  <c:v>46027</c:v>
                </c:pt>
                <c:pt idx="2616">
                  <c:v>46028</c:v>
                </c:pt>
                <c:pt idx="2617">
                  <c:v>46029</c:v>
                </c:pt>
                <c:pt idx="2618">
                  <c:v>46030</c:v>
                </c:pt>
                <c:pt idx="2619">
                  <c:v>46031</c:v>
                </c:pt>
                <c:pt idx="2620">
                  <c:v>46034</c:v>
                </c:pt>
                <c:pt idx="2621">
                  <c:v>46035</c:v>
                </c:pt>
                <c:pt idx="2622">
                  <c:v>46036</c:v>
                </c:pt>
                <c:pt idx="2623">
                  <c:v>46037</c:v>
                </c:pt>
                <c:pt idx="2624">
                  <c:v>46038</c:v>
                </c:pt>
                <c:pt idx="2625">
                  <c:v>46041</c:v>
                </c:pt>
                <c:pt idx="2626">
                  <c:v>46042</c:v>
                </c:pt>
                <c:pt idx="2627">
                  <c:v>46043</c:v>
                </c:pt>
                <c:pt idx="2628">
                  <c:v>46044</c:v>
                </c:pt>
                <c:pt idx="2629">
                  <c:v>46045</c:v>
                </c:pt>
                <c:pt idx="2630">
                  <c:v>46048</c:v>
                </c:pt>
                <c:pt idx="2631">
                  <c:v>46049</c:v>
                </c:pt>
                <c:pt idx="2632">
                  <c:v>46050</c:v>
                </c:pt>
                <c:pt idx="2633">
                  <c:v>46051</c:v>
                </c:pt>
                <c:pt idx="2634">
                  <c:v>46052</c:v>
                </c:pt>
                <c:pt idx="2635">
                  <c:v>46055</c:v>
                </c:pt>
                <c:pt idx="2636">
                  <c:v>46056</c:v>
                </c:pt>
                <c:pt idx="2637">
                  <c:v>46057</c:v>
                </c:pt>
                <c:pt idx="2638">
                  <c:v>46058</c:v>
                </c:pt>
                <c:pt idx="2639">
                  <c:v>46059</c:v>
                </c:pt>
                <c:pt idx="2640">
                  <c:v>46062</c:v>
                </c:pt>
                <c:pt idx="2641">
                  <c:v>46063</c:v>
                </c:pt>
                <c:pt idx="2642">
                  <c:v>46064</c:v>
                </c:pt>
                <c:pt idx="2643">
                  <c:v>46065</c:v>
                </c:pt>
                <c:pt idx="2644">
                  <c:v>46066</c:v>
                </c:pt>
                <c:pt idx="2645">
                  <c:v>46071</c:v>
                </c:pt>
                <c:pt idx="2646">
                  <c:v>46072</c:v>
                </c:pt>
                <c:pt idx="2647">
                  <c:v>46073</c:v>
                </c:pt>
                <c:pt idx="2648">
                  <c:v>46076</c:v>
                </c:pt>
                <c:pt idx="2649">
                  <c:v>46077</c:v>
                </c:pt>
                <c:pt idx="2650">
                  <c:v>46078</c:v>
                </c:pt>
                <c:pt idx="2651">
                  <c:v>46079</c:v>
                </c:pt>
                <c:pt idx="2652">
                  <c:v>46080</c:v>
                </c:pt>
                <c:pt idx="2653">
                  <c:v>46083</c:v>
                </c:pt>
                <c:pt idx="2654">
                  <c:v>46084</c:v>
                </c:pt>
                <c:pt idx="2655">
                  <c:v>46085</c:v>
                </c:pt>
                <c:pt idx="2656">
                  <c:v>46086</c:v>
                </c:pt>
                <c:pt idx="2657">
                  <c:v>46087</c:v>
                </c:pt>
                <c:pt idx="2658">
                  <c:v>46090</c:v>
                </c:pt>
                <c:pt idx="2659">
                  <c:v>46091</c:v>
                </c:pt>
                <c:pt idx="2660">
                  <c:v>46092</c:v>
                </c:pt>
                <c:pt idx="2661">
                  <c:v>46093</c:v>
                </c:pt>
                <c:pt idx="2662">
                  <c:v>46094</c:v>
                </c:pt>
                <c:pt idx="2663">
                  <c:v>46097</c:v>
                </c:pt>
                <c:pt idx="2664">
                  <c:v>46098</c:v>
                </c:pt>
                <c:pt idx="2665">
                  <c:v>46099</c:v>
                </c:pt>
                <c:pt idx="2666">
                  <c:v>46100</c:v>
                </c:pt>
                <c:pt idx="2667">
                  <c:v>46101</c:v>
                </c:pt>
                <c:pt idx="2668">
                  <c:v>46104</c:v>
                </c:pt>
                <c:pt idx="2669">
                  <c:v>46105</c:v>
                </c:pt>
                <c:pt idx="2670">
                  <c:v>46106</c:v>
                </c:pt>
                <c:pt idx="2671">
                  <c:v>46107</c:v>
                </c:pt>
                <c:pt idx="2672">
                  <c:v>46108</c:v>
                </c:pt>
                <c:pt idx="2673">
                  <c:v>46111</c:v>
                </c:pt>
                <c:pt idx="2674">
                  <c:v>46112</c:v>
                </c:pt>
                <c:pt idx="2675">
                  <c:v>46113</c:v>
                </c:pt>
                <c:pt idx="2676">
                  <c:v>46114</c:v>
                </c:pt>
                <c:pt idx="2677">
                  <c:v>46118</c:v>
                </c:pt>
                <c:pt idx="2678">
                  <c:v>46119</c:v>
                </c:pt>
                <c:pt idx="2679">
                  <c:v>46120</c:v>
                </c:pt>
                <c:pt idx="2680">
                  <c:v>46121</c:v>
                </c:pt>
                <c:pt idx="2681">
                  <c:v>46122</c:v>
                </c:pt>
                <c:pt idx="2682">
                  <c:v>46125</c:v>
                </c:pt>
                <c:pt idx="2683">
                  <c:v>46126</c:v>
                </c:pt>
                <c:pt idx="2684">
                  <c:v>46127</c:v>
                </c:pt>
                <c:pt idx="2685">
                  <c:v>46128</c:v>
                </c:pt>
                <c:pt idx="2686">
                  <c:v>46129</c:v>
                </c:pt>
                <c:pt idx="2687">
                  <c:v>46132</c:v>
                </c:pt>
                <c:pt idx="2688">
                  <c:v>46134</c:v>
                </c:pt>
                <c:pt idx="2689">
                  <c:v>46135</c:v>
                </c:pt>
                <c:pt idx="2690">
                  <c:v>46136</c:v>
                </c:pt>
                <c:pt idx="2691">
                  <c:v>46139</c:v>
                </c:pt>
                <c:pt idx="2692">
                  <c:v>46140</c:v>
                </c:pt>
                <c:pt idx="2693">
                  <c:v>46141</c:v>
                </c:pt>
                <c:pt idx="2694">
                  <c:v>46142</c:v>
                </c:pt>
                <c:pt idx="2695">
                  <c:v>46146</c:v>
                </c:pt>
                <c:pt idx="2696">
                  <c:v>46147</c:v>
                </c:pt>
                <c:pt idx="2697">
                  <c:v>46148</c:v>
                </c:pt>
                <c:pt idx="2698">
                  <c:v>46149</c:v>
                </c:pt>
                <c:pt idx="2699">
                  <c:v>46150</c:v>
                </c:pt>
                <c:pt idx="2700">
                  <c:v>46153</c:v>
                </c:pt>
                <c:pt idx="2701">
                  <c:v>46154</c:v>
                </c:pt>
                <c:pt idx="2702">
                  <c:v>46155</c:v>
                </c:pt>
                <c:pt idx="2703">
                  <c:v>46156</c:v>
                </c:pt>
                <c:pt idx="2704">
                  <c:v>46157</c:v>
                </c:pt>
                <c:pt idx="2705">
                  <c:v>46160</c:v>
                </c:pt>
                <c:pt idx="2706">
                  <c:v>46161</c:v>
                </c:pt>
                <c:pt idx="2707">
                  <c:v>46162</c:v>
                </c:pt>
                <c:pt idx="2708">
                  <c:v>46163</c:v>
                </c:pt>
                <c:pt idx="2709">
                  <c:v>46164</c:v>
                </c:pt>
                <c:pt idx="2710">
                  <c:v>46167</c:v>
                </c:pt>
                <c:pt idx="2711">
                  <c:v>46168</c:v>
                </c:pt>
                <c:pt idx="2712">
                  <c:v>46169</c:v>
                </c:pt>
                <c:pt idx="2713">
                  <c:v>46170</c:v>
                </c:pt>
                <c:pt idx="2714">
                  <c:v>46171</c:v>
                </c:pt>
                <c:pt idx="2715">
                  <c:v>46174</c:v>
                </c:pt>
                <c:pt idx="2716">
                  <c:v>46175</c:v>
                </c:pt>
                <c:pt idx="2717">
                  <c:v>46176</c:v>
                </c:pt>
                <c:pt idx="2718">
                  <c:v>46178</c:v>
                </c:pt>
                <c:pt idx="2719">
                  <c:v>46181</c:v>
                </c:pt>
                <c:pt idx="2720">
                  <c:v>46182</c:v>
                </c:pt>
                <c:pt idx="2721">
                  <c:v>46183</c:v>
                </c:pt>
                <c:pt idx="2722">
                  <c:v>46184</c:v>
                </c:pt>
                <c:pt idx="2723">
                  <c:v>46185</c:v>
                </c:pt>
                <c:pt idx="2724">
                  <c:v>46188</c:v>
                </c:pt>
                <c:pt idx="2725">
                  <c:v>46189</c:v>
                </c:pt>
                <c:pt idx="2726">
                  <c:v>46190</c:v>
                </c:pt>
                <c:pt idx="2727">
                  <c:v>46191</c:v>
                </c:pt>
                <c:pt idx="2728">
                  <c:v>46192</c:v>
                </c:pt>
                <c:pt idx="2729">
                  <c:v>46195</c:v>
                </c:pt>
                <c:pt idx="2730">
                  <c:v>46196</c:v>
                </c:pt>
                <c:pt idx="2731">
                  <c:v>46197</c:v>
                </c:pt>
                <c:pt idx="2732">
                  <c:v>46198</c:v>
                </c:pt>
                <c:pt idx="2733">
                  <c:v>46199</c:v>
                </c:pt>
                <c:pt idx="2734">
                  <c:v>46202</c:v>
                </c:pt>
                <c:pt idx="2735">
                  <c:v>46203</c:v>
                </c:pt>
                <c:pt idx="2736">
                  <c:v>46204</c:v>
                </c:pt>
                <c:pt idx="2737">
                  <c:v>46205</c:v>
                </c:pt>
                <c:pt idx="2738">
                  <c:v>46206</c:v>
                </c:pt>
                <c:pt idx="2739">
                  <c:v>46209</c:v>
                </c:pt>
                <c:pt idx="2740">
                  <c:v>46210</c:v>
                </c:pt>
                <c:pt idx="2741">
                  <c:v>46211</c:v>
                </c:pt>
                <c:pt idx="2742">
                  <c:v>46212</c:v>
                </c:pt>
                <c:pt idx="2743">
                  <c:v>46213</c:v>
                </c:pt>
                <c:pt idx="2744">
                  <c:v>46216</c:v>
                </c:pt>
                <c:pt idx="2745">
                  <c:v>46217</c:v>
                </c:pt>
                <c:pt idx="2746">
                  <c:v>46218</c:v>
                </c:pt>
                <c:pt idx="2747">
                  <c:v>46219</c:v>
                </c:pt>
                <c:pt idx="2748">
                  <c:v>46220</c:v>
                </c:pt>
                <c:pt idx="2749">
                  <c:v>46223</c:v>
                </c:pt>
                <c:pt idx="2750">
                  <c:v>46224</c:v>
                </c:pt>
                <c:pt idx="2751">
                  <c:v>46225</c:v>
                </c:pt>
                <c:pt idx="2752">
                  <c:v>46226</c:v>
                </c:pt>
                <c:pt idx="2753">
                  <c:v>46227</c:v>
                </c:pt>
                <c:pt idx="2754">
                  <c:v>46230</c:v>
                </c:pt>
                <c:pt idx="2755">
                  <c:v>46231</c:v>
                </c:pt>
                <c:pt idx="2756">
                  <c:v>46232</c:v>
                </c:pt>
                <c:pt idx="2757">
                  <c:v>46233</c:v>
                </c:pt>
                <c:pt idx="2758">
                  <c:v>46234</c:v>
                </c:pt>
                <c:pt idx="2759">
                  <c:v>46237</c:v>
                </c:pt>
                <c:pt idx="2760">
                  <c:v>46238</c:v>
                </c:pt>
                <c:pt idx="2761">
                  <c:v>46239</c:v>
                </c:pt>
                <c:pt idx="2762">
                  <c:v>46240</c:v>
                </c:pt>
                <c:pt idx="2763">
                  <c:v>46241</c:v>
                </c:pt>
                <c:pt idx="2764">
                  <c:v>46244</c:v>
                </c:pt>
                <c:pt idx="2765">
                  <c:v>46245</c:v>
                </c:pt>
                <c:pt idx="2766">
                  <c:v>46246</c:v>
                </c:pt>
                <c:pt idx="2767">
                  <c:v>46247</c:v>
                </c:pt>
                <c:pt idx="2768">
                  <c:v>46248</c:v>
                </c:pt>
                <c:pt idx="2769">
                  <c:v>46251</c:v>
                </c:pt>
                <c:pt idx="2770">
                  <c:v>46252</c:v>
                </c:pt>
                <c:pt idx="2771">
                  <c:v>46253</c:v>
                </c:pt>
                <c:pt idx="2772">
                  <c:v>46254</c:v>
                </c:pt>
                <c:pt idx="2773">
                  <c:v>46255</c:v>
                </c:pt>
                <c:pt idx="2774">
                  <c:v>46258</c:v>
                </c:pt>
                <c:pt idx="2775">
                  <c:v>46259</c:v>
                </c:pt>
                <c:pt idx="2776">
                  <c:v>46260</c:v>
                </c:pt>
                <c:pt idx="2777">
                  <c:v>46261</c:v>
                </c:pt>
                <c:pt idx="2778">
                  <c:v>46262</c:v>
                </c:pt>
              </c:numCache>
            </c:numRef>
          </c:cat>
          <c:val>
            <c:numRef>
              <c:f>Sheet1!$D$2:$D$2768</c:f>
              <c:numCache>
                <c:formatCode>General</c:formatCode>
                <c:ptCount val="2770"/>
                <c:pt idx="667">
                  <c:v>1.5056739452000001</c:v>
                </c:pt>
                <c:pt idx="797">
                  <c:v>1.5340063695999999</c:v>
                </c:pt>
                <c:pt idx="844">
                  <c:v>1.550478376</c:v>
                </c:pt>
                <c:pt idx="902">
                  <c:v>1.5897855804000001</c:v>
                </c:pt>
                <c:pt idx="1044">
                  <c:v>1.5114819111</c:v>
                </c:pt>
                <c:pt idx="1185">
                  <c:v>1.5492997118</c:v>
                </c:pt>
                <c:pt idx="1284">
                  <c:v>1.5009762605999999</c:v>
                </c:pt>
                <c:pt idx="1399">
                  <c:v>1.5430312235999999</c:v>
                </c:pt>
                <c:pt idx="1681">
                  <c:v>1.5064506196</c:v>
                </c:pt>
                <c:pt idx="1850">
                  <c:v>1.5657075209</c:v>
                </c:pt>
                <c:pt idx="2352">
                  <c:v>1.5225476311999999</c:v>
                </c:pt>
                <c:pt idx="2398">
                  <c:v>1.5151255442</c:v>
                </c:pt>
                <c:pt idx="2640">
                  <c:v>1.5374427899000001</c:v>
                </c:pt>
                <c:pt idx="2769">
                  <c:v>1.5272393189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8A3-489D-B4A1-32170AE75F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0000001"/>
        <c:axId val="530000002"/>
      </c:lineChart>
      <c:dateAx>
        <c:axId val="530000001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530000002"/>
        <c:crosses val="autoZero"/>
        <c:auto val="1"/>
        <c:lblOffset val="100"/>
        <c:baseTimeUnit val="days"/>
        <c:majorUnit val="1"/>
        <c:majorTimeUnit val="years"/>
      </c:dateAx>
      <c:valAx>
        <c:axId val="5300000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530000001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Roboto Light"/>
          <a:ea typeface="Roboto Light"/>
          <a:cs typeface="Roboto Light"/>
        </a:defRPr>
      </a:pPr>
      <a:endParaRPr lang="pt-BR"/>
    </a:p>
  </c:txPr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150481189851253E-2"/>
          <c:y val="0.13647371249100551"/>
          <c:w val="0.8498941843488339"/>
          <c:h val="0.60265695958262333"/>
        </c:manualLayout>
      </c:layout>
      <c:lineChart>
        <c:grouping val="standard"/>
        <c:varyColors val="0"/>
        <c:ser>
          <c:idx val="1"/>
          <c:order val="0"/>
          <c:tx>
            <c:v>2027 - Mercado</c:v>
          </c:tx>
          <c:spPr>
            <a:ln w="19050" cap="rnd">
              <a:solidFill>
                <a:srgbClr val="BBD1EC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3.7517932408286096E-2"/>
                  <c:y val="-5.0660629142937931E-2"/>
                </c:manualLayout>
              </c:layout>
              <c:tx>
                <c:rich>
                  <a:bodyPr/>
                  <a:lstStyle/>
                  <a:p>
                    <a:r>
                      <a:rPr lang="pt-BR"/>
                      <a:t>1.8%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EF3-4F16-8668-95EFA61D8904}"/>
                </c:ext>
              </c:extLst>
            </c:dLbl>
            <c:dLbl>
              <c:idx val="138"/>
              <c:layout>
                <c:manualLayout>
                  <c:x val="-1.4430034104874307E-2"/>
                  <c:y val="-7.8346673280123027E-17"/>
                </c:manualLayout>
              </c:layout>
              <c:tx>
                <c:rich>
                  <a:bodyPr/>
                  <a:lstStyle/>
                  <a:p>
                    <a:r>
                      <a:rPr lang="pt-BR"/>
                      <a:t>1.5%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EF3-4F16-8668-95EFA61D89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PIB.T!$A$6681:$A$6819</c:f>
              <c:numCache>
                <c:formatCode>m/d/yyyy</c:formatCode>
                <c:ptCount val="139"/>
                <c:pt idx="0">
                  <c:v>46055</c:v>
                </c:pt>
                <c:pt idx="1">
                  <c:v>46056</c:v>
                </c:pt>
                <c:pt idx="2">
                  <c:v>46057</c:v>
                </c:pt>
                <c:pt idx="3">
                  <c:v>46058</c:v>
                </c:pt>
                <c:pt idx="4">
                  <c:v>46059</c:v>
                </c:pt>
                <c:pt idx="5">
                  <c:v>46062</c:v>
                </c:pt>
                <c:pt idx="6">
                  <c:v>46063</c:v>
                </c:pt>
                <c:pt idx="7">
                  <c:v>46064</c:v>
                </c:pt>
                <c:pt idx="8">
                  <c:v>46065</c:v>
                </c:pt>
                <c:pt idx="9">
                  <c:v>46066</c:v>
                </c:pt>
                <c:pt idx="10">
                  <c:v>46071</c:v>
                </c:pt>
                <c:pt idx="11">
                  <c:v>46072</c:v>
                </c:pt>
                <c:pt idx="12">
                  <c:v>46073</c:v>
                </c:pt>
                <c:pt idx="13">
                  <c:v>46076</c:v>
                </c:pt>
                <c:pt idx="14">
                  <c:v>46077</c:v>
                </c:pt>
                <c:pt idx="15">
                  <c:v>46078</c:v>
                </c:pt>
                <c:pt idx="16">
                  <c:v>46079</c:v>
                </c:pt>
                <c:pt idx="17">
                  <c:v>46080</c:v>
                </c:pt>
                <c:pt idx="18">
                  <c:v>46083</c:v>
                </c:pt>
                <c:pt idx="19">
                  <c:v>46084</c:v>
                </c:pt>
                <c:pt idx="20">
                  <c:v>46085</c:v>
                </c:pt>
                <c:pt idx="21">
                  <c:v>46086</c:v>
                </c:pt>
                <c:pt idx="22">
                  <c:v>46087</c:v>
                </c:pt>
                <c:pt idx="23">
                  <c:v>46090</c:v>
                </c:pt>
                <c:pt idx="24">
                  <c:v>46091</c:v>
                </c:pt>
                <c:pt idx="25">
                  <c:v>46092</c:v>
                </c:pt>
                <c:pt idx="26">
                  <c:v>46093</c:v>
                </c:pt>
                <c:pt idx="27">
                  <c:v>46094</c:v>
                </c:pt>
                <c:pt idx="28">
                  <c:v>46097</c:v>
                </c:pt>
                <c:pt idx="29">
                  <c:v>46098</c:v>
                </c:pt>
                <c:pt idx="30">
                  <c:v>46099</c:v>
                </c:pt>
                <c:pt idx="31">
                  <c:v>46100</c:v>
                </c:pt>
                <c:pt idx="32">
                  <c:v>46101</c:v>
                </c:pt>
                <c:pt idx="33">
                  <c:v>46104</c:v>
                </c:pt>
                <c:pt idx="34">
                  <c:v>46105</c:v>
                </c:pt>
                <c:pt idx="35">
                  <c:v>46106</c:v>
                </c:pt>
                <c:pt idx="36">
                  <c:v>46107</c:v>
                </c:pt>
                <c:pt idx="37">
                  <c:v>46108</c:v>
                </c:pt>
                <c:pt idx="38">
                  <c:v>46111</c:v>
                </c:pt>
                <c:pt idx="39">
                  <c:v>46112</c:v>
                </c:pt>
                <c:pt idx="40">
                  <c:v>46113</c:v>
                </c:pt>
                <c:pt idx="41">
                  <c:v>46114</c:v>
                </c:pt>
                <c:pt idx="42">
                  <c:v>46118</c:v>
                </c:pt>
                <c:pt idx="43">
                  <c:v>46119</c:v>
                </c:pt>
                <c:pt idx="44">
                  <c:v>46120</c:v>
                </c:pt>
                <c:pt idx="45">
                  <c:v>46121</c:v>
                </c:pt>
                <c:pt idx="46">
                  <c:v>46122</c:v>
                </c:pt>
                <c:pt idx="47">
                  <c:v>46125</c:v>
                </c:pt>
                <c:pt idx="48">
                  <c:v>46126</c:v>
                </c:pt>
                <c:pt idx="49">
                  <c:v>46127</c:v>
                </c:pt>
                <c:pt idx="50">
                  <c:v>46128</c:v>
                </c:pt>
                <c:pt idx="51">
                  <c:v>46129</c:v>
                </c:pt>
                <c:pt idx="52">
                  <c:v>46132</c:v>
                </c:pt>
                <c:pt idx="53">
                  <c:v>46134</c:v>
                </c:pt>
                <c:pt idx="54">
                  <c:v>46135</c:v>
                </c:pt>
                <c:pt idx="55">
                  <c:v>46136</c:v>
                </c:pt>
                <c:pt idx="56">
                  <c:v>46139</c:v>
                </c:pt>
                <c:pt idx="57">
                  <c:v>46140</c:v>
                </c:pt>
                <c:pt idx="58">
                  <c:v>46141</c:v>
                </c:pt>
                <c:pt idx="59">
                  <c:v>46142</c:v>
                </c:pt>
                <c:pt idx="60">
                  <c:v>46146</c:v>
                </c:pt>
                <c:pt idx="61">
                  <c:v>46147</c:v>
                </c:pt>
                <c:pt idx="62">
                  <c:v>46148</c:v>
                </c:pt>
                <c:pt idx="63">
                  <c:v>46149</c:v>
                </c:pt>
                <c:pt idx="64">
                  <c:v>46150</c:v>
                </c:pt>
                <c:pt idx="65">
                  <c:v>46153</c:v>
                </c:pt>
                <c:pt idx="66">
                  <c:v>46154</c:v>
                </c:pt>
                <c:pt idx="67">
                  <c:v>46155</c:v>
                </c:pt>
                <c:pt idx="68">
                  <c:v>46156</c:v>
                </c:pt>
                <c:pt idx="69">
                  <c:v>46157</c:v>
                </c:pt>
                <c:pt idx="70">
                  <c:v>46160</c:v>
                </c:pt>
                <c:pt idx="71">
                  <c:v>46161</c:v>
                </c:pt>
                <c:pt idx="72">
                  <c:v>46162</c:v>
                </c:pt>
                <c:pt idx="73">
                  <c:v>46163</c:v>
                </c:pt>
                <c:pt idx="74">
                  <c:v>46164</c:v>
                </c:pt>
                <c:pt idx="75">
                  <c:v>46167</c:v>
                </c:pt>
                <c:pt idx="76">
                  <c:v>46168</c:v>
                </c:pt>
                <c:pt idx="77">
                  <c:v>46169</c:v>
                </c:pt>
                <c:pt idx="78">
                  <c:v>46170</c:v>
                </c:pt>
                <c:pt idx="79">
                  <c:v>46171</c:v>
                </c:pt>
                <c:pt idx="80">
                  <c:v>46174</c:v>
                </c:pt>
                <c:pt idx="81">
                  <c:v>46175</c:v>
                </c:pt>
                <c:pt idx="82">
                  <c:v>46176</c:v>
                </c:pt>
                <c:pt idx="83">
                  <c:v>46178</c:v>
                </c:pt>
                <c:pt idx="84">
                  <c:v>46181</c:v>
                </c:pt>
                <c:pt idx="85">
                  <c:v>46182</c:v>
                </c:pt>
                <c:pt idx="86">
                  <c:v>46183</c:v>
                </c:pt>
                <c:pt idx="87">
                  <c:v>46184</c:v>
                </c:pt>
                <c:pt idx="88">
                  <c:v>46185</c:v>
                </c:pt>
                <c:pt idx="89">
                  <c:v>46188</c:v>
                </c:pt>
                <c:pt idx="90">
                  <c:v>46189</c:v>
                </c:pt>
                <c:pt idx="91">
                  <c:v>46190</c:v>
                </c:pt>
                <c:pt idx="92">
                  <c:v>46191</c:v>
                </c:pt>
                <c:pt idx="93">
                  <c:v>46192</c:v>
                </c:pt>
                <c:pt idx="94">
                  <c:v>46195</c:v>
                </c:pt>
                <c:pt idx="95">
                  <c:v>46196</c:v>
                </c:pt>
                <c:pt idx="96">
                  <c:v>46197</c:v>
                </c:pt>
                <c:pt idx="97">
                  <c:v>46198</c:v>
                </c:pt>
                <c:pt idx="98">
                  <c:v>46199</c:v>
                </c:pt>
                <c:pt idx="99">
                  <c:v>46202</c:v>
                </c:pt>
                <c:pt idx="100">
                  <c:v>46203</c:v>
                </c:pt>
                <c:pt idx="101">
                  <c:v>46204</c:v>
                </c:pt>
                <c:pt idx="102">
                  <c:v>46205</c:v>
                </c:pt>
                <c:pt idx="103">
                  <c:v>46206</c:v>
                </c:pt>
                <c:pt idx="104">
                  <c:v>46209</c:v>
                </c:pt>
                <c:pt idx="105">
                  <c:v>46210</c:v>
                </c:pt>
                <c:pt idx="106">
                  <c:v>46211</c:v>
                </c:pt>
                <c:pt idx="107">
                  <c:v>46212</c:v>
                </c:pt>
                <c:pt idx="108">
                  <c:v>46213</c:v>
                </c:pt>
                <c:pt idx="109">
                  <c:v>46216</c:v>
                </c:pt>
                <c:pt idx="110">
                  <c:v>46217</c:v>
                </c:pt>
                <c:pt idx="111">
                  <c:v>46218</c:v>
                </c:pt>
                <c:pt idx="112">
                  <c:v>46219</c:v>
                </c:pt>
                <c:pt idx="113">
                  <c:v>46220</c:v>
                </c:pt>
                <c:pt idx="114">
                  <c:v>46223</c:v>
                </c:pt>
                <c:pt idx="115">
                  <c:v>46224</c:v>
                </c:pt>
                <c:pt idx="116">
                  <c:v>46225</c:v>
                </c:pt>
                <c:pt idx="117">
                  <c:v>46226</c:v>
                </c:pt>
                <c:pt idx="118">
                  <c:v>46227</c:v>
                </c:pt>
                <c:pt idx="119">
                  <c:v>46230</c:v>
                </c:pt>
                <c:pt idx="120">
                  <c:v>46231</c:v>
                </c:pt>
                <c:pt idx="121">
                  <c:v>46232</c:v>
                </c:pt>
                <c:pt idx="122">
                  <c:v>46233</c:v>
                </c:pt>
                <c:pt idx="123">
                  <c:v>46234</c:v>
                </c:pt>
                <c:pt idx="124">
                  <c:v>46237</c:v>
                </c:pt>
                <c:pt idx="125">
                  <c:v>46238</c:v>
                </c:pt>
                <c:pt idx="126">
                  <c:v>46239</c:v>
                </c:pt>
                <c:pt idx="127">
                  <c:v>46240</c:v>
                </c:pt>
                <c:pt idx="128">
                  <c:v>46241</c:v>
                </c:pt>
                <c:pt idx="129">
                  <c:v>46244</c:v>
                </c:pt>
                <c:pt idx="130">
                  <c:v>46245</c:v>
                </c:pt>
                <c:pt idx="131">
                  <c:v>46246</c:v>
                </c:pt>
                <c:pt idx="132">
                  <c:v>46247</c:v>
                </c:pt>
                <c:pt idx="133">
                  <c:v>46248</c:v>
                </c:pt>
                <c:pt idx="134">
                  <c:v>46251</c:v>
                </c:pt>
                <c:pt idx="135">
                  <c:v>46252</c:v>
                </c:pt>
                <c:pt idx="136">
                  <c:v>46253</c:v>
                </c:pt>
                <c:pt idx="137">
                  <c:v>46254</c:v>
                </c:pt>
                <c:pt idx="138">
                  <c:v>46255</c:v>
                </c:pt>
              </c:numCache>
            </c:numRef>
          </c:cat>
          <c:val>
            <c:numRef>
              <c:f>PIB.T!$AE$6681:$AE$6819</c:f>
              <c:numCache>
                <c:formatCode>0.0%</c:formatCode>
                <c:ptCount val="139"/>
                <c:pt idx="0">
                  <c:v>1.8000000000000002E-2</c:v>
                </c:pt>
                <c:pt idx="1">
                  <c:v>1.8000000000000002E-2</c:v>
                </c:pt>
                <c:pt idx="2">
                  <c:v>1.8000000000000002E-2</c:v>
                </c:pt>
                <c:pt idx="3">
                  <c:v>1.8000000000000002E-2</c:v>
                </c:pt>
                <c:pt idx="4">
                  <c:v>1.8000000000000002E-2</c:v>
                </c:pt>
                <c:pt idx="5">
                  <c:v>1.8000000000000002E-2</c:v>
                </c:pt>
                <c:pt idx="6">
                  <c:v>1.8000000000000002E-2</c:v>
                </c:pt>
                <c:pt idx="7">
                  <c:v>1.8000000000000002E-2</c:v>
                </c:pt>
                <c:pt idx="8">
                  <c:v>1.8000000000000002E-2</c:v>
                </c:pt>
                <c:pt idx="9">
                  <c:v>1.8000000000000002E-2</c:v>
                </c:pt>
                <c:pt idx="10">
                  <c:v>1.8000000000000002E-2</c:v>
                </c:pt>
                <c:pt idx="11">
                  <c:v>1.8000000000000002E-2</c:v>
                </c:pt>
                <c:pt idx="12">
                  <c:v>1.8000000000000002E-2</c:v>
                </c:pt>
                <c:pt idx="13">
                  <c:v>1.8000000000000002E-2</c:v>
                </c:pt>
                <c:pt idx="14">
                  <c:v>1.8000000000000002E-2</c:v>
                </c:pt>
                <c:pt idx="15">
                  <c:v>1.8000000000000002E-2</c:v>
                </c:pt>
                <c:pt idx="16">
                  <c:v>1.8000000000000002E-2</c:v>
                </c:pt>
                <c:pt idx="17">
                  <c:v>1.8000000000000002E-2</c:v>
                </c:pt>
                <c:pt idx="18">
                  <c:v>1.8000000000000002E-2</c:v>
                </c:pt>
                <c:pt idx="19">
                  <c:v>1.8000000000000002E-2</c:v>
                </c:pt>
                <c:pt idx="20">
                  <c:v>1.8000000000000002E-2</c:v>
                </c:pt>
                <c:pt idx="21">
                  <c:v>1.8000000000000002E-2</c:v>
                </c:pt>
                <c:pt idx="22">
                  <c:v>1.8000000000000002E-2</c:v>
                </c:pt>
                <c:pt idx="23">
                  <c:v>1.8000000000000002E-2</c:v>
                </c:pt>
                <c:pt idx="24">
                  <c:v>1.8000000000000002E-2</c:v>
                </c:pt>
                <c:pt idx="25">
                  <c:v>1.8000000000000002E-2</c:v>
                </c:pt>
                <c:pt idx="26">
                  <c:v>1.8000000000000002E-2</c:v>
                </c:pt>
                <c:pt idx="27">
                  <c:v>1.8000000000000002E-2</c:v>
                </c:pt>
                <c:pt idx="28">
                  <c:v>1.8000000000000002E-2</c:v>
                </c:pt>
                <c:pt idx="29">
                  <c:v>1.8000000000000002E-2</c:v>
                </c:pt>
                <c:pt idx="30">
                  <c:v>1.8000000000000002E-2</c:v>
                </c:pt>
                <c:pt idx="31">
                  <c:v>1.8000000000000002E-2</c:v>
                </c:pt>
                <c:pt idx="32">
                  <c:v>1.8000000000000002E-2</c:v>
                </c:pt>
                <c:pt idx="33">
                  <c:v>1.8000000000000002E-2</c:v>
                </c:pt>
                <c:pt idx="34">
                  <c:v>1.8000000000000002E-2</c:v>
                </c:pt>
                <c:pt idx="35">
                  <c:v>1.8000000000000002E-2</c:v>
                </c:pt>
                <c:pt idx="36">
                  <c:v>1.8000000000000002E-2</c:v>
                </c:pt>
                <c:pt idx="37">
                  <c:v>1.8000000000000002E-2</c:v>
                </c:pt>
                <c:pt idx="38">
                  <c:v>1.8000000000000002E-2</c:v>
                </c:pt>
                <c:pt idx="39">
                  <c:v>1.8000000000000002E-2</c:v>
                </c:pt>
                <c:pt idx="40">
                  <c:v>1.8000000000000002E-2</c:v>
                </c:pt>
                <c:pt idx="41">
                  <c:v>1.8000000000000002E-2</c:v>
                </c:pt>
                <c:pt idx="42">
                  <c:v>1.8000000000000002E-2</c:v>
                </c:pt>
                <c:pt idx="43">
                  <c:v>1.8000000000000002E-2</c:v>
                </c:pt>
                <c:pt idx="44">
                  <c:v>1.8000000000000002E-2</c:v>
                </c:pt>
                <c:pt idx="45">
                  <c:v>1.8000000000000002E-2</c:v>
                </c:pt>
                <c:pt idx="46">
                  <c:v>1.8000000000000002E-2</c:v>
                </c:pt>
                <c:pt idx="47">
                  <c:v>1.8000000000000002E-2</c:v>
                </c:pt>
                <c:pt idx="48">
                  <c:v>1.8000000000000002E-2</c:v>
                </c:pt>
                <c:pt idx="49">
                  <c:v>1.8000000000000002E-2</c:v>
                </c:pt>
                <c:pt idx="50">
                  <c:v>1.8000000000000002E-2</c:v>
                </c:pt>
                <c:pt idx="51">
                  <c:v>1.8000000000000002E-2</c:v>
                </c:pt>
                <c:pt idx="52">
                  <c:v>1.7999000000000001E-2</c:v>
                </c:pt>
                <c:pt idx="53">
                  <c:v>1.7999000000000001E-2</c:v>
                </c:pt>
                <c:pt idx="54">
                  <c:v>1.8000000000000002E-2</c:v>
                </c:pt>
                <c:pt idx="55">
                  <c:v>1.7955000000000002E-2</c:v>
                </c:pt>
                <c:pt idx="56">
                  <c:v>1.8000000000000002E-2</c:v>
                </c:pt>
                <c:pt idx="57">
                  <c:v>1.7742999999999998E-2</c:v>
                </c:pt>
                <c:pt idx="58">
                  <c:v>1.7742999999999998E-2</c:v>
                </c:pt>
                <c:pt idx="59">
                  <c:v>1.7486999999999999E-2</c:v>
                </c:pt>
                <c:pt idx="60">
                  <c:v>1.7614000000000001E-2</c:v>
                </c:pt>
                <c:pt idx="61">
                  <c:v>1.7614000000000001E-2</c:v>
                </c:pt>
                <c:pt idx="62">
                  <c:v>1.7999000000000001E-2</c:v>
                </c:pt>
                <c:pt idx="63">
                  <c:v>1.7621000000000001E-2</c:v>
                </c:pt>
                <c:pt idx="64">
                  <c:v>1.7621000000000001E-2</c:v>
                </c:pt>
                <c:pt idx="65">
                  <c:v>1.7825999999999998E-2</c:v>
                </c:pt>
                <c:pt idx="66">
                  <c:v>1.7911E-2</c:v>
                </c:pt>
                <c:pt idx="67">
                  <c:v>1.7911E-2</c:v>
                </c:pt>
                <c:pt idx="68">
                  <c:v>1.7741E-2</c:v>
                </c:pt>
                <c:pt idx="69">
                  <c:v>1.7741E-2</c:v>
                </c:pt>
                <c:pt idx="70">
                  <c:v>1.7943000000000001E-2</c:v>
                </c:pt>
                <c:pt idx="71">
                  <c:v>1.7825999999999998E-2</c:v>
                </c:pt>
                <c:pt idx="72">
                  <c:v>1.7741E-2</c:v>
                </c:pt>
                <c:pt idx="73">
                  <c:v>1.7621999999999999E-2</c:v>
                </c:pt>
                <c:pt idx="74">
                  <c:v>1.7000000000000001E-2</c:v>
                </c:pt>
                <c:pt idx="75">
                  <c:v>1.7000000000000001E-2</c:v>
                </c:pt>
                <c:pt idx="76">
                  <c:v>1.7000000000000001E-2</c:v>
                </c:pt>
                <c:pt idx="77">
                  <c:v>1.7000000000000001E-2</c:v>
                </c:pt>
                <c:pt idx="78">
                  <c:v>1.7000000000000001E-2</c:v>
                </c:pt>
                <c:pt idx="79">
                  <c:v>1.7000000000000001E-2</c:v>
                </c:pt>
                <c:pt idx="80">
                  <c:v>1.7000000000000001E-2</c:v>
                </c:pt>
                <c:pt idx="81">
                  <c:v>1.7000000000000001E-2</c:v>
                </c:pt>
                <c:pt idx="82">
                  <c:v>1.7000000000000001E-2</c:v>
                </c:pt>
                <c:pt idx="83">
                  <c:v>1.7000000000000001E-2</c:v>
                </c:pt>
                <c:pt idx="84">
                  <c:v>1.7000000000000001E-2</c:v>
                </c:pt>
                <c:pt idx="85">
                  <c:v>1.7000000000000001E-2</c:v>
                </c:pt>
                <c:pt idx="86">
                  <c:v>1.7000000000000001E-2</c:v>
                </c:pt>
                <c:pt idx="87">
                  <c:v>1.7000000000000001E-2</c:v>
                </c:pt>
                <c:pt idx="88">
                  <c:v>1.7000000000000001E-2</c:v>
                </c:pt>
                <c:pt idx="89">
                  <c:v>1.6948000000000001E-2</c:v>
                </c:pt>
                <c:pt idx="90">
                  <c:v>1.6948000000000001E-2</c:v>
                </c:pt>
                <c:pt idx="91">
                  <c:v>1.6948000000000001E-2</c:v>
                </c:pt>
                <c:pt idx="92">
                  <c:v>1.6948000000000001E-2</c:v>
                </c:pt>
                <c:pt idx="93">
                  <c:v>1.7000000000000001E-2</c:v>
                </c:pt>
                <c:pt idx="94">
                  <c:v>1.6948000000000001E-2</c:v>
                </c:pt>
                <c:pt idx="95">
                  <c:v>1.7000000000000001E-2</c:v>
                </c:pt>
                <c:pt idx="96">
                  <c:v>1.7000000000000001E-2</c:v>
                </c:pt>
                <c:pt idx="97">
                  <c:v>1.7000000000000001E-2</c:v>
                </c:pt>
                <c:pt idx="98">
                  <c:v>1.6840999999999998E-2</c:v>
                </c:pt>
                <c:pt idx="99">
                  <c:v>1.6840999999999998E-2</c:v>
                </c:pt>
                <c:pt idx="100">
                  <c:v>1.6895E-2</c:v>
                </c:pt>
                <c:pt idx="101">
                  <c:v>1.6895E-2</c:v>
                </c:pt>
                <c:pt idx="102">
                  <c:v>1.6948000000000001E-2</c:v>
                </c:pt>
                <c:pt idx="103">
                  <c:v>1.6895E-2</c:v>
                </c:pt>
                <c:pt idx="104">
                  <c:v>1.6895E-2</c:v>
                </c:pt>
                <c:pt idx="105">
                  <c:v>1.6895E-2</c:v>
                </c:pt>
                <c:pt idx="106">
                  <c:v>1.6840999999999998E-2</c:v>
                </c:pt>
                <c:pt idx="107">
                  <c:v>1.6775999999999999E-2</c:v>
                </c:pt>
                <c:pt idx="108">
                  <c:v>1.6541E-2</c:v>
                </c:pt>
                <c:pt idx="109">
                  <c:v>1.6496999999999998E-2</c:v>
                </c:pt>
                <c:pt idx="110">
                  <c:v>1.6496999999999998E-2</c:v>
                </c:pt>
                <c:pt idx="111">
                  <c:v>1.6518999999999999E-2</c:v>
                </c:pt>
                <c:pt idx="112">
                  <c:v>1.6653000000000001E-2</c:v>
                </c:pt>
                <c:pt idx="113">
                  <c:v>1.6511000000000001E-2</c:v>
                </c:pt>
                <c:pt idx="114">
                  <c:v>1.6840999999999998E-2</c:v>
                </c:pt>
                <c:pt idx="115">
                  <c:v>1.6840999999999998E-2</c:v>
                </c:pt>
                <c:pt idx="116">
                  <c:v>1.7000000000000001E-2</c:v>
                </c:pt>
                <c:pt idx="117">
                  <c:v>1.6895E-2</c:v>
                </c:pt>
                <c:pt idx="118">
                  <c:v>1.6E-2</c:v>
                </c:pt>
                <c:pt idx="119">
                  <c:v>1.6E-2</c:v>
                </c:pt>
                <c:pt idx="120">
                  <c:v>1.5873999999999999E-2</c:v>
                </c:pt>
                <c:pt idx="121">
                  <c:v>1.5996999999999997E-2</c:v>
                </c:pt>
                <c:pt idx="122">
                  <c:v>1.5996999999999997E-2</c:v>
                </c:pt>
                <c:pt idx="123">
                  <c:v>1.5741000000000002E-2</c:v>
                </c:pt>
                <c:pt idx="124">
                  <c:v>1.5730999999999998E-2</c:v>
                </c:pt>
                <c:pt idx="125">
                  <c:v>1.5566E-2</c:v>
                </c:pt>
                <c:pt idx="126">
                  <c:v>1.5566E-2</c:v>
                </c:pt>
                <c:pt idx="127">
                  <c:v>1.5245E-2</c:v>
                </c:pt>
                <c:pt idx="128">
                  <c:v>1.5244000000000001E-2</c:v>
                </c:pt>
                <c:pt idx="129">
                  <c:v>1.521E-2</c:v>
                </c:pt>
                <c:pt idx="130">
                  <c:v>1.5133000000000001E-2</c:v>
                </c:pt>
                <c:pt idx="131">
                  <c:v>1.5044999999999999E-2</c:v>
                </c:pt>
                <c:pt idx="132">
                  <c:v>1.5044999999999999E-2</c:v>
                </c:pt>
                <c:pt idx="133">
                  <c:v>1.5044999999999999E-2</c:v>
                </c:pt>
                <c:pt idx="134">
                  <c:v>1.4999999999999999E-2</c:v>
                </c:pt>
                <c:pt idx="135">
                  <c:v>1.4999999999999999E-2</c:v>
                </c:pt>
                <c:pt idx="136">
                  <c:v>1.4999999999999999E-2</c:v>
                </c:pt>
                <c:pt idx="137">
                  <c:v>1.4999999999999999E-2</c:v>
                </c:pt>
                <c:pt idx="138">
                  <c:v>1.4999999999999999E-2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EF3-4F16-8668-95EFA61D8904}"/>
            </c:ext>
          </c:extLst>
        </c:ser>
        <c:ser>
          <c:idx val="3"/>
          <c:order val="1"/>
          <c:tx>
            <c:v>2027 - XP</c:v>
          </c:tx>
          <c:spPr>
            <a:ln w="19050" cap="rnd" cmpd="sng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dLbls>
            <c:dLbl>
              <c:idx val="100"/>
              <c:layout>
                <c:manualLayout>
                  <c:x val="-2.0202047746824135E-2"/>
                  <c:y val="-1.282051282051282E-2"/>
                </c:manualLayout>
              </c:layout>
              <c:tx>
                <c:rich>
                  <a:bodyPr/>
                  <a:lstStyle/>
                  <a:p>
                    <a:r>
                      <a:rPr lang="pt-BR"/>
                      <a:t>1.2%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EF3-4F16-8668-95EFA61D8904}"/>
                </c:ext>
              </c:extLst>
            </c:dLbl>
            <c:dLbl>
              <c:idx val="138"/>
              <c:layout>
                <c:manualLayout>
                  <c:x val="-1.8773158241213332E-2"/>
                  <c:y val="6.2548850898806142E-3"/>
                </c:manualLayout>
              </c:layout>
              <c:tx>
                <c:rich>
                  <a:bodyPr/>
                  <a:lstStyle/>
                  <a:p>
                    <a:r>
                      <a:rPr lang="pt-BR"/>
                      <a:t>1.0%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EF3-4F16-8668-95EFA61D89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PIB.T!$A$6681:$A$6819</c:f>
              <c:numCache>
                <c:formatCode>m/d/yyyy</c:formatCode>
                <c:ptCount val="139"/>
                <c:pt idx="0">
                  <c:v>46055</c:v>
                </c:pt>
                <c:pt idx="1">
                  <c:v>46056</c:v>
                </c:pt>
                <c:pt idx="2">
                  <c:v>46057</c:v>
                </c:pt>
                <c:pt idx="3">
                  <c:v>46058</c:v>
                </c:pt>
                <c:pt idx="4">
                  <c:v>46059</c:v>
                </c:pt>
                <c:pt idx="5">
                  <c:v>46062</c:v>
                </c:pt>
                <c:pt idx="6">
                  <c:v>46063</c:v>
                </c:pt>
                <c:pt idx="7">
                  <c:v>46064</c:v>
                </c:pt>
                <c:pt idx="8">
                  <c:v>46065</c:v>
                </c:pt>
                <c:pt idx="9">
                  <c:v>46066</c:v>
                </c:pt>
                <c:pt idx="10">
                  <c:v>46071</c:v>
                </c:pt>
                <c:pt idx="11">
                  <c:v>46072</c:v>
                </c:pt>
                <c:pt idx="12">
                  <c:v>46073</c:v>
                </c:pt>
                <c:pt idx="13">
                  <c:v>46076</c:v>
                </c:pt>
                <c:pt idx="14">
                  <c:v>46077</c:v>
                </c:pt>
                <c:pt idx="15">
                  <c:v>46078</c:v>
                </c:pt>
                <c:pt idx="16">
                  <c:v>46079</c:v>
                </c:pt>
                <c:pt idx="17">
                  <c:v>46080</c:v>
                </c:pt>
                <c:pt idx="18">
                  <c:v>46083</c:v>
                </c:pt>
                <c:pt idx="19">
                  <c:v>46084</c:v>
                </c:pt>
                <c:pt idx="20">
                  <c:v>46085</c:v>
                </c:pt>
                <c:pt idx="21">
                  <c:v>46086</c:v>
                </c:pt>
                <c:pt idx="22">
                  <c:v>46087</c:v>
                </c:pt>
                <c:pt idx="23">
                  <c:v>46090</c:v>
                </c:pt>
                <c:pt idx="24">
                  <c:v>46091</c:v>
                </c:pt>
                <c:pt idx="25">
                  <c:v>46092</c:v>
                </c:pt>
                <c:pt idx="26">
                  <c:v>46093</c:v>
                </c:pt>
                <c:pt idx="27">
                  <c:v>46094</c:v>
                </c:pt>
                <c:pt idx="28">
                  <c:v>46097</c:v>
                </c:pt>
                <c:pt idx="29">
                  <c:v>46098</c:v>
                </c:pt>
                <c:pt idx="30">
                  <c:v>46099</c:v>
                </c:pt>
                <c:pt idx="31">
                  <c:v>46100</c:v>
                </c:pt>
                <c:pt idx="32">
                  <c:v>46101</c:v>
                </c:pt>
                <c:pt idx="33">
                  <c:v>46104</c:v>
                </c:pt>
                <c:pt idx="34">
                  <c:v>46105</c:v>
                </c:pt>
                <c:pt idx="35">
                  <c:v>46106</c:v>
                </c:pt>
                <c:pt idx="36">
                  <c:v>46107</c:v>
                </c:pt>
                <c:pt idx="37">
                  <c:v>46108</c:v>
                </c:pt>
                <c:pt idx="38">
                  <c:v>46111</c:v>
                </c:pt>
                <c:pt idx="39">
                  <c:v>46112</c:v>
                </c:pt>
                <c:pt idx="40">
                  <c:v>46113</c:v>
                </c:pt>
                <c:pt idx="41">
                  <c:v>46114</c:v>
                </c:pt>
                <c:pt idx="42">
                  <c:v>46118</c:v>
                </c:pt>
                <c:pt idx="43">
                  <c:v>46119</c:v>
                </c:pt>
                <c:pt idx="44">
                  <c:v>46120</c:v>
                </c:pt>
                <c:pt idx="45">
                  <c:v>46121</c:v>
                </c:pt>
                <c:pt idx="46">
                  <c:v>46122</c:v>
                </c:pt>
                <c:pt idx="47">
                  <c:v>46125</c:v>
                </c:pt>
                <c:pt idx="48">
                  <c:v>46126</c:v>
                </c:pt>
                <c:pt idx="49">
                  <c:v>46127</c:v>
                </c:pt>
                <c:pt idx="50">
                  <c:v>46128</c:v>
                </c:pt>
                <c:pt idx="51">
                  <c:v>46129</c:v>
                </c:pt>
                <c:pt idx="52">
                  <c:v>46132</c:v>
                </c:pt>
                <c:pt idx="53">
                  <c:v>46134</c:v>
                </c:pt>
                <c:pt idx="54">
                  <c:v>46135</c:v>
                </c:pt>
                <c:pt idx="55">
                  <c:v>46136</c:v>
                </c:pt>
                <c:pt idx="56">
                  <c:v>46139</c:v>
                </c:pt>
                <c:pt idx="57">
                  <c:v>46140</c:v>
                </c:pt>
                <c:pt idx="58">
                  <c:v>46141</c:v>
                </c:pt>
                <c:pt idx="59">
                  <c:v>46142</c:v>
                </c:pt>
                <c:pt idx="60">
                  <c:v>46146</c:v>
                </c:pt>
                <c:pt idx="61">
                  <c:v>46147</c:v>
                </c:pt>
                <c:pt idx="62">
                  <c:v>46148</c:v>
                </c:pt>
                <c:pt idx="63">
                  <c:v>46149</c:v>
                </c:pt>
                <c:pt idx="64">
                  <c:v>46150</c:v>
                </c:pt>
                <c:pt idx="65">
                  <c:v>46153</c:v>
                </c:pt>
                <c:pt idx="66">
                  <c:v>46154</c:v>
                </c:pt>
                <c:pt idx="67">
                  <c:v>46155</c:v>
                </c:pt>
                <c:pt idx="68">
                  <c:v>46156</c:v>
                </c:pt>
                <c:pt idx="69">
                  <c:v>46157</c:v>
                </c:pt>
                <c:pt idx="70">
                  <c:v>46160</c:v>
                </c:pt>
                <c:pt idx="71">
                  <c:v>46161</c:v>
                </c:pt>
                <c:pt idx="72">
                  <c:v>46162</c:v>
                </c:pt>
                <c:pt idx="73">
                  <c:v>46163</c:v>
                </c:pt>
                <c:pt idx="74">
                  <c:v>46164</c:v>
                </c:pt>
                <c:pt idx="75">
                  <c:v>46167</c:v>
                </c:pt>
                <c:pt idx="76">
                  <c:v>46168</c:v>
                </c:pt>
                <c:pt idx="77">
                  <c:v>46169</c:v>
                </c:pt>
                <c:pt idx="78">
                  <c:v>46170</c:v>
                </c:pt>
                <c:pt idx="79">
                  <c:v>46171</c:v>
                </c:pt>
                <c:pt idx="80">
                  <c:v>46174</c:v>
                </c:pt>
                <c:pt idx="81">
                  <c:v>46175</c:v>
                </c:pt>
                <c:pt idx="82">
                  <c:v>46176</c:v>
                </c:pt>
                <c:pt idx="83">
                  <c:v>46178</c:v>
                </c:pt>
                <c:pt idx="84">
                  <c:v>46181</c:v>
                </c:pt>
                <c:pt idx="85">
                  <c:v>46182</c:v>
                </c:pt>
                <c:pt idx="86">
                  <c:v>46183</c:v>
                </c:pt>
                <c:pt idx="87">
                  <c:v>46184</c:v>
                </c:pt>
                <c:pt idx="88">
                  <c:v>46185</c:v>
                </c:pt>
                <c:pt idx="89">
                  <c:v>46188</c:v>
                </c:pt>
                <c:pt idx="90">
                  <c:v>46189</c:v>
                </c:pt>
                <c:pt idx="91">
                  <c:v>46190</c:v>
                </c:pt>
                <c:pt idx="92">
                  <c:v>46191</c:v>
                </c:pt>
                <c:pt idx="93">
                  <c:v>46192</c:v>
                </c:pt>
                <c:pt idx="94">
                  <c:v>46195</c:v>
                </c:pt>
                <c:pt idx="95">
                  <c:v>46196</c:v>
                </c:pt>
                <c:pt idx="96">
                  <c:v>46197</c:v>
                </c:pt>
                <c:pt idx="97">
                  <c:v>46198</c:v>
                </c:pt>
                <c:pt idx="98">
                  <c:v>46199</c:v>
                </c:pt>
                <c:pt idx="99">
                  <c:v>46202</c:v>
                </c:pt>
                <c:pt idx="100">
                  <c:v>46203</c:v>
                </c:pt>
                <c:pt idx="101">
                  <c:v>46204</c:v>
                </c:pt>
                <c:pt idx="102">
                  <c:v>46205</c:v>
                </c:pt>
                <c:pt idx="103">
                  <c:v>46206</c:v>
                </c:pt>
                <c:pt idx="104">
                  <c:v>46209</c:v>
                </c:pt>
                <c:pt idx="105">
                  <c:v>46210</c:v>
                </c:pt>
                <c:pt idx="106">
                  <c:v>46211</c:v>
                </c:pt>
                <c:pt idx="107">
                  <c:v>46212</c:v>
                </c:pt>
                <c:pt idx="108">
                  <c:v>46213</c:v>
                </c:pt>
                <c:pt idx="109">
                  <c:v>46216</c:v>
                </c:pt>
                <c:pt idx="110">
                  <c:v>46217</c:v>
                </c:pt>
                <c:pt idx="111">
                  <c:v>46218</c:v>
                </c:pt>
                <c:pt idx="112">
                  <c:v>46219</c:v>
                </c:pt>
                <c:pt idx="113">
                  <c:v>46220</c:v>
                </c:pt>
                <c:pt idx="114">
                  <c:v>46223</c:v>
                </c:pt>
                <c:pt idx="115">
                  <c:v>46224</c:v>
                </c:pt>
                <c:pt idx="116">
                  <c:v>46225</c:v>
                </c:pt>
                <c:pt idx="117">
                  <c:v>46226</c:v>
                </c:pt>
                <c:pt idx="118">
                  <c:v>46227</c:v>
                </c:pt>
                <c:pt idx="119">
                  <c:v>46230</c:v>
                </c:pt>
                <c:pt idx="120">
                  <c:v>46231</c:v>
                </c:pt>
                <c:pt idx="121">
                  <c:v>46232</c:v>
                </c:pt>
                <c:pt idx="122">
                  <c:v>46233</c:v>
                </c:pt>
                <c:pt idx="123">
                  <c:v>46234</c:v>
                </c:pt>
                <c:pt idx="124">
                  <c:v>46237</c:v>
                </c:pt>
                <c:pt idx="125">
                  <c:v>46238</c:v>
                </c:pt>
                <c:pt idx="126">
                  <c:v>46239</c:v>
                </c:pt>
                <c:pt idx="127">
                  <c:v>46240</c:v>
                </c:pt>
                <c:pt idx="128">
                  <c:v>46241</c:v>
                </c:pt>
                <c:pt idx="129">
                  <c:v>46244</c:v>
                </c:pt>
                <c:pt idx="130">
                  <c:v>46245</c:v>
                </c:pt>
                <c:pt idx="131">
                  <c:v>46246</c:v>
                </c:pt>
                <c:pt idx="132">
                  <c:v>46247</c:v>
                </c:pt>
                <c:pt idx="133">
                  <c:v>46248</c:v>
                </c:pt>
                <c:pt idx="134">
                  <c:v>46251</c:v>
                </c:pt>
                <c:pt idx="135">
                  <c:v>46252</c:v>
                </c:pt>
                <c:pt idx="136">
                  <c:v>46253</c:v>
                </c:pt>
                <c:pt idx="137">
                  <c:v>46254</c:v>
                </c:pt>
                <c:pt idx="138">
                  <c:v>46255</c:v>
                </c:pt>
              </c:numCache>
            </c:numRef>
          </c:cat>
          <c:val>
            <c:numRef>
              <c:f>PIB.T!$AG$6681:$AG$6819</c:f>
              <c:numCache>
                <c:formatCode>0.0%</c:formatCode>
                <c:ptCount val="139"/>
                <c:pt idx="0">
                  <c:v>1.2E-2</c:v>
                </c:pt>
                <c:pt idx="1">
                  <c:v>1.2E-2</c:v>
                </c:pt>
                <c:pt idx="2">
                  <c:v>1.2E-2</c:v>
                </c:pt>
                <c:pt idx="3">
                  <c:v>1.2E-2</c:v>
                </c:pt>
                <c:pt idx="4">
                  <c:v>1.2E-2</c:v>
                </c:pt>
                <c:pt idx="5">
                  <c:v>1.2E-2</c:v>
                </c:pt>
                <c:pt idx="6">
                  <c:v>1.2E-2</c:v>
                </c:pt>
                <c:pt idx="7">
                  <c:v>1.2E-2</c:v>
                </c:pt>
                <c:pt idx="8">
                  <c:v>1.2E-2</c:v>
                </c:pt>
                <c:pt idx="9">
                  <c:v>1.2E-2</c:v>
                </c:pt>
                <c:pt idx="10">
                  <c:v>1.2E-2</c:v>
                </c:pt>
                <c:pt idx="11">
                  <c:v>1.2E-2</c:v>
                </c:pt>
                <c:pt idx="12">
                  <c:v>1.2E-2</c:v>
                </c:pt>
                <c:pt idx="13">
                  <c:v>1.2E-2</c:v>
                </c:pt>
                <c:pt idx="14">
                  <c:v>1.2E-2</c:v>
                </c:pt>
                <c:pt idx="15">
                  <c:v>1.2E-2</c:v>
                </c:pt>
                <c:pt idx="16">
                  <c:v>1.2E-2</c:v>
                </c:pt>
                <c:pt idx="17">
                  <c:v>1.2E-2</c:v>
                </c:pt>
                <c:pt idx="18">
                  <c:v>1.2E-2</c:v>
                </c:pt>
                <c:pt idx="19">
                  <c:v>1.2E-2</c:v>
                </c:pt>
                <c:pt idx="20">
                  <c:v>1.2E-2</c:v>
                </c:pt>
                <c:pt idx="21">
                  <c:v>1.2E-2</c:v>
                </c:pt>
                <c:pt idx="22">
                  <c:v>1.2E-2</c:v>
                </c:pt>
                <c:pt idx="23">
                  <c:v>1.2E-2</c:v>
                </c:pt>
                <c:pt idx="24">
                  <c:v>1.2E-2</c:v>
                </c:pt>
                <c:pt idx="25">
                  <c:v>1.2E-2</c:v>
                </c:pt>
                <c:pt idx="26">
                  <c:v>1.2E-2</c:v>
                </c:pt>
                <c:pt idx="27">
                  <c:v>1.2E-2</c:v>
                </c:pt>
                <c:pt idx="28">
                  <c:v>1.2E-2</c:v>
                </c:pt>
                <c:pt idx="29">
                  <c:v>1.2E-2</c:v>
                </c:pt>
                <c:pt idx="30">
                  <c:v>1.2E-2</c:v>
                </c:pt>
                <c:pt idx="31">
                  <c:v>1.2E-2</c:v>
                </c:pt>
                <c:pt idx="32">
                  <c:v>1.2E-2</c:v>
                </c:pt>
                <c:pt idx="33">
                  <c:v>1.2E-2</c:v>
                </c:pt>
                <c:pt idx="34">
                  <c:v>1.2E-2</c:v>
                </c:pt>
                <c:pt idx="35">
                  <c:v>1.2E-2</c:v>
                </c:pt>
                <c:pt idx="36">
                  <c:v>1.2E-2</c:v>
                </c:pt>
                <c:pt idx="37">
                  <c:v>1.2E-2</c:v>
                </c:pt>
                <c:pt idx="38">
                  <c:v>1.2E-2</c:v>
                </c:pt>
                <c:pt idx="39">
                  <c:v>1.2E-2</c:v>
                </c:pt>
                <c:pt idx="40">
                  <c:v>1.2E-2</c:v>
                </c:pt>
                <c:pt idx="41">
                  <c:v>1.2E-2</c:v>
                </c:pt>
                <c:pt idx="42">
                  <c:v>1.2E-2</c:v>
                </c:pt>
                <c:pt idx="43">
                  <c:v>1.2E-2</c:v>
                </c:pt>
                <c:pt idx="44">
                  <c:v>1.2E-2</c:v>
                </c:pt>
                <c:pt idx="45">
                  <c:v>1.2E-2</c:v>
                </c:pt>
                <c:pt idx="46">
                  <c:v>1.2E-2</c:v>
                </c:pt>
                <c:pt idx="47">
                  <c:v>1.2E-2</c:v>
                </c:pt>
                <c:pt idx="48">
                  <c:v>1.2E-2</c:v>
                </c:pt>
                <c:pt idx="49">
                  <c:v>1.2E-2</c:v>
                </c:pt>
                <c:pt idx="50">
                  <c:v>1.2E-2</c:v>
                </c:pt>
                <c:pt idx="51">
                  <c:v>1.2E-2</c:v>
                </c:pt>
                <c:pt idx="52">
                  <c:v>1.2E-2</c:v>
                </c:pt>
                <c:pt idx="53">
                  <c:v>1.2E-2</c:v>
                </c:pt>
                <c:pt idx="54">
                  <c:v>1.2E-2</c:v>
                </c:pt>
                <c:pt idx="55">
                  <c:v>1.2E-2</c:v>
                </c:pt>
                <c:pt idx="56">
                  <c:v>1.2E-2</c:v>
                </c:pt>
                <c:pt idx="57">
                  <c:v>1.2E-2</c:v>
                </c:pt>
                <c:pt idx="58">
                  <c:v>1.2E-2</c:v>
                </c:pt>
                <c:pt idx="59">
                  <c:v>1.2E-2</c:v>
                </c:pt>
                <c:pt idx="60">
                  <c:v>1.2E-2</c:v>
                </c:pt>
                <c:pt idx="61">
                  <c:v>1.2E-2</c:v>
                </c:pt>
                <c:pt idx="62">
                  <c:v>1.2E-2</c:v>
                </c:pt>
                <c:pt idx="63">
                  <c:v>1.2E-2</c:v>
                </c:pt>
                <c:pt idx="64">
                  <c:v>1.2E-2</c:v>
                </c:pt>
                <c:pt idx="65">
                  <c:v>1.2E-2</c:v>
                </c:pt>
                <c:pt idx="66">
                  <c:v>1.2E-2</c:v>
                </c:pt>
                <c:pt idx="67">
                  <c:v>1.2E-2</c:v>
                </c:pt>
                <c:pt idx="68">
                  <c:v>1.2E-2</c:v>
                </c:pt>
                <c:pt idx="69">
                  <c:v>1.2E-2</c:v>
                </c:pt>
                <c:pt idx="70">
                  <c:v>1.2E-2</c:v>
                </c:pt>
                <c:pt idx="71">
                  <c:v>1.2E-2</c:v>
                </c:pt>
                <c:pt idx="72">
                  <c:v>1.2E-2</c:v>
                </c:pt>
                <c:pt idx="73">
                  <c:v>1.2E-2</c:v>
                </c:pt>
                <c:pt idx="74">
                  <c:v>1.2E-2</c:v>
                </c:pt>
                <c:pt idx="75">
                  <c:v>1.2E-2</c:v>
                </c:pt>
                <c:pt idx="76">
                  <c:v>1.2E-2</c:v>
                </c:pt>
                <c:pt idx="77">
                  <c:v>1.2E-2</c:v>
                </c:pt>
                <c:pt idx="78">
                  <c:v>1.2E-2</c:v>
                </c:pt>
                <c:pt idx="79">
                  <c:v>1.2E-2</c:v>
                </c:pt>
                <c:pt idx="80">
                  <c:v>1.2E-2</c:v>
                </c:pt>
                <c:pt idx="81">
                  <c:v>1.2E-2</c:v>
                </c:pt>
                <c:pt idx="82">
                  <c:v>1.2E-2</c:v>
                </c:pt>
                <c:pt idx="83">
                  <c:v>1.2E-2</c:v>
                </c:pt>
                <c:pt idx="84">
                  <c:v>1.2E-2</c:v>
                </c:pt>
                <c:pt idx="85">
                  <c:v>1.2E-2</c:v>
                </c:pt>
                <c:pt idx="86">
                  <c:v>1.2E-2</c:v>
                </c:pt>
                <c:pt idx="87">
                  <c:v>1.2E-2</c:v>
                </c:pt>
                <c:pt idx="88">
                  <c:v>1.2E-2</c:v>
                </c:pt>
                <c:pt idx="89">
                  <c:v>1.2E-2</c:v>
                </c:pt>
                <c:pt idx="90">
                  <c:v>1.2E-2</c:v>
                </c:pt>
                <c:pt idx="91">
                  <c:v>1.2E-2</c:v>
                </c:pt>
                <c:pt idx="92">
                  <c:v>1.2E-2</c:v>
                </c:pt>
                <c:pt idx="93">
                  <c:v>1.2E-2</c:v>
                </c:pt>
                <c:pt idx="94">
                  <c:v>1.2E-2</c:v>
                </c:pt>
                <c:pt idx="95">
                  <c:v>1.2E-2</c:v>
                </c:pt>
                <c:pt idx="96">
                  <c:v>1.2E-2</c:v>
                </c:pt>
                <c:pt idx="97">
                  <c:v>1.2E-2</c:v>
                </c:pt>
                <c:pt idx="98">
                  <c:v>1.2E-2</c:v>
                </c:pt>
                <c:pt idx="99">
                  <c:v>1.2E-2</c:v>
                </c:pt>
                <c:pt idx="100">
                  <c:v>1.2E-2</c:v>
                </c:pt>
                <c:pt idx="101">
                  <c:v>0.01</c:v>
                </c:pt>
                <c:pt idx="102">
                  <c:v>0.01</c:v>
                </c:pt>
                <c:pt idx="103">
                  <c:v>0.01</c:v>
                </c:pt>
                <c:pt idx="104">
                  <c:v>0.01</c:v>
                </c:pt>
                <c:pt idx="105">
                  <c:v>0.01</c:v>
                </c:pt>
                <c:pt idx="106">
                  <c:v>0.01</c:v>
                </c:pt>
                <c:pt idx="107">
                  <c:v>0.01</c:v>
                </c:pt>
                <c:pt idx="108">
                  <c:v>0.01</c:v>
                </c:pt>
                <c:pt idx="109">
                  <c:v>0.01</c:v>
                </c:pt>
                <c:pt idx="110">
                  <c:v>0.01</c:v>
                </c:pt>
                <c:pt idx="111">
                  <c:v>0.01</c:v>
                </c:pt>
                <c:pt idx="112">
                  <c:v>0.01</c:v>
                </c:pt>
                <c:pt idx="113">
                  <c:v>0.01</c:v>
                </c:pt>
                <c:pt idx="114">
                  <c:v>0.01</c:v>
                </c:pt>
                <c:pt idx="115">
                  <c:v>0.01</c:v>
                </c:pt>
                <c:pt idx="116">
                  <c:v>0.01</c:v>
                </c:pt>
                <c:pt idx="117">
                  <c:v>0.01</c:v>
                </c:pt>
                <c:pt idx="118">
                  <c:v>0.01</c:v>
                </c:pt>
                <c:pt idx="119">
                  <c:v>0.01</c:v>
                </c:pt>
                <c:pt idx="120">
                  <c:v>0.01</c:v>
                </c:pt>
                <c:pt idx="121">
                  <c:v>0.01</c:v>
                </c:pt>
                <c:pt idx="122">
                  <c:v>0.01</c:v>
                </c:pt>
                <c:pt idx="123">
                  <c:v>0.01</c:v>
                </c:pt>
                <c:pt idx="124">
                  <c:v>0.01</c:v>
                </c:pt>
                <c:pt idx="125">
                  <c:v>0.01</c:v>
                </c:pt>
                <c:pt idx="126">
                  <c:v>0.01</c:v>
                </c:pt>
                <c:pt idx="127">
                  <c:v>0.01</c:v>
                </c:pt>
                <c:pt idx="128">
                  <c:v>0.01</c:v>
                </c:pt>
                <c:pt idx="129">
                  <c:v>0.01</c:v>
                </c:pt>
                <c:pt idx="130">
                  <c:v>0.01</c:v>
                </c:pt>
                <c:pt idx="131">
                  <c:v>0.01</c:v>
                </c:pt>
                <c:pt idx="132">
                  <c:v>0.01</c:v>
                </c:pt>
                <c:pt idx="133">
                  <c:v>0.01</c:v>
                </c:pt>
                <c:pt idx="134">
                  <c:v>0.01</c:v>
                </c:pt>
                <c:pt idx="135">
                  <c:v>0.01</c:v>
                </c:pt>
                <c:pt idx="136">
                  <c:v>0.01</c:v>
                </c:pt>
                <c:pt idx="137">
                  <c:v>0.01</c:v>
                </c:pt>
                <c:pt idx="138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EF3-4F16-8668-95EFA61D89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2330863"/>
        <c:axId val="1644954895"/>
      </c:lineChart>
      <c:dateAx>
        <c:axId val="1352330863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44954895"/>
        <c:crosses val="autoZero"/>
        <c:auto val="1"/>
        <c:lblOffset val="100"/>
        <c:baseTimeUnit val="days"/>
        <c:majorUnit val="1"/>
        <c:majorTimeUnit val="months"/>
      </c:dateAx>
      <c:valAx>
        <c:axId val="1644954895"/>
        <c:scaling>
          <c:orientation val="minMax"/>
          <c:min val="8.0000000000000019E-3"/>
        </c:scaling>
        <c:delete val="0"/>
        <c:axPos val="l"/>
        <c:majorGridlines>
          <c:spPr>
            <a:ln w="6350" cap="flat" cmpd="sng" algn="ctr">
              <a:solidFill>
                <a:srgbClr val="DBDDDE"/>
              </a:solidFill>
              <a:prstDash val="dash"/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52330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00"/>
      </a:pPr>
      <a:endParaRPr lang="pt-BR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257171659328204E-2"/>
          <c:y val="0.23468344325736815"/>
          <c:w val="0.9447428283406718"/>
          <c:h val="0.56617396920928131"/>
        </c:manualLayout>
      </c:layout>
      <c:lineChart>
        <c:grouping val="standard"/>
        <c:varyColors val="0"/>
        <c:ser>
          <c:idx val="0"/>
          <c:order val="0"/>
          <c:tx>
            <c:strRef>
              <c:f>Sheet1!$Q$3</c:f>
              <c:strCache>
                <c:ptCount val="1"/>
                <c:pt idx="0">
                  <c:v>Acima</c:v>
                </c:pt>
              </c:strCache>
            </c:strRef>
          </c:tx>
          <c:spPr>
            <a:ln w="28575" cap="rnd">
              <a:solidFill>
                <a:srgbClr val="1F2F44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2F44"/>
              </a:solidFill>
              <a:ln w="9525">
                <a:solidFill>
                  <a:srgbClr val="1F2F4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1F2F44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Sheet1!$P$9:$P$17</c:f>
              <c:strCache>
                <c:ptCount val="9"/>
                <c:pt idx="0">
                  <c:v>2Q24</c:v>
                </c:pt>
                <c:pt idx="1">
                  <c:v>3Q24</c:v>
                </c:pt>
                <c:pt idx="2">
                  <c:v>4Q24</c:v>
                </c:pt>
                <c:pt idx="3">
                  <c:v>1Q25</c:v>
                </c:pt>
                <c:pt idx="4">
                  <c:v>2Q25</c:v>
                </c:pt>
                <c:pt idx="5">
                  <c:v>3Q25</c:v>
                </c:pt>
                <c:pt idx="6">
                  <c:v>4Q25</c:v>
                </c:pt>
                <c:pt idx="7">
                  <c:v>1Q26</c:v>
                </c:pt>
                <c:pt idx="8">
                  <c:v>2Q26</c:v>
                </c:pt>
              </c:strCache>
            </c:strRef>
          </c:cat>
          <c:val>
            <c:numRef>
              <c:f>Sheet1!$Q$9:$Q$17</c:f>
              <c:numCache>
                <c:formatCode>0%</c:formatCode>
                <c:ptCount val="9"/>
                <c:pt idx="0">
                  <c:v>0.49</c:v>
                </c:pt>
                <c:pt idx="1">
                  <c:v>0.49</c:v>
                </c:pt>
                <c:pt idx="2">
                  <c:v>0.42</c:v>
                </c:pt>
                <c:pt idx="3">
                  <c:v>0.51</c:v>
                </c:pt>
                <c:pt idx="4">
                  <c:v>0.56589147286821706</c:v>
                </c:pt>
                <c:pt idx="5">
                  <c:v>0.55000000000000004</c:v>
                </c:pt>
                <c:pt idx="6">
                  <c:v>0.44</c:v>
                </c:pt>
                <c:pt idx="7">
                  <c:v>0.45</c:v>
                </c:pt>
                <c:pt idx="8">
                  <c:v>0.41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19-4B29-BF15-4AF8C0814395}"/>
            </c:ext>
          </c:extLst>
        </c:ser>
        <c:ser>
          <c:idx val="1"/>
          <c:order val="1"/>
          <c:tx>
            <c:strRef>
              <c:f>Sheet1!$R$3</c:f>
              <c:strCache>
                <c:ptCount val="1"/>
                <c:pt idx="0">
                  <c:v>Em linha</c:v>
                </c:pt>
              </c:strCache>
            </c:strRef>
          </c:tx>
          <c:spPr>
            <a:ln w="28575" cap="rnd">
              <a:solidFill>
                <a:srgbClr val="8EB3DF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8EB3DF"/>
              </a:solidFill>
              <a:ln w="9525">
                <a:solidFill>
                  <a:srgbClr val="8EB3DF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0.10609380692167578"/>
                  <c:y val="6.685058346017250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B19-4B29-BF15-4AF8C0814395}"/>
                </c:ext>
              </c:extLst>
            </c:dLbl>
            <c:dLbl>
              <c:idx val="3"/>
              <c:layout>
                <c:manualLayout>
                  <c:x val="-9.8281420765027369E-2"/>
                  <c:y val="5.718480466768138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B19-4B29-BF15-4AF8C0814395}"/>
                </c:ext>
              </c:extLst>
            </c:dLbl>
            <c:dLbl>
              <c:idx val="4"/>
              <c:layout>
                <c:manualLayout>
                  <c:x val="-7.13943533697632E-2"/>
                  <c:y val="9.906773211567725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B19-4B29-BF15-4AF8C0814395}"/>
                </c:ext>
              </c:extLst>
            </c:dLbl>
            <c:dLbl>
              <c:idx val="5"/>
              <c:layout>
                <c:manualLayout>
                  <c:x val="-6.2582422586521053E-2"/>
                  <c:y val="5.38032724505327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B19-4B29-BF15-4AF8C0814395}"/>
                </c:ext>
              </c:extLst>
            </c:dLbl>
            <c:dLbl>
              <c:idx val="6"/>
              <c:layout>
                <c:manualLayout>
                  <c:x val="-6.8365664845172938E-2"/>
                  <c:y val="7.49797057331303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B19-4B29-BF15-4AF8C0814395}"/>
                </c:ext>
              </c:extLst>
            </c:dLbl>
            <c:dLbl>
              <c:idx val="7"/>
              <c:layout>
                <c:manualLayout>
                  <c:x val="-9.8321038251366233E-2"/>
                  <c:y val="5.48814053779807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B19-4B29-BF15-4AF8C0814395}"/>
                </c:ext>
              </c:extLst>
            </c:dLbl>
            <c:dLbl>
              <c:idx val="8"/>
              <c:layout>
                <c:manualLayout>
                  <c:x val="-8.08287795992714E-4"/>
                  <c:y val="-6.23661846778285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B19-4B29-BF15-4AF8C08143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8EB3DF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Sheet1!$P$9:$P$17</c:f>
              <c:strCache>
                <c:ptCount val="9"/>
                <c:pt idx="0">
                  <c:v>2Q24</c:v>
                </c:pt>
                <c:pt idx="1">
                  <c:v>3Q24</c:v>
                </c:pt>
                <c:pt idx="2">
                  <c:v>4Q24</c:v>
                </c:pt>
                <c:pt idx="3">
                  <c:v>1Q25</c:v>
                </c:pt>
                <c:pt idx="4">
                  <c:v>2Q25</c:v>
                </c:pt>
                <c:pt idx="5">
                  <c:v>3Q25</c:v>
                </c:pt>
                <c:pt idx="6">
                  <c:v>4Q25</c:v>
                </c:pt>
                <c:pt idx="7">
                  <c:v>1Q26</c:v>
                </c:pt>
                <c:pt idx="8">
                  <c:v>2Q26</c:v>
                </c:pt>
              </c:strCache>
            </c:strRef>
          </c:cat>
          <c:val>
            <c:numRef>
              <c:f>Sheet1!$R$9:$R$17</c:f>
              <c:numCache>
                <c:formatCode>0%</c:formatCode>
                <c:ptCount val="9"/>
                <c:pt idx="0">
                  <c:v>0.18</c:v>
                </c:pt>
                <c:pt idx="1">
                  <c:v>0.28000000000000003</c:v>
                </c:pt>
                <c:pt idx="2">
                  <c:v>0.21</c:v>
                </c:pt>
                <c:pt idx="3">
                  <c:v>0.23</c:v>
                </c:pt>
                <c:pt idx="4">
                  <c:v>0.17054263565891473</c:v>
                </c:pt>
                <c:pt idx="5">
                  <c:v>0.22</c:v>
                </c:pt>
                <c:pt idx="6">
                  <c:v>0.22</c:v>
                </c:pt>
                <c:pt idx="7">
                  <c:v>0.25</c:v>
                </c:pt>
                <c:pt idx="8">
                  <c:v>0.31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DB19-4B29-BF15-4AF8C0814395}"/>
            </c:ext>
          </c:extLst>
        </c:ser>
        <c:ser>
          <c:idx val="2"/>
          <c:order val="2"/>
          <c:tx>
            <c:strRef>
              <c:f>Sheet1!$S$3</c:f>
              <c:strCache>
                <c:ptCount val="1"/>
                <c:pt idx="0">
                  <c:v>Abaixo</c:v>
                </c:pt>
              </c:strCache>
            </c:strRef>
          </c:tx>
          <c:spPr>
            <a:ln w="28575" cap="rnd">
              <a:solidFill>
                <a:srgbClr val="F9C013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F9C013"/>
              </a:solidFill>
              <a:ln w="9525">
                <a:solidFill>
                  <a:srgbClr val="F9C013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0.10883834244080146"/>
                  <c:y val="7.871448503297810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B19-4B29-BF15-4AF8C0814395}"/>
                </c:ext>
              </c:extLst>
            </c:dLbl>
            <c:dLbl>
              <c:idx val="2"/>
              <c:layout>
                <c:manualLayout>
                  <c:x val="-3.2214936247723078E-2"/>
                  <c:y val="-2.882356671740233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B19-4B29-BF15-4AF8C0814395}"/>
                </c:ext>
              </c:extLst>
            </c:dLbl>
            <c:dLbl>
              <c:idx val="5"/>
              <c:layout>
                <c:manualLayout>
                  <c:x val="-8.2278688524590166E-2"/>
                  <c:y val="-0.1015867579908675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B19-4B29-BF15-4AF8C0814395}"/>
                </c:ext>
              </c:extLst>
            </c:dLbl>
            <c:dLbl>
              <c:idx val="6"/>
              <c:layout>
                <c:manualLayout>
                  <c:x val="-0.12276138433515482"/>
                  <c:y val="-4.6804287163876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B19-4B29-BF15-4AF8C0814395}"/>
                </c:ext>
              </c:extLst>
            </c:dLbl>
            <c:dLbl>
              <c:idx val="7"/>
              <c:layout>
                <c:manualLayout>
                  <c:x val="-0.10031056466302378"/>
                  <c:y val="-7.81265854895992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B19-4B29-BF15-4AF8C0814395}"/>
                </c:ext>
              </c:extLst>
            </c:dLbl>
            <c:dLbl>
              <c:idx val="8"/>
              <c:layout>
                <c:manualLayout>
                  <c:x val="-1.5761839708561019E-2"/>
                  <c:y val="5.493975139523077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B19-4B29-BF15-4AF8C08143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9C013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Sheet1!$P$9:$P$17</c:f>
              <c:strCache>
                <c:ptCount val="9"/>
                <c:pt idx="0">
                  <c:v>2Q24</c:v>
                </c:pt>
                <c:pt idx="1">
                  <c:v>3Q24</c:v>
                </c:pt>
                <c:pt idx="2">
                  <c:v>4Q24</c:v>
                </c:pt>
                <c:pt idx="3">
                  <c:v>1Q25</c:v>
                </c:pt>
                <c:pt idx="4">
                  <c:v>2Q25</c:v>
                </c:pt>
                <c:pt idx="5">
                  <c:v>3Q25</c:v>
                </c:pt>
                <c:pt idx="6">
                  <c:v>4Q25</c:v>
                </c:pt>
                <c:pt idx="7">
                  <c:v>1Q26</c:v>
                </c:pt>
                <c:pt idx="8">
                  <c:v>2Q26</c:v>
                </c:pt>
              </c:strCache>
            </c:strRef>
          </c:cat>
          <c:val>
            <c:numRef>
              <c:f>Sheet1!$S$9:$S$17</c:f>
              <c:numCache>
                <c:formatCode>0%</c:formatCode>
                <c:ptCount val="9"/>
                <c:pt idx="0">
                  <c:v>0.33</c:v>
                </c:pt>
                <c:pt idx="1">
                  <c:v>0.21</c:v>
                </c:pt>
                <c:pt idx="2">
                  <c:v>0.37</c:v>
                </c:pt>
                <c:pt idx="3">
                  <c:v>0.26</c:v>
                </c:pt>
                <c:pt idx="4">
                  <c:v>0.26356589147286824</c:v>
                </c:pt>
                <c:pt idx="5">
                  <c:v>0.23</c:v>
                </c:pt>
                <c:pt idx="6">
                  <c:v>0.34</c:v>
                </c:pt>
                <c:pt idx="7">
                  <c:v>0.3</c:v>
                </c:pt>
                <c:pt idx="8">
                  <c:v>0.28000000000000003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DB19-4B29-BF15-4AF8C081439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22544880"/>
        <c:axId val="1222546320"/>
      </c:lineChart>
      <c:catAx>
        <c:axId val="1222544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222546320"/>
        <c:crosses val="autoZero"/>
        <c:auto val="1"/>
        <c:lblAlgn val="ctr"/>
        <c:lblOffset val="100"/>
        <c:noMultiLvlLbl val="0"/>
      </c:catAx>
      <c:valAx>
        <c:axId val="122254632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222544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989847384891396E-2"/>
          <c:y val="3.5221920324970915E-2"/>
          <c:w val="0.91489919833033517"/>
          <c:h val="0.79790130920388513"/>
        </c:manualLayout>
      </c:layout>
      <c:lineChart>
        <c:grouping val="standard"/>
        <c:varyColors val="0"/>
        <c:ser>
          <c:idx val="1"/>
          <c:order val="0"/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Endividamento!$A$3:$A$480</c:f>
              <c:numCache>
                <c:formatCode>mmm\-yy</c:formatCode>
                <c:ptCount val="478"/>
                <c:pt idx="0">
                  <c:v>40969</c:v>
                </c:pt>
                <c:pt idx="1">
                  <c:v>41000</c:v>
                </c:pt>
                <c:pt idx="2">
                  <c:v>41030</c:v>
                </c:pt>
                <c:pt idx="3">
                  <c:v>41061</c:v>
                </c:pt>
                <c:pt idx="4">
                  <c:v>41091</c:v>
                </c:pt>
                <c:pt idx="5">
                  <c:v>41122</c:v>
                </c:pt>
                <c:pt idx="6">
                  <c:v>41153</c:v>
                </c:pt>
                <c:pt idx="7">
                  <c:v>41183</c:v>
                </c:pt>
                <c:pt idx="8">
                  <c:v>41214</c:v>
                </c:pt>
                <c:pt idx="9">
                  <c:v>41244</c:v>
                </c:pt>
                <c:pt idx="10">
                  <c:v>41275</c:v>
                </c:pt>
                <c:pt idx="11">
                  <c:v>41306</c:v>
                </c:pt>
                <c:pt idx="12">
                  <c:v>41334</c:v>
                </c:pt>
                <c:pt idx="13">
                  <c:v>41365</c:v>
                </c:pt>
                <c:pt idx="14">
                  <c:v>41395</c:v>
                </c:pt>
                <c:pt idx="15">
                  <c:v>41426</c:v>
                </c:pt>
                <c:pt idx="16">
                  <c:v>41456</c:v>
                </c:pt>
                <c:pt idx="17">
                  <c:v>41487</c:v>
                </c:pt>
                <c:pt idx="18">
                  <c:v>41518</c:v>
                </c:pt>
                <c:pt idx="19">
                  <c:v>41548</c:v>
                </c:pt>
                <c:pt idx="20">
                  <c:v>41579</c:v>
                </c:pt>
                <c:pt idx="21">
                  <c:v>41609</c:v>
                </c:pt>
                <c:pt idx="22">
                  <c:v>41640</c:v>
                </c:pt>
                <c:pt idx="23">
                  <c:v>41671</c:v>
                </c:pt>
                <c:pt idx="24">
                  <c:v>41699</c:v>
                </c:pt>
                <c:pt idx="25">
                  <c:v>41730</c:v>
                </c:pt>
                <c:pt idx="26">
                  <c:v>41760</c:v>
                </c:pt>
                <c:pt idx="27">
                  <c:v>41791</c:v>
                </c:pt>
                <c:pt idx="28">
                  <c:v>41821</c:v>
                </c:pt>
                <c:pt idx="29">
                  <c:v>41852</c:v>
                </c:pt>
                <c:pt idx="30">
                  <c:v>41883</c:v>
                </c:pt>
                <c:pt idx="31">
                  <c:v>41913</c:v>
                </c:pt>
                <c:pt idx="32">
                  <c:v>41944</c:v>
                </c:pt>
                <c:pt idx="33">
                  <c:v>41974</c:v>
                </c:pt>
                <c:pt idx="34">
                  <c:v>42005</c:v>
                </c:pt>
                <c:pt idx="35">
                  <c:v>42036</c:v>
                </c:pt>
                <c:pt idx="36">
                  <c:v>42064</c:v>
                </c:pt>
                <c:pt idx="37">
                  <c:v>42095</c:v>
                </c:pt>
                <c:pt idx="38">
                  <c:v>42125</c:v>
                </c:pt>
                <c:pt idx="39">
                  <c:v>42156</c:v>
                </c:pt>
                <c:pt idx="40">
                  <c:v>42186</c:v>
                </c:pt>
                <c:pt idx="41">
                  <c:v>42217</c:v>
                </c:pt>
                <c:pt idx="42">
                  <c:v>42248</c:v>
                </c:pt>
                <c:pt idx="43">
                  <c:v>42278</c:v>
                </c:pt>
                <c:pt idx="44">
                  <c:v>42309</c:v>
                </c:pt>
                <c:pt idx="45">
                  <c:v>42339</c:v>
                </c:pt>
                <c:pt idx="46">
                  <c:v>42370</c:v>
                </c:pt>
                <c:pt idx="47">
                  <c:v>42401</c:v>
                </c:pt>
                <c:pt idx="48">
                  <c:v>42430</c:v>
                </c:pt>
                <c:pt idx="49">
                  <c:v>42461</c:v>
                </c:pt>
                <c:pt idx="50">
                  <c:v>42491</c:v>
                </c:pt>
                <c:pt idx="51">
                  <c:v>42522</c:v>
                </c:pt>
                <c:pt idx="52">
                  <c:v>42552</c:v>
                </c:pt>
                <c:pt idx="53">
                  <c:v>42583</c:v>
                </c:pt>
                <c:pt idx="54">
                  <c:v>42614</c:v>
                </c:pt>
                <c:pt idx="55">
                  <c:v>42644</c:v>
                </c:pt>
                <c:pt idx="56">
                  <c:v>42675</c:v>
                </c:pt>
                <c:pt idx="57">
                  <c:v>42705</c:v>
                </c:pt>
                <c:pt idx="58">
                  <c:v>42736</c:v>
                </c:pt>
                <c:pt idx="59">
                  <c:v>42767</c:v>
                </c:pt>
                <c:pt idx="60">
                  <c:v>42795</c:v>
                </c:pt>
                <c:pt idx="61">
                  <c:v>42826</c:v>
                </c:pt>
                <c:pt idx="62">
                  <c:v>42856</c:v>
                </c:pt>
                <c:pt idx="63">
                  <c:v>42887</c:v>
                </c:pt>
                <c:pt idx="64">
                  <c:v>42917</c:v>
                </c:pt>
                <c:pt idx="65">
                  <c:v>42948</c:v>
                </c:pt>
                <c:pt idx="66">
                  <c:v>42979</c:v>
                </c:pt>
                <c:pt idx="67">
                  <c:v>43009</c:v>
                </c:pt>
                <c:pt idx="68">
                  <c:v>43040</c:v>
                </c:pt>
                <c:pt idx="69">
                  <c:v>43070</c:v>
                </c:pt>
                <c:pt idx="70">
                  <c:v>43101</c:v>
                </c:pt>
                <c:pt idx="71">
                  <c:v>43132</c:v>
                </c:pt>
                <c:pt idx="72">
                  <c:v>43160</c:v>
                </c:pt>
                <c:pt idx="73">
                  <c:v>43191</c:v>
                </c:pt>
                <c:pt idx="74">
                  <c:v>43221</c:v>
                </c:pt>
                <c:pt idx="75">
                  <c:v>43252</c:v>
                </c:pt>
                <c:pt idx="76">
                  <c:v>43282</c:v>
                </c:pt>
                <c:pt idx="77">
                  <c:v>43313</c:v>
                </c:pt>
                <c:pt idx="78">
                  <c:v>43344</c:v>
                </c:pt>
                <c:pt idx="79">
                  <c:v>43374</c:v>
                </c:pt>
                <c:pt idx="80">
                  <c:v>43405</c:v>
                </c:pt>
                <c:pt idx="81">
                  <c:v>43435</c:v>
                </c:pt>
                <c:pt idx="82">
                  <c:v>43466</c:v>
                </c:pt>
                <c:pt idx="83">
                  <c:v>43497</c:v>
                </c:pt>
                <c:pt idx="84">
                  <c:v>43525</c:v>
                </c:pt>
                <c:pt idx="85">
                  <c:v>43556</c:v>
                </c:pt>
                <c:pt idx="86">
                  <c:v>43586</c:v>
                </c:pt>
                <c:pt idx="87">
                  <c:v>43617</c:v>
                </c:pt>
                <c:pt idx="88">
                  <c:v>43647</c:v>
                </c:pt>
                <c:pt idx="89">
                  <c:v>43678</c:v>
                </c:pt>
                <c:pt idx="90">
                  <c:v>43709</c:v>
                </c:pt>
                <c:pt idx="91">
                  <c:v>43739</c:v>
                </c:pt>
                <c:pt idx="92">
                  <c:v>43770</c:v>
                </c:pt>
                <c:pt idx="93">
                  <c:v>43800</c:v>
                </c:pt>
                <c:pt idx="94">
                  <c:v>43831</c:v>
                </c:pt>
                <c:pt idx="95">
                  <c:v>43862</c:v>
                </c:pt>
                <c:pt idx="96">
                  <c:v>43891</c:v>
                </c:pt>
                <c:pt idx="97">
                  <c:v>43922</c:v>
                </c:pt>
                <c:pt idx="98">
                  <c:v>43952</c:v>
                </c:pt>
                <c:pt idx="99">
                  <c:v>43983</c:v>
                </c:pt>
                <c:pt idx="100">
                  <c:v>44013</c:v>
                </c:pt>
                <c:pt idx="101">
                  <c:v>44044</c:v>
                </c:pt>
                <c:pt idx="102">
                  <c:v>44075</c:v>
                </c:pt>
                <c:pt idx="103">
                  <c:v>44105</c:v>
                </c:pt>
                <c:pt idx="104">
                  <c:v>44136</c:v>
                </c:pt>
                <c:pt idx="105">
                  <c:v>44166</c:v>
                </c:pt>
                <c:pt idx="106">
                  <c:v>44197</c:v>
                </c:pt>
                <c:pt idx="107">
                  <c:v>44228</c:v>
                </c:pt>
                <c:pt idx="108">
                  <c:v>44256</c:v>
                </c:pt>
                <c:pt idx="109">
                  <c:v>44287</c:v>
                </c:pt>
                <c:pt idx="110">
                  <c:v>44317</c:v>
                </c:pt>
                <c:pt idx="111">
                  <c:v>44348</c:v>
                </c:pt>
                <c:pt idx="112">
                  <c:v>44378</c:v>
                </c:pt>
                <c:pt idx="113">
                  <c:v>44409</c:v>
                </c:pt>
                <c:pt idx="114">
                  <c:v>44440</c:v>
                </c:pt>
                <c:pt idx="115">
                  <c:v>44470</c:v>
                </c:pt>
                <c:pt idx="116">
                  <c:v>44501</c:v>
                </c:pt>
                <c:pt idx="117">
                  <c:v>44531</c:v>
                </c:pt>
                <c:pt idx="118">
                  <c:v>44562</c:v>
                </c:pt>
                <c:pt idx="119">
                  <c:v>44593</c:v>
                </c:pt>
                <c:pt idx="120">
                  <c:v>44621</c:v>
                </c:pt>
                <c:pt idx="121">
                  <c:v>44652</c:v>
                </c:pt>
                <c:pt idx="122">
                  <c:v>44682</c:v>
                </c:pt>
                <c:pt idx="123">
                  <c:v>44713</c:v>
                </c:pt>
                <c:pt idx="124">
                  <c:v>44743</c:v>
                </c:pt>
                <c:pt idx="125">
                  <c:v>44774</c:v>
                </c:pt>
                <c:pt idx="126">
                  <c:v>44805</c:v>
                </c:pt>
                <c:pt idx="127">
                  <c:v>44835</c:v>
                </c:pt>
                <c:pt idx="128">
                  <c:v>44866</c:v>
                </c:pt>
                <c:pt idx="129">
                  <c:v>44896</c:v>
                </c:pt>
                <c:pt idx="130">
                  <c:v>44927</c:v>
                </c:pt>
                <c:pt idx="131">
                  <c:v>44958</c:v>
                </c:pt>
                <c:pt idx="132">
                  <c:v>44986</c:v>
                </c:pt>
                <c:pt idx="133">
                  <c:v>45017</c:v>
                </c:pt>
                <c:pt idx="134">
                  <c:v>45047</c:v>
                </c:pt>
                <c:pt idx="135">
                  <c:v>45078</c:v>
                </c:pt>
                <c:pt idx="136">
                  <c:v>45108</c:v>
                </c:pt>
                <c:pt idx="137">
                  <c:v>45139</c:v>
                </c:pt>
                <c:pt idx="138">
                  <c:v>45170</c:v>
                </c:pt>
                <c:pt idx="139">
                  <c:v>45200</c:v>
                </c:pt>
                <c:pt idx="140">
                  <c:v>45231</c:v>
                </c:pt>
                <c:pt idx="141">
                  <c:v>45261</c:v>
                </c:pt>
                <c:pt idx="142">
                  <c:v>45292</c:v>
                </c:pt>
                <c:pt idx="143">
                  <c:v>45323</c:v>
                </c:pt>
                <c:pt idx="144">
                  <c:v>45352</c:v>
                </c:pt>
                <c:pt idx="145">
                  <c:v>45383</c:v>
                </c:pt>
                <c:pt idx="146">
                  <c:v>45413</c:v>
                </c:pt>
                <c:pt idx="147">
                  <c:v>45444</c:v>
                </c:pt>
                <c:pt idx="148">
                  <c:v>45474</c:v>
                </c:pt>
                <c:pt idx="149">
                  <c:v>45505</c:v>
                </c:pt>
                <c:pt idx="150">
                  <c:v>45536</c:v>
                </c:pt>
                <c:pt idx="151">
                  <c:v>45566</c:v>
                </c:pt>
                <c:pt idx="152">
                  <c:v>45597</c:v>
                </c:pt>
                <c:pt idx="153">
                  <c:v>45627</c:v>
                </c:pt>
                <c:pt idx="154">
                  <c:v>45658</c:v>
                </c:pt>
                <c:pt idx="155">
                  <c:v>45689</c:v>
                </c:pt>
                <c:pt idx="156">
                  <c:v>45717</c:v>
                </c:pt>
                <c:pt idx="157">
                  <c:v>45748</c:v>
                </c:pt>
                <c:pt idx="158">
                  <c:v>45778</c:v>
                </c:pt>
                <c:pt idx="159">
                  <c:v>45809</c:v>
                </c:pt>
                <c:pt idx="160">
                  <c:v>45839</c:v>
                </c:pt>
                <c:pt idx="161">
                  <c:v>45870</c:v>
                </c:pt>
                <c:pt idx="162">
                  <c:v>45901</c:v>
                </c:pt>
                <c:pt idx="163">
                  <c:v>45931</c:v>
                </c:pt>
                <c:pt idx="164">
                  <c:v>45962</c:v>
                </c:pt>
                <c:pt idx="165">
                  <c:v>45992</c:v>
                </c:pt>
                <c:pt idx="166">
                  <c:v>46023</c:v>
                </c:pt>
                <c:pt idx="167">
                  <c:v>46054</c:v>
                </c:pt>
                <c:pt idx="168">
                  <c:v>46082</c:v>
                </c:pt>
                <c:pt idx="169">
                  <c:v>46113</c:v>
                </c:pt>
                <c:pt idx="170">
                  <c:v>46143</c:v>
                </c:pt>
              </c:numCache>
            </c:numRef>
          </c:cat>
          <c:val>
            <c:numRef>
              <c:f>Endividamento!$C$3:$C$480</c:f>
              <c:numCache>
                <c:formatCode>General</c:formatCode>
                <c:ptCount val="478"/>
                <c:pt idx="0">
                  <c:v>24.75</c:v>
                </c:pt>
                <c:pt idx="1">
                  <c:v>24.62</c:v>
                </c:pt>
                <c:pt idx="2">
                  <c:v>24.59</c:v>
                </c:pt>
                <c:pt idx="3">
                  <c:v>24.4</c:v>
                </c:pt>
                <c:pt idx="4">
                  <c:v>24.04</c:v>
                </c:pt>
                <c:pt idx="5">
                  <c:v>23.78</c:v>
                </c:pt>
                <c:pt idx="6">
                  <c:v>23.56</c:v>
                </c:pt>
                <c:pt idx="7">
                  <c:v>23.48</c:v>
                </c:pt>
                <c:pt idx="8">
                  <c:v>23.55</c:v>
                </c:pt>
                <c:pt idx="9">
                  <c:v>23.6</c:v>
                </c:pt>
                <c:pt idx="10">
                  <c:v>23.62</c:v>
                </c:pt>
                <c:pt idx="11">
                  <c:v>23.58</c:v>
                </c:pt>
                <c:pt idx="12">
                  <c:v>23.39</c:v>
                </c:pt>
                <c:pt idx="13">
                  <c:v>23.2</c:v>
                </c:pt>
                <c:pt idx="14">
                  <c:v>22.69</c:v>
                </c:pt>
                <c:pt idx="15">
                  <c:v>22.45</c:v>
                </c:pt>
                <c:pt idx="16">
                  <c:v>22.37</c:v>
                </c:pt>
                <c:pt idx="17">
                  <c:v>22.49</c:v>
                </c:pt>
                <c:pt idx="18">
                  <c:v>22.58</c:v>
                </c:pt>
                <c:pt idx="19">
                  <c:v>22.62</c:v>
                </c:pt>
                <c:pt idx="20">
                  <c:v>22.77</c:v>
                </c:pt>
                <c:pt idx="21">
                  <c:v>23.09</c:v>
                </c:pt>
                <c:pt idx="22">
                  <c:v>23</c:v>
                </c:pt>
                <c:pt idx="23">
                  <c:v>23.09</c:v>
                </c:pt>
                <c:pt idx="24">
                  <c:v>23.04</c:v>
                </c:pt>
                <c:pt idx="25">
                  <c:v>23.08</c:v>
                </c:pt>
                <c:pt idx="26">
                  <c:v>23.05</c:v>
                </c:pt>
                <c:pt idx="27">
                  <c:v>23.05</c:v>
                </c:pt>
                <c:pt idx="28">
                  <c:v>23.07</c:v>
                </c:pt>
                <c:pt idx="29">
                  <c:v>22.95</c:v>
                </c:pt>
                <c:pt idx="30">
                  <c:v>22.98</c:v>
                </c:pt>
                <c:pt idx="31">
                  <c:v>23.07</c:v>
                </c:pt>
                <c:pt idx="32">
                  <c:v>23.45</c:v>
                </c:pt>
                <c:pt idx="33">
                  <c:v>23.88</c:v>
                </c:pt>
                <c:pt idx="34">
                  <c:v>24.29</c:v>
                </c:pt>
                <c:pt idx="35">
                  <c:v>24.52</c:v>
                </c:pt>
                <c:pt idx="36">
                  <c:v>24.47</c:v>
                </c:pt>
                <c:pt idx="37">
                  <c:v>24.61</c:v>
                </c:pt>
                <c:pt idx="38">
                  <c:v>24.51</c:v>
                </c:pt>
                <c:pt idx="39">
                  <c:v>24.6</c:v>
                </c:pt>
                <c:pt idx="40">
                  <c:v>24.64</c:v>
                </c:pt>
                <c:pt idx="41">
                  <c:v>24.76</c:v>
                </c:pt>
                <c:pt idx="42">
                  <c:v>25.09</c:v>
                </c:pt>
                <c:pt idx="43">
                  <c:v>24.71</c:v>
                </c:pt>
                <c:pt idx="44">
                  <c:v>24.19</c:v>
                </c:pt>
                <c:pt idx="45">
                  <c:v>23.38</c:v>
                </c:pt>
                <c:pt idx="46">
                  <c:v>23.64</c:v>
                </c:pt>
                <c:pt idx="47">
                  <c:v>23.69</c:v>
                </c:pt>
                <c:pt idx="48">
                  <c:v>23.98</c:v>
                </c:pt>
                <c:pt idx="49">
                  <c:v>23.94</c:v>
                </c:pt>
                <c:pt idx="50">
                  <c:v>24.12</c:v>
                </c:pt>
                <c:pt idx="51">
                  <c:v>24.17</c:v>
                </c:pt>
                <c:pt idx="52">
                  <c:v>24.08</c:v>
                </c:pt>
                <c:pt idx="53">
                  <c:v>24.12</c:v>
                </c:pt>
                <c:pt idx="54">
                  <c:v>24.19</c:v>
                </c:pt>
                <c:pt idx="55">
                  <c:v>24.17</c:v>
                </c:pt>
                <c:pt idx="56">
                  <c:v>23.93</c:v>
                </c:pt>
                <c:pt idx="57">
                  <c:v>23.5</c:v>
                </c:pt>
                <c:pt idx="58">
                  <c:v>23.4</c:v>
                </c:pt>
                <c:pt idx="59">
                  <c:v>23.17</c:v>
                </c:pt>
                <c:pt idx="60">
                  <c:v>23.1</c:v>
                </c:pt>
                <c:pt idx="61">
                  <c:v>22.68</c:v>
                </c:pt>
                <c:pt idx="62">
                  <c:v>22.24</c:v>
                </c:pt>
                <c:pt idx="63">
                  <c:v>22.33</c:v>
                </c:pt>
                <c:pt idx="64">
                  <c:v>22.56</c:v>
                </c:pt>
                <c:pt idx="65">
                  <c:v>22.84</c:v>
                </c:pt>
                <c:pt idx="66">
                  <c:v>23.01</c:v>
                </c:pt>
                <c:pt idx="67">
                  <c:v>22.73</c:v>
                </c:pt>
                <c:pt idx="68">
                  <c:v>22.54</c:v>
                </c:pt>
                <c:pt idx="69">
                  <c:v>22.34</c:v>
                </c:pt>
                <c:pt idx="70">
                  <c:v>22.24</c:v>
                </c:pt>
                <c:pt idx="71">
                  <c:v>22.24</c:v>
                </c:pt>
                <c:pt idx="72">
                  <c:v>22.44</c:v>
                </c:pt>
                <c:pt idx="73">
                  <c:v>22.6</c:v>
                </c:pt>
                <c:pt idx="74">
                  <c:v>22.74</c:v>
                </c:pt>
                <c:pt idx="75">
                  <c:v>22.99</c:v>
                </c:pt>
                <c:pt idx="76">
                  <c:v>22.75</c:v>
                </c:pt>
                <c:pt idx="77">
                  <c:v>22.51</c:v>
                </c:pt>
                <c:pt idx="78">
                  <c:v>22.46</c:v>
                </c:pt>
                <c:pt idx="79">
                  <c:v>22.47</c:v>
                </c:pt>
                <c:pt idx="80">
                  <c:v>22.69</c:v>
                </c:pt>
                <c:pt idx="81">
                  <c:v>23</c:v>
                </c:pt>
                <c:pt idx="82">
                  <c:v>22.75</c:v>
                </c:pt>
                <c:pt idx="83">
                  <c:v>22.96</c:v>
                </c:pt>
                <c:pt idx="84">
                  <c:v>22.96</c:v>
                </c:pt>
                <c:pt idx="85">
                  <c:v>23.5</c:v>
                </c:pt>
                <c:pt idx="86">
                  <c:v>23.85</c:v>
                </c:pt>
                <c:pt idx="87">
                  <c:v>25.13</c:v>
                </c:pt>
                <c:pt idx="88">
                  <c:v>24.69</c:v>
                </c:pt>
                <c:pt idx="89">
                  <c:v>24.73</c:v>
                </c:pt>
                <c:pt idx="90">
                  <c:v>23.91</c:v>
                </c:pt>
                <c:pt idx="91">
                  <c:v>23.53</c:v>
                </c:pt>
                <c:pt idx="92">
                  <c:v>22.99</c:v>
                </c:pt>
                <c:pt idx="93">
                  <c:v>22.65</c:v>
                </c:pt>
                <c:pt idx="94">
                  <c:v>22.59</c:v>
                </c:pt>
                <c:pt idx="95">
                  <c:v>22.64</c:v>
                </c:pt>
                <c:pt idx="96">
                  <c:v>23.71</c:v>
                </c:pt>
                <c:pt idx="97">
                  <c:v>23.25</c:v>
                </c:pt>
                <c:pt idx="98">
                  <c:v>21.83</c:v>
                </c:pt>
                <c:pt idx="99">
                  <c:v>20.54</c:v>
                </c:pt>
                <c:pt idx="100">
                  <c:v>19.920000000000002</c:v>
                </c:pt>
                <c:pt idx="101">
                  <c:v>19.77</c:v>
                </c:pt>
                <c:pt idx="102">
                  <c:v>20.03</c:v>
                </c:pt>
                <c:pt idx="103">
                  <c:v>20.45</c:v>
                </c:pt>
                <c:pt idx="104">
                  <c:v>21.25</c:v>
                </c:pt>
                <c:pt idx="105">
                  <c:v>21.84</c:v>
                </c:pt>
                <c:pt idx="106">
                  <c:v>22.17</c:v>
                </c:pt>
                <c:pt idx="107">
                  <c:v>21.97</c:v>
                </c:pt>
                <c:pt idx="108">
                  <c:v>22.32</c:v>
                </c:pt>
                <c:pt idx="109">
                  <c:v>22.39</c:v>
                </c:pt>
                <c:pt idx="110">
                  <c:v>22.78</c:v>
                </c:pt>
                <c:pt idx="111">
                  <c:v>22.96</c:v>
                </c:pt>
                <c:pt idx="112">
                  <c:v>23.27</c:v>
                </c:pt>
                <c:pt idx="113">
                  <c:v>23.63</c:v>
                </c:pt>
                <c:pt idx="114">
                  <c:v>24.51</c:v>
                </c:pt>
                <c:pt idx="115">
                  <c:v>25.15</c:v>
                </c:pt>
                <c:pt idx="116">
                  <c:v>25.45</c:v>
                </c:pt>
                <c:pt idx="117">
                  <c:v>25.58</c:v>
                </c:pt>
                <c:pt idx="118">
                  <c:v>26.02</c:v>
                </c:pt>
                <c:pt idx="119">
                  <c:v>25.65</c:v>
                </c:pt>
                <c:pt idx="120">
                  <c:v>25.4</c:v>
                </c:pt>
                <c:pt idx="121">
                  <c:v>25.6</c:v>
                </c:pt>
                <c:pt idx="122">
                  <c:v>25.45</c:v>
                </c:pt>
                <c:pt idx="123">
                  <c:v>25.96</c:v>
                </c:pt>
                <c:pt idx="124">
                  <c:v>26.5</c:v>
                </c:pt>
                <c:pt idx="125">
                  <c:v>26.91</c:v>
                </c:pt>
                <c:pt idx="126">
                  <c:v>27.17</c:v>
                </c:pt>
                <c:pt idx="127">
                  <c:v>27.21</c:v>
                </c:pt>
                <c:pt idx="128">
                  <c:v>27.32</c:v>
                </c:pt>
                <c:pt idx="129">
                  <c:v>27.57</c:v>
                </c:pt>
                <c:pt idx="130">
                  <c:v>27.67</c:v>
                </c:pt>
                <c:pt idx="131">
                  <c:v>27.69</c:v>
                </c:pt>
                <c:pt idx="132">
                  <c:v>27.71</c:v>
                </c:pt>
                <c:pt idx="133">
                  <c:v>27.81</c:v>
                </c:pt>
                <c:pt idx="134">
                  <c:v>27.96</c:v>
                </c:pt>
                <c:pt idx="135">
                  <c:v>27.78</c:v>
                </c:pt>
                <c:pt idx="136">
                  <c:v>27.33</c:v>
                </c:pt>
                <c:pt idx="137">
                  <c:v>26.89</c:v>
                </c:pt>
                <c:pt idx="138">
                  <c:v>26.78</c:v>
                </c:pt>
                <c:pt idx="139">
                  <c:v>26.79</c:v>
                </c:pt>
                <c:pt idx="140">
                  <c:v>26.49</c:v>
                </c:pt>
                <c:pt idx="141">
                  <c:v>25.84</c:v>
                </c:pt>
                <c:pt idx="142">
                  <c:v>25.72</c:v>
                </c:pt>
                <c:pt idx="143">
                  <c:v>25.83</c:v>
                </c:pt>
                <c:pt idx="144">
                  <c:v>26.13</c:v>
                </c:pt>
                <c:pt idx="145">
                  <c:v>26.13</c:v>
                </c:pt>
                <c:pt idx="146">
                  <c:v>26.02</c:v>
                </c:pt>
                <c:pt idx="147">
                  <c:v>26.38</c:v>
                </c:pt>
                <c:pt idx="148">
                  <c:v>26.53</c:v>
                </c:pt>
                <c:pt idx="149">
                  <c:v>26.73</c:v>
                </c:pt>
                <c:pt idx="150">
                  <c:v>26.49</c:v>
                </c:pt>
                <c:pt idx="151">
                  <c:v>26.39</c:v>
                </c:pt>
                <c:pt idx="152">
                  <c:v>26.39</c:v>
                </c:pt>
                <c:pt idx="153">
                  <c:v>26.8</c:v>
                </c:pt>
                <c:pt idx="154">
                  <c:v>26.71</c:v>
                </c:pt>
                <c:pt idx="155">
                  <c:v>26.85</c:v>
                </c:pt>
                <c:pt idx="156">
                  <c:v>26.96</c:v>
                </c:pt>
                <c:pt idx="157">
                  <c:v>27.12</c:v>
                </c:pt>
                <c:pt idx="158">
                  <c:v>27.19</c:v>
                </c:pt>
                <c:pt idx="159">
                  <c:v>27.17</c:v>
                </c:pt>
                <c:pt idx="160">
                  <c:v>27.32</c:v>
                </c:pt>
                <c:pt idx="161">
                  <c:v>27.55</c:v>
                </c:pt>
                <c:pt idx="162">
                  <c:v>27.77</c:v>
                </c:pt>
                <c:pt idx="163">
                  <c:v>27.92</c:v>
                </c:pt>
                <c:pt idx="164">
                  <c:v>27.92</c:v>
                </c:pt>
                <c:pt idx="165">
                  <c:v>28.12</c:v>
                </c:pt>
                <c:pt idx="166">
                  <c:v>28.26</c:v>
                </c:pt>
                <c:pt idx="167">
                  <c:v>28.3</c:v>
                </c:pt>
                <c:pt idx="168">
                  <c:v>28.21</c:v>
                </c:pt>
                <c:pt idx="169">
                  <c:v>28.36</c:v>
                </c:pt>
                <c:pt idx="170">
                  <c:v>28.48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6-4FA7-A8E9-32C9B71DA2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1873823"/>
        <c:axId val="1662487199"/>
      </c:lineChart>
      <c:dateAx>
        <c:axId val="1651873823"/>
        <c:scaling>
          <c:orientation val="minMax"/>
          <c:min val="41030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ysClr val="windowText" lastClr="000000"/>
                </a:solidFill>
                <a:latin typeface="Roboto light" panose="020B0604020202020204"/>
                <a:ea typeface="+mn-ea"/>
                <a:cs typeface="+mn-cs"/>
              </a:defRPr>
            </a:pPr>
            <a:endParaRPr lang="pt-BR"/>
          </a:p>
        </c:txPr>
        <c:crossAx val="1662487199"/>
        <c:crosses val="autoZero"/>
        <c:auto val="1"/>
        <c:lblOffset val="100"/>
        <c:baseTimeUnit val="months"/>
        <c:majorUnit val="1"/>
        <c:majorTimeUnit val="years"/>
      </c:dateAx>
      <c:valAx>
        <c:axId val="1662487199"/>
        <c:scaling>
          <c:orientation val="minMax"/>
          <c:max val="30"/>
          <c:min val="18"/>
        </c:scaling>
        <c:delete val="0"/>
        <c:axPos val="l"/>
        <c:majorGridlines>
          <c:spPr>
            <a:ln w="6350" cap="flat" cmpd="sng" algn="ctr">
              <a:solidFill>
                <a:srgbClr val="DBDDDE"/>
              </a:solidFill>
              <a:prstDash val="dash"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light" panose="020B0604020202020204" pitchFamily="2" charset="0"/>
                <a:ea typeface="Roboto light" panose="020B0604020202020204" pitchFamily="2" charset="0"/>
                <a:cs typeface="Roboto light" panose="020B0604020202020204" pitchFamily="2" charset="0"/>
              </a:defRPr>
            </a:pPr>
            <a:endParaRPr lang="pt-BR"/>
          </a:p>
        </c:txPr>
        <c:crossAx val="16518738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587035678758661E-2"/>
          <c:y val="5.0676216672853311E-2"/>
          <c:w val="0.95154019436030379"/>
          <c:h val="0.7608882723830894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F2F44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accent1"/>
                    </a:solidFill>
                    <a:latin typeface="Roboto Light (Corpo)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'PIB Trimestral'!$B$15:$B$30</c:f>
              <c:strCache>
                <c:ptCount val="16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  <c:pt idx="8">
                  <c:v>26Q1</c:v>
                </c:pt>
                <c:pt idx="9">
                  <c:v>26Q2</c:v>
                </c:pt>
                <c:pt idx="10">
                  <c:v>26Q3</c:v>
                </c:pt>
                <c:pt idx="11">
                  <c:v>26Q4</c:v>
                </c:pt>
                <c:pt idx="12">
                  <c:v>27Q1</c:v>
                </c:pt>
                <c:pt idx="13">
                  <c:v>27Q2</c:v>
                </c:pt>
                <c:pt idx="14">
                  <c:v>27Q3</c:v>
                </c:pt>
                <c:pt idx="15">
                  <c:v>27Q4</c:v>
                </c:pt>
              </c:strCache>
            </c:strRef>
          </c:cat>
          <c:val>
            <c:numRef>
              <c:f>'PIB Trimestral'!$D$15:$D$30</c:f>
              <c:numCache>
                <c:formatCode>0.0</c:formatCode>
                <c:ptCount val="16"/>
                <c:pt idx="0">
                  <c:v>0.78013062705486469</c:v>
                </c:pt>
                <c:pt idx="1">
                  <c:v>1.6947645223376329</c:v>
                </c:pt>
                <c:pt idx="2">
                  <c:v>0.82032316591098553</c:v>
                </c:pt>
                <c:pt idx="3">
                  <c:v>2.5437018345009221E-4</c:v>
                </c:pt>
                <c:pt idx="4">
                  <c:v>1.4804188599168322</c:v>
                </c:pt>
                <c:pt idx="5">
                  <c:v>0.29497928614861113</c:v>
                </c:pt>
                <c:pt idx="6">
                  <c:v>2.2478229697275864E-2</c:v>
                </c:pt>
                <c:pt idx="7">
                  <c:v>0.14531437024949412</c:v>
                </c:pt>
                <c:pt idx="8">
                  <c:v>1.1000000000000001</c:v>
                </c:pt>
                <c:pt idx="9">
                  <c:v>0.4</c:v>
                </c:pt>
                <c:pt idx="10">
                  <c:v>0.32</c:v>
                </c:pt>
                <c:pt idx="11">
                  <c:v>0.13</c:v>
                </c:pt>
                <c:pt idx="12">
                  <c:v>0.38</c:v>
                </c:pt>
                <c:pt idx="13">
                  <c:v>0.23</c:v>
                </c:pt>
                <c:pt idx="14">
                  <c:v>-0.03</c:v>
                </c:pt>
                <c:pt idx="15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DC-460E-A914-EDFCCAF4CE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482918800"/>
        <c:axId val="2122938816"/>
      </c:barChart>
      <c:catAx>
        <c:axId val="48291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 (Corpo)"/>
                <a:ea typeface="+mn-ea"/>
                <a:cs typeface="+mn-cs"/>
              </a:defRPr>
            </a:pPr>
            <a:endParaRPr lang="pt-BR"/>
          </a:p>
        </c:txPr>
        <c:crossAx val="2122938816"/>
        <c:crosses val="autoZero"/>
        <c:auto val="1"/>
        <c:lblAlgn val="ctr"/>
        <c:lblOffset val="100"/>
        <c:noMultiLvlLbl val="0"/>
      </c:catAx>
      <c:valAx>
        <c:axId val="2122938816"/>
        <c:scaling>
          <c:orientation val="minMax"/>
        </c:scaling>
        <c:delete val="0"/>
        <c:axPos val="l"/>
        <c:numFmt formatCode="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482918800"/>
        <c:crosses val="autoZero"/>
        <c:crossBetween val="between"/>
        <c:majorUnit val="0.30000000000000004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6350" cap="flat" cmpd="sng" algn="ctr">
      <a:noFill/>
      <a:prstDash val="solid"/>
      <a:round/>
      <a:headEnd type="none" w="med" len="med"/>
      <a:tailEnd type="none" w="med" len="med"/>
    </a:ln>
    <a:effectLst/>
  </c:spPr>
  <c:txPr>
    <a:bodyPr/>
    <a:lstStyle/>
    <a:p>
      <a:pPr>
        <a:defRPr sz="1100" b="0">
          <a:solidFill>
            <a:srgbClr val="000000"/>
          </a:solidFill>
          <a:latin typeface="Roboto Light (Corpo)"/>
        </a:defRPr>
      </a:pPr>
      <a:endParaRPr lang="pt-BR"/>
    </a:p>
  </c:txPr>
  <c:externalData r:id="rId3">
    <c:autoUpdate val="0"/>
  </c:externalData>
  <c:userShapes r:id="rId4"/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6640424071054511E-2"/>
          <c:y val="0.12316888194287225"/>
          <c:w val="0.94335957592894548"/>
          <c:h val="0.76008482167058045"/>
        </c:manualLayout>
      </c:layout>
      <c:lineChart>
        <c:grouping val="standard"/>
        <c:varyColors val="0"/>
        <c:ser>
          <c:idx val="0"/>
          <c:order val="0"/>
          <c:tx>
            <c:strRef>
              <c:f>Dados!$D$4</c:f>
              <c:strCache>
                <c:ptCount val="1"/>
                <c:pt idx="0">
                  <c:v>Ibovespa ex-commodities</c:v>
                </c:pt>
              </c:strCache>
            </c:strRef>
          </c:tx>
          <c:spPr>
            <a:ln w="22225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Dados!$A$5:$A$162</c:f>
              <c:numCache>
                <c:formatCode>m/d/yyyy</c:formatCode>
                <c:ptCount val="158"/>
                <c:pt idx="0">
                  <c:v>45170</c:v>
                </c:pt>
                <c:pt idx="1">
                  <c:v>45177</c:v>
                </c:pt>
                <c:pt idx="2">
                  <c:v>45184</c:v>
                </c:pt>
                <c:pt idx="3">
                  <c:v>45191</c:v>
                </c:pt>
                <c:pt idx="4">
                  <c:v>45198</c:v>
                </c:pt>
                <c:pt idx="5">
                  <c:v>45205</c:v>
                </c:pt>
                <c:pt idx="6">
                  <c:v>45212</c:v>
                </c:pt>
                <c:pt idx="7">
                  <c:v>45219</c:v>
                </c:pt>
                <c:pt idx="8">
                  <c:v>45226</c:v>
                </c:pt>
                <c:pt idx="9">
                  <c:v>45233</c:v>
                </c:pt>
                <c:pt idx="10">
                  <c:v>45240</c:v>
                </c:pt>
                <c:pt idx="11">
                  <c:v>45247</c:v>
                </c:pt>
                <c:pt idx="12">
                  <c:v>45254</c:v>
                </c:pt>
                <c:pt idx="13">
                  <c:v>45261</c:v>
                </c:pt>
                <c:pt idx="14">
                  <c:v>45268</c:v>
                </c:pt>
                <c:pt idx="15">
                  <c:v>45275</c:v>
                </c:pt>
                <c:pt idx="16">
                  <c:v>45282</c:v>
                </c:pt>
                <c:pt idx="17">
                  <c:v>45289</c:v>
                </c:pt>
                <c:pt idx="18">
                  <c:v>45296</c:v>
                </c:pt>
                <c:pt idx="19">
                  <c:v>45303</c:v>
                </c:pt>
                <c:pt idx="20">
                  <c:v>45310</c:v>
                </c:pt>
                <c:pt idx="21">
                  <c:v>45317</c:v>
                </c:pt>
                <c:pt idx="22">
                  <c:v>45324</c:v>
                </c:pt>
                <c:pt idx="23">
                  <c:v>45331</c:v>
                </c:pt>
                <c:pt idx="24">
                  <c:v>45338</c:v>
                </c:pt>
                <c:pt idx="25">
                  <c:v>45345</c:v>
                </c:pt>
                <c:pt idx="26">
                  <c:v>45352</c:v>
                </c:pt>
                <c:pt idx="27">
                  <c:v>45359</c:v>
                </c:pt>
                <c:pt idx="28">
                  <c:v>45366</c:v>
                </c:pt>
                <c:pt idx="29">
                  <c:v>45373</c:v>
                </c:pt>
                <c:pt idx="30">
                  <c:v>45380</c:v>
                </c:pt>
                <c:pt idx="31">
                  <c:v>45387</c:v>
                </c:pt>
                <c:pt idx="32">
                  <c:v>45394</c:v>
                </c:pt>
                <c:pt idx="33">
                  <c:v>45401</c:v>
                </c:pt>
                <c:pt idx="34">
                  <c:v>45408</c:v>
                </c:pt>
                <c:pt idx="35">
                  <c:v>45415</c:v>
                </c:pt>
                <c:pt idx="36">
                  <c:v>45422</c:v>
                </c:pt>
                <c:pt idx="37">
                  <c:v>45429</c:v>
                </c:pt>
                <c:pt idx="38">
                  <c:v>45436</c:v>
                </c:pt>
                <c:pt idx="39">
                  <c:v>45443</c:v>
                </c:pt>
                <c:pt idx="40">
                  <c:v>45446</c:v>
                </c:pt>
                <c:pt idx="41">
                  <c:v>45453</c:v>
                </c:pt>
                <c:pt idx="42">
                  <c:v>45460</c:v>
                </c:pt>
                <c:pt idx="43">
                  <c:v>45467</c:v>
                </c:pt>
                <c:pt idx="44">
                  <c:v>45474</c:v>
                </c:pt>
                <c:pt idx="45">
                  <c:v>45481</c:v>
                </c:pt>
                <c:pt idx="46">
                  <c:v>45488</c:v>
                </c:pt>
                <c:pt idx="47">
                  <c:v>45495</c:v>
                </c:pt>
                <c:pt idx="48">
                  <c:v>45502</c:v>
                </c:pt>
                <c:pt idx="49">
                  <c:v>45509</c:v>
                </c:pt>
                <c:pt idx="50">
                  <c:v>45516</c:v>
                </c:pt>
                <c:pt idx="51">
                  <c:v>45523</c:v>
                </c:pt>
                <c:pt idx="52">
                  <c:v>45530</c:v>
                </c:pt>
                <c:pt idx="53">
                  <c:v>45537</c:v>
                </c:pt>
                <c:pt idx="54">
                  <c:v>45544</c:v>
                </c:pt>
                <c:pt idx="55">
                  <c:v>45551</c:v>
                </c:pt>
                <c:pt idx="56">
                  <c:v>45558</c:v>
                </c:pt>
                <c:pt idx="57">
                  <c:v>45565</c:v>
                </c:pt>
                <c:pt idx="58">
                  <c:v>45572</c:v>
                </c:pt>
                <c:pt idx="59">
                  <c:v>45579</c:v>
                </c:pt>
                <c:pt idx="60">
                  <c:v>45586</c:v>
                </c:pt>
                <c:pt idx="61">
                  <c:v>45593</c:v>
                </c:pt>
                <c:pt idx="62">
                  <c:v>45600</c:v>
                </c:pt>
                <c:pt idx="63">
                  <c:v>45607</c:v>
                </c:pt>
                <c:pt idx="64">
                  <c:v>45614</c:v>
                </c:pt>
                <c:pt idx="65">
                  <c:v>45621</c:v>
                </c:pt>
                <c:pt idx="66">
                  <c:v>45628</c:v>
                </c:pt>
                <c:pt idx="67">
                  <c:v>45635</c:v>
                </c:pt>
                <c:pt idx="68">
                  <c:v>45642</c:v>
                </c:pt>
                <c:pt idx="69">
                  <c:v>45649</c:v>
                </c:pt>
                <c:pt idx="70">
                  <c:v>45656</c:v>
                </c:pt>
                <c:pt idx="71">
                  <c:v>45660</c:v>
                </c:pt>
                <c:pt idx="72">
                  <c:v>45667</c:v>
                </c:pt>
                <c:pt idx="73">
                  <c:v>45674</c:v>
                </c:pt>
                <c:pt idx="74">
                  <c:v>45681</c:v>
                </c:pt>
                <c:pt idx="75">
                  <c:v>45688</c:v>
                </c:pt>
                <c:pt idx="76">
                  <c:v>45695</c:v>
                </c:pt>
                <c:pt idx="77">
                  <c:v>45702</c:v>
                </c:pt>
                <c:pt idx="78">
                  <c:v>45709</c:v>
                </c:pt>
                <c:pt idx="79">
                  <c:v>45716</c:v>
                </c:pt>
                <c:pt idx="80">
                  <c:v>45723</c:v>
                </c:pt>
                <c:pt idx="81">
                  <c:v>45730</c:v>
                </c:pt>
                <c:pt idx="82">
                  <c:v>45737</c:v>
                </c:pt>
                <c:pt idx="83">
                  <c:v>45744</c:v>
                </c:pt>
                <c:pt idx="84">
                  <c:v>45751</c:v>
                </c:pt>
                <c:pt idx="85">
                  <c:v>45758</c:v>
                </c:pt>
                <c:pt idx="86">
                  <c:v>45765</c:v>
                </c:pt>
                <c:pt idx="87">
                  <c:v>45772</c:v>
                </c:pt>
                <c:pt idx="88">
                  <c:v>45779</c:v>
                </c:pt>
                <c:pt idx="89">
                  <c:v>45786</c:v>
                </c:pt>
                <c:pt idx="90">
                  <c:v>45793</c:v>
                </c:pt>
                <c:pt idx="91">
                  <c:v>45800</c:v>
                </c:pt>
                <c:pt idx="92">
                  <c:v>45807</c:v>
                </c:pt>
                <c:pt idx="93">
                  <c:v>45814</c:v>
                </c:pt>
                <c:pt idx="94">
                  <c:v>45821</c:v>
                </c:pt>
                <c:pt idx="95">
                  <c:v>45828</c:v>
                </c:pt>
                <c:pt idx="96">
                  <c:v>45835</c:v>
                </c:pt>
                <c:pt idx="97">
                  <c:v>45842</c:v>
                </c:pt>
                <c:pt idx="98">
                  <c:v>45849</c:v>
                </c:pt>
                <c:pt idx="99">
                  <c:v>45856</c:v>
                </c:pt>
                <c:pt idx="100">
                  <c:v>45863</c:v>
                </c:pt>
                <c:pt idx="101">
                  <c:v>45870</c:v>
                </c:pt>
                <c:pt idx="102">
                  <c:v>45877</c:v>
                </c:pt>
                <c:pt idx="103">
                  <c:v>45884</c:v>
                </c:pt>
                <c:pt idx="104">
                  <c:v>45891</c:v>
                </c:pt>
                <c:pt idx="105">
                  <c:v>45898</c:v>
                </c:pt>
                <c:pt idx="106">
                  <c:v>45905</c:v>
                </c:pt>
                <c:pt idx="107">
                  <c:v>45912</c:v>
                </c:pt>
                <c:pt idx="108">
                  <c:v>45919</c:v>
                </c:pt>
                <c:pt idx="109">
                  <c:v>45926</c:v>
                </c:pt>
                <c:pt idx="110">
                  <c:v>45930</c:v>
                </c:pt>
                <c:pt idx="111">
                  <c:v>45937</c:v>
                </c:pt>
                <c:pt idx="112">
                  <c:v>45944</c:v>
                </c:pt>
                <c:pt idx="113">
                  <c:v>45951</c:v>
                </c:pt>
                <c:pt idx="114">
                  <c:v>45958</c:v>
                </c:pt>
                <c:pt idx="115">
                  <c:v>45965</c:v>
                </c:pt>
                <c:pt idx="116">
                  <c:v>45972</c:v>
                </c:pt>
                <c:pt idx="117">
                  <c:v>45979</c:v>
                </c:pt>
                <c:pt idx="118">
                  <c:v>45986</c:v>
                </c:pt>
                <c:pt idx="119">
                  <c:v>45993</c:v>
                </c:pt>
                <c:pt idx="120">
                  <c:v>46000</c:v>
                </c:pt>
                <c:pt idx="121">
                  <c:v>46007</c:v>
                </c:pt>
                <c:pt idx="122">
                  <c:v>46014</c:v>
                </c:pt>
                <c:pt idx="123">
                  <c:v>46021</c:v>
                </c:pt>
                <c:pt idx="124">
                  <c:v>46028</c:v>
                </c:pt>
                <c:pt idx="125">
                  <c:v>46035</c:v>
                </c:pt>
                <c:pt idx="126">
                  <c:v>46042</c:v>
                </c:pt>
                <c:pt idx="127">
                  <c:v>46049</c:v>
                </c:pt>
                <c:pt idx="128">
                  <c:v>46056</c:v>
                </c:pt>
                <c:pt idx="129">
                  <c:v>46063</c:v>
                </c:pt>
                <c:pt idx="130">
                  <c:v>46070</c:v>
                </c:pt>
                <c:pt idx="131">
                  <c:v>46077</c:v>
                </c:pt>
                <c:pt idx="132">
                  <c:v>46084</c:v>
                </c:pt>
                <c:pt idx="133">
                  <c:v>46091</c:v>
                </c:pt>
                <c:pt idx="134">
                  <c:v>46098</c:v>
                </c:pt>
                <c:pt idx="135">
                  <c:v>46105</c:v>
                </c:pt>
                <c:pt idx="136">
                  <c:v>46112</c:v>
                </c:pt>
                <c:pt idx="137">
                  <c:v>46119</c:v>
                </c:pt>
                <c:pt idx="138">
                  <c:v>46126</c:v>
                </c:pt>
                <c:pt idx="139">
                  <c:v>46133</c:v>
                </c:pt>
                <c:pt idx="140">
                  <c:v>46140</c:v>
                </c:pt>
                <c:pt idx="141">
                  <c:v>46147</c:v>
                </c:pt>
                <c:pt idx="142">
                  <c:v>46154</c:v>
                </c:pt>
                <c:pt idx="143">
                  <c:v>46161</c:v>
                </c:pt>
                <c:pt idx="144">
                  <c:v>46168</c:v>
                </c:pt>
                <c:pt idx="145">
                  <c:v>46175</c:v>
                </c:pt>
                <c:pt idx="146">
                  <c:v>46182</c:v>
                </c:pt>
                <c:pt idx="147">
                  <c:v>46189</c:v>
                </c:pt>
                <c:pt idx="148">
                  <c:v>46196</c:v>
                </c:pt>
                <c:pt idx="149">
                  <c:v>46203</c:v>
                </c:pt>
                <c:pt idx="150">
                  <c:v>46210</c:v>
                </c:pt>
                <c:pt idx="151">
                  <c:v>46217</c:v>
                </c:pt>
                <c:pt idx="152">
                  <c:v>46224</c:v>
                </c:pt>
                <c:pt idx="153">
                  <c:v>46231</c:v>
                </c:pt>
                <c:pt idx="154">
                  <c:v>46238</c:v>
                </c:pt>
                <c:pt idx="155">
                  <c:v>46245</c:v>
                </c:pt>
                <c:pt idx="156">
                  <c:v>46252</c:v>
                </c:pt>
                <c:pt idx="157">
                  <c:v>46259</c:v>
                </c:pt>
              </c:numCache>
            </c:numRef>
          </c:cat>
          <c:val>
            <c:numRef>
              <c:f>Dados!$D$5:$D$162</c:f>
              <c:numCache>
                <c:formatCode>0.0</c:formatCode>
                <c:ptCount val="158"/>
                <c:pt idx="0">
                  <c:v>100</c:v>
                </c:pt>
                <c:pt idx="1">
                  <c:v>99.251325271366952</c:v>
                </c:pt>
                <c:pt idx="2">
                  <c:v>99.516468199244457</c:v>
                </c:pt>
                <c:pt idx="3">
                  <c:v>100.44421772903488</c:v>
                </c:pt>
                <c:pt idx="4">
                  <c:v>101.22575579522668</c:v>
                </c:pt>
                <c:pt idx="5">
                  <c:v>104.47669323280608</c:v>
                </c:pt>
                <c:pt idx="6">
                  <c:v>104.46256851419295</c:v>
                </c:pt>
                <c:pt idx="7">
                  <c:v>105.44136241955668</c:v>
                </c:pt>
                <c:pt idx="8">
                  <c:v>106.04963130870573</c:v>
                </c:pt>
                <c:pt idx="9">
                  <c:v>105.11479077585327</c:v>
                </c:pt>
                <c:pt idx="10">
                  <c:v>104.72524286692698</c:v>
                </c:pt>
                <c:pt idx="11">
                  <c:v>104.00018996052194</c:v>
                </c:pt>
                <c:pt idx="12">
                  <c:v>105.01092541505055</c:v>
                </c:pt>
                <c:pt idx="13">
                  <c:v>105.35622129790372</c:v>
                </c:pt>
                <c:pt idx="14">
                  <c:v>106.53313184924924</c:v>
                </c:pt>
                <c:pt idx="15">
                  <c:v>106.43083567482789</c:v>
                </c:pt>
                <c:pt idx="16">
                  <c:v>105.80463938948593</c:v>
                </c:pt>
                <c:pt idx="17">
                  <c:v>107.23737050593425</c:v>
                </c:pt>
                <c:pt idx="18">
                  <c:v>107.78090834873791</c:v>
                </c:pt>
                <c:pt idx="19">
                  <c:v>106.16614251877145</c:v>
                </c:pt>
                <c:pt idx="20">
                  <c:v>107.54679915117798</c:v>
                </c:pt>
                <c:pt idx="21">
                  <c:v>108.04012289308315</c:v>
                </c:pt>
                <c:pt idx="22">
                  <c:v>108.71427310750789</c:v>
                </c:pt>
                <c:pt idx="23">
                  <c:v>107.83207157822541</c:v>
                </c:pt>
                <c:pt idx="24">
                  <c:v>109.04541812458373</c:v>
                </c:pt>
                <c:pt idx="25">
                  <c:v>108.41648709422849</c:v>
                </c:pt>
                <c:pt idx="26">
                  <c:v>107.92610128691025</c:v>
                </c:pt>
                <c:pt idx="27">
                  <c:v>107.96859768673977</c:v>
                </c:pt>
                <c:pt idx="28">
                  <c:v>108.84476849729472</c:v>
                </c:pt>
                <c:pt idx="29">
                  <c:v>107.67023331258754</c:v>
                </c:pt>
                <c:pt idx="30">
                  <c:v>108.78708536754785</c:v>
                </c:pt>
                <c:pt idx="31">
                  <c:v>108.07937108496529</c:v>
                </c:pt>
                <c:pt idx="32">
                  <c:v>108.97404328849876</c:v>
                </c:pt>
                <c:pt idx="33">
                  <c:v>108.80018763789295</c:v>
                </c:pt>
                <c:pt idx="34">
                  <c:v>109.17733855418564</c:v>
                </c:pt>
                <c:pt idx="35">
                  <c:v>109.16701043847551</c:v>
                </c:pt>
                <c:pt idx="36">
                  <c:v>111.03406748713537</c:v>
                </c:pt>
                <c:pt idx="37">
                  <c:v>110.55249774793032</c:v>
                </c:pt>
                <c:pt idx="38">
                  <c:v>110.66756188785266</c:v>
                </c:pt>
                <c:pt idx="39">
                  <c:v>111.78323332175925</c:v>
                </c:pt>
                <c:pt idx="40">
                  <c:v>111.96683040389219</c:v>
                </c:pt>
                <c:pt idx="41">
                  <c:v>112.30289574541203</c:v>
                </c:pt>
                <c:pt idx="42">
                  <c:v>114.38825669313235</c:v>
                </c:pt>
                <c:pt idx="43">
                  <c:v>113.43279935117221</c:v>
                </c:pt>
                <c:pt idx="44">
                  <c:v>112.90553918252924</c:v>
                </c:pt>
                <c:pt idx="45">
                  <c:v>111.50281249126948</c:v>
                </c:pt>
                <c:pt idx="46">
                  <c:v>111.25741880960334</c:v>
                </c:pt>
                <c:pt idx="47">
                  <c:v>113.49252453246237</c:v>
                </c:pt>
                <c:pt idx="48">
                  <c:v>114.50564246563751</c:v>
                </c:pt>
                <c:pt idx="49">
                  <c:v>112.22636079705009</c:v>
                </c:pt>
                <c:pt idx="50">
                  <c:v>112.5675747782393</c:v>
                </c:pt>
                <c:pt idx="51">
                  <c:v>115.21923403393264</c:v>
                </c:pt>
                <c:pt idx="52">
                  <c:v>114.67585048299489</c:v>
                </c:pt>
                <c:pt idx="53">
                  <c:v>112.72339299536685</c:v>
                </c:pt>
                <c:pt idx="54">
                  <c:v>113.55870107842132</c:v>
                </c:pt>
                <c:pt idx="55">
                  <c:v>112.60294649795</c:v>
                </c:pt>
                <c:pt idx="56">
                  <c:v>112.95997586589036</c:v>
                </c:pt>
                <c:pt idx="57">
                  <c:v>114.35258751601323</c:v>
                </c:pt>
                <c:pt idx="58">
                  <c:v>114.30414362545626</c:v>
                </c:pt>
                <c:pt idx="59">
                  <c:v>113.86935396607927</c:v>
                </c:pt>
                <c:pt idx="60">
                  <c:v>114.49030077484935</c:v>
                </c:pt>
                <c:pt idx="61">
                  <c:v>115.21262707850519</c:v>
                </c:pt>
                <c:pt idx="62">
                  <c:v>115.21052760024577</c:v>
                </c:pt>
                <c:pt idx="63">
                  <c:v>116.54236349328093</c:v>
                </c:pt>
                <c:pt idx="64">
                  <c:v>116.6653405859702</c:v>
                </c:pt>
                <c:pt idx="65">
                  <c:v>115.41831662614818</c:v>
                </c:pt>
                <c:pt idx="66">
                  <c:v>115.05323454491243</c:v>
                </c:pt>
                <c:pt idx="67">
                  <c:v>114.34285622581666</c:v>
                </c:pt>
                <c:pt idx="68">
                  <c:v>114.03661785315616</c:v>
                </c:pt>
                <c:pt idx="69">
                  <c:v>114.20192592486413</c:v>
                </c:pt>
                <c:pt idx="70">
                  <c:v>115.04203168750342</c:v>
                </c:pt>
                <c:pt idx="71">
                  <c:v>114.6174580295378</c:v>
                </c:pt>
                <c:pt idx="72">
                  <c:v>117.23973660838864</c:v>
                </c:pt>
                <c:pt idx="73">
                  <c:v>119.2935141318117</c:v>
                </c:pt>
                <c:pt idx="74">
                  <c:v>119.25793556106706</c:v>
                </c:pt>
                <c:pt idx="75">
                  <c:v>119.91228063812709</c:v>
                </c:pt>
                <c:pt idx="76">
                  <c:v>120.46581266491189</c:v>
                </c:pt>
                <c:pt idx="77">
                  <c:v>119.0144645606435</c:v>
                </c:pt>
                <c:pt idx="78">
                  <c:v>118.54595215810266</c:v>
                </c:pt>
                <c:pt idx="79">
                  <c:v>119.31138321249932</c:v>
                </c:pt>
                <c:pt idx="80">
                  <c:v>119.59064553615073</c:v>
                </c:pt>
                <c:pt idx="81">
                  <c:v>120.05192355685543</c:v>
                </c:pt>
                <c:pt idx="82">
                  <c:v>120.61079211564649</c:v>
                </c:pt>
                <c:pt idx="83">
                  <c:v>121.39504348610046</c:v>
                </c:pt>
                <c:pt idx="84">
                  <c:v>121.18927394212602</c:v>
                </c:pt>
                <c:pt idx="85">
                  <c:v>121.12811442616427</c:v>
                </c:pt>
                <c:pt idx="86">
                  <c:v>121.09953119949803</c:v>
                </c:pt>
                <c:pt idx="87">
                  <c:v>121.13442036189718</c:v>
                </c:pt>
                <c:pt idx="88">
                  <c:v>123.03232385254654</c:v>
                </c:pt>
                <c:pt idx="89">
                  <c:v>122.48000848723852</c:v>
                </c:pt>
                <c:pt idx="90">
                  <c:v>119.47442104318296</c:v>
                </c:pt>
                <c:pt idx="91">
                  <c:v>119.60924223320771</c:v>
                </c:pt>
                <c:pt idx="92">
                  <c:v>118.47110196354704</c:v>
                </c:pt>
                <c:pt idx="93">
                  <c:v>117.3637400964529</c:v>
                </c:pt>
                <c:pt idx="94">
                  <c:v>117.5152063099588</c:v>
                </c:pt>
                <c:pt idx="95">
                  <c:v>117.56522173746376</c:v>
                </c:pt>
                <c:pt idx="96">
                  <c:v>117.13968488404431</c:v>
                </c:pt>
                <c:pt idx="97">
                  <c:v>117.62717198832358</c:v>
                </c:pt>
                <c:pt idx="98">
                  <c:v>116.45932967752459</c:v>
                </c:pt>
                <c:pt idx="99">
                  <c:v>117.14636497779252</c:v>
                </c:pt>
                <c:pt idx="100">
                  <c:v>117.75012311894926</c:v>
                </c:pt>
                <c:pt idx="101">
                  <c:v>116.71812880532244</c:v>
                </c:pt>
                <c:pt idx="102">
                  <c:v>118.30533232677863</c:v>
                </c:pt>
                <c:pt idx="103">
                  <c:v>119.59187580510169</c:v>
                </c:pt>
                <c:pt idx="104">
                  <c:v>119.26809604789834</c:v>
                </c:pt>
                <c:pt idx="105">
                  <c:v>120.25931602856174</c:v>
                </c:pt>
                <c:pt idx="106">
                  <c:v>119.16014042453122</c:v>
                </c:pt>
                <c:pt idx="107">
                  <c:v>118.55130270106015</c:v>
                </c:pt>
                <c:pt idx="108">
                  <c:v>119.3166925788137</c:v>
                </c:pt>
                <c:pt idx="109">
                  <c:v>120.06572320708979</c:v>
                </c:pt>
                <c:pt idx="110">
                  <c:v>120.11176895140738</c:v>
                </c:pt>
                <c:pt idx="111">
                  <c:v>120.34678475917455</c:v>
                </c:pt>
                <c:pt idx="112">
                  <c:v>121.21618533294412</c:v>
                </c:pt>
                <c:pt idx="113">
                  <c:v>121.35814429304095</c:v>
                </c:pt>
                <c:pt idx="114">
                  <c:v>121.24438701864972</c:v>
                </c:pt>
                <c:pt idx="115">
                  <c:v>122.81043891061172</c:v>
                </c:pt>
                <c:pt idx="116">
                  <c:v>123.70313564616413</c:v>
                </c:pt>
                <c:pt idx="117">
                  <c:v>121.08112632449446</c:v>
                </c:pt>
                <c:pt idx="118">
                  <c:v>122.99943906238428</c:v>
                </c:pt>
                <c:pt idx="119">
                  <c:v>124.68357219514346</c:v>
                </c:pt>
                <c:pt idx="120">
                  <c:v>125.25441036744461</c:v>
                </c:pt>
                <c:pt idx="121">
                  <c:v>124.49947624056421</c:v>
                </c:pt>
                <c:pt idx="122">
                  <c:v>125.54366491951767</c:v>
                </c:pt>
                <c:pt idx="123">
                  <c:v>125.84760896779579</c:v>
                </c:pt>
                <c:pt idx="124">
                  <c:v>128.55832062786149</c:v>
                </c:pt>
                <c:pt idx="125">
                  <c:v>128.6769048448048</c:v>
                </c:pt>
                <c:pt idx="126">
                  <c:v>130.04349977645307</c:v>
                </c:pt>
                <c:pt idx="127">
                  <c:v>132.87893193100561</c:v>
                </c:pt>
                <c:pt idx="128">
                  <c:v>132.92962358092768</c:v>
                </c:pt>
                <c:pt idx="129">
                  <c:v>134.54455223300178</c:v>
                </c:pt>
                <c:pt idx="130">
                  <c:v>134.93773392094221</c:v>
                </c:pt>
                <c:pt idx="131">
                  <c:v>134.78133895287561</c:v>
                </c:pt>
                <c:pt idx="132">
                  <c:v>134.03145872101192</c:v>
                </c:pt>
                <c:pt idx="133">
                  <c:v>133.51643733009249</c:v>
                </c:pt>
                <c:pt idx="134">
                  <c:v>134.15083787022701</c:v>
                </c:pt>
                <c:pt idx="135">
                  <c:v>133.33433490421271</c:v>
                </c:pt>
                <c:pt idx="136">
                  <c:v>132.7315704839724</c:v>
                </c:pt>
                <c:pt idx="137">
                  <c:v>133.72577125538376</c:v>
                </c:pt>
                <c:pt idx="138">
                  <c:v>134.59125443281678</c:v>
                </c:pt>
                <c:pt idx="139">
                  <c:v>135.66267443864152</c:v>
                </c:pt>
                <c:pt idx="140">
                  <c:v>136.13858372203663</c:v>
                </c:pt>
                <c:pt idx="141">
                  <c:v>134.36179820445864</c:v>
                </c:pt>
                <c:pt idx="142">
                  <c:v>133.03449070305859</c:v>
                </c:pt>
                <c:pt idx="143">
                  <c:v>134.1807773383598</c:v>
                </c:pt>
                <c:pt idx="144">
                  <c:v>134.92922690449967</c:v>
                </c:pt>
                <c:pt idx="145">
                  <c:v>135.30629421825302</c:v>
                </c:pt>
                <c:pt idx="146">
                  <c:v>136.05198581302926</c:v>
                </c:pt>
                <c:pt idx="147">
                  <c:v>138.46612096853892</c:v>
                </c:pt>
                <c:pt idx="148">
                  <c:v>138.60407316230615</c:v>
                </c:pt>
                <c:pt idx="149">
                  <c:v>138.08158775713798</c:v>
                </c:pt>
                <c:pt idx="150">
                  <c:v>138.84718510828722</c:v>
                </c:pt>
                <c:pt idx="151">
                  <c:v>139.05711005669554</c:v>
                </c:pt>
                <c:pt idx="152">
                  <c:v>139.97435374261161</c:v>
                </c:pt>
                <c:pt idx="153">
                  <c:v>138.95797453366899</c:v>
                </c:pt>
                <c:pt idx="154">
                  <c:v>137.47570592954438</c:v>
                </c:pt>
                <c:pt idx="155">
                  <c:v>135.99025106723809</c:v>
                </c:pt>
                <c:pt idx="156">
                  <c:v>134.78341554209433</c:v>
                </c:pt>
                <c:pt idx="157">
                  <c:v>134.29044291582929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58-4521-BEEE-0F9B1A41AECA}"/>
            </c:ext>
          </c:extLst>
        </c:ser>
        <c:ser>
          <c:idx val="1"/>
          <c:order val="1"/>
          <c:tx>
            <c:strRef>
              <c:f>Dados!$E$4</c:f>
              <c:strCache>
                <c:ptCount val="1"/>
                <c:pt idx="0">
                  <c:v>Ibovespa</c:v>
                </c:pt>
              </c:strCache>
            </c:strRef>
          </c:tx>
          <c:spPr>
            <a:ln w="22225" cap="rnd">
              <a:solidFill>
                <a:srgbClr val="8EB3DF"/>
              </a:solidFill>
              <a:round/>
            </a:ln>
            <a:effectLst/>
          </c:spPr>
          <c:marker>
            <c:symbol val="none"/>
          </c:marker>
          <c:cat>
            <c:numRef>
              <c:f>Dados!$A$5:$A$162</c:f>
              <c:numCache>
                <c:formatCode>m/d/yyyy</c:formatCode>
                <c:ptCount val="158"/>
                <c:pt idx="0">
                  <c:v>45170</c:v>
                </c:pt>
                <c:pt idx="1">
                  <c:v>45177</c:v>
                </c:pt>
                <c:pt idx="2">
                  <c:v>45184</c:v>
                </c:pt>
                <c:pt idx="3">
                  <c:v>45191</c:v>
                </c:pt>
                <c:pt idx="4">
                  <c:v>45198</c:v>
                </c:pt>
                <c:pt idx="5">
                  <c:v>45205</c:v>
                </c:pt>
                <c:pt idx="6">
                  <c:v>45212</c:v>
                </c:pt>
                <c:pt idx="7">
                  <c:v>45219</c:v>
                </c:pt>
                <c:pt idx="8">
                  <c:v>45226</c:v>
                </c:pt>
                <c:pt idx="9">
                  <c:v>45233</c:v>
                </c:pt>
                <c:pt idx="10">
                  <c:v>45240</c:v>
                </c:pt>
                <c:pt idx="11">
                  <c:v>45247</c:v>
                </c:pt>
                <c:pt idx="12">
                  <c:v>45254</c:v>
                </c:pt>
                <c:pt idx="13">
                  <c:v>45261</c:v>
                </c:pt>
                <c:pt idx="14">
                  <c:v>45268</c:v>
                </c:pt>
                <c:pt idx="15">
                  <c:v>45275</c:v>
                </c:pt>
                <c:pt idx="16">
                  <c:v>45282</c:v>
                </c:pt>
                <c:pt idx="17">
                  <c:v>45289</c:v>
                </c:pt>
                <c:pt idx="18">
                  <c:v>45296</c:v>
                </c:pt>
                <c:pt idx="19">
                  <c:v>45303</c:v>
                </c:pt>
                <c:pt idx="20">
                  <c:v>45310</c:v>
                </c:pt>
                <c:pt idx="21">
                  <c:v>45317</c:v>
                </c:pt>
                <c:pt idx="22">
                  <c:v>45324</c:v>
                </c:pt>
                <c:pt idx="23">
                  <c:v>45331</c:v>
                </c:pt>
                <c:pt idx="24">
                  <c:v>45338</c:v>
                </c:pt>
                <c:pt idx="25">
                  <c:v>45345</c:v>
                </c:pt>
                <c:pt idx="26">
                  <c:v>45352</c:v>
                </c:pt>
                <c:pt idx="27">
                  <c:v>45359</c:v>
                </c:pt>
                <c:pt idx="28">
                  <c:v>45366</c:v>
                </c:pt>
                <c:pt idx="29">
                  <c:v>45373</c:v>
                </c:pt>
                <c:pt idx="30">
                  <c:v>45380</c:v>
                </c:pt>
                <c:pt idx="31">
                  <c:v>45387</c:v>
                </c:pt>
                <c:pt idx="32">
                  <c:v>45394</c:v>
                </c:pt>
                <c:pt idx="33">
                  <c:v>45401</c:v>
                </c:pt>
                <c:pt idx="34">
                  <c:v>45408</c:v>
                </c:pt>
                <c:pt idx="35">
                  <c:v>45415</c:v>
                </c:pt>
                <c:pt idx="36">
                  <c:v>45422</c:v>
                </c:pt>
                <c:pt idx="37">
                  <c:v>45429</c:v>
                </c:pt>
                <c:pt idx="38">
                  <c:v>45436</c:v>
                </c:pt>
                <c:pt idx="39">
                  <c:v>45443</c:v>
                </c:pt>
                <c:pt idx="40">
                  <c:v>45446</c:v>
                </c:pt>
                <c:pt idx="41">
                  <c:v>45453</c:v>
                </c:pt>
                <c:pt idx="42">
                  <c:v>45460</c:v>
                </c:pt>
                <c:pt idx="43">
                  <c:v>45467</c:v>
                </c:pt>
                <c:pt idx="44">
                  <c:v>45474</c:v>
                </c:pt>
                <c:pt idx="45">
                  <c:v>45481</c:v>
                </c:pt>
                <c:pt idx="46">
                  <c:v>45488</c:v>
                </c:pt>
                <c:pt idx="47">
                  <c:v>45495</c:v>
                </c:pt>
                <c:pt idx="48">
                  <c:v>45502</c:v>
                </c:pt>
                <c:pt idx="49">
                  <c:v>45509</c:v>
                </c:pt>
                <c:pt idx="50">
                  <c:v>45516</c:v>
                </c:pt>
                <c:pt idx="51">
                  <c:v>45523</c:v>
                </c:pt>
                <c:pt idx="52">
                  <c:v>45530</c:v>
                </c:pt>
                <c:pt idx="53">
                  <c:v>45537</c:v>
                </c:pt>
                <c:pt idx="54">
                  <c:v>45544</c:v>
                </c:pt>
                <c:pt idx="55">
                  <c:v>45551</c:v>
                </c:pt>
                <c:pt idx="56">
                  <c:v>45558</c:v>
                </c:pt>
                <c:pt idx="57">
                  <c:v>45565</c:v>
                </c:pt>
                <c:pt idx="58">
                  <c:v>45572</c:v>
                </c:pt>
                <c:pt idx="59">
                  <c:v>45579</c:v>
                </c:pt>
                <c:pt idx="60">
                  <c:v>45586</c:v>
                </c:pt>
                <c:pt idx="61">
                  <c:v>45593</c:v>
                </c:pt>
                <c:pt idx="62">
                  <c:v>45600</c:v>
                </c:pt>
                <c:pt idx="63">
                  <c:v>45607</c:v>
                </c:pt>
                <c:pt idx="64">
                  <c:v>45614</c:v>
                </c:pt>
                <c:pt idx="65">
                  <c:v>45621</c:v>
                </c:pt>
                <c:pt idx="66">
                  <c:v>45628</c:v>
                </c:pt>
                <c:pt idx="67">
                  <c:v>45635</c:v>
                </c:pt>
                <c:pt idx="68">
                  <c:v>45642</c:v>
                </c:pt>
                <c:pt idx="69">
                  <c:v>45649</c:v>
                </c:pt>
                <c:pt idx="70">
                  <c:v>45656</c:v>
                </c:pt>
                <c:pt idx="71">
                  <c:v>45660</c:v>
                </c:pt>
                <c:pt idx="72">
                  <c:v>45667</c:v>
                </c:pt>
                <c:pt idx="73">
                  <c:v>45674</c:v>
                </c:pt>
                <c:pt idx="74">
                  <c:v>45681</c:v>
                </c:pt>
                <c:pt idx="75">
                  <c:v>45688</c:v>
                </c:pt>
                <c:pt idx="76">
                  <c:v>45695</c:v>
                </c:pt>
                <c:pt idx="77">
                  <c:v>45702</c:v>
                </c:pt>
                <c:pt idx="78">
                  <c:v>45709</c:v>
                </c:pt>
                <c:pt idx="79">
                  <c:v>45716</c:v>
                </c:pt>
                <c:pt idx="80">
                  <c:v>45723</c:v>
                </c:pt>
                <c:pt idx="81">
                  <c:v>45730</c:v>
                </c:pt>
                <c:pt idx="82">
                  <c:v>45737</c:v>
                </c:pt>
                <c:pt idx="83">
                  <c:v>45744</c:v>
                </c:pt>
                <c:pt idx="84">
                  <c:v>45751</c:v>
                </c:pt>
                <c:pt idx="85">
                  <c:v>45758</c:v>
                </c:pt>
                <c:pt idx="86">
                  <c:v>45765</c:v>
                </c:pt>
                <c:pt idx="87">
                  <c:v>45772</c:v>
                </c:pt>
                <c:pt idx="88">
                  <c:v>45779</c:v>
                </c:pt>
                <c:pt idx="89">
                  <c:v>45786</c:v>
                </c:pt>
                <c:pt idx="90">
                  <c:v>45793</c:v>
                </c:pt>
                <c:pt idx="91">
                  <c:v>45800</c:v>
                </c:pt>
                <c:pt idx="92">
                  <c:v>45807</c:v>
                </c:pt>
                <c:pt idx="93">
                  <c:v>45814</c:v>
                </c:pt>
                <c:pt idx="94">
                  <c:v>45821</c:v>
                </c:pt>
                <c:pt idx="95">
                  <c:v>45828</c:v>
                </c:pt>
                <c:pt idx="96">
                  <c:v>45835</c:v>
                </c:pt>
                <c:pt idx="97">
                  <c:v>45842</c:v>
                </c:pt>
                <c:pt idx="98">
                  <c:v>45849</c:v>
                </c:pt>
                <c:pt idx="99">
                  <c:v>45856</c:v>
                </c:pt>
                <c:pt idx="100">
                  <c:v>45863</c:v>
                </c:pt>
                <c:pt idx="101">
                  <c:v>45870</c:v>
                </c:pt>
                <c:pt idx="102">
                  <c:v>45877</c:v>
                </c:pt>
                <c:pt idx="103">
                  <c:v>45884</c:v>
                </c:pt>
                <c:pt idx="104">
                  <c:v>45891</c:v>
                </c:pt>
                <c:pt idx="105">
                  <c:v>45898</c:v>
                </c:pt>
                <c:pt idx="106">
                  <c:v>45905</c:v>
                </c:pt>
                <c:pt idx="107">
                  <c:v>45912</c:v>
                </c:pt>
                <c:pt idx="108">
                  <c:v>45919</c:v>
                </c:pt>
                <c:pt idx="109">
                  <c:v>45926</c:v>
                </c:pt>
                <c:pt idx="110">
                  <c:v>45930</c:v>
                </c:pt>
                <c:pt idx="111">
                  <c:v>45937</c:v>
                </c:pt>
                <c:pt idx="112">
                  <c:v>45944</c:v>
                </c:pt>
                <c:pt idx="113">
                  <c:v>45951</c:v>
                </c:pt>
                <c:pt idx="114">
                  <c:v>45958</c:v>
                </c:pt>
                <c:pt idx="115">
                  <c:v>45965</c:v>
                </c:pt>
                <c:pt idx="116">
                  <c:v>45972</c:v>
                </c:pt>
                <c:pt idx="117">
                  <c:v>45979</c:v>
                </c:pt>
                <c:pt idx="118">
                  <c:v>45986</c:v>
                </c:pt>
                <c:pt idx="119">
                  <c:v>45993</c:v>
                </c:pt>
                <c:pt idx="120">
                  <c:v>46000</c:v>
                </c:pt>
                <c:pt idx="121">
                  <c:v>46007</c:v>
                </c:pt>
                <c:pt idx="122">
                  <c:v>46014</c:v>
                </c:pt>
                <c:pt idx="123">
                  <c:v>46021</c:v>
                </c:pt>
                <c:pt idx="124">
                  <c:v>46028</c:v>
                </c:pt>
                <c:pt idx="125">
                  <c:v>46035</c:v>
                </c:pt>
                <c:pt idx="126">
                  <c:v>46042</c:v>
                </c:pt>
                <c:pt idx="127">
                  <c:v>46049</c:v>
                </c:pt>
                <c:pt idx="128">
                  <c:v>46056</c:v>
                </c:pt>
                <c:pt idx="129">
                  <c:v>46063</c:v>
                </c:pt>
                <c:pt idx="130">
                  <c:v>46070</c:v>
                </c:pt>
                <c:pt idx="131">
                  <c:v>46077</c:v>
                </c:pt>
                <c:pt idx="132">
                  <c:v>46084</c:v>
                </c:pt>
                <c:pt idx="133">
                  <c:v>46091</c:v>
                </c:pt>
                <c:pt idx="134">
                  <c:v>46098</c:v>
                </c:pt>
                <c:pt idx="135">
                  <c:v>46105</c:v>
                </c:pt>
                <c:pt idx="136">
                  <c:v>46112</c:v>
                </c:pt>
                <c:pt idx="137">
                  <c:v>46119</c:v>
                </c:pt>
                <c:pt idx="138">
                  <c:v>46126</c:v>
                </c:pt>
                <c:pt idx="139">
                  <c:v>46133</c:v>
                </c:pt>
                <c:pt idx="140">
                  <c:v>46140</c:v>
                </c:pt>
                <c:pt idx="141">
                  <c:v>46147</c:v>
                </c:pt>
                <c:pt idx="142">
                  <c:v>46154</c:v>
                </c:pt>
                <c:pt idx="143">
                  <c:v>46161</c:v>
                </c:pt>
                <c:pt idx="144">
                  <c:v>46168</c:v>
                </c:pt>
                <c:pt idx="145">
                  <c:v>46175</c:v>
                </c:pt>
                <c:pt idx="146">
                  <c:v>46182</c:v>
                </c:pt>
                <c:pt idx="147">
                  <c:v>46189</c:v>
                </c:pt>
                <c:pt idx="148">
                  <c:v>46196</c:v>
                </c:pt>
                <c:pt idx="149">
                  <c:v>46203</c:v>
                </c:pt>
                <c:pt idx="150">
                  <c:v>46210</c:v>
                </c:pt>
                <c:pt idx="151">
                  <c:v>46217</c:v>
                </c:pt>
                <c:pt idx="152">
                  <c:v>46224</c:v>
                </c:pt>
                <c:pt idx="153">
                  <c:v>46231</c:v>
                </c:pt>
                <c:pt idx="154">
                  <c:v>46238</c:v>
                </c:pt>
                <c:pt idx="155">
                  <c:v>46245</c:v>
                </c:pt>
                <c:pt idx="156">
                  <c:v>46252</c:v>
                </c:pt>
                <c:pt idx="157">
                  <c:v>46259</c:v>
                </c:pt>
              </c:numCache>
            </c:numRef>
          </c:cat>
          <c:val>
            <c:numRef>
              <c:f>Dados!$E$5:$E$162</c:f>
              <c:numCache>
                <c:formatCode>0.0</c:formatCode>
                <c:ptCount val="158"/>
                <c:pt idx="0">
                  <c:v>100</c:v>
                </c:pt>
                <c:pt idx="1">
                  <c:v>99.637034611624543</c:v>
                </c:pt>
                <c:pt idx="2">
                  <c:v>99.939314123833171</c:v>
                </c:pt>
                <c:pt idx="3">
                  <c:v>100.93104189437996</c:v>
                </c:pt>
                <c:pt idx="4">
                  <c:v>100.67416359664472</c:v>
                </c:pt>
                <c:pt idx="5">
                  <c:v>101.2207899598608</c:v>
                </c:pt>
                <c:pt idx="6">
                  <c:v>101.9368504614651</c:v>
                </c:pt>
                <c:pt idx="7">
                  <c:v>103.40838480892984</c:v>
                </c:pt>
                <c:pt idx="8">
                  <c:v>104.45739732187479</c:v>
                </c:pt>
                <c:pt idx="9">
                  <c:v>104.66018752094872</c:v>
                </c:pt>
                <c:pt idx="10">
                  <c:v>104.34792998619665</c:v>
                </c:pt>
                <c:pt idx="11">
                  <c:v>104.37588982666983</c:v>
                </c:pt>
                <c:pt idx="12">
                  <c:v>107.0566370516119</c:v>
                </c:pt>
                <c:pt idx="13">
                  <c:v>107.15930174177299</c:v>
                </c:pt>
                <c:pt idx="14">
                  <c:v>107.51019099288686</c:v>
                </c:pt>
                <c:pt idx="15">
                  <c:v>108.94593021091335</c:v>
                </c:pt>
                <c:pt idx="16">
                  <c:v>109.28178647733824</c:v>
                </c:pt>
                <c:pt idx="17">
                  <c:v>109.90776411701751</c:v>
                </c:pt>
                <c:pt idx="18">
                  <c:v>109.36566990277845</c:v>
                </c:pt>
                <c:pt idx="19">
                  <c:v>107.72396036144296</c:v>
                </c:pt>
                <c:pt idx="20">
                  <c:v>108.16507752768156</c:v>
                </c:pt>
                <c:pt idx="21">
                  <c:v>107.81505295768955</c:v>
                </c:pt>
                <c:pt idx="22">
                  <c:v>108.22009194993511</c:v>
                </c:pt>
                <c:pt idx="23">
                  <c:v>107.59579469789946</c:v>
                </c:pt>
                <c:pt idx="24">
                  <c:v>108.7045631065815</c:v>
                </c:pt>
                <c:pt idx="25">
                  <c:v>108.35313591658611</c:v>
                </c:pt>
                <c:pt idx="26">
                  <c:v>108.36110423416305</c:v>
                </c:pt>
                <c:pt idx="27">
                  <c:v>108.03877594881864</c:v>
                </c:pt>
                <c:pt idx="28">
                  <c:v>108.98327068230573</c:v>
                </c:pt>
                <c:pt idx="29">
                  <c:v>109.31907447722378</c:v>
                </c:pt>
                <c:pt idx="30">
                  <c:v>109.17813431640037</c:v>
                </c:pt>
                <c:pt idx="31">
                  <c:v>109.15162495280481</c:v>
                </c:pt>
                <c:pt idx="32">
                  <c:v>107.885719780903</c:v>
                </c:pt>
                <c:pt idx="33">
                  <c:v>108.69794582311295</c:v>
                </c:pt>
                <c:pt idx="34">
                  <c:v>109.98897774747316</c:v>
                </c:pt>
                <c:pt idx="35">
                  <c:v>111.57224893123995</c:v>
                </c:pt>
                <c:pt idx="36">
                  <c:v>112.61383689713918</c:v>
                </c:pt>
                <c:pt idx="37">
                  <c:v>112.25951425394345</c:v>
                </c:pt>
                <c:pt idx="38">
                  <c:v>112.7084636638362</c:v>
                </c:pt>
                <c:pt idx="39">
                  <c:v>112.58626183789799</c:v>
                </c:pt>
                <c:pt idx="40">
                  <c:v>112.79772707605262</c:v>
                </c:pt>
                <c:pt idx="41">
                  <c:v>112.80693231332108</c:v>
                </c:pt>
                <c:pt idx="42">
                  <c:v>114.02993205328009</c:v>
                </c:pt>
                <c:pt idx="43">
                  <c:v>113.73409729862654</c:v>
                </c:pt>
                <c:pt idx="44">
                  <c:v>114.36400646591771</c:v>
                </c:pt>
                <c:pt idx="45">
                  <c:v>114.42904930122938</c:v>
                </c:pt>
                <c:pt idx="46">
                  <c:v>116.53984405134507</c:v>
                </c:pt>
                <c:pt idx="47">
                  <c:v>117.50349497423176</c:v>
                </c:pt>
                <c:pt idx="48">
                  <c:v>118.28450180247371</c:v>
                </c:pt>
                <c:pt idx="49">
                  <c:v>118.05789763528394</c:v>
                </c:pt>
                <c:pt idx="50">
                  <c:v>116.77423071489412</c:v>
                </c:pt>
                <c:pt idx="51">
                  <c:v>116.78286837983735</c:v>
                </c:pt>
                <c:pt idx="52">
                  <c:v>116.74404814026016</c:v>
                </c:pt>
                <c:pt idx="53">
                  <c:v>116.05632140936343</c:v>
                </c:pt>
                <c:pt idx="54">
                  <c:v>116.40880777082864</c:v>
                </c:pt>
                <c:pt idx="55">
                  <c:v>116.31846819059652</c:v>
                </c:pt>
                <c:pt idx="56">
                  <c:v>114.97744837739762</c:v>
                </c:pt>
                <c:pt idx="57">
                  <c:v>114.68396461820116</c:v>
                </c:pt>
                <c:pt idx="58">
                  <c:v>114.91901500399477</c:v>
                </c:pt>
                <c:pt idx="59">
                  <c:v>114.5418517507744</c:v>
                </c:pt>
                <c:pt idx="60">
                  <c:v>114.52266676396161</c:v>
                </c:pt>
                <c:pt idx="61">
                  <c:v>116.55553183494141</c:v>
                </c:pt>
                <c:pt idx="62">
                  <c:v>116.44428596768905</c:v>
                </c:pt>
                <c:pt idx="63">
                  <c:v>118.04398604973308</c:v>
                </c:pt>
                <c:pt idx="64">
                  <c:v>119.0954516103355</c:v>
                </c:pt>
                <c:pt idx="65">
                  <c:v>119.2100952218605</c:v>
                </c:pt>
                <c:pt idx="66">
                  <c:v>118.59219471323628</c:v>
                </c:pt>
                <c:pt idx="67">
                  <c:v>118.47219142114139</c:v>
                </c:pt>
                <c:pt idx="68">
                  <c:v>118.76435272795256</c:v>
                </c:pt>
                <c:pt idx="69">
                  <c:v>119.38145312192809</c:v>
                </c:pt>
                <c:pt idx="70">
                  <c:v>120.30002451129242</c:v>
                </c:pt>
                <c:pt idx="71">
                  <c:v>120.5109427269127</c:v>
                </c:pt>
                <c:pt idx="72">
                  <c:v>119.82262697607784</c:v>
                </c:pt>
                <c:pt idx="73">
                  <c:v>119.82229304516403</c:v>
                </c:pt>
                <c:pt idx="74">
                  <c:v>119.88608137847352</c:v>
                </c:pt>
                <c:pt idx="75">
                  <c:v>118.76993230400386</c:v>
                </c:pt>
                <c:pt idx="76">
                  <c:v>119.52212212517028</c:v>
                </c:pt>
                <c:pt idx="77">
                  <c:v>119.1021351768063</c:v>
                </c:pt>
                <c:pt idx="78">
                  <c:v>120.78619702498439</c:v>
                </c:pt>
                <c:pt idx="79">
                  <c:v>120.56978421981303</c:v>
                </c:pt>
                <c:pt idx="80">
                  <c:v>120.73502123278372</c:v>
                </c:pt>
                <c:pt idx="81">
                  <c:v>121.46518442559685</c:v>
                </c:pt>
                <c:pt idx="82">
                  <c:v>121.78795961194679</c:v>
                </c:pt>
                <c:pt idx="83">
                  <c:v>122.07113649984034</c:v>
                </c:pt>
                <c:pt idx="84">
                  <c:v>121.96638599448153</c:v>
                </c:pt>
                <c:pt idx="85">
                  <c:v>120.42126498940713</c:v>
                </c:pt>
                <c:pt idx="86">
                  <c:v>120.91778733433203</c:v>
                </c:pt>
                <c:pt idx="87">
                  <c:v>118.70767049586888</c:v>
                </c:pt>
                <c:pt idx="88">
                  <c:v>116.99188717435662</c:v>
                </c:pt>
                <c:pt idx="89">
                  <c:v>119.08843897387833</c:v>
                </c:pt>
                <c:pt idx="90">
                  <c:v>117.89469096635487</c:v>
                </c:pt>
                <c:pt idx="91">
                  <c:v>118.50118520783414</c:v>
                </c:pt>
                <c:pt idx="92">
                  <c:v>117.72490995604316</c:v>
                </c:pt>
                <c:pt idx="93">
                  <c:v>117.17329641705072</c:v>
                </c:pt>
                <c:pt idx="94">
                  <c:v>116.16342741608715</c:v>
                </c:pt>
                <c:pt idx="95">
                  <c:v>116.83112323194848</c:v>
                </c:pt>
                <c:pt idx="96">
                  <c:v>117.01203621698239</c:v>
                </c:pt>
                <c:pt idx="97">
                  <c:v>116.7326082887874</c:v>
                </c:pt>
                <c:pt idx="98">
                  <c:v>116.44264496718041</c:v>
                </c:pt>
                <c:pt idx="99">
                  <c:v>116.07876231882621</c:v>
                </c:pt>
                <c:pt idx="100">
                  <c:v>112.13570097097723</c:v>
                </c:pt>
                <c:pt idx="101">
                  <c:v>114.37551864123145</c:v>
                </c:pt>
                <c:pt idx="102">
                  <c:v>114.49466000379418</c:v>
                </c:pt>
                <c:pt idx="103">
                  <c:v>114.64448397041768</c:v>
                </c:pt>
                <c:pt idx="104">
                  <c:v>113.69363791800711</c:v>
                </c:pt>
                <c:pt idx="105">
                  <c:v>114.1926392832453</c:v>
                </c:pt>
                <c:pt idx="106">
                  <c:v>113.9667118838902</c:v>
                </c:pt>
                <c:pt idx="107">
                  <c:v>113.51218287118057</c:v>
                </c:pt>
                <c:pt idx="108">
                  <c:v>116.29504282867038</c:v>
                </c:pt>
                <c:pt idx="109">
                  <c:v>114.75479822869788</c:v>
                </c:pt>
                <c:pt idx="110">
                  <c:v>114.89945859600448</c:v>
                </c:pt>
                <c:pt idx="111">
                  <c:v>114.39831105034011</c:v>
                </c:pt>
                <c:pt idx="112">
                  <c:v>115.8502044946609</c:v>
                </c:pt>
                <c:pt idx="113">
                  <c:v>116.65986160712312</c:v>
                </c:pt>
                <c:pt idx="114">
                  <c:v>117.2731693847781</c:v>
                </c:pt>
                <c:pt idx="115">
                  <c:v>118.39408334611461</c:v>
                </c:pt>
                <c:pt idx="116">
                  <c:v>116.70259597169222</c:v>
                </c:pt>
                <c:pt idx="117">
                  <c:v>116.53240392251006</c:v>
                </c:pt>
                <c:pt idx="118">
                  <c:v>116.59005161959224</c:v>
                </c:pt>
                <c:pt idx="119">
                  <c:v>117.10287568398985</c:v>
                </c:pt>
                <c:pt idx="120">
                  <c:v>116.8113683045178</c:v>
                </c:pt>
                <c:pt idx="121">
                  <c:v>118.42748022243603</c:v>
                </c:pt>
                <c:pt idx="122">
                  <c:v>120.29197280633861</c:v>
                </c:pt>
                <c:pt idx="123">
                  <c:v>120.93926796460757</c:v>
                </c:pt>
                <c:pt idx="124">
                  <c:v>120.19728145596224</c:v>
                </c:pt>
                <c:pt idx="125">
                  <c:v>120.82048224779341</c:v>
                </c:pt>
                <c:pt idx="126">
                  <c:v>120.8288054225702</c:v>
                </c:pt>
                <c:pt idx="127">
                  <c:v>120.94644964681298</c:v>
                </c:pt>
                <c:pt idx="128">
                  <c:v>123.32153608735209</c:v>
                </c:pt>
                <c:pt idx="129">
                  <c:v>122.82059307032146</c:v>
                </c:pt>
                <c:pt idx="130">
                  <c:v>123.61536156604815</c:v>
                </c:pt>
                <c:pt idx="131">
                  <c:v>124.06202361505929</c:v>
                </c:pt>
                <c:pt idx="132">
                  <c:v>124.10471822937477</c:v>
                </c:pt>
                <c:pt idx="133">
                  <c:v>125.81956942615653</c:v>
                </c:pt>
                <c:pt idx="134">
                  <c:v>127.89100301187624</c:v>
                </c:pt>
                <c:pt idx="135">
                  <c:v>134.13453447121901</c:v>
                </c:pt>
                <c:pt idx="136">
                  <c:v>137.53365592746226</c:v>
                </c:pt>
                <c:pt idx="137">
                  <c:v>138.33194850243865</c:v>
                </c:pt>
                <c:pt idx="138">
                  <c:v>138.46052412271322</c:v>
                </c:pt>
                <c:pt idx="139">
                  <c:v>139.84555107572925</c:v>
                </c:pt>
                <c:pt idx="140">
                  <c:v>141.37463906010589</c:v>
                </c:pt>
                <c:pt idx="141">
                  <c:v>141.740661160549</c:v>
                </c:pt>
                <c:pt idx="142">
                  <c:v>142.97912489430809</c:v>
                </c:pt>
                <c:pt idx="143">
                  <c:v>142.83461651973442</c:v>
                </c:pt>
                <c:pt idx="144">
                  <c:v>143.62610199562698</c:v>
                </c:pt>
                <c:pt idx="145">
                  <c:v>142.98415501921238</c:v>
                </c:pt>
                <c:pt idx="146">
                  <c:v>143.24266795654424</c:v>
                </c:pt>
                <c:pt idx="147">
                  <c:v>143.8988984182285</c:v>
                </c:pt>
                <c:pt idx="148">
                  <c:v>143.78253955379935</c:v>
                </c:pt>
                <c:pt idx="149">
                  <c:v>143.98809031829413</c:v>
                </c:pt>
                <c:pt idx="150">
                  <c:v>144.35093216847929</c:v>
                </c:pt>
                <c:pt idx="151">
                  <c:v>143.39861211359235</c:v>
                </c:pt>
                <c:pt idx="152">
                  <c:v>143.55904173288204</c:v>
                </c:pt>
                <c:pt idx="153">
                  <c:v>143.18335386027709</c:v>
                </c:pt>
                <c:pt idx="154">
                  <c:v>143.77102295731038</c:v>
                </c:pt>
                <c:pt idx="155">
                  <c:v>144.1569246956135</c:v>
                </c:pt>
                <c:pt idx="156">
                  <c:v>144.49116620916283</c:v>
                </c:pt>
                <c:pt idx="157">
                  <c:v>145.34556609359467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58-4521-BEEE-0F9B1A41AE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9129167"/>
        <c:axId val="2128997808"/>
      </c:lineChart>
      <c:dateAx>
        <c:axId val="889129167"/>
        <c:scaling>
          <c:orientation val="minMax"/>
          <c:max val="46265"/>
        </c:scaling>
        <c:delete val="0"/>
        <c:axPos val="b"/>
        <c:numFmt formatCode="[$-416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2128997808"/>
        <c:crosses val="autoZero"/>
        <c:auto val="1"/>
        <c:lblOffset val="100"/>
        <c:baseTimeUnit val="days"/>
        <c:majorUnit val="2"/>
        <c:majorTimeUnit val="months"/>
      </c:dateAx>
      <c:valAx>
        <c:axId val="2128997808"/>
        <c:scaling>
          <c:orientation val="minMax"/>
          <c:min val="90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889129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6818178680819021"/>
          <c:y val="0"/>
          <c:w val="0.46363642638361957"/>
          <c:h val="0.116207029059431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4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518957687562265E-2"/>
          <c:y val="0.20364160483799779"/>
          <c:w val="0.86246783748137745"/>
          <c:h val="0.62247138636953137"/>
        </c:manualLayout>
      </c:layout>
      <c:lineChart>
        <c:grouping val="standard"/>
        <c:varyColors val="0"/>
        <c:ser>
          <c:idx val="1"/>
          <c:order val="1"/>
          <c:tx>
            <c:strRef>
              <c:f>Quarterly_Aligned!$G$1</c:f>
              <c:strCache>
                <c:ptCount val="1"/>
                <c:pt idx="0">
                  <c:v>Crescimento A/A do LPA 12M do Ibovespa</c:v>
                </c:pt>
              </c:strCache>
            </c:strRef>
          </c:tx>
          <c:spPr>
            <a:ln w="22225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Quarterly_Aligned!$B$2:$B$66</c:f>
              <c:numCache>
                <c:formatCode>yyyy\-mm\-dd</c:formatCode>
                <c:ptCount val="65"/>
                <c:pt idx="0">
                  <c:v>40268</c:v>
                </c:pt>
                <c:pt idx="1">
                  <c:v>40359</c:v>
                </c:pt>
                <c:pt idx="2">
                  <c:v>40451</c:v>
                </c:pt>
                <c:pt idx="3">
                  <c:v>40543</c:v>
                </c:pt>
                <c:pt idx="4">
                  <c:v>40633</c:v>
                </c:pt>
                <c:pt idx="5">
                  <c:v>40724</c:v>
                </c:pt>
                <c:pt idx="6">
                  <c:v>40816</c:v>
                </c:pt>
                <c:pt idx="7">
                  <c:v>40908</c:v>
                </c:pt>
                <c:pt idx="8">
                  <c:v>40999</c:v>
                </c:pt>
                <c:pt idx="9">
                  <c:v>41090</c:v>
                </c:pt>
                <c:pt idx="10">
                  <c:v>41182</c:v>
                </c:pt>
                <c:pt idx="11">
                  <c:v>41274</c:v>
                </c:pt>
                <c:pt idx="12">
                  <c:v>41364</c:v>
                </c:pt>
                <c:pt idx="13">
                  <c:v>41455</c:v>
                </c:pt>
                <c:pt idx="14">
                  <c:v>41547</c:v>
                </c:pt>
                <c:pt idx="15">
                  <c:v>41639</c:v>
                </c:pt>
                <c:pt idx="16">
                  <c:v>41729</c:v>
                </c:pt>
                <c:pt idx="17">
                  <c:v>41820</c:v>
                </c:pt>
                <c:pt idx="18">
                  <c:v>41912</c:v>
                </c:pt>
                <c:pt idx="19">
                  <c:v>42004</c:v>
                </c:pt>
                <c:pt idx="20">
                  <c:v>42094</c:v>
                </c:pt>
                <c:pt idx="21">
                  <c:v>42185</c:v>
                </c:pt>
                <c:pt idx="22">
                  <c:v>42277</c:v>
                </c:pt>
                <c:pt idx="23">
                  <c:v>42369</c:v>
                </c:pt>
                <c:pt idx="24">
                  <c:v>42460</c:v>
                </c:pt>
                <c:pt idx="25">
                  <c:v>42551</c:v>
                </c:pt>
                <c:pt idx="26">
                  <c:v>42643</c:v>
                </c:pt>
                <c:pt idx="27">
                  <c:v>42735</c:v>
                </c:pt>
                <c:pt idx="28">
                  <c:v>42825</c:v>
                </c:pt>
                <c:pt idx="29">
                  <c:v>42916</c:v>
                </c:pt>
                <c:pt idx="30">
                  <c:v>43008</c:v>
                </c:pt>
                <c:pt idx="31">
                  <c:v>43100</c:v>
                </c:pt>
                <c:pt idx="32">
                  <c:v>43190</c:v>
                </c:pt>
                <c:pt idx="33">
                  <c:v>43281</c:v>
                </c:pt>
                <c:pt idx="34">
                  <c:v>43373</c:v>
                </c:pt>
                <c:pt idx="35">
                  <c:v>43465</c:v>
                </c:pt>
                <c:pt idx="36">
                  <c:v>43555</c:v>
                </c:pt>
                <c:pt idx="37">
                  <c:v>43646</c:v>
                </c:pt>
                <c:pt idx="38">
                  <c:v>43738</c:v>
                </c:pt>
                <c:pt idx="39">
                  <c:v>43830</c:v>
                </c:pt>
                <c:pt idx="40">
                  <c:v>43921</c:v>
                </c:pt>
                <c:pt idx="41">
                  <c:v>44012</c:v>
                </c:pt>
                <c:pt idx="42">
                  <c:v>44104</c:v>
                </c:pt>
                <c:pt idx="43">
                  <c:v>44196</c:v>
                </c:pt>
                <c:pt idx="44">
                  <c:v>44286</c:v>
                </c:pt>
                <c:pt idx="45">
                  <c:v>44377</c:v>
                </c:pt>
                <c:pt idx="46">
                  <c:v>44469</c:v>
                </c:pt>
                <c:pt idx="47">
                  <c:v>44561</c:v>
                </c:pt>
                <c:pt idx="48">
                  <c:v>44651</c:v>
                </c:pt>
                <c:pt idx="49">
                  <c:v>44742</c:v>
                </c:pt>
                <c:pt idx="50">
                  <c:v>44834</c:v>
                </c:pt>
                <c:pt idx="51">
                  <c:v>44926</c:v>
                </c:pt>
                <c:pt idx="52">
                  <c:v>45016</c:v>
                </c:pt>
                <c:pt idx="53">
                  <c:v>45107</c:v>
                </c:pt>
                <c:pt idx="54">
                  <c:v>45199</c:v>
                </c:pt>
                <c:pt idx="55">
                  <c:v>45291</c:v>
                </c:pt>
                <c:pt idx="56">
                  <c:v>45382</c:v>
                </c:pt>
                <c:pt idx="57">
                  <c:v>45473</c:v>
                </c:pt>
                <c:pt idx="58">
                  <c:v>45565</c:v>
                </c:pt>
                <c:pt idx="59">
                  <c:v>45657</c:v>
                </c:pt>
                <c:pt idx="60">
                  <c:v>45747</c:v>
                </c:pt>
                <c:pt idx="61">
                  <c:v>45838</c:v>
                </c:pt>
                <c:pt idx="62">
                  <c:v>45930</c:v>
                </c:pt>
                <c:pt idx="63">
                  <c:v>46022</c:v>
                </c:pt>
                <c:pt idx="64">
                  <c:v>46112</c:v>
                </c:pt>
              </c:numCache>
            </c:numRef>
          </c:cat>
          <c:val>
            <c:numRef>
              <c:f>Quarterly_Aligned!$G$2:$G$66</c:f>
              <c:numCache>
                <c:formatCode>0%</c:formatCode>
                <c:ptCount val="65"/>
                <c:pt idx="0">
                  <c:v>6.1237107695545134E-2</c:v>
                </c:pt>
                <c:pt idx="1">
                  <c:v>0.33397950646444508</c:v>
                </c:pt>
                <c:pt idx="2">
                  <c:v>0.41742680111814012</c:v>
                </c:pt>
                <c:pt idx="3">
                  <c:v>0.31868328157584513</c:v>
                </c:pt>
                <c:pt idx="4">
                  <c:v>0.26845289327991401</c:v>
                </c:pt>
                <c:pt idx="5">
                  <c:v>0.15091456469645831</c:v>
                </c:pt>
                <c:pt idx="6">
                  <c:v>3.167562606651031E-2</c:v>
                </c:pt>
                <c:pt idx="7">
                  <c:v>-8.0895691401473568E-3</c:v>
                </c:pt>
                <c:pt idx="8">
                  <c:v>-3.9564018068277251E-2</c:v>
                </c:pt>
                <c:pt idx="9">
                  <c:v>-7.0289661265962033E-2</c:v>
                </c:pt>
                <c:pt idx="10">
                  <c:v>-0.13503404497807819</c:v>
                </c:pt>
                <c:pt idx="11">
                  <c:v>-0.18533822472401631</c:v>
                </c:pt>
                <c:pt idx="12">
                  <c:v>-0.1945287488511937</c:v>
                </c:pt>
                <c:pt idx="13">
                  <c:v>-0.21580353705991828</c:v>
                </c:pt>
                <c:pt idx="14">
                  <c:v>-0.32894490361219431</c:v>
                </c:pt>
                <c:pt idx="15">
                  <c:v>-0.2088539797820865</c:v>
                </c:pt>
                <c:pt idx="16">
                  <c:v>-3.4504158219273991E-3</c:v>
                </c:pt>
                <c:pt idx="17">
                  <c:v>4.9240540732738536E-2</c:v>
                </c:pt>
                <c:pt idx="18">
                  <c:v>0.33197050878663331</c:v>
                </c:pt>
                <c:pt idx="19">
                  <c:v>0.19444985808654061</c:v>
                </c:pt>
                <c:pt idx="20">
                  <c:v>-0.10153529082173091</c:v>
                </c:pt>
                <c:pt idx="21">
                  <c:v>-0.1756657133036077</c:v>
                </c:pt>
                <c:pt idx="22">
                  <c:v>-0.13495607253260838</c:v>
                </c:pt>
                <c:pt idx="23">
                  <c:v>-0.10028418489141221</c:v>
                </c:pt>
                <c:pt idx="24">
                  <c:v>-0.1065229821945967</c:v>
                </c:pt>
                <c:pt idx="25">
                  <c:v>-3.9773515481823292E-2</c:v>
                </c:pt>
                <c:pt idx="26">
                  <c:v>-1.853593608179727E-2</c:v>
                </c:pt>
                <c:pt idx="27">
                  <c:v>5.827607540846147E-2</c:v>
                </c:pt>
                <c:pt idx="28">
                  <c:v>0.30742988291071627</c:v>
                </c:pt>
                <c:pt idx="29">
                  <c:v>0.37023458851768631</c:v>
                </c:pt>
                <c:pt idx="30">
                  <c:v>0.28896387130252643</c:v>
                </c:pt>
                <c:pt idx="31">
                  <c:v>0.2344963835723273</c:v>
                </c:pt>
                <c:pt idx="32">
                  <c:v>0.19760739102871219</c:v>
                </c:pt>
                <c:pt idx="33">
                  <c:v>0.24334661506392521</c:v>
                </c:pt>
                <c:pt idx="34">
                  <c:v>0.33968875674448618</c:v>
                </c:pt>
                <c:pt idx="35">
                  <c:v>0.42774501306859142</c:v>
                </c:pt>
                <c:pt idx="36">
                  <c:v>0.27615231147103197</c:v>
                </c:pt>
                <c:pt idx="37">
                  <c:v>0.199876500857399</c:v>
                </c:pt>
                <c:pt idx="38">
                  <c:v>8.6534817449013493E-2</c:v>
                </c:pt>
                <c:pt idx="39">
                  <c:v>-3.2204799689990571E-2</c:v>
                </c:pt>
                <c:pt idx="40">
                  <c:v>-5.0851538804572938E-2</c:v>
                </c:pt>
                <c:pt idx="41">
                  <c:v>-0.31075419103665802</c:v>
                </c:pt>
                <c:pt idx="42">
                  <c:v>-0.28218275152972888</c:v>
                </c:pt>
                <c:pt idx="43">
                  <c:v>7.3881413567240539E-3</c:v>
                </c:pt>
                <c:pt idx="44">
                  <c:v>0.31654918373930374</c:v>
                </c:pt>
                <c:pt idx="45">
                  <c:v>1.1398925433522371</c:v>
                </c:pt>
                <c:pt idx="46">
                  <c:v>1.3272166547257089</c:v>
                </c:pt>
                <c:pt idx="47">
                  <c:v>0.66895044567718753</c:v>
                </c:pt>
                <c:pt idx="48">
                  <c:v>0.33723435761076659</c:v>
                </c:pt>
                <c:pt idx="49">
                  <c:v>0.26392508922650459</c:v>
                </c:pt>
                <c:pt idx="50">
                  <c:v>0.19533094885176741</c:v>
                </c:pt>
                <c:pt idx="51">
                  <c:v>0.163354952645544</c:v>
                </c:pt>
                <c:pt idx="52">
                  <c:v>9.293893215940896E-2</c:v>
                </c:pt>
                <c:pt idx="53">
                  <c:v>-3.8323765342712202E-2</c:v>
                </c:pt>
                <c:pt idx="54">
                  <c:v>-9.1154103486899118E-2</c:v>
                </c:pt>
                <c:pt idx="55">
                  <c:v>1.4595209986429942E-3</c:v>
                </c:pt>
                <c:pt idx="56">
                  <c:v>7.4047800381625173E-2</c:v>
                </c:pt>
                <c:pt idx="57">
                  <c:v>0.1003377388724402</c:v>
                </c:pt>
                <c:pt idx="58">
                  <c:v>0.16738621765214368</c:v>
                </c:pt>
                <c:pt idx="59">
                  <c:v>0.11198078874304659</c:v>
                </c:pt>
                <c:pt idx="60">
                  <c:v>0.10961667097674029</c:v>
                </c:pt>
                <c:pt idx="61">
                  <c:v>6.4097984794915908E-2</c:v>
                </c:pt>
                <c:pt idx="62">
                  <c:v>-1.4228712991550041E-2</c:v>
                </c:pt>
                <c:pt idx="63">
                  <c:v>-1.174443970012651E-3</c:v>
                </c:pt>
                <c:pt idx="64">
                  <c:v>3.5296814652991282E-2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C2-4D61-A90D-DDBEDD3C9B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9964767"/>
        <c:axId val="1095897999"/>
      </c:lineChart>
      <c:lineChart>
        <c:grouping val="standard"/>
        <c:varyColors val="0"/>
        <c:ser>
          <c:idx val="0"/>
          <c:order val="0"/>
          <c:tx>
            <c:strRef>
              <c:f>Quarterly_Aligned!$E$1</c:f>
              <c:strCache>
                <c:ptCount val="1"/>
                <c:pt idx="0">
                  <c:v>Crescimento A/A do PIB (dir.)</c:v>
                </c:pt>
              </c:strCache>
            </c:strRef>
          </c:tx>
          <c:spPr>
            <a:ln w="22225" cap="rnd">
              <a:solidFill>
                <a:srgbClr val="8EB3DF"/>
              </a:solidFill>
              <a:round/>
            </a:ln>
            <a:effectLst/>
          </c:spPr>
          <c:marker>
            <c:symbol val="none"/>
          </c:marker>
          <c:cat>
            <c:numRef>
              <c:f>Quarterly_Aligned!$B$2:$B$66</c:f>
              <c:numCache>
                <c:formatCode>yyyy\-mm\-dd</c:formatCode>
                <c:ptCount val="65"/>
                <c:pt idx="0">
                  <c:v>40268</c:v>
                </c:pt>
                <c:pt idx="1">
                  <c:v>40359</c:v>
                </c:pt>
                <c:pt idx="2">
                  <c:v>40451</c:v>
                </c:pt>
                <c:pt idx="3">
                  <c:v>40543</c:v>
                </c:pt>
                <c:pt idx="4">
                  <c:v>40633</c:v>
                </c:pt>
                <c:pt idx="5">
                  <c:v>40724</c:v>
                </c:pt>
                <c:pt idx="6">
                  <c:v>40816</c:v>
                </c:pt>
                <c:pt idx="7">
                  <c:v>40908</c:v>
                </c:pt>
                <c:pt idx="8">
                  <c:v>40999</c:v>
                </c:pt>
                <c:pt idx="9">
                  <c:v>41090</c:v>
                </c:pt>
                <c:pt idx="10">
                  <c:v>41182</c:v>
                </c:pt>
                <c:pt idx="11">
                  <c:v>41274</c:v>
                </c:pt>
                <c:pt idx="12">
                  <c:v>41364</c:v>
                </c:pt>
                <c:pt idx="13">
                  <c:v>41455</c:v>
                </c:pt>
                <c:pt idx="14">
                  <c:v>41547</c:v>
                </c:pt>
                <c:pt idx="15">
                  <c:v>41639</c:v>
                </c:pt>
                <c:pt idx="16">
                  <c:v>41729</c:v>
                </c:pt>
                <c:pt idx="17">
                  <c:v>41820</c:v>
                </c:pt>
                <c:pt idx="18">
                  <c:v>41912</c:v>
                </c:pt>
                <c:pt idx="19">
                  <c:v>42004</c:v>
                </c:pt>
                <c:pt idx="20">
                  <c:v>42094</c:v>
                </c:pt>
                <c:pt idx="21">
                  <c:v>42185</c:v>
                </c:pt>
                <c:pt idx="22">
                  <c:v>42277</c:v>
                </c:pt>
                <c:pt idx="23">
                  <c:v>42369</c:v>
                </c:pt>
                <c:pt idx="24">
                  <c:v>42460</c:v>
                </c:pt>
                <c:pt idx="25">
                  <c:v>42551</c:v>
                </c:pt>
                <c:pt idx="26">
                  <c:v>42643</c:v>
                </c:pt>
                <c:pt idx="27">
                  <c:v>42735</c:v>
                </c:pt>
                <c:pt idx="28">
                  <c:v>42825</c:v>
                </c:pt>
                <c:pt idx="29">
                  <c:v>42916</c:v>
                </c:pt>
                <c:pt idx="30">
                  <c:v>43008</c:v>
                </c:pt>
                <c:pt idx="31">
                  <c:v>43100</c:v>
                </c:pt>
                <c:pt idx="32">
                  <c:v>43190</c:v>
                </c:pt>
                <c:pt idx="33">
                  <c:v>43281</c:v>
                </c:pt>
                <c:pt idx="34">
                  <c:v>43373</c:v>
                </c:pt>
                <c:pt idx="35">
                  <c:v>43465</c:v>
                </c:pt>
                <c:pt idx="36">
                  <c:v>43555</c:v>
                </c:pt>
                <c:pt idx="37">
                  <c:v>43646</c:v>
                </c:pt>
                <c:pt idx="38">
                  <c:v>43738</c:v>
                </c:pt>
                <c:pt idx="39">
                  <c:v>43830</c:v>
                </c:pt>
                <c:pt idx="40">
                  <c:v>43921</c:v>
                </c:pt>
                <c:pt idx="41">
                  <c:v>44012</c:v>
                </c:pt>
                <c:pt idx="42">
                  <c:v>44104</c:v>
                </c:pt>
                <c:pt idx="43">
                  <c:v>44196</c:v>
                </c:pt>
                <c:pt idx="44">
                  <c:v>44286</c:v>
                </c:pt>
                <c:pt idx="45">
                  <c:v>44377</c:v>
                </c:pt>
                <c:pt idx="46">
                  <c:v>44469</c:v>
                </c:pt>
                <c:pt idx="47">
                  <c:v>44561</c:v>
                </c:pt>
                <c:pt idx="48">
                  <c:v>44651</c:v>
                </c:pt>
                <c:pt idx="49">
                  <c:v>44742</c:v>
                </c:pt>
                <c:pt idx="50">
                  <c:v>44834</c:v>
                </c:pt>
                <c:pt idx="51">
                  <c:v>44926</c:v>
                </c:pt>
                <c:pt idx="52">
                  <c:v>45016</c:v>
                </c:pt>
                <c:pt idx="53">
                  <c:v>45107</c:v>
                </c:pt>
                <c:pt idx="54">
                  <c:v>45199</c:v>
                </c:pt>
                <c:pt idx="55">
                  <c:v>45291</c:v>
                </c:pt>
                <c:pt idx="56">
                  <c:v>45382</c:v>
                </c:pt>
                <c:pt idx="57">
                  <c:v>45473</c:v>
                </c:pt>
                <c:pt idx="58">
                  <c:v>45565</c:v>
                </c:pt>
                <c:pt idx="59">
                  <c:v>45657</c:v>
                </c:pt>
                <c:pt idx="60">
                  <c:v>45747</c:v>
                </c:pt>
                <c:pt idx="61">
                  <c:v>45838</c:v>
                </c:pt>
                <c:pt idx="62">
                  <c:v>45930</c:v>
                </c:pt>
                <c:pt idx="63">
                  <c:v>46022</c:v>
                </c:pt>
                <c:pt idx="64">
                  <c:v>46112</c:v>
                </c:pt>
              </c:numCache>
            </c:numRef>
          </c:cat>
          <c:val>
            <c:numRef>
              <c:f>Quarterly_Aligned!$E$2:$E$66</c:f>
              <c:numCache>
                <c:formatCode>0%</c:formatCode>
                <c:ptCount val="65"/>
                <c:pt idx="0">
                  <c:v>9.1999999999999998E-2</c:v>
                </c:pt>
                <c:pt idx="1">
                  <c:v>8.5000000000000006E-2</c:v>
                </c:pt>
                <c:pt idx="2">
                  <c:v>6.9000000000000006E-2</c:v>
                </c:pt>
                <c:pt idx="3">
                  <c:v>5.7000000000000002E-2</c:v>
                </c:pt>
                <c:pt idx="4">
                  <c:v>5.2000000000000005E-2</c:v>
                </c:pt>
                <c:pt idx="5">
                  <c:v>4.7E-2</c:v>
                </c:pt>
                <c:pt idx="6">
                  <c:v>3.5000000000000003E-2</c:v>
                </c:pt>
                <c:pt idx="7">
                  <c:v>2.6000000000000002E-2</c:v>
                </c:pt>
                <c:pt idx="8">
                  <c:v>1.7000000000000001E-2</c:v>
                </c:pt>
                <c:pt idx="9">
                  <c:v>0.01</c:v>
                </c:pt>
                <c:pt idx="10">
                  <c:v>2.5000000000000001E-2</c:v>
                </c:pt>
                <c:pt idx="11">
                  <c:v>2.5000000000000001E-2</c:v>
                </c:pt>
                <c:pt idx="12">
                  <c:v>2.7000000000000003E-2</c:v>
                </c:pt>
                <c:pt idx="13">
                  <c:v>0.04</c:v>
                </c:pt>
                <c:pt idx="14">
                  <c:v>2.7999999999999997E-2</c:v>
                </c:pt>
                <c:pt idx="15">
                  <c:v>2.5000000000000001E-2</c:v>
                </c:pt>
                <c:pt idx="16">
                  <c:v>3.5000000000000003E-2</c:v>
                </c:pt>
                <c:pt idx="17">
                  <c:v>-4.0000000000000001E-3</c:v>
                </c:pt>
                <c:pt idx="18">
                  <c:v>-6.0000000000000001E-3</c:v>
                </c:pt>
                <c:pt idx="19">
                  <c:v>-2E-3</c:v>
                </c:pt>
                <c:pt idx="20">
                  <c:v>-1.6E-2</c:v>
                </c:pt>
                <c:pt idx="21">
                  <c:v>-2.7000000000000003E-2</c:v>
                </c:pt>
                <c:pt idx="22">
                  <c:v>-4.2999999999999997E-2</c:v>
                </c:pt>
                <c:pt idx="23">
                  <c:v>-5.5E-2</c:v>
                </c:pt>
                <c:pt idx="24">
                  <c:v>-5.0999999999999997E-2</c:v>
                </c:pt>
                <c:pt idx="25">
                  <c:v>-3.2000000000000001E-2</c:v>
                </c:pt>
                <c:pt idx="26">
                  <c:v>-2.5000000000000001E-2</c:v>
                </c:pt>
                <c:pt idx="27">
                  <c:v>-2.3E-2</c:v>
                </c:pt>
                <c:pt idx="28">
                  <c:v>3.0000000000000001E-3</c:v>
                </c:pt>
                <c:pt idx="29">
                  <c:v>8.0000000000000002E-3</c:v>
                </c:pt>
                <c:pt idx="30">
                  <c:v>1.6E-2</c:v>
                </c:pt>
                <c:pt idx="31">
                  <c:v>2.6000000000000002E-2</c:v>
                </c:pt>
                <c:pt idx="32">
                  <c:v>1.9E-2</c:v>
                </c:pt>
                <c:pt idx="33">
                  <c:v>1.6E-2</c:v>
                </c:pt>
                <c:pt idx="34">
                  <c:v>2.1000000000000001E-2</c:v>
                </c:pt>
                <c:pt idx="35">
                  <c:v>1.6E-2</c:v>
                </c:pt>
                <c:pt idx="36">
                  <c:v>9.0000000000000011E-3</c:v>
                </c:pt>
                <c:pt idx="37">
                  <c:v>1.2E-2</c:v>
                </c:pt>
                <c:pt idx="38">
                  <c:v>1.1000000000000001E-2</c:v>
                </c:pt>
                <c:pt idx="39">
                  <c:v>1.7000000000000001E-2</c:v>
                </c:pt>
                <c:pt idx="40">
                  <c:v>4.0000000000000001E-3</c:v>
                </c:pt>
                <c:pt idx="41">
                  <c:v>-0.10099999999999999</c:v>
                </c:pt>
                <c:pt idx="42">
                  <c:v>-0.03</c:v>
                </c:pt>
                <c:pt idx="43">
                  <c:v>-3.0000000000000001E-3</c:v>
                </c:pt>
                <c:pt idx="44">
                  <c:v>1.7000000000000001E-2</c:v>
                </c:pt>
                <c:pt idx="45">
                  <c:v>0.124</c:v>
                </c:pt>
                <c:pt idx="46">
                  <c:v>4.2000000000000003E-2</c:v>
                </c:pt>
                <c:pt idx="47">
                  <c:v>1.4999999999999999E-2</c:v>
                </c:pt>
                <c:pt idx="48">
                  <c:v>1.4999999999999999E-2</c:v>
                </c:pt>
                <c:pt idx="49">
                  <c:v>3.5000000000000003E-2</c:v>
                </c:pt>
                <c:pt idx="50">
                  <c:v>4.2999999999999997E-2</c:v>
                </c:pt>
                <c:pt idx="51">
                  <c:v>2.7000000000000003E-2</c:v>
                </c:pt>
                <c:pt idx="52">
                  <c:v>4.4000000000000004E-2</c:v>
                </c:pt>
                <c:pt idx="53">
                  <c:v>3.9E-2</c:v>
                </c:pt>
                <c:pt idx="54">
                  <c:v>2.4E-2</c:v>
                </c:pt>
                <c:pt idx="55">
                  <c:v>2.4E-2</c:v>
                </c:pt>
                <c:pt idx="56">
                  <c:v>2.5000000000000001E-2</c:v>
                </c:pt>
                <c:pt idx="57">
                  <c:v>3.5000000000000003E-2</c:v>
                </c:pt>
                <c:pt idx="58">
                  <c:v>4.0999999999999995E-2</c:v>
                </c:pt>
                <c:pt idx="59">
                  <c:v>3.6000000000000004E-2</c:v>
                </c:pt>
                <c:pt idx="60">
                  <c:v>3.1E-2</c:v>
                </c:pt>
                <c:pt idx="61">
                  <c:v>2.4E-2</c:v>
                </c:pt>
                <c:pt idx="62">
                  <c:v>1.8000000000000002E-2</c:v>
                </c:pt>
                <c:pt idx="63">
                  <c:v>1.8000000000000002E-2</c:v>
                </c:pt>
                <c:pt idx="64">
                  <c:v>1.8000000000000002E-2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C2-4D61-A90D-DDBEDD3C9B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9993071"/>
        <c:axId val="1095843759"/>
      </c:lineChart>
      <c:dateAx>
        <c:axId val="1109964767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095897999"/>
        <c:crosses val="autoZero"/>
        <c:auto val="1"/>
        <c:lblOffset val="100"/>
        <c:baseTimeUnit val="months"/>
        <c:majorUnit val="2"/>
        <c:majorTimeUnit val="years"/>
      </c:dateAx>
      <c:valAx>
        <c:axId val="1095897999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109964767"/>
        <c:crosses val="autoZero"/>
        <c:crossBetween val="between"/>
        <c:majorUnit val="0.4"/>
      </c:valAx>
      <c:valAx>
        <c:axId val="1095843759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109993071"/>
        <c:crosses val="max"/>
        <c:crossBetween val="between"/>
      </c:valAx>
      <c:dateAx>
        <c:axId val="1109993071"/>
        <c:scaling>
          <c:orientation val="minMax"/>
        </c:scaling>
        <c:delete val="1"/>
        <c:axPos val="b"/>
        <c:numFmt formatCode="yyyy\-mm\-dd" sourceLinked="1"/>
        <c:majorTickMark val="out"/>
        <c:minorTickMark val="none"/>
        <c:tickLblPos val="nextTo"/>
        <c:crossAx val="1095843759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1349329812605302E-2"/>
          <c:y val="0.15274310447877132"/>
          <c:w val="0.93983140349175576"/>
          <c:h val="0.72394342036840842"/>
        </c:manualLayout>
      </c:layout>
      <c:lineChart>
        <c:grouping val="standard"/>
        <c:varyColors val="0"/>
        <c:ser>
          <c:idx val="0"/>
          <c:order val="0"/>
          <c:tx>
            <c:strRef>
              <c:f>Eventos!$B$4</c:f>
              <c:strCache>
                <c:ptCount val="1"/>
                <c:pt idx="0">
                  <c:v>2001</c:v>
                </c:pt>
              </c:strCache>
            </c:strRef>
          </c:tx>
          <c:spPr>
            <a:ln w="15875" cap="rnd">
              <a:solidFill>
                <a:srgbClr val="FFFFFF">
                  <a:lumMod val="50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Eventos!$A$17:$A$53</c:f>
              <c:numCache>
                <c:formatCode>General</c:formatCode>
                <c:ptCount val="37"/>
                <c:pt idx="0">
                  <c:v>-12</c:v>
                </c:pt>
                <c:pt idx="1">
                  <c:v>-11</c:v>
                </c:pt>
                <c:pt idx="2">
                  <c:v>-10</c:v>
                </c:pt>
                <c:pt idx="3">
                  <c:v>-9</c:v>
                </c:pt>
                <c:pt idx="4">
                  <c:v>-8</c:v>
                </c:pt>
                <c:pt idx="5">
                  <c:v>-7</c:v>
                </c:pt>
                <c:pt idx="6">
                  <c:v>-6</c:v>
                </c:pt>
                <c:pt idx="7">
                  <c:v>-5</c:v>
                </c:pt>
                <c:pt idx="8">
                  <c:v>-4</c:v>
                </c:pt>
                <c:pt idx="9">
                  <c:v>-3</c:v>
                </c:pt>
                <c:pt idx="10">
                  <c:v>-2</c:v>
                </c:pt>
                <c:pt idx="11">
                  <c:v>-1</c:v>
                </c:pt>
                <c:pt idx="12">
                  <c:v>0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6</c:v>
                </c:pt>
                <c:pt idx="19">
                  <c:v>7</c:v>
                </c:pt>
                <c:pt idx="20">
                  <c:v>8</c:v>
                </c:pt>
                <c:pt idx="21">
                  <c:v>9</c:v>
                </c:pt>
                <c:pt idx="22">
                  <c:v>10</c:v>
                </c:pt>
                <c:pt idx="23">
                  <c:v>11</c:v>
                </c:pt>
                <c:pt idx="24">
                  <c:v>12</c:v>
                </c:pt>
                <c:pt idx="25">
                  <c:v>13</c:v>
                </c:pt>
                <c:pt idx="26">
                  <c:v>14</c:v>
                </c:pt>
                <c:pt idx="27">
                  <c:v>15</c:v>
                </c:pt>
                <c:pt idx="28">
                  <c:v>16</c:v>
                </c:pt>
                <c:pt idx="29">
                  <c:v>17</c:v>
                </c:pt>
                <c:pt idx="30">
                  <c:v>18</c:v>
                </c:pt>
                <c:pt idx="31">
                  <c:v>19</c:v>
                </c:pt>
                <c:pt idx="32">
                  <c:v>20</c:v>
                </c:pt>
                <c:pt idx="33">
                  <c:v>21</c:v>
                </c:pt>
                <c:pt idx="34">
                  <c:v>22</c:v>
                </c:pt>
                <c:pt idx="35">
                  <c:v>23</c:v>
                </c:pt>
                <c:pt idx="36">
                  <c:v>24</c:v>
                </c:pt>
              </c:numCache>
            </c:numRef>
          </c:cat>
          <c:val>
            <c:numRef>
              <c:f>Eventos!$B$17:$B$49</c:f>
              <c:numCache>
                <c:formatCode>0.0</c:formatCode>
                <c:ptCount val="33"/>
                <c:pt idx="0">
                  <c:v>123.4242969940435</c:v>
                </c:pt>
                <c:pt idx="1">
                  <c:v>107.61878376506441</c:v>
                </c:pt>
                <c:pt idx="2">
                  <c:v>103.59468070369857</c:v>
                </c:pt>
                <c:pt idx="3">
                  <c:v>115.86092256545228</c:v>
                </c:pt>
                <c:pt idx="4">
                  <c:v>113.97007895830447</c:v>
                </c:pt>
                <c:pt idx="5">
                  <c:v>120.1482199750658</c:v>
                </c:pt>
                <c:pt idx="6">
                  <c:v>110.31998891813271</c:v>
                </c:pt>
                <c:pt idx="7">
                  <c:v>102.97132566837512</c:v>
                </c:pt>
                <c:pt idx="8">
                  <c:v>92.027981714918965</c:v>
                </c:pt>
                <c:pt idx="9">
                  <c:v>105.68638315556171</c:v>
                </c:pt>
                <c:pt idx="10">
                  <c:v>122.40615043634853</c:v>
                </c:pt>
                <c:pt idx="11">
                  <c:v>110.06372073694418</c:v>
                </c:pt>
                <c:pt idx="12">
                  <c:v>100</c:v>
                </c:pt>
                <c:pt idx="13">
                  <c:v>103.32456018839174</c:v>
                </c:pt>
                <c:pt idx="14">
                  <c:v>101.46834741653969</c:v>
                </c:pt>
                <c:pt idx="15">
                  <c:v>100.84499238121623</c:v>
                </c:pt>
                <c:pt idx="16">
                  <c:v>95.262501731541761</c:v>
                </c:pt>
                <c:pt idx="17">
                  <c:v>88.938911206538307</c:v>
                </c:pt>
                <c:pt idx="18">
                  <c:v>73.666712841113721</c:v>
                </c:pt>
                <c:pt idx="19">
                  <c:v>78.715888627233696</c:v>
                </c:pt>
                <c:pt idx="20">
                  <c:v>89.569192408920898</c:v>
                </c:pt>
                <c:pt idx="21">
                  <c:v>94.043496329131457</c:v>
                </c:pt>
                <c:pt idx="22">
                  <c:v>88.107771159440361</c:v>
                </c:pt>
                <c:pt idx="23">
                  <c:v>97.194902341044468</c:v>
                </c:pt>
                <c:pt idx="24">
                  <c:v>91.806344369026178</c:v>
                </c:pt>
                <c:pt idx="25">
                  <c:v>90.628895968970767</c:v>
                </c:pt>
                <c:pt idx="26">
                  <c:v>89.077434547721296</c:v>
                </c:pt>
                <c:pt idx="27">
                  <c:v>77.150574871865913</c:v>
                </c:pt>
                <c:pt idx="28">
                  <c:v>67.620168998476245</c:v>
                </c:pt>
                <c:pt idx="29">
                  <c:v>71.907466408089761</c:v>
                </c:pt>
                <c:pt idx="30">
                  <c:v>59.724338551045854</c:v>
                </c:pt>
                <c:pt idx="31">
                  <c:v>70.425266657431777</c:v>
                </c:pt>
                <c:pt idx="32">
                  <c:v>72.787089624601748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C2-445D-B98F-CA4A4131447B}"/>
            </c:ext>
          </c:extLst>
        </c:ser>
        <c:ser>
          <c:idx val="1"/>
          <c:order val="1"/>
          <c:tx>
            <c:strRef>
              <c:f>Eventos!$C$4</c:f>
              <c:strCache>
                <c:ptCount val="1"/>
                <c:pt idx="0">
                  <c:v>2003</c:v>
                </c:pt>
              </c:strCache>
            </c:strRef>
          </c:tx>
          <c:spPr>
            <a:ln w="15875" cap="rnd">
              <a:solidFill>
                <a:srgbClr val="18191A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Eventos!$A$17:$A$53</c:f>
              <c:numCache>
                <c:formatCode>General</c:formatCode>
                <c:ptCount val="37"/>
                <c:pt idx="0">
                  <c:v>-12</c:v>
                </c:pt>
                <c:pt idx="1">
                  <c:v>-11</c:v>
                </c:pt>
                <c:pt idx="2">
                  <c:v>-10</c:v>
                </c:pt>
                <c:pt idx="3">
                  <c:v>-9</c:v>
                </c:pt>
                <c:pt idx="4">
                  <c:v>-8</c:v>
                </c:pt>
                <c:pt idx="5">
                  <c:v>-7</c:v>
                </c:pt>
                <c:pt idx="6">
                  <c:v>-6</c:v>
                </c:pt>
                <c:pt idx="7">
                  <c:v>-5</c:v>
                </c:pt>
                <c:pt idx="8">
                  <c:v>-4</c:v>
                </c:pt>
                <c:pt idx="9">
                  <c:v>-3</c:v>
                </c:pt>
                <c:pt idx="10">
                  <c:v>-2</c:v>
                </c:pt>
                <c:pt idx="11">
                  <c:v>-1</c:v>
                </c:pt>
                <c:pt idx="12">
                  <c:v>0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6</c:v>
                </c:pt>
                <c:pt idx="19">
                  <c:v>7</c:v>
                </c:pt>
                <c:pt idx="20">
                  <c:v>8</c:v>
                </c:pt>
                <c:pt idx="21">
                  <c:v>9</c:v>
                </c:pt>
                <c:pt idx="22">
                  <c:v>10</c:v>
                </c:pt>
                <c:pt idx="23">
                  <c:v>11</c:v>
                </c:pt>
                <c:pt idx="24">
                  <c:v>12</c:v>
                </c:pt>
                <c:pt idx="25">
                  <c:v>13</c:v>
                </c:pt>
                <c:pt idx="26">
                  <c:v>14</c:v>
                </c:pt>
                <c:pt idx="27">
                  <c:v>15</c:v>
                </c:pt>
                <c:pt idx="28">
                  <c:v>16</c:v>
                </c:pt>
                <c:pt idx="29">
                  <c:v>17</c:v>
                </c:pt>
                <c:pt idx="30">
                  <c:v>18</c:v>
                </c:pt>
                <c:pt idx="31">
                  <c:v>19</c:v>
                </c:pt>
                <c:pt idx="32">
                  <c:v>20</c:v>
                </c:pt>
                <c:pt idx="33">
                  <c:v>21</c:v>
                </c:pt>
                <c:pt idx="34">
                  <c:v>22</c:v>
                </c:pt>
                <c:pt idx="35">
                  <c:v>23</c:v>
                </c:pt>
                <c:pt idx="36">
                  <c:v>24</c:v>
                </c:pt>
              </c:numCache>
            </c:numRef>
          </c:cat>
          <c:val>
            <c:numRef>
              <c:f>Eventos!$C$17:$C$49</c:f>
              <c:numCache>
                <c:formatCode>0.0</c:formatCode>
                <c:ptCount val="33"/>
                <c:pt idx="0">
                  <c:v>120.50053248136315</c:v>
                </c:pt>
                <c:pt idx="1">
                  <c:v>112.89492367767129</c:v>
                </c:pt>
                <c:pt idx="2">
                  <c:v>124.53851615193469</c:v>
                </c:pt>
                <c:pt idx="3">
                  <c:v>117.63400780972665</c:v>
                </c:pt>
                <c:pt idx="4">
                  <c:v>116.12531061412851</c:v>
                </c:pt>
                <c:pt idx="5">
                  <c:v>114.1373801916933</c:v>
                </c:pt>
                <c:pt idx="6">
                  <c:v>98.855165069222579</c:v>
                </c:pt>
                <c:pt idx="7">
                  <c:v>86.6435924742634</c:v>
                </c:pt>
                <c:pt idx="8">
                  <c:v>92.137025204117862</c:v>
                </c:pt>
                <c:pt idx="9">
                  <c:v>76.526446574369899</c:v>
                </c:pt>
                <c:pt idx="10">
                  <c:v>90.237841675541361</c:v>
                </c:pt>
                <c:pt idx="11">
                  <c:v>93.264110756123529</c:v>
                </c:pt>
                <c:pt idx="12">
                  <c:v>100</c:v>
                </c:pt>
                <c:pt idx="13">
                  <c:v>97.097976570820023</c:v>
                </c:pt>
                <c:pt idx="14">
                  <c:v>91.240681576144837</c:v>
                </c:pt>
                <c:pt idx="15">
                  <c:v>100.05324813631523</c:v>
                </c:pt>
                <c:pt idx="16">
                  <c:v>111.43947461838836</c:v>
                </c:pt>
                <c:pt idx="17">
                  <c:v>119.1160809371672</c:v>
                </c:pt>
                <c:pt idx="18">
                  <c:v>115.1313454029109</c:v>
                </c:pt>
                <c:pt idx="19">
                  <c:v>120.44728434504792</c:v>
                </c:pt>
                <c:pt idx="20">
                  <c:v>134.66453674121405</c:v>
                </c:pt>
                <c:pt idx="21">
                  <c:v>142.09265175718849</c:v>
                </c:pt>
                <c:pt idx="22">
                  <c:v>159.5846645367412</c:v>
                </c:pt>
                <c:pt idx="23">
                  <c:v>179.12673056443023</c:v>
                </c:pt>
                <c:pt idx="24">
                  <c:v>197.33759318423856</c:v>
                </c:pt>
                <c:pt idx="25">
                  <c:v>193.92083777067802</c:v>
                </c:pt>
                <c:pt idx="26">
                  <c:v>193.06886758963435</c:v>
                </c:pt>
                <c:pt idx="27">
                  <c:v>196.50337238196664</c:v>
                </c:pt>
                <c:pt idx="28">
                  <c:v>174.00603478878239</c:v>
                </c:pt>
                <c:pt idx="29">
                  <c:v>173.45580404685836</c:v>
                </c:pt>
                <c:pt idx="30">
                  <c:v>187.69080582179623</c:v>
                </c:pt>
                <c:pt idx="31">
                  <c:v>198.23393681221157</c:v>
                </c:pt>
                <c:pt idx="32">
                  <c:v>202.36954206602769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C2-445D-B98F-CA4A4131447B}"/>
            </c:ext>
          </c:extLst>
        </c:ser>
        <c:ser>
          <c:idx val="2"/>
          <c:order val="2"/>
          <c:tx>
            <c:strRef>
              <c:f>Eventos!$D$4</c:f>
              <c:strCache>
                <c:ptCount val="1"/>
                <c:pt idx="0">
                  <c:v>2008-09</c:v>
                </c:pt>
              </c:strCache>
            </c:strRef>
          </c:tx>
          <c:spPr>
            <a:ln w="15875" cap="rnd">
              <a:solidFill>
                <a:srgbClr val="8EB3DF"/>
              </a:solidFill>
              <a:round/>
            </a:ln>
            <a:effectLst/>
          </c:spPr>
          <c:marker>
            <c:symbol val="none"/>
          </c:marker>
          <c:cat>
            <c:numRef>
              <c:f>Eventos!$A$17:$A$53</c:f>
              <c:numCache>
                <c:formatCode>General</c:formatCode>
                <c:ptCount val="37"/>
                <c:pt idx="0">
                  <c:v>-12</c:v>
                </c:pt>
                <c:pt idx="1">
                  <c:v>-11</c:v>
                </c:pt>
                <c:pt idx="2">
                  <c:v>-10</c:v>
                </c:pt>
                <c:pt idx="3">
                  <c:v>-9</c:v>
                </c:pt>
                <c:pt idx="4">
                  <c:v>-8</c:v>
                </c:pt>
                <c:pt idx="5">
                  <c:v>-7</c:v>
                </c:pt>
                <c:pt idx="6">
                  <c:v>-6</c:v>
                </c:pt>
                <c:pt idx="7">
                  <c:v>-5</c:v>
                </c:pt>
                <c:pt idx="8">
                  <c:v>-4</c:v>
                </c:pt>
                <c:pt idx="9">
                  <c:v>-3</c:v>
                </c:pt>
                <c:pt idx="10">
                  <c:v>-2</c:v>
                </c:pt>
                <c:pt idx="11">
                  <c:v>-1</c:v>
                </c:pt>
                <c:pt idx="12">
                  <c:v>0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6</c:v>
                </c:pt>
                <c:pt idx="19">
                  <c:v>7</c:v>
                </c:pt>
                <c:pt idx="20">
                  <c:v>8</c:v>
                </c:pt>
                <c:pt idx="21">
                  <c:v>9</c:v>
                </c:pt>
                <c:pt idx="22">
                  <c:v>10</c:v>
                </c:pt>
                <c:pt idx="23">
                  <c:v>11</c:v>
                </c:pt>
                <c:pt idx="24">
                  <c:v>12</c:v>
                </c:pt>
                <c:pt idx="25">
                  <c:v>13</c:v>
                </c:pt>
                <c:pt idx="26">
                  <c:v>14</c:v>
                </c:pt>
                <c:pt idx="27">
                  <c:v>15</c:v>
                </c:pt>
                <c:pt idx="28">
                  <c:v>16</c:v>
                </c:pt>
                <c:pt idx="29">
                  <c:v>17</c:v>
                </c:pt>
                <c:pt idx="30">
                  <c:v>18</c:v>
                </c:pt>
                <c:pt idx="31">
                  <c:v>19</c:v>
                </c:pt>
                <c:pt idx="32">
                  <c:v>20</c:v>
                </c:pt>
                <c:pt idx="33">
                  <c:v>21</c:v>
                </c:pt>
                <c:pt idx="34">
                  <c:v>22</c:v>
                </c:pt>
                <c:pt idx="35">
                  <c:v>23</c:v>
                </c:pt>
                <c:pt idx="36">
                  <c:v>24</c:v>
                </c:pt>
              </c:numCache>
            </c:numRef>
          </c:cat>
          <c:val>
            <c:numRef>
              <c:f>Eventos!$D$17:$D$49</c:f>
              <c:numCache>
                <c:formatCode>0.0</c:formatCode>
                <c:ptCount val="33"/>
                <c:pt idx="0">
                  <c:v>122.05042288205729</c:v>
                </c:pt>
                <c:pt idx="1">
                  <c:v>131.84634948830262</c:v>
                </c:pt>
                <c:pt idx="2">
                  <c:v>127.17950788236007</c:v>
                </c:pt>
                <c:pt idx="3">
                  <c:v>128.95581437597141</c:v>
                </c:pt>
                <c:pt idx="4">
                  <c:v>120.08235602834016</c:v>
                </c:pt>
                <c:pt idx="5">
                  <c:v>128.15445792373993</c:v>
                </c:pt>
                <c:pt idx="6">
                  <c:v>123.06574352556468</c:v>
                </c:pt>
                <c:pt idx="7">
                  <c:v>136.99360125956278</c:v>
                </c:pt>
                <c:pt idx="8">
                  <c:v>146.53115601219193</c:v>
                </c:pt>
                <c:pt idx="9">
                  <c:v>131.24079045638965</c:v>
                </c:pt>
                <c:pt idx="10">
                  <c:v>120.11263397993581</c:v>
                </c:pt>
                <c:pt idx="11">
                  <c:v>112.39175632304556</c:v>
                </c:pt>
                <c:pt idx="12">
                  <c:v>100</c:v>
                </c:pt>
                <c:pt idx="13">
                  <c:v>75.204376173270617</c:v>
                </c:pt>
                <c:pt idx="14">
                  <c:v>73.87012777295574</c:v>
                </c:pt>
                <c:pt idx="15">
                  <c:v>75.795805494438952</c:v>
                </c:pt>
                <c:pt idx="16">
                  <c:v>79.33025171070426</c:v>
                </c:pt>
                <c:pt idx="17">
                  <c:v>77.073535051775295</c:v>
                </c:pt>
                <c:pt idx="18">
                  <c:v>82.610363133566139</c:v>
                </c:pt>
                <c:pt idx="19">
                  <c:v>95.456288730546419</c:v>
                </c:pt>
                <c:pt idx="20">
                  <c:v>107.38176459901899</c:v>
                </c:pt>
                <c:pt idx="21">
                  <c:v>103.88365192466846</c:v>
                </c:pt>
                <c:pt idx="22">
                  <c:v>110.54681980581741</c:v>
                </c:pt>
                <c:pt idx="23">
                  <c:v>114.02474717910418</c:v>
                </c:pt>
                <c:pt idx="24">
                  <c:v>124.17593508407178</c:v>
                </c:pt>
                <c:pt idx="25">
                  <c:v>124.23245392705032</c:v>
                </c:pt>
                <c:pt idx="26">
                  <c:v>135.33033245190853</c:v>
                </c:pt>
                <c:pt idx="27">
                  <c:v>138.4469429361539</c:v>
                </c:pt>
                <c:pt idx="28">
                  <c:v>132.01590601723825</c:v>
                </c:pt>
                <c:pt idx="29">
                  <c:v>134.23830766435881</c:v>
                </c:pt>
                <c:pt idx="30">
                  <c:v>142.04800064592965</c:v>
                </c:pt>
                <c:pt idx="31">
                  <c:v>136.31133808360752</c:v>
                </c:pt>
                <c:pt idx="32">
                  <c:v>127.2622676167215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C2-445D-B98F-CA4A4131447B}"/>
            </c:ext>
          </c:extLst>
        </c:ser>
        <c:ser>
          <c:idx val="3"/>
          <c:order val="3"/>
          <c:tx>
            <c:strRef>
              <c:f>Eventos!$E$4</c:f>
              <c:strCache>
                <c:ptCount val="1"/>
                <c:pt idx="0">
                  <c:v>2014-16</c:v>
                </c:pt>
              </c:strCache>
            </c:strRef>
          </c:tx>
          <c:spPr>
            <a:ln w="15875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Eventos!$A$17:$A$53</c:f>
              <c:numCache>
                <c:formatCode>General</c:formatCode>
                <c:ptCount val="37"/>
                <c:pt idx="0">
                  <c:v>-12</c:v>
                </c:pt>
                <c:pt idx="1">
                  <c:v>-11</c:v>
                </c:pt>
                <c:pt idx="2">
                  <c:v>-10</c:v>
                </c:pt>
                <c:pt idx="3">
                  <c:v>-9</c:v>
                </c:pt>
                <c:pt idx="4">
                  <c:v>-8</c:v>
                </c:pt>
                <c:pt idx="5">
                  <c:v>-7</c:v>
                </c:pt>
                <c:pt idx="6">
                  <c:v>-6</c:v>
                </c:pt>
                <c:pt idx="7">
                  <c:v>-5</c:v>
                </c:pt>
                <c:pt idx="8">
                  <c:v>-4</c:v>
                </c:pt>
                <c:pt idx="9">
                  <c:v>-3</c:v>
                </c:pt>
                <c:pt idx="10">
                  <c:v>-2</c:v>
                </c:pt>
                <c:pt idx="11">
                  <c:v>-1</c:v>
                </c:pt>
                <c:pt idx="12">
                  <c:v>0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6</c:v>
                </c:pt>
                <c:pt idx="19">
                  <c:v>7</c:v>
                </c:pt>
                <c:pt idx="20">
                  <c:v>8</c:v>
                </c:pt>
                <c:pt idx="21">
                  <c:v>9</c:v>
                </c:pt>
                <c:pt idx="22">
                  <c:v>10</c:v>
                </c:pt>
                <c:pt idx="23">
                  <c:v>11</c:v>
                </c:pt>
                <c:pt idx="24">
                  <c:v>12</c:v>
                </c:pt>
                <c:pt idx="25">
                  <c:v>13</c:v>
                </c:pt>
                <c:pt idx="26">
                  <c:v>14</c:v>
                </c:pt>
                <c:pt idx="27">
                  <c:v>15</c:v>
                </c:pt>
                <c:pt idx="28">
                  <c:v>16</c:v>
                </c:pt>
                <c:pt idx="29">
                  <c:v>17</c:v>
                </c:pt>
                <c:pt idx="30">
                  <c:v>18</c:v>
                </c:pt>
                <c:pt idx="31">
                  <c:v>19</c:v>
                </c:pt>
                <c:pt idx="32">
                  <c:v>20</c:v>
                </c:pt>
                <c:pt idx="33">
                  <c:v>21</c:v>
                </c:pt>
                <c:pt idx="34">
                  <c:v>22</c:v>
                </c:pt>
                <c:pt idx="35">
                  <c:v>23</c:v>
                </c:pt>
                <c:pt idx="36">
                  <c:v>24</c:v>
                </c:pt>
              </c:numCache>
            </c:numRef>
          </c:cat>
          <c:val>
            <c:numRef>
              <c:f>Eventos!$E$17:$E$49</c:f>
              <c:numCache>
                <c:formatCode>0.0</c:formatCode>
                <c:ptCount val="33"/>
                <c:pt idx="0">
                  <c:v>111.7762570663493</c:v>
                </c:pt>
                <c:pt idx="1">
                  <c:v>110.89953386888823</c:v>
                </c:pt>
                <c:pt idx="2">
                  <c:v>106.13111177229</c:v>
                </c:pt>
                <c:pt idx="3">
                  <c:v>94.132698601606663</c:v>
                </c:pt>
                <c:pt idx="4">
                  <c:v>95.673906575423985</c:v>
                </c:pt>
                <c:pt idx="5">
                  <c:v>99.192700585143314</c:v>
                </c:pt>
                <c:pt idx="6">
                  <c:v>103.81434096994941</c:v>
                </c:pt>
                <c:pt idx="7">
                  <c:v>107.61876425666964</c:v>
                </c:pt>
                <c:pt idx="8">
                  <c:v>104.09997024695031</c:v>
                </c:pt>
                <c:pt idx="9">
                  <c:v>102.16602201725676</c:v>
                </c:pt>
                <c:pt idx="10">
                  <c:v>94.493702271149459</c:v>
                </c:pt>
                <c:pt idx="11">
                  <c:v>93.412674799166908</c:v>
                </c:pt>
                <c:pt idx="12">
                  <c:v>100</c:v>
                </c:pt>
                <c:pt idx="13">
                  <c:v>102.40206287811168</c:v>
                </c:pt>
                <c:pt idx="14">
                  <c:v>101.63443419617177</c:v>
                </c:pt>
                <c:pt idx="15">
                  <c:v>105.46067638599624</c:v>
                </c:pt>
                <c:pt idx="16">
                  <c:v>110.73886740057523</c:v>
                </c:pt>
                <c:pt idx="17">
                  <c:v>121.56699395021323</c:v>
                </c:pt>
                <c:pt idx="18">
                  <c:v>107.34106912625211</c:v>
                </c:pt>
                <c:pt idx="19">
                  <c:v>108.35862342556779</c:v>
                </c:pt>
                <c:pt idx="20">
                  <c:v>108.42804720817217</c:v>
                </c:pt>
                <c:pt idx="21">
                  <c:v>99.190717048497476</c:v>
                </c:pt>
                <c:pt idx="22">
                  <c:v>93.043736983040759</c:v>
                </c:pt>
                <c:pt idx="23">
                  <c:v>102.31677080234057</c:v>
                </c:pt>
                <c:pt idx="24">
                  <c:v>101.45789943469205</c:v>
                </c:pt>
                <c:pt idx="25">
                  <c:v>111.53228205891104</c:v>
                </c:pt>
                <c:pt idx="26">
                  <c:v>104.6513934344937</c:v>
                </c:pt>
                <c:pt idx="27">
                  <c:v>105.2881086978082</c:v>
                </c:pt>
                <c:pt idx="28">
                  <c:v>100.89259149062779</c:v>
                </c:pt>
                <c:pt idx="29">
                  <c:v>92.484379648914015</c:v>
                </c:pt>
                <c:pt idx="30">
                  <c:v>89.376177724883462</c:v>
                </c:pt>
                <c:pt idx="31">
                  <c:v>90.982842408013482</c:v>
                </c:pt>
                <c:pt idx="32">
                  <c:v>89.497173460279683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BC2-445D-B98F-CA4A4131447B}"/>
            </c:ext>
          </c:extLst>
        </c:ser>
        <c:ser>
          <c:idx val="4"/>
          <c:order val="4"/>
          <c:tx>
            <c:strRef>
              <c:f>Eventos!$F$4</c:f>
              <c:strCache>
                <c:ptCount val="1"/>
                <c:pt idx="0">
                  <c:v>2020</c:v>
                </c:pt>
              </c:strCache>
            </c:strRef>
          </c:tx>
          <c:spPr>
            <a:ln w="15875" cap="rnd">
              <a:solidFill>
                <a:srgbClr val="F9C113">
                  <a:lumMod val="50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Eventos!$A$17:$A$53</c:f>
              <c:numCache>
                <c:formatCode>General</c:formatCode>
                <c:ptCount val="37"/>
                <c:pt idx="0">
                  <c:v>-12</c:v>
                </c:pt>
                <c:pt idx="1">
                  <c:v>-11</c:v>
                </c:pt>
                <c:pt idx="2">
                  <c:v>-10</c:v>
                </c:pt>
                <c:pt idx="3">
                  <c:v>-9</c:v>
                </c:pt>
                <c:pt idx="4">
                  <c:v>-8</c:v>
                </c:pt>
                <c:pt idx="5">
                  <c:v>-7</c:v>
                </c:pt>
                <c:pt idx="6">
                  <c:v>-6</c:v>
                </c:pt>
                <c:pt idx="7">
                  <c:v>-5</c:v>
                </c:pt>
                <c:pt idx="8">
                  <c:v>-4</c:v>
                </c:pt>
                <c:pt idx="9">
                  <c:v>-3</c:v>
                </c:pt>
                <c:pt idx="10">
                  <c:v>-2</c:v>
                </c:pt>
                <c:pt idx="11">
                  <c:v>-1</c:v>
                </c:pt>
                <c:pt idx="12">
                  <c:v>0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6</c:v>
                </c:pt>
                <c:pt idx="19">
                  <c:v>7</c:v>
                </c:pt>
                <c:pt idx="20">
                  <c:v>8</c:v>
                </c:pt>
                <c:pt idx="21">
                  <c:v>9</c:v>
                </c:pt>
                <c:pt idx="22">
                  <c:v>10</c:v>
                </c:pt>
                <c:pt idx="23">
                  <c:v>11</c:v>
                </c:pt>
                <c:pt idx="24">
                  <c:v>12</c:v>
                </c:pt>
                <c:pt idx="25">
                  <c:v>13</c:v>
                </c:pt>
                <c:pt idx="26">
                  <c:v>14</c:v>
                </c:pt>
                <c:pt idx="27">
                  <c:v>15</c:v>
                </c:pt>
                <c:pt idx="28">
                  <c:v>16</c:v>
                </c:pt>
                <c:pt idx="29">
                  <c:v>17</c:v>
                </c:pt>
                <c:pt idx="30">
                  <c:v>18</c:v>
                </c:pt>
                <c:pt idx="31">
                  <c:v>19</c:v>
                </c:pt>
                <c:pt idx="32">
                  <c:v>20</c:v>
                </c:pt>
                <c:pt idx="33">
                  <c:v>21</c:v>
                </c:pt>
                <c:pt idx="34">
                  <c:v>22</c:v>
                </c:pt>
                <c:pt idx="35">
                  <c:v>23</c:v>
                </c:pt>
                <c:pt idx="36">
                  <c:v>24</c:v>
                </c:pt>
              </c:numCache>
            </c:numRef>
          </c:cat>
          <c:val>
            <c:numRef>
              <c:f>Eventos!$F$17:$F$49</c:f>
              <c:numCache>
                <c:formatCode>0.0</c:formatCode>
                <c:ptCount val="33"/>
                <c:pt idx="0">
                  <c:v>75.788175640716091</c:v>
                </c:pt>
                <c:pt idx="1">
                  <c:v>83.986409575385466</c:v>
                </c:pt>
                <c:pt idx="2">
                  <c:v>82.425580352523198</c:v>
                </c:pt>
                <c:pt idx="3">
                  <c:v>82.279845469283572</c:v>
                </c:pt>
                <c:pt idx="4">
                  <c:v>83.088717188092858</c:v>
                </c:pt>
                <c:pt idx="5">
                  <c:v>83.672519057638581</c:v>
                </c:pt>
                <c:pt idx="6">
                  <c:v>87.067538201510814</c:v>
                </c:pt>
                <c:pt idx="7">
                  <c:v>87.796212617708946</c:v>
                </c:pt>
                <c:pt idx="8">
                  <c:v>87.212410748163222</c:v>
                </c:pt>
                <c:pt idx="9">
                  <c:v>90.325445828015589</c:v>
                </c:pt>
                <c:pt idx="10">
                  <c:v>92.459728881376975</c:v>
                </c:pt>
                <c:pt idx="11">
                  <c:v>93.333275844227515</c:v>
                </c:pt>
                <c:pt idx="12">
                  <c:v>100</c:v>
                </c:pt>
                <c:pt idx="13">
                  <c:v>98.100272498361562</c:v>
                </c:pt>
                <c:pt idx="14">
                  <c:v>89.831326963540405</c:v>
                </c:pt>
                <c:pt idx="15">
                  <c:v>62.96781759856507</c:v>
                </c:pt>
                <c:pt idx="16">
                  <c:v>69.423269290469463</c:v>
                </c:pt>
                <c:pt idx="17">
                  <c:v>75.370804732503188</c:v>
                </c:pt>
                <c:pt idx="18">
                  <c:v>81.970266634472765</c:v>
                </c:pt>
                <c:pt idx="19">
                  <c:v>88.744782863647345</c:v>
                </c:pt>
                <c:pt idx="20">
                  <c:v>85.689524335138486</c:v>
                </c:pt>
                <c:pt idx="21">
                  <c:v>81.579628160463585</c:v>
                </c:pt>
                <c:pt idx="22">
                  <c:v>81.018247042185507</c:v>
                </c:pt>
                <c:pt idx="23">
                  <c:v>93.898106308854466</c:v>
                </c:pt>
                <c:pt idx="24">
                  <c:v>102.88192887447829</c:v>
                </c:pt>
                <c:pt idx="25">
                  <c:v>100.03708047325031</c:v>
                </c:pt>
                <c:pt idx="26">
                  <c:v>94.887206374392051</c:v>
                </c:pt>
                <c:pt idx="27">
                  <c:v>100.57776551343521</c:v>
                </c:pt>
                <c:pt idx="28">
                  <c:v>102.526646200545</c:v>
                </c:pt>
                <c:pt idx="29">
                  <c:v>108.84067469214584</c:v>
                </c:pt>
                <c:pt idx="30">
                  <c:v>109.34600393225483</c:v>
                </c:pt>
                <c:pt idx="31">
                  <c:v>105.03345865958401</c:v>
                </c:pt>
                <c:pt idx="32">
                  <c:v>102.42920216618951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BC2-445D-B98F-CA4A4131447B}"/>
            </c:ext>
          </c:extLst>
        </c:ser>
        <c:ser>
          <c:idx val="5"/>
          <c:order val="5"/>
          <c:tx>
            <c:strRef>
              <c:f>Eventos!$H$4</c:f>
              <c:strCache>
                <c:ptCount val="1"/>
                <c:pt idx="0">
                  <c:v>Média</c:v>
                </c:pt>
              </c:strCache>
            </c:strRef>
          </c:tx>
          <c:spPr>
            <a:ln w="27940" cap="rnd">
              <a:solidFill>
                <a:srgbClr val="FFC000"/>
              </a:solidFill>
              <a:prstDash val="sysDash"/>
              <a:round/>
            </a:ln>
            <a:effectLst/>
          </c:spPr>
          <c:marker>
            <c:symbol val="none"/>
          </c:marker>
          <c:val>
            <c:numRef>
              <c:f>Eventos!$H$17:$H$49</c:f>
              <c:numCache>
                <c:formatCode>0.0</c:formatCode>
                <c:ptCount val="33"/>
                <c:pt idx="0">
                  <c:v>110.70793701290586</c:v>
                </c:pt>
                <c:pt idx="1">
                  <c:v>109.44920007506241</c:v>
                </c:pt>
                <c:pt idx="2">
                  <c:v>108.77387937256131</c:v>
                </c:pt>
                <c:pt idx="3">
                  <c:v>107.77265776440811</c:v>
                </c:pt>
                <c:pt idx="4">
                  <c:v>105.78807387285799</c:v>
                </c:pt>
                <c:pt idx="5">
                  <c:v>109.06105554665619</c:v>
                </c:pt>
                <c:pt idx="6">
                  <c:v>104.62455533687603</c:v>
                </c:pt>
                <c:pt idx="7">
                  <c:v>104.40469925531598</c:v>
                </c:pt>
                <c:pt idx="8">
                  <c:v>104.40170878526847</c:v>
                </c:pt>
                <c:pt idx="9">
                  <c:v>101.18901760631871</c:v>
                </c:pt>
                <c:pt idx="10">
                  <c:v>103.94201144887043</c:v>
                </c:pt>
                <c:pt idx="11">
                  <c:v>100.49310769190154</c:v>
                </c:pt>
                <c:pt idx="12">
                  <c:v>100</c:v>
                </c:pt>
                <c:pt idx="13">
                  <c:v>95.225849661791116</c:v>
                </c:pt>
                <c:pt idx="14">
                  <c:v>91.60898358507049</c:v>
                </c:pt>
                <c:pt idx="15">
                  <c:v>89.024507999306337</c:v>
                </c:pt>
                <c:pt idx="16">
                  <c:v>93.238872950335818</c:v>
                </c:pt>
                <c:pt idx="17">
                  <c:v>96.413265175639438</c:v>
                </c:pt>
                <c:pt idx="18">
                  <c:v>92.143951427663112</c:v>
                </c:pt>
                <c:pt idx="19">
                  <c:v>98.34457359840863</c:v>
                </c:pt>
                <c:pt idx="20">
                  <c:v>105.14661305849293</c:v>
                </c:pt>
                <c:pt idx="21">
                  <c:v>104.1580290439899</c:v>
                </c:pt>
                <c:pt idx="22">
                  <c:v>106.46024790544504</c:v>
                </c:pt>
                <c:pt idx="23">
                  <c:v>117.31225143915478</c:v>
                </c:pt>
                <c:pt idx="24">
                  <c:v>123.53194018930137</c:v>
                </c:pt>
                <c:pt idx="25">
                  <c:v>124.07031003977208</c:v>
                </c:pt>
                <c:pt idx="26">
                  <c:v>123.40304687962998</c:v>
                </c:pt>
                <c:pt idx="27">
                  <c:v>123.59335288024597</c:v>
                </c:pt>
                <c:pt idx="28">
                  <c:v>115.41226949913394</c:v>
                </c:pt>
                <c:pt idx="29">
                  <c:v>116.18532649207336</c:v>
                </c:pt>
                <c:pt idx="30">
                  <c:v>117.637065335182</c:v>
                </c:pt>
                <c:pt idx="31">
                  <c:v>120.19736852416968</c:v>
                </c:pt>
                <c:pt idx="32">
                  <c:v>118.86905498676401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BC2-445D-B98F-CA4A413144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4186080"/>
        <c:axId val="604512784"/>
      </c:lineChart>
      <c:catAx>
        <c:axId val="914186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604512784"/>
        <c:crosses val="autoZero"/>
        <c:auto val="1"/>
        <c:lblAlgn val="ctr"/>
        <c:lblOffset val="100"/>
        <c:noMultiLvlLbl val="0"/>
      </c:catAx>
      <c:valAx>
        <c:axId val="604512784"/>
        <c:scaling>
          <c:orientation val="minMax"/>
          <c:min val="50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914186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6.8765255229610883E-2"/>
          <c:y val="1.370149723920225E-2"/>
          <c:w val="0.86246948954077818"/>
          <c:h val="0.134268792202848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4">
    <c:autoUpdate val="0"/>
  </c:externalData>
  <c:userShapes r:id="rId5"/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Índice de Sentimento XP (esq.)</c:v>
          </c:tx>
          <c:spPr>
            <a:ln w="22225" cap="rnd">
              <a:solidFill>
                <a:schemeClr val="accent4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'Composite treatment'!$B$5:$B$50000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45293</c:v>
                </c:pt>
                <c:pt idx="100">
                  <c:v>45294</c:v>
                </c:pt>
                <c:pt idx="101">
                  <c:v>45295</c:v>
                </c:pt>
                <c:pt idx="102">
                  <c:v>45296</c:v>
                </c:pt>
                <c:pt idx="103">
                  <c:v>45299</c:v>
                </c:pt>
                <c:pt idx="104">
                  <c:v>45300</c:v>
                </c:pt>
                <c:pt idx="105">
                  <c:v>45301</c:v>
                </c:pt>
                <c:pt idx="106">
                  <c:v>45302</c:v>
                </c:pt>
                <c:pt idx="107">
                  <c:v>45303</c:v>
                </c:pt>
                <c:pt idx="108">
                  <c:v>45306</c:v>
                </c:pt>
                <c:pt idx="109">
                  <c:v>45307</c:v>
                </c:pt>
                <c:pt idx="110">
                  <c:v>45308</c:v>
                </c:pt>
                <c:pt idx="111">
                  <c:v>45309</c:v>
                </c:pt>
                <c:pt idx="112">
                  <c:v>45310</c:v>
                </c:pt>
                <c:pt idx="113">
                  <c:v>45313</c:v>
                </c:pt>
                <c:pt idx="114">
                  <c:v>45314</c:v>
                </c:pt>
                <c:pt idx="115">
                  <c:v>45315</c:v>
                </c:pt>
                <c:pt idx="116">
                  <c:v>45316</c:v>
                </c:pt>
                <c:pt idx="117">
                  <c:v>45317</c:v>
                </c:pt>
                <c:pt idx="118">
                  <c:v>45320</c:v>
                </c:pt>
                <c:pt idx="119">
                  <c:v>45321</c:v>
                </c:pt>
                <c:pt idx="120">
                  <c:v>45322</c:v>
                </c:pt>
                <c:pt idx="121">
                  <c:v>45323</c:v>
                </c:pt>
                <c:pt idx="122">
                  <c:v>45324</c:v>
                </c:pt>
                <c:pt idx="123">
                  <c:v>45327</c:v>
                </c:pt>
                <c:pt idx="124">
                  <c:v>45328</c:v>
                </c:pt>
                <c:pt idx="125">
                  <c:v>45329</c:v>
                </c:pt>
                <c:pt idx="126">
                  <c:v>45330</c:v>
                </c:pt>
                <c:pt idx="127">
                  <c:v>45331</c:v>
                </c:pt>
                <c:pt idx="128">
                  <c:v>45336</c:v>
                </c:pt>
                <c:pt idx="129">
                  <c:v>45337</c:v>
                </c:pt>
                <c:pt idx="130">
                  <c:v>45338</c:v>
                </c:pt>
                <c:pt idx="131">
                  <c:v>45341</c:v>
                </c:pt>
                <c:pt idx="132">
                  <c:v>45342</c:v>
                </c:pt>
                <c:pt idx="133">
                  <c:v>45343</c:v>
                </c:pt>
                <c:pt idx="134">
                  <c:v>45344</c:v>
                </c:pt>
                <c:pt idx="135">
                  <c:v>45345</c:v>
                </c:pt>
                <c:pt idx="136">
                  <c:v>45348</c:v>
                </c:pt>
                <c:pt idx="137">
                  <c:v>45349</c:v>
                </c:pt>
                <c:pt idx="138">
                  <c:v>45350</c:v>
                </c:pt>
                <c:pt idx="139">
                  <c:v>45351</c:v>
                </c:pt>
                <c:pt idx="140">
                  <c:v>45352</c:v>
                </c:pt>
                <c:pt idx="141">
                  <c:v>45355</c:v>
                </c:pt>
                <c:pt idx="142">
                  <c:v>45356</c:v>
                </c:pt>
                <c:pt idx="143">
                  <c:v>45357</c:v>
                </c:pt>
                <c:pt idx="144">
                  <c:v>45358</c:v>
                </c:pt>
                <c:pt idx="145">
                  <c:v>45359</c:v>
                </c:pt>
                <c:pt idx="146">
                  <c:v>45362</c:v>
                </c:pt>
                <c:pt idx="147">
                  <c:v>45363</c:v>
                </c:pt>
                <c:pt idx="148">
                  <c:v>45364</c:v>
                </c:pt>
                <c:pt idx="149">
                  <c:v>45365</c:v>
                </c:pt>
                <c:pt idx="150">
                  <c:v>45366</c:v>
                </c:pt>
                <c:pt idx="151">
                  <c:v>45369</c:v>
                </c:pt>
                <c:pt idx="152">
                  <c:v>45370</c:v>
                </c:pt>
                <c:pt idx="153">
                  <c:v>45371</c:v>
                </c:pt>
                <c:pt idx="154">
                  <c:v>45372</c:v>
                </c:pt>
                <c:pt idx="155">
                  <c:v>45373</c:v>
                </c:pt>
                <c:pt idx="156">
                  <c:v>45376</c:v>
                </c:pt>
                <c:pt idx="157">
                  <c:v>45377</c:v>
                </c:pt>
                <c:pt idx="158">
                  <c:v>45378</c:v>
                </c:pt>
                <c:pt idx="159">
                  <c:v>45379</c:v>
                </c:pt>
                <c:pt idx="160">
                  <c:v>45383</c:v>
                </c:pt>
                <c:pt idx="161">
                  <c:v>45384</c:v>
                </c:pt>
                <c:pt idx="162">
                  <c:v>45385</c:v>
                </c:pt>
                <c:pt idx="163">
                  <c:v>45386</c:v>
                </c:pt>
                <c:pt idx="164">
                  <c:v>45387</c:v>
                </c:pt>
                <c:pt idx="165">
                  <c:v>45390</c:v>
                </c:pt>
                <c:pt idx="166">
                  <c:v>45391</c:v>
                </c:pt>
                <c:pt idx="167">
                  <c:v>45392</c:v>
                </c:pt>
                <c:pt idx="168">
                  <c:v>45393</c:v>
                </c:pt>
                <c:pt idx="169">
                  <c:v>45394</c:v>
                </c:pt>
                <c:pt idx="170">
                  <c:v>45397</c:v>
                </c:pt>
                <c:pt idx="171">
                  <c:v>45398</c:v>
                </c:pt>
                <c:pt idx="172">
                  <c:v>45399</c:v>
                </c:pt>
                <c:pt idx="173">
                  <c:v>45400</c:v>
                </c:pt>
                <c:pt idx="174">
                  <c:v>45401</c:v>
                </c:pt>
                <c:pt idx="175">
                  <c:v>45404</c:v>
                </c:pt>
                <c:pt idx="176">
                  <c:v>45405</c:v>
                </c:pt>
                <c:pt idx="177">
                  <c:v>45406</c:v>
                </c:pt>
                <c:pt idx="178">
                  <c:v>45407</c:v>
                </c:pt>
                <c:pt idx="179">
                  <c:v>45408</c:v>
                </c:pt>
                <c:pt idx="180">
                  <c:v>45411</c:v>
                </c:pt>
                <c:pt idx="181">
                  <c:v>45412</c:v>
                </c:pt>
                <c:pt idx="182">
                  <c:v>45414</c:v>
                </c:pt>
                <c:pt idx="183">
                  <c:v>45415</c:v>
                </c:pt>
                <c:pt idx="184">
                  <c:v>45418</c:v>
                </c:pt>
                <c:pt idx="185">
                  <c:v>45419</c:v>
                </c:pt>
                <c:pt idx="186">
                  <c:v>45420</c:v>
                </c:pt>
                <c:pt idx="187">
                  <c:v>45421</c:v>
                </c:pt>
                <c:pt idx="188">
                  <c:v>45422</c:v>
                </c:pt>
                <c:pt idx="189">
                  <c:v>45425</c:v>
                </c:pt>
                <c:pt idx="190">
                  <c:v>45426</c:v>
                </c:pt>
                <c:pt idx="191">
                  <c:v>45427</c:v>
                </c:pt>
                <c:pt idx="192">
                  <c:v>45428</c:v>
                </c:pt>
                <c:pt idx="193">
                  <c:v>45429</c:v>
                </c:pt>
                <c:pt idx="194">
                  <c:v>45432</c:v>
                </c:pt>
                <c:pt idx="195">
                  <c:v>45433</c:v>
                </c:pt>
                <c:pt idx="196">
                  <c:v>45434</c:v>
                </c:pt>
                <c:pt idx="197">
                  <c:v>45435</c:v>
                </c:pt>
                <c:pt idx="198">
                  <c:v>45436</c:v>
                </c:pt>
                <c:pt idx="199">
                  <c:v>45439</c:v>
                </c:pt>
                <c:pt idx="200">
                  <c:v>45440</c:v>
                </c:pt>
                <c:pt idx="201">
                  <c:v>45441</c:v>
                </c:pt>
                <c:pt idx="202">
                  <c:v>45443</c:v>
                </c:pt>
                <c:pt idx="203">
                  <c:v>45446</c:v>
                </c:pt>
                <c:pt idx="204">
                  <c:v>45447</c:v>
                </c:pt>
                <c:pt idx="205">
                  <c:v>45448</c:v>
                </c:pt>
                <c:pt idx="206">
                  <c:v>45449</c:v>
                </c:pt>
                <c:pt idx="207">
                  <c:v>45450</c:v>
                </c:pt>
                <c:pt idx="208">
                  <c:v>45453</c:v>
                </c:pt>
                <c:pt idx="209">
                  <c:v>45454</c:v>
                </c:pt>
                <c:pt idx="210">
                  <c:v>45455</c:v>
                </c:pt>
                <c:pt idx="211">
                  <c:v>45456</c:v>
                </c:pt>
                <c:pt idx="212">
                  <c:v>45457</c:v>
                </c:pt>
                <c:pt idx="213">
                  <c:v>45460</c:v>
                </c:pt>
                <c:pt idx="214">
                  <c:v>45461</c:v>
                </c:pt>
                <c:pt idx="215">
                  <c:v>45462</c:v>
                </c:pt>
                <c:pt idx="216">
                  <c:v>45463</c:v>
                </c:pt>
                <c:pt idx="217">
                  <c:v>45464</c:v>
                </c:pt>
                <c:pt idx="218">
                  <c:v>45467</c:v>
                </c:pt>
                <c:pt idx="219">
                  <c:v>45468</c:v>
                </c:pt>
                <c:pt idx="220">
                  <c:v>45469</c:v>
                </c:pt>
                <c:pt idx="221">
                  <c:v>45470</c:v>
                </c:pt>
                <c:pt idx="222">
                  <c:v>45471</c:v>
                </c:pt>
                <c:pt idx="223">
                  <c:v>45474</c:v>
                </c:pt>
                <c:pt idx="224">
                  <c:v>45475</c:v>
                </c:pt>
                <c:pt idx="225">
                  <c:v>45476</c:v>
                </c:pt>
                <c:pt idx="226">
                  <c:v>45477</c:v>
                </c:pt>
                <c:pt idx="227">
                  <c:v>45478</c:v>
                </c:pt>
                <c:pt idx="228">
                  <c:v>45481</c:v>
                </c:pt>
                <c:pt idx="229">
                  <c:v>45482</c:v>
                </c:pt>
                <c:pt idx="230">
                  <c:v>45483</c:v>
                </c:pt>
                <c:pt idx="231">
                  <c:v>45484</c:v>
                </c:pt>
                <c:pt idx="232">
                  <c:v>45485</c:v>
                </c:pt>
                <c:pt idx="233">
                  <c:v>45488</c:v>
                </c:pt>
                <c:pt idx="234">
                  <c:v>45489</c:v>
                </c:pt>
                <c:pt idx="235">
                  <c:v>45490</c:v>
                </c:pt>
                <c:pt idx="236">
                  <c:v>45491</c:v>
                </c:pt>
                <c:pt idx="237">
                  <c:v>45492</c:v>
                </c:pt>
                <c:pt idx="238">
                  <c:v>45495</c:v>
                </c:pt>
                <c:pt idx="239">
                  <c:v>45496</c:v>
                </c:pt>
                <c:pt idx="240">
                  <c:v>45497</c:v>
                </c:pt>
                <c:pt idx="241">
                  <c:v>45498</c:v>
                </c:pt>
                <c:pt idx="242">
                  <c:v>45499</c:v>
                </c:pt>
                <c:pt idx="243">
                  <c:v>45502</c:v>
                </c:pt>
                <c:pt idx="244">
                  <c:v>45503</c:v>
                </c:pt>
                <c:pt idx="245">
                  <c:v>45504</c:v>
                </c:pt>
                <c:pt idx="246">
                  <c:v>45505</c:v>
                </c:pt>
                <c:pt idx="247">
                  <c:v>45506</c:v>
                </c:pt>
                <c:pt idx="248">
                  <c:v>45509</c:v>
                </c:pt>
                <c:pt idx="249">
                  <c:v>45510</c:v>
                </c:pt>
                <c:pt idx="250">
                  <c:v>45511</c:v>
                </c:pt>
                <c:pt idx="251">
                  <c:v>45512</c:v>
                </c:pt>
                <c:pt idx="252">
                  <c:v>45513</c:v>
                </c:pt>
                <c:pt idx="253">
                  <c:v>45516</c:v>
                </c:pt>
                <c:pt idx="254">
                  <c:v>45517</c:v>
                </c:pt>
                <c:pt idx="255">
                  <c:v>45518</c:v>
                </c:pt>
                <c:pt idx="256">
                  <c:v>45519</c:v>
                </c:pt>
                <c:pt idx="257">
                  <c:v>45520</c:v>
                </c:pt>
                <c:pt idx="258">
                  <c:v>45523</c:v>
                </c:pt>
                <c:pt idx="259">
                  <c:v>45524</c:v>
                </c:pt>
                <c:pt idx="260">
                  <c:v>45525</c:v>
                </c:pt>
                <c:pt idx="261">
                  <c:v>45526</c:v>
                </c:pt>
                <c:pt idx="262">
                  <c:v>45527</c:v>
                </c:pt>
                <c:pt idx="263">
                  <c:v>45530</c:v>
                </c:pt>
                <c:pt idx="264">
                  <c:v>45531</c:v>
                </c:pt>
                <c:pt idx="265">
                  <c:v>45532</c:v>
                </c:pt>
                <c:pt idx="266">
                  <c:v>45533</c:v>
                </c:pt>
                <c:pt idx="267">
                  <c:v>45534</c:v>
                </c:pt>
                <c:pt idx="268">
                  <c:v>45537</c:v>
                </c:pt>
                <c:pt idx="269">
                  <c:v>45538</c:v>
                </c:pt>
                <c:pt idx="270">
                  <c:v>45539</c:v>
                </c:pt>
                <c:pt idx="271">
                  <c:v>45540</c:v>
                </c:pt>
                <c:pt idx="272">
                  <c:v>45541</c:v>
                </c:pt>
                <c:pt idx="273">
                  <c:v>45544</c:v>
                </c:pt>
                <c:pt idx="274">
                  <c:v>45545</c:v>
                </c:pt>
                <c:pt idx="275">
                  <c:v>45546</c:v>
                </c:pt>
                <c:pt idx="276">
                  <c:v>45547</c:v>
                </c:pt>
                <c:pt idx="277">
                  <c:v>45548</c:v>
                </c:pt>
                <c:pt idx="278">
                  <c:v>45551</c:v>
                </c:pt>
                <c:pt idx="279">
                  <c:v>45552</c:v>
                </c:pt>
                <c:pt idx="280">
                  <c:v>45553</c:v>
                </c:pt>
                <c:pt idx="281">
                  <c:v>45554</c:v>
                </c:pt>
                <c:pt idx="282">
                  <c:v>45555</c:v>
                </c:pt>
                <c:pt idx="283">
                  <c:v>45558</c:v>
                </c:pt>
                <c:pt idx="284">
                  <c:v>45559</c:v>
                </c:pt>
                <c:pt idx="285">
                  <c:v>45560</c:v>
                </c:pt>
                <c:pt idx="286">
                  <c:v>45561</c:v>
                </c:pt>
                <c:pt idx="287">
                  <c:v>45562</c:v>
                </c:pt>
                <c:pt idx="288">
                  <c:v>45565</c:v>
                </c:pt>
                <c:pt idx="289">
                  <c:v>45566</c:v>
                </c:pt>
                <c:pt idx="290">
                  <c:v>45567</c:v>
                </c:pt>
                <c:pt idx="291">
                  <c:v>45568</c:v>
                </c:pt>
                <c:pt idx="292">
                  <c:v>45569</c:v>
                </c:pt>
                <c:pt idx="293">
                  <c:v>45572</c:v>
                </c:pt>
                <c:pt idx="294">
                  <c:v>45573</c:v>
                </c:pt>
                <c:pt idx="295">
                  <c:v>45574</c:v>
                </c:pt>
                <c:pt idx="296">
                  <c:v>45575</c:v>
                </c:pt>
                <c:pt idx="297">
                  <c:v>45576</c:v>
                </c:pt>
                <c:pt idx="298">
                  <c:v>45579</c:v>
                </c:pt>
                <c:pt idx="299">
                  <c:v>45580</c:v>
                </c:pt>
                <c:pt idx="300">
                  <c:v>45581</c:v>
                </c:pt>
                <c:pt idx="301">
                  <c:v>45582</c:v>
                </c:pt>
                <c:pt idx="302">
                  <c:v>45583</c:v>
                </c:pt>
                <c:pt idx="303">
                  <c:v>45586</c:v>
                </c:pt>
                <c:pt idx="304">
                  <c:v>45587</c:v>
                </c:pt>
                <c:pt idx="305">
                  <c:v>45588</c:v>
                </c:pt>
                <c:pt idx="306">
                  <c:v>45589</c:v>
                </c:pt>
                <c:pt idx="307">
                  <c:v>45590</c:v>
                </c:pt>
                <c:pt idx="308">
                  <c:v>45593</c:v>
                </c:pt>
                <c:pt idx="309">
                  <c:v>45594</c:v>
                </c:pt>
                <c:pt idx="310">
                  <c:v>45595</c:v>
                </c:pt>
                <c:pt idx="311">
                  <c:v>45596</c:v>
                </c:pt>
                <c:pt idx="312">
                  <c:v>45597</c:v>
                </c:pt>
                <c:pt idx="313">
                  <c:v>45600</c:v>
                </c:pt>
                <c:pt idx="314">
                  <c:v>45601</c:v>
                </c:pt>
                <c:pt idx="315">
                  <c:v>45602</c:v>
                </c:pt>
                <c:pt idx="316">
                  <c:v>45603</c:v>
                </c:pt>
                <c:pt idx="317">
                  <c:v>45604</c:v>
                </c:pt>
                <c:pt idx="318">
                  <c:v>45607</c:v>
                </c:pt>
                <c:pt idx="319">
                  <c:v>45608</c:v>
                </c:pt>
                <c:pt idx="320">
                  <c:v>45609</c:v>
                </c:pt>
                <c:pt idx="321">
                  <c:v>45610</c:v>
                </c:pt>
                <c:pt idx="322">
                  <c:v>45614</c:v>
                </c:pt>
                <c:pt idx="323">
                  <c:v>45615</c:v>
                </c:pt>
                <c:pt idx="324">
                  <c:v>45617</c:v>
                </c:pt>
                <c:pt idx="325">
                  <c:v>45618</c:v>
                </c:pt>
                <c:pt idx="326">
                  <c:v>45621</c:v>
                </c:pt>
                <c:pt idx="327">
                  <c:v>45622</c:v>
                </c:pt>
                <c:pt idx="328">
                  <c:v>45623</c:v>
                </c:pt>
                <c:pt idx="329">
                  <c:v>45624</c:v>
                </c:pt>
                <c:pt idx="330">
                  <c:v>45625</c:v>
                </c:pt>
                <c:pt idx="331">
                  <c:v>45628</c:v>
                </c:pt>
                <c:pt idx="332">
                  <c:v>45629</c:v>
                </c:pt>
                <c:pt idx="333">
                  <c:v>45630</c:v>
                </c:pt>
                <c:pt idx="334">
                  <c:v>45631</c:v>
                </c:pt>
                <c:pt idx="335">
                  <c:v>45632</c:v>
                </c:pt>
                <c:pt idx="336">
                  <c:v>45635</c:v>
                </c:pt>
                <c:pt idx="337">
                  <c:v>45636</c:v>
                </c:pt>
                <c:pt idx="338">
                  <c:v>45637</c:v>
                </c:pt>
                <c:pt idx="339">
                  <c:v>45638</c:v>
                </c:pt>
                <c:pt idx="340">
                  <c:v>45639</c:v>
                </c:pt>
                <c:pt idx="341">
                  <c:v>45642</c:v>
                </c:pt>
                <c:pt idx="342">
                  <c:v>45643</c:v>
                </c:pt>
                <c:pt idx="343">
                  <c:v>45644</c:v>
                </c:pt>
                <c:pt idx="344">
                  <c:v>45645</c:v>
                </c:pt>
                <c:pt idx="345">
                  <c:v>45646</c:v>
                </c:pt>
                <c:pt idx="346">
                  <c:v>45649</c:v>
                </c:pt>
                <c:pt idx="347">
                  <c:v>45652</c:v>
                </c:pt>
                <c:pt idx="348">
                  <c:v>45653</c:v>
                </c:pt>
                <c:pt idx="349">
                  <c:v>45656</c:v>
                </c:pt>
                <c:pt idx="350">
                  <c:v>45659</c:v>
                </c:pt>
                <c:pt idx="351">
                  <c:v>45660</c:v>
                </c:pt>
                <c:pt idx="352">
                  <c:v>45663</c:v>
                </c:pt>
                <c:pt idx="353">
                  <c:v>45664</c:v>
                </c:pt>
                <c:pt idx="354">
                  <c:v>45665</c:v>
                </c:pt>
                <c:pt idx="355">
                  <c:v>45666</c:v>
                </c:pt>
                <c:pt idx="356">
                  <c:v>45667</c:v>
                </c:pt>
                <c:pt idx="357">
                  <c:v>45670</c:v>
                </c:pt>
                <c:pt idx="358">
                  <c:v>45671</c:v>
                </c:pt>
                <c:pt idx="359">
                  <c:v>45672</c:v>
                </c:pt>
                <c:pt idx="360">
                  <c:v>45673</c:v>
                </c:pt>
                <c:pt idx="361">
                  <c:v>45674</c:v>
                </c:pt>
                <c:pt idx="362">
                  <c:v>45677</c:v>
                </c:pt>
                <c:pt idx="363">
                  <c:v>45678</c:v>
                </c:pt>
                <c:pt idx="364">
                  <c:v>45679</c:v>
                </c:pt>
                <c:pt idx="365">
                  <c:v>45680</c:v>
                </c:pt>
                <c:pt idx="366">
                  <c:v>45681</c:v>
                </c:pt>
                <c:pt idx="367">
                  <c:v>45684</c:v>
                </c:pt>
                <c:pt idx="368">
                  <c:v>45685</c:v>
                </c:pt>
                <c:pt idx="369">
                  <c:v>45686</c:v>
                </c:pt>
                <c:pt idx="370">
                  <c:v>45687</c:v>
                </c:pt>
                <c:pt idx="371">
                  <c:v>45688</c:v>
                </c:pt>
                <c:pt idx="372">
                  <c:v>45691</c:v>
                </c:pt>
                <c:pt idx="373">
                  <c:v>45692</c:v>
                </c:pt>
                <c:pt idx="374">
                  <c:v>45693</c:v>
                </c:pt>
                <c:pt idx="375">
                  <c:v>45694</c:v>
                </c:pt>
                <c:pt idx="376">
                  <c:v>45695</c:v>
                </c:pt>
                <c:pt idx="377">
                  <c:v>45698</c:v>
                </c:pt>
                <c:pt idx="378">
                  <c:v>45699</c:v>
                </c:pt>
                <c:pt idx="379">
                  <c:v>45700</c:v>
                </c:pt>
                <c:pt idx="380">
                  <c:v>45701</c:v>
                </c:pt>
                <c:pt idx="381">
                  <c:v>45702</c:v>
                </c:pt>
                <c:pt idx="382">
                  <c:v>45705</c:v>
                </c:pt>
                <c:pt idx="383">
                  <c:v>45706</c:v>
                </c:pt>
                <c:pt idx="384">
                  <c:v>45707</c:v>
                </c:pt>
                <c:pt idx="385">
                  <c:v>45708</c:v>
                </c:pt>
                <c:pt idx="386">
                  <c:v>45709</c:v>
                </c:pt>
                <c:pt idx="387">
                  <c:v>45712</c:v>
                </c:pt>
                <c:pt idx="388">
                  <c:v>45713</c:v>
                </c:pt>
                <c:pt idx="389">
                  <c:v>45714</c:v>
                </c:pt>
                <c:pt idx="390">
                  <c:v>45715</c:v>
                </c:pt>
                <c:pt idx="391">
                  <c:v>45716</c:v>
                </c:pt>
                <c:pt idx="392">
                  <c:v>45721</c:v>
                </c:pt>
                <c:pt idx="393">
                  <c:v>45722</c:v>
                </c:pt>
                <c:pt idx="394">
                  <c:v>45723</c:v>
                </c:pt>
                <c:pt idx="395">
                  <c:v>45726</c:v>
                </c:pt>
                <c:pt idx="396">
                  <c:v>45727</c:v>
                </c:pt>
                <c:pt idx="397">
                  <c:v>45728</c:v>
                </c:pt>
                <c:pt idx="398">
                  <c:v>45729</c:v>
                </c:pt>
                <c:pt idx="399">
                  <c:v>45730</c:v>
                </c:pt>
                <c:pt idx="400">
                  <c:v>45733</c:v>
                </c:pt>
                <c:pt idx="401">
                  <c:v>45734</c:v>
                </c:pt>
                <c:pt idx="402">
                  <c:v>45735</c:v>
                </c:pt>
                <c:pt idx="403">
                  <c:v>45736</c:v>
                </c:pt>
                <c:pt idx="404">
                  <c:v>45737</c:v>
                </c:pt>
                <c:pt idx="405">
                  <c:v>45740</c:v>
                </c:pt>
                <c:pt idx="406">
                  <c:v>45741</c:v>
                </c:pt>
                <c:pt idx="407">
                  <c:v>45742</c:v>
                </c:pt>
                <c:pt idx="408">
                  <c:v>45743</c:v>
                </c:pt>
                <c:pt idx="409">
                  <c:v>45744</c:v>
                </c:pt>
                <c:pt idx="410">
                  <c:v>45747</c:v>
                </c:pt>
                <c:pt idx="411">
                  <c:v>45748</c:v>
                </c:pt>
                <c:pt idx="412">
                  <c:v>45749</c:v>
                </c:pt>
                <c:pt idx="413">
                  <c:v>45750</c:v>
                </c:pt>
                <c:pt idx="414">
                  <c:v>45751</c:v>
                </c:pt>
                <c:pt idx="415">
                  <c:v>45754</c:v>
                </c:pt>
                <c:pt idx="416">
                  <c:v>45755</c:v>
                </c:pt>
                <c:pt idx="417">
                  <c:v>45756</c:v>
                </c:pt>
                <c:pt idx="418">
                  <c:v>45757</c:v>
                </c:pt>
                <c:pt idx="419">
                  <c:v>45758</c:v>
                </c:pt>
                <c:pt idx="420">
                  <c:v>45761</c:v>
                </c:pt>
                <c:pt idx="421">
                  <c:v>45762</c:v>
                </c:pt>
                <c:pt idx="422">
                  <c:v>45763</c:v>
                </c:pt>
                <c:pt idx="423">
                  <c:v>45764</c:v>
                </c:pt>
                <c:pt idx="424">
                  <c:v>45769</c:v>
                </c:pt>
                <c:pt idx="425">
                  <c:v>45770</c:v>
                </c:pt>
                <c:pt idx="426">
                  <c:v>45771</c:v>
                </c:pt>
                <c:pt idx="427">
                  <c:v>45772</c:v>
                </c:pt>
                <c:pt idx="428">
                  <c:v>45775</c:v>
                </c:pt>
                <c:pt idx="429">
                  <c:v>45776</c:v>
                </c:pt>
                <c:pt idx="430">
                  <c:v>45777</c:v>
                </c:pt>
                <c:pt idx="431">
                  <c:v>45779</c:v>
                </c:pt>
                <c:pt idx="432">
                  <c:v>45782</c:v>
                </c:pt>
                <c:pt idx="433">
                  <c:v>45783</c:v>
                </c:pt>
                <c:pt idx="434">
                  <c:v>45784</c:v>
                </c:pt>
                <c:pt idx="435">
                  <c:v>45785</c:v>
                </c:pt>
                <c:pt idx="436">
                  <c:v>45786</c:v>
                </c:pt>
                <c:pt idx="437">
                  <c:v>45789</c:v>
                </c:pt>
                <c:pt idx="438">
                  <c:v>45790</c:v>
                </c:pt>
                <c:pt idx="439">
                  <c:v>45791</c:v>
                </c:pt>
                <c:pt idx="440">
                  <c:v>45792</c:v>
                </c:pt>
                <c:pt idx="441">
                  <c:v>45793</c:v>
                </c:pt>
                <c:pt idx="442">
                  <c:v>45796</c:v>
                </c:pt>
                <c:pt idx="443">
                  <c:v>45797</c:v>
                </c:pt>
                <c:pt idx="444">
                  <c:v>45798</c:v>
                </c:pt>
                <c:pt idx="445">
                  <c:v>45799</c:v>
                </c:pt>
                <c:pt idx="446">
                  <c:v>45800</c:v>
                </c:pt>
                <c:pt idx="447">
                  <c:v>45803</c:v>
                </c:pt>
                <c:pt idx="448">
                  <c:v>45804</c:v>
                </c:pt>
                <c:pt idx="449">
                  <c:v>45805</c:v>
                </c:pt>
                <c:pt idx="450">
                  <c:v>45806</c:v>
                </c:pt>
                <c:pt idx="451">
                  <c:v>45807</c:v>
                </c:pt>
                <c:pt idx="452">
                  <c:v>45810</c:v>
                </c:pt>
                <c:pt idx="453">
                  <c:v>45811</c:v>
                </c:pt>
                <c:pt idx="454">
                  <c:v>45812</c:v>
                </c:pt>
                <c:pt idx="455">
                  <c:v>45813</c:v>
                </c:pt>
                <c:pt idx="456">
                  <c:v>45814</c:v>
                </c:pt>
                <c:pt idx="457">
                  <c:v>45817</c:v>
                </c:pt>
                <c:pt idx="458">
                  <c:v>45818</c:v>
                </c:pt>
                <c:pt idx="459">
                  <c:v>45819</c:v>
                </c:pt>
                <c:pt idx="460">
                  <c:v>45820</c:v>
                </c:pt>
                <c:pt idx="461">
                  <c:v>45821</c:v>
                </c:pt>
                <c:pt idx="462">
                  <c:v>45824</c:v>
                </c:pt>
                <c:pt idx="463">
                  <c:v>45825</c:v>
                </c:pt>
                <c:pt idx="464">
                  <c:v>45826</c:v>
                </c:pt>
                <c:pt idx="465">
                  <c:v>45828</c:v>
                </c:pt>
                <c:pt idx="466">
                  <c:v>45831</c:v>
                </c:pt>
                <c:pt idx="467">
                  <c:v>45832</c:v>
                </c:pt>
                <c:pt idx="468">
                  <c:v>45833</c:v>
                </c:pt>
                <c:pt idx="469">
                  <c:v>45834</c:v>
                </c:pt>
                <c:pt idx="470">
                  <c:v>45835</c:v>
                </c:pt>
                <c:pt idx="471">
                  <c:v>45838</c:v>
                </c:pt>
                <c:pt idx="472">
                  <c:v>45839</c:v>
                </c:pt>
                <c:pt idx="473">
                  <c:v>45840</c:v>
                </c:pt>
                <c:pt idx="474">
                  <c:v>45841</c:v>
                </c:pt>
                <c:pt idx="475">
                  <c:v>45842</c:v>
                </c:pt>
                <c:pt idx="476">
                  <c:v>45845</c:v>
                </c:pt>
                <c:pt idx="477">
                  <c:v>45846</c:v>
                </c:pt>
                <c:pt idx="478">
                  <c:v>45847</c:v>
                </c:pt>
                <c:pt idx="479">
                  <c:v>45848</c:v>
                </c:pt>
                <c:pt idx="480">
                  <c:v>45849</c:v>
                </c:pt>
                <c:pt idx="481">
                  <c:v>45852</c:v>
                </c:pt>
                <c:pt idx="482">
                  <c:v>45853</c:v>
                </c:pt>
                <c:pt idx="483">
                  <c:v>45854</c:v>
                </c:pt>
                <c:pt idx="484">
                  <c:v>45855</c:v>
                </c:pt>
                <c:pt idx="485">
                  <c:v>45856</c:v>
                </c:pt>
                <c:pt idx="486">
                  <c:v>45859</c:v>
                </c:pt>
                <c:pt idx="487">
                  <c:v>45860</c:v>
                </c:pt>
                <c:pt idx="488">
                  <c:v>45861</c:v>
                </c:pt>
                <c:pt idx="489">
                  <c:v>45862</c:v>
                </c:pt>
                <c:pt idx="490">
                  <c:v>45863</c:v>
                </c:pt>
                <c:pt idx="491">
                  <c:v>45866</c:v>
                </c:pt>
                <c:pt idx="492">
                  <c:v>45867</c:v>
                </c:pt>
                <c:pt idx="493">
                  <c:v>45868</c:v>
                </c:pt>
                <c:pt idx="494">
                  <c:v>45869</c:v>
                </c:pt>
                <c:pt idx="495">
                  <c:v>45870</c:v>
                </c:pt>
                <c:pt idx="496">
                  <c:v>45873</c:v>
                </c:pt>
                <c:pt idx="497">
                  <c:v>45874</c:v>
                </c:pt>
                <c:pt idx="498">
                  <c:v>45875</c:v>
                </c:pt>
                <c:pt idx="499">
                  <c:v>45876</c:v>
                </c:pt>
                <c:pt idx="500">
                  <c:v>45877</c:v>
                </c:pt>
                <c:pt idx="501">
                  <c:v>45880</c:v>
                </c:pt>
                <c:pt idx="502">
                  <c:v>45881</c:v>
                </c:pt>
                <c:pt idx="503">
                  <c:v>45882</c:v>
                </c:pt>
                <c:pt idx="504">
                  <c:v>45883</c:v>
                </c:pt>
                <c:pt idx="505">
                  <c:v>45884</c:v>
                </c:pt>
                <c:pt idx="506">
                  <c:v>45887</c:v>
                </c:pt>
                <c:pt idx="507">
                  <c:v>45888</c:v>
                </c:pt>
                <c:pt idx="508">
                  <c:v>45889</c:v>
                </c:pt>
                <c:pt idx="509">
                  <c:v>45890</c:v>
                </c:pt>
                <c:pt idx="510">
                  <c:v>45891</c:v>
                </c:pt>
                <c:pt idx="511">
                  <c:v>45894</c:v>
                </c:pt>
                <c:pt idx="512">
                  <c:v>45895</c:v>
                </c:pt>
                <c:pt idx="513">
                  <c:v>45896</c:v>
                </c:pt>
                <c:pt idx="514">
                  <c:v>45897</c:v>
                </c:pt>
                <c:pt idx="515">
                  <c:v>45898</c:v>
                </c:pt>
                <c:pt idx="516">
                  <c:v>45901</c:v>
                </c:pt>
                <c:pt idx="517">
                  <c:v>45902</c:v>
                </c:pt>
                <c:pt idx="518">
                  <c:v>45903</c:v>
                </c:pt>
                <c:pt idx="519">
                  <c:v>45904</c:v>
                </c:pt>
                <c:pt idx="520">
                  <c:v>45905</c:v>
                </c:pt>
                <c:pt idx="521">
                  <c:v>45908</c:v>
                </c:pt>
                <c:pt idx="522">
                  <c:v>45909</c:v>
                </c:pt>
                <c:pt idx="523">
                  <c:v>45910</c:v>
                </c:pt>
                <c:pt idx="524">
                  <c:v>45911</c:v>
                </c:pt>
                <c:pt idx="525">
                  <c:v>45912</c:v>
                </c:pt>
                <c:pt idx="526">
                  <c:v>45915</c:v>
                </c:pt>
                <c:pt idx="527">
                  <c:v>45916</c:v>
                </c:pt>
                <c:pt idx="528">
                  <c:v>45917</c:v>
                </c:pt>
                <c:pt idx="529">
                  <c:v>45918</c:v>
                </c:pt>
                <c:pt idx="530">
                  <c:v>45919</c:v>
                </c:pt>
                <c:pt idx="531">
                  <c:v>45922</c:v>
                </c:pt>
                <c:pt idx="532">
                  <c:v>45923</c:v>
                </c:pt>
                <c:pt idx="533">
                  <c:v>45924</c:v>
                </c:pt>
                <c:pt idx="534">
                  <c:v>45925</c:v>
                </c:pt>
                <c:pt idx="535">
                  <c:v>45926</c:v>
                </c:pt>
                <c:pt idx="536">
                  <c:v>45929</c:v>
                </c:pt>
                <c:pt idx="537">
                  <c:v>45930</c:v>
                </c:pt>
                <c:pt idx="538">
                  <c:v>45931</c:v>
                </c:pt>
                <c:pt idx="539">
                  <c:v>45932</c:v>
                </c:pt>
                <c:pt idx="540">
                  <c:v>45933</c:v>
                </c:pt>
                <c:pt idx="541">
                  <c:v>45936</c:v>
                </c:pt>
                <c:pt idx="542">
                  <c:v>45937</c:v>
                </c:pt>
                <c:pt idx="543">
                  <c:v>45938</c:v>
                </c:pt>
                <c:pt idx="544">
                  <c:v>45939</c:v>
                </c:pt>
                <c:pt idx="545">
                  <c:v>45940</c:v>
                </c:pt>
                <c:pt idx="546">
                  <c:v>45943</c:v>
                </c:pt>
                <c:pt idx="547">
                  <c:v>45944</c:v>
                </c:pt>
                <c:pt idx="548">
                  <c:v>45945</c:v>
                </c:pt>
                <c:pt idx="549">
                  <c:v>45946</c:v>
                </c:pt>
                <c:pt idx="550">
                  <c:v>45947</c:v>
                </c:pt>
                <c:pt idx="551">
                  <c:v>45950</c:v>
                </c:pt>
                <c:pt idx="552">
                  <c:v>45951</c:v>
                </c:pt>
                <c:pt idx="553">
                  <c:v>45952</c:v>
                </c:pt>
                <c:pt idx="554">
                  <c:v>45953</c:v>
                </c:pt>
                <c:pt idx="555">
                  <c:v>45954</c:v>
                </c:pt>
                <c:pt idx="556">
                  <c:v>45957</c:v>
                </c:pt>
                <c:pt idx="557">
                  <c:v>45958</c:v>
                </c:pt>
                <c:pt idx="558">
                  <c:v>45959</c:v>
                </c:pt>
                <c:pt idx="559">
                  <c:v>45960</c:v>
                </c:pt>
                <c:pt idx="560">
                  <c:v>45961</c:v>
                </c:pt>
                <c:pt idx="561">
                  <c:v>45964</c:v>
                </c:pt>
                <c:pt idx="562">
                  <c:v>45965</c:v>
                </c:pt>
                <c:pt idx="563">
                  <c:v>45966</c:v>
                </c:pt>
                <c:pt idx="564">
                  <c:v>45967</c:v>
                </c:pt>
                <c:pt idx="565">
                  <c:v>45968</c:v>
                </c:pt>
                <c:pt idx="566">
                  <c:v>45971</c:v>
                </c:pt>
                <c:pt idx="567">
                  <c:v>45972</c:v>
                </c:pt>
                <c:pt idx="568">
                  <c:v>45973</c:v>
                </c:pt>
                <c:pt idx="569">
                  <c:v>45974</c:v>
                </c:pt>
                <c:pt idx="570">
                  <c:v>45975</c:v>
                </c:pt>
                <c:pt idx="571">
                  <c:v>45978</c:v>
                </c:pt>
                <c:pt idx="572">
                  <c:v>45979</c:v>
                </c:pt>
                <c:pt idx="573">
                  <c:v>45980</c:v>
                </c:pt>
                <c:pt idx="574">
                  <c:v>45982</c:v>
                </c:pt>
                <c:pt idx="575">
                  <c:v>45985</c:v>
                </c:pt>
                <c:pt idx="576">
                  <c:v>45986</c:v>
                </c:pt>
                <c:pt idx="577">
                  <c:v>45987</c:v>
                </c:pt>
                <c:pt idx="578">
                  <c:v>45988</c:v>
                </c:pt>
                <c:pt idx="579">
                  <c:v>45989</c:v>
                </c:pt>
                <c:pt idx="580">
                  <c:v>45992</c:v>
                </c:pt>
                <c:pt idx="581">
                  <c:v>45993</c:v>
                </c:pt>
                <c:pt idx="582">
                  <c:v>45994</c:v>
                </c:pt>
                <c:pt idx="583">
                  <c:v>45995</c:v>
                </c:pt>
                <c:pt idx="584">
                  <c:v>45996</c:v>
                </c:pt>
                <c:pt idx="585">
                  <c:v>45999</c:v>
                </c:pt>
                <c:pt idx="586">
                  <c:v>46000</c:v>
                </c:pt>
                <c:pt idx="587">
                  <c:v>46001</c:v>
                </c:pt>
                <c:pt idx="588">
                  <c:v>46002</c:v>
                </c:pt>
                <c:pt idx="589">
                  <c:v>46003</c:v>
                </c:pt>
                <c:pt idx="590">
                  <c:v>46006</c:v>
                </c:pt>
                <c:pt idx="591">
                  <c:v>46007</c:v>
                </c:pt>
                <c:pt idx="592">
                  <c:v>46008</c:v>
                </c:pt>
                <c:pt idx="593">
                  <c:v>46009</c:v>
                </c:pt>
                <c:pt idx="594">
                  <c:v>46010</c:v>
                </c:pt>
                <c:pt idx="595">
                  <c:v>46013</c:v>
                </c:pt>
                <c:pt idx="596">
                  <c:v>46014</c:v>
                </c:pt>
                <c:pt idx="597">
                  <c:v>46017</c:v>
                </c:pt>
                <c:pt idx="598">
                  <c:v>46020</c:v>
                </c:pt>
                <c:pt idx="599">
                  <c:v>46021</c:v>
                </c:pt>
                <c:pt idx="600">
                  <c:v>46024</c:v>
                </c:pt>
                <c:pt idx="601">
                  <c:v>46027</c:v>
                </c:pt>
                <c:pt idx="602">
                  <c:v>46028</c:v>
                </c:pt>
                <c:pt idx="603">
                  <c:v>46029</c:v>
                </c:pt>
                <c:pt idx="604">
                  <c:v>46030</c:v>
                </c:pt>
                <c:pt idx="605">
                  <c:v>46031</c:v>
                </c:pt>
                <c:pt idx="606">
                  <c:v>46034</c:v>
                </c:pt>
                <c:pt idx="607">
                  <c:v>46035</c:v>
                </c:pt>
                <c:pt idx="608">
                  <c:v>46036</c:v>
                </c:pt>
                <c:pt idx="609">
                  <c:v>46037</c:v>
                </c:pt>
                <c:pt idx="610">
                  <c:v>46038</c:v>
                </c:pt>
                <c:pt idx="611">
                  <c:v>46041</c:v>
                </c:pt>
                <c:pt idx="612">
                  <c:v>46042</c:v>
                </c:pt>
                <c:pt idx="613">
                  <c:v>46043</c:v>
                </c:pt>
                <c:pt idx="614">
                  <c:v>46044</c:v>
                </c:pt>
                <c:pt idx="615">
                  <c:v>46045</c:v>
                </c:pt>
                <c:pt idx="616">
                  <c:v>46048</c:v>
                </c:pt>
                <c:pt idx="617">
                  <c:v>46049</c:v>
                </c:pt>
                <c:pt idx="618">
                  <c:v>46050</c:v>
                </c:pt>
                <c:pt idx="619">
                  <c:v>46051</c:v>
                </c:pt>
                <c:pt idx="620">
                  <c:v>46052</c:v>
                </c:pt>
                <c:pt idx="621">
                  <c:v>46055</c:v>
                </c:pt>
                <c:pt idx="622">
                  <c:v>46056</c:v>
                </c:pt>
                <c:pt idx="623">
                  <c:v>46057</c:v>
                </c:pt>
                <c:pt idx="624">
                  <c:v>46058</c:v>
                </c:pt>
                <c:pt idx="625">
                  <c:v>46059</c:v>
                </c:pt>
                <c:pt idx="626">
                  <c:v>46062</c:v>
                </c:pt>
                <c:pt idx="627">
                  <c:v>46063</c:v>
                </c:pt>
                <c:pt idx="628">
                  <c:v>46064</c:v>
                </c:pt>
                <c:pt idx="629">
                  <c:v>46065</c:v>
                </c:pt>
                <c:pt idx="630">
                  <c:v>46066</c:v>
                </c:pt>
                <c:pt idx="631">
                  <c:v>46071</c:v>
                </c:pt>
                <c:pt idx="632">
                  <c:v>46072</c:v>
                </c:pt>
                <c:pt idx="633">
                  <c:v>46073</c:v>
                </c:pt>
                <c:pt idx="634">
                  <c:v>46076</c:v>
                </c:pt>
                <c:pt idx="635">
                  <c:v>46077</c:v>
                </c:pt>
                <c:pt idx="636">
                  <c:v>46078</c:v>
                </c:pt>
                <c:pt idx="637">
                  <c:v>46079</c:v>
                </c:pt>
                <c:pt idx="638">
                  <c:v>46080</c:v>
                </c:pt>
                <c:pt idx="639">
                  <c:v>46083</c:v>
                </c:pt>
                <c:pt idx="640">
                  <c:v>46084</c:v>
                </c:pt>
                <c:pt idx="641">
                  <c:v>46085</c:v>
                </c:pt>
                <c:pt idx="642">
                  <c:v>46086</c:v>
                </c:pt>
                <c:pt idx="643">
                  <c:v>46087</c:v>
                </c:pt>
                <c:pt idx="644">
                  <c:v>46090</c:v>
                </c:pt>
                <c:pt idx="645">
                  <c:v>46091</c:v>
                </c:pt>
                <c:pt idx="646">
                  <c:v>46092</c:v>
                </c:pt>
                <c:pt idx="647">
                  <c:v>46093</c:v>
                </c:pt>
                <c:pt idx="648">
                  <c:v>46094</c:v>
                </c:pt>
                <c:pt idx="649">
                  <c:v>46097</c:v>
                </c:pt>
                <c:pt idx="650">
                  <c:v>46098</c:v>
                </c:pt>
                <c:pt idx="651">
                  <c:v>46099</c:v>
                </c:pt>
                <c:pt idx="652">
                  <c:v>46100</c:v>
                </c:pt>
                <c:pt idx="653">
                  <c:v>46101</c:v>
                </c:pt>
                <c:pt idx="654">
                  <c:v>46104</c:v>
                </c:pt>
                <c:pt idx="655">
                  <c:v>46105</c:v>
                </c:pt>
                <c:pt idx="656">
                  <c:v>46106</c:v>
                </c:pt>
                <c:pt idx="657">
                  <c:v>46107</c:v>
                </c:pt>
                <c:pt idx="658">
                  <c:v>46108</c:v>
                </c:pt>
                <c:pt idx="659">
                  <c:v>46111</c:v>
                </c:pt>
                <c:pt idx="660">
                  <c:v>46112</c:v>
                </c:pt>
                <c:pt idx="661">
                  <c:v>46113</c:v>
                </c:pt>
                <c:pt idx="662">
                  <c:v>46114</c:v>
                </c:pt>
                <c:pt idx="663">
                  <c:v>46118</c:v>
                </c:pt>
                <c:pt idx="664">
                  <c:v>46119</c:v>
                </c:pt>
                <c:pt idx="665">
                  <c:v>46120</c:v>
                </c:pt>
                <c:pt idx="666">
                  <c:v>46121</c:v>
                </c:pt>
                <c:pt idx="667">
                  <c:v>46122</c:v>
                </c:pt>
                <c:pt idx="668">
                  <c:v>46125</c:v>
                </c:pt>
                <c:pt idx="669">
                  <c:v>46126</c:v>
                </c:pt>
                <c:pt idx="670">
                  <c:v>46127</c:v>
                </c:pt>
                <c:pt idx="671">
                  <c:v>46128</c:v>
                </c:pt>
                <c:pt idx="672">
                  <c:v>46129</c:v>
                </c:pt>
                <c:pt idx="673">
                  <c:v>46132</c:v>
                </c:pt>
                <c:pt idx="674">
                  <c:v>46134</c:v>
                </c:pt>
                <c:pt idx="675">
                  <c:v>46135</c:v>
                </c:pt>
                <c:pt idx="676">
                  <c:v>46136</c:v>
                </c:pt>
                <c:pt idx="677">
                  <c:v>46139</c:v>
                </c:pt>
                <c:pt idx="678">
                  <c:v>46140</c:v>
                </c:pt>
                <c:pt idx="679">
                  <c:v>46141</c:v>
                </c:pt>
                <c:pt idx="680">
                  <c:v>46142</c:v>
                </c:pt>
                <c:pt idx="681">
                  <c:v>46146</c:v>
                </c:pt>
                <c:pt idx="682">
                  <c:v>46147</c:v>
                </c:pt>
                <c:pt idx="683">
                  <c:v>46148</c:v>
                </c:pt>
                <c:pt idx="684">
                  <c:v>46149</c:v>
                </c:pt>
                <c:pt idx="685">
                  <c:v>46150</c:v>
                </c:pt>
                <c:pt idx="686">
                  <c:v>46153</c:v>
                </c:pt>
                <c:pt idx="687">
                  <c:v>46154</c:v>
                </c:pt>
                <c:pt idx="688">
                  <c:v>46155</c:v>
                </c:pt>
                <c:pt idx="689">
                  <c:v>46156</c:v>
                </c:pt>
                <c:pt idx="690">
                  <c:v>46157</c:v>
                </c:pt>
                <c:pt idx="691">
                  <c:v>46160</c:v>
                </c:pt>
                <c:pt idx="692">
                  <c:v>46161</c:v>
                </c:pt>
                <c:pt idx="693">
                  <c:v>46162</c:v>
                </c:pt>
                <c:pt idx="694">
                  <c:v>46163</c:v>
                </c:pt>
                <c:pt idx="695">
                  <c:v>46164</c:v>
                </c:pt>
                <c:pt idx="696">
                  <c:v>46167</c:v>
                </c:pt>
                <c:pt idx="697">
                  <c:v>46168</c:v>
                </c:pt>
                <c:pt idx="698">
                  <c:v>46169</c:v>
                </c:pt>
                <c:pt idx="699">
                  <c:v>46170</c:v>
                </c:pt>
                <c:pt idx="700">
                  <c:v>46171</c:v>
                </c:pt>
                <c:pt idx="701">
                  <c:v>46174</c:v>
                </c:pt>
                <c:pt idx="702">
                  <c:v>46175</c:v>
                </c:pt>
                <c:pt idx="703">
                  <c:v>46176</c:v>
                </c:pt>
                <c:pt idx="704">
                  <c:v>46178</c:v>
                </c:pt>
                <c:pt idx="705">
                  <c:v>46181</c:v>
                </c:pt>
                <c:pt idx="706">
                  <c:v>46182</c:v>
                </c:pt>
                <c:pt idx="707">
                  <c:v>46183</c:v>
                </c:pt>
                <c:pt idx="708">
                  <c:v>46184</c:v>
                </c:pt>
                <c:pt idx="709">
                  <c:v>46185</c:v>
                </c:pt>
                <c:pt idx="710">
                  <c:v>46188</c:v>
                </c:pt>
                <c:pt idx="711">
                  <c:v>46189</c:v>
                </c:pt>
                <c:pt idx="712">
                  <c:v>46190</c:v>
                </c:pt>
                <c:pt idx="713">
                  <c:v>46191</c:v>
                </c:pt>
                <c:pt idx="714">
                  <c:v>46192</c:v>
                </c:pt>
                <c:pt idx="715">
                  <c:v>46195</c:v>
                </c:pt>
                <c:pt idx="716">
                  <c:v>46196</c:v>
                </c:pt>
                <c:pt idx="717">
                  <c:v>46197</c:v>
                </c:pt>
                <c:pt idx="718">
                  <c:v>46198</c:v>
                </c:pt>
                <c:pt idx="719">
                  <c:v>46199</c:v>
                </c:pt>
                <c:pt idx="720">
                  <c:v>46202</c:v>
                </c:pt>
                <c:pt idx="721">
                  <c:v>46203</c:v>
                </c:pt>
                <c:pt idx="722">
                  <c:v>46204</c:v>
                </c:pt>
                <c:pt idx="723">
                  <c:v>46205</c:v>
                </c:pt>
                <c:pt idx="724">
                  <c:v>46206</c:v>
                </c:pt>
                <c:pt idx="725">
                  <c:v>46209</c:v>
                </c:pt>
                <c:pt idx="726">
                  <c:v>46210</c:v>
                </c:pt>
                <c:pt idx="727">
                  <c:v>46211</c:v>
                </c:pt>
                <c:pt idx="728">
                  <c:v>46212</c:v>
                </c:pt>
                <c:pt idx="729">
                  <c:v>46213</c:v>
                </c:pt>
                <c:pt idx="730">
                  <c:v>46216</c:v>
                </c:pt>
                <c:pt idx="731">
                  <c:v>46217</c:v>
                </c:pt>
                <c:pt idx="732">
                  <c:v>46218</c:v>
                </c:pt>
                <c:pt idx="733">
                  <c:v>46219</c:v>
                </c:pt>
                <c:pt idx="734">
                  <c:v>46220</c:v>
                </c:pt>
                <c:pt idx="735">
                  <c:v>46223</c:v>
                </c:pt>
                <c:pt idx="736">
                  <c:v>46224</c:v>
                </c:pt>
                <c:pt idx="737">
                  <c:v>46225</c:v>
                </c:pt>
                <c:pt idx="738">
                  <c:v>46226</c:v>
                </c:pt>
                <c:pt idx="739">
                  <c:v>46227</c:v>
                </c:pt>
                <c:pt idx="740">
                  <c:v>46230</c:v>
                </c:pt>
                <c:pt idx="741">
                  <c:v>46231</c:v>
                </c:pt>
                <c:pt idx="742">
                  <c:v>46232</c:v>
                </c:pt>
                <c:pt idx="743">
                  <c:v>46233</c:v>
                </c:pt>
                <c:pt idx="744">
                  <c:v>46234</c:v>
                </c:pt>
                <c:pt idx="745">
                  <c:v>46237</c:v>
                </c:pt>
                <c:pt idx="746">
                  <c:v>46238</c:v>
                </c:pt>
                <c:pt idx="747">
                  <c:v>46239</c:v>
                </c:pt>
                <c:pt idx="748">
                  <c:v>46240</c:v>
                </c:pt>
                <c:pt idx="749">
                  <c:v>46241</c:v>
                </c:pt>
                <c:pt idx="750">
                  <c:v>46244</c:v>
                </c:pt>
                <c:pt idx="751">
                  <c:v>46245</c:v>
                </c:pt>
                <c:pt idx="752">
                  <c:v>46246</c:v>
                </c:pt>
                <c:pt idx="753">
                  <c:v>46247</c:v>
                </c:pt>
                <c:pt idx="754">
                  <c:v>46248</c:v>
                </c:pt>
                <c:pt idx="755">
                  <c:v>46251</c:v>
                </c:pt>
                <c:pt idx="756">
                  <c:v>46252</c:v>
                </c:pt>
                <c:pt idx="757">
                  <c:v>46253</c:v>
                </c:pt>
                <c:pt idx="758">
                  <c:v>46254</c:v>
                </c:pt>
                <c:pt idx="759">
                  <c:v>46255</c:v>
                </c:pt>
                <c:pt idx="760">
                  <c:v>46258</c:v>
                </c:pt>
                <c:pt idx="761">
                  <c:v>46259</c:v>
                </c:pt>
                <c:pt idx="762">
                  <c:v>46260</c:v>
                </c:pt>
                <c:pt idx="763">
                  <c:v>46261</c:v>
                </c:pt>
                <c:pt idx="764">
                  <c:v>46262</c:v>
                </c:pt>
              </c:numCache>
            </c:numRef>
          </c:cat>
          <c:val>
            <c:numRef>
              <c:f>'Composite treatment'!$C$5:$C$50000</c:f>
              <c:numCache>
                <c:formatCode>0.00</c:formatCode>
                <c:ptCount val="49996"/>
                <c:pt idx="0">
                  <c:v>0.8374327725114453</c:v>
                </c:pt>
                <c:pt idx="1">
                  <c:v>0.7387639948556967</c:v>
                </c:pt>
                <c:pt idx="2">
                  <c:v>0.5940272838235431</c:v>
                </c:pt>
                <c:pt idx="3">
                  <c:v>0.6381023248008466</c:v>
                </c:pt>
                <c:pt idx="4">
                  <c:v>0.5393671953281266</c:v>
                </c:pt>
                <c:pt idx="5">
                  <c:v>0.355369308533043</c:v>
                </c:pt>
                <c:pt idx="6">
                  <c:v>0.2992623586408135</c:v>
                </c:pt>
                <c:pt idx="7">
                  <c:v>0.2437686546717927</c:v>
                </c:pt>
                <c:pt idx="8">
                  <c:v>0.1679792290801689</c:v>
                </c:pt>
                <c:pt idx="9">
                  <c:v>0.3306293911891026</c:v>
                </c:pt>
                <c:pt idx="10">
                  <c:v>0.2110155662273725</c:v>
                </c:pt>
                <c:pt idx="11">
                  <c:v>0.3992967792311137</c:v>
                </c:pt>
                <c:pt idx="12">
                  <c:v>0.5263421698603344</c:v>
                </c:pt>
                <c:pt idx="13">
                  <c:v>0.3008939171567289</c:v>
                </c:pt>
                <c:pt idx="14">
                  <c:v>0.1025687637534075</c:v>
                </c:pt>
                <c:pt idx="15">
                  <c:v>0.1729693992628142</c:v>
                </c:pt>
                <c:pt idx="16">
                  <c:v>0.3054786451003242</c:v>
                </c:pt>
                <c:pt idx="17">
                  <c:v>0.2331192315629092</c:v>
                </c:pt>
                <c:pt idx="18">
                  <c:v>-0.06633874095878026</c:v>
                </c:pt>
                <c:pt idx="19">
                  <c:v>0.2226236031233317</c:v>
                </c:pt>
                <c:pt idx="20">
                  <c:v>0.155369272973252</c:v>
                </c:pt>
                <c:pt idx="21">
                  <c:v>0.004913064750180379</c:v>
                </c:pt>
                <c:pt idx="22">
                  <c:v>-0.1208082731525576</c:v>
                </c:pt>
                <c:pt idx="23">
                  <c:v>-0.1914402866389958</c:v>
                </c:pt>
                <c:pt idx="24">
                  <c:v>-0.006294131540163386</c:v>
                </c:pt>
                <c:pt idx="25">
                  <c:v>0.1523251725432807</c:v>
                </c:pt>
                <c:pt idx="26">
                  <c:v>0.1685997368217119</c:v>
                </c:pt>
                <c:pt idx="27">
                  <c:v>0.2143118947281247</c:v>
                </c:pt>
                <c:pt idx="28">
                  <c:v>0.07407988904133439</c:v>
                </c:pt>
                <c:pt idx="29">
                  <c:v>0.02472746145355376</c:v>
                </c:pt>
                <c:pt idx="30">
                  <c:v>-0.06311653217484381</c:v>
                </c:pt>
                <c:pt idx="31">
                  <c:v>0.1168515954731559</c:v>
                </c:pt>
                <c:pt idx="32">
                  <c:v>-0.1243973851243406</c:v>
                </c:pt>
                <c:pt idx="33">
                  <c:v>-0.2309011588448013</c:v>
                </c:pt>
                <c:pt idx="34">
                  <c:v>-0.2505929469893098</c:v>
                </c:pt>
                <c:pt idx="35">
                  <c:v>-0.4906517755336761</c:v>
                </c:pt>
                <c:pt idx="36">
                  <c:v>-0.5310923093648928</c:v>
                </c:pt>
                <c:pt idx="37">
                  <c:v>-0.260785947442908</c:v>
                </c:pt>
                <c:pt idx="38">
                  <c:v>-0.07604854131855618</c:v>
                </c:pt>
                <c:pt idx="39">
                  <c:v>-0.3453788880608323</c:v>
                </c:pt>
                <c:pt idx="40">
                  <c:v>-0.5968498811089267</c:v>
                </c:pt>
                <c:pt idx="41">
                  <c:v>-0.4588946978791185</c:v>
                </c:pt>
                <c:pt idx="42">
                  <c:v>-0.5199399821695034</c:v>
                </c:pt>
                <c:pt idx="43">
                  <c:v>-0.5252519585672748</c:v>
                </c:pt>
                <c:pt idx="44">
                  <c:v>-0.3379399817256846</c:v>
                </c:pt>
                <c:pt idx="45">
                  <c:v>0.001905650977282178</c:v>
                </c:pt>
                <c:pt idx="46">
                  <c:v>0.003823311259361692</c:v>
                </c:pt>
                <c:pt idx="47">
                  <c:v>-0.2907474725579352</c:v>
                </c:pt>
                <c:pt idx="48">
                  <c:v>-0.2267221188826479</c:v>
                </c:pt>
                <c:pt idx="49">
                  <c:v>-0.508038832119389</c:v>
                </c:pt>
                <c:pt idx="50">
                  <c:v>-0.7407164167044091</c:v>
                </c:pt>
                <c:pt idx="51">
                  <c:v>-0.7369695576542312</c:v>
                </c:pt>
                <c:pt idx="52">
                  <c:v>-0.8601320683643094</c:v>
                </c:pt>
                <c:pt idx="53">
                  <c:v>-0.7622138485776607</c:v>
                </c:pt>
                <c:pt idx="54">
                  <c:v>-0.5403252914641059</c:v>
                </c:pt>
                <c:pt idx="55">
                  <c:v>-0.752896143678669</c:v>
                </c:pt>
                <c:pt idx="56">
                  <c:v>-0.4699814292945264</c:v>
                </c:pt>
                <c:pt idx="57">
                  <c:v>-0.788789123012422</c:v>
                </c:pt>
                <c:pt idx="58">
                  <c:v>-0.9274817110232512</c:v>
                </c:pt>
                <c:pt idx="59">
                  <c:v>-0.7816498496040719</c:v>
                </c:pt>
                <c:pt idx="60">
                  <c:v>-0.5611463431609441</c:v>
                </c:pt>
                <c:pt idx="61">
                  <c:v>-0.09185241960286762</c:v>
                </c:pt>
                <c:pt idx="62">
                  <c:v>-0.1189713518848574</c:v>
                </c:pt>
                <c:pt idx="63">
                  <c:v>0.09514427261380337</c:v>
                </c:pt>
                <c:pt idx="64">
                  <c:v>0.09199331203990377</c:v>
                </c:pt>
                <c:pt idx="65">
                  <c:v>0.00918781513147586</c:v>
                </c:pt>
                <c:pt idx="66">
                  <c:v>0.1702982014471653</c:v>
                </c:pt>
                <c:pt idx="67">
                  <c:v>0.09140314379350832</c:v>
                </c:pt>
                <c:pt idx="68">
                  <c:v>0.4585483115227507</c:v>
                </c:pt>
                <c:pt idx="69">
                  <c:v>0.6811428091801762</c:v>
                </c:pt>
                <c:pt idx="70">
                  <c:v>0.592660307163959</c:v>
                </c:pt>
                <c:pt idx="71">
                  <c:v>0.7142455487901224</c:v>
                </c:pt>
                <c:pt idx="72">
                  <c:v>0.554203398936011</c:v>
                </c:pt>
                <c:pt idx="73">
                  <c:v>0.6395043197606314</c:v>
                </c:pt>
                <c:pt idx="74">
                  <c:v>0.73532058599597</c:v>
                </c:pt>
                <c:pt idx="75">
                  <c:v>0.5646027323556848</c:v>
                </c:pt>
                <c:pt idx="76">
                  <c:v>0.5921558950942862</c:v>
                </c:pt>
                <c:pt idx="77">
                  <c:v>0.830218061626612</c:v>
                </c:pt>
                <c:pt idx="78">
                  <c:v>0.7448450289675793</c:v>
                </c:pt>
                <c:pt idx="79">
                  <c:v>0.8973119378858361</c:v>
                </c:pt>
                <c:pt idx="80">
                  <c:v>1.088160054094347</c:v>
                </c:pt>
                <c:pt idx="81">
                  <c:v>0.9053348460502901</c:v>
                </c:pt>
                <c:pt idx="82">
                  <c:v>1.028096394215407</c:v>
                </c:pt>
                <c:pt idx="83">
                  <c:v>0.9423482122941458</c:v>
                </c:pt>
                <c:pt idx="84">
                  <c:v>1.052483588066453</c:v>
                </c:pt>
                <c:pt idx="85">
                  <c:v>1.171168129592373</c:v>
                </c:pt>
                <c:pt idx="86">
                  <c:v>1.046226457514367</c:v>
                </c:pt>
                <c:pt idx="87">
                  <c:v>0.9821923859427001</c:v>
                </c:pt>
                <c:pt idx="88">
                  <c:v>1.348265697631189</c:v>
                </c:pt>
                <c:pt idx="89">
                  <c:v>1.509179543946126</c:v>
                </c:pt>
                <c:pt idx="90">
                  <c:v>1.415800592039822</c:v>
                </c:pt>
                <c:pt idx="91">
                  <c:v>1.503702817622802</c:v>
                </c:pt>
                <c:pt idx="92">
                  <c:v>1.601763806442581</c:v>
                </c:pt>
                <c:pt idx="93">
                  <c:v>1.506129604089998</c:v>
                </c:pt>
                <c:pt idx="94">
                  <c:v>1.589489161693196</c:v>
                </c:pt>
                <c:pt idx="95">
                  <c:v>1.734479746533803</c:v>
                </c:pt>
                <c:pt idx="96">
                  <c:v>1.782328376320016</c:v>
                </c:pt>
                <c:pt idx="97">
                  <c:v>1.889322516139818</c:v>
                </c:pt>
                <c:pt idx="98">
                  <c:v>1.819154830301176</c:v>
                </c:pt>
                <c:pt idx="99">
                  <c:v>1.389397633305903</c:v>
                </c:pt>
                <c:pt idx="100">
                  <c:v>1.331868985464741</c:v>
                </c:pt>
                <c:pt idx="101">
                  <c:v>0.9982767589343083</c:v>
                </c:pt>
                <c:pt idx="102">
                  <c:v>1.147617296381033</c:v>
                </c:pt>
                <c:pt idx="103">
                  <c:v>1.279878532238353</c:v>
                </c:pt>
                <c:pt idx="104">
                  <c:v>1.167651800575933</c:v>
                </c:pt>
                <c:pt idx="105">
                  <c:v>1.003906454490967</c:v>
                </c:pt>
                <c:pt idx="106">
                  <c:v>0.9133421374518772</c:v>
                </c:pt>
                <c:pt idx="107">
                  <c:v>0.9781425573264838</c:v>
                </c:pt>
                <c:pt idx="108">
                  <c:v>1.050308710628418</c:v>
                </c:pt>
                <c:pt idx="109">
                  <c:v>0.6747255840523716</c:v>
                </c:pt>
                <c:pt idx="110">
                  <c:v>0.5545678175723843</c:v>
                </c:pt>
                <c:pt idx="111">
                  <c:v>0.3563102737876251</c:v>
                </c:pt>
                <c:pt idx="112">
                  <c:v>0.4171252350100446</c:v>
                </c:pt>
                <c:pt idx="113">
                  <c:v>0.2073556413308504</c:v>
                </c:pt>
                <c:pt idx="114">
                  <c:v>0.4622818620366826</c:v>
                </c:pt>
                <c:pt idx="115">
                  <c:v>0.3649409292302068</c:v>
                </c:pt>
                <c:pt idx="116">
                  <c:v>0.4298336200638905</c:v>
                </c:pt>
                <c:pt idx="117">
                  <c:v>0.3749807127896745</c:v>
                </c:pt>
                <c:pt idx="118">
                  <c:v>0.1215856400958838</c:v>
                </c:pt>
                <c:pt idx="119">
                  <c:v>-0.1855526865565353</c:v>
                </c:pt>
                <c:pt idx="120">
                  <c:v>-0.03304333682055898</c:v>
                </c:pt>
                <c:pt idx="121">
                  <c:v>-0.06327290419065808</c:v>
                </c:pt>
                <c:pt idx="122">
                  <c:v>-0.309086738349227</c:v>
                </c:pt>
                <c:pt idx="123">
                  <c:v>-0.3796781059542492</c:v>
                </c:pt>
                <c:pt idx="124">
                  <c:v>-0.09163845393750643</c:v>
                </c:pt>
                <c:pt idx="125">
                  <c:v>-0.148504353635685</c:v>
                </c:pt>
                <c:pt idx="126">
                  <c:v>-0.4036847792616825</c:v>
                </c:pt>
                <c:pt idx="127">
                  <c:v>-0.3917145705263316</c:v>
                </c:pt>
                <c:pt idx="128">
                  <c:v>-0.6034450572136348</c:v>
                </c:pt>
                <c:pt idx="129">
                  <c:v>-0.5583218529092471</c:v>
                </c:pt>
                <c:pt idx="130">
                  <c:v>-0.3835749479169607</c:v>
                </c:pt>
                <c:pt idx="131">
                  <c:v>-0.3557007560709316</c:v>
                </c:pt>
                <c:pt idx="132">
                  <c:v>-0.1805990778915359</c:v>
                </c:pt>
                <c:pt idx="133">
                  <c:v>-0.2528765236706899</c:v>
                </c:pt>
                <c:pt idx="134">
                  <c:v>-0.06861359997346506</c:v>
                </c:pt>
                <c:pt idx="135">
                  <c:v>-0.2944633363397383</c:v>
                </c:pt>
                <c:pt idx="136">
                  <c:v>-0.2871468449816256</c:v>
                </c:pt>
                <c:pt idx="137">
                  <c:v>0.0549296189019842</c:v>
                </c:pt>
                <c:pt idx="138">
                  <c:v>-0.05739421640778548</c:v>
                </c:pt>
                <c:pt idx="139">
                  <c:v>-0.1266221066827429</c:v>
                </c:pt>
                <c:pt idx="140">
                  <c:v>-0.05426718115255107</c:v>
                </c:pt>
                <c:pt idx="141">
                  <c:v>-0.2335848181765321</c:v>
                </c:pt>
                <c:pt idx="142">
                  <c:v>-0.1919758835327659</c:v>
                </c:pt>
                <c:pt idx="143">
                  <c:v>-0.1055026935792673</c:v>
                </c:pt>
                <c:pt idx="144">
                  <c:v>-0.1723628453650759</c:v>
                </c:pt>
                <c:pt idx="145">
                  <c:v>-0.09996419924056829</c:v>
                </c:pt>
                <c:pt idx="146">
                  <c:v>-0.2726799287434901</c:v>
                </c:pt>
                <c:pt idx="147">
                  <c:v>-0.05064694894809448</c:v>
                </c:pt>
                <c:pt idx="148">
                  <c:v>-0.002116489442207815</c:v>
                </c:pt>
                <c:pt idx="149">
                  <c:v>-0.07121096508204265</c:v>
                </c:pt>
                <c:pt idx="150">
                  <c:v>-0.1253920025115612</c:v>
                </c:pt>
                <c:pt idx="151">
                  <c:v>-0.1114896632952107</c:v>
                </c:pt>
                <c:pt idx="152">
                  <c:v>-0.0327302210119722</c:v>
                </c:pt>
                <c:pt idx="153">
                  <c:v>0.2666673336070494</c:v>
                </c:pt>
                <c:pt idx="154">
                  <c:v>0.1581698791433037</c:v>
                </c:pt>
                <c:pt idx="155">
                  <c:v>0.01506141480942687</c:v>
                </c:pt>
                <c:pt idx="156">
                  <c:v>-0.04320020250123763</c:v>
                </c:pt>
                <c:pt idx="157">
                  <c:v>-0.07027434201576435</c:v>
                </c:pt>
                <c:pt idx="158">
                  <c:v>0.1065392450727738</c:v>
                </c:pt>
                <c:pt idx="159">
                  <c:v>0.1225937643137652</c:v>
                </c:pt>
                <c:pt idx="160">
                  <c:v>-0.06360462116004352</c:v>
                </c:pt>
                <c:pt idx="161">
                  <c:v>-0.05135806980656899</c:v>
                </c:pt>
                <c:pt idx="162">
                  <c:v>-0.09654311294578859</c:v>
                </c:pt>
                <c:pt idx="163">
                  <c:v>-0.01811847816372435</c:v>
                </c:pt>
                <c:pt idx="164">
                  <c:v>-0.1407123515080061</c:v>
                </c:pt>
                <c:pt idx="165">
                  <c:v>0.08883024597078515</c:v>
                </c:pt>
                <c:pt idx="166">
                  <c:v>0.2647938991132544</c:v>
                </c:pt>
                <c:pt idx="167">
                  <c:v>-0.0591230371277822</c:v>
                </c:pt>
                <c:pt idx="168">
                  <c:v>-0.1975217547319056</c:v>
                </c:pt>
                <c:pt idx="169">
                  <c:v>-0.4913041030598388</c:v>
                </c:pt>
                <c:pt idx="170">
                  <c:v>-0.7907505652422054</c:v>
                </c:pt>
                <c:pt idx="171">
                  <c:v>-0.9551455756862572</c:v>
                </c:pt>
                <c:pt idx="172">
                  <c:v>-1.026353638197436</c:v>
                </c:pt>
                <c:pt idx="173">
                  <c:v>-1.050966680037531</c:v>
                </c:pt>
                <c:pt idx="174">
                  <c:v>-0.8237860193720644</c:v>
                </c:pt>
                <c:pt idx="175">
                  <c:v>-0.7576666037785585</c:v>
                </c:pt>
                <c:pt idx="176">
                  <c:v>-0.7828824482650325</c:v>
                </c:pt>
                <c:pt idx="177">
                  <c:v>-0.8784567357219387</c:v>
                </c:pt>
                <c:pt idx="178">
                  <c:v>-0.9273827783400542</c:v>
                </c:pt>
                <c:pt idx="179">
                  <c:v>-0.5909749490166094</c:v>
                </c:pt>
                <c:pt idx="180">
                  <c:v>-0.5301441259440246</c:v>
                </c:pt>
                <c:pt idx="181">
                  <c:v>-0.7657859673751888</c:v>
                </c:pt>
                <c:pt idx="182">
                  <c:v>-0.5449255844057582</c:v>
                </c:pt>
                <c:pt idx="183">
                  <c:v>-0.2033923071924704</c:v>
                </c:pt>
                <c:pt idx="184">
                  <c:v>-0.2813951284903398</c:v>
                </c:pt>
                <c:pt idx="185">
                  <c:v>-0.2355879263435472</c:v>
                </c:pt>
                <c:pt idx="186">
                  <c:v>-0.1696626828830948</c:v>
                </c:pt>
                <c:pt idx="187">
                  <c:v>-0.3769405925588784</c:v>
                </c:pt>
                <c:pt idx="188">
                  <c:v>-0.6299664033122699</c:v>
                </c:pt>
                <c:pt idx="189">
                  <c:v>-0.5484728274253253</c:v>
                </c:pt>
                <c:pt idx="190">
                  <c:v>-0.3814171051368725</c:v>
                </c:pt>
                <c:pt idx="191">
                  <c:v>-0.3615842555691585</c:v>
                </c:pt>
                <c:pt idx="192">
                  <c:v>-0.2823765190966412</c:v>
                </c:pt>
                <c:pt idx="193">
                  <c:v>-0.3106531738734095</c:v>
                </c:pt>
                <c:pt idx="194">
                  <c:v>-0.2493305189111243</c:v>
                </c:pt>
                <c:pt idx="195">
                  <c:v>-0.292555642371937</c:v>
                </c:pt>
                <c:pt idx="196">
                  <c:v>-0.5463171738238861</c:v>
                </c:pt>
                <c:pt idx="197">
                  <c:v>-0.6515143547272814</c:v>
                </c:pt>
                <c:pt idx="198">
                  <c:v>-0.689801271430537</c:v>
                </c:pt>
                <c:pt idx="199">
                  <c:v>-0.6425067997858182</c:v>
                </c:pt>
                <c:pt idx="200">
                  <c:v>-0.740050616595897</c:v>
                </c:pt>
                <c:pt idx="201">
                  <c:v>-0.8959739604467404</c:v>
                </c:pt>
                <c:pt idx="202">
                  <c:v>-0.9884913823337843</c:v>
                </c:pt>
                <c:pt idx="203">
                  <c:v>-0.8753395867620148</c:v>
                </c:pt>
                <c:pt idx="204">
                  <c:v>-0.8932263864242835</c:v>
                </c:pt>
                <c:pt idx="205">
                  <c:v>-0.9423967764723771</c:v>
                </c:pt>
                <c:pt idx="206">
                  <c:v>-0.6790836746632894</c:v>
                </c:pt>
                <c:pt idx="207">
                  <c:v>-0.9613331453000779</c:v>
                </c:pt>
                <c:pt idx="208">
                  <c:v>-1.056992901068613</c:v>
                </c:pt>
                <c:pt idx="209">
                  <c:v>-0.8525271903797487</c:v>
                </c:pt>
                <c:pt idx="210">
                  <c:v>-1.122793207985216</c:v>
                </c:pt>
                <c:pt idx="211">
                  <c:v>-1.176359058602839</c:v>
                </c:pt>
                <c:pt idx="212">
                  <c:v>-1.046416421310215</c:v>
                </c:pt>
                <c:pt idx="213">
                  <c:v>-1.224219129779701</c:v>
                </c:pt>
                <c:pt idx="214">
                  <c:v>-1.199366372553815</c:v>
                </c:pt>
                <c:pt idx="215">
                  <c:v>-1.096057459195628</c:v>
                </c:pt>
                <c:pt idx="216">
                  <c:v>-1.134337535422511</c:v>
                </c:pt>
                <c:pt idx="217">
                  <c:v>-0.9816879355594623</c:v>
                </c:pt>
                <c:pt idx="218">
                  <c:v>-0.7565553175105166</c:v>
                </c:pt>
                <c:pt idx="219">
                  <c:v>-0.8092682761605176</c:v>
                </c:pt>
                <c:pt idx="220">
                  <c:v>-0.858149424822087</c:v>
                </c:pt>
                <c:pt idx="221">
                  <c:v>-0.3204125092684505</c:v>
                </c:pt>
                <c:pt idx="222">
                  <c:v>-0.750751424938054</c:v>
                </c:pt>
                <c:pt idx="223">
                  <c:v>-0.7062570167319351</c:v>
                </c:pt>
                <c:pt idx="224">
                  <c:v>-0.6737278806795909</c:v>
                </c:pt>
                <c:pt idx="225">
                  <c:v>-0.4657019146554305</c:v>
                </c:pt>
                <c:pt idx="226">
                  <c:v>-0.2401882470730334</c:v>
                </c:pt>
                <c:pt idx="227">
                  <c:v>-0.0794091713401852</c:v>
                </c:pt>
                <c:pt idx="228">
                  <c:v>-0.1662299563690755</c:v>
                </c:pt>
                <c:pt idx="229">
                  <c:v>-0.07196796191454743</c:v>
                </c:pt>
                <c:pt idx="230">
                  <c:v>-0.0009828964162769916</c:v>
                </c:pt>
                <c:pt idx="231">
                  <c:v>0.2643202366340385</c:v>
                </c:pt>
                <c:pt idx="232">
                  <c:v>0.2673981986252489</c:v>
                </c:pt>
                <c:pt idx="233">
                  <c:v>0.4123688048088721</c:v>
                </c:pt>
                <c:pt idx="234">
                  <c:v>0.3855521832703835</c:v>
                </c:pt>
                <c:pt idx="235">
                  <c:v>0.4540585655140529</c:v>
                </c:pt>
                <c:pt idx="236">
                  <c:v>0.09837148444748219</c:v>
                </c:pt>
                <c:pt idx="237">
                  <c:v>0.09931762429798395</c:v>
                </c:pt>
                <c:pt idx="238">
                  <c:v>0.2456055083735237</c:v>
                </c:pt>
                <c:pt idx="239">
                  <c:v>0.04993153205243012</c:v>
                </c:pt>
                <c:pt idx="240">
                  <c:v>-0.04162186185757253</c:v>
                </c:pt>
                <c:pt idx="241">
                  <c:v>-0.1481620567736233</c:v>
                </c:pt>
                <c:pt idx="242">
                  <c:v>-0.005461692006052247</c:v>
                </c:pt>
                <c:pt idx="243">
                  <c:v>-0.1773019012574928</c:v>
                </c:pt>
                <c:pt idx="244">
                  <c:v>-0.2895197523237911</c:v>
                </c:pt>
                <c:pt idx="245">
                  <c:v>-0.1609614518824701</c:v>
                </c:pt>
                <c:pt idx="246">
                  <c:v>-0.1732989445409874</c:v>
                </c:pt>
                <c:pt idx="247">
                  <c:v>-0.1757059634656873</c:v>
                </c:pt>
                <c:pt idx="248">
                  <c:v>-0.2876626784463095</c:v>
                </c:pt>
                <c:pt idx="249">
                  <c:v>-0.2001308691074669</c:v>
                </c:pt>
                <c:pt idx="250">
                  <c:v>0.07165267401902083</c:v>
                </c:pt>
                <c:pt idx="251">
                  <c:v>0.2136802059653011</c:v>
                </c:pt>
                <c:pt idx="252">
                  <c:v>0.4122754582978462</c:v>
                </c:pt>
                <c:pt idx="253">
                  <c:v>0.3896553051303112</c:v>
                </c:pt>
                <c:pt idx="254">
                  <c:v>0.4713515827959696</c:v>
                </c:pt>
                <c:pt idx="255">
                  <c:v>0.4163315765302254</c:v>
                </c:pt>
                <c:pt idx="256">
                  <c:v>0.4648036575863648</c:v>
                </c:pt>
                <c:pt idx="257">
                  <c:v>0.3446865280653859</c:v>
                </c:pt>
                <c:pt idx="258">
                  <c:v>0.6378749982573639</c:v>
                </c:pt>
                <c:pt idx="259">
                  <c:v>0.6486166932171112</c:v>
                </c:pt>
                <c:pt idx="260">
                  <c:v>0.6412899224205514</c:v>
                </c:pt>
                <c:pt idx="261">
                  <c:v>0.3992472069818306</c:v>
                </c:pt>
                <c:pt idx="262">
                  <c:v>0.6604175029539069</c:v>
                </c:pt>
                <c:pt idx="263">
                  <c:v>0.6542015148255791</c:v>
                </c:pt>
                <c:pt idx="264">
                  <c:v>0.6398245974799572</c:v>
                </c:pt>
                <c:pt idx="265">
                  <c:v>0.5675998664170647</c:v>
                </c:pt>
                <c:pt idx="266">
                  <c:v>0.3325260901594977</c:v>
                </c:pt>
                <c:pt idx="267">
                  <c:v>0.2952576634201665</c:v>
                </c:pt>
                <c:pt idx="268">
                  <c:v>0.1750344766350225</c:v>
                </c:pt>
                <c:pt idx="269">
                  <c:v>0.1822565018731332</c:v>
                </c:pt>
                <c:pt idx="270">
                  <c:v>0.4672616208960397</c:v>
                </c:pt>
                <c:pt idx="271">
                  <c:v>0.5641053098231833</c:v>
                </c:pt>
                <c:pt idx="272">
                  <c:v>0.3705579232090055</c:v>
                </c:pt>
                <c:pt idx="273">
                  <c:v>0.3373262440160892</c:v>
                </c:pt>
                <c:pt idx="274">
                  <c:v>0.3285641154787347</c:v>
                </c:pt>
                <c:pt idx="275">
                  <c:v>0.3826172599992491</c:v>
                </c:pt>
                <c:pt idx="276">
                  <c:v>0.223356723022659</c:v>
                </c:pt>
                <c:pt idx="277">
                  <c:v>0.4966441029014128</c:v>
                </c:pt>
                <c:pt idx="278">
                  <c:v>0.4968488971170054</c:v>
                </c:pt>
                <c:pt idx="279">
                  <c:v>0.5344462488175142</c:v>
                </c:pt>
                <c:pt idx="280">
                  <c:v>0.3067047189401559</c:v>
                </c:pt>
                <c:pt idx="281">
                  <c:v>0.1085404237698126</c:v>
                </c:pt>
                <c:pt idx="282">
                  <c:v>-0.2110486411281411</c:v>
                </c:pt>
                <c:pt idx="283">
                  <c:v>-0.3854240694754731</c:v>
                </c:pt>
                <c:pt idx="284">
                  <c:v>-0.2316583430112982</c:v>
                </c:pt>
                <c:pt idx="285">
                  <c:v>-0.2989594341681794</c:v>
                </c:pt>
                <c:pt idx="286">
                  <c:v>-0.1221142556179066</c:v>
                </c:pt>
                <c:pt idx="287">
                  <c:v>-0.1613953245526089</c:v>
                </c:pt>
                <c:pt idx="288">
                  <c:v>-0.3066218495772752</c:v>
                </c:pt>
                <c:pt idx="289">
                  <c:v>-0.2594557496389361</c:v>
                </c:pt>
                <c:pt idx="290">
                  <c:v>-0.0256141034799469</c:v>
                </c:pt>
                <c:pt idx="291">
                  <c:v>-0.3422044130211661</c:v>
                </c:pt>
                <c:pt idx="292">
                  <c:v>-0.2997279431312391</c:v>
                </c:pt>
                <c:pt idx="293">
                  <c:v>-0.3255598383155414</c:v>
                </c:pt>
                <c:pt idx="294">
                  <c:v>-0.2529990597402754</c:v>
                </c:pt>
                <c:pt idx="295">
                  <c:v>-0.6049176246728576</c:v>
                </c:pt>
                <c:pt idx="296">
                  <c:v>-0.6595867629789872</c:v>
                </c:pt>
                <c:pt idx="297">
                  <c:v>-0.6697497483993169</c:v>
                </c:pt>
                <c:pt idx="298">
                  <c:v>-0.3867095084752299</c:v>
                </c:pt>
                <c:pt idx="299">
                  <c:v>-0.4357445035682977</c:v>
                </c:pt>
                <c:pt idx="300">
                  <c:v>-0.3616896923653279</c:v>
                </c:pt>
                <c:pt idx="301">
                  <c:v>-0.5084999939088753</c:v>
                </c:pt>
                <c:pt idx="302">
                  <c:v>-0.566459995062869</c:v>
                </c:pt>
                <c:pt idx="303">
                  <c:v>-0.5669221052923564</c:v>
                </c:pt>
                <c:pt idx="304">
                  <c:v>-0.6320464683001568</c:v>
                </c:pt>
                <c:pt idx="305">
                  <c:v>-0.653339575126906</c:v>
                </c:pt>
                <c:pt idx="306">
                  <c:v>-0.4506541110578706</c:v>
                </c:pt>
                <c:pt idx="307">
                  <c:v>-0.5256897137594114</c:v>
                </c:pt>
                <c:pt idx="308">
                  <c:v>-0.368450449950331</c:v>
                </c:pt>
                <c:pt idx="309">
                  <c:v>-0.5418813276851431</c:v>
                </c:pt>
                <c:pt idx="310">
                  <c:v>-0.3928815107370165</c:v>
                </c:pt>
                <c:pt idx="311">
                  <c:v>-0.5571193021672793</c:v>
                </c:pt>
                <c:pt idx="312">
                  <c:v>-0.8569750526407623</c:v>
                </c:pt>
                <c:pt idx="313">
                  <c:v>-0.4740384465881937</c:v>
                </c:pt>
                <c:pt idx="314">
                  <c:v>-0.427484440294796</c:v>
                </c:pt>
                <c:pt idx="315">
                  <c:v>-0.4273106317479639</c:v>
                </c:pt>
                <c:pt idx="316">
                  <c:v>-0.5797506514163508</c:v>
                </c:pt>
                <c:pt idx="317">
                  <c:v>-0.7246468709823278</c:v>
                </c:pt>
                <c:pt idx="318">
                  <c:v>-0.7129675458297587</c:v>
                </c:pt>
                <c:pt idx="319">
                  <c:v>-0.7440219785110687</c:v>
                </c:pt>
                <c:pt idx="320">
                  <c:v>-0.7769625211485315</c:v>
                </c:pt>
                <c:pt idx="321">
                  <c:v>-0.7552450902104432</c:v>
                </c:pt>
                <c:pt idx="322">
                  <c:v>-0.8267568726317831</c:v>
                </c:pt>
                <c:pt idx="323">
                  <c:v>-0.6943397500676256</c:v>
                </c:pt>
                <c:pt idx="324">
                  <c:v>-0.8917050743334848</c:v>
                </c:pt>
                <c:pt idx="325">
                  <c:v>-0.5144955088447716</c:v>
                </c:pt>
                <c:pt idx="326">
                  <c:v>-0.4242584986860795</c:v>
                </c:pt>
                <c:pt idx="327">
                  <c:v>-0.2191616509104598</c:v>
                </c:pt>
                <c:pt idx="328">
                  <c:v>-0.4938342219720249</c:v>
                </c:pt>
                <c:pt idx="329">
                  <c:v>-0.918449974967947</c:v>
                </c:pt>
                <c:pt idx="330">
                  <c:v>-0.8632527606578236</c:v>
                </c:pt>
                <c:pt idx="331">
                  <c:v>-0.9280395763328341</c:v>
                </c:pt>
                <c:pt idx="332">
                  <c:v>-0.8175537826653331</c:v>
                </c:pt>
                <c:pt idx="333">
                  <c:v>-0.8171818214862832</c:v>
                </c:pt>
                <c:pt idx="334">
                  <c:v>-0.5862023210478355</c:v>
                </c:pt>
                <c:pt idx="335">
                  <c:v>-0.837046530367582</c:v>
                </c:pt>
                <c:pt idx="336">
                  <c:v>-0.8934278193033439</c:v>
                </c:pt>
                <c:pt idx="337">
                  <c:v>-0.6531069885939619</c:v>
                </c:pt>
                <c:pt idx="338">
                  <c:v>-0.4412453553844864</c:v>
                </c:pt>
                <c:pt idx="339">
                  <c:v>-0.8504803206262984</c:v>
                </c:pt>
                <c:pt idx="340">
                  <c:v>-1.08044114379625</c:v>
                </c:pt>
                <c:pt idx="341">
                  <c:v>-1.352682590174072</c:v>
                </c:pt>
                <c:pt idx="342">
                  <c:v>-1.205688759555538</c:v>
                </c:pt>
                <c:pt idx="343">
                  <c:v>-1.572644640176244</c:v>
                </c:pt>
                <c:pt idx="344">
                  <c:v>-1.345604845065629</c:v>
                </c:pt>
                <c:pt idx="345">
                  <c:v>-1.093466998793404</c:v>
                </c:pt>
                <c:pt idx="346">
                  <c:v>-1.336820848353033</c:v>
                </c:pt>
                <c:pt idx="347">
                  <c:v>-1.331868823995165</c:v>
                </c:pt>
                <c:pt idx="348">
                  <c:v>-1.386911215804317</c:v>
                </c:pt>
                <c:pt idx="349">
                  <c:v>-1.511457207729532</c:v>
                </c:pt>
                <c:pt idx="350">
                  <c:v>-1.591979555033134</c:v>
                </c:pt>
                <c:pt idx="351">
                  <c:v>-1.724726668455018</c:v>
                </c:pt>
                <c:pt idx="352">
                  <c:v>-1.489939989217718</c:v>
                </c:pt>
                <c:pt idx="353">
                  <c:v>-1.323626564054936</c:v>
                </c:pt>
                <c:pt idx="354">
                  <c:v>-1.502468881411064</c:v>
                </c:pt>
                <c:pt idx="355">
                  <c:v>-1.448098244350742</c:v>
                </c:pt>
                <c:pt idx="356">
                  <c:v>-1.544687203013246</c:v>
                </c:pt>
                <c:pt idx="357">
                  <c:v>-1.489000301499036</c:v>
                </c:pt>
                <c:pt idx="358">
                  <c:v>-1.358358971729664</c:v>
                </c:pt>
                <c:pt idx="359">
                  <c:v>-1.043693437197003</c:v>
                </c:pt>
                <c:pt idx="360">
                  <c:v>-1.023587382903497</c:v>
                </c:pt>
                <c:pt idx="361">
                  <c:v>-0.7872226342946256</c:v>
                </c:pt>
                <c:pt idx="362">
                  <c:v>-0.7243910509563845</c:v>
                </c:pt>
                <c:pt idx="363">
                  <c:v>-0.5675917121456162</c:v>
                </c:pt>
                <c:pt idx="364">
                  <c:v>-0.5173716506621177</c:v>
                </c:pt>
                <c:pt idx="365">
                  <c:v>-0.588181804894576</c:v>
                </c:pt>
                <c:pt idx="366">
                  <c:v>-0.5931685660541193</c:v>
                </c:pt>
                <c:pt idx="367">
                  <c:v>-0.2491179060104114</c:v>
                </c:pt>
                <c:pt idx="368">
                  <c:v>-0.3773416797334304</c:v>
                </c:pt>
                <c:pt idx="369">
                  <c:v>-0.4165960541071388</c:v>
                </c:pt>
                <c:pt idx="370">
                  <c:v>0.0107513649616641</c:v>
                </c:pt>
                <c:pt idx="371">
                  <c:v>-0.06891476332171144</c:v>
                </c:pt>
                <c:pt idx="372">
                  <c:v>-0.07752786922051742</c:v>
                </c:pt>
                <c:pt idx="373">
                  <c:v>-0.2585901272649887</c:v>
                </c:pt>
                <c:pt idx="374">
                  <c:v>-0.2840560086400854</c:v>
                </c:pt>
                <c:pt idx="375">
                  <c:v>-0.0948993514820942</c:v>
                </c:pt>
                <c:pt idx="376">
                  <c:v>-0.3324200627795578</c:v>
                </c:pt>
                <c:pt idx="377">
                  <c:v>-0.1306068117719739</c:v>
                </c:pt>
                <c:pt idx="378">
                  <c:v>0.1809539661346453</c:v>
                </c:pt>
                <c:pt idx="379">
                  <c:v>-0.08548354539599774</c:v>
                </c:pt>
                <c:pt idx="380">
                  <c:v>-0.04805324361741226</c:v>
                </c:pt>
                <c:pt idx="381">
                  <c:v>0.4603891039323276</c:v>
                </c:pt>
                <c:pt idx="382">
                  <c:v>0.6763249501755697</c:v>
                </c:pt>
                <c:pt idx="383">
                  <c:v>0.5575946090625147</c:v>
                </c:pt>
                <c:pt idx="384">
                  <c:v>0.3093361247376996</c:v>
                </c:pt>
                <c:pt idx="385">
                  <c:v>0.2232318735095404</c:v>
                </c:pt>
                <c:pt idx="386">
                  <c:v>0.2471447709182871</c:v>
                </c:pt>
                <c:pt idx="387">
                  <c:v>-0.004255647170637328</c:v>
                </c:pt>
                <c:pt idx="388">
                  <c:v>0.1426546124179676</c:v>
                </c:pt>
                <c:pt idx="389">
                  <c:v>-0.1457164112720086</c:v>
                </c:pt>
                <c:pt idx="390">
                  <c:v>-0.308455368705541</c:v>
                </c:pt>
                <c:pt idx="391">
                  <c:v>-0.5950637100152234</c:v>
                </c:pt>
                <c:pt idx="392">
                  <c:v>-0.535412211065056</c:v>
                </c:pt>
                <c:pt idx="393">
                  <c:v>-0.3845280441335036</c:v>
                </c:pt>
                <c:pt idx="394">
                  <c:v>-0.05273051426863393</c:v>
                </c:pt>
                <c:pt idx="395">
                  <c:v>-0.1169159857078869</c:v>
                </c:pt>
                <c:pt idx="396">
                  <c:v>-0.2639709283566112</c:v>
                </c:pt>
                <c:pt idx="397">
                  <c:v>-0.1891183791859073</c:v>
                </c:pt>
                <c:pt idx="398">
                  <c:v>-0.0114046818424991</c:v>
                </c:pt>
                <c:pt idx="399">
                  <c:v>0.2887582996884031</c:v>
                </c:pt>
                <c:pt idx="400">
                  <c:v>0.3566846302003926</c:v>
                </c:pt>
                <c:pt idx="401">
                  <c:v>0.3473949788116871</c:v>
                </c:pt>
                <c:pt idx="402">
                  <c:v>0.5929268601083336</c:v>
                </c:pt>
                <c:pt idx="403">
                  <c:v>0.4878629695906339</c:v>
                </c:pt>
                <c:pt idx="404">
                  <c:v>0.497713907763432</c:v>
                </c:pt>
                <c:pt idx="405">
                  <c:v>0.4051482485812624</c:v>
                </c:pt>
                <c:pt idx="406">
                  <c:v>0.5957490257943837</c:v>
                </c:pt>
                <c:pt idx="407">
                  <c:v>0.6769823127614473</c:v>
                </c:pt>
                <c:pt idx="408">
                  <c:v>0.7875781042915507</c:v>
                </c:pt>
                <c:pt idx="409">
                  <c:v>0.6151842980423475</c:v>
                </c:pt>
                <c:pt idx="410">
                  <c:v>0.2153270562136452</c:v>
                </c:pt>
                <c:pt idx="411">
                  <c:v>0.3769341279740593</c:v>
                </c:pt>
                <c:pt idx="412">
                  <c:v>0.400749518898434</c:v>
                </c:pt>
                <c:pt idx="413">
                  <c:v>0.5678742256554411</c:v>
                </c:pt>
                <c:pt idx="414">
                  <c:v>0.1293425881890204</c:v>
                </c:pt>
                <c:pt idx="415">
                  <c:v>-0.1163155497156023</c:v>
                </c:pt>
                <c:pt idx="416">
                  <c:v>-0.3679931009366224</c:v>
                </c:pt>
                <c:pt idx="417">
                  <c:v>0.02268744092608492</c:v>
                </c:pt>
                <c:pt idx="418">
                  <c:v>-0.1723640283796494</c:v>
                </c:pt>
                <c:pt idx="419">
                  <c:v>0.0623513518649524</c:v>
                </c:pt>
                <c:pt idx="420">
                  <c:v>0.2066293715803856</c:v>
                </c:pt>
                <c:pt idx="421">
                  <c:v>0.2760613747905326</c:v>
                </c:pt>
                <c:pt idx="422">
                  <c:v>0.2391779502692009</c:v>
                </c:pt>
                <c:pt idx="423">
                  <c:v>0.4958194915521265</c:v>
                </c:pt>
                <c:pt idx="424">
                  <c:v>0.6290098775146478</c:v>
                </c:pt>
                <c:pt idx="425">
                  <c:v>0.8987370456198834</c:v>
                </c:pt>
                <c:pt idx="426">
                  <c:v>1.15682990121717</c:v>
                </c:pt>
                <c:pt idx="427">
                  <c:v>1.121650440720756</c:v>
                </c:pt>
                <c:pt idx="428">
                  <c:v>1.108584069561598</c:v>
                </c:pt>
                <c:pt idx="429">
                  <c:v>0.9815519966468221</c:v>
                </c:pt>
                <c:pt idx="430">
                  <c:v>0.9589289376273933</c:v>
                </c:pt>
                <c:pt idx="431">
                  <c:v>0.9340520593816704</c:v>
                </c:pt>
                <c:pt idx="432">
                  <c:v>0.7172952828477079</c:v>
                </c:pt>
                <c:pt idx="433">
                  <c:v>0.6332915914989438</c:v>
                </c:pt>
                <c:pt idx="434">
                  <c:v>0.5074793965255463</c:v>
                </c:pt>
                <c:pt idx="435">
                  <c:v>0.869361109720497</c:v>
                </c:pt>
                <c:pt idx="436">
                  <c:v>0.8907327653502009</c:v>
                </c:pt>
                <c:pt idx="437">
                  <c:v>0.899427676334379</c:v>
                </c:pt>
                <c:pt idx="438">
                  <c:v>1.23539921127633</c:v>
                </c:pt>
                <c:pt idx="439">
                  <c:v>1.207807431059889</c:v>
                </c:pt>
                <c:pt idx="440">
                  <c:v>1.396046238406315</c:v>
                </c:pt>
                <c:pt idx="441">
                  <c:v>1.505671845849504</c:v>
                </c:pt>
                <c:pt idx="442">
                  <c:v>1.48095115251767</c:v>
                </c:pt>
                <c:pt idx="443">
                  <c:v>1.519394135110543</c:v>
                </c:pt>
                <c:pt idx="444">
                  <c:v>1.322907908762553</c:v>
                </c:pt>
                <c:pt idx="445">
                  <c:v>1.409864481067794</c:v>
                </c:pt>
                <c:pt idx="446">
                  <c:v>1.419020535184127</c:v>
                </c:pt>
                <c:pt idx="447">
                  <c:v>1.504074922099654</c:v>
                </c:pt>
                <c:pt idx="448">
                  <c:v>1.67196362422326</c:v>
                </c:pt>
                <c:pt idx="449">
                  <c:v>1.668071824823457</c:v>
                </c:pt>
                <c:pt idx="450">
                  <c:v>1.610457158982927</c:v>
                </c:pt>
                <c:pt idx="451">
                  <c:v>1.41996096286703</c:v>
                </c:pt>
                <c:pt idx="452">
                  <c:v>1.378298570690005</c:v>
                </c:pt>
                <c:pt idx="453">
                  <c:v>1.520733722676562</c:v>
                </c:pt>
                <c:pt idx="454">
                  <c:v>1.411000149632607</c:v>
                </c:pt>
                <c:pt idx="455">
                  <c:v>1.253718145042071</c:v>
                </c:pt>
                <c:pt idx="456">
                  <c:v>1.134859979264386</c:v>
                </c:pt>
                <c:pt idx="457">
                  <c:v>1.056546022857333</c:v>
                </c:pt>
                <c:pt idx="458">
                  <c:v>1.074444330254893</c:v>
                </c:pt>
                <c:pt idx="459">
                  <c:v>1.070370646818129</c:v>
                </c:pt>
                <c:pt idx="460">
                  <c:v>1.071002465762605</c:v>
                </c:pt>
                <c:pt idx="461">
                  <c:v>0.8950116065026869</c:v>
                </c:pt>
                <c:pt idx="462">
                  <c:v>1.090276276436374</c:v>
                </c:pt>
                <c:pt idx="463">
                  <c:v>1.054080334356069</c:v>
                </c:pt>
                <c:pt idx="464">
                  <c:v>0.9579904589179161</c:v>
                </c:pt>
                <c:pt idx="465">
                  <c:v>0.6213974704332489</c:v>
                </c:pt>
                <c:pt idx="466">
                  <c:v>0.4559170744519564</c:v>
                </c:pt>
                <c:pt idx="467">
                  <c:v>0.6124843945378102</c:v>
                </c:pt>
                <c:pt idx="468">
                  <c:v>0.3960916287142895</c:v>
                </c:pt>
                <c:pt idx="469">
                  <c:v>0.4947223551384775</c:v>
                </c:pt>
                <c:pt idx="470">
                  <c:v>0.427253855803465</c:v>
                </c:pt>
                <c:pt idx="471">
                  <c:v>0.6567135418770602</c:v>
                </c:pt>
                <c:pt idx="472">
                  <c:v>0.702142776223682</c:v>
                </c:pt>
                <c:pt idx="473">
                  <c:v>0.5914505987644677</c:v>
                </c:pt>
                <c:pt idx="474">
                  <c:v>0.8068899419572094</c:v>
                </c:pt>
                <c:pt idx="475">
                  <c:v>0.853173706142803</c:v>
                </c:pt>
                <c:pt idx="476">
                  <c:v>0.6802298410885</c:v>
                </c:pt>
                <c:pt idx="477">
                  <c:v>0.58975501037549</c:v>
                </c:pt>
                <c:pt idx="478">
                  <c:v>0.3505955186321917</c:v>
                </c:pt>
                <c:pt idx="479">
                  <c:v>0.2157366847892524</c:v>
                </c:pt>
                <c:pt idx="480">
                  <c:v>0.01672342542942964</c:v>
                </c:pt>
                <c:pt idx="481">
                  <c:v>-0.05287674057032031</c:v>
                </c:pt>
                <c:pt idx="482">
                  <c:v>0.01907603835492285</c:v>
                </c:pt>
                <c:pt idx="483">
                  <c:v>-0.01451218868627621</c:v>
                </c:pt>
                <c:pt idx="484">
                  <c:v>-0.01027879957282467</c:v>
                </c:pt>
                <c:pt idx="485">
                  <c:v>-0.3391806917366901</c:v>
                </c:pt>
                <c:pt idx="486">
                  <c:v>-0.301541216253186</c:v>
                </c:pt>
                <c:pt idx="487">
                  <c:v>-0.2756944707904616</c:v>
                </c:pt>
                <c:pt idx="488">
                  <c:v>-0.06857133964115057</c:v>
                </c:pt>
                <c:pt idx="489">
                  <c:v>-0.2255120615793476</c:v>
                </c:pt>
                <c:pt idx="490">
                  <c:v>-0.1664498906997346</c:v>
                </c:pt>
                <c:pt idx="491">
                  <c:v>-0.3604377867121704</c:v>
                </c:pt>
                <c:pt idx="492">
                  <c:v>-0.260816824016044</c:v>
                </c:pt>
                <c:pt idx="493">
                  <c:v>-0.1103798234488046</c:v>
                </c:pt>
                <c:pt idx="494">
                  <c:v>-0.3757662407737544</c:v>
                </c:pt>
                <c:pt idx="495">
                  <c:v>-0.3404878225943311</c:v>
                </c:pt>
                <c:pt idx="496">
                  <c:v>-0.3085225538919334</c:v>
                </c:pt>
                <c:pt idx="497">
                  <c:v>-0.3304782311337379</c:v>
                </c:pt>
                <c:pt idx="498">
                  <c:v>-0.1996051487097137</c:v>
                </c:pt>
                <c:pt idx="499">
                  <c:v>-0.06717646276705184</c:v>
                </c:pt>
                <c:pt idx="500">
                  <c:v>-0.1883535533989716</c:v>
                </c:pt>
                <c:pt idx="501">
                  <c:v>-0.3029537039775898</c:v>
                </c:pt>
                <c:pt idx="502">
                  <c:v>-0.1236802894341182</c:v>
                </c:pt>
                <c:pt idx="503">
                  <c:v>-0.2978277457072443</c:v>
                </c:pt>
                <c:pt idx="504">
                  <c:v>-0.3561292899837066</c:v>
                </c:pt>
                <c:pt idx="505">
                  <c:v>-0.4344722733215975</c:v>
                </c:pt>
                <c:pt idx="506">
                  <c:v>-0.2621287530554458</c:v>
                </c:pt>
                <c:pt idx="507">
                  <c:v>-0.4611075225938369</c:v>
                </c:pt>
                <c:pt idx="508">
                  <c:v>-0.4210184415613046</c:v>
                </c:pt>
                <c:pt idx="509">
                  <c:v>-0.4714952248953079</c:v>
                </c:pt>
                <c:pt idx="510">
                  <c:v>-0.1218698583441736</c:v>
                </c:pt>
                <c:pt idx="511">
                  <c:v>-0.07739217982112556</c:v>
                </c:pt>
                <c:pt idx="512">
                  <c:v>-0.0281914139325012</c:v>
                </c:pt>
                <c:pt idx="513">
                  <c:v>0.1977875045660658</c:v>
                </c:pt>
                <c:pt idx="514">
                  <c:v>0.4675656558559479</c:v>
                </c:pt>
                <c:pt idx="515">
                  <c:v>0.5907288078207124</c:v>
                </c:pt>
                <c:pt idx="516">
                  <c:v>0.5681920949960911</c:v>
                </c:pt>
                <c:pt idx="517">
                  <c:v>0.3435816944662204</c:v>
                </c:pt>
                <c:pt idx="518">
                  <c:v>0.2882867436907714</c:v>
                </c:pt>
                <c:pt idx="519">
                  <c:v>0.4622988239229129</c:v>
                </c:pt>
                <c:pt idx="520">
                  <c:v>0.5810751970390738</c:v>
                </c:pt>
                <c:pt idx="521">
                  <c:v>0.4423873194816549</c:v>
                </c:pt>
                <c:pt idx="522">
                  <c:v>0.3766720336681301</c:v>
                </c:pt>
                <c:pt idx="523">
                  <c:v>0.4372367448250961</c:v>
                </c:pt>
                <c:pt idx="524">
                  <c:v>0.5598679606336233</c:v>
                </c:pt>
                <c:pt idx="525">
                  <c:v>0.5005097311917869</c:v>
                </c:pt>
                <c:pt idx="526">
                  <c:v>0.6977110475594717</c:v>
                </c:pt>
                <c:pt idx="527">
                  <c:v>0.8480170413421593</c:v>
                </c:pt>
                <c:pt idx="528">
                  <c:v>1.025687895218271</c:v>
                </c:pt>
                <c:pt idx="529">
                  <c:v>0.9313301916801137</c:v>
                </c:pt>
                <c:pt idx="530">
                  <c:v>0.9033289586225436</c:v>
                </c:pt>
                <c:pt idx="531">
                  <c:v>0.7087949993595002</c:v>
                </c:pt>
                <c:pt idx="532">
                  <c:v>0.8570990299582234</c:v>
                </c:pt>
                <c:pt idx="533">
                  <c:v>0.7107276971444098</c:v>
                </c:pt>
                <c:pt idx="534">
                  <c:v>0.492883134582369</c:v>
                </c:pt>
                <c:pt idx="535">
                  <c:v>0.6090537972601123</c:v>
                </c:pt>
                <c:pt idx="536">
                  <c:v>0.6301900529692338</c:v>
                </c:pt>
                <c:pt idx="537">
                  <c:v>0.5523845933817068</c:v>
                </c:pt>
                <c:pt idx="538">
                  <c:v>0.4366070276710212</c:v>
                </c:pt>
                <c:pt idx="539">
                  <c:v>0.1931747164896249</c:v>
                </c:pt>
                <c:pt idx="540">
                  <c:v>0.164106845173684</c:v>
                </c:pt>
                <c:pt idx="541">
                  <c:v>0.0205009871017553</c:v>
                </c:pt>
                <c:pt idx="542">
                  <c:v>-0.2614544535019078</c:v>
                </c:pt>
                <c:pt idx="543">
                  <c:v>-0.1564449527650673</c:v>
                </c:pt>
                <c:pt idx="544">
                  <c:v>-0.2331335162532219</c:v>
                </c:pt>
                <c:pt idx="545">
                  <c:v>-0.5315920343341931</c:v>
                </c:pt>
                <c:pt idx="546">
                  <c:v>-0.4188977413192952</c:v>
                </c:pt>
                <c:pt idx="547">
                  <c:v>-0.4082735469129249</c:v>
                </c:pt>
                <c:pt idx="548">
                  <c:v>-0.2602181834024302</c:v>
                </c:pt>
                <c:pt idx="549">
                  <c:v>-0.3005346848076251</c:v>
                </c:pt>
                <c:pt idx="550">
                  <c:v>-0.1891795944378049</c:v>
                </c:pt>
                <c:pt idx="551">
                  <c:v>-0.0673727866964331</c:v>
                </c:pt>
                <c:pt idx="552">
                  <c:v>-0.1290615120259321</c:v>
                </c:pt>
                <c:pt idx="553">
                  <c:v>-0.0846447975721159</c:v>
                </c:pt>
                <c:pt idx="554">
                  <c:v>0.1070779510090986</c:v>
                </c:pt>
                <c:pt idx="555">
                  <c:v>0.1607632845251685</c:v>
                </c:pt>
                <c:pt idx="556">
                  <c:v>0.3200493721928866</c:v>
                </c:pt>
                <c:pt idx="557">
                  <c:v>0.2933850389785939</c:v>
                </c:pt>
                <c:pt idx="558">
                  <c:v>0.3138004359585917</c:v>
                </c:pt>
                <c:pt idx="559">
                  <c:v>0.2969669509948165</c:v>
                </c:pt>
                <c:pt idx="560">
                  <c:v>0.4346772222820829</c:v>
                </c:pt>
                <c:pt idx="561">
                  <c:v>0.3580360342790928</c:v>
                </c:pt>
                <c:pt idx="562">
                  <c:v>0.3252871437679083</c:v>
                </c:pt>
                <c:pt idx="563">
                  <c:v>0.4860514328548306</c:v>
                </c:pt>
                <c:pt idx="564">
                  <c:v>0.315170415127404</c:v>
                </c:pt>
                <c:pt idx="565">
                  <c:v>0.3824747991653954</c:v>
                </c:pt>
                <c:pt idx="566">
                  <c:v>0.5472495939838745</c:v>
                </c:pt>
                <c:pt idx="567">
                  <c:v>0.7467554402271724</c:v>
                </c:pt>
                <c:pt idx="568">
                  <c:v>0.7137685860589448</c:v>
                </c:pt>
                <c:pt idx="569">
                  <c:v>0.6627579626521267</c:v>
                </c:pt>
                <c:pt idx="570">
                  <c:v>0.6972643288921394</c:v>
                </c:pt>
                <c:pt idx="571">
                  <c:v>0.6565738638680552</c:v>
                </c:pt>
                <c:pt idx="572">
                  <c:v>0.6419537202623417</c:v>
                </c:pt>
                <c:pt idx="573">
                  <c:v>0.5546034928968956</c:v>
                </c:pt>
                <c:pt idx="574">
                  <c:v>0.447552004043876</c:v>
                </c:pt>
                <c:pt idx="575">
                  <c:v>0.4950036431397063</c:v>
                </c:pt>
                <c:pt idx="576">
                  <c:v>0.570547786151519</c:v>
                </c:pt>
                <c:pt idx="577">
                  <c:v>0.7807447065869805</c:v>
                </c:pt>
                <c:pt idx="578">
                  <c:v>0.7587956752729452</c:v>
                </c:pt>
                <c:pt idx="579">
                  <c:v>0.7834929254531243</c:v>
                </c:pt>
                <c:pt idx="580">
                  <c:v>0.7108538696739067</c:v>
                </c:pt>
                <c:pt idx="581">
                  <c:v>0.914480295005254</c:v>
                </c:pt>
                <c:pt idx="582">
                  <c:v>0.9554025236149157</c:v>
                </c:pt>
                <c:pt idx="583">
                  <c:v>1.098791388594604</c:v>
                </c:pt>
                <c:pt idx="584">
                  <c:v>0.533668504378877</c:v>
                </c:pt>
                <c:pt idx="585">
                  <c:v>0.5567245317355782</c:v>
                </c:pt>
                <c:pt idx="586">
                  <c:v>0.3526909923572859</c:v>
                </c:pt>
                <c:pt idx="587">
                  <c:v>0.3627145158505004</c:v>
                </c:pt>
                <c:pt idx="588">
                  <c:v>0.248104590544335</c:v>
                </c:pt>
                <c:pt idx="589">
                  <c:v>0.3714535086090896</c:v>
                </c:pt>
                <c:pt idx="590">
                  <c:v>0.3938894281814765</c:v>
                </c:pt>
                <c:pt idx="591">
                  <c:v>0.1999579870715625</c:v>
                </c:pt>
                <c:pt idx="592">
                  <c:v>0.01388392831933535</c:v>
                </c:pt>
                <c:pt idx="593">
                  <c:v>0.09439068316037036</c:v>
                </c:pt>
                <c:pt idx="594">
                  <c:v>0.100039530842715</c:v>
                </c:pt>
                <c:pt idx="595">
                  <c:v>-0.007747211783778883</c:v>
                </c:pt>
                <c:pt idx="596">
                  <c:v>0.2330568607040093</c:v>
                </c:pt>
                <c:pt idx="597">
                  <c:v>0.2795777733717639</c:v>
                </c:pt>
                <c:pt idx="598">
                  <c:v>0.1502035854770305</c:v>
                </c:pt>
                <c:pt idx="599">
                  <c:v>0.2060706687108641</c:v>
                </c:pt>
                <c:pt idx="600">
                  <c:v>-0.0770591491832819</c:v>
                </c:pt>
                <c:pt idx="601">
                  <c:v>-0.08175012356794704</c:v>
                </c:pt>
                <c:pt idx="602">
                  <c:v>0.152737556264613</c:v>
                </c:pt>
                <c:pt idx="603">
                  <c:v>0.07692568119925021</c:v>
                </c:pt>
                <c:pt idx="604">
                  <c:v>0.1384909068233428</c:v>
                </c:pt>
                <c:pt idx="605">
                  <c:v>0.171519379042036</c:v>
                </c:pt>
                <c:pt idx="606">
                  <c:v>0.2317649838280704</c:v>
                </c:pt>
                <c:pt idx="607">
                  <c:v>0.154792797014225</c:v>
                </c:pt>
                <c:pt idx="608">
                  <c:v>0.3477628817226394</c:v>
                </c:pt>
                <c:pt idx="609">
                  <c:v>0.3053525273496911</c:v>
                </c:pt>
                <c:pt idx="610">
                  <c:v>0.2084203412826858</c:v>
                </c:pt>
                <c:pt idx="611">
                  <c:v>0.137334443887817</c:v>
                </c:pt>
                <c:pt idx="612">
                  <c:v>0.2955757900622927</c:v>
                </c:pt>
                <c:pt idx="613">
                  <c:v>0.6752995882238773</c:v>
                </c:pt>
                <c:pt idx="614">
                  <c:v>1.071611489146155</c:v>
                </c:pt>
                <c:pt idx="615">
                  <c:v>1.31725876679103</c:v>
                </c:pt>
                <c:pt idx="616">
                  <c:v>1.438130511311012</c:v>
                </c:pt>
                <c:pt idx="617">
                  <c:v>1.633861604242099</c:v>
                </c:pt>
                <c:pt idx="618">
                  <c:v>1.790433240198972</c:v>
                </c:pt>
                <c:pt idx="619">
                  <c:v>1.581385039025374</c:v>
                </c:pt>
                <c:pt idx="620">
                  <c:v>1.511516596144142</c:v>
                </c:pt>
                <c:pt idx="621">
                  <c:v>1.503791423965149</c:v>
                </c:pt>
                <c:pt idx="622">
                  <c:v>1.652836410251707</c:v>
                </c:pt>
                <c:pt idx="623">
                  <c:v>1.325486391540068</c:v>
                </c:pt>
                <c:pt idx="624">
                  <c:v>1.274255771988926</c:v>
                </c:pt>
                <c:pt idx="625">
                  <c:v>1.267313243110841</c:v>
                </c:pt>
                <c:pt idx="626">
                  <c:v>1.416214287571336</c:v>
                </c:pt>
                <c:pt idx="627">
                  <c:v>1.401546565892595</c:v>
                </c:pt>
                <c:pt idx="628">
                  <c:v>1.607568000090141</c:v>
                </c:pt>
                <c:pt idx="629">
                  <c:v>1.364863477678137</c:v>
                </c:pt>
                <c:pt idx="630">
                  <c:v>1.263394162990339</c:v>
                </c:pt>
                <c:pt idx="631">
                  <c:v>1.261920735449511</c:v>
                </c:pt>
                <c:pt idx="632">
                  <c:v>1.455008810847244</c:v>
                </c:pt>
                <c:pt idx="633">
                  <c:v>1.550544465867232</c:v>
                </c:pt>
                <c:pt idx="634">
                  <c:v>1.412731264997803</c:v>
                </c:pt>
                <c:pt idx="635">
                  <c:v>1.594701517545062</c:v>
                </c:pt>
                <c:pt idx="636">
                  <c:v>1.387056457649306</c:v>
                </c:pt>
                <c:pt idx="637">
                  <c:v>1.310568509118278</c:v>
                </c:pt>
                <c:pt idx="638">
                  <c:v>1.020901616102975</c:v>
                </c:pt>
                <c:pt idx="639">
                  <c:v>0.833104926900554</c:v>
                </c:pt>
                <c:pt idx="640">
                  <c:v>0.450607485140862</c:v>
                </c:pt>
                <c:pt idx="641">
                  <c:v>0.5722510998491074</c:v>
                </c:pt>
                <c:pt idx="642">
                  <c:v>0.304768488622065</c:v>
                </c:pt>
                <c:pt idx="643">
                  <c:v>0.08403576460942588</c:v>
                </c:pt>
                <c:pt idx="644">
                  <c:v>0.1591595866882079</c:v>
                </c:pt>
                <c:pt idx="645">
                  <c:v>0.3133076074542323</c:v>
                </c:pt>
                <c:pt idx="646">
                  <c:v>0.1955321860459756</c:v>
                </c:pt>
                <c:pt idx="647">
                  <c:v>-0.1528026163946033</c:v>
                </c:pt>
                <c:pt idx="648">
                  <c:v>-0.3481465535451557</c:v>
                </c:pt>
                <c:pt idx="649">
                  <c:v>-0.1865213238333398</c:v>
                </c:pt>
                <c:pt idx="650">
                  <c:v>-0.1779367353471696</c:v>
                </c:pt>
                <c:pt idx="651">
                  <c:v>-0.3829954589088226</c:v>
                </c:pt>
                <c:pt idx="652">
                  <c:v>-0.2998168039865127</c:v>
                </c:pt>
                <c:pt idx="653">
                  <c:v>-0.6372460441543131</c:v>
                </c:pt>
                <c:pt idx="654">
                  <c:v>-0.1777655287656335</c:v>
                </c:pt>
                <c:pt idx="655">
                  <c:v>-0.2242162216053303</c:v>
                </c:pt>
                <c:pt idx="656">
                  <c:v>0.1127082437209454</c:v>
                </c:pt>
                <c:pt idx="657">
                  <c:v>-0.2050664602533584</c:v>
                </c:pt>
                <c:pt idx="658">
                  <c:v>-0.5102915111173828</c:v>
                </c:pt>
                <c:pt idx="659">
                  <c:v>-0.4789914148698746</c:v>
                </c:pt>
                <c:pt idx="660">
                  <c:v>-0.05032930346635173</c:v>
                </c:pt>
                <c:pt idx="661">
                  <c:v>0.06645043575248848</c:v>
                </c:pt>
                <c:pt idx="662">
                  <c:v>-0.01593701898127154</c:v>
                </c:pt>
                <c:pt idx="663">
                  <c:v>-0.1030139631985789</c:v>
                </c:pt>
                <c:pt idx="664">
                  <c:v>-0.2401412568846346</c:v>
                </c:pt>
                <c:pt idx="665">
                  <c:v>0.04271724737024494</c:v>
                </c:pt>
                <c:pt idx="666">
                  <c:v>0.4240802882501872</c:v>
                </c:pt>
                <c:pt idx="667">
                  <c:v>0.5152122729820044</c:v>
                </c:pt>
                <c:pt idx="668">
                  <c:v>0.5377978732759301</c:v>
                </c:pt>
                <c:pt idx="669">
                  <c:v>0.5985986622036683</c:v>
                </c:pt>
                <c:pt idx="670">
                  <c:v>0.5648493874551459</c:v>
                </c:pt>
                <c:pt idx="671">
                  <c:v>0.2834080331579961</c:v>
                </c:pt>
                <c:pt idx="672">
                  <c:v>0.3243635690578197</c:v>
                </c:pt>
                <c:pt idx="673">
                  <c:v>0.3605180455625792</c:v>
                </c:pt>
                <c:pt idx="674">
                  <c:v>0.08536675559393316</c:v>
                </c:pt>
                <c:pt idx="675">
                  <c:v>-0.2397173873148867</c:v>
                </c:pt>
                <c:pt idx="676">
                  <c:v>-0.3105918280316771</c:v>
                </c:pt>
                <c:pt idx="677">
                  <c:v>-0.6356166297624216</c:v>
                </c:pt>
                <c:pt idx="678">
                  <c:v>-0.7092401166442498</c:v>
                </c:pt>
                <c:pt idx="679">
                  <c:v>-0.9382191940268887</c:v>
                </c:pt>
                <c:pt idx="680">
                  <c:v>-0.6117794186122786</c:v>
                </c:pt>
                <c:pt idx="681">
                  <c:v>-0.6508978142160827</c:v>
                </c:pt>
                <c:pt idx="682">
                  <c:v>-0.5321721016212866</c:v>
                </c:pt>
                <c:pt idx="683">
                  <c:v>-0.3234974598460407</c:v>
                </c:pt>
                <c:pt idx="684">
                  <c:v>-0.5897399936476594</c:v>
                </c:pt>
                <c:pt idx="685">
                  <c:v>-0.6800413566782497</c:v>
                </c:pt>
                <c:pt idx="686">
                  <c:v>-0.9231432276762782</c:v>
                </c:pt>
                <c:pt idx="687">
                  <c:v>-1.102991641599714</c:v>
                </c:pt>
                <c:pt idx="688">
                  <c:v>-1.512700395753449</c:v>
                </c:pt>
                <c:pt idx="689">
                  <c:v>-1.346377345886277</c:v>
                </c:pt>
                <c:pt idx="690">
                  <c:v>-1.728447391260862</c:v>
                </c:pt>
                <c:pt idx="691">
                  <c:v>-1.856737407990433</c:v>
                </c:pt>
                <c:pt idx="692">
                  <c:v>-2.185185809602253</c:v>
                </c:pt>
                <c:pt idx="693">
                  <c:v>-1.616297266648468</c:v>
                </c:pt>
                <c:pt idx="694">
                  <c:v>-1.544672505111562</c:v>
                </c:pt>
                <c:pt idx="695">
                  <c:v>-1.732184689675883</c:v>
                </c:pt>
                <c:pt idx="696">
                  <c:v>-1.496404278291876</c:v>
                </c:pt>
                <c:pt idx="697">
                  <c:v>-1.654098207649082</c:v>
                </c:pt>
                <c:pt idx="698">
                  <c:v>-1.647434499128795</c:v>
                </c:pt>
                <c:pt idx="699">
                  <c:v>-1.697053147099401</c:v>
                </c:pt>
                <c:pt idx="700">
                  <c:v>-1.840205572484306</c:v>
                </c:pt>
                <c:pt idx="701">
                  <c:v>-2.005537921527081</c:v>
                </c:pt>
                <c:pt idx="702">
                  <c:v>-1.660552052835368</c:v>
                </c:pt>
                <c:pt idx="703">
                  <c:v>-2.024214598449007</c:v>
                </c:pt>
                <c:pt idx="704">
                  <c:v>-2.107564861938782</c:v>
                </c:pt>
                <c:pt idx="705">
                  <c:v>-2.116451518936623</c:v>
                </c:pt>
                <c:pt idx="706">
                  <c:v>-1.842329429119648</c:v>
                </c:pt>
                <c:pt idx="707">
                  <c:v>-1.977602268159866</c:v>
                </c:pt>
                <c:pt idx="708">
                  <c:v>-1.614183645071844</c:v>
                </c:pt>
                <c:pt idx="709">
                  <c:v>-1.595394020210216</c:v>
                </c:pt>
                <c:pt idx="710">
                  <c:v>-1.579850709475924</c:v>
                </c:pt>
                <c:pt idx="711">
                  <c:v>-1.658689011630389</c:v>
                </c:pt>
                <c:pt idx="712">
                  <c:v>-1.732197413247155</c:v>
                </c:pt>
                <c:pt idx="713">
                  <c:v>-1.633491758088839</c:v>
                </c:pt>
                <c:pt idx="714">
                  <c:v>-1.533817009045111</c:v>
                </c:pt>
                <c:pt idx="715">
                  <c:v>-1.348396467659693</c:v>
                </c:pt>
                <c:pt idx="716">
                  <c:v>-1.281581519455621</c:v>
                </c:pt>
                <c:pt idx="717">
                  <c:v>-1.264365192330304</c:v>
                </c:pt>
                <c:pt idx="718">
                  <c:v>-1.13937362838363</c:v>
                </c:pt>
                <c:pt idx="719">
                  <c:v>-0.929930094553559</c:v>
                </c:pt>
                <c:pt idx="720">
                  <c:v>-0.9468275477969237</c:v>
                </c:pt>
                <c:pt idx="721">
                  <c:v>-1.110820908614992</c:v>
                </c:pt>
                <c:pt idx="722">
                  <c:v>-1.168100785140322</c:v>
                </c:pt>
                <c:pt idx="723">
                  <c:v>-0.978317814024199</c:v>
                </c:pt>
                <c:pt idx="724">
                  <c:v>-0.7400373276364144</c:v>
                </c:pt>
                <c:pt idx="725">
                  <c:v>-0.9492369821914658</c:v>
                </c:pt>
                <c:pt idx="726">
                  <c:v>-1.05735460385786</c:v>
                </c:pt>
                <c:pt idx="727">
                  <c:v>-1.235598830178604</c:v>
                </c:pt>
                <c:pt idx="728">
                  <c:v>-0.934638274128739</c:v>
                </c:pt>
                <c:pt idx="729">
                  <c:v>-0.527784577529143</c:v>
                </c:pt>
                <c:pt idx="730">
                  <c:v>-0.7403078477299171</c:v>
                </c:pt>
                <c:pt idx="731">
                  <c:v>-0.6608282251736748</c:v>
                </c:pt>
                <c:pt idx="732">
                  <c:v>-0.7789974824462313</c:v>
                </c:pt>
                <c:pt idx="733">
                  <c:v>-0.9285700120856791</c:v>
                </c:pt>
                <c:pt idx="734">
                  <c:v>-0.9988513496399467</c:v>
                </c:pt>
                <c:pt idx="735">
                  <c:v>-1.120761311717372</c:v>
                </c:pt>
                <c:pt idx="736">
                  <c:v>-1.12222942533268</c:v>
                </c:pt>
                <c:pt idx="737">
                  <c:v>-0.8167459212129983</c:v>
                </c:pt>
                <c:pt idx="738">
                  <c:v>-0.9700646390910694</c:v>
                </c:pt>
                <c:pt idx="739">
                  <c:v>-1.184002421310487</c:v>
                </c:pt>
                <c:pt idx="740">
                  <c:v>-0.9013107640458301</c:v>
                </c:pt>
                <c:pt idx="741">
                  <c:v>-0.773986277527217</c:v>
                </c:pt>
                <c:pt idx="742">
                  <c:v>-1.010972499006866</c:v>
                </c:pt>
                <c:pt idx="743">
                  <c:v>-0.7505211491413363</c:v>
                </c:pt>
                <c:pt idx="744">
                  <c:v>-0.6388320153072492</c:v>
                </c:pt>
                <c:pt idx="745">
                  <c:v>-0.6366414569905124</c:v>
                </c:pt>
                <c:pt idx="746">
                  <c:v>-0.655784099501191</c:v>
                </c:pt>
                <c:pt idx="747">
                  <c:v>-0.6804232392102451</c:v>
                </c:pt>
                <c:pt idx="748">
                  <c:v>-0.9421394057607341</c:v>
                </c:pt>
                <c:pt idx="749">
                  <c:v>-1.168357325822007</c:v>
                </c:pt>
                <c:pt idx="750">
                  <c:v>-1.315471675833405</c:v>
                </c:pt>
                <c:pt idx="751">
                  <c:v>-1.648874184937422</c:v>
                </c:pt>
                <c:pt idx="752">
                  <c:v>-1.712669635751776</c:v>
                </c:pt>
                <c:pt idx="753">
                  <c:v>-1.67310751150814</c:v>
                </c:pt>
                <c:pt idx="754">
                  <c:v>-1.696791998430405</c:v>
                </c:pt>
                <c:pt idx="755">
                  <c:v>-1.799117521840892</c:v>
                </c:pt>
                <c:pt idx="756">
                  <c:v>-1.848557074262654</c:v>
                </c:pt>
                <c:pt idx="757">
                  <c:v>-1.632056628007742</c:v>
                </c:pt>
                <c:pt idx="758">
                  <c:v>-1.650522608179337</c:v>
                </c:pt>
                <c:pt idx="759">
                  <c:v>-1.35243353424405</c:v>
                </c:pt>
                <c:pt idx="760">
                  <c:v>-1.22935168208966</c:v>
                </c:pt>
                <c:pt idx="761">
                  <c:v>-0.9719502609600085</c:v>
                </c:pt>
                <c:pt idx="762">
                  <c:v>-0.9788570710700264</c:v>
                </c:pt>
                <c:pt idx="763">
                  <c:v>-0.9680726400961256</c:v>
                </c:pt>
                <c:pt idx="764">
                  <c:v>-0.9778604030889695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47-4ACB-AA9A-595112C4DA16}"/>
            </c:ext>
          </c:extLst>
        </c:ser>
        <c:ser>
          <c:idx val="2"/>
          <c:order val="2"/>
          <c:tx>
            <c:v>Índice de Sentimento deslocado e suavizado (esq.)</c:v>
          </c:tx>
          <c:spPr>
            <a:ln w="28575" cap="rnd">
              <a:solidFill>
                <a:srgbClr val="8EB3DF"/>
              </a:solidFill>
              <a:round/>
            </a:ln>
            <a:effectLst/>
          </c:spPr>
          <c:marker>
            <c:symbol val="none"/>
          </c:marker>
          <c:val>
            <c:numRef>
              <c:f>'Composite treatment'!$D$5:$D$50000</c:f>
              <c:numCache>
                <c:formatCode>0.00</c:formatCode>
                <c:ptCount val="49996"/>
                <c:pt idx="0">
                  <c:v>0.8374327725114453</c:v>
                </c:pt>
                <c:pt idx="1">
                  <c:v>0.788098383683571</c:v>
                </c:pt>
                <c:pt idx="2">
                  <c:v>0.7234080170635617</c:v>
                </c:pt>
                <c:pt idx="3">
                  <c:v>0.702081593997883</c:v>
                </c:pt>
                <c:pt idx="4">
                  <c:v>0.6695387142639316</c:v>
                </c:pt>
                <c:pt idx="5">
                  <c:v>0.6171771466421169</c:v>
                </c:pt>
                <c:pt idx="6">
                  <c:v>0.5717607483562164</c:v>
                </c:pt>
                <c:pt idx="7">
                  <c:v>0.5307617366456634</c:v>
                </c:pt>
                <c:pt idx="8">
                  <c:v>0.4904525691383863</c:v>
                </c:pt>
                <c:pt idx="9">
                  <c:v>0.4744702513434579</c:v>
                </c:pt>
                <c:pt idx="10">
                  <c:v>0.4505198254238138</c:v>
                </c:pt>
                <c:pt idx="11">
                  <c:v>0.4462512382410888</c:v>
                </c:pt>
                <c:pt idx="12">
                  <c:v>0.4524120791348769</c:v>
                </c:pt>
                <c:pt idx="13">
                  <c:v>0.4415893532792949</c:v>
                </c:pt>
                <c:pt idx="14">
                  <c:v>0.4189879806442357</c:v>
                </c:pt>
                <c:pt idx="15">
                  <c:v>0.3746904224276603</c:v>
                </c:pt>
                <c:pt idx="16">
                  <c:v>0.3458047324439688</c:v>
                </c:pt>
                <c:pt idx="17">
                  <c:v>0.3217441956265932</c:v>
                </c:pt>
                <c:pt idx="18">
                  <c:v>0.2747814579092848</c:v>
                </c:pt>
                <c:pt idx="19">
                  <c:v>0.2536652184289651</c:v>
                </c:pt>
                <c:pt idx="20">
                  <c:v>0.240331882724979</c:v>
                </c:pt>
                <c:pt idx="21">
                  <c:v>0.2207085964656035</c:v>
                </c:pt>
                <c:pt idx="22">
                  <c:v>0.1964034679439801</c:v>
                </c:pt>
                <c:pt idx="23">
                  <c:v>0.1724421668960358</c:v>
                </c:pt>
                <c:pt idx="24">
                  <c:v>0.1499805987140848</c:v>
                </c:pt>
                <c:pt idx="25">
                  <c:v>0.146067905801812</c:v>
                </c:pt>
                <c:pt idx="26">
                  <c:v>0.1306881029745185</c:v>
                </c:pt>
                <c:pt idx="27">
                  <c:v>0.1098860846323712</c:v>
                </c:pt>
                <c:pt idx="28">
                  <c:v>0.09476514942467824</c:v>
                </c:pt>
                <c:pt idx="29">
                  <c:v>0.08957572927135465</c:v>
                </c:pt>
                <c:pt idx="30">
                  <c:v>0.07383666717551081</c:v>
                </c:pt>
                <c:pt idx="31">
                  <c:v>0.06126153053369957</c:v>
                </c:pt>
                <c:pt idx="32">
                  <c:v>0.03742708942121626</c:v>
                </c:pt>
                <c:pt idx="33">
                  <c:v>0.02645626156214818</c:v>
                </c:pt>
                <c:pt idx="34">
                  <c:v>-0.005091508445361242</c:v>
                </c:pt>
                <c:pt idx="35">
                  <c:v>-0.04815957834582311</c:v>
                </c:pt>
                <c:pt idx="36">
                  <c:v>-0.08389326995349466</c:v>
                </c:pt>
                <c:pt idx="37">
                  <c:v>-0.09322511490618468</c:v>
                </c:pt>
                <c:pt idx="38">
                  <c:v>-0.08553233188482205</c:v>
                </c:pt>
                <c:pt idx="39">
                  <c:v>-0.1081379823195333</c:v>
                </c:pt>
                <c:pt idx="40">
                  <c:v>-0.1580829858963471</c:v>
                </c:pt>
                <c:pt idx="41">
                  <c:v>-0.1999159482097358</c:v>
                </c:pt>
                <c:pt idx="42">
                  <c:v>-0.2488660733362443</c:v>
                </c:pt>
                <c:pt idx="43">
                  <c:v>-0.288821529843485</c:v>
                </c:pt>
                <c:pt idx="44">
                  <c:v>-0.3129993593887676</c:v>
                </c:pt>
                <c:pt idx="45">
                  <c:v>-0.3086645471786257</c:v>
                </c:pt>
                <c:pt idx="46">
                  <c:v>-0.3161997661262121</c:v>
                </c:pt>
                <c:pt idx="47">
                  <c:v>-0.3272897719551184</c:v>
                </c:pt>
                <c:pt idx="48">
                  <c:v>-0.3270111692909748</c:v>
                </c:pt>
                <c:pt idx="49">
                  <c:v>-0.3441742282996468</c:v>
                </c:pt>
                <c:pt idx="50">
                  <c:v>-0.3608452043776956</c:v>
                </c:pt>
                <c:pt idx="51">
                  <c:v>-0.3745703542636516</c:v>
                </c:pt>
                <c:pt idx="52">
                  <c:v>-0.4145267623250783</c:v>
                </c:pt>
                <c:pt idx="53">
                  <c:v>-0.4602711161423519</c:v>
                </c:pt>
                <c:pt idx="54">
                  <c:v>-0.4732675430359035</c:v>
                </c:pt>
                <c:pt idx="55">
                  <c:v>-0.4836706272072196</c:v>
                </c:pt>
                <c:pt idx="56">
                  <c:v>-0.4844097426349135</c:v>
                </c:pt>
                <c:pt idx="57">
                  <c:v>-0.502333018691108</c:v>
                </c:pt>
                <c:pt idx="58">
                  <c:v>-0.5291483355215065</c:v>
                </c:pt>
                <c:pt idx="59">
                  <c:v>-0.5587289933800658</c:v>
                </c:pt>
                <c:pt idx="60">
                  <c:v>-0.5962657929892807</c:v>
                </c:pt>
                <c:pt idx="61">
                  <c:v>-0.6026441750467627</c:v>
                </c:pt>
                <c:pt idx="62">
                  <c:v>-0.5911924336685577</c:v>
                </c:pt>
                <c:pt idx="63">
                  <c:v>-0.5697346742354608</c:v>
                </c:pt>
                <c:pt idx="64">
                  <c:v>-0.529732531291508</c:v>
                </c:pt>
                <c:pt idx="65">
                  <c:v>-0.4797389158357823</c:v>
                </c:pt>
                <c:pt idx="66">
                  <c:v>-0.4192543985623559</c:v>
                </c:pt>
                <c:pt idx="67">
                  <c:v>-0.3558187177518347</c:v>
                </c:pt>
                <c:pt idx="68">
                  <c:v>-0.2744345737451406</c:v>
                </c:pt>
                <c:pt idx="69">
                  <c:v>-0.1930033670355217</c:v>
                </c:pt>
                <c:pt idx="70">
                  <c:v>-0.1032996036460132</c:v>
                </c:pt>
                <c:pt idx="71">
                  <c:v>-0.02435113844036995</c:v>
                </c:pt>
                <c:pt idx="72">
                  <c:v>0.06518169635619224</c:v>
                </c:pt>
                <c:pt idx="73">
                  <c:v>0.1696474317417844</c:v>
                </c:pt>
                <c:pt idx="74">
                  <c:v>0.2707787941151205</c:v>
                </c:pt>
                <c:pt idx="75">
                  <c:v>0.3458287324828958</c:v>
                </c:pt>
                <c:pt idx="76">
                  <c:v>0.3914292867960394</c:v>
                </c:pt>
                <c:pt idx="77">
                  <c:v>0.4547085810301373</c:v>
                </c:pt>
                <c:pt idx="78">
                  <c:v>0.4980219647870558</c:v>
                </c:pt>
                <c:pt idx="79">
                  <c:v>0.5517098731767845</c:v>
                </c:pt>
                <c:pt idx="80">
                  <c:v>0.6236413557743092</c:v>
                </c:pt>
                <c:pt idx="81">
                  <c:v>0.672643798747851</c:v>
                </c:pt>
                <c:pt idx="82">
                  <c:v>0.7350900154426442</c:v>
                </c:pt>
                <c:pt idx="83">
                  <c:v>0.7673433421607372</c:v>
                </c:pt>
                <c:pt idx="84">
                  <c:v>0.792099394086489</c:v>
                </c:pt>
                <c:pt idx="85">
                  <c:v>0.8306665822483833</c:v>
                </c:pt>
                <c:pt idx="86">
                  <c:v>0.8527986428299995</c:v>
                </c:pt>
                <c:pt idx="87">
                  <c:v>0.8813312419637789</c:v>
                </c:pt>
                <c:pt idx="88">
                  <c:v>0.9285820004884827</c:v>
                </c:pt>
                <c:pt idx="89">
                  <c:v>0.9801725976851597</c:v>
                </c:pt>
                <c:pt idx="90">
                  <c:v>1.036919121664102</c:v>
                </c:pt>
                <c:pt idx="91">
                  <c:v>1.097688916499337</c:v>
                </c:pt>
                <c:pt idx="92">
                  <c:v>1.149125299487068</c:v>
                </c:pt>
                <c:pt idx="93">
                  <c:v>1.199877604495229</c:v>
                </c:pt>
                <c:pt idx="94">
                  <c:v>1.246022752749053</c:v>
                </c:pt>
                <c:pt idx="95">
                  <c:v>1.289110732245017</c:v>
                </c:pt>
                <c:pt idx="96">
                  <c:v>1.347576967596332</c:v>
                </c:pt>
                <c:pt idx="97">
                  <c:v>1.404992042391292</c:v>
                </c:pt>
                <c:pt idx="98">
                  <c:v>1.463445816925095</c:v>
                </c:pt>
                <c:pt idx="99">
                  <c:v>1.527856447013125</c:v>
                </c:pt>
                <c:pt idx="100">
                  <c:v>1.546899282209817</c:v>
                </c:pt>
                <c:pt idx="101">
                  <c:v>1.547971573742591</c:v>
                </c:pt>
                <c:pt idx="102">
                  <c:v>1.534595013659247</c:v>
                </c:pt>
                <c:pt idx="103">
                  <c:v>1.519308279545395</c:v>
                </c:pt>
                <c:pt idx="104">
                  <c:v>1.502765026781136</c:v>
                </c:pt>
                <c:pt idx="105">
                  <c:v>1.469445269239013</c:v>
                </c:pt>
                <c:pt idx="106">
                  <c:v>1.4235504913063</c:v>
                </c:pt>
                <c:pt idx="107">
                  <c:v>1.388351354855399</c:v>
                </c:pt>
                <c:pt idx="108">
                  <c:v>1.352405991451081</c:v>
                </c:pt>
                <c:pt idx="109">
                  <c:v>1.281755713952318</c:v>
                </c:pt>
                <c:pt idx="110">
                  <c:v>1.19990501003581</c:v>
                </c:pt>
                <c:pt idx="111">
                  <c:v>1.097704193878997</c:v>
                </c:pt>
                <c:pt idx="112">
                  <c:v>1.004235554192921</c:v>
                </c:pt>
                <c:pt idx="113">
                  <c:v>0.8980316945700861</c:v>
                </c:pt>
                <c:pt idx="114">
                  <c:v>0.8362239764854714</c:v>
                </c:pt>
                <c:pt idx="115">
                  <c:v>0.7717621060698358</c:v>
                </c:pt>
                <c:pt idx="116">
                  <c:v>0.7338658968118079</c:v>
                </c:pt>
                <c:pt idx="117">
                  <c:v>0.6823567912390508</c:v>
                </c:pt>
                <c:pt idx="118">
                  <c:v>0.6051372650962195</c:v>
                </c:pt>
                <c:pt idx="119">
                  <c:v>0.5149236326207216</c:v>
                </c:pt>
                <c:pt idx="120">
                  <c:v>0.4457936465332866</c:v>
                </c:pt>
                <c:pt idx="121">
                  <c:v>0.3806859770904508</c:v>
                </c:pt>
                <c:pt idx="122">
                  <c:v>0.2948706907120701</c:v>
                </c:pt>
                <c:pt idx="123">
                  <c:v>0.1995382362732257</c:v>
                </c:pt>
                <c:pt idx="124">
                  <c:v>0.1484473004072338</c:v>
                </c:pt>
                <c:pt idx="125">
                  <c:v>0.1015758223266959</c:v>
                </c:pt>
                <c:pt idx="126">
                  <c:v>0.05090948545674201</c:v>
                </c:pt>
                <c:pt idx="127">
                  <c:v>-0.003013168245683062</c:v>
                </c:pt>
                <c:pt idx="128">
                  <c:v>-0.05706654814864874</c:v>
                </c:pt>
                <c:pt idx="129">
                  <c:v>-0.1251067958117107</c:v>
                </c:pt>
                <c:pt idx="130">
                  <c:v>-0.1750078542881886</c:v>
                </c:pt>
                <c:pt idx="131">
                  <c:v>-0.2273768126971767</c:v>
                </c:pt>
                <c:pt idx="132">
                  <c:v>-0.2644154654092574</c:v>
                </c:pt>
                <c:pt idx="133">
                  <c:v>-0.2893796096603623</c:v>
                </c:pt>
                <c:pt idx="134">
                  <c:v>-0.2815836705548243</c:v>
                </c:pt>
                <c:pt idx="135">
                  <c:v>-0.2990116705227696</c:v>
                </c:pt>
                <c:pt idx="136">
                  <c:v>-0.313936599908834</c:v>
                </c:pt>
                <c:pt idx="137">
                  <c:v>-0.2896688427587533</c:v>
                </c:pt>
                <c:pt idx="138">
                  <c:v>-0.2681832501223224</c:v>
                </c:pt>
                <c:pt idx="139">
                  <c:v>-0.2705154936386716</c:v>
                </c:pt>
                <c:pt idx="140">
                  <c:v>-0.2642330154731292</c:v>
                </c:pt>
                <c:pt idx="141">
                  <c:v>-0.2528930180674526</c:v>
                </c:pt>
                <c:pt idx="142">
                  <c:v>-0.2395771056012149</c:v>
                </c:pt>
                <c:pt idx="143">
                  <c:v>-0.2063809480255903</c:v>
                </c:pt>
                <c:pt idx="144">
                  <c:v>-0.1806503475226456</c:v>
                </c:pt>
                <c:pt idx="145">
                  <c:v>-0.1617429642775528</c:v>
                </c:pt>
                <c:pt idx="146">
                  <c:v>-0.1562082424557233</c:v>
                </c:pt>
                <c:pt idx="147">
                  <c:v>-0.1475447671928272</c:v>
                </c:pt>
                <c:pt idx="148">
                  <c:v>-0.1308274315775951</c:v>
                </c:pt>
                <c:pt idx="149">
                  <c:v>-0.1310005892515003</c:v>
                </c:pt>
                <c:pt idx="150">
                  <c:v>-0.1197291669962885</c:v>
                </c:pt>
                <c:pt idx="151">
                  <c:v>-0.1080186882171941</c:v>
                </c:pt>
                <c:pt idx="152">
                  <c:v>-0.1138626775447912</c:v>
                </c:pt>
                <c:pt idx="153">
                  <c:v>-0.0922585742104689</c:v>
                </c:pt>
                <c:pt idx="154">
                  <c:v>-0.0732724418220658</c:v>
                </c:pt>
                <c:pt idx="155">
                  <c:v>-0.0686505354246006</c:v>
                </c:pt>
                <c:pt idx="156">
                  <c:v>-0.0559582277129143</c:v>
                </c:pt>
                <c:pt idx="157">
                  <c:v>-0.04784479161178087</c:v>
                </c:pt>
                <c:pt idx="158">
                  <c:v>-0.03370866236831146</c:v>
                </c:pt>
                <c:pt idx="159">
                  <c:v>-0.01404488838972205</c:v>
                </c:pt>
                <c:pt idx="160">
                  <c:v>-0.01162091651768706</c:v>
                </c:pt>
                <c:pt idx="161">
                  <c:v>0.003133874078107675</c:v>
                </c:pt>
                <c:pt idx="162">
                  <c:v>7.412981159473457e-05</c:v>
                </c:pt>
                <c:pt idx="163">
                  <c:v>-0.0009926694365063678</c:v>
                </c:pt>
                <c:pt idx="164">
                  <c:v>-0.005626095198237264</c:v>
                </c:pt>
                <c:pt idx="165">
                  <c:v>0.008655388033919157</c:v>
                </c:pt>
                <c:pt idx="166">
                  <c:v>0.03374095886115016</c:v>
                </c:pt>
                <c:pt idx="167">
                  <c:v>0.03198143778676283</c:v>
                </c:pt>
                <c:pt idx="168">
                  <c:v>0.001035498564165827</c:v>
                </c:pt>
                <c:pt idx="169">
                  <c:v>-0.04226276691604368</c:v>
                </c:pt>
                <c:pt idx="170">
                  <c:v>-0.09598356558615251</c:v>
                </c:pt>
                <c:pt idx="171">
                  <c:v>-0.1567799237984872</c:v>
                </c:pt>
                <c:pt idx="172">
                  <c:v>-0.2205185435439319</c:v>
                </c:pt>
                <c:pt idx="173">
                  <c:v>-0.2976856052179522</c:v>
                </c:pt>
                <c:pt idx="174">
                  <c:v>-0.3607775907970076</c:v>
                </c:pt>
                <c:pt idx="175">
                  <c:v>-0.4070483896382419</c:v>
                </c:pt>
                <c:pt idx="176">
                  <c:v>-0.4558166815354728</c:v>
                </c:pt>
                <c:pt idx="177">
                  <c:v>-0.5079442563872161</c:v>
                </c:pt>
                <c:pt idx="178">
                  <c:v>-0.5685618763989715</c:v>
                </c:pt>
                <c:pt idx="179">
                  <c:v>-0.598579382899545</c:v>
                </c:pt>
                <c:pt idx="180">
                  <c:v>-0.639844341027199</c:v>
                </c:pt>
                <c:pt idx="181">
                  <c:v>-0.7085496654597618</c:v>
                </c:pt>
                <c:pt idx="182">
                  <c:v>-0.7409365019449602</c:v>
                </c:pt>
                <c:pt idx="183">
                  <c:v>-0.7413278721089979</c:v>
                </c:pt>
                <c:pt idx="184">
                  <c:v>-0.7273339404710312</c:v>
                </c:pt>
                <c:pt idx="185">
                  <c:v>-0.6903230978777875</c:v>
                </c:pt>
                <c:pt idx="186">
                  <c:v>-0.6379575716909099</c:v>
                </c:pt>
                <c:pt idx="187">
                  <c:v>-0.5946633686483394</c:v>
                </c:pt>
                <c:pt idx="188">
                  <c:v>-0.5665966835333219</c:v>
                </c:pt>
                <c:pt idx="189">
                  <c:v>-0.5482424707368728</c:v>
                </c:pt>
                <c:pt idx="190">
                  <c:v>-0.523159170827427</c:v>
                </c:pt>
                <c:pt idx="191">
                  <c:v>-0.4950726246477021</c:v>
                </c:pt>
                <c:pt idx="192">
                  <c:v>-0.4553339435393489</c:v>
                </c:pt>
                <c:pt idx="193">
                  <c:v>-0.4142186365749059</c:v>
                </c:pt>
                <c:pt idx="194">
                  <c:v>-0.3914423412345402</c:v>
                </c:pt>
                <c:pt idx="195">
                  <c:v>-0.3756031089964011</c:v>
                </c:pt>
                <c:pt idx="196">
                  <c:v>-0.3609718560929809</c:v>
                </c:pt>
                <c:pt idx="197">
                  <c:v>-0.3680777741144158</c:v>
                </c:pt>
                <c:pt idx="198">
                  <c:v>-0.4005050383969536</c:v>
                </c:pt>
                <c:pt idx="199">
                  <c:v>-0.4245791498166521</c:v>
                </c:pt>
                <c:pt idx="200">
                  <c:v>-0.4582099958334754</c:v>
                </c:pt>
                <c:pt idx="201">
                  <c:v>-0.5066307476710519</c:v>
                </c:pt>
                <c:pt idx="202">
                  <c:v>-0.5474008003227122</c:v>
                </c:pt>
                <c:pt idx="203">
                  <c:v>-0.5637590125526952</c:v>
                </c:pt>
                <c:pt idx="204">
                  <c:v>-0.5867425831526257</c:v>
                </c:pt>
                <c:pt idx="205">
                  <c:v>-0.624141227908326</c:v>
                </c:pt>
                <c:pt idx="206">
                  <c:v>-0.6453078558479348</c:v>
                </c:pt>
                <c:pt idx="207">
                  <c:v>-0.6905716309281639</c:v>
                </c:pt>
                <c:pt idx="208">
                  <c:v>-0.7403276127411774</c:v>
                </c:pt>
                <c:pt idx="209">
                  <c:v>-0.780540724172419</c:v>
                </c:pt>
                <c:pt idx="210">
                  <c:v>-0.8358898952133044</c:v>
                </c:pt>
                <c:pt idx="211">
                  <c:v>-0.8778926875319011</c:v>
                </c:pt>
                <c:pt idx="212">
                  <c:v>-0.9042194919707633</c:v>
                </c:pt>
                <c:pt idx="213">
                  <c:v>-0.9398473491940409</c:v>
                </c:pt>
                <c:pt idx="214">
                  <c:v>-0.9769713207119074</c:v>
                </c:pt>
                <c:pt idx="215">
                  <c:v>-1.000705110218556</c:v>
                </c:pt>
                <c:pt idx="216">
                  <c:v>-1.016596015216941</c:v>
                </c:pt>
                <c:pt idx="217">
                  <c:v>-1.016142452098653</c:v>
                </c:pt>
                <c:pt idx="218">
                  <c:v>-1.008223500815219</c:v>
                </c:pt>
                <c:pt idx="219">
                  <c:v>-1.002626293464302</c:v>
                </c:pt>
                <c:pt idx="220">
                  <c:v>-0.9970098033542824</c:v>
                </c:pt>
                <c:pt idx="221">
                  <c:v>-0.9730983923279598</c:v>
                </c:pt>
                <c:pt idx="222">
                  <c:v>-0.9590596109704916</c:v>
                </c:pt>
                <c:pt idx="223">
                  <c:v>-0.9356772186813797</c:v>
                </c:pt>
                <c:pt idx="224">
                  <c:v>-0.9237572647013691</c:v>
                </c:pt>
                <c:pt idx="225">
                  <c:v>-0.8799511784793835</c:v>
                </c:pt>
                <c:pt idx="226">
                  <c:v>-0.817539791044063</c:v>
                </c:pt>
                <c:pt idx="227">
                  <c:v>-0.7530726410460612</c:v>
                </c:pt>
                <c:pt idx="228">
                  <c:v>-0.6825400294853528</c:v>
                </c:pt>
                <c:pt idx="229">
                  <c:v>-0.607380135442735</c:v>
                </c:pt>
                <c:pt idx="230">
                  <c:v>-0.5343751645907784</c:v>
                </c:pt>
                <c:pt idx="231">
                  <c:v>-0.4411313131203417</c:v>
                </c:pt>
                <c:pt idx="232">
                  <c:v>-0.3578589041746943</c:v>
                </c:pt>
                <c:pt idx="233">
                  <c:v>-0.2799306293534016</c:v>
                </c:pt>
                <c:pt idx="234">
                  <c:v>-0.2002759320580082</c:v>
                </c:pt>
                <c:pt idx="235">
                  <c:v>-0.1127953993689323</c:v>
                </c:pt>
                <c:pt idx="236">
                  <c:v>-0.08487646645453674</c:v>
                </c:pt>
                <c:pt idx="237">
                  <c:v>-0.02820519650546755</c:v>
                </c:pt>
                <c:pt idx="238">
                  <c:v>0.03525230516822971</c:v>
                </c:pt>
                <c:pt idx="239">
                  <c:v>0.0834962660170311</c:v>
                </c:pt>
                <c:pt idx="240">
                  <c:v>0.1117682695368883</c:v>
                </c:pt>
                <c:pt idx="241">
                  <c:v>0.1179033488901823</c:v>
                </c:pt>
                <c:pt idx="242">
                  <c:v>0.1228331808457912</c:v>
                </c:pt>
                <c:pt idx="243">
                  <c:v>0.1220950511865633</c:v>
                </c:pt>
                <c:pt idx="244">
                  <c:v>0.1075915984926138</c:v>
                </c:pt>
                <c:pt idx="245">
                  <c:v>0.09692636146153423</c:v>
                </c:pt>
                <c:pt idx="246">
                  <c:v>0.06775174938319917</c:v>
                </c:pt>
                <c:pt idx="247">
                  <c:v>0.03821147191047008</c:v>
                </c:pt>
                <c:pt idx="248">
                  <c:v>-0.008457293639875352</c:v>
                </c:pt>
                <c:pt idx="249">
                  <c:v>-0.04750283046506538</c:v>
                </c:pt>
                <c:pt idx="250">
                  <c:v>-0.07299655656473418</c:v>
                </c:pt>
                <c:pt idx="251">
                  <c:v>-0.06530930846354627</c:v>
                </c:pt>
                <c:pt idx="252">
                  <c:v>-0.04444545286355544</c:v>
                </c:pt>
                <c:pt idx="253">
                  <c:v>-0.0348421330797696</c:v>
                </c:pt>
                <c:pt idx="254">
                  <c:v>-0.006747463030200311</c:v>
                </c:pt>
                <c:pt idx="255">
                  <c:v>0.02378276619565289</c:v>
                </c:pt>
                <c:pt idx="256">
                  <c:v>0.06464714715298543</c:v>
                </c:pt>
                <c:pt idx="257">
                  <c:v>0.08799036182441464</c:v>
                </c:pt>
                <c:pt idx="258">
                  <c:v>0.1423354884587384</c:v>
                </c:pt>
                <c:pt idx="259">
                  <c:v>0.2048779181614653</c:v>
                </c:pt>
                <c:pt idx="260">
                  <c:v>0.258361343115</c:v>
                </c:pt>
                <c:pt idx="261">
                  <c:v>0.2965310865498546</c:v>
                </c:pt>
                <c:pt idx="262">
                  <c:v>0.3522726509778275</c:v>
                </c:pt>
                <c:pt idx="263">
                  <c:v>0.4150635971959534</c:v>
                </c:pt>
                <c:pt idx="264">
                  <c:v>0.4710606283017817</c:v>
                </c:pt>
                <c:pt idx="265">
                  <c:v>0.5041237744616512</c:v>
                </c:pt>
                <c:pt idx="266">
                  <c:v>0.512046833407931</c:v>
                </c:pt>
                <c:pt idx="267">
                  <c:v>0.5042456470827524</c:v>
                </c:pt>
                <c:pt idx="268">
                  <c:v>0.4899375918497331</c:v>
                </c:pt>
                <c:pt idx="269">
                  <c:v>0.4706645864548774</c:v>
                </c:pt>
                <c:pt idx="270">
                  <c:v>0.4740599227459317</c:v>
                </c:pt>
                <c:pt idx="271">
                  <c:v>0.4806800328950528</c:v>
                </c:pt>
                <c:pt idx="272">
                  <c:v>0.4824047925712943</c:v>
                </c:pt>
                <c:pt idx="273">
                  <c:v>0.4623682089552092</c:v>
                </c:pt>
                <c:pt idx="274">
                  <c:v>0.4410313704393174</c:v>
                </c:pt>
                <c:pt idx="275">
                  <c:v>0.4237865262778973</c:v>
                </c:pt>
                <c:pt idx="276">
                  <c:v>0.4120604940139526</c:v>
                </c:pt>
                <c:pt idx="277">
                  <c:v>0.4011422673437863</c:v>
                </c:pt>
                <c:pt idx="278">
                  <c:v>0.3906520928298814</c:v>
                </c:pt>
                <c:pt idx="279">
                  <c:v>0.3836268695857185</c:v>
                </c:pt>
                <c:pt idx="280">
                  <c:v>0.3662338597539245</c:v>
                </c:pt>
                <c:pt idx="281">
                  <c:v>0.3513014819946122</c:v>
                </c:pt>
                <c:pt idx="282">
                  <c:v>0.3175477283580584</c:v>
                </c:pt>
                <c:pt idx="283">
                  <c:v>0.2801838252840254</c:v>
                </c:pt>
                <c:pt idx="284">
                  <c:v>0.2525895022917299</c:v>
                </c:pt>
                <c:pt idx="285">
                  <c:v>0.2015080986207819</c:v>
                </c:pt>
                <c:pt idx="286">
                  <c:v>0.1557601275913759</c:v>
                </c:pt>
                <c:pt idx="287">
                  <c:v>0.1202965777406017</c:v>
                </c:pt>
                <c:pt idx="288">
                  <c:v>0.07736670483437737</c:v>
                </c:pt>
                <c:pt idx="289">
                  <c:v>0.03816538049319932</c:v>
                </c:pt>
                <c:pt idx="290">
                  <c:v>0.01094995626125292</c:v>
                </c:pt>
                <c:pt idx="291">
                  <c:v>-0.02675411947500209</c:v>
                </c:pt>
                <c:pt idx="292">
                  <c:v>-0.07984558921051223</c:v>
                </c:pt>
                <c:pt idx="293">
                  <c:v>-0.1346728382393487</c:v>
                </c:pt>
                <c:pt idx="294">
                  <c:v>-0.1871691921432013</c:v>
                </c:pt>
                <c:pt idx="295">
                  <c:v>-0.2479440150507356</c:v>
                </c:pt>
                <c:pt idx="296">
                  <c:v>-0.2991524941673222</c:v>
                </c:pt>
                <c:pt idx="297">
                  <c:v>-0.3297325679854006</c:v>
                </c:pt>
                <c:pt idx="298">
                  <c:v>-0.3298182639187177</c:v>
                </c:pt>
                <c:pt idx="299">
                  <c:v>-0.343424007955851</c:v>
                </c:pt>
                <c:pt idx="300">
                  <c:v>-0.3476060251689942</c:v>
                </c:pt>
                <c:pt idx="301">
                  <c:v>-0.3733650743883922</c:v>
                </c:pt>
                <c:pt idx="302">
                  <c:v>-0.4003693857557428</c:v>
                </c:pt>
                <c:pt idx="303">
                  <c:v>-0.4177227361367482</c:v>
                </c:pt>
                <c:pt idx="304">
                  <c:v>-0.4425621173808296</c:v>
                </c:pt>
                <c:pt idx="305">
                  <c:v>-0.4844104821572935</c:v>
                </c:pt>
                <c:pt idx="306">
                  <c:v>-0.4916404620264072</c:v>
                </c:pt>
                <c:pt idx="307">
                  <c:v>-0.5067045800682853</c:v>
                </c:pt>
                <c:pt idx="308">
                  <c:v>-0.5095639541772713</c:v>
                </c:pt>
                <c:pt idx="309">
                  <c:v>-0.5288227720402625</c:v>
                </c:pt>
                <c:pt idx="310">
                  <c:v>-0.5146870311112064</c:v>
                </c:pt>
                <c:pt idx="311">
                  <c:v>-0.5078558670570926</c:v>
                </c:pt>
                <c:pt idx="312">
                  <c:v>-0.5203375540065223</c:v>
                </c:pt>
                <c:pt idx="313">
                  <c:v>-0.5261594832140531</c:v>
                </c:pt>
                <c:pt idx="314">
                  <c:v>-0.5256088123291531</c:v>
                </c:pt>
                <c:pt idx="315">
                  <c:v>-0.5299835416213289</c:v>
                </c:pt>
                <c:pt idx="316">
                  <c:v>-0.5347335854551605</c:v>
                </c:pt>
                <c:pt idx="317">
                  <c:v>-0.5452793771831244</c:v>
                </c:pt>
                <c:pt idx="318">
                  <c:v>-0.5550157398856179</c:v>
                </c:pt>
                <c:pt idx="319">
                  <c:v>-0.5624807738996788</c:v>
                </c:pt>
                <c:pt idx="320">
                  <c:v>-0.5707223036344538</c:v>
                </c:pt>
                <c:pt idx="321">
                  <c:v>-0.591028368911292</c:v>
                </c:pt>
                <c:pt idx="322">
                  <c:v>-0.6110995128361167</c:v>
                </c:pt>
                <c:pt idx="323">
                  <c:v>-0.6328254661772696</c:v>
                </c:pt>
                <c:pt idx="324">
                  <c:v>-0.6561470492871592</c:v>
                </c:pt>
                <c:pt idx="325">
                  <c:v>-0.6642546491610094</c:v>
                </c:pt>
                <c:pt idx="326">
                  <c:v>-0.6553972622622627</c:v>
                </c:pt>
                <c:pt idx="327">
                  <c:v>-0.6128763688135759</c:v>
                </c:pt>
                <c:pt idx="328">
                  <c:v>-0.6141960871724981</c:v>
                </c:pt>
                <c:pt idx="329">
                  <c:v>-0.6469271228173749</c:v>
                </c:pt>
                <c:pt idx="330">
                  <c:v>-0.6759899314113653</c:v>
                </c:pt>
                <c:pt idx="331">
                  <c:v>-0.6992091930724643</c:v>
                </c:pt>
                <c:pt idx="332">
                  <c:v>-0.7054029871846645</c:v>
                </c:pt>
                <c:pt idx="333">
                  <c:v>-0.7123506055617663</c:v>
                </c:pt>
                <c:pt idx="334">
                  <c:v>-0.7018292950642173</c:v>
                </c:pt>
                <c:pt idx="335">
                  <c:v>-0.7058348956788207</c:v>
                </c:pt>
                <c:pt idx="336">
                  <c:v>-0.7150470776183475</c:v>
                </c:pt>
                <c:pt idx="337">
                  <c:v>-0.7034704186824927</c:v>
                </c:pt>
                <c:pt idx="338">
                  <c:v>-0.68659745903695</c:v>
                </c:pt>
                <c:pt idx="339">
                  <c:v>-0.6838491421231377</c:v>
                </c:pt>
                <c:pt idx="340">
                  <c:v>-0.7215788511199028</c:v>
                </c:pt>
                <c:pt idx="341">
                  <c:v>-0.7834737905524357</c:v>
                </c:pt>
                <c:pt idx="342">
                  <c:v>-0.8492422644621077</c:v>
                </c:pt>
                <c:pt idx="343">
                  <c:v>-0.9211629590090556</c:v>
                </c:pt>
                <c:pt idx="344">
                  <c:v>-0.9496399503489011</c:v>
                </c:pt>
                <c:pt idx="345">
                  <c:v>-0.9649875662246064</c:v>
                </c:pt>
                <c:pt idx="346">
                  <c:v>-0.992239651025953</c:v>
                </c:pt>
                <c:pt idx="347">
                  <c:v>-1.059594316647984</c:v>
                </c:pt>
                <c:pt idx="348">
                  <c:v>-1.112974909631749</c:v>
                </c:pt>
                <c:pt idx="349">
                  <c:v>-1.157935621455879</c:v>
                </c:pt>
                <c:pt idx="350">
                  <c:v>-1.259591485992148</c:v>
                </c:pt>
                <c:pt idx="351">
                  <c:v>-1.345156906863517</c:v>
                </c:pt>
                <c:pt idx="352">
                  <c:v>-1.387787551436278</c:v>
                </c:pt>
                <c:pt idx="353">
                  <c:v>-1.403999912786857</c:v>
                </c:pt>
                <c:pt idx="354">
                  <c:v>-1.41398566553599</c:v>
                </c:pt>
                <c:pt idx="355">
                  <c:v>-1.43014629785567</c:v>
                </c:pt>
                <c:pt idx="356">
                  <c:v>-1.42828246871147</c:v>
                </c:pt>
                <c:pt idx="357">
                  <c:v>-1.437842165807031</c:v>
                </c:pt>
                <c:pt idx="358">
                  <c:v>-1.455501630669448</c:v>
                </c:pt>
                <c:pt idx="359">
                  <c:v>-1.435959803259046</c:v>
                </c:pt>
                <c:pt idx="360">
                  <c:v>-1.416653177820152</c:v>
                </c:pt>
                <c:pt idx="361">
                  <c:v>-1.380343431840116</c:v>
                </c:pt>
                <c:pt idx="362">
                  <c:v>-1.336175420850254</c:v>
                </c:pt>
                <c:pt idx="363">
                  <c:v>-1.273251054477993</c:v>
                </c:pt>
                <c:pt idx="364">
                  <c:v>-1.209116283128253</c:v>
                </c:pt>
                <c:pt idx="365">
                  <c:v>-1.142196433119016</c:v>
                </c:pt>
                <c:pt idx="366">
                  <c:v>-1.06675922629229</c:v>
                </c:pt>
                <c:pt idx="367">
                  <c:v>-0.9840377540784694</c:v>
                </c:pt>
                <c:pt idx="368">
                  <c:v>-0.9209520951237022</c:v>
                </c:pt>
                <c:pt idx="369">
                  <c:v>-0.8485605733034406</c:v>
                </c:pt>
                <c:pt idx="370">
                  <c:v>-0.7513039326826135</c:v>
                </c:pt>
                <c:pt idx="371">
                  <c:v>-0.6529191033698445</c:v>
                </c:pt>
                <c:pt idx="372">
                  <c:v>-0.5588209412179433</c:v>
                </c:pt>
                <c:pt idx="373">
                  <c:v>-0.4855030182536316</c:v>
                </c:pt>
                <c:pt idx="374">
                  <c:v>-0.4348605230165037</c:v>
                </c:pt>
                <c:pt idx="375">
                  <c:v>-0.3729479875884102</c:v>
                </c:pt>
                <c:pt idx="376">
                  <c:v>-0.3426278161540724</c:v>
                </c:pt>
                <c:pt idx="377">
                  <c:v>-0.303042200208445</c:v>
                </c:pt>
                <c:pt idx="378">
                  <c:v>-0.2531391549897609</c:v>
                </c:pt>
                <c:pt idx="379">
                  <c:v>-0.2243466146386862</c:v>
                </c:pt>
                <c:pt idx="380">
                  <c:v>-0.1883380438868753</c:v>
                </c:pt>
                <c:pt idx="381">
                  <c:v>-0.1181008658877789</c:v>
                </c:pt>
                <c:pt idx="382">
                  <c:v>-0.05640467547538012</c:v>
                </c:pt>
                <c:pt idx="383">
                  <c:v>0.005924410444349548</c:v>
                </c:pt>
                <c:pt idx="384">
                  <c:v>0.05431988903400544</c:v>
                </c:pt>
                <c:pt idx="385">
                  <c:v>0.06848525627053052</c:v>
                </c:pt>
                <c:pt idx="386">
                  <c:v>0.08955589188653043</c:v>
                </c:pt>
                <c:pt idx="387">
                  <c:v>0.09444070668985578</c:v>
                </c:pt>
                <c:pt idx="388">
                  <c:v>0.1211903560020529</c:v>
                </c:pt>
                <c:pt idx="389">
                  <c:v>0.1304129958265913</c:v>
                </c:pt>
                <c:pt idx="390">
                  <c:v>0.1161759280116948</c:v>
                </c:pt>
                <c:pt idx="391">
                  <c:v>0.09866635152931716</c:v>
                </c:pt>
                <c:pt idx="392">
                  <c:v>0.07167932490977837</c:v>
                </c:pt>
                <c:pt idx="393">
                  <c:v>0.03398052422523509</c:v>
                </c:pt>
                <c:pt idx="394">
                  <c:v>0.03616405963372601</c:v>
                </c:pt>
                <c:pt idx="395">
                  <c:v>0.0315732101610277</c:v>
                </c:pt>
                <c:pt idx="396">
                  <c:v>-0.01671745865823488</c:v>
                </c:pt>
                <c:pt idx="397">
                  <c:v>-0.0744136806156667</c:v>
                </c:pt>
                <c:pt idx="398">
                  <c:v>-0.1123469666760009</c:v>
                </c:pt>
                <c:pt idx="399">
                  <c:v>-0.1137188216792874</c:v>
                </c:pt>
                <c:pt idx="400">
                  <c:v>-0.1048219712332305</c:v>
                </c:pt>
                <c:pt idx="401">
                  <c:v>-0.09813862404033723</c:v>
                </c:pt>
                <c:pt idx="402">
                  <c:v>-0.05832645688840583</c:v>
                </c:pt>
                <c:pt idx="403">
                  <c:v>-0.03531256641022807</c:v>
                </c:pt>
                <c:pt idx="404">
                  <c:v>0.007582788192134637</c:v>
                </c:pt>
                <c:pt idx="405">
                  <c:v>0.05515636267792152</c:v>
                </c:pt>
                <c:pt idx="406">
                  <c:v>0.134543878398562</c:v>
                </c:pt>
                <c:pt idx="407">
                  <c:v>0.2153701799869956</c:v>
                </c:pt>
                <c:pt idx="408">
                  <c:v>0.2935105898819991</c:v>
                </c:pt>
                <c:pt idx="409">
                  <c:v>0.3380382440360646</c:v>
                </c:pt>
                <c:pt idx="410">
                  <c:v>0.3601877801641667</c:v>
                </c:pt>
                <c:pt idx="411">
                  <c:v>0.4029147839195448</c:v>
                </c:pt>
                <c:pt idx="412">
                  <c:v>0.4422393104585008</c:v>
                </c:pt>
                <c:pt idx="413">
                  <c:v>0.4808579042916969</c:v>
                </c:pt>
                <c:pt idx="414">
                  <c:v>0.470230190191738</c:v>
                </c:pt>
                <c:pt idx="415">
                  <c:v>0.438696844864005</c:v>
                </c:pt>
                <c:pt idx="416">
                  <c:v>0.3910043062141177</c:v>
                </c:pt>
                <c:pt idx="417">
                  <c:v>0.3529883449353012</c:v>
                </c:pt>
                <c:pt idx="418">
                  <c:v>0.3089732117372823</c:v>
                </c:pt>
                <c:pt idx="419">
                  <c:v>0.2799490413440503</c:v>
                </c:pt>
                <c:pt idx="420">
                  <c:v>0.2667144495439918</c:v>
                </c:pt>
                <c:pt idx="421">
                  <c:v>0.2454019394770684</c:v>
                </c:pt>
                <c:pt idx="422">
                  <c:v>0.2162149819775853</c:v>
                </c:pt>
                <c:pt idx="423">
                  <c:v>0.1967644077949571</c:v>
                </c:pt>
                <c:pt idx="424">
                  <c:v>0.1976861130931104</c:v>
                </c:pt>
                <c:pt idx="425">
                  <c:v>0.2432467790535263</c:v>
                </c:pt>
                <c:pt idx="426">
                  <c:v>0.295239830603067</c:v>
                </c:pt>
                <c:pt idx="427">
                  <c:v>0.3432998920578884</c:v>
                </c:pt>
                <c:pt idx="428">
                  <c:v>0.3793472149849656</c:v>
                </c:pt>
                <c:pt idx="429">
                  <c:v>0.4361611755488191</c:v>
                </c:pt>
                <c:pt idx="430">
                  <c:v>0.5078441413716853</c:v>
                </c:pt>
                <c:pt idx="431">
                  <c:v>0.5946471520595715</c:v>
                </c:pt>
                <c:pt idx="432">
                  <c:v>0.640954341521013</c:v>
                </c:pt>
                <c:pt idx="433">
                  <c:v>0.6946647161795859</c:v>
                </c:pt>
                <c:pt idx="434">
                  <c:v>0.7243399191569588</c:v>
                </c:pt>
                <c:pt idx="435">
                  <c:v>0.7685220350329662</c:v>
                </c:pt>
                <c:pt idx="436">
                  <c:v>0.8095001277369442</c:v>
                </c:pt>
                <c:pt idx="437">
                  <c:v>0.8535167761412894</c:v>
                </c:pt>
                <c:pt idx="438">
                  <c:v>0.9028220907895697</c:v>
                </c:pt>
                <c:pt idx="439">
                  <c:v>0.9414085943592525</c:v>
                </c:pt>
                <c:pt idx="440">
                  <c:v>0.9745625405450145</c:v>
                </c:pt>
                <c:pt idx="441">
                  <c:v>0.9978186701871701</c:v>
                </c:pt>
                <c:pt idx="442">
                  <c:v>1.021772050973631</c:v>
                </c:pt>
                <c:pt idx="443">
                  <c:v>1.049159388676894</c:v>
                </c:pt>
                <c:pt idx="444">
                  <c:v>1.071916449484609</c:v>
                </c:pt>
                <c:pt idx="445">
                  <c:v>1.101978819047303</c:v>
                </c:pt>
                <c:pt idx="446">
                  <c:v>1.134310050767467</c:v>
                </c:pt>
                <c:pt idx="447">
                  <c:v>1.186762026717596</c:v>
                </c:pt>
                <c:pt idx="448">
                  <c:v>1.256006828899217</c:v>
                </c:pt>
                <c:pt idx="449">
                  <c:v>1.333379657452411</c:v>
                </c:pt>
                <c:pt idx="450">
                  <c:v>1.382786060736574</c:v>
                </c:pt>
                <c:pt idx="451">
                  <c:v>1.418067940571029</c:v>
                </c:pt>
                <c:pt idx="452">
                  <c:v>1.449992666861404</c:v>
                </c:pt>
                <c:pt idx="453">
                  <c:v>1.469014967621419</c:v>
                </c:pt>
                <c:pt idx="454">
                  <c:v>1.4825611488596</c:v>
                </c:pt>
                <c:pt idx="455">
                  <c:v>1.473072609301984</c:v>
                </c:pt>
                <c:pt idx="456">
                  <c:v>1.44835181819631</c:v>
                </c:pt>
                <c:pt idx="457">
                  <c:v>1.42005814288562</c:v>
                </c:pt>
                <c:pt idx="458">
                  <c:v>1.39039482256191</c:v>
                </c:pt>
                <c:pt idx="459">
                  <c:v>1.373559005098949</c:v>
                </c:pt>
                <c:pt idx="460">
                  <c:v>1.350968204078603</c:v>
                </c:pt>
                <c:pt idx="461">
                  <c:v>1.31603427549984</c:v>
                </c:pt>
                <c:pt idx="462">
                  <c:v>1.288447699122288</c:v>
                </c:pt>
                <c:pt idx="463">
                  <c:v>1.247255479797809</c:v>
                </c:pt>
                <c:pt idx="464">
                  <c:v>1.199916722070773</c:v>
                </c:pt>
                <c:pt idx="465">
                  <c:v>1.133979409500794</c:v>
                </c:pt>
                <c:pt idx="466">
                  <c:v>1.069709816939789</c:v>
                </c:pt>
                <c:pt idx="467">
                  <c:v>1.018655538529643</c:v>
                </c:pt>
                <c:pt idx="468">
                  <c:v>0.9436793989321584</c:v>
                </c:pt>
                <c:pt idx="469">
                  <c:v>0.8825942126325497</c:v>
                </c:pt>
                <c:pt idx="470">
                  <c:v>0.827496593349976</c:v>
                </c:pt>
                <c:pt idx="471">
                  <c:v>0.795620164190821</c:v>
                </c:pt>
                <c:pt idx="472">
                  <c:v>0.7719932810819109</c:v>
                </c:pt>
                <c:pt idx="473">
                  <c:v>0.7397936989825491</c:v>
                </c:pt>
                <c:pt idx="474">
                  <c:v>0.7222283186584879</c:v>
                </c:pt>
                <c:pt idx="475">
                  <c:v>0.7077064013505011</c:v>
                </c:pt>
                <c:pt idx="476">
                  <c:v>0.6933876169895553</c:v>
                </c:pt>
                <c:pt idx="477">
                  <c:v>0.6600195325854964</c:v>
                </c:pt>
                <c:pt idx="478">
                  <c:v>0.6131205448705711</c:v>
                </c:pt>
                <c:pt idx="479">
                  <c:v>0.5636369599286603</c:v>
                </c:pt>
                <c:pt idx="480">
                  <c:v>0.5233253569284056</c:v>
                </c:pt>
                <c:pt idx="481">
                  <c:v>0.4894057692602539</c:v>
                </c:pt>
                <c:pt idx="482">
                  <c:v>0.4498452121813947</c:v>
                </c:pt>
                <c:pt idx="483">
                  <c:v>0.4224716243546903</c:v>
                </c:pt>
                <c:pt idx="484">
                  <c:v>0.3888048807072702</c:v>
                </c:pt>
                <c:pt idx="485">
                  <c:v>0.3377092442045931</c:v>
                </c:pt>
                <c:pt idx="486">
                  <c:v>0.2738255936625767</c:v>
                </c:pt>
                <c:pt idx="487">
                  <c:v>0.2086364438616338</c:v>
                </c:pt>
                <c:pt idx="488">
                  <c:v>0.1646349813012593</c:v>
                </c:pt>
                <c:pt idx="489">
                  <c:v>0.0958081810654888</c:v>
                </c:pt>
                <c:pt idx="490">
                  <c:v>0.02783327460931964</c:v>
                </c:pt>
                <c:pt idx="491">
                  <c:v>-0.04154456724405839</c:v>
                </c:pt>
                <c:pt idx="492">
                  <c:v>-0.098249356203494</c:v>
                </c:pt>
                <c:pt idx="493">
                  <c:v>-0.1289810456755604</c:v>
                </c:pt>
                <c:pt idx="494">
                  <c:v>-0.1684145740464275</c:v>
                </c:pt>
                <c:pt idx="495">
                  <c:v>-0.1922286572480116</c:v>
                </c:pt>
                <c:pt idx="496">
                  <c:v>-0.2092717114694524</c:v>
                </c:pt>
                <c:pt idx="497">
                  <c:v>-0.2325753294353632</c:v>
                </c:pt>
                <c:pt idx="498">
                  <c:v>-0.2449148601035923</c:v>
                </c:pt>
                <c:pt idx="499">
                  <c:v>-0.2487080376498741</c:v>
                </c:pt>
                <c:pt idx="500">
                  <c:v>-0.2386528950940262</c:v>
                </c:pt>
                <c:pt idx="501">
                  <c:v>-0.2387470609423198</c:v>
                </c:pt>
                <c:pt idx="502">
                  <c:v>-0.2286127821852303</c:v>
                </c:pt>
                <c:pt idx="503">
                  <c:v>-0.2438965425896365</c:v>
                </c:pt>
                <c:pt idx="504">
                  <c:v>-0.2526043578165938</c:v>
                </c:pt>
                <c:pt idx="505">
                  <c:v>-0.2704725166580513</c:v>
                </c:pt>
                <c:pt idx="506">
                  <c:v>-0.2639185810809364</c:v>
                </c:pt>
                <c:pt idx="507">
                  <c:v>-0.2772712943194559</c:v>
                </c:pt>
                <c:pt idx="508">
                  <c:v>-0.2979805355269559</c:v>
                </c:pt>
                <c:pt idx="509">
                  <c:v>-0.3043624678017262</c:v>
                </c:pt>
                <c:pt idx="510">
                  <c:v>-0.2897879368517156</c:v>
                </c:pt>
                <c:pt idx="511">
                  <c:v>-0.2743792452469951</c:v>
                </c:pt>
                <c:pt idx="512">
                  <c:v>-0.2542267907669126</c:v>
                </c:pt>
                <c:pt idx="513">
                  <c:v>-0.227733947215194</c:v>
                </c:pt>
                <c:pt idx="514">
                  <c:v>-0.1920844726403274</c:v>
                </c:pt>
                <c:pt idx="515">
                  <c:v>-0.1401456485590151</c:v>
                </c:pt>
                <c:pt idx="516">
                  <c:v>-0.08206926196076969</c:v>
                </c:pt>
                <c:pt idx="517">
                  <c:v>-0.05091846303408044</c:v>
                </c:pt>
                <c:pt idx="518">
                  <c:v>-0.0118441637408794</c:v>
                </c:pt>
                <c:pt idx="519">
                  <c:v>0.04271771051956189</c:v>
                </c:pt>
                <c:pt idx="520">
                  <c:v>0.1104208752102733</c:v>
                </c:pt>
                <c:pt idx="521">
                  <c:v>0.1573886133794134</c:v>
                </c:pt>
                <c:pt idx="522">
                  <c:v>0.2132405837968778</c:v>
                </c:pt>
                <c:pt idx="523">
                  <c:v>0.2704575962226379</c:v>
                </c:pt>
                <c:pt idx="524">
                  <c:v>0.3392151419245666</c:v>
                </c:pt>
                <c:pt idx="525">
                  <c:v>0.3807071145602973</c:v>
                </c:pt>
                <c:pt idx="526">
                  <c:v>0.4323806630523371</c:v>
                </c:pt>
                <c:pt idx="527">
                  <c:v>0.4907945600706479</c:v>
                </c:pt>
                <c:pt idx="528">
                  <c:v>0.5459879194474614</c:v>
                </c:pt>
                <c:pt idx="529">
                  <c:v>0.5769055551690726</c:v>
                </c:pt>
                <c:pt idx="530">
                  <c:v>0.597745565222528</c:v>
                </c:pt>
                <c:pt idx="531">
                  <c:v>0.6071190921800886</c:v>
                </c:pt>
                <c:pt idx="532">
                  <c:v>0.6413535812128887</c:v>
                </c:pt>
                <c:pt idx="533">
                  <c:v>0.6695163114431313</c:v>
                </c:pt>
                <c:pt idx="534">
                  <c:v>0.6715552654870951</c:v>
                </c:pt>
                <c:pt idx="535">
                  <c:v>0.673420505501831</c:v>
                </c:pt>
                <c:pt idx="536">
                  <c:v>0.6859406877343363</c:v>
                </c:pt>
                <c:pt idx="537">
                  <c:v>0.697654858381908</c:v>
                </c:pt>
                <c:pt idx="538">
                  <c:v>0.697612877238303</c:v>
                </c:pt>
                <c:pt idx="539">
                  <c:v>0.6731666609620365</c:v>
                </c:pt>
                <c:pt idx="540">
                  <c:v>0.6507398018941629</c:v>
                </c:pt>
                <c:pt idx="541">
                  <c:v>0.6055924645303151</c:v>
                </c:pt>
                <c:pt idx="542">
                  <c:v>0.5316276982073773</c:v>
                </c:pt>
                <c:pt idx="543">
                  <c:v>0.4528188416751548</c:v>
                </c:pt>
                <c:pt idx="544">
                  <c:v>0.3751879278129324</c:v>
                </c:pt>
                <c:pt idx="545">
                  <c:v>0.2795265282824834</c:v>
                </c:pt>
                <c:pt idx="546">
                  <c:v>0.2043470122372303</c:v>
                </c:pt>
                <c:pt idx="547">
                  <c:v>0.1199888404458204</c:v>
                </c:pt>
                <c:pt idx="548">
                  <c:v>0.0552591150760311</c:v>
                </c:pt>
                <c:pt idx="549">
                  <c:v>0.002364593783364817</c:v>
                </c:pt>
                <c:pt idx="550">
                  <c:v>-0.05085096566316301</c:v>
                </c:pt>
                <c:pt idx="551">
                  <c:v>-0.09735515497420746</c:v>
                </c:pt>
                <c:pt idx="552">
                  <c:v>-0.1427848953347167</c:v>
                </c:pt>
                <c:pt idx="553">
                  <c:v>-0.1775350170175925</c:v>
                </c:pt>
                <c:pt idx="554">
                  <c:v>-0.1832748013829609</c:v>
                </c:pt>
                <c:pt idx="555">
                  <c:v>-0.1834977054261953</c:v>
                </c:pt>
                <c:pt idx="556">
                  <c:v>-0.1635278130867865</c:v>
                </c:pt>
                <c:pt idx="557">
                  <c:v>-0.1265385135880865</c:v>
                </c:pt>
                <c:pt idx="558">
                  <c:v>-0.09518882100650917</c:v>
                </c:pt>
                <c:pt idx="559">
                  <c:v>-0.05984878985663993</c:v>
                </c:pt>
                <c:pt idx="560">
                  <c:v>0.004569160584445128</c:v>
                </c:pt>
                <c:pt idx="561">
                  <c:v>0.05636474562433767</c:v>
                </c:pt>
                <c:pt idx="562">
                  <c:v>0.1052687916697266</c:v>
                </c:pt>
                <c:pt idx="563">
                  <c:v>0.1550200994202106</c:v>
                </c:pt>
                <c:pt idx="564">
                  <c:v>0.1960671060825459</c:v>
                </c:pt>
                <c:pt idx="565">
                  <c:v>0.2341773989894259</c:v>
                </c:pt>
                <c:pt idx="566">
                  <c:v>0.275152224368113</c:v>
                </c:pt>
                <c:pt idx="567">
                  <c:v>0.3335400211849867</c:v>
                </c:pt>
                <c:pt idx="568">
                  <c:v>0.3867675800937241</c:v>
                </c:pt>
                <c:pt idx="569">
                  <c:v>0.4238129142032593</c:v>
                </c:pt>
                <c:pt idx="570">
                  <c:v>0.4595796504943906</c:v>
                </c:pt>
                <c:pt idx="571">
                  <c:v>0.4820146166060686</c:v>
                </c:pt>
                <c:pt idx="572">
                  <c:v>0.5052525286916517</c:v>
                </c:pt>
                <c:pt idx="573">
                  <c:v>0.521306065820872</c:v>
                </c:pt>
                <c:pt idx="574">
                  <c:v>0.531345069357476</c:v>
                </c:pt>
                <c:pt idx="575">
                  <c:v>0.5353668307479842</c:v>
                </c:pt>
                <c:pt idx="576">
                  <c:v>0.5495342808728126</c:v>
                </c:pt>
                <c:pt idx="577">
                  <c:v>0.5798981183940841</c:v>
                </c:pt>
                <c:pt idx="578">
                  <c:v>0.598081067888625</c:v>
                </c:pt>
                <c:pt idx="579">
                  <c:v>0.6293025685770065</c:v>
                </c:pt>
                <c:pt idx="580">
                  <c:v>0.6511945066109072</c:v>
                </c:pt>
                <c:pt idx="581">
                  <c:v>0.6756765533456658</c:v>
                </c:pt>
                <c:pt idx="582">
                  <c:v>0.6895863589048488</c:v>
                </c:pt>
                <c:pt idx="583">
                  <c:v>0.7152545457405594</c:v>
                </c:pt>
                <c:pt idx="584">
                  <c:v>0.706648581855676</c:v>
                </c:pt>
                <c:pt idx="585">
                  <c:v>0.6972792620452386</c:v>
                </c:pt>
                <c:pt idx="586">
                  <c:v>0.6770204039445207</c:v>
                </c:pt>
                <c:pt idx="587">
                  <c:v>0.6584044569837313</c:v>
                </c:pt>
                <c:pt idx="588">
                  <c:v>0.6379711968268938</c:v>
                </c:pt>
                <c:pt idx="589">
                  <c:v>0.6328979637979082</c:v>
                </c:pt>
                <c:pt idx="590">
                  <c:v>0.6261570161340261</c:v>
                </c:pt>
                <c:pt idx="591">
                  <c:v>0.6014510295286957</c:v>
                </c:pt>
                <c:pt idx="592">
                  <c:v>0.5503269776441859</c:v>
                </c:pt>
                <c:pt idx="593">
                  <c:v>0.5060333115033477</c:v>
                </c:pt>
                <c:pt idx="594">
                  <c:v>0.4604697518626537</c:v>
                </c:pt>
                <c:pt idx="595">
                  <c:v>0.412563013098808</c:v>
                </c:pt>
                <c:pt idx="596">
                  <c:v>0.3671347841453917</c:v>
                </c:pt>
                <c:pt idx="597">
                  <c:v>0.2610550670643862</c:v>
                </c:pt>
                <c:pt idx="598">
                  <c:v>0.2354907391375965</c:v>
                </c:pt>
                <c:pt idx="599">
                  <c:v>0.2121138149359489</c:v>
                </c:pt>
                <c:pt idx="600">
                  <c:v>0.1714774092646529</c:v>
                </c:pt>
                <c:pt idx="601">
                  <c:v>0.1494870949905007</c:v>
                </c:pt>
                <c:pt idx="602">
                  <c:v>0.1349060315008689</c:v>
                </c:pt>
                <c:pt idx="603">
                  <c:v>0.1137751150353872</c:v>
                </c:pt>
                <c:pt idx="604">
                  <c:v>0.1096773096855059</c:v>
                </c:pt>
                <c:pt idx="605">
                  <c:v>0.1201863397336859</c:v>
                </c:pt>
                <c:pt idx="606">
                  <c:v>0.1293446264448659</c:v>
                </c:pt>
                <c:pt idx="607">
                  <c:v>0.1329948441896333</c:v>
                </c:pt>
                <c:pt idx="608">
                  <c:v>0.1566955170900611</c:v>
                </c:pt>
                <c:pt idx="609">
                  <c:v>0.1615152281997732</c:v>
                </c:pt>
                <c:pt idx="610">
                  <c:v>0.1631818921104407</c:v>
                </c:pt>
                <c:pt idx="611">
                  <c:v>0.1536990034781776</c:v>
                </c:pt>
                <c:pt idx="612">
                  <c:v>0.1633904837838617</c:v>
                </c:pt>
                <c:pt idx="613">
                  <c:v>0.1946724117513959</c:v>
                </c:pt>
                <c:pt idx="614">
                  <c:v>0.2539186062063645</c:v>
                </c:pt>
                <c:pt idx="615">
                  <c:v>0.3468731339379852</c:v>
                </c:pt>
                <c:pt idx="616">
                  <c:v>0.4481985095965825</c:v>
                </c:pt>
                <c:pt idx="617">
                  <c:v>0.5469401127950815</c:v>
                </c:pt>
                <c:pt idx="618">
                  <c:v>0.6611739500617297</c:v>
                </c:pt>
                <c:pt idx="619">
                  <c:v>0.7573668922085318</c:v>
                </c:pt>
                <c:pt idx="620">
                  <c:v>0.8467000400153388</c:v>
                </c:pt>
                <c:pt idx="621">
                  <c:v>0.931501802691144</c:v>
                </c:pt>
                <c:pt idx="622">
                  <c:v>1.031371376906976</c:v>
                </c:pt>
                <c:pt idx="623">
                  <c:v>1.096552944228138</c:v>
                </c:pt>
                <c:pt idx="624">
                  <c:v>1.161146493870754</c:v>
                </c:pt>
                <c:pt idx="625">
                  <c:v>1.231739353992631</c:v>
                </c:pt>
                <c:pt idx="626">
                  <c:v>1.316998010238199</c:v>
                </c:pt>
                <c:pt idx="627">
                  <c:v>1.390729395293552</c:v>
                </c:pt>
                <c:pt idx="628">
                  <c:v>1.452880622751303</c:v>
                </c:pt>
                <c:pt idx="629">
                  <c:v>1.472430755320102</c:v>
                </c:pt>
                <c:pt idx="630">
                  <c:v>1.468839781733389</c:v>
                </c:pt>
                <c:pt idx="631">
                  <c:v>1.457092463342623</c:v>
                </c:pt>
                <c:pt idx="632">
                  <c:v>1.445168943782966</c:v>
                </c:pt>
                <c:pt idx="633">
                  <c:v>1.429176358827516</c:v>
                </c:pt>
                <c:pt idx="634">
                  <c:v>1.417932773892345</c:v>
                </c:pt>
                <c:pt idx="635">
                  <c:v>1.423478435319073</c:v>
                </c:pt>
                <c:pt idx="636">
                  <c:v>1.41569610423135</c:v>
                </c:pt>
                <c:pt idx="637">
                  <c:v>1.392878244155788</c:v>
                </c:pt>
                <c:pt idx="638">
                  <c:v>1.372572592459982</c:v>
                </c:pt>
                <c:pt idx="639">
                  <c:v>1.343162536120757</c:v>
                </c:pt>
                <c:pt idx="640">
                  <c:v>1.288715485589425</c:v>
                </c:pt>
                <c:pt idx="641">
                  <c:v>1.23245127307461</c:v>
                </c:pt>
                <c:pt idx="642">
                  <c:v>1.159332734589908</c:v>
                </c:pt>
                <c:pt idx="643">
                  <c:v>1.057763918891193</c:v>
                </c:pt>
                <c:pt idx="644">
                  <c:v>0.9773836594918648</c:v>
                </c:pt>
                <c:pt idx="645">
                  <c:v>0.9140445557894576</c:v>
                </c:pt>
                <c:pt idx="646">
                  <c:v>0.8429519858292219</c:v>
                </c:pt>
                <c:pt idx="647">
                  <c:v>0.7357645573464321</c:v>
                </c:pt>
                <c:pt idx="648">
                  <c:v>0.609185156052273</c:v>
                </c:pt>
                <c:pt idx="649">
                  <c:v>0.5025683167968634</c:v>
                </c:pt>
                <c:pt idx="650">
                  <c:v>0.3843924332707147</c:v>
                </c:pt>
                <c:pt idx="651">
                  <c:v>0.2663889721668395</c:v>
                </c:pt>
                <c:pt idx="652">
                  <c:v>0.1590299512931868</c:v>
                </c:pt>
                <c:pt idx="653">
                  <c:v>0.04848677394270087</c:v>
                </c:pt>
                <c:pt idx="654">
                  <c:v>-0.01890458976837831</c:v>
                </c:pt>
                <c:pt idx="655">
                  <c:v>-0.06389283688479112</c:v>
                </c:pt>
                <c:pt idx="656">
                  <c:v>-0.09452902729333525</c:v>
                </c:pt>
                <c:pt idx="657">
                  <c:v>-0.1285180238850301</c:v>
                </c:pt>
                <c:pt idx="658">
                  <c:v>-0.1681398422668174</c:v>
                </c:pt>
                <c:pt idx="659">
                  <c:v>-0.2106832423706896</c:v>
                </c:pt>
                <c:pt idx="660">
                  <c:v>-0.2349257030987285</c:v>
                </c:pt>
                <c:pt idx="661">
                  <c:v>-0.2435311531182943</c:v>
                </c:pt>
                <c:pt idx="662">
                  <c:v>-0.2344067799574055</c:v>
                </c:pt>
                <c:pt idx="663">
                  <c:v>-0.2180646072676337</c:v>
                </c:pt>
                <c:pt idx="664">
                  <c:v>-0.2216392694710534</c:v>
                </c:pt>
                <c:pt idx="665">
                  <c:v>-0.2069290039565591</c:v>
                </c:pt>
                <c:pt idx="666">
                  <c:v>-0.1531239541459584</c:v>
                </c:pt>
                <c:pt idx="667">
                  <c:v>-0.0987886823480573</c:v>
                </c:pt>
                <c:pt idx="668">
                  <c:v>-0.02045242118604108</c:v>
                </c:pt>
                <c:pt idx="669">
                  <c:v>0.03130519154524571</c:v>
                </c:pt>
                <c:pt idx="670">
                  <c:v>0.08390956548261079</c:v>
                </c:pt>
                <c:pt idx="671">
                  <c:v>0.09528955144508083</c:v>
                </c:pt>
                <c:pt idx="672">
                  <c:v>0.1305848867324927</c:v>
                </c:pt>
                <c:pt idx="673">
                  <c:v>0.1886388571778235</c:v>
                </c:pt>
                <c:pt idx="674">
                  <c:v>0.226262735208744</c:v>
                </c:pt>
                <c:pt idx="675">
                  <c:v>0.213636862952175</c:v>
                </c:pt>
                <c:pt idx="676">
                  <c:v>0.1885007120332307</c:v>
                </c:pt>
                <c:pt idx="677">
                  <c:v>0.147188737981154</c:v>
                </c:pt>
                <c:pt idx="678">
                  <c:v>0.1067736610847759</c:v>
                </c:pt>
                <c:pt idx="679">
                  <c:v>0.06023513194195898</c:v>
                </c:pt>
                <c:pt idx="680">
                  <c:v>0.01660202087645742</c:v>
                </c:pt>
                <c:pt idx="681">
                  <c:v>-0.05506318595462725</c:v>
                </c:pt>
                <c:pt idx="682">
                  <c:v>-0.12488881092818</c:v>
                </c:pt>
                <c:pt idx="683">
                  <c:v>-0.182308499802978</c:v>
                </c:pt>
                <c:pt idx="684">
                  <c:v>-0.2615310768597332</c:v>
                </c:pt>
                <c:pt idx="685">
                  <c:v>-0.3445237931352929</c:v>
                </c:pt>
                <c:pt idx="686">
                  <c:v>-0.4249605438575779</c:v>
                </c:pt>
                <c:pt idx="687">
                  <c:v>-0.5201175579014135</c:v>
                </c:pt>
                <c:pt idx="688">
                  <c:v>-0.6449987873224821</c:v>
                </c:pt>
                <c:pt idx="689">
                  <c:v>-0.7404483940878294</c:v>
                </c:pt>
                <c:pt idx="690">
                  <c:v>-0.839697061017561</c:v>
                </c:pt>
                <c:pt idx="691">
                  <c:v>-0.9427734330148115</c:v>
                </c:pt>
                <c:pt idx="692">
                  <c:v>-1.046078045004134</c:v>
                </c:pt>
                <c:pt idx="693">
                  <c:v>-1.106548521671081</c:v>
                </c:pt>
                <c:pt idx="694">
                  <c:v>-1.14697874241006</c:v>
                </c:pt>
                <c:pt idx="695">
                  <c:v>-1.221672427147633</c:v>
                </c:pt>
                <c:pt idx="696">
                  <c:v>-1.278039524752686</c:v>
                </c:pt>
                <c:pt idx="697">
                  <c:v>-1.352834598487873</c:v>
                </c:pt>
                <c:pt idx="698">
                  <c:v>-1.441097067773389</c:v>
                </c:pt>
                <c:pt idx="699">
                  <c:v>-1.514917944670172</c:v>
                </c:pt>
                <c:pt idx="700">
                  <c:v>-1.592262225723909</c:v>
                </c:pt>
                <c:pt idx="701">
                  <c:v>-1.664421871980629</c:v>
                </c:pt>
                <c:pt idx="702">
                  <c:v>-1.701592566063006</c:v>
                </c:pt>
                <c:pt idx="703">
                  <c:v>-1.735693512909377</c:v>
                </c:pt>
                <c:pt idx="704">
                  <c:v>-1.786439347312877</c:v>
                </c:pt>
                <c:pt idx="705">
                  <c:v>-1.812306289157928</c:v>
                </c:pt>
                <c:pt idx="706">
                  <c:v>-1.811345757233209</c:v>
                </c:pt>
                <c:pt idx="707">
                  <c:v>-1.797506854470383</c:v>
                </c:pt>
                <c:pt idx="708">
                  <c:v>-1.797365946365275</c:v>
                </c:pt>
                <c:pt idx="709">
                  <c:v>-1.800747380705185</c:v>
                </c:pt>
                <c:pt idx="710">
                  <c:v>-1.790591782025188</c:v>
                </c:pt>
                <c:pt idx="711">
                  <c:v>-1.801410764247756</c:v>
                </c:pt>
                <c:pt idx="712">
                  <c:v>-1.806617377954294</c:v>
                </c:pt>
                <c:pt idx="713">
                  <c:v>-1.805687861884963</c:v>
                </c:pt>
                <c:pt idx="714">
                  <c:v>-1.794805452681344</c:v>
                </c:pt>
                <c:pt idx="715">
                  <c:v>-1.76201817902637</c:v>
                </c:pt>
                <c:pt idx="716">
                  <c:v>-1.713754418888272</c:v>
                </c:pt>
                <c:pt idx="717">
                  <c:v>-1.687341961521268</c:v>
                </c:pt>
                <c:pt idx="718">
                  <c:v>-1.62835256351691</c:v>
                </c:pt>
                <c:pt idx="719">
                  <c:v>-1.549843579024561</c:v>
                </c:pt>
                <c:pt idx="720">
                  <c:v>-1.471868647615248</c:v>
                </c:pt>
                <c:pt idx="721">
                  <c:v>-1.423101412914938</c:v>
                </c:pt>
                <c:pt idx="722">
                  <c:v>-1.369134647380302</c:v>
                </c:pt>
                <c:pt idx="723">
                  <c:v>-1.326743591977125</c:v>
                </c:pt>
                <c:pt idx="724">
                  <c:v>-1.269719812472205</c:v>
                </c:pt>
                <c:pt idx="725">
                  <c:v>-1.227678897319908</c:v>
                </c:pt>
                <c:pt idx="726">
                  <c:v>-1.187589936801739</c:v>
                </c:pt>
                <c:pt idx="727">
                  <c:v>-1.154483364597169</c:v>
                </c:pt>
                <c:pt idx="728">
                  <c:v>-1.107893132333163</c:v>
                </c:pt>
                <c:pt idx="729">
                  <c:v>-1.040824303565431</c:v>
                </c:pt>
                <c:pt idx="730">
                  <c:v>-1.00028506223678</c:v>
                </c:pt>
                <c:pt idx="731">
                  <c:v>-0.9589015092846498</c:v>
                </c:pt>
                <c:pt idx="732">
                  <c:v>-0.926543661959045</c:v>
                </c:pt>
                <c:pt idx="733">
                  <c:v>-0.9124900875391816</c:v>
                </c:pt>
                <c:pt idx="734">
                  <c:v>-0.9170848378782742</c:v>
                </c:pt>
                <c:pt idx="735">
                  <c:v>-0.9286804221396374</c:v>
                </c:pt>
                <c:pt idx="736">
                  <c:v>-0.9294409899208165</c:v>
                </c:pt>
                <c:pt idx="737">
                  <c:v>-0.9060173323256616</c:v>
                </c:pt>
                <c:pt idx="738">
                  <c:v>-0.9054671206634529</c:v>
                </c:pt>
                <c:pt idx="739">
                  <c:v>-0.9350647935750579</c:v>
                </c:pt>
                <c:pt idx="740">
                  <c:v>-0.9318697123653487</c:v>
                </c:pt>
                <c:pt idx="741">
                  <c:v>-0.9129784906099726</c:v>
                </c:pt>
                <c:pt idx="742">
                  <c:v>-0.8980034018651899</c:v>
                </c:pt>
                <c:pt idx="743">
                  <c:v>-0.8857289268660298</c:v>
                </c:pt>
                <c:pt idx="744">
                  <c:v>-0.8931320893845702</c:v>
                </c:pt>
                <c:pt idx="745">
                  <c:v>-0.88622099666861</c:v>
                </c:pt>
                <c:pt idx="746">
                  <c:v>-0.8858847216237777</c:v>
                </c:pt>
                <c:pt idx="747">
                  <c:v>-0.8793131054080452</c:v>
                </c:pt>
                <c:pt idx="748">
                  <c:v>-0.880217731653049</c:v>
                </c:pt>
                <c:pt idx="749">
                  <c:v>-0.8915181300651863</c:v>
                </c:pt>
                <c:pt idx="750">
                  <c:v>-0.9044988210062551</c:v>
                </c:pt>
                <c:pt idx="751">
                  <c:v>-0.9396084716465712</c:v>
                </c:pt>
                <c:pt idx="752">
                  <c:v>-0.9993367192824898</c:v>
                </c:pt>
                <c:pt idx="753">
                  <c:v>-1.046206244110295</c:v>
                </c:pt>
                <c:pt idx="754">
                  <c:v>-1.080392215918289</c:v>
                </c:pt>
                <c:pt idx="755">
                  <c:v>-1.140245999771293</c:v>
                </c:pt>
                <c:pt idx="756">
                  <c:v>-1.211884052886989</c:v>
                </c:pt>
                <c:pt idx="757">
                  <c:v>-1.253289661487047</c:v>
                </c:pt>
                <c:pt idx="758">
                  <c:v>-1.313289758756247</c:v>
                </c:pt>
                <c:pt idx="759">
                  <c:v>-1.360863193352034</c:v>
                </c:pt>
                <c:pt idx="760">
                  <c:v>-1.400377208358644</c:v>
                </c:pt>
                <c:pt idx="761">
                  <c:v>-1.421454952455899</c:v>
                </c:pt>
                <c:pt idx="762">
                  <c:v>-1.44135054124655</c:v>
                </c:pt>
                <c:pt idx="763">
                  <c:v>-1.443079423535577</c:v>
                </c:pt>
                <c:pt idx="764">
                  <c:v>-1.430379628686708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47-4ACB-AA9A-595112C4D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8703552"/>
        <c:axId val="338698752"/>
      </c:lineChart>
      <c:lineChart>
        <c:grouping val="standard"/>
        <c:varyColors val="0"/>
        <c:ser>
          <c:idx val="1"/>
          <c:order val="1"/>
          <c:tx>
            <c:v>Ibovespa</c:v>
          </c:tx>
          <c:spPr>
            <a:ln w="22225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'Composite treatment'!$E$5:$E$50000</c:f>
              <c:numCache>
                <c:formatCode>0.00</c:formatCode>
                <c:ptCount val="49996"/>
                <c:pt idx="0">
                  <c:v>119379.5</c:v>
                </c:pt>
                <c:pt idx="1">
                  <c:v>119090.24</c:v>
                </c:pt>
                <c:pt idx="2">
                  <c:v>118408.77</c:v>
                </c:pt>
                <c:pt idx="3">
                  <c:v>118349.6</c:v>
                </c:pt>
                <c:pt idx="4">
                  <c:v>118065.14</c:v>
                </c:pt>
                <c:pt idx="5">
                  <c:v>116809.55</c:v>
                </c:pt>
                <c:pt idx="6">
                  <c:v>116171.42</c:v>
                </c:pt>
                <c:pt idx="7">
                  <c:v>115591.52</c:v>
                </c:pt>
                <c:pt idx="8">
                  <c:v>114982.3</c:v>
                </c:pt>
                <c:pt idx="9">
                  <c:v>115408.52</c:v>
                </c:pt>
                <c:pt idx="10">
                  <c:v>114429.35</c:v>
                </c:pt>
                <c:pt idx="11">
                  <c:v>116156.01</c:v>
                </c:pt>
                <c:pt idx="12">
                  <c:v>118134.59</c:v>
                </c:pt>
                <c:pt idx="13">
                  <c:v>117025.6</c:v>
                </c:pt>
                <c:pt idx="14">
                  <c:v>115837.2</c:v>
                </c:pt>
                <c:pt idx="15">
                  <c:v>117120.98</c:v>
                </c:pt>
                <c:pt idx="16">
                  <c:v>118403.61</c:v>
                </c:pt>
                <c:pt idx="17">
                  <c:v>117535.1</c:v>
                </c:pt>
                <c:pt idx="18">
                  <c:v>115741.81</c:v>
                </c:pt>
                <c:pt idx="19">
                  <c:v>117892.96</c:v>
                </c:pt>
                <c:pt idx="20">
                  <c:v>117776.62</c:v>
                </c:pt>
                <c:pt idx="21">
                  <c:v>117331.3</c:v>
                </c:pt>
                <c:pt idx="22">
                  <c:v>115985.34</c:v>
                </c:pt>
                <c:pt idx="23">
                  <c:v>115313.4</c:v>
                </c:pt>
                <c:pt idx="24">
                  <c:v>116883.34</c:v>
                </c:pt>
                <c:pt idx="25">
                  <c:v>117968.12</c:v>
                </c:pt>
                <c:pt idx="26">
                  <c:v>118175.97</c:v>
                </c:pt>
                <c:pt idx="27">
                  <c:v>119391.55</c:v>
                </c:pt>
                <c:pt idx="28">
                  <c:v>118757.53</c:v>
                </c:pt>
                <c:pt idx="29">
                  <c:v>118288.21</c:v>
                </c:pt>
                <c:pt idx="30">
                  <c:v>117845.78</c:v>
                </c:pt>
                <c:pt idx="31">
                  <c:v>118695.32</c:v>
                </c:pt>
                <c:pt idx="32">
                  <c:v>116145.05</c:v>
                </c:pt>
                <c:pt idx="33">
                  <c:v>116008.64</c:v>
                </c:pt>
                <c:pt idx="34">
                  <c:v>115924.61</c:v>
                </c:pt>
                <c:pt idx="35">
                  <c:v>114193.43</c:v>
                </c:pt>
                <c:pt idx="36">
                  <c:v>114327.05</c:v>
                </c:pt>
                <c:pt idx="37">
                  <c:v>115730.76</c:v>
                </c:pt>
                <c:pt idx="38">
                  <c:v>116565.17</c:v>
                </c:pt>
                <c:pt idx="39">
                  <c:v>115056.86</c:v>
                </c:pt>
                <c:pt idx="40">
                  <c:v>113419.04</c:v>
                </c:pt>
                <c:pt idx="41">
                  <c:v>113607.45</c:v>
                </c:pt>
                <c:pt idx="42">
                  <c:v>113284.08</c:v>
                </c:pt>
                <c:pt idx="43">
                  <c:v>114169.63</c:v>
                </c:pt>
                <c:pt idx="44">
                  <c:v>115156.07</c:v>
                </c:pt>
                <c:pt idx="45">
                  <c:v>116736.95</c:v>
                </c:pt>
                <c:pt idx="46">
                  <c:v>117050.74</c:v>
                </c:pt>
                <c:pt idx="47">
                  <c:v>115754.08</c:v>
                </c:pt>
                <c:pt idx="48">
                  <c:v>116533.85</c:v>
                </c:pt>
                <c:pt idx="49">
                  <c:v>115908.43</c:v>
                </c:pt>
                <c:pt idx="50">
                  <c:v>114059.64</c:v>
                </c:pt>
                <c:pt idx="51">
                  <c:v>114004.3</c:v>
                </c:pt>
                <c:pt idx="52">
                  <c:v>113155.28</c:v>
                </c:pt>
                <c:pt idx="53">
                  <c:v>112784.52</c:v>
                </c:pt>
                <c:pt idx="54">
                  <c:v>113761.9</c:v>
                </c:pt>
                <c:pt idx="55">
                  <c:v>112829.97</c:v>
                </c:pt>
                <c:pt idx="56">
                  <c:v>114776.86</c:v>
                </c:pt>
                <c:pt idx="57">
                  <c:v>113301.35</c:v>
                </c:pt>
                <c:pt idx="58">
                  <c:v>112531.52</c:v>
                </c:pt>
                <c:pt idx="59">
                  <c:v>113143.67</c:v>
                </c:pt>
                <c:pt idx="60">
                  <c:v>115052.96</c:v>
                </c:pt>
                <c:pt idx="61">
                  <c:v>118159.97</c:v>
                </c:pt>
                <c:pt idx="62">
                  <c:v>118431.25</c:v>
                </c:pt>
                <c:pt idx="63">
                  <c:v>119268.06</c:v>
                </c:pt>
                <c:pt idx="64">
                  <c:v>119176.67</c:v>
                </c:pt>
                <c:pt idx="65">
                  <c:v>119034.14</c:v>
                </c:pt>
                <c:pt idx="66">
                  <c:v>120568.14</c:v>
                </c:pt>
                <c:pt idx="67">
                  <c:v>120410.17</c:v>
                </c:pt>
                <c:pt idx="68">
                  <c:v>123165.76</c:v>
                </c:pt>
                <c:pt idx="69">
                  <c:v>124639.24</c:v>
                </c:pt>
                <c:pt idx="70">
                  <c:v>124773.21</c:v>
                </c:pt>
                <c:pt idx="71">
                  <c:v>125957.06</c:v>
                </c:pt>
                <c:pt idx="72">
                  <c:v>125626.03</c:v>
                </c:pt>
                <c:pt idx="73">
                  <c:v>126035.3</c:v>
                </c:pt>
                <c:pt idx="74">
                  <c:v>126575.75</c:v>
                </c:pt>
                <c:pt idx="75">
                  <c:v>125517.27</c:v>
                </c:pt>
                <c:pt idx="76">
                  <c:v>125731.45</c:v>
                </c:pt>
                <c:pt idx="77">
                  <c:v>126538.32</c:v>
                </c:pt>
                <c:pt idx="78">
                  <c:v>126165.64</c:v>
                </c:pt>
                <c:pt idx="79">
                  <c:v>127331.12</c:v>
                </c:pt>
                <c:pt idx="80">
                  <c:v>128184.91</c:v>
                </c:pt>
                <c:pt idx="81">
                  <c:v>126802.79</c:v>
                </c:pt>
                <c:pt idx="82">
                  <c:v>126903.25</c:v>
                </c:pt>
                <c:pt idx="83">
                  <c:v>125622.65</c:v>
                </c:pt>
                <c:pt idx="84">
                  <c:v>126009.57</c:v>
                </c:pt>
                <c:pt idx="85">
                  <c:v>127093.57</c:v>
                </c:pt>
                <c:pt idx="86">
                  <c:v>126916.41</c:v>
                </c:pt>
                <c:pt idx="87">
                  <c:v>126403.03</c:v>
                </c:pt>
                <c:pt idx="88">
                  <c:v>129465.08</c:v>
                </c:pt>
                <c:pt idx="89">
                  <c:v>130842.09</c:v>
                </c:pt>
                <c:pt idx="90">
                  <c:v>130197.1</c:v>
                </c:pt>
                <c:pt idx="91">
                  <c:v>131083.82</c:v>
                </c:pt>
                <c:pt idx="92">
                  <c:v>131850.9</c:v>
                </c:pt>
                <c:pt idx="93">
                  <c:v>130804.17</c:v>
                </c:pt>
                <c:pt idx="94">
                  <c:v>132182.01</c:v>
                </c:pt>
                <c:pt idx="95">
                  <c:v>132752.93</c:v>
                </c:pt>
                <c:pt idx="96">
                  <c:v>133532.92</c:v>
                </c:pt>
                <c:pt idx="97">
                  <c:v>134193.72</c:v>
                </c:pt>
                <c:pt idx="98">
                  <c:v>134185.24</c:v>
                </c:pt>
                <c:pt idx="99">
                  <c:v>132696.63</c:v>
                </c:pt>
                <c:pt idx="100">
                  <c:v>132833.95</c:v>
                </c:pt>
                <c:pt idx="101">
                  <c:v>131225.91</c:v>
                </c:pt>
                <c:pt idx="102">
                  <c:v>132022.92</c:v>
                </c:pt>
                <c:pt idx="103">
                  <c:v>132426.54</c:v>
                </c:pt>
                <c:pt idx="104">
                  <c:v>131446.59</c:v>
                </c:pt>
                <c:pt idx="105">
                  <c:v>130841.09</c:v>
                </c:pt>
                <c:pt idx="106">
                  <c:v>130648.75</c:v>
                </c:pt>
                <c:pt idx="107">
                  <c:v>130987.67</c:v>
                </c:pt>
                <c:pt idx="108">
                  <c:v>131520.91</c:v>
                </c:pt>
                <c:pt idx="109">
                  <c:v>129294.04</c:v>
                </c:pt>
                <c:pt idx="110">
                  <c:v>128523.83</c:v>
                </c:pt>
                <c:pt idx="111">
                  <c:v>127315.74</c:v>
                </c:pt>
                <c:pt idx="112">
                  <c:v>127635.65</c:v>
                </c:pt>
                <c:pt idx="113">
                  <c:v>126601.55</c:v>
                </c:pt>
                <c:pt idx="114">
                  <c:v>128262.52</c:v>
                </c:pt>
                <c:pt idx="115">
                  <c:v>127815.7</c:v>
                </c:pt>
                <c:pt idx="116">
                  <c:v>128168.73</c:v>
                </c:pt>
                <c:pt idx="117">
                  <c:v>128967.32</c:v>
                </c:pt>
                <c:pt idx="118">
                  <c:v>128502.66</c:v>
                </c:pt>
                <c:pt idx="119">
                  <c:v>127401.81</c:v>
                </c:pt>
                <c:pt idx="120">
                  <c:v>127752.28</c:v>
                </c:pt>
                <c:pt idx="121">
                  <c:v>128481.02</c:v>
                </c:pt>
                <c:pt idx="122">
                  <c:v>127182.25</c:v>
                </c:pt>
                <c:pt idx="123">
                  <c:v>127593.49</c:v>
                </c:pt>
                <c:pt idx="124">
                  <c:v>130416.31</c:v>
                </c:pt>
                <c:pt idx="125">
                  <c:v>129949.9</c:v>
                </c:pt>
                <c:pt idx="126">
                  <c:v>128216.92</c:v>
                </c:pt>
                <c:pt idx="127">
                  <c:v>128025.7</c:v>
                </c:pt>
                <c:pt idx="128">
                  <c:v>127018.29</c:v>
                </c:pt>
                <c:pt idx="129">
                  <c:v>127804.13</c:v>
                </c:pt>
                <c:pt idx="130">
                  <c:v>128725.88</c:v>
                </c:pt>
                <c:pt idx="131">
                  <c:v>129035.74</c:v>
                </c:pt>
                <c:pt idx="132">
                  <c:v>129916.11</c:v>
                </c:pt>
                <c:pt idx="133">
                  <c:v>130031.58</c:v>
                </c:pt>
                <c:pt idx="134">
                  <c:v>130240.55</c:v>
                </c:pt>
                <c:pt idx="135">
                  <c:v>129418.73</c:v>
                </c:pt>
                <c:pt idx="136">
                  <c:v>129609.05</c:v>
                </c:pt>
                <c:pt idx="137">
                  <c:v>131689.37</c:v>
                </c:pt>
                <c:pt idx="138">
                  <c:v>130155.43</c:v>
                </c:pt>
                <c:pt idx="139">
                  <c:v>129020.02</c:v>
                </c:pt>
                <c:pt idx="140">
                  <c:v>129180.37</c:v>
                </c:pt>
                <c:pt idx="141">
                  <c:v>128340.54</c:v>
                </c:pt>
                <c:pt idx="142">
                  <c:v>128098.11</c:v>
                </c:pt>
                <c:pt idx="143">
                  <c:v>128890.23</c:v>
                </c:pt>
                <c:pt idx="144">
                  <c:v>128339.76</c:v>
                </c:pt>
                <c:pt idx="145">
                  <c:v>127070.79</c:v>
                </c:pt>
                <c:pt idx="146">
                  <c:v>126123.56</c:v>
                </c:pt>
                <c:pt idx="147">
                  <c:v>127667.84</c:v>
                </c:pt>
                <c:pt idx="148">
                  <c:v>128006.05</c:v>
                </c:pt>
                <c:pt idx="149">
                  <c:v>127689.97</c:v>
                </c:pt>
                <c:pt idx="150">
                  <c:v>126741.81</c:v>
                </c:pt>
                <c:pt idx="151">
                  <c:v>126954.18</c:v>
                </c:pt>
                <c:pt idx="152">
                  <c:v>127528.85</c:v>
                </c:pt>
                <c:pt idx="153">
                  <c:v>129124.83</c:v>
                </c:pt>
                <c:pt idx="154">
                  <c:v>128158.57</c:v>
                </c:pt>
                <c:pt idx="155">
                  <c:v>127027.1</c:v>
                </c:pt>
                <c:pt idx="156">
                  <c:v>126931.47</c:v>
                </c:pt>
                <c:pt idx="157">
                  <c:v>126863.02</c:v>
                </c:pt>
                <c:pt idx="158">
                  <c:v>127690.62</c:v>
                </c:pt>
                <c:pt idx="159">
                  <c:v>128106.1</c:v>
                </c:pt>
                <c:pt idx="160">
                  <c:v>126990.45</c:v>
                </c:pt>
                <c:pt idx="161">
                  <c:v>127548.52</c:v>
                </c:pt>
                <c:pt idx="162">
                  <c:v>127318.39</c:v>
                </c:pt>
                <c:pt idx="163">
                  <c:v>127427.53</c:v>
                </c:pt>
                <c:pt idx="164">
                  <c:v>126795.41</c:v>
                </c:pt>
                <c:pt idx="165">
                  <c:v>128857.16</c:v>
                </c:pt>
                <c:pt idx="166">
                  <c:v>129890.37</c:v>
                </c:pt>
                <c:pt idx="167">
                  <c:v>128053.74</c:v>
                </c:pt>
                <c:pt idx="168">
                  <c:v>127396.35</c:v>
                </c:pt>
                <c:pt idx="169">
                  <c:v>125946.09</c:v>
                </c:pt>
                <c:pt idx="170">
                  <c:v>125333.89</c:v>
                </c:pt>
                <c:pt idx="171">
                  <c:v>124388.62</c:v>
                </c:pt>
                <c:pt idx="172">
                  <c:v>124171.15</c:v>
                </c:pt>
                <c:pt idx="173">
                  <c:v>124196.18</c:v>
                </c:pt>
                <c:pt idx="174">
                  <c:v>125124.3</c:v>
                </c:pt>
                <c:pt idx="175">
                  <c:v>125573.16</c:v>
                </c:pt>
                <c:pt idx="176">
                  <c:v>125148.07</c:v>
                </c:pt>
                <c:pt idx="177">
                  <c:v>124740.69</c:v>
                </c:pt>
                <c:pt idx="178">
                  <c:v>124645.58</c:v>
                </c:pt>
                <c:pt idx="179">
                  <c:v>126526.27</c:v>
                </c:pt>
                <c:pt idx="180">
                  <c:v>127351.79</c:v>
                </c:pt>
                <c:pt idx="181">
                  <c:v>125924.19</c:v>
                </c:pt>
                <c:pt idx="182">
                  <c:v>127122.25</c:v>
                </c:pt>
                <c:pt idx="183">
                  <c:v>128508.67</c:v>
                </c:pt>
                <c:pt idx="184">
                  <c:v>128465.69</c:v>
                </c:pt>
                <c:pt idx="185">
                  <c:v>129210.48</c:v>
                </c:pt>
                <c:pt idx="186">
                  <c:v>129480.89</c:v>
                </c:pt>
                <c:pt idx="187">
                  <c:v>128188.34</c:v>
                </c:pt>
                <c:pt idx="188">
                  <c:v>127599.57</c:v>
                </c:pt>
                <c:pt idx="189">
                  <c:v>128154.79</c:v>
                </c:pt>
                <c:pt idx="190">
                  <c:v>128515.49</c:v>
                </c:pt>
                <c:pt idx="191">
                  <c:v>128027.59</c:v>
                </c:pt>
                <c:pt idx="192">
                  <c:v>128283.62</c:v>
                </c:pt>
                <c:pt idx="193">
                  <c:v>128150.71</c:v>
                </c:pt>
                <c:pt idx="194">
                  <c:v>127750.92</c:v>
                </c:pt>
                <c:pt idx="195">
                  <c:v>127411.55</c:v>
                </c:pt>
                <c:pt idx="196">
                  <c:v>125650.03</c:v>
                </c:pt>
                <c:pt idx="197">
                  <c:v>124729.4</c:v>
                </c:pt>
                <c:pt idx="198">
                  <c:v>124305.57</c:v>
                </c:pt>
                <c:pt idx="199">
                  <c:v>124495.68</c:v>
                </c:pt>
                <c:pt idx="200">
                  <c:v>123779.54</c:v>
                </c:pt>
                <c:pt idx="201">
                  <c:v>122707.28</c:v>
                </c:pt>
                <c:pt idx="202">
                  <c:v>122098.09</c:v>
                </c:pt>
                <c:pt idx="203">
                  <c:v>122031.58</c:v>
                </c:pt>
                <c:pt idx="204">
                  <c:v>121802.06</c:v>
                </c:pt>
                <c:pt idx="205">
                  <c:v>121407.33</c:v>
                </c:pt>
                <c:pt idx="206">
                  <c:v>122898.8</c:v>
                </c:pt>
                <c:pt idx="207">
                  <c:v>120767.19</c:v>
                </c:pt>
                <c:pt idx="208">
                  <c:v>120759.51</c:v>
                </c:pt>
                <c:pt idx="209">
                  <c:v>121635.06</c:v>
                </c:pt>
                <c:pt idx="210">
                  <c:v>119936.02</c:v>
                </c:pt>
                <c:pt idx="211">
                  <c:v>119567.53</c:v>
                </c:pt>
                <c:pt idx="212">
                  <c:v>119662.38</c:v>
                </c:pt>
                <c:pt idx="213">
                  <c:v>119137.86</c:v>
                </c:pt>
                <c:pt idx="214">
                  <c:v>119630.44</c:v>
                </c:pt>
                <c:pt idx="215">
                  <c:v>120261.34</c:v>
                </c:pt>
                <c:pt idx="216">
                  <c:v>120445.91</c:v>
                </c:pt>
                <c:pt idx="217">
                  <c:v>121341.13</c:v>
                </c:pt>
                <c:pt idx="218">
                  <c:v>122636.96</c:v>
                </c:pt>
                <c:pt idx="219">
                  <c:v>122331.39</c:v>
                </c:pt>
                <c:pt idx="220">
                  <c:v>122641.3</c:v>
                </c:pt>
                <c:pt idx="221">
                  <c:v>124307.83</c:v>
                </c:pt>
                <c:pt idx="222">
                  <c:v>123906.55</c:v>
                </c:pt>
                <c:pt idx="223">
                  <c:v>124718.07</c:v>
                </c:pt>
                <c:pt idx="224">
                  <c:v>124787.08</c:v>
                </c:pt>
                <c:pt idx="225">
                  <c:v>125661.89</c:v>
                </c:pt>
                <c:pt idx="226">
                  <c:v>126163.98</c:v>
                </c:pt>
                <c:pt idx="227">
                  <c:v>126267.05</c:v>
                </c:pt>
                <c:pt idx="228">
                  <c:v>126548.34</c:v>
                </c:pt>
                <c:pt idx="229">
                  <c:v>127108.22</c:v>
                </c:pt>
                <c:pt idx="230">
                  <c:v>127218.24</c:v>
                </c:pt>
                <c:pt idx="231">
                  <c:v>128293.61</c:v>
                </c:pt>
                <c:pt idx="232">
                  <c:v>128896.98</c:v>
                </c:pt>
                <c:pt idx="233">
                  <c:v>129320.96</c:v>
                </c:pt>
                <c:pt idx="234">
                  <c:v>129110.38</c:v>
                </c:pt>
                <c:pt idx="235">
                  <c:v>129450.32</c:v>
                </c:pt>
                <c:pt idx="236">
                  <c:v>127652.06</c:v>
                </c:pt>
                <c:pt idx="237">
                  <c:v>127616.46</c:v>
                </c:pt>
                <c:pt idx="238">
                  <c:v>127859.63</c:v>
                </c:pt>
                <c:pt idx="239">
                  <c:v>126589.84</c:v>
                </c:pt>
                <c:pt idx="240">
                  <c:v>126422.73</c:v>
                </c:pt>
                <c:pt idx="241">
                  <c:v>125954.09</c:v>
                </c:pt>
                <c:pt idx="242">
                  <c:v>127492.49</c:v>
                </c:pt>
                <c:pt idx="243">
                  <c:v>126953.86</c:v>
                </c:pt>
                <c:pt idx="244">
                  <c:v>126139.21</c:v>
                </c:pt>
                <c:pt idx="245">
                  <c:v>127651.81</c:v>
                </c:pt>
                <c:pt idx="246">
                  <c:v>127395.1</c:v>
                </c:pt>
                <c:pt idx="247">
                  <c:v>125854.09</c:v>
                </c:pt>
                <c:pt idx="248">
                  <c:v>125269.54</c:v>
                </c:pt>
                <c:pt idx="249">
                  <c:v>126266.7</c:v>
                </c:pt>
                <c:pt idx="250">
                  <c:v>127513.88</c:v>
                </c:pt>
                <c:pt idx="251">
                  <c:v>128660.88</c:v>
                </c:pt>
                <c:pt idx="252">
                  <c:v>130614.59</c:v>
                </c:pt>
                <c:pt idx="253">
                  <c:v>131115.9</c:v>
                </c:pt>
                <c:pt idx="254">
                  <c:v>132397.97</c:v>
                </c:pt>
                <c:pt idx="255">
                  <c:v>133317.66</c:v>
                </c:pt>
                <c:pt idx="256">
                  <c:v>134153.42</c:v>
                </c:pt>
                <c:pt idx="257">
                  <c:v>133953.25</c:v>
                </c:pt>
                <c:pt idx="258">
                  <c:v>135777.98</c:v>
                </c:pt>
                <c:pt idx="259">
                  <c:v>136087.41</c:v>
                </c:pt>
                <c:pt idx="260">
                  <c:v>136463.65</c:v>
                </c:pt>
                <c:pt idx="261">
                  <c:v>135173.39</c:v>
                </c:pt>
                <c:pt idx="262">
                  <c:v>135608.47</c:v>
                </c:pt>
                <c:pt idx="263">
                  <c:v>136888.71</c:v>
                </c:pt>
                <c:pt idx="264">
                  <c:v>136775.91</c:v>
                </c:pt>
                <c:pt idx="265">
                  <c:v>137343.96</c:v>
                </c:pt>
                <c:pt idx="266">
                  <c:v>136041.35</c:v>
                </c:pt>
                <c:pt idx="267">
                  <c:v>136004.01</c:v>
                </c:pt>
                <c:pt idx="268">
                  <c:v>134906.07</c:v>
                </c:pt>
                <c:pt idx="269">
                  <c:v>134353.48</c:v>
                </c:pt>
                <c:pt idx="270">
                  <c:v>136110.73</c:v>
                </c:pt>
                <c:pt idx="271">
                  <c:v>136502.49</c:v>
                </c:pt>
                <c:pt idx="272">
                  <c:v>134572.45</c:v>
                </c:pt>
                <c:pt idx="273">
                  <c:v>134737.21</c:v>
                </c:pt>
                <c:pt idx="274">
                  <c:v>134319.58</c:v>
                </c:pt>
                <c:pt idx="275">
                  <c:v>134676.75</c:v>
                </c:pt>
                <c:pt idx="276">
                  <c:v>134029.43</c:v>
                </c:pt>
                <c:pt idx="277">
                  <c:v>134881.95</c:v>
                </c:pt>
                <c:pt idx="278">
                  <c:v>135118.22</c:v>
                </c:pt>
                <c:pt idx="279">
                  <c:v>134960.19</c:v>
                </c:pt>
                <c:pt idx="280">
                  <c:v>133747.69</c:v>
                </c:pt>
                <c:pt idx="281">
                  <c:v>133122.67</c:v>
                </c:pt>
                <c:pt idx="282">
                  <c:v>131065.44</c:v>
                </c:pt>
                <c:pt idx="283">
                  <c:v>130568.37</c:v>
                </c:pt>
                <c:pt idx="284">
                  <c:v>132155.76</c:v>
                </c:pt>
                <c:pt idx="285">
                  <c:v>131586.45</c:v>
                </c:pt>
                <c:pt idx="286">
                  <c:v>133009.78</c:v>
                </c:pt>
                <c:pt idx="287">
                  <c:v>132730.36</c:v>
                </c:pt>
                <c:pt idx="288">
                  <c:v>131816.44</c:v>
                </c:pt>
                <c:pt idx="289">
                  <c:v>132495.16</c:v>
                </c:pt>
                <c:pt idx="290">
                  <c:v>133514.94</c:v>
                </c:pt>
                <c:pt idx="291">
                  <c:v>131671.51</c:v>
                </c:pt>
                <c:pt idx="292">
                  <c:v>131791.55</c:v>
                </c:pt>
                <c:pt idx="293">
                  <c:v>132017.84</c:v>
                </c:pt>
                <c:pt idx="294">
                  <c:v>131511.73</c:v>
                </c:pt>
                <c:pt idx="295">
                  <c:v>129962.06</c:v>
                </c:pt>
                <c:pt idx="296">
                  <c:v>130352.86</c:v>
                </c:pt>
                <c:pt idx="297">
                  <c:v>129992.29</c:v>
                </c:pt>
                <c:pt idx="298">
                  <c:v>131005.25</c:v>
                </c:pt>
                <c:pt idx="299">
                  <c:v>131043.27</c:v>
                </c:pt>
                <c:pt idx="300">
                  <c:v>131749.72</c:v>
                </c:pt>
                <c:pt idx="301">
                  <c:v>130793.41</c:v>
                </c:pt>
                <c:pt idx="302">
                  <c:v>130499.26</c:v>
                </c:pt>
                <c:pt idx="303">
                  <c:v>130361.56</c:v>
                </c:pt>
                <c:pt idx="304">
                  <c:v>129951.37</c:v>
                </c:pt>
                <c:pt idx="305">
                  <c:v>129233.11</c:v>
                </c:pt>
                <c:pt idx="306">
                  <c:v>130066.95</c:v>
                </c:pt>
                <c:pt idx="307">
                  <c:v>129893.32</c:v>
                </c:pt>
                <c:pt idx="308">
                  <c:v>131212.58</c:v>
                </c:pt>
                <c:pt idx="309">
                  <c:v>130729.93</c:v>
                </c:pt>
                <c:pt idx="310">
                  <c:v>130639.33</c:v>
                </c:pt>
                <c:pt idx="311">
                  <c:v>129713.33</c:v>
                </c:pt>
                <c:pt idx="312">
                  <c:v>128120.75</c:v>
                </c:pt>
                <c:pt idx="313">
                  <c:v>130514.79</c:v>
                </c:pt>
                <c:pt idx="314">
                  <c:v>130660.75</c:v>
                </c:pt>
                <c:pt idx="315">
                  <c:v>130340.92</c:v>
                </c:pt>
                <c:pt idx="316">
                  <c:v>129681.7</c:v>
                </c:pt>
                <c:pt idx="317">
                  <c:v>127829.8</c:v>
                </c:pt>
                <c:pt idx="318">
                  <c:v>127873.7</c:v>
                </c:pt>
                <c:pt idx="319">
                  <c:v>127698.32</c:v>
                </c:pt>
                <c:pt idx="320">
                  <c:v>127733.88</c:v>
                </c:pt>
                <c:pt idx="321">
                  <c:v>127791.6</c:v>
                </c:pt>
                <c:pt idx="322">
                  <c:v>127768.19</c:v>
                </c:pt>
                <c:pt idx="323">
                  <c:v>128197.25</c:v>
                </c:pt>
                <c:pt idx="324">
                  <c:v>126922.11</c:v>
                </c:pt>
                <c:pt idx="325">
                  <c:v>129125.51</c:v>
                </c:pt>
                <c:pt idx="326">
                  <c:v>129036.1</c:v>
                </c:pt>
                <c:pt idx="327">
                  <c:v>129922.38</c:v>
                </c:pt>
                <c:pt idx="328">
                  <c:v>127668.61</c:v>
                </c:pt>
                <c:pt idx="329">
                  <c:v>124610.41</c:v>
                </c:pt>
                <c:pt idx="330">
                  <c:v>125667.83</c:v>
                </c:pt>
                <c:pt idx="331">
                  <c:v>125235.54</c:v>
                </c:pt>
                <c:pt idx="332">
                  <c:v>126139.2</c:v>
                </c:pt>
                <c:pt idx="333">
                  <c:v>126087.02</c:v>
                </c:pt>
                <c:pt idx="334">
                  <c:v>127857.58</c:v>
                </c:pt>
                <c:pt idx="335">
                  <c:v>125945.67</c:v>
                </c:pt>
                <c:pt idx="336">
                  <c:v>127210.19</c:v>
                </c:pt>
                <c:pt idx="337">
                  <c:v>128228.49</c:v>
                </c:pt>
                <c:pt idx="338">
                  <c:v>129593.31</c:v>
                </c:pt>
                <c:pt idx="339">
                  <c:v>126042.21</c:v>
                </c:pt>
                <c:pt idx="340">
                  <c:v>124612.22</c:v>
                </c:pt>
                <c:pt idx="341">
                  <c:v>123560.06</c:v>
                </c:pt>
                <c:pt idx="342">
                  <c:v>124698.04</c:v>
                </c:pt>
                <c:pt idx="343">
                  <c:v>120771.88</c:v>
                </c:pt>
                <c:pt idx="344">
                  <c:v>121187.91</c:v>
                </c:pt>
                <c:pt idx="345">
                  <c:v>122102.15</c:v>
                </c:pt>
                <c:pt idx="346">
                  <c:v>120766.57</c:v>
                </c:pt>
                <c:pt idx="347">
                  <c:v>121077.5</c:v>
                </c:pt>
                <c:pt idx="348">
                  <c:v>120269.31</c:v>
                </c:pt>
                <c:pt idx="349">
                  <c:v>120283.4</c:v>
                </c:pt>
                <c:pt idx="350">
                  <c:v>120125.39</c:v>
                </c:pt>
                <c:pt idx="351">
                  <c:v>118532.68</c:v>
                </c:pt>
                <c:pt idx="352">
                  <c:v>120021.52</c:v>
                </c:pt>
                <c:pt idx="353">
                  <c:v>121162.66</c:v>
                </c:pt>
                <c:pt idx="354">
                  <c:v>119624.51</c:v>
                </c:pt>
                <c:pt idx="355">
                  <c:v>119780.56</c:v>
                </c:pt>
                <c:pt idx="356">
                  <c:v>118856.48</c:v>
                </c:pt>
                <c:pt idx="357">
                  <c:v>119006.93</c:v>
                </c:pt>
                <c:pt idx="358">
                  <c:v>119298.67</c:v>
                </c:pt>
                <c:pt idx="359">
                  <c:v>122650.2</c:v>
                </c:pt>
                <c:pt idx="360">
                  <c:v>121234.14</c:v>
                </c:pt>
                <c:pt idx="361">
                  <c:v>122350.38</c:v>
                </c:pt>
                <c:pt idx="362">
                  <c:v>122855.15</c:v>
                </c:pt>
                <c:pt idx="363">
                  <c:v>123338.34</c:v>
                </c:pt>
                <c:pt idx="364">
                  <c:v>122971.77</c:v>
                </c:pt>
                <c:pt idx="365">
                  <c:v>122483.32</c:v>
                </c:pt>
                <c:pt idx="366">
                  <c:v>122446.94</c:v>
                </c:pt>
                <c:pt idx="367">
                  <c:v>124861.5</c:v>
                </c:pt>
                <c:pt idx="368">
                  <c:v>124055.5</c:v>
                </c:pt>
                <c:pt idx="369">
                  <c:v>123432.12</c:v>
                </c:pt>
                <c:pt idx="370">
                  <c:v>126912.78</c:v>
                </c:pt>
                <c:pt idx="371">
                  <c:v>126134.94</c:v>
                </c:pt>
                <c:pt idx="372">
                  <c:v>125970.46</c:v>
                </c:pt>
                <c:pt idx="373">
                  <c:v>125147.42</c:v>
                </c:pt>
                <c:pt idx="374">
                  <c:v>125534.07</c:v>
                </c:pt>
                <c:pt idx="375">
                  <c:v>126224.74</c:v>
                </c:pt>
                <c:pt idx="376">
                  <c:v>124619.4</c:v>
                </c:pt>
                <c:pt idx="377">
                  <c:v>125571.81</c:v>
                </c:pt>
                <c:pt idx="378">
                  <c:v>126521.66</c:v>
                </c:pt>
                <c:pt idx="379">
                  <c:v>124380.21</c:v>
                </c:pt>
                <c:pt idx="380">
                  <c:v>124850.18</c:v>
                </c:pt>
                <c:pt idx="381">
                  <c:v>128218.59</c:v>
                </c:pt>
                <c:pt idx="382">
                  <c:v>128552.13</c:v>
                </c:pt>
                <c:pt idx="383">
                  <c:v>128531.71</c:v>
                </c:pt>
                <c:pt idx="384">
                  <c:v>127308.8</c:v>
                </c:pt>
                <c:pt idx="385">
                  <c:v>127600.58</c:v>
                </c:pt>
                <c:pt idx="386">
                  <c:v>127128.06</c:v>
                </c:pt>
                <c:pt idx="387">
                  <c:v>125401.38</c:v>
                </c:pt>
                <c:pt idx="388">
                  <c:v>125979.5</c:v>
                </c:pt>
                <c:pt idx="389">
                  <c:v>124768.71</c:v>
                </c:pt>
                <c:pt idx="390">
                  <c:v>124798.96</c:v>
                </c:pt>
                <c:pt idx="391">
                  <c:v>122799.09</c:v>
                </c:pt>
                <c:pt idx="392">
                  <c:v>123046.85</c:v>
                </c:pt>
                <c:pt idx="393">
                  <c:v>123357.55</c:v>
                </c:pt>
                <c:pt idx="394">
                  <c:v>125034.63</c:v>
                </c:pt>
                <c:pt idx="395">
                  <c:v>124519.38</c:v>
                </c:pt>
                <c:pt idx="396">
                  <c:v>123507.35</c:v>
                </c:pt>
                <c:pt idx="397">
                  <c:v>123863.5</c:v>
                </c:pt>
                <c:pt idx="398">
                  <c:v>125637.11</c:v>
                </c:pt>
                <c:pt idx="399">
                  <c:v>128957.09</c:v>
                </c:pt>
                <c:pt idx="400">
                  <c:v>130833.96</c:v>
                </c:pt>
                <c:pt idx="401">
                  <c:v>131474.73</c:v>
                </c:pt>
                <c:pt idx="402">
                  <c:v>132508.45</c:v>
                </c:pt>
                <c:pt idx="403">
                  <c:v>131954.9</c:v>
                </c:pt>
                <c:pt idx="404">
                  <c:v>132344.88</c:v>
                </c:pt>
                <c:pt idx="405">
                  <c:v>131321.44</c:v>
                </c:pt>
                <c:pt idx="406">
                  <c:v>132067.69</c:v>
                </c:pt>
                <c:pt idx="407">
                  <c:v>132519.63</c:v>
                </c:pt>
                <c:pt idx="408">
                  <c:v>133148.75</c:v>
                </c:pt>
                <c:pt idx="409">
                  <c:v>131902.18</c:v>
                </c:pt>
                <c:pt idx="410">
                  <c:v>130259.54</c:v>
                </c:pt>
                <c:pt idx="411">
                  <c:v>131147.29</c:v>
                </c:pt>
                <c:pt idx="412">
                  <c:v>131190.34</c:v>
                </c:pt>
                <c:pt idx="413">
                  <c:v>131140.65</c:v>
                </c:pt>
                <c:pt idx="414">
                  <c:v>127256</c:v>
                </c:pt>
                <c:pt idx="415">
                  <c:v>125588.09</c:v>
                </c:pt>
                <c:pt idx="416">
                  <c:v>123931.89</c:v>
                </c:pt>
                <c:pt idx="417">
                  <c:v>127795.93</c:v>
                </c:pt>
                <c:pt idx="418">
                  <c:v>126354.75</c:v>
                </c:pt>
                <c:pt idx="419">
                  <c:v>127682.4</c:v>
                </c:pt>
                <c:pt idx="420">
                  <c:v>129453.91</c:v>
                </c:pt>
                <c:pt idx="421">
                  <c:v>129245.39</c:v>
                </c:pt>
                <c:pt idx="422">
                  <c:v>128316.89</c:v>
                </c:pt>
                <c:pt idx="423">
                  <c:v>129650.03</c:v>
                </c:pt>
                <c:pt idx="424">
                  <c:v>130464.38</c:v>
                </c:pt>
                <c:pt idx="425">
                  <c:v>132216.07</c:v>
                </c:pt>
                <c:pt idx="426">
                  <c:v>134580.43</c:v>
                </c:pt>
                <c:pt idx="427">
                  <c:v>134739.28</c:v>
                </c:pt>
                <c:pt idx="428">
                  <c:v>135015.89</c:v>
                </c:pt>
                <c:pt idx="429">
                  <c:v>135092.99</c:v>
                </c:pt>
                <c:pt idx="430">
                  <c:v>135066.97</c:v>
                </c:pt>
                <c:pt idx="431">
                  <c:v>135133.88</c:v>
                </c:pt>
                <c:pt idx="432">
                  <c:v>133491.23</c:v>
                </c:pt>
                <c:pt idx="433">
                  <c:v>133515.82</c:v>
                </c:pt>
                <c:pt idx="434">
                  <c:v>133397.52</c:v>
                </c:pt>
                <c:pt idx="435">
                  <c:v>136231.9</c:v>
                </c:pt>
                <c:pt idx="436">
                  <c:v>136511.88</c:v>
                </c:pt>
                <c:pt idx="437">
                  <c:v>136563.18</c:v>
                </c:pt>
                <c:pt idx="438">
                  <c:v>138963.11</c:v>
                </c:pt>
                <c:pt idx="439">
                  <c:v>138422.84</c:v>
                </c:pt>
                <c:pt idx="440">
                  <c:v>139334.38</c:v>
                </c:pt>
                <c:pt idx="441">
                  <c:v>139187.39</c:v>
                </c:pt>
                <c:pt idx="442">
                  <c:v>139636.41</c:v>
                </c:pt>
                <c:pt idx="443">
                  <c:v>140109.63</c:v>
                </c:pt>
                <c:pt idx="444">
                  <c:v>137881.27</c:v>
                </c:pt>
                <c:pt idx="445">
                  <c:v>137272.59</c:v>
                </c:pt>
                <c:pt idx="446">
                  <c:v>137824.29</c:v>
                </c:pt>
                <c:pt idx="447">
                  <c:v>138136.14</c:v>
                </c:pt>
                <c:pt idx="448">
                  <c:v>139541.23</c:v>
                </c:pt>
                <c:pt idx="449">
                  <c:v>138887.81</c:v>
                </c:pt>
                <c:pt idx="450">
                  <c:v>138533.7</c:v>
                </c:pt>
                <c:pt idx="451">
                  <c:v>137026.62</c:v>
                </c:pt>
                <c:pt idx="452">
                  <c:v>136786.65</c:v>
                </c:pt>
                <c:pt idx="453">
                  <c:v>137546.26</c:v>
                </c:pt>
                <c:pt idx="454">
                  <c:v>137001.58</c:v>
                </c:pt>
                <c:pt idx="455">
                  <c:v>136236.37</c:v>
                </c:pt>
                <c:pt idx="456">
                  <c:v>136102.1</c:v>
                </c:pt>
                <c:pt idx="457">
                  <c:v>135699.38</c:v>
                </c:pt>
                <c:pt idx="458">
                  <c:v>136436.07</c:v>
                </c:pt>
                <c:pt idx="459">
                  <c:v>137128.04</c:v>
                </c:pt>
                <c:pt idx="460">
                  <c:v>137799.74</c:v>
                </c:pt>
                <c:pt idx="461">
                  <c:v>137212.63</c:v>
                </c:pt>
                <c:pt idx="462">
                  <c:v>139255.91</c:v>
                </c:pt>
                <c:pt idx="463">
                  <c:v>138840.02</c:v>
                </c:pt>
                <c:pt idx="464">
                  <c:v>138716.64</c:v>
                </c:pt>
                <c:pt idx="465">
                  <c:v>137115.83</c:v>
                </c:pt>
                <c:pt idx="466">
                  <c:v>136550.5</c:v>
                </c:pt>
                <c:pt idx="467">
                  <c:v>137164.61</c:v>
                </c:pt>
                <c:pt idx="468">
                  <c:v>135767.29</c:v>
                </c:pt>
                <c:pt idx="469">
                  <c:v>137113.89</c:v>
                </c:pt>
                <c:pt idx="470">
                  <c:v>136865.79</c:v>
                </c:pt>
                <c:pt idx="471">
                  <c:v>138854.6</c:v>
                </c:pt>
                <c:pt idx="472">
                  <c:v>139549.43</c:v>
                </c:pt>
                <c:pt idx="473">
                  <c:v>139050.93</c:v>
                </c:pt>
                <c:pt idx="474">
                  <c:v>140927.86</c:v>
                </c:pt>
                <c:pt idx="475">
                  <c:v>141263.56</c:v>
                </c:pt>
                <c:pt idx="476">
                  <c:v>139489.7</c:v>
                </c:pt>
                <c:pt idx="477">
                  <c:v>139302.85</c:v>
                </c:pt>
                <c:pt idx="478">
                  <c:v>137480.79</c:v>
                </c:pt>
                <c:pt idx="479">
                  <c:v>136743.26</c:v>
                </c:pt>
                <c:pt idx="480">
                  <c:v>136187.31</c:v>
                </c:pt>
                <c:pt idx="481">
                  <c:v>135298.99</c:v>
                </c:pt>
                <c:pt idx="482">
                  <c:v>135250.1</c:v>
                </c:pt>
                <c:pt idx="483">
                  <c:v>135510.99</c:v>
                </c:pt>
                <c:pt idx="484">
                  <c:v>135564.74</c:v>
                </c:pt>
                <c:pt idx="485">
                  <c:v>133381.58</c:v>
                </c:pt>
                <c:pt idx="486">
                  <c:v>134166.72</c:v>
                </c:pt>
                <c:pt idx="487">
                  <c:v>134035.72</c:v>
                </c:pt>
                <c:pt idx="488">
                  <c:v>135368.27</c:v>
                </c:pt>
                <c:pt idx="489">
                  <c:v>133807.59</c:v>
                </c:pt>
                <c:pt idx="490">
                  <c:v>133524.18</c:v>
                </c:pt>
                <c:pt idx="491">
                  <c:v>132129.26</c:v>
                </c:pt>
                <c:pt idx="492">
                  <c:v>132725.68</c:v>
                </c:pt>
                <c:pt idx="493">
                  <c:v>133989.74</c:v>
                </c:pt>
                <c:pt idx="494">
                  <c:v>133071.05</c:v>
                </c:pt>
                <c:pt idx="495">
                  <c:v>132437.39</c:v>
                </c:pt>
                <c:pt idx="496">
                  <c:v>132971.2</c:v>
                </c:pt>
                <c:pt idx="497">
                  <c:v>133151.3</c:v>
                </c:pt>
                <c:pt idx="498">
                  <c:v>134537.62</c:v>
                </c:pt>
                <c:pt idx="499">
                  <c:v>136527.61</c:v>
                </c:pt>
                <c:pt idx="500">
                  <c:v>135913.25</c:v>
                </c:pt>
                <c:pt idx="501">
                  <c:v>135623.15</c:v>
                </c:pt>
                <c:pt idx="502">
                  <c:v>137913.68</c:v>
                </c:pt>
                <c:pt idx="503">
                  <c:v>136687.32</c:v>
                </c:pt>
                <c:pt idx="504">
                  <c:v>136355.78</c:v>
                </c:pt>
                <c:pt idx="505">
                  <c:v>136340.77</c:v>
                </c:pt>
                <c:pt idx="506">
                  <c:v>137321.64</c:v>
                </c:pt>
                <c:pt idx="507">
                  <c:v>134432.26</c:v>
                </c:pt>
                <c:pt idx="508">
                  <c:v>134666.46</c:v>
                </c:pt>
                <c:pt idx="509">
                  <c:v>134510.85</c:v>
                </c:pt>
                <c:pt idx="510">
                  <c:v>137968.15</c:v>
                </c:pt>
                <c:pt idx="511">
                  <c:v>138025.17</c:v>
                </c:pt>
                <c:pt idx="512">
                  <c:v>137771.39</c:v>
                </c:pt>
                <c:pt idx="513">
                  <c:v>139205.81</c:v>
                </c:pt>
                <c:pt idx="514">
                  <c:v>141049.2</c:v>
                </c:pt>
                <c:pt idx="515">
                  <c:v>141422.26</c:v>
                </c:pt>
                <c:pt idx="516">
                  <c:v>141283.01</c:v>
                </c:pt>
                <c:pt idx="517">
                  <c:v>140335.16</c:v>
                </c:pt>
                <c:pt idx="518">
                  <c:v>139863.63</c:v>
                </c:pt>
                <c:pt idx="519">
                  <c:v>140993.25</c:v>
                </c:pt>
                <c:pt idx="520">
                  <c:v>142640.14</c:v>
                </c:pt>
                <c:pt idx="521">
                  <c:v>141791.58</c:v>
                </c:pt>
                <c:pt idx="522">
                  <c:v>141618.29</c:v>
                </c:pt>
                <c:pt idx="523">
                  <c:v>142348.7</c:v>
                </c:pt>
                <c:pt idx="524">
                  <c:v>143150.84</c:v>
                </c:pt>
                <c:pt idx="525">
                  <c:v>142271.58</c:v>
                </c:pt>
                <c:pt idx="526">
                  <c:v>143546.58</c:v>
                </c:pt>
                <c:pt idx="527">
                  <c:v>144061.74</c:v>
                </c:pt>
                <c:pt idx="528">
                  <c:v>145593.63</c:v>
                </c:pt>
                <c:pt idx="529">
                  <c:v>145499.49</c:v>
                </c:pt>
                <c:pt idx="530">
                  <c:v>145865.11</c:v>
                </c:pt>
                <c:pt idx="531">
                  <c:v>145109.25</c:v>
                </c:pt>
                <c:pt idx="532">
                  <c:v>146424.94</c:v>
                </c:pt>
                <c:pt idx="533">
                  <c:v>146491.75</c:v>
                </c:pt>
                <c:pt idx="534">
                  <c:v>145306.23</c:v>
                </c:pt>
                <c:pt idx="535">
                  <c:v>145446.66</c:v>
                </c:pt>
                <c:pt idx="536">
                  <c:v>146336.8</c:v>
                </c:pt>
                <c:pt idx="537">
                  <c:v>146237.02</c:v>
                </c:pt>
                <c:pt idx="538">
                  <c:v>145517.35</c:v>
                </c:pt>
                <c:pt idx="539">
                  <c:v>143949.64</c:v>
                </c:pt>
                <c:pt idx="540">
                  <c:v>144200.65</c:v>
                </c:pt>
                <c:pt idx="541">
                  <c:v>143608.08</c:v>
                </c:pt>
                <c:pt idx="542">
                  <c:v>141356.43</c:v>
                </c:pt>
                <c:pt idx="543">
                  <c:v>142145.38</c:v>
                </c:pt>
                <c:pt idx="544">
                  <c:v>141708.19</c:v>
                </c:pt>
                <c:pt idx="545">
                  <c:v>140680.34</c:v>
                </c:pt>
                <c:pt idx="546">
                  <c:v>141783.36</c:v>
                </c:pt>
                <c:pt idx="547">
                  <c:v>141682.99</c:v>
                </c:pt>
                <c:pt idx="548">
                  <c:v>142603.66</c:v>
                </c:pt>
                <c:pt idx="549">
                  <c:v>142200.02</c:v>
                </c:pt>
                <c:pt idx="550">
                  <c:v>143398.63</c:v>
                </c:pt>
                <c:pt idx="551">
                  <c:v>144509.32</c:v>
                </c:pt>
                <c:pt idx="552">
                  <c:v>144085.15</c:v>
                </c:pt>
                <c:pt idx="553">
                  <c:v>144872.79</c:v>
                </c:pt>
                <c:pt idx="554">
                  <c:v>145720.98</c:v>
                </c:pt>
                <c:pt idx="555">
                  <c:v>146172.21</c:v>
                </c:pt>
                <c:pt idx="556">
                  <c:v>146969.1</c:v>
                </c:pt>
                <c:pt idx="557">
                  <c:v>147428.9</c:v>
                </c:pt>
                <c:pt idx="558">
                  <c:v>148632.93</c:v>
                </c:pt>
                <c:pt idx="559">
                  <c:v>148780.22</c:v>
                </c:pt>
                <c:pt idx="560">
                  <c:v>149540.43</c:v>
                </c:pt>
                <c:pt idx="561">
                  <c:v>150454.24</c:v>
                </c:pt>
                <c:pt idx="562">
                  <c:v>150704.2</c:v>
                </c:pt>
                <c:pt idx="563">
                  <c:v>153294.44</c:v>
                </c:pt>
                <c:pt idx="564">
                  <c:v>153338.63</c:v>
                </c:pt>
                <c:pt idx="565">
                  <c:v>154063.53</c:v>
                </c:pt>
                <c:pt idx="566">
                  <c:v>155257.31</c:v>
                </c:pt>
                <c:pt idx="567">
                  <c:v>157748.6</c:v>
                </c:pt>
                <c:pt idx="568">
                  <c:v>157632.9</c:v>
                </c:pt>
                <c:pt idx="569">
                  <c:v>157162.43</c:v>
                </c:pt>
                <c:pt idx="570">
                  <c:v>157738.69</c:v>
                </c:pt>
                <c:pt idx="571">
                  <c:v>156992.93</c:v>
                </c:pt>
                <c:pt idx="572">
                  <c:v>156522.13</c:v>
                </c:pt>
                <c:pt idx="573">
                  <c:v>155380.66</c:v>
                </c:pt>
                <c:pt idx="574">
                  <c:v>154770.1</c:v>
                </c:pt>
                <c:pt idx="575">
                  <c:v>155277.56</c:v>
                </c:pt>
                <c:pt idx="576">
                  <c:v>155910.18</c:v>
                </c:pt>
                <c:pt idx="577">
                  <c:v>158554.94</c:v>
                </c:pt>
                <c:pt idx="578">
                  <c:v>158359.76</c:v>
                </c:pt>
                <c:pt idx="579">
                  <c:v>159072.13</c:v>
                </c:pt>
                <c:pt idx="580">
                  <c:v>158611.01</c:v>
                </c:pt>
                <c:pt idx="581">
                  <c:v>161092.25</c:v>
                </c:pt>
                <c:pt idx="582">
                  <c:v>161755.18</c:v>
                </c:pt>
                <c:pt idx="583">
                  <c:v>164455.61</c:v>
                </c:pt>
                <c:pt idx="584">
                  <c:v>157369.36</c:v>
                </c:pt>
                <c:pt idx="585">
                  <c:v>158187.43</c:v>
                </c:pt>
                <c:pt idx="586">
                  <c:v>157981.13</c:v>
                </c:pt>
                <c:pt idx="587">
                  <c:v>159074.97</c:v>
                </c:pt>
                <c:pt idx="588">
                  <c:v>159189.1</c:v>
                </c:pt>
                <c:pt idx="589">
                  <c:v>160766.37</c:v>
                </c:pt>
                <c:pt idx="590">
                  <c:v>162481.74</c:v>
                </c:pt>
                <c:pt idx="591">
                  <c:v>158577.88</c:v>
                </c:pt>
                <c:pt idx="592">
                  <c:v>157327.26</c:v>
                </c:pt>
                <c:pt idx="593">
                  <c:v>157923.34</c:v>
                </c:pt>
                <c:pt idx="594">
                  <c:v>158473.02</c:v>
                </c:pt>
                <c:pt idx="595">
                  <c:v>158141.65</c:v>
                </c:pt>
                <c:pt idx="596">
                  <c:v>160455.83</c:v>
                </c:pt>
                <c:pt idx="597">
                  <c:v>160896.64</c:v>
                </c:pt>
                <c:pt idx="598">
                  <c:v>160490.3</c:v>
                </c:pt>
                <c:pt idx="599">
                  <c:v>161125.37</c:v>
                </c:pt>
                <c:pt idx="600">
                  <c:v>160538.69</c:v>
                </c:pt>
                <c:pt idx="601">
                  <c:v>161869.76</c:v>
                </c:pt>
                <c:pt idx="602">
                  <c:v>163663.88</c:v>
                </c:pt>
                <c:pt idx="603">
                  <c:v>161975.24</c:v>
                </c:pt>
                <c:pt idx="604">
                  <c:v>162936.48</c:v>
                </c:pt>
                <c:pt idx="605">
                  <c:v>163370.31</c:v>
                </c:pt>
                <c:pt idx="606">
                  <c:v>163150.35</c:v>
                </c:pt>
                <c:pt idx="607">
                  <c:v>161973.05</c:v>
                </c:pt>
                <c:pt idx="608">
                  <c:v>165145.98</c:v>
                </c:pt>
                <c:pt idx="609">
                  <c:v>165568.32</c:v>
                </c:pt>
                <c:pt idx="610">
                  <c:v>164799.98</c:v>
                </c:pt>
                <c:pt idx="611">
                  <c:v>164849.27</c:v>
                </c:pt>
                <c:pt idx="612">
                  <c:v>166276.9</c:v>
                </c:pt>
                <c:pt idx="613">
                  <c:v>171816.67</c:v>
                </c:pt>
                <c:pt idx="614">
                  <c:v>175589.35</c:v>
                </c:pt>
                <c:pt idx="615">
                  <c:v>178858.54</c:v>
                </c:pt>
                <c:pt idx="616">
                  <c:v>178720.68</c:v>
                </c:pt>
                <c:pt idx="617">
                  <c:v>181919.13</c:v>
                </c:pt>
                <c:pt idx="618">
                  <c:v>184691.05</c:v>
                </c:pt>
                <c:pt idx="619">
                  <c:v>183133.75</c:v>
                </c:pt>
                <c:pt idx="620">
                  <c:v>181363.9</c:v>
                </c:pt>
                <c:pt idx="621">
                  <c:v>182793.4</c:v>
                </c:pt>
                <c:pt idx="622">
                  <c:v>185674.43</c:v>
                </c:pt>
                <c:pt idx="623">
                  <c:v>181708.23</c:v>
                </c:pt>
                <c:pt idx="624">
                  <c:v>182127.25</c:v>
                </c:pt>
                <c:pt idx="625">
                  <c:v>182949.78</c:v>
                </c:pt>
                <c:pt idx="626">
                  <c:v>186241.15</c:v>
                </c:pt>
                <c:pt idx="627">
                  <c:v>185929.33</c:v>
                </c:pt>
                <c:pt idx="628">
                  <c:v>189699.12</c:v>
                </c:pt>
                <c:pt idx="629">
                  <c:v>187766.42</c:v>
                </c:pt>
                <c:pt idx="630">
                  <c:v>186464.3</c:v>
                </c:pt>
                <c:pt idx="631">
                  <c:v>186016.31</c:v>
                </c:pt>
                <c:pt idx="632">
                  <c:v>188534.42</c:v>
                </c:pt>
                <c:pt idx="633">
                  <c:v>190534.42</c:v>
                </c:pt>
                <c:pt idx="634">
                  <c:v>188853.49</c:v>
                </c:pt>
                <c:pt idx="635">
                  <c:v>191490.4</c:v>
                </c:pt>
                <c:pt idx="636">
                  <c:v>191247.46</c:v>
                </c:pt>
                <c:pt idx="637">
                  <c:v>191005.02</c:v>
                </c:pt>
                <c:pt idx="638">
                  <c:v>188786.98</c:v>
                </c:pt>
                <c:pt idx="639">
                  <c:v>189307.02</c:v>
                </c:pt>
                <c:pt idx="640">
                  <c:v>183104.87</c:v>
                </c:pt>
                <c:pt idx="641">
                  <c:v>185366.44</c:v>
                </c:pt>
                <c:pt idx="642">
                  <c:v>180463.84</c:v>
                </c:pt>
                <c:pt idx="643">
                  <c:v>179364.82</c:v>
                </c:pt>
                <c:pt idx="644">
                  <c:v>180915.36</c:v>
                </c:pt>
                <c:pt idx="645">
                  <c:v>183447</c:v>
                </c:pt>
                <c:pt idx="646">
                  <c:v>183969.35</c:v>
                </c:pt>
                <c:pt idx="647">
                  <c:v>179284.49</c:v>
                </c:pt>
                <c:pt idx="648">
                  <c:v>177653.31</c:v>
                </c:pt>
                <c:pt idx="649">
                  <c:v>179875.44</c:v>
                </c:pt>
                <c:pt idx="650">
                  <c:v>180409.73</c:v>
                </c:pt>
                <c:pt idx="651">
                  <c:v>179639.91</c:v>
                </c:pt>
                <c:pt idx="652">
                  <c:v>180270.62</c:v>
                </c:pt>
                <c:pt idx="653">
                  <c:v>176219.4</c:v>
                </c:pt>
                <c:pt idx="654">
                  <c:v>181931.93</c:v>
                </c:pt>
                <c:pt idx="655">
                  <c:v>182509.14</c:v>
                </c:pt>
                <c:pt idx="656">
                  <c:v>185424.28</c:v>
                </c:pt>
                <c:pt idx="657">
                  <c:v>182732.67</c:v>
                </c:pt>
                <c:pt idx="658">
                  <c:v>181556.76</c:v>
                </c:pt>
                <c:pt idx="659">
                  <c:v>182514.2</c:v>
                </c:pt>
                <c:pt idx="660">
                  <c:v>187461.84</c:v>
                </c:pt>
                <c:pt idx="661">
                  <c:v>187952.91</c:v>
                </c:pt>
                <c:pt idx="662">
                  <c:v>188052.02</c:v>
                </c:pt>
                <c:pt idx="663">
                  <c:v>188161.97</c:v>
                </c:pt>
                <c:pt idx="664">
                  <c:v>188258.91</c:v>
                </c:pt>
                <c:pt idx="665">
                  <c:v>192201.16</c:v>
                </c:pt>
                <c:pt idx="666">
                  <c:v>195129.25</c:v>
                </c:pt>
                <c:pt idx="667">
                  <c:v>197323.87</c:v>
                </c:pt>
                <c:pt idx="668">
                  <c:v>198000.71</c:v>
                </c:pt>
                <c:pt idx="669">
                  <c:v>198657.33</c:v>
                </c:pt>
                <c:pt idx="670">
                  <c:v>197737.61</c:v>
                </c:pt>
                <c:pt idx="671">
                  <c:v>196818.59</c:v>
                </c:pt>
                <c:pt idx="672">
                  <c:v>195733.51</c:v>
                </c:pt>
                <c:pt idx="673">
                  <c:v>196132.06</c:v>
                </c:pt>
                <c:pt idx="674">
                  <c:v>192888.96</c:v>
                </c:pt>
                <c:pt idx="675">
                  <c:v>191378.43</c:v>
                </c:pt>
                <c:pt idx="676">
                  <c:v>190745.02</c:v>
                </c:pt>
                <c:pt idx="677">
                  <c:v>189578.79</c:v>
                </c:pt>
                <c:pt idx="678">
                  <c:v>188618.69</c:v>
                </c:pt>
                <c:pt idx="679">
                  <c:v>184750.42</c:v>
                </c:pt>
                <c:pt idx="680">
                  <c:v>187317.64</c:v>
                </c:pt>
                <c:pt idx="681">
                  <c:v>185600.12</c:v>
                </c:pt>
                <c:pt idx="682">
                  <c:v>186753.82</c:v>
                </c:pt>
                <c:pt idx="683">
                  <c:v>187690.86</c:v>
                </c:pt>
                <c:pt idx="684">
                  <c:v>183218.26</c:v>
                </c:pt>
                <c:pt idx="685">
                  <c:v>184108.29</c:v>
                </c:pt>
                <c:pt idx="686">
                  <c:v>181908.87</c:v>
                </c:pt>
                <c:pt idx="687">
                  <c:v>180342.33</c:v>
                </c:pt>
                <c:pt idx="688">
                  <c:v>177098.29</c:v>
                </c:pt>
                <c:pt idx="689">
                  <c:v>178365.86</c:v>
                </c:pt>
                <c:pt idx="690">
                  <c:v>177283.83</c:v>
                </c:pt>
                <c:pt idx="691">
                  <c:v>176975.82</c:v>
                </c:pt>
                <c:pt idx="692">
                  <c:v>174278.86</c:v>
                </c:pt>
                <c:pt idx="693">
                  <c:v>177355.73</c:v>
                </c:pt>
                <c:pt idx="694">
                  <c:v>177649.86</c:v>
                </c:pt>
                <c:pt idx="695">
                  <c:v>176209.61</c:v>
                </c:pt>
                <c:pt idx="696">
                  <c:v>177815.72</c:v>
                </c:pt>
                <c:pt idx="697">
                  <c:v>176589.03</c:v>
                </c:pt>
                <c:pt idx="698">
                  <c:v>175744.37</c:v>
                </c:pt>
                <c:pt idx="699">
                  <c:v>175063.41</c:v>
                </c:pt>
                <c:pt idx="700">
                  <c:v>173787.49</c:v>
                </c:pt>
                <c:pt idx="701">
                  <c:v>172197.46</c:v>
                </c:pt>
                <c:pt idx="702">
                  <c:v>174197.64</c:v>
                </c:pt>
                <c:pt idx="703">
                  <c:v>170330.63</c:v>
                </c:pt>
                <c:pt idx="704">
                  <c:v>169019.12</c:v>
                </c:pt>
                <c:pt idx="705">
                  <c:v>168668.72</c:v>
                </c:pt>
                <c:pt idx="706">
                  <c:v>169813.15</c:v>
                </c:pt>
                <c:pt idx="707">
                  <c:v>168619.26</c:v>
                </c:pt>
                <c:pt idx="708">
                  <c:v>171497.24</c:v>
                </c:pt>
                <c:pt idx="709">
                  <c:v>171132.66</c:v>
                </c:pt>
                <c:pt idx="710">
                  <c:v>170415.13</c:v>
                </c:pt>
                <c:pt idx="711">
                  <c:v>169648.47</c:v>
                </c:pt>
                <c:pt idx="712">
                  <c:v>168453.93</c:v>
                </c:pt>
                <c:pt idx="713">
                  <c:v>168277.55</c:v>
                </c:pt>
                <c:pt idx="714">
                  <c:v>168333.61</c:v>
                </c:pt>
                <c:pt idx="715">
                  <c:v>170370.38</c:v>
                </c:pt>
                <c:pt idx="716">
                  <c:v>171258.87</c:v>
                </c:pt>
                <c:pt idx="717">
                  <c:v>170506.66</c:v>
                </c:pt>
                <c:pt idx="718">
                  <c:v>171990.2</c:v>
                </c:pt>
                <c:pt idx="719">
                  <c:v>173295.14</c:v>
                </c:pt>
                <c:pt idx="720">
                  <c:v>173205.35</c:v>
                </c:pt>
                <c:pt idx="721">
                  <c:v>172024.12</c:v>
                </c:pt>
                <c:pt idx="722">
                  <c:v>171688.61</c:v>
                </c:pt>
                <c:pt idx="723">
                  <c:v>172787.62</c:v>
                </c:pt>
                <c:pt idx="724">
                  <c:v>174070.27</c:v>
                </c:pt>
                <c:pt idx="725">
                  <c:v>172447.58</c:v>
                </c:pt>
                <c:pt idx="726">
                  <c:v>172020.68</c:v>
                </c:pt>
                <c:pt idx="727">
                  <c:v>170653.45</c:v>
                </c:pt>
                <c:pt idx="728">
                  <c:v>172742.12</c:v>
                </c:pt>
                <c:pt idx="729">
                  <c:v>177866.37</c:v>
                </c:pt>
                <c:pt idx="730">
                  <c:v>175739.08</c:v>
                </c:pt>
                <c:pt idx="731">
                  <c:v>176641.1</c:v>
                </c:pt>
                <c:pt idx="732">
                  <c:v>176010.9</c:v>
                </c:pt>
                <c:pt idx="733">
                  <c:v>173825.27</c:v>
                </c:pt>
                <c:pt idx="734">
                  <c:v>173714.08</c:v>
                </c:pt>
                <c:pt idx="735">
                  <c:v>173371.35</c:v>
                </c:pt>
                <c:pt idx="736">
                  <c:v>173325.65</c:v>
                </c:pt>
                <c:pt idx="737">
                  <c:v>177547.57</c:v>
                </c:pt>
                <c:pt idx="738">
                  <c:v>176723.62</c:v>
                </c:pt>
                <c:pt idx="739">
                  <c:v>174041.95</c:v>
                </c:pt>
                <c:pt idx="740">
                  <c:v>175334.46</c:v>
                </c:pt>
                <c:pt idx="741">
                  <c:v>176564.75</c:v>
                </c:pt>
                <c:pt idx="742">
                  <c:v>173885.34</c:v>
                </c:pt>
                <c:pt idx="743">
                  <c:v>177158.86</c:v>
                </c:pt>
                <c:pt idx="744">
                  <c:v>177999</c:v>
                </c:pt>
                <c:pt idx="745">
                  <c:v>178000.24</c:v>
                </c:pt>
                <c:pt idx="746">
                  <c:v>177894.97</c:v>
                </c:pt>
                <c:pt idx="747">
                  <c:v>177726.17</c:v>
                </c:pt>
                <c:pt idx="748">
                  <c:v>175546.36</c:v>
                </c:pt>
                <c:pt idx="749">
                  <c:v>172513.42</c:v>
                </c:pt>
                <c:pt idx="750">
                  <c:v>172179.93</c:v>
                </c:pt>
                <c:pt idx="751">
                  <c:v>167874.64</c:v>
                </c:pt>
                <c:pt idx="752">
                  <c:v>167491.07</c:v>
                </c:pt>
                <c:pt idx="753">
                  <c:v>167100.95</c:v>
                </c:pt>
                <c:pt idx="754">
                  <c:v>166934.2</c:v>
                </c:pt>
                <c:pt idx="755">
                  <c:v>166783.57</c:v>
                </c:pt>
                <c:pt idx="756">
                  <c:v>166334.86</c:v>
                </c:pt>
                <c:pt idx="757">
                  <c:v>167830.27</c:v>
                </c:pt>
                <c:pt idx="758">
                  <c:v>167927.15</c:v>
                </c:pt>
                <c:pt idx="759">
                  <c:v>171031.73</c:v>
                </c:pt>
                <c:pt idx="760">
                  <c:v>171906.72</c:v>
                </c:pt>
                <c:pt idx="761">
                  <c:v>174576.8</c:v>
                </c:pt>
                <c:pt idx="762">
                  <c:v>174586.26</c:v>
                </c:pt>
                <c:pt idx="763">
                  <c:v>175135.41</c:v>
                </c:pt>
                <c:pt idx="764">
                  <c:v>175664.62</c:v>
                </c:pt>
              </c:numCache>
            </c:numRef>
          </c:cat>
          <c:val>
            <c:numRef>
              <c:f>'Composite treatment'!$E$5:$E$50000</c:f>
              <c:numCache>
                <c:formatCode>0.00</c:formatCode>
                <c:ptCount val="49996"/>
                <c:pt idx="0">
                  <c:v>119379.5</c:v>
                </c:pt>
                <c:pt idx="1">
                  <c:v>119090.24</c:v>
                </c:pt>
                <c:pt idx="2">
                  <c:v>118408.77</c:v>
                </c:pt>
                <c:pt idx="3">
                  <c:v>118349.6</c:v>
                </c:pt>
                <c:pt idx="4">
                  <c:v>118065.14</c:v>
                </c:pt>
                <c:pt idx="5">
                  <c:v>116809.55</c:v>
                </c:pt>
                <c:pt idx="6">
                  <c:v>116171.42</c:v>
                </c:pt>
                <c:pt idx="7">
                  <c:v>115591.52</c:v>
                </c:pt>
                <c:pt idx="8">
                  <c:v>114982.3</c:v>
                </c:pt>
                <c:pt idx="9">
                  <c:v>115408.52</c:v>
                </c:pt>
                <c:pt idx="10">
                  <c:v>114429.35</c:v>
                </c:pt>
                <c:pt idx="11">
                  <c:v>116156.01</c:v>
                </c:pt>
                <c:pt idx="12">
                  <c:v>118134.59</c:v>
                </c:pt>
                <c:pt idx="13">
                  <c:v>117025.6</c:v>
                </c:pt>
                <c:pt idx="14">
                  <c:v>115837.2</c:v>
                </c:pt>
                <c:pt idx="15">
                  <c:v>117120.98</c:v>
                </c:pt>
                <c:pt idx="16">
                  <c:v>118403.61</c:v>
                </c:pt>
                <c:pt idx="17">
                  <c:v>117535.1</c:v>
                </c:pt>
                <c:pt idx="18">
                  <c:v>115741.81</c:v>
                </c:pt>
                <c:pt idx="19">
                  <c:v>117892.96</c:v>
                </c:pt>
                <c:pt idx="20">
                  <c:v>117776.62</c:v>
                </c:pt>
                <c:pt idx="21">
                  <c:v>117331.3</c:v>
                </c:pt>
                <c:pt idx="22">
                  <c:v>115985.34</c:v>
                </c:pt>
                <c:pt idx="23">
                  <c:v>115313.4</c:v>
                </c:pt>
                <c:pt idx="24">
                  <c:v>116883.34</c:v>
                </c:pt>
                <c:pt idx="25">
                  <c:v>117968.12</c:v>
                </c:pt>
                <c:pt idx="26">
                  <c:v>118175.97</c:v>
                </c:pt>
                <c:pt idx="27">
                  <c:v>119391.55</c:v>
                </c:pt>
                <c:pt idx="28">
                  <c:v>118757.53</c:v>
                </c:pt>
                <c:pt idx="29">
                  <c:v>118288.21</c:v>
                </c:pt>
                <c:pt idx="30">
                  <c:v>117845.78</c:v>
                </c:pt>
                <c:pt idx="31">
                  <c:v>118695.32</c:v>
                </c:pt>
                <c:pt idx="32">
                  <c:v>116145.05</c:v>
                </c:pt>
                <c:pt idx="33">
                  <c:v>116008.64</c:v>
                </c:pt>
                <c:pt idx="34">
                  <c:v>115924.61</c:v>
                </c:pt>
                <c:pt idx="35">
                  <c:v>114193.43</c:v>
                </c:pt>
                <c:pt idx="36">
                  <c:v>114327.05</c:v>
                </c:pt>
                <c:pt idx="37">
                  <c:v>115730.76</c:v>
                </c:pt>
                <c:pt idx="38">
                  <c:v>116565.17</c:v>
                </c:pt>
                <c:pt idx="39">
                  <c:v>115056.86</c:v>
                </c:pt>
                <c:pt idx="40">
                  <c:v>113419.04</c:v>
                </c:pt>
                <c:pt idx="41">
                  <c:v>113607.45</c:v>
                </c:pt>
                <c:pt idx="42">
                  <c:v>113284.08</c:v>
                </c:pt>
                <c:pt idx="43">
                  <c:v>114169.63</c:v>
                </c:pt>
                <c:pt idx="44">
                  <c:v>115156.07</c:v>
                </c:pt>
                <c:pt idx="45">
                  <c:v>116736.95</c:v>
                </c:pt>
                <c:pt idx="46">
                  <c:v>117050.74</c:v>
                </c:pt>
                <c:pt idx="47">
                  <c:v>115754.08</c:v>
                </c:pt>
                <c:pt idx="48">
                  <c:v>116533.85</c:v>
                </c:pt>
                <c:pt idx="49">
                  <c:v>115908.43</c:v>
                </c:pt>
                <c:pt idx="50">
                  <c:v>114059.64</c:v>
                </c:pt>
                <c:pt idx="51">
                  <c:v>114004.3</c:v>
                </c:pt>
                <c:pt idx="52">
                  <c:v>113155.28</c:v>
                </c:pt>
                <c:pt idx="53">
                  <c:v>112784.52</c:v>
                </c:pt>
                <c:pt idx="54">
                  <c:v>113761.9</c:v>
                </c:pt>
                <c:pt idx="55">
                  <c:v>112829.97</c:v>
                </c:pt>
                <c:pt idx="56">
                  <c:v>114776.86</c:v>
                </c:pt>
                <c:pt idx="57">
                  <c:v>113301.35</c:v>
                </c:pt>
                <c:pt idx="58">
                  <c:v>112531.52</c:v>
                </c:pt>
                <c:pt idx="59">
                  <c:v>113143.67</c:v>
                </c:pt>
                <c:pt idx="60">
                  <c:v>115052.96</c:v>
                </c:pt>
                <c:pt idx="61">
                  <c:v>118159.97</c:v>
                </c:pt>
                <c:pt idx="62">
                  <c:v>118431.25</c:v>
                </c:pt>
                <c:pt idx="63">
                  <c:v>119268.06</c:v>
                </c:pt>
                <c:pt idx="64">
                  <c:v>119176.67</c:v>
                </c:pt>
                <c:pt idx="65">
                  <c:v>119034.14</c:v>
                </c:pt>
                <c:pt idx="66">
                  <c:v>120568.14</c:v>
                </c:pt>
                <c:pt idx="67">
                  <c:v>120410.17</c:v>
                </c:pt>
                <c:pt idx="68">
                  <c:v>123165.76</c:v>
                </c:pt>
                <c:pt idx="69">
                  <c:v>124639.24</c:v>
                </c:pt>
                <c:pt idx="70">
                  <c:v>124773.21</c:v>
                </c:pt>
                <c:pt idx="71">
                  <c:v>125957.06</c:v>
                </c:pt>
                <c:pt idx="72">
                  <c:v>125626.03</c:v>
                </c:pt>
                <c:pt idx="73">
                  <c:v>126035.3</c:v>
                </c:pt>
                <c:pt idx="74">
                  <c:v>126575.75</c:v>
                </c:pt>
                <c:pt idx="75">
                  <c:v>125517.27</c:v>
                </c:pt>
                <c:pt idx="76">
                  <c:v>125731.45</c:v>
                </c:pt>
                <c:pt idx="77">
                  <c:v>126538.32</c:v>
                </c:pt>
                <c:pt idx="78">
                  <c:v>126165.64</c:v>
                </c:pt>
                <c:pt idx="79">
                  <c:v>127331.12</c:v>
                </c:pt>
                <c:pt idx="80">
                  <c:v>128184.91</c:v>
                </c:pt>
                <c:pt idx="81">
                  <c:v>126802.79</c:v>
                </c:pt>
                <c:pt idx="82">
                  <c:v>126903.25</c:v>
                </c:pt>
                <c:pt idx="83">
                  <c:v>125622.65</c:v>
                </c:pt>
                <c:pt idx="84">
                  <c:v>126009.57</c:v>
                </c:pt>
                <c:pt idx="85">
                  <c:v>127093.57</c:v>
                </c:pt>
                <c:pt idx="86">
                  <c:v>126916.41</c:v>
                </c:pt>
                <c:pt idx="87">
                  <c:v>126403.03</c:v>
                </c:pt>
                <c:pt idx="88">
                  <c:v>129465.08</c:v>
                </c:pt>
                <c:pt idx="89">
                  <c:v>130842.09</c:v>
                </c:pt>
                <c:pt idx="90">
                  <c:v>130197.1</c:v>
                </c:pt>
                <c:pt idx="91">
                  <c:v>131083.82</c:v>
                </c:pt>
                <c:pt idx="92">
                  <c:v>131850.9</c:v>
                </c:pt>
                <c:pt idx="93">
                  <c:v>130804.17</c:v>
                </c:pt>
                <c:pt idx="94">
                  <c:v>132182.01</c:v>
                </c:pt>
                <c:pt idx="95">
                  <c:v>132752.93</c:v>
                </c:pt>
                <c:pt idx="96">
                  <c:v>133532.92</c:v>
                </c:pt>
                <c:pt idx="97">
                  <c:v>134193.72</c:v>
                </c:pt>
                <c:pt idx="98">
                  <c:v>134185.24</c:v>
                </c:pt>
                <c:pt idx="99">
                  <c:v>132696.63</c:v>
                </c:pt>
                <c:pt idx="100">
                  <c:v>132833.95</c:v>
                </c:pt>
                <c:pt idx="101">
                  <c:v>131225.91</c:v>
                </c:pt>
                <c:pt idx="102">
                  <c:v>132022.92</c:v>
                </c:pt>
                <c:pt idx="103">
                  <c:v>132426.54</c:v>
                </c:pt>
                <c:pt idx="104">
                  <c:v>131446.59</c:v>
                </c:pt>
                <c:pt idx="105">
                  <c:v>130841.09</c:v>
                </c:pt>
                <c:pt idx="106">
                  <c:v>130648.75</c:v>
                </c:pt>
                <c:pt idx="107">
                  <c:v>130987.67</c:v>
                </c:pt>
                <c:pt idx="108">
                  <c:v>131520.91</c:v>
                </c:pt>
                <c:pt idx="109">
                  <c:v>129294.04</c:v>
                </c:pt>
                <c:pt idx="110">
                  <c:v>128523.83</c:v>
                </c:pt>
                <c:pt idx="111">
                  <c:v>127315.74</c:v>
                </c:pt>
                <c:pt idx="112">
                  <c:v>127635.65</c:v>
                </c:pt>
                <c:pt idx="113">
                  <c:v>126601.55</c:v>
                </c:pt>
                <c:pt idx="114">
                  <c:v>128262.52</c:v>
                </c:pt>
                <c:pt idx="115">
                  <c:v>127815.7</c:v>
                </c:pt>
                <c:pt idx="116">
                  <c:v>128168.73</c:v>
                </c:pt>
                <c:pt idx="117">
                  <c:v>128967.32</c:v>
                </c:pt>
                <c:pt idx="118">
                  <c:v>128502.66</c:v>
                </c:pt>
                <c:pt idx="119">
                  <c:v>127401.81</c:v>
                </c:pt>
                <c:pt idx="120">
                  <c:v>127752.28</c:v>
                </c:pt>
                <c:pt idx="121">
                  <c:v>128481.02</c:v>
                </c:pt>
                <c:pt idx="122">
                  <c:v>127182.25</c:v>
                </c:pt>
                <c:pt idx="123">
                  <c:v>127593.49</c:v>
                </c:pt>
                <c:pt idx="124">
                  <c:v>130416.31</c:v>
                </c:pt>
                <c:pt idx="125">
                  <c:v>129949.9</c:v>
                </c:pt>
                <c:pt idx="126">
                  <c:v>128216.92</c:v>
                </c:pt>
                <c:pt idx="127">
                  <c:v>128025.7</c:v>
                </c:pt>
                <c:pt idx="128">
                  <c:v>127018.29</c:v>
                </c:pt>
                <c:pt idx="129">
                  <c:v>127804.13</c:v>
                </c:pt>
                <c:pt idx="130">
                  <c:v>128725.88</c:v>
                </c:pt>
                <c:pt idx="131">
                  <c:v>129035.74</c:v>
                </c:pt>
                <c:pt idx="132">
                  <c:v>129916.11</c:v>
                </c:pt>
                <c:pt idx="133">
                  <c:v>130031.58</c:v>
                </c:pt>
                <c:pt idx="134">
                  <c:v>130240.55</c:v>
                </c:pt>
                <c:pt idx="135">
                  <c:v>129418.73</c:v>
                </c:pt>
                <c:pt idx="136">
                  <c:v>129609.05</c:v>
                </c:pt>
                <c:pt idx="137">
                  <c:v>131689.37</c:v>
                </c:pt>
                <c:pt idx="138">
                  <c:v>130155.43</c:v>
                </c:pt>
                <c:pt idx="139">
                  <c:v>129020.02</c:v>
                </c:pt>
                <c:pt idx="140">
                  <c:v>129180.37</c:v>
                </c:pt>
                <c:pt idx="141">
                  <c:v>128340.54</c:v>
                </c:pt>
                <c:pt idx="142">
                  <c:v>128098.11</c:v>
                </c:pt>
                <c:pt idx="143">
                  <c:v>128890.23</c:v>
                </c:pt>
                <c:pt idx="144">
                  <c:v>128339.76</c:v>
                </c:pt>
                <c:pt idx="145">
                  <c:v>127070.79</c:v>
                </c:pt>
                <c:pt idx="146">
                  <c:v>126123.56</c:v>
                </c:pt>
                <c:pt idx="147">
                  <c:v>127667.84</c:v>
                </c:pt>
                <c:pt idx="148">
                  <c:v>128006.05</c:v>
                </c:pt>
                <c:pt idx="149">
                  <c:v>127689.97</c:v>
                </c:pt>
                <c:pt idx="150">
                  <c:v>126741.81</c:v>
                </c:pt>
                <c:pt idx="151">
                  <c:v>126954.18</c:v>
                </c:pt>
                <c:pt idx="152">
                  <c:v>127528.85</c:v>
                </c:pt>
                <c:pt idx="153">
                  <c:v>129124.83</c:v>
                </c:pt>
                <c:pt idx="154">
                  <c:v>128158.57</c:v>
                </c:pt>
                <c:pt idx="155">
                  <c:v>127027.1</c:v>
                </c:pt>
                <c:pt idx="156">
                  <c:v>126931.47</c:v>
                </c:pt>
                <c:pt idx="157">
                  <c:v>126863.02</c:v>
                </c:pt>
                <c:pt idx="158">
                  <c:v>127690.62</c:v>
                </c:pt>
                <c:pt idx="159">
                  <c:v>128106.1</c:v>
                </c:pt>
                <c:pt idx="160">
                  <c:v>126990.45</c:v>
                </c:pt>
                <c:pt idx="161">
                  <c:v>127548.52</c:v>
                </c:pt>
                <c:pt idx="162">
                  <c:v>127318.39</c:v>
                </c:pt>
                <c:pt idx="163">
                  <c:v>127427.53</c:v>
                </c:pt>
                <c:pt idx="164">
                  <c:v>126795.41</c:v>
                </c:pt>
                <c:pt idx="165">
                  <c:v>128857.16</c:v>
                </c:pt>
                <c:pt idx="166">
                  <c:v>129890.37</c:v>
                </c:pt>
                <c:pt idx="167">
                  <c:v>128053.74</c:v>
                </c:pt>
                <c:pt idx="168">
                  <c:v>127396.35</c:v>
                </c:pt>
                <c:pt idx="169">
                  <c:v>125946.09</c:v>
                </c:pt>
                <c:pt idx="170">
                  <c:v>125333.89</c:v>
                </c:pt>
                <c:pt idx="171">
                  <c:v>124388.62</c:v>
                </c:pt>
                <c:pt idx="172">
                  <c:v>124171.15</c:v>
                </c:pt>
                <c:pt idx="173">
                  <c:v>124196.18</c:v>
                </c:pt>
                <c:pt idx="174">
                  <c:v>125124.3</c:v>
                </c:pt>
                <c:pt idx="175">
                  <c:v>125573.16</c:v>
                </c:pt>
                <c:pt idx="176">
                  <c:v>125148.07</c:v>
                </c:pt>
                <c:pt idx="177">
                  <c:v>124740.69</c:v>
                </c:pt>
                <c:pt idx="178">
                  <c:v>124645.58</c:v>
                </c:pt>
                <c:pt idx="179">
                  <c:v>126526.27</c:v>
                </c:pt>
                <c:pt idx="180">
                  <c:v>127351.79</c:v>
                </c:pt>
                <c:pt idx="181">
                  <c:v>125924.19</c:v>
                </c:pt>
                <c:pt idx="182">
                  <c:v>127122.25</c:v>
                </c:pt>
                <c:pt idx="183">
                  <c:v>128508.67</c:v>
                </c:pt>
                <c:pt idx="184">
                  <c:v>128465.69</c:v>
                </c:pt>
                <c:pt idx="185">
                  <c:v>129210.48</c:v>
                </c:pt>
                <c:pt idx="186">
                  <c:v>129480.89</c:v>
                </c:pt>
                <c:pt idx="187">
                  <c:v>128188.34</c:v>
                </c:pt>
                <c:pt idx="188">
                  <c:v>127599.57</c:v>
                </c:pt>
                <c:pt idx="189">
                  <c:v>128154.79</c:v>
                </c:pt>
                <c:pt idx="190">
                  <c:v>128515.49</c:v>
                </c:pt>
                <c:pt idx="191">
                  <c:v>128027.59</c:v>
                </c:pt>
                <c:pt idx="192">
                  <c:v>128283.62</c:v>
                </c:pt>
                <c:pt idx="193">
                  <c:v>128150.71</c:v>
                </c:pt>
                <c:pt idx="194">
                  <c:v>127750.92</c:v>
                </c:pt>
                <c:pt idx="195">
                  <c:v>127411.55</c:v>
                </c:pt>
                <c:pt idx="196">
                  <c:v>125650.03</c:v>
                </c:pt>
                <c:pt idx="197">
                  <c:v>124729.4</c:v>
                </c:pt>
                <c:pt idx="198">
                  <c:v>124305.57</c:v>
                </c:pt>
                <c:pt idx="199">
                  <c:v>124495.68</c:v>
                </c:pt>
                <c:pt idx="200">
                  <c:v>123779.54</c:v>
                </c:pt>
                <c:pt idx="201">
                  <c:v>122707.28</c:v>
                </c:pt>
                <c:pt idx="202">
                  <c:v>122098.09</c:v>
                </c:pt>
                <c:pt idx="203">
                  <c:v>122031.58</c:v>
                </c:pt>
                <c:pt idx="204">
                  <c:v>121802.06</c:v>
                </c:pt>
                <c:pt idx="205">
                  <c:v>121407.33</c:v>
                </c:pt>
                <c:pt idx="206">
                  <c:v>122898.8</c:v>
                </c:pt>
                <c:pt idx="207">
                  <c:v>120767.19</c:v>
                </c:pt>
                <c:pt idx="208">
                  <c:v>120759.51</c:v>
                </c:pt>
                <c:pt idx="209">
                  <c:v>121635.06</c:v>
                </c:pt>
                <c:pt idx="210">
                  <c:v>119936.02</c:v>
                </c:pt>
                <c:pt idx="211">
                  <c:v>119567.53</c:v>
                </c:pt>
                <c:pt idx="212">
                  <c:v>119662.38</c:v>
                </c:pt>
                <c:pt idx="213">
                  <c:v>119137.86</c:v>
                </c:pt>
                <c:pt idx="214">
                  <c:v>119630.44</c:v>
                </c:pt>
                <c:pt idx="215">
                  <c:v>120261.34</c:v>
                </c:pt>
                <c:pt idx="216">
                  <c:v>120445.91</c:v>
                </c:pt>
                <c:pt idx="217">
                  <c:v>121341.13</c:v>
                </c:pt>
                <c:pt idx="218">
                  <c:v>122636.96</c:v>
                </c:pt>
                <c:pt idx="219">
                  <c:v>122331.39</c:v>
                </c:pt>
                <c:pt idx="220">
                  <c:v>122641.3</c:v>
                </c:pt>
                <c:pt idx="221">
                  <c:v>124307.83</c:v>
                </c:pt>
                <c:pt idx="222">
                  <c:v>123906.55</c:v>
                </c:pt>
                <c:pt idx="223">
                  <c:v>124718.07</c:v>
                </c:pt>
                <c:pt idx="224">
                  <c:v>124787.08</c:v>
                </c:pt>
                <c:pt idx="225">
                  <c:v>125661.89</c:v>
                </c:pt>
                <c:pt idx="226">
                  <c:v>126163.98</c:v>
                </c:pt>
                <c:pt idx="227">
                  <c:v>126267.05</c:v>
                </c:pt>
                <c:pt idx="228">
                  <c:v>126548.34</c:v>
                </c:pt>
                <c:pt idx="229">
                  <c:v>127108.22</c:v>
                </c:pt>
                <c:pt idx="230">
                  <c:v>127218.24</c:v>
                </c:pt>
                <c:pt idx="231">
                  <c:v>128293.61</c:v>
                </c:pt>
                <c:pt idx="232">
                  <c:v>128896.98</c:v>
                </c:pt>
                <c:pt idx="233">
                  <c:v>129320.96</c:v>
                </c:pt>
                <c:pt idx="234">
                  <c:v>129110.38</c:v>
                </c:pt>
                <c:pt idx="235">
                  <c:v>129450.32</c:v>
                </c:pt>
                <c:pt idx="236">
                  <c:v>127652.06</c:v>
                </c:pt>
                <c:pt idx="237">
                  <c:v>127616.46</c:v>
                </c:pt>
                <c:pt idx="238">
                  <c:v>127859.63</c:v>
                </c:pt>
                <c:pt idx="239">
                  <c:v>126589.84</c:v>
                </c:pt>
                <c:pt idx="240">
                  <c:v>126422.73</c:v>
                </c:pt>
                <c:pt idx="241">
                  <c:v>125954.09</c:v>
                </c:pt>
                <c:pt idx="242">
                  <c:v>127492.49</c:v>
                </c:pt>
                <c:pt idx="243">
                  <c:v>126953.86</c:v>
                </c:pt>
                <c:pt idx="244">
                  <c:v>126139.21</c:v>
                </c:pt>
                <c:pt idx="245">
                  <c:v>127651.81</c:v>
                </c:pt>
                <c:pt idx="246">
                  <c:v>127395.1</c:v>
                </c:pt>
                <c:pt idx="247">
                  <c:v>125854.09</c:v>
                </c:pt>
                <c:pt idx="248">
                  <c:v>125269.54</c:v>
                </c:pt>
                <c:pt idx="249">
                  <c:v>126266.7</c:v>
                </c:pt>
                <c:pt idx="250">
                  <c:v>127513.88</c:v>
                </c:pt>
                <c:pt idx="251">
                  <c:v>128660.88</c:v>
                </c:pt>
                <c:pt idx="252">
                  <c:v>130614.59</c:v>
                </c:pt>
                <c:pt idx="253">
                  <c:v>131115.9</c:v>
                </c:pt>
                <c:pt idx="254">
                  <c:v>132397.97</c:v>
                </c:pt>
                <c:pt idx="255">
                  <c:v>133317.66</c:v>
                </c:pt>
                <c:pt idx="256">
                  <c:v>134153.42</c:v>
                </c:pt>
                <c:pt idx="257">
                  <c:v>133953.25</c:v>
                </c:pt>
                <c:pt idx="258">
                  <c:v>135777.98</c:v>
                </c:pt>
                <c:pt idx="259">
                  <c:v>136087.41</c:v>
                </c:pt>
                <c:pt idx="260">
                  <c:v>136463.65</c:v>
                </c:pt>
                <c:pt idx="261">
                  <c:v>135173.39</c:v>
                </c:pt>
                <c:pt idx="262">
                  <c:v>135608.47</c:v>
                </c:pt>
                <c:pt idx="263">
                  <c:v>136888.71</c:v>
                </c:pt>
                <c:pt idx="264">
                  <c:v>136775.91</c:v>
                </c:pt>
                <c:pt idx="265">
                  <c:v>137343.96</c:v>
                </c:pt>
                <c:pt idx="266">
                  <c:v>136041.35</c:v>
                </c:pt>
                <c:pt idx="267">
                  <c:v>136004.01</c:v>
                </c:pt>
                <c:pt idx="268">
                  <c:v>134906.07</c:v>
                </c:pt>
                <c:pt idx="269">
                  <c:v>134353.48</c:v>
                </c:pt>
                <c:pt idx="270">
                  <c:v>136110.73</c:v>
                </c:pt>
                <c:pt idx="271">
                  <c:v>136502.49</c:v>
                </c:pt>
                <c:pt idx="272">
                  <c:v>134572.45</c:v>
                </c:pt>
                <c:pt idx="273">
                  <c:v>134737.21</c:v>
                </c:pt>
                <c:pt idx="274">
                  <c:v>134319.58</c:v>
                </c:pt>
                <c:pt idx="275">
                  <c:v>134676.75</c:v>
                </c:pt>
                <c:pt idx="276">
                  <c:v>134029.43</c:v>
                </c:pt>
                <c:pt idx="277">
                  <c:v>134881.95</c:v>
                </c:pt>
                <c:pt idx="278">
                  <c:v>135118.22</c:v>
                </c:pt>
                <c:pt idx="279">
                  <c:v>134960.19</c:v>
                </c:pt>
                <c:pt idx="280">
                  <c:v>133747.69</c:v>
                </c:pt>
                <c:pt idx="281">
                  <c:v>133122.67</c:v>
                </c:pt>
                <c:pt idx="282">
                  <c:v>131065.44</c:v>
                </c:pt>
                <c:pt idx="283">
                  <c:v>130568.37</c:v>
                </c:pt>
                <c:pt idx="284">
                  <c:v>132155.76</c:v>
                </c:pt>
                <c:pt idx="285">
                  <c:v>131586.45</c:v>
                </c:pt>
                <c:pt idx="286">
                  <c:v>133009.78</c:v>
                </c:pt>
                <c:pt idx="287">
                  <c:v>132730.36</c:v>
                </c:pt>
                <c:pt idx="288">
                  <c:v>131816.44</c:v>
                </c:pt>
                <c:pt idx="289">
                  <c:v>132495.16</c:v>
                </c:pt>
                <c:pt idx="290">
                  <c:v>133514.94</c:v>
                </c:pt>
                <c:pt idx="291">
                  <c:v>131671.51</c:v>
                </c:pt>
                <c:pt idx="292">
                  <c:v>131791.55</c:v>
                </c:pt>
                <c:pt idx="293">
                  <c:v>132017.84</c:v>
                </c:pt>
                <c:pt idx="294">
                  <c:v>131511.73</c:v>
                </c:pt>
                <c:pt idx="295">
                  <c:v>129962.06</c:v>
                </c:pt>
                <c:pt idx="296">
                  <c:v>130352.86</c:v>
                </c:pt>
                <c:pt idx="297">
                  <c:v>129992.29</c:v>
                </c:pt>
                <c:pt idx="298">
                  <c:v>131005.25</c:v>
                </c:pt>
                <c:pt idx="299">
                  <c:v>131043.27</c:v>
                </c:pt>
                <c:pt idx="300">
                  <c:v>131749.72</c:v>
                </c:pt>
                <c:pt idx="301">
                  <c:v>130793.41</c:v>
                </c:pt>
                <c:pt idx="302">
                  <c:v>130499.26</c:v>
                </c:pt>
                <c:pt idx="303">
                  <c:v>130361.56</c:v>
                </c:pt>
                <c:pt idx="304">
                  <c:v>129951.37</c:v>
                </c:pt>
                <c:pt idx="305">
                  <c:v>129233.11</c:v>
                </c:pt>
                <c:pt idx="306">
                  <c:v>130066.95</c:v>
                </c:pt>
                <c:pt idx="307">
                  <c:v>129893.32</c:v>
                </c:pt>
                <c:pt idx="308">
                  <c:v>131212.58</c:v>
                </c:pt>
                <c:pt idx="309">
                  <c:v>130729.93</c:v>
                </c:pt>
                <c:pt idx="310">
                  <c:v>130639.33</c:v>
                </c:pt>
                <c:pt idx="311">
                  <c:v>129713.33</c:v>
                </c:pt>
                <c:pt idx="312">
                  <c:v>128120.75</c:v>
                </c:pt>
                <c:pt idx="313">
                  <c:v>130514.79</c:v>
                </c:pt>
                <c:pt idx="314">
                  <c:v>130660.75</c:v>
                </c:pt>
                <c:pt idx="315">
                  <c:v>130340.92</c:v>
                </c:pt>
                <c:pt idx="316">
                  <c:v>129681.7</c:v>
                </c:pt>
                <c:pt idx="317">
                  <c:v>127829.8</c:v>
                </c:pt>
                <c:pt idx="318">
                  <c:v>127873.7</c:v>
                </c:pt>
                <c:pt idx="319">
                  <c:v>127698.32</c:v>
                </c:pt>
                <c:pt idx="320">
                  <c:v>127733.88</c:v>
                </c:pt>
                <c:pt idx="321">
                  <c:v>127791.6</c:v>
                </c:pt>
                <c:pt idx="322">
                  <c:v>127768.19</c:v>
                </c:pt>
                <c:pt idx="323">
                  <c:v>128197.25</c:v>
                </c:pt>
                <c:pt idx="324">
                  <c:v>126922.11</c:v>
                </c:pt>
                <c:pt idx="325">
                  <c:v>129125.51</c:v>
                </c:pt>
                <c:pt idx="326">
                  <c:v>129036.1</c:v>
                </c:pt>
                <c:pt idx="327">
                  <c:v>129922.38</c:v>
                </c:pt>
                <c:pt idx="328">
                  <c:v>127668.61</c:v>
                </c:pt>
                <c:pt idx="329">
                  <c:v>124610.41</c:v>
                </c:pt>
                <c:pt idx="330">
                  <c:v>125667.83</c:v>
                </c:pt>
                <c:pt idx="331">
                  <c:v>125235.54</c:v>
                </c:pt>
                <c:pt idx="332">
                  <c:v>126139.2</c:v>
                </c:pt>
                <c:pt idx="333">
                  <c:v>126087.02</c:v>
                </c:pt>
                <c:pt idx="334">
                  <c:v>127857.58</c:v>
                </c:pt>
                <c:pt idx="335">
                  <c:v>125945.67</c:v>
                </c:pt>
                <c:pt idx="336">
                  <c:v>127210.19</c:v>
                </c:pt>
                <c:pt idx="337">
                  <c:v>128228.49</c:v>
                </c:pt>
                <c:pt idx="338">
                  <c:v>129593.31</c:v>
                </c:pt>
                <c:pt idx="339">
                  <c:v>126042.21</c:v>
                </c:pt>
                <c:pt idx="340">
                  <c:v>124612.22</c:v>
                </c:pt>
                <c:pt idx="341">
                  <c:v>123560.06</c:v>
                </c:pt>
                <c:pt idx="342">
                  <c:v>124698.04</c:v>
                </c:pt>
                <c:pt idx="343">
                  <c:v>120771.88</c:v>
                </c:pt>
                <c:pt idx="344">
                  <c:v>121187.91</c:v>
                </c:pt>
                <c:pt idx="345">
                  <c:v>122102.15</c:v>
                </c:pt>
                <c:pt idx="346">
                  <c:v>120766.57</c:v>
                </c:pt>
                <c:pt idx="347">
                  <c:v>121077.5</c:v>
                </c:pt>
                <c:pt idx="348">
                  <c:v>120269.31</c:v>
                </c:pt>
                <c:pt idx="349">
                  <c:v>120283.4</c:v>
                </c:pt>
                <c:pt idx="350">
                  <c:v>120125.39</c:v>
                </c:pt>
                <c:pt idx="351">
                  <c:v>118532.68</c:v>
                </c:pt>
                <c:pt idx="352">
                  <c:v>120021.52</c:v>
                </c:pt>
                <c:pt idx="353">
                  <c:v>121162.66</c:v>
                </c:pt>
                <c:pt idx="354">
                  <c:v>119624.51</c:v>
                </c:pt>
                <c:pt idx="355">
                  <c:v>119780.56</c:v>
                </c:pt>
                <c:pt idx="356">
                  <c:v>118856.48</c:v>
                </c:pt>
                <c:pt idx="357">
                  <c:v>119006.93</c:v>
                </c:pt>
                <c:pt idx="358">
                  <c:v>119298.67</c:v>
                </c:pt>
                <c:pt idx="359">
                  <c:v>122650.2</c:v>
                </c:pt>
                <c:pt idx="360">
                  <c:v>121234.14</c:v>
                </c:pt>
                <c:pt idx="361">
                  <c:v>122350.38</c:v>
                </c:pt>
                <c:pt idx="362">
                  <c:v>122855.15</c:v>
                </c:pt>
                <c:pt idx="363">
                  <c:v>123338.34</c:v>
                </c:pt>
                <c:pt idx="364">
                  <c:v>122971.77</c:v>
                </c:pt>
                <c:pt idx="365">
                  <c:v>122483.32</c:v>
                </c:pt>
                <c:pt idx="366">
                  <c:v>122446.94</c:v>
                </c:pt>
                <c:pt idx="367">
                  <c:v>124861.5</c:v>
                </c:pt>
                <c:pt idx="368">
                  <c:v>124055.5</c:v>
                </c:pt>
                <c:pt idx="369">
                  <c:v>123432.12</c:v>
                </c:pt>
                <c:pt idx="370">
                  <c:v>126912.78</c:v>
                </c:pt>
                <c:pt idx="371">
                  <c:v>126134.94</c:v>
                </c:pt>
                <c:pt idx="372">
                  <c:v>125970.46</c:v>
                </c:pt>
                <c:pt idx="373">
                  <c:v>125147.42</c:v>
                </c:pt>
                <c:pt idx="374">
                  <c:v>125534.07</c:v>
                </c:pt>
                <c:pt idx="375">
                  <c:v>126224.74</c:v>
                </c:pt>
                <c:pt idx="376">
                  <c:v>124619.4</c:v>
                </c:pt>
                <c:pt idx="377">
                  <c:v>125571.81</c:v>
                </c:pt>
                <c:pt idx="378">
                  <c:v>126521.66</c:v>
                </c:pt>
                <c:pt idx="379">
                  <c:v>124380.21</c:v>
                </c:pt>
                <c:pt idx="380">
                  <c:v>124850.18</c:v>
                </c:pt>
                <c:pt idx="381">
                  <c:v>128218.59</c:v>
                </c:pt>
                <c:pt idx="382">
                  <c:v>128552.13</c:v>
                </c:pt>
                <c:pt idx="383">
                  <c:v>128531.71</c:v>
                </c:pt>
                <c:pt idx="384">
                  <c:v>127308.8</c:v>
                </c:pt>
                <c:pt idx="385">
                  <c:v>127600.58</c:v>
                </c:pt>
                <c:pt idx="386">
                  <c:v>127128.06</c:v>
                </c:pt>
                <c:pt idx="387">
                  <c:v>125401.38</c:v>
                </c:pt>
                <c:pt idx="388">
                  <c:v>125979.5</c:v>
                </c:pt>
                <c:pt idx="389">
                  <c:v>124768.71</c:v>
                </c:pt>
                <c:pt idx="390">
                  <c:v>124798.96</c:v>
                </c:pt>
                <c:pt idx="391">
                  <c:v>122799.09</c:v>
                </c:pt>
                <c:pt idx="392">
                  <c:v>123046.85</c:v>
                </c:pt>
                <c:pt idx="393">
                  <c:v>123357.55</c:v>
                </c:pt>
                <c:pt idx="394">
                  <c:v>125034.63</c:v>
                </c:pt>
                <c:pt idx="395">
                  <c:v>124519.38</c:v>
                </c:pt>
                <c:pt idx="396">
                  <c:v>123507.35</c:v>
                </c:pt>
                <c:pt idx="397">
                  <c:v>123863.5</c:v>
                </c:pt>
                <c:pt idx="398">
                  <c:v>125637.11</c:v>
                </c:pt>
                <c:pt idx="399">
                  <c:v>128957.09</c:v>
                </c:pt>
                <c:pt idx="400">
                  <c:v>130833.96</c:v>
                </c:pt>
                <c:pt idx="401">
                  <c:v>131474.73</c:v>
                </c:pt>
                <c:pt idx="402">
                  <c:v>132508.45</c:v>
                </c:pt>
                <c:pt idx="403">
                  <c:v>131954.9</c:v>
                </c:pt>
                <c:pt idx="404">
                  <c:v>132344.88</c:v>
                </c:pt>
                <c:pt idx="405">
                  <c:v>131321.44</c:v>
                </c:pt>
                <c:pt idx="406">
                  <c:v>132067.69</c:v>
                </c:pt>
                <c:pt idx="407">
                  <c:v>132519.63</c:v>
                </c:pt>
                <c:pt idx="408">
                  <c:v>133148.75</c:v>
                </c:pt>
                <c:pt idx="409">
                  <c:v>131902.18</c:v>
                </c:pt>
                <c:pt idx="410">
                  <c:v>130259.54</c:v>
                </c:pt>
                <c:pt idx="411">
                  <c:v>131147.29</c:v>
                </c:pt>
                <c:pt idx="412">
                  <c:v>131190.34</c:v>
                </c:pt>
                <c:pt idx="413">
                  <c:v>131140.65</c:v>
                </c:pt>
                <c:pt idx="414">
                  <c:v>127256</c:v>
                </c:pt>
                <c:pt idx="415">
                  <c:v>125588.09</c:v>
                </c:pt>
                <c:pt idx="416">
                  <c:v>123931.89</c:v>
                </c:pt>
                <c:pt idx="417">
                  <c:v>127795.93</c:v>
                </c:pt>
                <c:pt idx="418">
                  <c:v>126354.75</c:v>
                </c:pt>
                <c:pt idx="419">
                  <c:v>127682.4</c:v>
                </c:pt>
                <c:pt idx="420">
                  <c:v>129453.91</c:v>
                </c:pt>
                <c:pt idx="421">
                  <c:v>129245.39</c:v>
                </c:pt>
                <c:pt idx="422">
                  <c:v>128316.89</c:v>
                </c:pt>
                <c:pt idx="423">
                  <c:v>129650.03</c:v>
                </c:pt>
                <c:pt idx="424">
                  <c:v>130464.38</c:v>
                </c:pt>
                <c:pt idx="425">
                  <c:v>132216.07</c:v>
                </c:pt>
                <c:pt idx="426">
                  <c:v>134580.43</c:v>
                </c:pt>
                <c:pt idx="427">
                  <c:v>134739.28</c:v>
                </c:pt>
                <c:pt idx="428">
                  <c:v>135015.89</c:v>
                </c:pt>
                <c:pt idx="429">
                  <c:v>135092.99</c:v>
                </c:pt>
                <c:pt idx="430">
                  <c:v>135066.97</c:v>
                </c:pt>
                <c:pt idx="431">
                  <c:v>135133.88</c:v>
                </c:pt>
                <c:pt idx="432">
                  <c:v>133491.23</c:v>
                </c:pt>
                <c:pt idx="433">
                  <c:v>133515.82</c:v>
                </c:pt>
                <c:pt idx="434">
                  <c:v>133397.52</c:v>
                </c:pt>
                <c:pt idx="435">
                  <c:v>136231.9</c:v>
                </c:pt>
                <c:pt idx="436">
                  <c:v>136511.88</c:v>
                </c:pt>
                <c:pt idx="437">
                  <c:v>136563.18</c:v>
                </c:pt>
                <c:pt idx="438">
                  <c:v>138963.11</c:v>
                </c:pt>
                <c:pt idx="439">
                  <c:v>138422.84</c:v>
                </c:pt>
                <c:pt idx="440">
                  <c:v>139334.38</c:v>
                </c:pt>
                <c:pt idx="441">
                  <c:v>139187.39</c:v>
                </c:pt>
                <c:pt idx="442">
                  <c:v>139636.41</c:v>
                </c:pt>
                <c:pt idx="443">
                  <c:v>140109.63</c:v>
                </c:pt>
                <c:pt idx="444">
                  <c:v>137881.27</c:v>
                </c:pt>
                <c:pt idx="445">
                  <c:v>137272.59</c:v>
                </c:pt>
                <c:pt idx="446">
                  <c:v>137824.29</c:v>
                </c:pt>
                <c:pt idx="447">
                  <c:v>138136.14</c:v>
                </c:pt>
                <c:pt idx="448">
                  <c:v>139541.23</c:v>
                </c:pt>
                <c:pt idx="449">
                  <c:v>138887.81</c:v>
                </c:pt>
                <c:pt idx="450">
                  <c:v>138533.7</c:v>
                </c:pt>
                <c:pt idx="451">
                  <c:v>137026.62</c:v>
                </c:pt>
                <c:pt idx="452">
                  <c:v>136786.65</c:v>
                </c:pt>
                <c:pt idx="453">
                  <c:v>137546.26</c:v>
                </c:pt>
                <c:pt idx="454">
                  <c:v>137001.58</c:v>
                </c:pt>
                <c:pt idx="455">
                  <c:v>136236.37</c:v>
                </c:pt>
                <c:pt idx="456">
                  <c:v>136102.1</c:v>
                </c:pt>
                <c:pt idx="457">
                  <c:v>135699.38</c:v>
                </c:pt>
                <c:pt idx="458">
                  <c:v>136436.07</c:v>
                </c:pt>
                <c:pt idx="459">
                  <c:v>137128.04</c:v>
                </c:pt>
                <c:pt idx="460">
                  <c:v>137799.74</c:v>
                </c:pt>
                <c:pt idx="461">
                  <c:v>137212.63</c:v>
                </c:pt>
                <c:pt idx="462">
                  <c:v>139255.91</c:v>
                </c:pt>
                <c:pt idx="463">
                  <c:v>138840.02</c:v>
                </c:pt>
                <c:pt idx="464">
                  <c:v>138716.64</c:v>
                </c:pt>
                <c:pt idx="465">
                  <c:v>137115.83</c:v>
                </c:pt>
                <c:pt idx="466">
                  <c:v>136550.5</c:v>
                </c:pt>
                <c:pt idx="467">
                  <c:v>137164.61</c:v>
                </c:pt>
                <c:pt idx="468">
                  <c:v>135767.29</c:v>
                </c:pt>
                <c:pt idx="469">
                  <c:v>137113.89</c:v>
                </c:pt>
                <c:pt idx="470">
                  <c:v>136865.79</c:v>
                </c:pt>
                <c:pt idx="471">
                  <c:v>138854.6</c:v>
                </c:pt>
                <c:pt idx="472">
                  <c:v>139549.43</c:v>
                </c:pt>
                <c:pt idx="473">
                  <c:v>139050.93</c:v>
                </c:pt>
                <c:pt idx="474">
                  <c:v>140927.86</c:v>
                </c:pt>
                <c:pt idx="475">
                  <c:v>141263.56</c:v>
                </c:pt>
                <c:pt idx="476">
                  <c:v>139489.7</c:v>
                </c:pt>
                <c:pt idx="477">
                  <c:v>139302.85</c:v>
                </c:pt>
                <c:pt idx="478">
                  <c:v>137480.79</c:v>
                </c:pt>
                <c:pt idx="479">
                  <c:v>136743.26</c:v>
                </c:pt>
                <c:pt idx="480">
                  <c:v>136187.31</c:v>
                </c:pt>
                <c:pt idx="481">
                  <c:v>135298.99</c:v>
                </c:pt>
                <c:pt idx="482">
                  <c:v>135250.1</c:v>
                </c:pt>
                <c:pt idx="483">
                  <c:v>135510.99</c:v>
                </c:pt>
                <c:pt idx="484">
                  <c:v>135564.74</c:v>
                </c:pt>
                <c:pt idx="485">
                  <c:v>133381.58</c:v>
                </c:pt>
                <c:pt idx="486">
                  <c:v>134166.72</c:v>
                </c:pt>
                <c:pt idx="487">
                  <c:v>134035.72</c:v>
                </c:pt>
                <c:pt idx="488">
                  <c:v>135368.27</c:v>
                </c:pt>
                <c:pt idx="489">
                  <c:v>133807.59</c:v>
                </c:pt>
                <c:pt idx="490">
                  <c:v>133524.18</c:v>
                </c:pt>
                <c:pt idx="491">
                  <c:v>132129.26</c:v>
                </c:pt>
                <c:pt idx="492">
                  <c:v>132725.68</c:v>
                </c:pt>
                <c:pt idx="493">
                  <c:v>133989.74</c:v>
                </c:pt>
                <c:pt idx="494">
                  <c:v>133071.05</c:v>
                </c:pt>
                <c:pt idx="495">
                  <c:v>132437.39</c:v>
                </c:pt>
                <c:pt idx="496">
                  <c:v>132971.2</c:v>
                </c:pt>
                <c:pt idx="497">
                  <c:v>133151.3</c:v>
                </c:pt>
                <c:pt idx="498">
                  <c:v>134537.62</c:v>
                </c:pt>
                <c:pt idx="499">
                  <c:v>136527.61</c:v>
                </c:pt>
                <c:pt idx="500">
                  <c:v>135913.25</c:v>
                </c:pt>
                <c:pt idx="501">
                  <c:v>135623.15</c:v>
                </c:pt>
                <c:pt idx="502">
                  <c:v>137913.68</c:v>
                </c:pt>
                <c:pt idx="503">
                  <c:v>136687.32</c:v>
                </c:pt>
                <c:pt idx="504">
                  <c:v>136355.78</c:v>
                </c:pt>
                <c:pt idx="505">
                  <c:v>136340.77</c:v>
                </c:pt>
                <c:pt idx="506">
                  <c:v>137321.64</c:v>
                </c:pt>
                <c:pt idx="507">
                  <c:v>134432.26</c:v>
                </c:pt>
                <c:pt idx="508">
                  <c:v>134666.46</c:v>
                </c:pt>
                <c:pt idx="509">
                  <c:v>134510.85</c:v>
                </c:pt>
                <c:pt idx="510">
                  <c:v>137968.15</c:v>
                </c:pt>
                <c:pt idx="511">
                  <c:v>138025.17</c:v>
                </c:pt>
                <c:pt idx="512">
                  <c:v>137771.39</c:v>
                </c:pt>
                <c:pt idx="513">
                  <c:v>139205.81</c:v>
                </c:pt>
                <c:pt idx="514">
                  <c:v>141049.2</c:v>
                </c:pt>
                <c:pt idx="515">
                  <c:v>141422.26</c:v>
                </c:pt>
                <c:pt idx="516">
                  <c:v>141283.01</c:v>
                </c:pt>
                <c:pt idx="517">
                  <c:v>140335.16</c:v>
                </c:pt>
                <c:pt idx="518">
                  <c:v>139863.63</c:v>
                </c:pt>
                <c:pt idx="519">
                  <c:v>140993.25</c:v>
                </c:pt>
                <c:pt idx="520">
                  <c:v>142640.14</c:v>
                </c:pt>
                <c:pt idx="521">
                  <c:v>141791.58</c:v>
                </c:pt>
                <c:pt idx="522">
                  <c:v>141618.29</c:v>
                </c:pt>
                <c:pt idx="523">
                  <c:v>142348.7</c:v>
                </c:pt>
                <c:pt idx="524">
                  <c:v>143150.84</c:v>
                </c:pt>
                <c:pt idx="525">
                  <c:v>142271.58</c:v>
                </c:pt>
                <c:pt idx="526">
                  <c:v>143546.58</c:v>
                </c:pt>
                <c:pt idx="527">
                  <c:v>144061.74</c:v>
                </c:pt>
                <c:pt idx="528">
                  <c:v>145593.63</c:v>
                </c:pt>
                <c:pt idx="529">
                  <c:v>145499.49</c:v>
                </c:pt>
                <c:pt idx="530">
                  <c:v>145865.11</c:v>
                </c:pt>
                <c:pt idx="531">
                  <c:v>145109.25</c:v>
                </c:pt>
                <c:pt idx="532">
                  <c:v>146424.94</c:v>
                </c:pt>
                <c:pt idx="533">
                  <c:v>146491.75</c:v>
                </c:pt>
                <c:pt idx="534">
                  <c:v>145306.23</c:v>
                </c:pt>
                <c:pt idx="535">
                  <c:v>145446.66</c:v>
                </c:pt>
                <c:pt idx="536">
                  <c:v>146336.8</c:v>
                </c:pt>
                <c:pt idx="537">
                  <c:v>146237.02</c:v>
                </c:pt>
                <c:pt idx="538">
                  <c:v>145517.35</c:v>
                </c:pt>
                <c:pt idx="539">
                  <c:v>143949.64</c:v>
                </c:pt>
                <c:pt idx="540">
                  <c:v>144200.65</c:v>
                </c:pt>
                <c:pt idx="541">
                  <c:v>143608.08</c:v>
                </c:pt>
                <c:pt idx="542">
                  <c:v>141356.43</c:v>
                </c:pt>
                <c:pt idx="543">
                  <c:v>142145.38</c:v>
                </c:pt>
                <c:pt idx="544">
                  <c:v>141708.19</c:v>
                </c:pt>
                <c:pt idx="545">
                  <c:v>140680.34</c:v>
                </c:pt>
                <c:pt idx="546">
                  <c:v>141783.36</c:v>
                </c:pt>
                <c:pt idx="547">
                  <c:v>141682.99</c:v>
                </c:pt>
                <c:pt idx="548">
                  <c:v>142603.66</c:v>
                </c:pt>
                <c:pt idx="549">
                  <c:v>142200.02</c:v>
                </c:pt>
                <c:pt idx="550">
                  <c:v>143398.63</c:v>
                </c:pt>
                <c:pt idx="551">
                  <c:v>144509.32</c:v>
                </c:pt>
                <c:pt idx="552">
                  <c:v>144085.15</c:v>
                </c:pt>
                <c:pt idx="553">
                  <c:v>144872.79</c:v>
                </c:pt>
                <c:pt idx="554">
                  <c:v>145720.98</c:v>
                </c:pt>
                <c:pt idx="555">
                  <c:v>146172.21</c:v>
                </c:pt>
                <c:pt idx="556">
                  <c:v>146969.1</c:v>
                </c:pt>
                <c:pt idx="557">
                  <c:v>147428.9</c:v>
                </c:pt>
                <c:pt idx="558">
                  <c:v>148632.93</c:v>
                </c:pt>
                <c:pt idx="559">
                  <c:v>148780.22</c:v>
                </c:pt>
                <c:pt idx="560">
                  <c:v>149540.43</c:v>
                </c:pt>
                <c:pt idx="561">
                  <c:v>150454.24</c:v>
                </c:pt>
                <c:pt idx="562">
                  <c:v>150704.2</c:v>
                </c:pt>
                <c:pt idx="563">
                  <c:v>153294.44</c:v>
                </c:pt>
                <c:pt idx="564">
                  <c:v>153338.63</c:v>
                </c:pt>
                <c:pt idx="565">
                  <c:v>154063.53</c:v>
                </c:pt>
                <c:pt idx="566">
                  <c:v>155257.31</c:v>
                </c:pt>
                <c:pt idx="567">
                  <c:v>157748.6</c:v>
                </c:pt>
                <c:pt idx="568">
                  <c:v>157632.9</c:v>
                </c:pt>
                <c:pt idx="569">
                  <c:v>157162.43</c:v>
                </c:pt>
                <c:pt idx="570">
                  <c:v>157738.69</c:v>
                </c:pt>
                <c:pt idx="571">
                  <c:v>156992.93</c:v>
                </c:pt>
                <c:pt idx="572">
                  <c:v>156522.13</c:v>
                </c:pt>
                <c:pt idx="573">
                  <c:v>155380.66</c:v>
                </c:pt>
                <c:pt idx="574">
                  <c:v>154770.1</c:v>
                </c:pt>
                <c:pt idx="575">
                  <c:v>155277.56</c:v>
                </c:pt>
                <c:pt idx="576">
                  <c:v>155910.18</c:v>
                </c:pt>
                <c:pt idx="577">
                  <c:v>158554.94</c:v>
                </c:pt>
                <c:pt idx="578">
                  <c:v>158359.76</c:v>
                </c:pt>
                <c:pt idx="579">
                  <c:v>159072.13</c:v>
                </c:pt>
                <c:pt idx="580">
                  <c:v>158611.01</c:v>
                </c:pt>
                <c:pt idx="581">
                  <c:v>161092.25</c:v>
                </c:pt>
                <c:pt idx="582">
                  <c:v>161755.18</c:v>
                </c:pt>
                <c:pt idx="583">
                  <c:v>164455.61</c:v>
                </c:pt>
                <c:pt idx="584">
                  <c:v>157369.36</c:v>
                </c:pt>
                <c:pt idx="585">
                  <c:v>158187.43</c:v>
                </c:pt>
                <c:pt idx="586">
                  <c:v>157981.13</c:v>
                </c:pt>
                <c:pt idx="587">
                  <c:v>159074.97</c:v>
                </c:pt>
                <c:pt idx="588">
                  <c:v>159189.1</c:v>
                </c:pt>
                <c:pt idx="589">
                  <c:v>160766.37</c:v>
                </c:pt>
                <c:pt idx="590">
                  <c:v>162481.74</c:v>
                </c:pt>
                <c:pt idx="591">
                  <c:v>158577.88</c:v>
                </c:pt>
                <c:pt idx="592">
                  <c:v>157327.26</c:v>
                </c:pt>
                <c:pt idx="593">
                  <c:v>157923.34</c:v>
                </c:pt>
                <c:pt idx="594">
                  <c:v>158473.02</c:v>
                </c:pt>
                <c:pt idx="595">
                  <c:v>158141.65</c:v>
                </c:pt>
                <c:pt idx="596">
                  <c:v>160455.83</c:v>
                </c:pt>
                <c:pt idx="597">
                  <c:v>160896.64</c:v>
                </c:pt>
                <c:pt idx="598">
                  <c:v>160490.3</c:v>
                </c:pt>
                <c:pt idx="599">
                  <c:v>161125.37</c:v>
                </c:pt>
                <c:pt idx="600">
                  <c:v>160538.69</c:v>
                </c:pt>
                <c:pt idx="601">
                  <c:v>161869.76</c:v>
                </c:pt>
                <c:pt idx="602">
                  <c:v>163663.88</c:v>
                </c:pt>
                <c:pt idx="603">
                  <c:v>161975.24</c:v>
                </c:pt>
                <c:pt idx="604">
                  <c:v>162936.48</c:v>
                </c:pt>
                <c:pt idx="605">
                  <c:v>163370.31</c:v>
                </c:pt>
                <c:pt idx="606">
                  <c:v>163150.35</c:v>
                </c:pt>
                <c:pt idx="607">
                  <c:v>161973.05</c:v>
                </c:pt>
                <c:pt idx="608">
                  <c:v>165145.98</c:v>
                </c:pt>
                <c:pt idx="609">
                  <c:v>165568.32</c:v>
                </c:pt>
                <c:pt idx="610">
                  <c:v>164799.98</c:v>
                </c:pt>
                <c:pt idx="611">
                  <c:v>164849.27</c:v>
                </c:pt>
                <c:pt idx="612">
                  <c:v>166276.9</c:v>
                </c:pt>
                <c:pt idx="613">
                  <c:v>171816.67</c:v>
                </c:pt>
                <c:pt idx="614">
                  <c:v>175589.35</c:v>
                </c:pt>
                <c:pt idx="615">
                  <c:v>178858.54</c:v>
                </c:pt>
                <c:pt idx="616">
                  <c:v>178720.68</c:v>
                </c:pt>
                <c:pt idx="617">
                  <c:v>181919.13</c:v>
                </c:pt>
                <c:pt idx="618">
                  <c:v>184691.05</c:v>
                </c:pt>
                <c:pt idx="619">
                  <c:v>183133.75</c:v>
                </c:pt>
                <c:pt idx="620">
                  <c:v>181363.9</c:v>
                </c:pt>
                <c:pt idx="621">
                  <c:v>182793.4</c:v>
                </c:pt>
                <c:pt idx="622">
                  <c:v>185674.43</c:v>
                </c:pt>
                <c:pt idx="623">
                  <c:v>181708.23</c:v>
                </c:pt>
                <c:pt idx="624">
                  <c:v>182127.25</c:v>
                </c:pt>
                <c:pt idx="625">
                  <c:v>182949.78</c:v>
                </c:pt>
                <c:pt idx="626">
                  <c:v>186241.15</c:v>
                </c:pt>
                <c:pt idx="627">
                  <c:v>185929.33</c:v>
                </c:pt>
                <c:pt idx="628">
                  <c:v>189699.12</c:v>
                </c:pt>
                <c:pt idx="629">
                  <c:v>187766.42</c:v>
                </c:pt>
                <c:pt idx="630">
                  <c:v>186464.3</c:v>
                </c:pt>
                <c:pt idx="631">
                  <c:v>186016.31</c:v>
                </c:pt>
                <c:pt idx="632">
                  <c:v>188534.42</c:v>
                </c:pt>
                <c:pt idx="633">
                  <c:v>190534.42</c:v>
                </c:pt>
                <c:pt idx="634">
                  <c:v>188853.49</c:v>
                </c:pt>
                <c:pt idx="635">
                  <c:v>191490.4</c:v>
                </c:pt>
                <c:pt idx="636">
                  <c:v>191247.46</c:v>
                </c:pt>
                <c:pt idx="637">
                  <c:v>191005.02</c:v>
                </c:pt>
                <c:pt idx="638">
                  <c:v>188786.98</c:v>
                </c:pt>
                <c:pt idx="639">
                  <c:v>189307.02</c:v>
                </c:pt>
                <c:pt idx="640">
                  <c:v>183104.87</c:v>
                </c:pt>
                <c:pt idx="641">
                  <c:v>185366.44</c:v>
                </c:pt>
                <c:pt idx="642">
                  <c:v>180463.84</c:v>
                </c:pt>
                <c:pt idx="643">
                  <c:v>179364.82</c:v>
                </c:pt>
                <c:pt idx="644">
                  <c:v>180915.36</c:v>
                </c:pt>
                <c:pt idx="645">
                  <c:v>183447</c:v>
                </c:pt>
                <c:pt idx="646">
                  <c:v>183969.35</c:v>
                </c:pt>
                <c:pt idx="647">
                  <c:v>179284.49</c:v>
                </c:pt>
                <c:pt idx="648">
                  <c:v>177653.31</c:v>
                </c:pt>
                <c:pt idx="649">
                  <c:v>179875.44</c:v>
                </c:pt>
                <c:pt idx="650">
                  <c:v>180409.73</c:v>
                </c:pt>
                <c:pt idx="651">
                  <c:v>179639.91</c:v>
                </c:pt>
                <c:pt idx="652">
                  <c:v>180270.62</c:v>
                </c:pt>
                <c:pt idx="653">
                  <c:v>176219.4</c:v>
                </c:pt>
                <c:pt idx="654">
                  <c:v>181931.93</c:v>
                </c:pt>
                <c:pt idx="655">
                  <c:v>182509.14</c:v>
                </c:pt>
                <c:pt idx="656">
                  <c:v>185424.28</c:v>
                </c:pt>
                <c:pt idx="657">
                  <c:v>182732.67</c:v>
                </c:pt>
                <c:pt idx="658">
                  <c:v>181556.76</c:v>
                </c:pt>
                <c:pt idx="659">
                  <c:v>182514.2</c:v>
                </c:pt>
                <c:pt idx="660">
                  <c:v>187461.84</c:v>
                </c:pt>
                <c:pt idx="661">
                  <c:v>187952.91</c:v>
                </c:pt>
                <c:pt idx="662">
                  <c:v>188052.02</c:v>
                </c:pt>
                <c:pt idx="663">
                  <c:v>188161.97</c:v>
                </c:pt>
                <c:pt idx="664">
                  <c:v>188258.91</c:v>
                </c:pt>
                <c:pt idx="665">
                  <c:v>192201.16</c:v>
                </c:pt>
                <c:pt idx="666">
                  <c:v>195129.25</c:v>
                </c:pt>
                <c:pt idx="667">
                  <c:v>197323.87</c:v>
                </c:pt>
                <c:pt idx="668">
                  <c:v>198000.71</c:v>
                </c:pt>
                <c:pt idx="669">
                  <c:v>198657.33</c:v>
                </c:pt>
                <c:pt idx="670">
                  <c:v>197737.61</c:v>
                </c:pt>
                <c:pt idx="671">
                  <c:v>196818.59</c:v>
                </c:pt>
                <c:pt idx="672">
                  <c:v>195733.51</c:v>
                </c:pt>
                <c:pt idx="673">
                  <c:v>196132.06</c:v>
                </c:pt>
                <c:pt idx="674">
                  <c:v>192888.96</c:v>
                </c:pt>
                <c:pt idx="675">
                  <c:v>191378.43</c:v>
                </c:pt>
                <c:pt idx="676">
                  <c:v>190745.02</c:v>
                </c:pt>
                <c:pt idx="677">
                  <c:v>189578.79</c:v>
                </c:pt>
                <c:pt idx="678">
                  <c:v>188618.69</c:v>
                </c:pt>
                <c:pt idx="679">
                  <c:v>184750.42</c:v>
                </c:pt>
                <c:pt idx="680">
                  <c:v>187317.64</c:v>
                </c:pt>
                <c:pt idx="681">
                  <c:v>185600.12</c:v>
                </c:pt>
                <c:pt idx="682">
                  <c:v>186753.82</c:v>
                </c:pt>
                <c:pt idx="683">
                  <c:v>187690.86</c:v>
                </c:pt>
                <c:pt idx="684">
                  <c:v>183218.26</c:v>
                </c:pt>
                <c:pt idx="685">
                  <c:v>184108.29</c:v>
                </c:pt>
                <c:pt idx="686">
                  <c:v>181908.87</c:v>
                </c:pt>
                <c:pt idx="687">
                  <c:v>180342.33</c:v>
                </c:pt>
                <c:pt idx="688">
                  <c:v>177098.29</c:v>
                </c:pt>
                <c:pt idx="689">
                  <c:v>178365.86</c:v>
                </c:pt>
                <c:pt idx="690">
                  <c:v>177283.83</c:v>
                </c:pt>
                <c:pt idx="691">
                  <c:v>176975.82</c:v>
                </c:pt>
                <c:pt idx="692">
                  <c:v>174278.86</c:v>
                </c:pt>
                <c:pt idx="693">
                  <c:v>177355.73</c:v>
                </c:pt>
                <c:pt idx="694">
                  <c:v>177649.86</c:v>
                </c:pt>
                <c:pt idx="695">
                  <c:v>176209.61</c:v>
                </c:pt>
                <c:pt idx="696">
                  <c:v>177815.72</c:v>
                </c:pt>
                <c:pt idx="697">
                  <c:v>176589.03</c:v>
                </c:pt>
                <c:pt idx="698">
                  <c:v>175744.37</c:v>
                </c:pt>
                <c:pt idx="699">
                  <c:v>175063.41</c:v>
                </c:pt>
                <c:pt idx="700">
                  <c:v>173787.49</c:v>
                </c:pt>
                <c:pt idx="701">
                  <c:v>172197.46</c:v>
                </c:pt>
                <c:pt idx="702">
                  <c:v>174197.64</c:v>
                </c:pt>
                <c:pt idx="703">
                  <c:v>170330.63</c:v>
                </c:pt>
                <c:pt idx="704">
                  <c:v>169019.12</c:v>
                </c:pt>
                <c:pt idx="705">
                  <c:v>168668.72</c:v>
                </c:pt>
                <c:pt idx="706">
                  <c:v>169813.15</c:v>
                </c:pt>
                <c:pt idx="707">
                  <c:v>168619.26</c:v>
                </c:pt>
                <c:pt idx="708">
                  <c:v>171497.24</c:v>
                </c:pt>
                <c:pt idx="709">
                  <c:v>171132.66</c:v>
                </c:pt>
                <c:pt idx="710">
                  <c:v>170415.13</c:v>
                </c:pt>
                <c:pt idx="711">
                  <c:v>169648.47</c:v>
                </c:pt>
                <c:pt idx="712">
                  <c:v>168453.93</c:v>
                </c:pt>
                <c:pt idx="713">
                  <c:v>168277.55</c:v>
                </c:pt>
                <c:pt idx="714">
                  <c:v>168333.61</c:v>
                </c:pt>
                <c:pt idx="715">
                  <c:v>170370.38</c:v>
                </c:pt>
                <c:pt idx="716">
                  <c:v>171258.87</c:v>
                </c:pt>
                <c:pt idx="717">
                  <c:v>170506.66</c:v>
                </c:pt>
                <c:pt idx="718">
                  <c:v>171990.2</c:v>
                </c:pt>
                <c:pt idx="719">
                  <c:v>173295.14</c:v>
                </c:pt>
                <c:pt idx="720">
                  <c:v>173205.35</c:v>
                </c:pt>
                <c:pt idx="721">
                  <c:v>172024.12</c:v>
                </c:pt>
                <c:pt idx="722">
                  <c:v>171688.61</c:v>
                </c:pt>
                <c:pt idx="723">
                  <c:v>172787.62</c:v>
                </c:pt>
                <c:pt idx="724">
                  <c:v>174070.27</c:v>
                </c:pt>
                <c:pt idx="725">
                  <c:v>172447.58</c:v>
                </c:pt>
                <c:pt idx="726">
                  <c:v>172020.68</c:v>
                </c:pt>
                <c:pt idx="727">
                  <c:v>170653.45</c:v>
                </c:pt>
                <c:pt idx="728">
                  <c:v>172742.12</c:v>
                </c:pt>
                <c:pt idx="729">
                  <c:v>177866.37</c:v>
                </c:pt>
                <c:pt idx="730">
                  <c:v>175739.08</c:v>
                </c:pt>
                <c:pt idx="731">
                  <c:v>176641.1</c:v>
                </c:pt>
                <c:pt idx="732">
                  <c:v>176010.9</c:v>
                </c:pt>
                <c:pt idx="733">
                  <c:v>173825.27</c:v>
                </c:pt>
                <c:pt idx="734">
                  <c:v>173714.08</c:v>
                </c:pt>
                <c:pt idx="735">
                  <c:v>173371.35</c:v>
                </c:pt>
                <c:pt idx="736">
                  <c:v>173325.65</c:v>
                </c:pt>
                <c:pt idx="737">
                  <c:v>177547.57</c:v>
                </c:pt>
                <c:pt idx="738">
                  <c:v>176723.62</c:v>
                </c:pt>
                <c:pt idx="739">
                  <c:v>174041.95</c:v>
                </c:pt>
                <c:pt idx="740">
                  <c:v>175334.46</c:v>
                </c:pt>
                <c:pt idx="741">
                  <c:v>176564.75</c:v>
                </c:pt>
                <c:pt idx="742">
                  <c:v>173885.34</c:v>
                </c:pt>
                <c:pt idx="743">
                  <c:v>177158.86</c:v>
                </c:pt>
                <c:pt idx="744">
                  <c:v>177999</c:v>
                </c:pt>
                <c:pt idx="745">
                  <c:v>178000.24</c:v>
                </c:pt>
                <c:pt idx="746">
                  <c:v>177894.97</c:v>
                </c:pt>
                <c:pt idx="747">
                  <c:v>177726.17</c:v>
                </c:pt>
                <c:pt idx="748">
                  <c:v>175546.36</c:v>
                </c:pt>
                <c:pt idx="749">
                  <c:v>172513.42</c:v>
                </c:pt>
                <c:pt idx="750">
                  <c:v>172179.93</c:v>
                </c:pt>
                <c:pt idx="751">
                  <c:v>167874.64</c:v>
                </c:pt>
                <c:pt idx="752">
                  <c:v>167491.07</c:v>
                </c:pt>
                <c:pt idx="753">
                  <c:v>167100.95</c:v>
                </c:pt>
                <c:pt idx="754">
                  <c:v>166934.2</c:v>
                </c:pt>
                <c:pt idx="755">
                  <c:v>166783.57</c:v>
                </c:pt>
                <c:pt idx="756">
                  <c:v>166334.86</c:v>
                </c:pt>
                <c:pt idx="757">
                  <c:v>167830.27</c:v>
                </c:pt>
                <c:pt idx="758">
                  <c:v>167927.15</c:v>
                </c:pt>
                <c:pt idx="759">
                  <c:v>171031.73</c:v>
                </c:pt>
                <c:pt idx="760">
                  <c:v>171906.72</c:v>
                </c:pt>
                <c:pt idx="761">
                  <c:v>174576.8</c:v>
                </c:pt>
                <c:pt idx="762">
                  <c:v>174586.26</c:v>
                </c:pt>
                <c:pt idx="763">
                  <c:v>175135.41</c:v>
                </c:pt>
                <c:pt idx="764">
                  <c:v>175664.62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47-4ACB-AA9A-595112C4D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0418784"/>
        <c:axId val="570408224"/>
      </c:lineChart>
      <c:dateAx>
        <c:axId val="338703552"/>
        <c:scaling>
          <c:orientation val="minMax"/>
        </c:scaling>
        <c:delete val="0"/>
        <c:axPos val="b"/>
        <c:numFmt formatCode="[$-416]mmm\-yy;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38698752"/>
        <c:crosses val="autoZero"/>
        <c:auto val="1"/>
        <c:lblOffset val="100"/>
        <c:baseTimeUnit val="days"/>
      </c:dateAx>
      <c:valAx>
        <c:axId val="338698752"/>
        <c:scaling>
          <c:orientation val="minMax"/>
        </c:scaling>
        <c:delete val="0"/>
        <c:axPos val="l"/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38703552"/>
        <c:crosses val="autoZero"/>
        <c:crossBetween val="between"/>
      </c:valAx>
      <c:valAx>
        <c:axId val="570408224"/>
        <c:scaling>
          <c:orientation val="minMax"/>
          <c:min val="100000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570418784"/>
        <c:crosses val="max"/>
        <c:crossBetween val="between"/>
      </c:valAx>
      <c:catAx>
        <c:axId val="570418784"/>
        <c:scaling>
          <c:orientation val="minMax"/>
        </c:scaling>
        <c:delete val="1"/>
        <c:axPos val="b"/>
        <c:numFmt formatCode="0.00" sourceLinked="1"/>
        <c:majorTickMark val="out"/>
        <c:minorTickMark val="none"/>
        <c:tickLblPos val="nextTo"/>
        <c:crossAx val="570408224"/>
        <c:crosses val="autoZero"/>
        <c:auto val="1"/>
        <c:lblAlgn val="ctr"/>
        <c:lblOffset val="100"/>
        <c:tickLblSkip val="1"/>
        <c:tickMarkSkip val="1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4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Índice de Sentimento XP (esq.)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'Composite treatment'!$B$5:$B$50000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45293</c:v>
                </c:pt>
                <c:pt idx="100">
                  <c:v>45294</c:v>
                </c:pt>
                <c:pt idx="101">
                  <c:v>45295</c:v>
                </c:pt>
                <c:pt idx="102">
                  <c:v>45296</c:v>
                </c:pt>
                <c:pt idx="103">
                  <c:v>45299</c:v>
                </c:pt>
                <c:pt idx="104">
                  <c:v>45300</c:v>
                </c:pt>
                <c:pt idx="105">
                  <c:v>45301</c:v>
                </c:pt>
                <c:pt idx="106">
                  <c:v>45302</c:v>
                </c:pt>
                <c:pt idx="107">
                  <c:v>45303</c:v>
                </c:pt>
                <c:pt idx="108">
                  <c:v>45306</c:v>
                </c:pt>
                <c:pt idx="109">
                  <c:v>45307</c:v>
                </c:pt>
                <c:pt idx="110">
                  <c:v>45308</c:v>
                </c:pt>
                <c:pt idx="111">
                  <c:v>45309</c:v>
                </c:pt>
                <c:pt idx="112">
                  <c:v>45310</c:v>
                </c:pt>
                <c:pt idx="113">
                  <c:v>45313</c:v>
                </c:pt>
                <c:pt idx="114">
                  <c:v>45314</c:v>
                </c:pt>
                <c:pt idx="115">
                  <c:v>45315</c:v>
                </c:pt>
                <c:pt idx="116">
                  <c:v>45316</c:v>
                </c:pt>
                <c:pt idx="117">
                  <c:v>45317</c:v>
                </c:pt>
                <c:pt idx="118">
                  <c:v>45320</c:v>
                </c:pt>
                <c:pt idx="119">
                  <c:v>45321</c:v>
                </c:pt>
                <c:pt idx="120">
                  <c:v>45322</c:v>
                </c:pt>
                <c:pt idx="121">
                  <c:v>45323</c:v>
                </c:pt>
                <c:pt idx="122">
                  <c:v>45324</c:v>
                </c:pt>
                <c:pt idx="123">
                  <c:v>45327</c:v>
                </c:pt>
                <c:pt idx="124">
                  <c:v>45328</c:v>
                </c:pt>
                <c:pt idx="125">
                  <c:v>45329</c:v>
                </c:pt>
                <c:pt idx="126">
                  <c:v>45330</c:v>
                </c:pt>
                <c:pt idx="127">
                  <c:v>45331</c:v>
                </c:pt>
                <c:pt idx="128">
                  <c:v>45336</c:v>
                </c:pt>
                <c:pt idx="129">
                  <c:v>45337</c:v>
                </c:pt>
                <c:pt idx="130">
                  <c:v>45338</c:v>
                </c:pt>
                <c:pt idx="131">
                  <c:v>45341</c:v>
                </c:pt>
                <c:pt idx="132">
                  <c:v>45342</c:v>
                </c:pt>
                <c:pt idx="133">
                  <c:v>45343</c:v>
                </c:pt>
                <c:pt idx="134">
                  <c:v>45344</c:v>
                </c:pt>
                <c:pt idx="135">
                  <c:v>45345</c:v>
                </c:pt>
                <c:pt idx="136">
                  <c:v>45348</c:v>
                </c:pt>
                <c:pt idx="137">
                  <c:v>45349</c:v>
                </c:pt>
                <c:pt idx="138">
                  <c:v>45350</c:v>
                </c:pt>
                <c:pt idx="139">
                  <c:v>45351</c:v>
                </c:pt>
                <c:pt idx="140">
                  <c:v>45352</c:v>
                </c:pt>
                <c:pt idx="141">
                  <c:v>45355</c:v>
                </c:pt>
                <c:pt idx="142">
                  <c:v>45356</c:v>
                </c:pt>
                <c:pt idx="143">
                  <c:v>45357</c:v>
                </c:pt>
                <c:pt idx="144">
                  <c:v>45358</c:v>
                </c:pt>
                <c:pt idx="145">
                  <c:v>45359</c:v>
                </c:pt>
                <c:pt idx="146">
                  <c:v>45362</c:v>
                </c:pt>
                <c:pt idx="147">
                  <c:v>45363</c:v>
                </c:pt>
                <c:pt idx="148">
                  <c:v>45364</c:v>
                </c:pt>
                <c:pt idx="149">
                  <c:v>45365</c:v>
                </c:pt>
                <c:pt idx="150">
                  <c:v>45366</c:v>
                </c:pt>
                <c:pt idx="151">
                  <c:v>45369</c:v>
                </c:pt>
                <c:pt idx="152">
                  <c:v>45370</c:v>
                </c:pt>
                <c:pt idx="153">
                  <c:v>45371</c:v>
                </c:pt>
                <c:pt idx="154">
                  <c:v>45372</c:v>
                </c:pt>
                <c:pt idx="155">
                  <c:v>45373</c:v>
                </c:pt>
                <c:pt idx="156">
                  <c:v>45376</c:v>
                </c:pt>
                <c:pt idx="157">
                  <c:v>45377</c:v>
                </c:pt>
                <c:pt idx="158">
                  <c:v>45378</c:v>
                </c:pt>
                <c:pt idx="159">
                  <c:v>45379</c:v>
                </c:pt>
                <c:pt idx="160">
                  <c:v>45383</c:v>
                </c:pt>
                <c:pt idx="161">
                  <c:v>45384</c:v>
                </c:pt>
                <c:pt idx="162">
                  <c:v>45385</c:v>
                </c:pt>
                <c:pt idx="163">
                  <c:v>45386</c:v>
                </c:pt>
                <c:pt idx="164">
                  <c:v>45387</c:v>
                </c:pt>
                <c:pt idx="165">
                  <c:v>45390</c:v>
                </c:pt>
                <c:pt idx="166">
                  <c:v>45391</c:v>
                </c:pt>
                <c:pt idx="167">
                  <c:v>45392</c:v>
                </c:pt>
                <c:pt idx="168">
                  <c:v>45393</c:v>
                </c:pt>
                <c:pt idx="169">
                  <c:v>45394</c:v>
                </c:pt>
                <c:pt idx="170">
                  <c:v>45397</c:v>
                </c:pt>
                <c:pt idx="171">
                  <c:v>45398</c:v>
                </c:pt>
                <c:pt idx="172">
                  <c:v>45399</c:v>
                </c:pt>
                <c:pt idx="173">
                  <c:v>45400</c:v>
                </c:pt>
                <c:pt idx="174">
                  <c:v>45401</c:v>
                </c:pt>
                <c:pt idx="175">
                  <c:v>45404</c:v>
                </c:pt>
                <c:pt idx="176">
                  <c:v>45405</c:v>
                </c:pt>
                <c:pt idx="177">
                  <c:v>45406</c:v>
                </c:pt>
                <c:pt idx="178">
                  <c:v>45407</c:v>
                </c:pt>
                <c:pt idx="179">
                  <c:v>45408</c:v>
                </c:pt>
                <c:pt idx="180">
                  <c:v>45411</c:v>
                </c:pt>
                <c:pt idx="181">
                  <c:v>45412</c:v>
                </c:pt>
                <c:pt idx="182">
                  <c:v>45414</c:v>
                </c:pt>
                <c:pt idx="183">
                  <c:v>45415</c:v>
                </c:pt>
                <c:pt idx="184">
                  <c:v>45418</c:v>
                </c:pt>
                <c:pt idx="185">
                  <c:v>45419</c:v>
                </c:pt>
                <c:pt idx="186">
                  <c:v>45420</c:v>
                </c:pt>
                <c:pt idx="187">
                  <c:v>45421</c:v>
                </c:pt>
                <c:pt idx="188">
                  <c:v>45422</c:v>
                </c:pt>
                <c:pt idx="189">
                  <c:v>45425</c:v>
                </c:pt>
                <c:pt idx="190">
                  <c:v>45426</c:v>
                </c:pt>
                <c:pt idx="191">
                  <c:v>45427</c:v>
                </c:pt>
                <c:pt idx="192">
                  <c:v>45428</c:v>
                </c:pt>
                <c:pt idx="193">
                  <c:v>45429</c:v>
                </c:pt>
                <c:pt idx="194">
                  <c:v>45432</c:v>
                </c:pt>
                <c:pt idx="195">
                  <c:v>45433</c:v>
                </c:pt>
                <c:pt idx="196">
                  <c:v>45434</c:v>
                </c:pt>
                <c:pt idx="197">
                  <c:v>45435</c:v>
                </c:pt>
                <c:pt idx="198">
                  <c:v>45436</c:v>
                </c:pt>
                <c:pt idx="199">
                  <c:v>45439</c:v>
                </c:pt>
                <c:pt idx="200">
                  <c:v>45440</c:v>
                </c:pt>
                <c:pt idx="201">
                  <c:v>45441</c:v>
                </c:pt>
                <c:pt idx="202">
                  <c:v>45443</c:v>
                </c:pt>
                <c:pt idx="203">
                  <c:v>45446</c:v>
                </c:pt>
                <c:pt idx="204">
                  <c:v>45447</c:v>
                </c:pt>
                <c:pt idx="205">
                  <c:v>45448</c:v>
                </c:pt>
                <c:pt idx="206">
                  <c:v>45449</c:v>
                </c:pt>
                <c:pt idx="207">
                  <c:v>45450</c:v>
                </c:pt>
                <c:pt idx="208">
                  <c:v>45453</c:v>
                </c:pt>
                <c:pt idx="209">
                  <c:v>45454</c:v>
                </c:pt>
                <c:pt idx="210">
                  <c:v>45455</c:v>
                </c:pt>
                <c:pt idx="211">
                  <c:v>45456</c:v>
                </c:pt>
                <c:pt idx="212">
                  <c:v>45457</c:v>
                </c:pt>
                <c:pt idx="213">
                  <c:v>45460</c:v>
                </c:pt>
                <c:pt idx="214">
                  <c:v>45461</c:v>
                </c:pt>
                <c:pt idx="215">
                  <c:v>45462</c:v>
                </c:pt>
                <c:pt idx="216">
                  <c:v>45463</c:v>
                </c:pt>
                <c:pt idx="217">
                  <c:v>45464</c:v>
                </c:pt>
                <c:pt idx="218">
                  <c:v>45467</c:v>
                </c:pt>
                <c:pt idx="219">
                  <c:v>45468</c:v>
                </c:pt>
                <c:pt idx="220">
                  <c:v>45469</c:v>
                </c:pt>
                <c:pt idx="221">
                  <c:v>45470</c:v>
                </c:pt>
                <c:pt idx="222">
                  <c:v>45471</c:v>
                </c:pt>
                <c:pt idx="223">
                  <c:v>45474</c:v>
                </c:pt>
                <c:pt idx="224">
                  <c:v>45475</c:v>
                </c:pt>
                <c:pt idx="225">
                  <c:v>45476</c:v>
                </c:pt>
                <c:pt idx="226">
                  <c:v>45477</c:v>
                </c:pt>
                <c:pt idx="227">
                  <c:v>45478</c:v>
                </c:pt>
                <c:pt idx="228">
                  <c:v>45481</c:v>
                </c:pt>
                <c:pt idx="229">
                  <c:v>45482</c:v>
                </c:pt>
                <c:pt idx="230">
                  <c:v>45483</c:v>
                </c:pt>
                <c:pt idx="231">
                  <c:v>45484</c:v>
                </c:pt>
                <c:pt idx="232">
                  <c:v>45485</c:v>
                </c:pt>
                <c:pt idx="233">
                  <c:v>45488</c:v>
                </c:pt>
                <c:pt idx="234">
                  <c:v>45489</c:v>
                </c:pt>
                <c:pt idx="235">
                  <c:v>45490</c:v>
                </c:pt>
                <c:pt idx="236">
                  <c:v>45491</c:v>
                </c:pt>
                <c:pt idx="237">
                  <c:v>45492</c:v>
                </c:pt>
                <c:pt idx="238">
                  <c:v>45495</c:v>
                </c:pt>
                <c:pt idx="239">
                  <c:v>45496</c:v>
                </c:pt>
                <c:pt idx="240">
                  <c:v>45497</c:v>
                </c:pt>
                <c:pt idx="241">
                  <c:v>45498</c:v>
                </c:pt>
                <c:pt idx="242">
                  <c:v>45499</c:v>
                </c:pt>
                <c:pt idx="243">
                  <c:v>45502</c:v>
                </c:pt>
                <c:pt idx="244">
                  <c:v>45503</c:v>
                </c:pt>
                <c:pt idx="245">
                  <c:v>45504</c:v>
                </c:pt>
                <c:pt idx="246">
                  <c:v>45505</c:v>
                </c:pt>
                <c:pt idx="247">
                  <c:v>45506</c:v>
                </c:pt>
                <c:pt idx="248">
                  <c:v>45509</c:v>
                </c:pt>
                <c:pt idx="249">
                  <c:v>45510</c:v>
                </c:pt>
                <c:pt idx="250">
                  <c:v>45511</c:v>
                </c:pt>
                <c:pt idx="251">
                  <c:v>45512</c:v>
                </c:pt>
                <c:pt idx="252">
                  <c:v>45513</c:v>
                </c:pt>
                <c:pt idx="253">
                  <c:v>45516</c:v>
                </c:pt>
                <c:pt idx="254">
                  <c:v>45517</c:v>
                </c:pt>
                <c:pt idx="255">
                  <c:v>45518</c:v>
                </c:pt>
                <c:pt idx="256">
                  <c:v>45519</c:v>
                </c:pt>
                <c:pt idx="257">
                  <c:v>45520</c:v>
                </c:pt>
                <c:pt idx="258">
                  <c:v>45523</c:v>
                </c:pt>
                <c:pt idx="259">
                  <c:v>45524</c:v>
                </c:pt>
                <c:pt idx="260">
                  <c:v>45525</c:v>
                </c:pt>
                <c:pt idx="261">
                  <c:v>45526</c:v>
                </c:pt>
                <c:pt idx="262">
                  <c:v>45527</c:v>
                </c:pt>
                <c:pt idx="263">
                  <c:v>45530</c:v>
                </c:pt>
                <c:pt idx="264">
                  <c:v>45531</c:v>
                </c:pt>
                <c:pt idx="265">
                  <c:v>45532</c:v>
                </c:pt>
                <c:pt idx="266">
                  <c:v>45533</c:v>
                </c:pt>
                <c:pt idx="267">
                  <c:v>45534</c:v>
                </c:pt>
                <c:pt idx="268">
                  <c:v>45537</c:v>
                </c:pt>
                <c:pt idx="269">
                  <c:v>45538</c:v>
                </c:pt>
                <c:pt idx="270">
                  <c:v>45539</c:v>
                </c:pt>
                <c:pt idx="271">
                  <c:v>45540</c:v>
                </c:pt>
                <c:pt idx="272">
                  <c:v>45541</c:v>
                </c:pt>
                <c:pt idx="273">
                  <c:v>45544</c:v>
                </c:pt>
                <c:pt idx="274">
                  <c:v>45545</c:v>
                </c:pt>
                <c:pt idx="275">
                  <c:v>45546</c:v>
                </c:pt>
                <c:pt idx="276">
                  <c:v>45547</c:v>
                </c:pt>
                <c:pt idx="277">
                  <c:v>45548</c:v>
                </c:pt>
                <c:pt idx="278">
                  <c:v>45551</c:v>
                </c:pt>
                <c:pt idx="279">
                  <c:v>45552</c:v>
                </c:pt>
                <c:pt idx="280">
                  <c:v>45553</c:v>
                </c:pt>
                <c:pt idx="281">
                  <c:v>45554</c:v>
                </c:pt>
                <c:pt idx="282">
                  <c:v>45555</c:v>
                </c:pt>
                <c:pt idx="283">
                  <c:v>45558</c:v>
                </c:pt>
                <c:pt idx="284">
                  <c:v>45559</c:v>
                </c:pt>
                <c:pt idx="285">
                  <c:v>45560</c:v>
                </c:pt>
                <c:pt idx="286">
                  <c:v>45561</c:v>
                </c:pt>
                <c:pt idx="287">
                  <c:v>45562</c:v>
                </c:pt>
                <c:pt idx="288">
                  <c:v>45565</c:v>
                </c:pt>
                <c:pt idx="289">
                  <c:v>45566</c:v>
                </c:pt>
                <c:pt idx="290">
                  <c:v>45567</c:v>
                </c:pt>
                <c:pt idx="291">
                  <c:v>45568</c:v>
                </c:pt>
                <c:pt idx="292">
                  <c:v>45569</c:v>
                </c:pt>
                <c:pt idx="293">
                  <c:v>45572</c:v>
                </c:pt>
                <c:pt idx="294">
                  <c:v>45573</c:v>
                </c:pt>
                <c:pt idx="295">
                  <c:v>45574</c:v>
                </c:pt>
                <c:pt idx="296">
                  <c:v>45575</c:v>
                </c:pt>
                <c:pt idx="297">
                  <c:v>45576</c:v>
                </c:pt>
                <c:pt idx="298">
                  <c:v>45579</c:v>
                </c:pt>
                <c:pt idx="299">
                  <c:v>45580</c:v>
                </c:pt>
                <c:pt idx="300">
                  <c:v>45581</c:v>
                </c:pt>
                <c:pt idx="301">
                  <c:v>45582</c:v>
                </c:pt>
                <c:pt idx="302">
                  <c:v>45583</c:v>
                </c:pt>
                <c:pt idx="303">
                  <c:v>45586</c:v>
                </c:pt>
                <c:pt idx="304">
                  <c:v>45587</c:v>
                </c:pt>
                <c:pt idx="305">
                  <c:v>45588</c:v>
                </c:pt>
                <c:pt idx="306">
                  <c:v>45589</c:v>
                </c:pt>
                <c:pt idx="307">
                  <c:v>45590</c:v>
                </c:pt>
                <c:pt idx="308">
                  <c:v>45593</c:v>
                </c:pt>
                <c:pt idx="309">
                  <c:v>45594</c:v>
                </c:pt>
                <c:pt idx="310">
                  <c:v>45595</c:v>
                </c:pt>
                <c:pt idx="311">
                  <c:v>45596</c:v>
                </c:pt>
                <c:pt idx="312">
                  <c:v>45597</c:v>
                </c:pt>
                <c:pt idx="313">
                  <c:v>45600</c:v>
                </c:pt>
                <c:pt idx="314">
                  <c:v>45601</c:v>
                </c:pt>
                <c:pt idx="315">
                  <c:v>45602</c:v>
                </c:pt>
                <c:pt idx="316">
                  <c:v>45603</c:v>
                </c:pt>
                <c:pt idx="317">
                  <c:v>45604</c:v>
                </c:pt>
                <c:pt idx="318">
                  <c:v>45607</c:v>
                </c:pt>
                <c:pt idx="319">
                  <c:v>45608</c:v>
                </c:pt>
                <c:pt idx="320">
                  <c:v>45609</c:v>
                </c:pt>
                <c:pt idx="321">
                  <c:v>45610</c:v>
                </c:pt>
                <c:pt idx="322">
                  <c:v>45614</c:v>
                </c:pt>
                <c:pt idx="323">
                  <c:v>45615</c:v>
                </c:pt>
                <c:pt idx="324">
                  <c:v>45617</c:v>
                </c:pt>
                <c:pt idx="325">
                  <c:v>45618</c:v>
                </c:pt>
                <c:pt idx="326">
                  <c:v>45621</c:v>
                </c:pt>
                <c:pt idx="327">
                  <c:v>45622</c:v>
                </c:pt>
                <c:pt idx="328">
                  <c:v>45623</c:v>
                </c:pt>
                <c:pt idx="329">
                  <c:v>45624</c:v>
                </c:pt>
                <c:pt idx="330">
                  <c:v>45625</c:v>
                </c:pt>
                <c:pt idx="331">
                  <c:v>45628</c:v>
                </c:pt>
                <c:pt idx="332">
                  <c:v>45629</c:v>
                </c:pt>
                <c:pt idx="333">
                  <c:v>45630</c:v>
                </c:pt>
                <c:pt idx="334">
                  <c:v>45631</c:v>
                </c:pt>
                <c:pt idx="335">
                  <c:v>45632</c:v>
                </c:pt>
                <c:pt idx="336">
                  <c:v>45635</c:v>
                </c:pt>
                <c:pt idx="337">
                  <c:v>45636</c:v>
                </c:pt>
                <c:pt idx="338">
                  <c:v>45637</c:v>
                </c:pt>
                <c:pt idx="339">
                  <c:v>45638</c:v>
                </c:pt>
                <c:pt idx="340">
                  <c:v>45639</c:v>
                </c:pt>
                <c:pt idx="341">
                  <c:v>45642</c:v>
                </c:pt>
                <c:pt idx="342">
                  <c:v>45643</c:v>
                </c:pt>
                <c:pt idx="343">
                  <c:v>45644</c:v>
                </c:pt>
                <c:pt idx="344">
                  <c:v>45645</c:v>
                </c:pt>
                <c:pt idx="345">
                  <c:v>45646</c:v>
                </c:pt>
                <c:pt idx="346">
                  <c:v>45649</c:v>
                </c:pt>
                <c:pt idx="347">
                  <c:v>45652</c:v>
                </c:pt>
                <c:pt idx="348">
                  <c:v>45653</c:v>
                </c:pt>
                <c:pt idx="349">
                  <c:v>45656</c:v>
                </c:pt>
                <c:pt idx="350">
                  <c:v>45659</c:v>
                </c:pt>
                <c:pt idx="351">
                  <c:v>45660</c:v>
                </c:pt>
                <c:pt idx="352">
                  <c:v>45663</c:v>
                </c:pt>
                <c:pt idx="353">
                  <c:v>45664</c:v>
                </c:pt>
                <c:pt idx="354">
                  <c:v>45665</c:v>
                </c:pt>
                <c:pt idx="355">
                  <c:v>45666</c:v>
                </c:pt>
                <c:pt idx="356">
                  <c:v>45667</c:v>
                </c:pt>
                <c:pt idx="357">
                  <c:v>45670</c:v>
                </c:pt>
                <c:pt idx="358">
                  <c:v>45671</c:v>
                </c:pt>
                <c:pt idx="359">
                  <c:v>45672</c:v>
                </c:pt>
                <c:pt idx="360">
                  <c:v>45673</c:v>
                </c:pt>
                <c:pt idx="361">
                  <c:v>45674</c:v>
                </c:pt>
                <c:pt idx="362">
                  <c:v>45677</c:v>
                </c:pt>
                <c:pt idx="363">
                  <c:v>45678</c:v>
                </c:pt>
                <c:pt idx="364">
                  <c:v>45679</c:v>
                </c:pt>
                <c:pt idx="365">
                  <c:v>45680</c:v>
                </c:pt>
                <c:pt idx="366">
                  <c:v>45681</c:v>
                </c:pt>
                <c:pt idx="367">
                  <c:v>45684</c:v>
                </c:pt>
                <c:pt idx="368">
                  <c:v>45685</c:v>
                </c:pt>
                <c:pt idx="369">
                  <c:v>45686</c:v>
                </c:pt>
                <c:pt idx="370">
                  <c:v>45687</c:v>
                </c:pt>
                <c:pt idx="371">
                  <c:v>45688</c:v>
                </c:pt>
                <c:pt idx="372">
                  <c:v>45691</c:v>
                </c:pt>
                <c:pt idx="373">
                  <c:v>45692</c:v>
                </c:pt>
                <c:pt idx="374">
                  <c:v>45693</c:v>
                </c:pt>
                <c:pt idx="375">
                  <c:v>45694</c:v>
                </c:pt>
                <c:pt idx="376">
                  <c:v>45695</c:v>
                </c:pt>
                <c:pt idx="377">
                  <c:v>45698</c:v>
                </c:pt>
                <c:pt idx="378">
                  <c:v>45699</c:v>
                </c:pt>
                <c:pt idx="379">
                  <c:v>45700</c:v>
                </c:pt>
                <c:pt idx="380">
                  <c:v>45701</c:v>
                </c:pt>
                <c:pt idx="381">
                  <c:v>45702</c:v>
                </c:pt>
                <c:pt idx="382">
                  <c:v>45705</c:v>
                </c:pt>
                <c:pt idx="383">
                  <c:v>45706</c:v>
                </c:pt>
                <c:pt idx="384">
                  <c:v>45707</c:v>
                </c:pt>
                <c:pt idx="385">
                  <c:v>45708</c:v>
                </c:pt>
                <c:pt idx="386">
                  <c:v>45709</c:v>
                </c:pt>
                <c:pt idx="387">
                  <c:v>45712</c:v>
                </c:pt>
                <c:pt idx="388">
                  <c:v>45713</c:v>
                </c:pt>
                <c:pt idx="389">
                  <c:v>45714</c:v>
                </c:pt>
                <c:pt idx="390">
                  <c:v>45715</c:v>
                </c:pt>
                <c:pt idx="391">
                  <c:v>45716</c:v>
                </c:pt>
                <c:pt idx="392">
                  <c:v>45721</c:v>
                </c:pt>
                <c:pt idx="393">
                  <c:v>45722</c:v>
                </c:pt>
                <c:pt idx="394">
                  <c:v>45723</c:v>
                </c:pt>
                <c:pt idx="395">
                  <c:v>45726</c:v>
                </c:pt>
                <c:pt idx="396">
                  <c:v>45727</c:v>
                </c:pt>
                <c:pt idx="397">
                  <c:v>45728</c:v>
                </c:pt>
                <c:pt idx="398">
                  <c:v>45729</c:v>
                </c:pt>
                <c:pt idx="399">
                  <c:v>45730</c:v>
                </c:pt>
                <c:pt idx="400">
                  <c:v>45733</c:v>
                </c:pt>
                <c:pt idx="401">
                  <c:v>45734</c:v>
                </c:pt>
                <c:pt idx="402">
                  <c:v>45735</c:v>
                </c:pt>
                <c:pt idx="403">
                  <c:v>45736</c:v>
                </c:pt>
                <c:pt idx="404">
                  <c:v>45737</c:v>
                </c:pt>
                <c:pt idx="405">
                  <c:v>45740</c:v>
                </c:pt>
                <c:pt idx="406">
                  <c:v>45741</c:v>
                </c:pt>
                <c:pt idx="407">
                  <c:v>45742</c:v>
                </c:pt>
                <c:pt idx="408">
                  <c:v>45743</c:v>
                </c:pt>
                <c:pt idx="409">
                  <c:v>45744</c:v>
                </c:pt>
                <c:pt idx="410">
                  <c:v>45747</c:v>
                </c:pt>
                <c:pt idx="411">
                  <c:v>45748</c:v>
                </c:pt>
                <c:pt idx="412">
                  <c:v>45749</c:v>
                </c:pt>
                <c:pt idx="413">
                  <c:v>45750</c:v>
                </c:pt>
                <c:pt idx="414">
                  <c:v>45751</c:v>
                </c:pt>
                <c:pt idx="415">
                  <c:v>45754</c:v>
                </c:pt>
                <c:pt idx="416">
                  <c:v>45755</c:v>
                </c:pt>
                <c:pt idx="417">
                  <c:v>45756</c:v>
                </c:pt>
                <c:pt idx="418">
                  <c:v>45757</c:v>
                </c:pt>
                <c:pt idx="419">
                  <c:v>45758</c:v>
                </c:pt>
                <c:pt idx="420">
                  <c:v>45761</c:v>
                </c:pt>
                <c:pt idx="421">
                  <c:v>45762</c:v>
                </c:pt>
                <c:pt idx="422">
                  <c:v>45763</c:v>
                </c:pt>
                <c:pt idx="423">
                  <c:v>45764</c:v>
                </c:pt>
                <c:pt idx="424">
                  <c:v>45769</c:v>
                </c:pt>
                <c:pt idx="425">
                  <c:v>45770</c:v>
                </c:pt>
                <c:pt idx="426">
                  <c:v>45771</c:v>
                </c:pt>
                <c:pt idx="427">
                  <c:v>45772</c:v>
                </c:pt>
                <c:pt idx="428">
                  <c:v>45775</c:v>
                </c:pt>
                <c:pt idx="429">
                  <c:v>45776</c:v>
                </c:pt>
                <c:pt idx="430">
                  <c:v>45777</c:v>
                </c:pt>
                <c:pt idx="431">
                  <c:v>45779</c:v>
                </c:pt>
                <c:pt idx="432">
                  <c:v>45782</c:v>
                </c:pt>
                <c:pt idx="433">
                  <c:v>45783</c:v>
                </c:pt>
                <c:pt idx="434">
                  <c:v>45784</c:v>
                </c:pt>
                <c:pt idx="435">
                  <c:v>45785</c:v>
                </c:pt>
                <c:pt idx="436">
                  <c:v>45786</c:v>
                </c:pt>
                <c:pt idx="437">
                  <c:v>45789</c:v>
                </c:pt>
                <c:pt idx="438">
                  <c:v>45790</c:v>
                </c:pt>
                <c:pt idx="439">
                  <c:v>45791</c:v>
                </c:pt>
                <c:pt idx="440">
                  <c:v>45792</c:v>
                </c:pt>
                <c:pt idx="441">
                  <c:v>45793</c:v>
                </c:pt>
                <c:pt idx="442">
                  <c:v>45796</c:v>
                </c:pt>
                <c:pt idx="443">
                  <c:v>45797</c:v>
                </c:pt>
                <c:pt idx="444">
                  <c:v>45798</c:v>
                </c:pt>
                <c:pt idx="445">
                  <c:v>45799</c:v>
                </c:pt>
                <c:pt idx="446">
                  <c:v>45800</c:v>
                </c:pt>
                <c:pt idx="447">
                  <c:v>45803</c:v>
                </c:pt>
                <c:pt idx="448">
                  <c:v>45804</c:v>
                </c:pt>
                <c:pt idx="449">
                  <c:v>45805</c:v>
                </c:pt>
                <c:pt idx="450">
                  <c:v>45806</c:v>
                </c:pt>
                <c:pt idx="451">
                  <c:v>45807</c:v>
                </c:pt>
                <c:pt idx="452">
                  <c:v>45810</c:v>
                </c:pt>
                <c:pt idx="453">
                  <c:v>45811</c:v>
                </c:pt>
                <c:pt idx="454">
                  <c:v>45812</c:v>
                </c:pt>
                <c:pt idx="455">
                  <c:v>45813</c:v>
                </c:pt>
                <c:pt idx="456">
                  <c:v>45814</c:v>
                </c:pt>
                <c:pt idx="457">
                  <c:v>45817</c:v>
                </c:pt>
                <c:pt idx="458">
                  <c:v>45818</c:v>
                </c:pt>
                <c:pt idx="459">
                  <c:v>45819</c:v>
                </c:pt>
                <c:pt idx="460">
                  <c:v>45820</c:v>
                </c:pt>
                <c:pt idx="461">
                  <c:v>45821</c:v>
                </c:pt>
                <c:pt idx="462">
                  <c:v>45824</c:v>
                </c:pt>
                <c:pt idx="463">
                  <c:v>45825</c:v>
                </c:pt>
                <c:pt idx="464">
                  <c:v>45826</c:v>
                </c:pt>
                <c:pt idx="465">
                  <c:v>45828</c:v>
                </c:pt>
                <c:pt idx="466">
                  <c:v>45831</c:v>
                </c:pt>
                <c:pt idx="467">
                  <c:v>45832</c:v>
                </c:pt>
                <c:pt idx="468">
                  <c:v>45833</c:v>
                </c:pt>
                <c:pt idx="469">
                  <c:v>45834</c:v>
                </c:pt>
                <c:pt idx="470">
                  <c:v>45835</c:v>
                </c:pt>
                <c:pt idx="471">
                  <c:v>45838</c:v>
                </c:pt>
                <c:pt idx="472">
                  <c:v>45839</c:v>
                </c:pt>
                <c:pt idx="473">
                  <c:v>45840</c:v>
                </c:pt>
                <c:pt idx="474">
                  <c:v>45841</c:v>
                </c:pt>
                <c:pt idx="475">
                  <c:v>45842</c:v>
                </c:pt>
                <c:pt idx="476">
                  <c:v>45845</c:v>
                </c:pt>
                <c:pt idx="477">
                  <c:v>45846</c:v>
                </c:pt>
                <c:pt idx="478">
                  <c:v>45847</c:v>
                </c:pt>
                <c:pt idx="479">
                  <c:v>45848</c:v>
                </c:pt>
                <c:pt idx="480">
                  <c:v>45849</c:v>
                </c:pt>
                <c:pt idx="481">
                  <c:v>45852</c:v>
                </c:pt>
                <c:pt idx="482">
                  <c:v>45853</c:v>
                </c:pt>
                <c:pt idx="483">
                  <c:v>45854</c:v>
                </c:pt>
                <c:pt idx="484">
                  <c:v>45855</c:v>
                </c:pt>
                <c:pt idx="485">
                  <c:v>45856</c:v>
                </c:pt>
                <c:pt idx="486">
                  <c:v>45859</c:v>
                </c:pt>
                <c:pt idx="487">
                  <c:v>45860</c:v>
                </c:pt>
                <c:pt idx="488">
                  <c:v>45861</c:v>
                </c:pt>
                <c:pt idx="489">
                  <c:v>45862</c:v>
                </c:pt>
                <c:pt idx="490">
                  <c:v>45863</c:v>
                </c:pt>
                <c:pt idx="491">
                  <c:v>45866</c:v>
                </c:pt>
                <c:pt idx="492">
                  <c:v>45867</c:v>
                </c:pt>
                <c:pt idx="493">
                  <c:v>45868</c:v>
                </c:pt>
                <c:pt idx="494">
                  <c:v>45869</c:v>
                </c:pt>
                <c:pt idx="495">
                  <c:v>45870</c:v>
                </c:pt>
                <c:pt idx="496">
                  <c:v>45873</c:v>
                </c:pt>
                <c:pt idx="497">
                  <c:v>45874</c:v>
                </c:pt>
                <c:pt idx="498">
                  <c:v>45875</c:v>
                </c:pt>
                <c:pt idx="499">
                  <c:v>45876</c:v>
                </c:pt>
                <c:pt idx="500">
                  <c:v>45877</c:v>
                </c:pt>
                <c:pt idx="501">
                  <c:v>45880</c:v>
                </c:pt>
                <c:pt idx="502">
                  <c:v>45881</c:v>
                </c:pt>
                <c:pt idx="503">
                  <c:v>45882</c:v>
                </c:pt>
                <c:pt idx="504">
                  <c:v>45883</c:v>
                </c:pt>
                <c:pt idx="505">
                  <c:v>45884</c:v>
                </c:pt>
                <c:pt idx="506">
                  <c:v>45887</c:v>
                </c:pt>
                <c:pt idx="507">
                  <c:v>45888</c:v>
                </c:pt>
                <c:pt idx="508">
                  <c:v>45889</c:v>
                </c:pt>
                <c:pt idx="509">
                  <c:v>45890</c:v>
                </c:pt>
                <c:pt idx="510">
                  <c:v>45891</c:v>
                </c:pt>
                <c:pt idx="511">
                  <c:v>45894</c:v>
                </c:pt>
                <c:pt idx="512">
                  <c:v>45895</c:v>
                </c:pt>
                <c:pt idx="513">
                  <c:v>45896</c:v>
                </c:pt>
                <c:pt idx="514">
                  <c:v>45897</c:v>
                </c:pt>
                <c:pt idx="515">
                  <c:v>45898</c:v>
                </c:pt>
                <c:pt idx="516">
                  <c:v>45901</c:v>
                </c:pt>
                <c:pt idx="517">
                  <c:v>45902</c:v>
                </c:pt>
                <c:pt idx="518">
                  <c:v>45903</c:v>
                </c:pt>
                <c:pt idx="519">
                  <c:v>45904</c:v>
                </c:pt>
                <c:pt idx="520">
                  <c:v>45905</c:v>
                </c:pt>
                <c:pt idx="521">
                  <c:v>45908</c:v>
                </c:pt>
                <c:pt idx="522">
                  <c:v>45909</c:v>
                </c:pt>
                <c:pt idx="523">
                  <c:v>45910</c:v>
                </c:pt>
                <c:pt idx="524">
                  <c:v>45911</c:v>
                </c:pt>
                <c:pt idx="525">
                  <c:v>45912</c:v>
                </c:pt>
                <c:pt idx="526">
                  <c:v>45915</c:v>
                </c:pt>
                <c:pt idx="527">
                  <c:v>45916</c:v>
                </c:pt>
                <c:pt idx="528">
                  <c:v>45917</c:v>
                </c:pt>
                <c:pt idx="529">
                  <c:v>45918</c:v>
                </c:pt>
                <c:pt idx="530">
                  <c:v>45919</c:v>
                </c:pt>
                <c:pt idx="531">
                  <c:v>45922</c:v>
                </c:pt>
                <c:pt idx="532">
                  <c:v>45923</c:v>
                </c:pt>
                <c:pt idx="533">
                  <c:v>45924</c:v>
                </c:pt>
                <c:pt idx="534">
                  <c:v>45925</c:v>
                </c:pt>
                <c:pt idx="535">
                  <c:v>45926</c:v>
                </c:pt>
                <c:pt idx="536">
                  <c:v>45929</c:v>
                </c:pt>
                <c:pt idx="537">
                  <c:v>45930</c:v>
                </c:pt>
                <c:pt idx="538">
                  <c:v>45931</c:v>
                </c:pt>
                <c:pt idx="539">
                  <c:v>45932</c:v>
                </c:pt>
                <c:pt idx="540">
                  <c:v>45933</c:v>
                </c:pt>
                <c:pt idx="541">
                  <c:v>45936</c:v>
                </c:pt>
                <c:pt idx="542">
                  <c:v>45937</c:v>
                </c:pt>
                <c:pt idx="543">
                  <c:v>45938</c:v>
                </c:pt>
                <c:pt idx="544">
                  <c:v>45939</c:v>
                </c:pt>
                <c:pt idx="545">
                  <c:v>45940</c:v>
                </c:pt>
                <c:pt idx="546">
                  <c:v>45943</c:v>
                </c:pt>
                <c:pt idx="547">
                  <c:v>45944</c:v>
                </c:pt>
                <c:pt idx="548">
                  <c:v>45945</c:v>
                </c:pt>
                <c:pt idx="549">
                  <c:v>45946</c:v>
                </c:pt>
                <c:pt idx="550">
                  <c:v>45947</c:v>
                </c:pt>
                <c:pt idx="551">
                  <c:v>45950</c:v>
                </c:pt>
                <c:pt idx="552">
                  <c:v>45951</c:v>
                </c:pt>
                <c:pt idx="553">
                  <c:v>45952</c:v>
                </c:pt>
                <c:pt idx="554">
                  <c:v>45953</c:v>
                </c:pt>
                <c:pt idx="555">
                  <c:v>45954</c:v>
                </c:pt>
                <c:pt idx="556">
                  <c:v>45957</c:v>
                </c:pt>
                <c:pt idx="557">
                  <c:v>45958</c:v>
                </c:pt>
                <c:pt idx="558">
                  <c:v>45959</c:v>
                </c:pt>
                <c:pt idx="559">
                  <c:v>45960</c:v>
                </c:pt>
                <c:pt idx="560">
                  <c:v>45961</c:v>
                </c:pt>
                <c:pt idx="561">
                  <c:v>45964</c:v>
                </c:pt>
                <c:pt idx="562">
                  <c:v>45965</c:v>
                </c:pt>
                <c:pt idx="563">
                  <c:v>45966</c:v>
                </c:pt>
                <c:pt idx="564">
                  <c:v>45967</c:v>
                </c:pt>
                <c:pt idx="565">
                  <c:v>45968</c:v>
                </c:pt>
                <c:pt idx="566">
                  <c:v>45971</c:v>
                </c:pt>
                <c:pt idx="567">
                  <c:v>45972</c:v>
                </c:pt>
                <c:pt idx="568">
                  <c:v>45973</c:v>
                </c:pt>
                <c:pt idx="569">
                  <c:v>45974</c:v>
                </c:pt>
                <c:pt idx="570">
                  <c:v>45975</c:v>
                </c:pt>
                <c:pt idx="571">
                  <c:v>45978</c:v>
                </c:pt>
                <c:pt idx="572">
                  <c:v>45979</c:v>
                </c:pt>
                <c:pt idx="573">
                  <c:v>45980</c:v>
                </c:pt>
                <c:pt idx="574">
                  <c:v>45982</c:v>
                </c:pt>
                <c:pt idx="575">
                  <c:v>45985</c:v>
                </c:pt>
                <c:pt idx="576">
                  <c:v>45986</c:v>
                </c:pt>
                <c:pt idx="577">
                  <c:v>45987</c:v>
                </c:pt>
                <c:pt idx="578">
                  <c:v>45988</c:v>
                </c:pt>
                <c:pt idx="579">
                  <c:v>45989</c:v>
                </c:pt>
                <c:pt idx="580">
                  <c:v>45992</c:v>
                </c:pt>
                <c:pt idx="581">
                  <c:v>45993</c:v>
                </c:pt>
                <c:pt idx="582">
                  <c:v>45994</c:v>
                </c:pt>
                <c:pt idx="583">
                  <c:v>45995</c:v>
                </c:pt>
                <c:pt idx="584">
                  <c:v>45996</c:v>
                </c:pt>
                <c:pt idx="585">
                  <c:v>45999</c:v>
                </c:pt>
                <c:pt idx="586">
                  <c:v>46000</c:v>
                </c:pt>
                <c:pt idx="587">
                  <c:v>46001</c:v>
                </c:pt>
                <c:pt idx="588">
                  <c:v>46002</c:v>
                </c:pt>
                <c:pt idx="589">
                  <c:v>46003</c:v>
                </c:pt>
                <c:pt idx="590">
                  <c:v>46006</c:v>
                </c:pt>
                <c:pt idx="591">
                  <c:v>46007</c:v>
                </c:pt>
                <c:pt idx="592">
                  <c:v>46008</c:v>
                </c:pt>
                <c:pt idx="593">
                  <c:v>46009</c:v>
                </c:pt>
                <c:pt idx="594">
                  <c:v>46010</c:v>
                </c:pt>
                <c:pt idx="595">
                  <c:v>46013</c:v>
                </c:pt>
                <c:pt idx="596">
                  <c:v>46014</c:v>
                </c:pt>
                <c:pt idx="597">
                  <c:v>46017</c:v>
                </c:pt>
                <c:pt idx="598">
                  <c:v>46020</c:v>
                </c:pt>
                <c:pt idx="599">
                  <c:v>46021</c:v>
                </c:pt>
                <c:pt idx="600">
                  <c:v>46024</c:v>
                </c:pt>
                <c:pt idx="601">
                  <c:v>46027</c:v>
                </c:pt>
                <c:pt idx="602">
                  <c:v>46028</c:v>
                </c:pt>
                <c:pt idx="603">
                  <c:v>46029</c:v>
                </c:pt>
                <c:pt idx="604">
                  <c:v>46030</c:v>
                </c:pt>
                <c:pt idx="605">
                  <c:v>46031</c:v>
                </c:pt>
                <c:pt idx="606">
                  <c:v>46034</c:v>
                </c:pt>
                <c:pt idx="607">
                  <c:v>46035</c:v>
                </c:pt>
                <c:pt idx="608">
                  <c:v>46036</c:v>
                </c:pt>
                <c:pt idx="609">
                  <c:v>46037</c:v>
                </c:pt>
                <c:pt idx="610">
                  <c:v>46038</c:v>
                </c:pt>
                <c:pt idx="611">
                  <c:v>46041</c:v>
                </c:pt>
                <c:pt idx="612">
                  <c:v>46042</c:v>
                </c:pt>
                <c:pt idx="613">
                  <c:v>46043</c:v>
                </c:pt>
                <c:pt idx="614">
                  <c:v>46044</c:v>
                </c:pt>
                <c:pt idx="615">
                  <c:v>46045</c:v>
                </c:pt>
                <c:pt idx="616">
                  <c:v>46048</c:v>
                </c:pt>
                <c:pt idx="617">
                  <c:v>46049</c:v>
                </c:pt>
                <c:pt idx="618">
                  <c:v>46050</c:v>
                </c:pt>
                <c:pt idx="619">
                  <c:v>46051</c:v>
                </c:pt>
                <c:pt idx="620">
                  <c:v>46052</c:v>
                </c:pt>
                <c:pt idx="621">
                  <c:v>46055</c:v>
                </c:pt>
                <c:pt idx="622">
                  <c:v>46056</c:v>
                </c:pt>
                <c:pt idx="623">
                  <c:v>46057</c:v>
                </c:pt>
                <c:pt idx="624">
                  <c:v>46058</c:v>
                </c:pt>
                <c:pt idx="625">
                  <c:v>46059</c:v>
                </c:pt>
                <c:pt idx="626">
                  <c:v>46062</c:v>
                </c:pt>
                <c:pt idx="627">
                  <c:v>46063</c:v>
                </c:pt>
                <c:pt idx="628">
                  <c:v>46064</c:v>
                </c:pt>
                <c:pt idx="629">
                  <c:v>46065</c:v>
                </c:pt>
                <c:pt idx="630">
                  <c:v>46066</c:v>
                </c:pt>
                <c:pt idx="631">
                  <c:v>46071</c:v>
                </c:pt>
                <c:pt idx="632">
                  <c:v>46072</c:v>
                </c:pt>
                <c:pt idx="633">
                  <c:v>46073</c:v>
                </c:pt>
                <c:pt idx="634">
                  <c:v>46076</c:v>
                </c:pt>
                <c:pt idx="635">
                  <c:v>46077</c:v>
                </c:pt>
                <c:pt idx="636">
                  <c:v>46078</c:v>
                </c:pt>
                <c:pt idx="637">
                  <c:v>46079</c:v>
                </c:pt>
                <c:pt idx="638">
                  <c:v>46080</c:v>
                </c:pt>
                <c:pt idx="639">
                  <c:v>46083</c:v>
                </c:pt>
                <c:pt idx="640">
                  <c:v>46084</c:v>
                </c:pt>
                <c:pt idx="641">
                  <c:v>46085</c:v>
                </c:pt>
                <c:pt idx="642">
                  <c:v>46086</c:v>
                </c:pt>
                <c:pt idx="643">
                  <c:v>46087</c:v>
                </c:pt>
                <c:pt idx="644">
                  <c:v>46090</c:v>
                </c:pt>
                <c:pt idx="645">
                  <c:v>46091</c:v>
                </c:pt>
                <c:pt idx="646">
                  <c:v>46092</c:v>
                </c:pt>
                <c:pt idx="647">
                  <c:v>46093</c:v>
                </c:pt>
                <c:pt idx="648">
                  <c:v>46094</c:v>
                </c:pt>
                <c:pt idx="649">
                  <c:v>46097</c:v>
                </c:pt>
                <c:pt idx="650">
                  <c:v>46098</c:v>
                </c:pt>
                <c:pt idx="651">
                  <c:v>46099</c:v>
                </c:pt>
                <c:pt idx="652">
                  <c:v>46100</c:v>
                </c:pt>
                <c:pt idx="653">
                  <c:v>46101</c:v>
                </c:pt>
                <c:pt idx="654">
                  <c:v>46104</c:v>
                </c:pt>
                <c:pt idx="655">
                  <c:v>46105</c:v>
                </c:pt>
                <c:pt idx="656">
                  <c:v>46106</c:v>
                </c:pt>
                <c:pt idx="657">
                  <c:v>46107</c:v>
                </c:pt>
                <c:pt idx="658">
                  <c:v>46108</c:v>
                </c:pt>
                <c:pt idx="659">
                  <c:v>46111</c:v>
                </c:pt>
                <c:pt idx="660">
                  <c:v>46112</c:v>
                </c:pt>
                <c:pt idx="661">
                  <c:v>46113</c:v>
                </c:pt>
                <c:pt idx="662">
                  <c:v>46114</c:v>
                </c:pt>
                <c:pt idx="663">
                  <c:v>46118</c:v>
                </c:pt>
                <c:pt idx="664">
                  <c:v>46119</c:v>
                </c:pt>
                <c:pt idx="665">
                  <c:v>46120</c:v>
                </c:pt>
                <c:pt idx="666">
                  <c:v>46121</c:v>
                </c:pt>
                <c:pt idx="667">
                  <c:v>46122</c:v>
                </c:pt>
                <c:pt idx="668">
                  <c:v>46125</c:v>
                </c:pt>
                <c:pt idx="669">
                  <c:v>46126</c:v>
                </c:pt>
                <c:pt idx="670">
                  <c:v>46127</c:v>
                </c:pt>
                <c:pt idx="671">
                  <c:v>46128</c:v>
                </c:pt>
                <c:pt idx="672">
                  <c:v>46129</c:v>
                </c:pt>
                <c:pt idx="673">
                  <c:v>46132</c:v>
                </c:pt>
                <c:pt idx="674">
                  <c:v>46134</c:v>
                </c:pt>
                <c:pt idx="675">
                  <c:v>46135</c:v>
                </c:pt>
                <c:pt idx="676">
                  <c:v>46136</c:v>
                </c:pt>
                <c:pt idx="677">
                  <c:v>46139</c:v>
                </c:pt>
                <c:pt idx="678">
                  <c:v>46140</c:v>
                </c:pt>
                <c:pt idx="679">
                  <c:v>46141</c:v>
                </c:pt>
                <c:pt idx="680">
                  <c:v>46142</c:v>
                </c:pt>
                <c:pt idx="681">
                  <c:v>46146</c:v>
                </c:pt>
                <c:pt idx="682">
                  <c:v>46147</c:v>
                </c:pt>
                <c:pt idx="683">
                  <c:v>46148</c:v>
                </c:pt>
                <c:pt idx="684">
                  <c:v>46149</c:v>
                </c:pt>
                <c:pt idx="685">
                  <c:v>46150</c:v>
                </c:pt>
                <c:pt idx="686">
                  <c:v>46153</c:v>
                </c:pt>
                <c:pt idx="687">
                  <c:v>46154</c:v>
                </c:pt>
                <c:pt idx="688">
                  <c:v>46155</c:v>
                </c:pt>
                <c:pt idx="689">
                  <c:v>46156</c:v>
                </c:pt>
                <c:pt idx="690">
                  <c:v>46157</c:v>
                </c:pt>
                <c:pt idx="691">
                  <c:v>46160</c:v>
                </c:pt>
                <c:pt idx="692">
                  <c:v>46161</c:v>
                </c:pt>
                <c:pt idx="693">
                  <c:v>46162</c:v>
                </c:pt>
                <c:pt idx="694">
                  <c:v>46163</c:v>
                </c:pt>
                <c:pt idx="695">
                  <c:v>46164</c:v>
                </c:pt>
                <c:pt idx="696">
                  <c:v>46167</c:v>
                </c:pt>
                <c:pt idx="697">
                  <c:v>46168</c:v>
                </c:pt>
                <c:pt idx="698">
                  <c:v>46169</c:v>
                </c:pt>
                <c:pt idx="699">
                  <c:v>46170</c:v>
                </c:pt>
                <c:pt idx="700">
                  <c:v>46171</c:v>
                </c:pt>
                <c:pt idx="701">
                  <c:v>46174</c:v>
                </c:pt>
                <c:pt idx="702">
                  <c:v>46175</c:v>
                </c:pt>
                <c:pt idx="703">
                  <c:v>46176</c:v>
                </c:pt>
                <c:pt idx="704">
                  <c:v>46178</c:v>
                </c:pt>
                <c:pt idx="705">
                  <c:v>46181</c:v>
                </c:pt>
                <c:pt idx="706">
                  <c:v>46182</c:v>
                </c:pt>
                <c:pt idx="707">
                  <c:v>46183</c:v>
                </c:pt>
                <c:pt idx="708">
                  <c:v>46184</c:v>
                </c:pt>
                <c:pt idx="709">
                  <c:v>46185</c:v>
                </c:pt>
                <c:pt idx="710">
                  <c:v>46188</c:v>
                </c:pt>
                <c:pt idx="711">
                  <c:v>46189</c:v>
                </c:pt>
                <c:pt idx="712">
                  <c:v>46190</c:v>
                </c:pt>
                <c:pt idx="713">
                  <c:v>46191</c:v>
                </c:pt>
                <c:pt idx="714">
                  <c:v>46192</c:v>
                </c:pt>
                <c:pt idx="715">
                  <c:v>46195</c:v>
                </c:pt>
                <c:pt idx="716">
                  <c:v>46196</c:v>
                </c:pt>
                <c:pt idx="717">
                  <c:v>46197</c:v>
                </c:pt>
                <c:pt idx="718">
                  <c:v>46198</c:v>
                </c:pt>
                <c:pt idx="719">
                  <c:v>46199</c:v>
                </c:pt>
                <c:pt idx="720">
                  <c:v>46202</c:v>
                </c:pt>
                <c:pt idx="721">
                  <c:v>46203</c:v>
                </c:pt>
                <c:pt idx="722">
                  <c:v>46204</c:v>
                </c:pt>
                <c:pt idx="723">
                  <c:v>46205</c:v>
                </c:pt>
                <c:pt idx="724">
                  <c:v>46206</c:v>
                </c:pt>
                <c:pt idx="725">
                  <c:v>46209</c:v>
                </c:pt>
                <c:pt idx="726">
                  <c:v>46210</c:v>
                </c:pt>
                <c:pt idx="727">
                  <c:v>46211</c:v>
                </c:pt>
                <c:pt idx="728">
                  <c:v>46212</c:v>
                </c:pt>
                <c:pt idx="729">
                  <c:v>46213</c:v>
                </c:pt>
                <c:pt idx="730">
                  <c:v>46216</c:v>
                </c:pt>
                <c:pt idx="731">
                  <c:v>46217</c:v>
                </c:pt>
                <c:pt idx="732">
                  <c:v>46218</c:v>
                </c:pt>
                <c:pt idx="733">
                  <c:v>46219</c:v>
                </c:pt>
                <c:pt idx="734">
                  <c:v>46220</c:v>
                </c:pt>
                <c:pt idx="735">
                  <c:v>46223</c:v>
                </c:pt>
                <c:pt idx="736">
                  <c:v>46224</c:v>
                </c:pt>
                <c:pt idx="737">
                  <c:v>46225</c:v>
                </c:pt>
                <c:pt idx="738">
                  <c:v>46226</c:v>
                </c:pt>
                <c:pt idx="739">
                  <c:v>46227</c:v>
                </c:pt>
                <c:pt idx="740">
                  <c:v>46230</c:v>
                </c:pt>
                <c:pt idx="741">
                  <c:v>46231</c:v>
                </c:pt>
                <c:pt idx="742">
                  <c:v>46232</c:v>
                </c:pt>
                <c:pt idx="743">
                  <c:v>46233</c:v>
                </c:pt>
                <c:pt idx="744">
                  <c:v>46234</c:v>
                </c:pt>
                <c:pt idx="745">
                  <c:v>46237</c:v>
                </c:pt>
                <c:pt idx="746">
                  <c:v>46238</c:v>
                </c:pt>
                <c:pt idx="747">
                  <c:v>46239</c:v>
                </c:pt>
                <c:pt idx="748">
                  <c:v>46240</c:v>
                </c:pt>
                <c:pt idx="749">
                  <c:v>46241</c:v>
                </c:pt>
                <c:pt idx="750">
                  <c:v>46244</c:v>
                </c:pt>
                <c:pt idx="751">
                  <c:v>46245</c:v>
                </c:pt>
                <c:pt idx="752">
                  <c:v>46246</c:v>
                </c:pt>
                <c:pt idx="753">
                  <c:v>46247</c:v>
                </c:pt>
                <c:pt idx="754">
                  <c:v>46248</c:v>
                </c:pt>
                <c:pt idx="755">
                  <c:v>46251</c:v>
                </c:pt>
                <c:pt idx="756">
                  <c:v>46252</c:v>
                </c:pt>
                <c:pt idx="757">
                  <c:v>46253</c:v>
                </c:pt>
                <c:pt idx="758">
                  <c:v>46254</c:v>
                </c:pt>
                <c:pt idx="759">
                  <c:v>46255</c:v>
                </c:pt>
                <c:pt idx="760">
                  <c:v>46258</c:v>
                </c:pt>
                <c:pt idx="761">
                  <c:v>46259</c:v>
                </c:pt>
                <c:pt idx="762">
                  <c:v>46260</c:v>
                </c:pt>
                <c:pt idx="763">
                  <c:v>46261</c:v>
                </c:pt>
                <c:pt idx="764">
                  <c:v>46262</c:v>
                </c:pt>
              </c:numCache>
            </c:numRef>
          </c:cat>
          <c:val>
            <c:numRef>
              <c:f>'Composite treatment'!$C$5:$C$50000</c:f>
              <c:numCache>
                <c:formatCode>0.00</c:formatCode>
                <c:ptCount val="49996"/>
                <c:pt idx="0">
                  <c:v>0.8374327725114453</c:v>
                </c:pt>
                <c:pt idx="1">
                  <c:v>0.7387639948556967</c:v>
                </c:pt>
                <c:pt idx="2">
                  <c:v>0.5940272838235431</c:v>
                </c:pt>
                <c:pt idx="3">
                  <c:v>0.6381023248008466</c:v>
                </c:pt>
                <c:pt idx="4">
                  <c:v>0.5393671953281266</c:v>
                </c:pt>
                <c:pt idx="5">
                  <c:v>0.355369308533043</c:v>
                </c:pt>
                <c:pt idx="6">
                  <c:v>0.2992623586408135</c:v>
                </c:pt>
                <c:pt idx="7">
                  <c:v>0.2437686546717927</c:v>
                </c:pt>
                <c:pt idx="8">
                  <c:v>0.1679792290801689</c:v>
                </c:pt>
                <c:pt idx="9">
                  <c:v>0.3306293911891026</c:v>
                </c:pt>
                <c:pt idx="10">
                  <c:v>0.2110155662273725</c:v>
                </c:pt>
                <c:pt idx="11">
                  <c:v>0.3992967792311137</c:v>
                </c:pt>
                <c:pt idx="12">
                  <c:v>0.5263421698603344</c:v>
                </c:pt>
                <c:pt idx="13">
                  <c:v>0.3008939171567289</c:v>
                </c:pt>
                <c:pt idx="14">
                  <c:v>0.1025687637534075</c:v>
                </c:pt>
                <c:pt idx="15">
                  <c:v>0.1729693992628142</c:v>
                </c:pt>
                <c:pt idx="16">
                  <c:v>0.3054786451003242</c:v>
                </c:pt>
                <c:pt idx="17">
                  <c:v>0.2331192315629092</c:v>
                </c:pt>
                <c:pt idx="18">
                  <c:v>-0.06633874095878026</c:v>
                </c:pt>
                <c:pt idx="19">
                  <c:v>0.2226236031233317</c:v>
                </c:pt>
                <c:pt idx="20">
                  <c:v>0.155369272973252</c:v>
                </c:pt>
                <c:pt idx="21">
                  <c:v>0.004913064750180379</c:v>
                </c:pt>
                <c:pt idx="22">
                  <c:v>-0.1208082731525576</c:v>
                </c:pt>
                <c:pt idx="23">
                  <c:v>-0.1914402866389958</c:v>
                </c:pt>
                <c:pt idx="24">
                  <c:v>-0.006294131540163386</c:v>
                </c:pt>
                <c:pt idx="25">
                  <c:v>0.1523251725432807</c:v>
                </c:pt>
                <c:pt idx="26">
                  <c:v>0.1685997368217119</c:v>
                </c:pt>
                <c:pt idx="27">
                  <c:v>0.2143118947281247</c:v>
                </c:pt>
                <c:pt idx="28">
                  <c:v>0.07407988904133439</c:v>
                </c:pt>
                <c:pt idx="29">
                  <c:v>0.02472746145355376</c:v>
                </c:pt>
                <c:pt idx="30">
                  <c:v>-0.06311653217484381</c:v>
                </c:pt>
                <c:pt idx="31">
                  <c:v>0.1168515954731559</c:v>
                </c:pt>
                <c:pt idx="32">
                  <c:v>-0.1243973851243406</c:v>
                </c:pt>
                <c:pt idx="33">
                  <c:v>-0.2309011588448013</c:v>
                </c:pt>
                <c:pt idx="34">
                  <c:v>-0.2505929469893098</c:v>
                </c:pt>
                <c:pt idx="35">
                  <c:v>-0.4906517755336761</c:v>
                </c:pt>
                <c:pt idx="36">
                  <c:v>-0.5310923093648928</c:v>
                </c:pt>
                <c:pt idx="37">
                  <c:v>-0.260785947442908</c:v>
                </c:pt>
                <c:pt idx="38">
                  <c:v>-0.07604854131855618</c:v>
                </c:pt>
                <c:pt idx="39">
                  <c:v>-0.3453788880608323</c:v>
                </c:pt>
                <c:pt idx="40">
                  <c:v>-0.5968498811089267</c:v>
                </c:pt>
                <c:pt idx="41">
                  <c:v>-0.4588946978791185</c:v>
                </c:pt>
                <c:pt idx="42">
                  <c:v>-0.5199399821695034</c:v>
                </c:pt>
                <c:pt idx="43">
                  <c:v>-0.5252519585672748</c:v>
                </c:pt>
                <c:pt idx="44">
                  <c:v>-0.3379399817256846</c:v>
                </c:pt>
                <c:pt idx="45">
                  <c:v>0.001905650977282178</c:v>
                </c:pt>
                <c:pt idx="46">
                  <c:v>0.003823311259361692</c:v>
                </c:pt>
                <c:pt idx="47">
                  <c:v>-0.2907474725579352</c:v>
                </c:pt>
                <c:pt idx="48">
                  <c:v>-0.2267221188826479</c:v>
                </c:pt>
                <c:pt idx="49">
                  <c:v>-0.508038832119389</c:v>
                </c:pt>
                <c:pt idx="50">
                  <c:v>-0.7407164167044091</c:v>
                </c:pt>
                <c:pt idx="51">
                  <c:v>-0.7369695576542312</c:v>
                </c:pt>
                <c:pt idx="52">
                  <c:v>-0.8601320683643094</c:v>
                </c:pt>
                <c:pt idx="53">
                  <c:v>-0.7622138485776607</c:v>
                </c:pt>
                <c:pt idx="54">
                  <c:v>-0.5403252914641059</c:v>
                </c:pt>
                <c:pt idx="55">
                  <c:v>-0.752896143678669</c:v>
                </c:pt>
                <c:pt idx="56">
                  <c:v>-0.4699814292945264</c:v>
                </c:pt>
                <c:pt idx="57">
                  <c:v>-0.788789123012422</c:v>
                </c:pt>
                <c:pt idx="58">
                  <c:v>-0.9274817110232512</c:v>
                </c:pt>
                <c:pt idx="59">
                  <c:v>-0.7816498496040719</c:v>
                </c:pt>
                <c:pt idx="60">
                  <c:v>-0.5611463431609441</c:v>
                </c:pt>
                <c:pt idx="61">
                  <c:v>-0.09185241960286762</c:v>
                </c:pt>
                <c:pt idx="62">
                  <c:v>-0.1189713518848574</c:v>
                </c:pt>
                <c:pt idx="63">
                  <c:v>0.09514427261380337</c:v>
                </c:pt>
                <c:pt idx="64">
                  <c:v>0.09199331203990377</c:v>
                </c:pt>
                <c:pt idx="65">
                  <c:v>0.00918781513147586</c:v>
                </c:pt>
                <c:pt idx="66">
                  <c:v>0.1702982014471653</c:v>
                </c:pt>
                <c:pt idx="67">
                  <c:v>0.09140314379350832</c:v>
                </c:pt>
                <c:pt idx="68">
                  <c:v>0.4585483115227507</c:v>
                </c:pt>
                <c:pt idx="69">
                  <c:v>0.6811428091801762</c:v>
                </c:pt>
                <c:pt idx="70">
                  <c:v>0.592660307163959</c:v>
                </c:pt>
                <c:pt idx="71">
                  <c:v>0.7142455487901224</c:v>
                </c:pt>
                <c:pt idx="72">
                  <c:v>0.554203398936011</c:v>
                </c:pt>
                <c:pt idx="73">
                  <c:v>0.6395043197606314</c:v>
                </c:pt>
                <c:pt idx="74">
                  <c:v>0.73532058599597</c:v>
                </c:pt>
                <c:pt idx="75">
                  <c:v>0.5646027323556848</c:v>
                </c:pt>
                <c:pt idx="76">
                  <c:v>0.5921558950942862</c:v>
                </c:pt>
                <c:pt idx="77">
                  <c:v>0.830218061626612</c:v>
                </c:pt>
                <c:pt idx="78">
                  <c:v>0.7448450289675793</c:v>
                </c:pt>
                <c:pt idx="79">
                  <c:v>0.8973119378858361</c:v>
                </c:pt>
                <c:pt idx="80">
                  <c:v>1.088160054094347</c:v>
                </c:pt>
                <c:pt idx="81">
                  <c:v>0.9053348460502901</c:v>
                </c:pt>
                <c:pt idx="82">
                  <c:v>1.028096394215407</c:v>
                </c:pt>
                <c:pt idx="83">
                  <c:v>0.9423482122941458</c:v>
                </c:pt>
                <c:pt idx="84">
                  <c:v>1.052483588066453</c:v>
                </c:pt>
                <c:pt idx="85">
                  <c:v>1.171168129592373</c:v>
                </c:pt>
                <c:pt idx="86">
                  <c:v>1.046226457514367</c:v>
                </c:pt>
                <c:pt idx="87">
                  <c:v>0.9821923859427001</c:v>
                </c:pt>
                <c:pt idx="88">
                  <c:v>1.348265697631189</c:v>
                </c:pt>
                <c:pt idx="89">
                  <c:v>1.509179543946126</c:v>
                </c:pt>
                <c:pt idx="90">
                  <c:v>1.415800592039822</c:v>
                </c:pt>
                <c:pt idx="91">
                  <c:v>1.503702817622802</c:v>
                </c:pt>
                <c:pt idx="92">
                  <c:v>1.601763806442581</c:v>
                </c:pt>
                <c:pt idx="93">
                  <c:v>1.506129604089998</c:v>
                </c:pt>
                <c:pt idx="94">
                  <c:v>1.589489161693196</c:v>
                </c:pt>
                <c:pt idx="95">
                  <c:v>1.734479746533803</c:v>
                </c:pt>
                <c:pt idx="96">
                  <c:v>1.782328376320016</c:v>
                </c:pt>
                <c:pt idx="97">
                  <c:v>1.889322516139818</c:v>
                </c:pt>
                <c:pt idx="98">
                  <c:v>1.819154830301176</c:v>
                </c:pt>
                <c:pt idx="99">
                  <c:v>1.389397633305903</c:v>
                </c:pt>
                <c:pt idx="100">
                  <c:v>1.331868985464741</c:v>
                </c:pt>
                <c:pt idx="101">
                  <c:v>0.9982767589343083</c:v>
                </c:pt>
                <c:pt idx="102">
                  <c:v>1.147617296381033</c:v>
                </c:pt>
                <c:pt idx="103">
                  <c:v>1.279878532238353</c:v>
                </c:pt>
                <c:pt idx="104">
                  <c:v>1.167651800575933</c:v>
                </c:pt>
                <c:pt idx="105">
                  <c:v>1.003906454490967</c:v>
                </c:pt>
                <c:pt idx="106">
                  <c:v>0.9133421374518772</c:v>
                </c:pt>
                <c:pt idx="107">
                  <c:v>0.9781425573264838</c:v>
                </c:pt>
                <c:pt idx="108">
                  <c:v>1.050308710628418</c:v>
                </c:pt>
                <c:pt idx="109">
                  <c:v>0.6747255840523716</c:v>
                </c:pt>
                <c:pt idx="110">
                  <c:v>0.5545678175723843</c:v>
                </c:pt>
                <c:pt idx="111">
                  <c:v>0.3563102737876251</c:v>
                </c:pt>
                <c:pt idx="112">
                  <c:v>0.4171252350100446</c:v>
                </c:pt>
                <c:pt idx="113">
                  <c:v>0.2073556413308504</c:v>
                </c:pt>
                <c:pt idx="114">
                  <c:v>0.4622818620366826</c:v>
                </c:pt>
                <c:pt idx="115">
                  <c:v>0.3649409292302068</c:v>
                </c:pt>
                <c:pt idx="116">
                  <c:v>0.4298336200638905</c:v>
                </c:pt>
                <c:pt idx="117">
                  <c:v>0.3749807127896745</c:v>
                </c:pt>
                <c:pt idx="118">
                  <c:v>0.1215856400958838</c:v>
                </c:pt>
                <c:pt idx="119">
                  <c:v>-0.1855526865565353</c:v>
                </c:pt>
                <c:pt idx="120">
                  <c:v>-0.03304333682055898</c:v>
                </c:pt>
                <c:pt idx="121">
                  <c:v>-0.06327290419065808</c:v>
                </c:pt>
                <c:pt idx="122">
                  <c:v>-0.309086738349227</c:v>
                </c:pt>
                <c:pt idx="123">
                  <c:v>-0.3796781059542492</c:v>
                </c:pt>
                <c:pt idx="124">
                  <c:v>-0.09163845393750643</c:v>
                </c:pt>
                <c:pt idx="125">
                  <c:v>-0.148504353635685</c:v>
                </c:pt>
                <c:pt idx="126">
                  <c:v>-0.4036847792616825</c:v>
                </c:pt>
                <c:pt idx="127">
                  <c:v>-0.3917145705263316</c:v>
                </c:pt>
                <c:pt idx="128">
                  <c:v>-0.6034450572136348</c:v>
                </c:pt>
                <c:pt idx="129">
                  <c:v>-0.5583218529092471</c:v>
                </c:pt>
                <c:pt idx="130">
                  <c:v>-0.3835749479169607</c:v>
                </c:pt>
                <c:pt idx="131">
                  <c:v>-0.3557007560709316</c:v>
                </c:pt>
                <c:pt idx="132">
                  <c:v>-0.1805990778915359</c:v>
                </c:pt>
                <c:pt idx="133">
                  <c:v>-0.2528765236706899</c:v>
                </c:pt>
                <c:pt idx="134">
                  <c:v>-0.06861359997346506</c:v>
                </c:pt>
                <c:pt idx="135">
                  <c:v>-0.2944633363397383</c:v>
                </c:pt>
                <c:pt idx="136">
                  <c:v>-0.2871468449816256</c:v>
                </c:pt>
                <c:pt idx="137">
                  <c:v>0.0549296189019842</c:v>
                </c:pt>
                <c:pt idx="138">
                  <c:v>-0.05739421640778548</c:v>
                </c:pt>
                <c:pt idx="139">
                  <c:v>-0.1266221066827429</c:v>
                </c:pt>
                <c:pt idx="140">
                  <c:v>-0.05426718115255107</c:v>
                </c:pt>
                <c:pt idx="141">
                  <c:v>-0.2335848181765321</c:v>
                </c:pt>
                <c:pt idx="142">
                  <c:v>-0.1919758835327659</c:v>
                </c:pt>
                <c:pt idx="143">
                  <c:v>-0.1055026935792673</c:v>
                </c:pt>
                <c:pt idx="144">
                  <c:v>-0.1723628453650759</c:v>
                </c:pt>
                <c:pt idx="145">
                  <c:v>-0.09996419924056829</c:v>
                </c:pt>
                <c:pt idx="146">
                  <c:v>-0.2726799287434901</c:v>
                </c:pt>
                <c:pt idx="147">
                  <c:v>-0.05064694894809448</c:v>
                </c:pt>
                <c:pt idx="148">
                  <c:v>-0.002116489442207815</c:v>
                </c:pt>
                <c:pt idx="149">
                  <c:v>-0.07121096508204265</c:v>
                </c:pt>
                <c:pt idx="150">
                  <c:v>-0.1253920025115612</c:v>
                </c:pt>
                <c:pt idx="151">
                  <c:v>-0.1114896632952107</c:v>
                </c:pt>
                <c:pt idx="152">
                  <c:v>-0.0327302210119722</c:v>
                </c:pt>
                <c:pt idx="153">
                  <c:v>0.2666673336070494</c:v>
                </c:pt>
                <c:pt idx="154">
                  <c:v>0.1581698791433037</c:v>
                </c:pt>
                <c:pt idx="155">
                  <c:v>0.01506141480942687</c:v>
                </c:pt>
                <c:pt idx="156">
                  <c:v>-0.04320020250123763</c:v>
                </c:pt>
                <c:pt idx="157">
                  <c:v>-0.07027434201576435</c:v>
                </c:pt>
                <c:pt idx="158">
                  <c:v>0.1065392450727738</c:v>
                </c:pt>
                <c:pt idx="159">
                  <c:v>0.1225937643137652</c:v>
                </c:pt>
                <c:pt idx="160">
                  <c:v>-0.06360462116004352</c:v>
                </c:pt>
                <c:pt idx="161">
                  <c:v>-0.05135806980656899</c:v>
                </c:pt>
                <c:pt idx="162">
                  <c:v>-0.09654311294578859</c:v>
                </c:pt>
                <c:pt idx="163">
                  <c:v>-0.01811847816372435</c:v>
                </c:pt>
                <c:pt idx="164">
                  <c:v>-0.1407123515080061</c:v>
                </c:pt>
                <c:pt idx="165">
                  <c:v>0.08883024597078515</c:v>
                </c:pt>
                <c:pt idx="166">
                  <c:v>0.2647938991132544</c:v>
                </c:pt>
                <c:pt idx="167">
                  <c:v>-0.0591230371277822</c:v>
                </c:pt>
                <c:pt idx="168">
                  <c:v>-0.1975217547319056</c:v>
                </c:pt>
                <c:pt idx="169">
                  <c:v>-0.4913041030598388</c:v>
                </c:pt>
                <c:pt idx="170">
                  <c:v>-0.7907505652422054</c:v>
                </c:pt>
                <c:pt idx="171">
                  <c:v>-0.9551455756862572</c:v>
                </c:pt>
                <c:pt idx="172">
                  <c:v>-1.026353638197436</c:v>
                </c:pt>
                <c:pt idx="173">
                  <c:v>-1.050966680037531</c:v>
                </c:pt>
                <c:pt idx="174">
                  <c:v>-0.8237860193720644</c:v>
                </c:pt>
                <c:pt idx="175">
                  <c:v>-0.7576666037785585</c:v>
                </c:pt>
                <c:pt idx="176">
                  <c:v>-0.7828824482650325</c:v>
                </c:pt>
                <c:pt idx="177">
                  <c:v>-0.8784567357219387</c:v>
                </c:pt>
                <c:pt idx="178">
                  <c:v>-0.9273827783400542</c:v>
                </c:pt>
                <c:pt idx="179">
                  <c:v>-0.5909749490166094</c:v>
                </c:pt>
                <c:pt idx="180">
                  <c:v>-0.5301441259440246</c:v>
                </c:pt>
                <c:pt idx="181">
                  <c:v>-0.7657859673751888</c:v>
                </c:pt>
                <c:pt idx="182">
                  <c:v>-0.5449255844057582</c:v>
                </c:pt>
                <c:pt idx="183">
                  <c:v>-0.2033923071924704</c:v>
                </c:pt>
                <c:pt idx="184">
                  <c:v>-0.2813951284903398</c:v>
                </c:pt>
                <c:pt idx="185">
                  <c:v>-0.2355879263435472</c:v>
                </c:pt>
                <c:pt idx="186">
                  <c:v>-0.1696626828830948</c:v>
                </c:pt>
                <c:pt idx="187">
                  <c:v>-0.3769405925588784</c:v>
                </c:pt>
                <c:pt idx="188">
                  <c:v>-0.6299664033122699</c:v>
                </c:pt>
                <c:pt idx="189">
                  <c:v>-0.5484728274253253</c:v>
                </c:pt>
                <c:pt idx="190">
                  <c:v>-0.3814171051368725</c:v>
                </c:pt>
                <c:pt idx="191">
                  <c:v>-0.3615842555691585</c:v>
                </c:pt>
                <c:pt idx="192">
                  <c:v>-0.2823765190966412</c:v>
                </c:pt>
                <c:pt idx="193">
                  <c:v>-0.3106531738734095</c:v>
                </c:pt>
                <c:pt idx="194">
                  <c:v>-0.2493305189111243</c:v>
                </c:pt>
                <c:pt idx="195">
                  <c:v>-0.292555642371937</c:v>
                </c:pt>
                <c:pt idx="196">
                  <c:v>-0.5463171738238861</c:v>
                </c:pt>
                <c:pt idx="197">
                  <c:v>-0.6515143547272814</c:v>
                </c:pt>
                <c:pt idx="198">
                  <c:v>-0.689801271430537</c:v>
                </c:pt>
                <c:pt idx="199">
                  <c:v>-0.6425067997858182</c:v>
                </c:pt>
                <c:pt idx="200">
                  <c:v>-0.740050616595897</c:v>
                </c:pt>
                <c:pt idx="201">
                  <c:v>-0.8959739604467404</c:v>
                </c:pt>
                <c:pt idx="202">
                  <c:v>-0.9884913823337843</c:v>
                </c:pt>
                <c:pt idx="203">
                  <c:v>-0.8753395867620148</c:v>
                </c:pt>
                <c:pt idx="204">
                  <c:v>-0.8932263864242835</c:v>
                </c:pt>
                <c:pt idx="205">
                  <c:v>-0.9423967764723771</c:v>
                </c:pt>
                <c:pt idx="206">
                  <c:v>-0.6790836746632894</c:v>
                </c:pt>
                <c:pt idx="207">
                  <c:v>-0.9613331453000779</c:v>
                </c:pt>
                <c:pt idx="208">
                  <c:v>-1.056992901068613</c:v>
                </c:pt>
                <c:pt idx="209">
                  <c:v>-0.8525271903797487</c:v>
                </c:pt>
                <c:pt idx="210">
                  <c:v>-1.122793207985216</c:v>
                </c:pt>
                <c:pt idx="211">
                  <c:v>-1.176359058602839</c:v>
                </c:pt>
                <c:pt idx="212">
                  <c:v>-1.046416421310215</c:v>
                </c:pt>
                <c:pt idx="213">
                  <c:v>-1.224219129779701</c:v>
                </c:pt>
                <c:pt idx="214">
                  <c:v>-1.199366372553815</c:v>
                </c:pt>
                <c:pt idx="215">
                  <c:v>-1.096057459195628</c:v>
                </c:pt>
                <c:pt idx="216">
                  <c:v>-1.134337535422511</c:v>
                </c:pt>
                <c:pt idx="217">
                  <c:v>-0.9816879355594623</c:v>
                </c:pt>
                <c:pt idx="218">
                  <c:v>-0.7565553175105166</c:v>
                </c:pt>
                <c:pt idx="219">
                  <c:v>-0.8092682761605176</c:v>
                </c:pt>
                <c:pt idx="220">
                  <c:v>-0.858149424822087</c:v>
                </c:pt>
                <c:pt idx="221">
                  <c:v>-0.3204125092684505</c:v>
                </c:pt>
                <c:pt idx="222">
                  <c:v>-0.750751424938054</c:v>
                </c:pt>
                <c:pt idx="223">
                  <c:v>-0.7062570167319351</c:v>
                </c:pt>
                <c:pt idx="224">
                  <c:v>-0.6737278806795909</c:v>
                </c:pt>
                <c:pt idx="225">
                  <c:v>-0.4657019146554305</c:v>
                </c:pt>
                <c:pt idx="226">
                  <c:v>-0.2401882470730334</c:v>
                </c:pt>
                <c:pt idx="227">
                  <c:v>-0.0794091713401852</c:v>
                </c:pt>
                <c:pt idx="228">
                  <c:v>-0.1662299563690755</c:v>
                </c:pt>
                <c:pt idx="229">
                  <c:v>-0.07196796191454743</c:v>
                </c:pt>
                <c:pt idx="230">
                  <c:v>-0.0009828964162769916</c:v>
                </c:pt>
                <c:pt idx="231">
                  <c:v>0.2643202366340385</c:v>
                </c:pt>
                <c:pt idx="232">
                  <c:v>0.2673981986252489</c:v>
                </c:pt>
                <c:pt idx="233">
                  <c:v>0.4123688048088721</c:v>
                </c:pt>
                <c:pt idx="234">
                  <c:v>0.3855521832703835</c:v>
                </c:pt>
                <c:pt idx="235">
                  <c:v>0.4540585655140529</c:v>
                </c:pt>
                <c:pt idx="236">
                  <c:v>0.09837148444748219</c:v>
                </c:pt>
                <c:pt idx="237">
                  <c:v>0.09931762429798395</c:v>
                </c:pt>
                <c:pt idx="238">
                  <c:v>0.2456055083735237</c:v>
                </c:pt>
                <c:pt idx="239">
                  <c:v>0.04993153205243012</c:v>
                </c:pt>
                <c:pt idx="240">
                  <c:v>-0.04162186185757253</c:v>
                </c:pt>
                <c:pt idx="241">
                  <c:v>-0.1481620567736233</c:v>
                </c:pt>
                <c:pt idx="242">
                  <c:v>-0.005461692006052247</c:v>
                </c:pt>
                <c:pt idx="243">
                  <c:v>-0.1773019012574928</c:v>
                </c:pt>
                <c:pt idx="244">
                  <c:v>-0.2895197523237911</c:v>
                </c:pt>
                <c:pt idx="245">
                  <c:v>-0.1609614518824701</c:v>
                </c:pt>
                <c:pt idx="246">
                  <c:v>-0.1732989445409874</c:v>
                </c:pt>
                <c:pt idx="247">
                  <c:v>-0.1757059634656873</c:v>
                </c:pt>
                <c:pt idx="248">
                  <c:v>-0.2876626784463095</c:v>
                </c:pt>
                <c:pt idx="249">
                  <c:v>-0.2001308691074669</c:v>
                </c:pt>
                <c:pt idx="250">
                  <c:v>0.07165267401902083</c:v>
                </c:pt>
                <c:pt idx="251">
                  <c:v>0.2136802059653011</c:v>
                </c:pt>
                <c:pt idx="252">
                  <c:v>0.4122754582978462</c:v>
                </c:pt>
                <c:pt idx="253">
                  <c:v>0.3896553051303112</c:v>
                </c:pt>
                <c:pt idx="254">
                  <c:v>0.4713515827959696</c:v>
                </c:pt>
                <c:pt idx="255">
                  <c:v>0.4163315765302254</c:v>
                </c:pt>
                <c:pt idx="256">
                  <c:v>0.4648036575863648</c:v>
                </c:pt>
                <c:pt idx="257">
                  <c:v>0.3446865280653859</c:v>
                </c:pt>
                <c:pt idx="258">
                  <c:v>0.6378749982573639</c:v>
                </c:pt>
                <c:pt idx="259">
                  <c:v>0.6486166932171112</c:v>
                </c:pt>
                <c:pt idx="260">
                  <c:v>0.6412899224205514</c:v>
                </c:pt>
                <c:pt idx="261">
                  <c:v>0.3992472069818306</c:v>
                </c:pt>
                <c:pt idx="262">
                  <c:v>0.6604175029539069</c:v>
                </c:pt>
                <c:pt idx="263">
                  <c:v>0.6542015148255791</c:v>
                </c:pt>
                <c:pt idx="264">
                  <c:v>0.6398245974799572</c:v>
                </c:pt>
                <c:pt idx="265">
                  <c:v>0.5675998664170647</c:v>
                </c:pt>
                <c:pt idx="266">
                  <c:v>0.3325260901594977</c:v>
                </c:pt>
                <c:pt idx="267">
                  <c:v>0.2952576634201665</c:v>
                </c:pt>
                <c:pt idx="268">
                  <c:v>0.1750344766350225</c:v>
                </c:pt>
                <c:pt idx="269">
                  <c:v>0.1822565018731332</c:v>
                </c:pt>
                <c:pt idx="270">
                  <c:v>0.4672616208960397</c:v>
                </c:pt>
                <c:pt idx="271">
                  <c:v>0.5641053098231833</c:v>
                </c:pt>
                <c:pt idx="272">
                  <c:v>0.3705579232090055</c:v>
                </c:pt>
                <c:pt idx="273">
                  <c:v>0.3373262440160892</c:v>
                </c:pt>
                <c:pt idx="274">
                  <c:v>0.3285641154787347</c:v>
                </c:pt>
                <c:pt idx="275">
                  <c:v>0.3826172599992491</c:v>
                </c:pt>
                <c:pt idx="276">
                  <c:v>0.223356723022659</c:v>
                </c:pt>
                <c:pt idx="277">
                  <c:v>0.4966441029014128</c:v>
                </c:pt>
                <c:pt idx="278">
                  <c:v>0.4968488971170054</c:v>
                </c:pt>
                <c:pt idx="279">
                  <c:v>0.5344462488175142</c:v>
                </c:pt>
                <c:pt idx="280">
                  <c:v>0.3067047189401559</c:v>
                </c:pt>
                <c:pt idx="281">
                  <c:v>0.1085404237698126</c:v>
                </c:pt>
                <c:pt idx="282">
                  <c:v>-0.2110486411281411</c:v>
                </c:pt>
                <c:pt idx="283">
                  <c:v>-0.3854240694754731</c:v>
                </c:pt>
                <c:pt idx="284">
                  <c:v>-0.2316583430112982</c:v>
                </c:pt>
                <c:pt idx="285">
                  <c:v>-0.2989594341681794</c:v>
                </c:pt>
                <c:pt idx="286">
                  <c:v>-0.1221142556179066</c:v>
                </c:pt>
                <c:pt idx="287">
                  <c:v>-0.1613953245526089</c:v>
                </c:pt>
                <c:pt idx="288">
                  <c:v>-0.3066218495772752</c:v>
                </c:pt>
                <c:pt idx="289">
                  <c:v>-0.2594557496389361</c:v>
                </c:pt>
                <c:pt idx="290">
                  <c:v>-0.0256141034799469</c:v>
                </c:pt>
                <c:pt idx="291">
                  <c:v>-0.3422044130211661</c:v>
                </c:pt>
                <c:pt idx="292">
                  <c:v>-0.2997279431312391</c:v>
                </c:pt>
                <c:pt idx="293">
                  <c:v>-0.3255598383155414</c:v>
                </c:pt>
                <c:pt idx="294">
                  <c:v>-0.2529990597402754</c:v>
                </c:pt>
                <c:pt idx="295">
                  <c:v>-0.6049176246728576</c:v>
                </c:pt>
                <c:pt idx="296">
                  <c:v>-0.6595867629789872</c:v>
                </c:pt>
                <c:pt idx="297">
                  <c:v>-0.6697497483993169</c:v>
                </c:pt>
                <c:pt idx="298">
                  <c:v>-0.3867095084752299</c:v>
                </c:pt>
                <c:pt idx="299">
                  <c:v>-0.4357445035682977</c:v>
                </c:pt>
                <c:pt idx="300">
                  <c:v>-0.3616896923653279</c:v>
                </c:pt>
                <c:pt idx="301">
                  <c:v>-0.5084999939088753</c:v>
                </c:pt>
                <c:pt idx="302">
                  <c:v>-0.566459995062869</c:v>
                </c:pt>
                <c:pt idx="303">
                  <c:v>-0.5669221052923564</c:v>
                </c:pt>
                <c:pt idx="304">
                  <c:v>-0.6320464683001568</c:v>
                </c:pt>
                <c:pt idx="305">
                  <c:v>-0.653339575126906</c:v>
                </c:pt>
                <c:pt idx="306">
                  <c:v>-0.4506541110578706</c:v>
                </c:pt>
                <c:pt idx="307">
                  <c:v>-0.5256897137594114</c:v>
                </c:pt>
                <c:pt idx="308">
                  <c:v>-0.368450449950331</c:v>
                </c:pt>
                <c:pt idx="309">
                  <c:v>-0.5418813276851431</c:v>
                </c:pt>
                <c:pt idx="310">
                  <c:v>-0.3928815107370165</c:v>
                </c:pt>
                <c:pt idx="311">
                  <c:v>-0.5571193021672793</c:v>
                </c:pt>
                <c:pt idx="312">
                  <c:v>-0.8569750526407623</c:v>
                </c:pt>
                <c:pt idx="313">
                  <c:v>-0.4740384465881937</c:v>
                </c:pt>
                <c:pt idx="314">
                  <c:v>-0.427484440294796</c:v>
                </c:pt>
                <c:pt idx="315">
                  <c:v>-0.4273106317479639</c:v>
                </c:pt>
                <c:pt idx="316">
                  <c:v>-0.5797506514163508</c:v>
                </c:pt>
                <c:pt idx="317">
                  <c:v>-0.7246468709823278</c:v>
                </c:pt>
                <c:pt idx="318">
                  <c:v>-0.7129675458297587</c:v>
                </c:pt>
                <c:pt idx="319">
                  <c:v>-0.7440219785110687</c:v>
                </c:pt>
                <c:pt idx="320">
                  <c:v>-0.7769625211485315</c:v>
                </c:pt>
                <c:pt idx="321">
                  <c:v>-0.7552450902104432</c:v>
                </c:pt>
                <c:pt idx="322">
                  <c:v>-0.8267568726317831</c:v>
                </c:pt>
                <c:pt idx="323">
                  <c:v>-0.6943397500676256</c:v>
                </c:pt>
                <c:pt idx="324">
                  <c:v>-0.8917050743334848</c:v>
                </c:pt>
                <c:pt idx="325">
                  <c:v>-0.5144955088447716</c:v>
                </c:pt>
                <c:pt idx="326">
                  <c:v>-0.4242584986860795</c:v>
                </c:pt>
                <c:pt idx="327">
                  <c:v>-0.2191616509104598</c:v>
                </c:pt>
                <c:pt idx="328">
                  <c:v>-0.4938342219720249</c:v>
                </c:pt>
                <c:pt idx="329">
                  <c:v>-0.918449974967947</c:v>
                </c:pt>
                <c:pt idx="330">
                  <c:v>-0.8632527606578236</c:v>
                </c:pt>
                <c:pt idx="331">
                  <c:v>-0.9280395763328341</c:v>
                </c:pt>
                <c:pt idx="332">
                  <c:v>-0.8175537826653331</c:v>
                </c:pt>
                <c:pt idx="333">
                  <c:v>-0.8171818214862832</c:v>
                </c:pt>
                <c:pt idx="334">
                  <c:v>-0.5862023210478355</c:v>
                </c:pt>
                <c:pt idx="335">
                  <c:v>-0.837046530367582</c:v>
                </c:pt>
                <c:pt idx="336">
                  <c:v>-0.8934278193033439</c:v>
                </c:pt>
                <c:pt idx="337">
                  <c:v>-0.6531069885939619</c:v>
                </c:pt>
                <c:pt idx="338">
                  <c:v>-0.4412453553844864</c:v>
                </c:pt>
                <c:pt idx="339">
                  <c:v>-0.8504803206262984</c:v>
                </c:pt>
                <c:pt idx="340">
                  <c:v>-1.08044114379625</c:v>
                </c:pt>
                <c:pt idx="341">
                  <c:v>-1.352682590174072</c:v>
                </c:pt>
                <c:pt idx="342">
                  <c:v>-1.205688759555538</c:v>
                </c:pt>
                <c:pt idx="343">
                  <c:v>-1.572644640176244</c:v>
                </c:pt>
                <c:pt idx="344">
                  <c:v>-1.345604845065629</c:v>
                </c:pt>
                <c:pt idx="345">
                  <c:v>-1.093466998793404</c:v>
                </c:pt>
                <c:pt idx="346">
                  <c:v>-1.336820848353033</c:v>
                </c:pt>
                <c:pt idx="347">
                  <c:v>-1.331868823995165</c:v>
                </c:pt>
                <c:pt idx="348">
                  <c:v>-1.386911215804317</c:v>
                </c:pt>
                <c:pt idx="349">
                  <c:v>-1.511457207729532</c:v>
                </c:pt>
                <c:pt idx="350">
                  <c:v>-1.591979555033134</c:v>
                </c:pt>
                <c:pt idx="351">
                  <c:v>-1.724726668455018</c:v>
                </c:pt>
                <c:pt idx="352">
                  <c:v>-1.489939989217718</c:v>
                </c:pt>
                <c:pt idx="353">
                  <c:v>-1.323626564054936</c:v>
                </c:pt>
                <c:pt idx="354">
                  <c:v>-1.502468881411064</c:v>
                </c:pt>
                <c:pt idx="355">
                  <c:v>-1.448098244350742</c:v>
                </c:pt>
                <c:pt idx="356">
                  <c:v>-1.544687203013246</c:v>
                </c:pt>
                <c:pt idx="357">
                  <c:v>-1.489000301499036</c:v>
                </c:pt>
                <c:pt idx="358">
                  <c:v>-1.358358971729664</c:v>
                </c:pt>
                <c:pt idx="359">
                  <c:v>-1.043693437197003</c:v>
                </c:pt>
                <c:pt idx="360">
                  <c:v>-1.023587382903497</c:v>
                </c:pt>
                <c:pt idx="361">
                  <c:v>-0.7872226342946256</c:v>
                </c:pt>
                <c:pt idx="362">
                  <c:v>-0.7243910509563845</c:v>
                </c:pt>
                <c:pt idx="363">
                  <c:v>-0.5675917121456162</c:v>
                </c:pt>
                <c:pt idx="364">
                  <c:v>-0.5173716506621177</c:v>
                </c:pt>
                <c:pt idx="365">
                  <c:v>-0.588181804894576</c:v>
                </c:pt>
                <c:pt idx="366">
                  <c:v>-0.5931685660541193</c:v>
                </c:pt>
                <c:pt idx="367">
                  <c:v>-0.2491179060104114</c:v>
                </c:pt>
                <c:pt idx="368">
                  <c:v>-0.3773416797334304</c:v>
                </c:pt>
                <c:pt idx="369">
                  <c:v>-0.4165960541071388</c:v>
                </c:pt>
                <c:pt idx="370">
                  <c:v>0.0107513649616641</c:v>
                </c:pt>
                <c:pt idx="371">
                  <c:v>-0.06891476332171144</c:v>
                </c:pt>
                <c:pt idx="372">
                  <c:v>-0.07752786922051742</c:v>
                </c:pt>
                <c:pt idx="373">
                  <c:v>-0.2585901272649887</c:v>
                </c:pt>
                <c:pt idx="374">
                  <c:v>-0.2840560086400854</c:v>
                </c:pt>
                <c:pt idx="375">
                  <c:v>-0.0948993514820942</c:v>
                </c:pt>
                <c:pt idx="376">
                  <c:v>-0.3324200627795578</c:v>
                </c:pt>
                <c:pt idx="377">
                  <c:v>-0.1306068117719739</c:v>
                </c:pt>
                <c:pt idx="378">
                  <c:v>0.1809539661346453</c:v>
                </c:pt>
                <c:pt idx="379">
                  <c:v>-0.08548354539599774</c:v>
                </c:pt>
                <c:pt idx="380">
                  <c:v>-0.04805324361741226</c:v>
                </c:pt>
                <c:pt idx="381">
                  <c:v>0.4603891039323276</c:v>
                </c:pt>
                <c:pt idx="382">
                  <c:v>0.6763249501755697</c:v>
                </c:pt>
                <c:pt idx="383">
                  <c:v>0.5575946090625147</c:v>
                </c:pt>
                <c:pt idx="384">
                  <c:v>0.3093361247376996</c:v>
                </c:pt>
                <c:pt idx="385">
                  <c:v>0.2232318735095404</c:v>
                </c:pt>
                <c:pt idx="386">
                  <c:v>0.2471447709182871</c:v>
                </c:pt>
                <c:pt idx="387">
                  <c:v>-0.004255647170637328</c:v>
                </c:pt>
                <c:pt idx="388">
                  <c:v>0.1426546124179676</c:v>
                </c:pt>
                <c:pt idx="389">
                  <c:v>-0.1457164112720086</c:v>
                </c:pt>
                <c:pt idx="390">
                  <c:v>-0.308455368705541</c:v>
                </c:pt>
                <c:pt idx="391">
                  <c:v>-0.5950637100152234</c:v>
                </c:pt>
                <c:pt idx="392">
                  <c:v>-0.535412211065056</c:v>
                </c:pt>
                <c:pt idx="393">
                  <c:v>-0.3845280441335036</c:v>
                </c:pt>
                <c:pt idx="394">
                  <c:v>-0.05273051426863393</c:v>
                </c:pt>
                <c:pt idx="395">
                  <c:v>-0.1169159857078869</c:v>
                </c:pt>
                <c:pt idx="396">
                  <c:v>-0.2639709283566112</c:v>
                </c:pt>
                <c:pt idx="397">
                  <c:v>-0.1891183791859073</c:v>
                </c:pt>
                <c:pt idx="398">
                  <c:v>-0.0114046818424991</c:v>
                </c:pt>
                <c:pt idx="399">
                  <c:v>0.2887582996884031</c:v>
                </c:pt>
                <c:pt idx="400">
                  <c:v>0.3566846302003926</c:v>
                </c:pt>
                <c:pt idx="401">
                  <c:v>0.3473949788116871</c:v>
                </c:pt>
                <c:pt idx="402">
                  <c:v>0.5929268601083336</c:v>
                </c:pt>
                <c:pt idx="403">
                  <c:v>0.4878629695906339</c:v>
                </c:pt>
                <c:pt idx="404">
                  <c:v>0.497713907763432</c:v>
                </c:pt>
                <c:pt idx="405">
                  <c:v>0.4051482485812624</c:v>
                </c:pt>
                <c:pt idx="406">
                  <c:v>0.5957490257943837</c:v>
                </c:pt>
                <c:pt idx="407">
                  <c:v>0.6769823127614473</c:v>
                </c:pt>
                <c:pt idx="408">
                  <c:v>0.7875781042915507</c:v>
                </c:pt>
                <c:pt idx="409">
                  <c:v>0.6151842980423475</c:v>
                </c:pt>
                <c:pt idx="410">
                  <c:v>0.2153270562136452</c:v>
                </c:pt>
                <c:pt idx="411">
                  <c:v>0.3769341279740593</c:v>
                </c:pt>
                <c:pt idx="412">
                  <c:v>0.400749518898434</c:v>
                </c:pt>
                <c:pt idx="413">
                  <c:v>0.5678742256554411</c:v>
                </c:pt>
                <c:pt idx="414">
                  <c:v>0.1293425881890204</c:v>
                </c:pt>
                <c:pt idx="415">
                  <c:v>-0.1163155497156023</c:v>
                </c:pt>
                <c:pt idx="416">
                  <c:v>-0.3679931009366224</c:v>
                </c:pt>
                <c:pt idx="417">
                  <c:v>0.02268744092608492</c:v>
                </c:pt>
                <c:pt idx="418">
                  <c:v>-0.1723640283796494</c:v>
                </c:pt>
                <c:pt idx="419">
                  <c:v>0.0623513518649524</c:v>
                </c:pt>
                <c:pt idx="420">
                  <c:v>0.2066293715803856</c:v>
                </c:pt>
                <c:pt idx="421">
                  <c:v>0.2760613747905326</c:v>
                </c:pt>
                <c:pt idx="422">
                  <c:v>0.2391779502692009</c:v>
                </c:pt>
                <c:pt idx="423">
                  <c:v>0.4958194915521265</c:v>
                </c:pt>
                <c:pt idx="424">
                  <c:v>0.6290098775146478</c:v>
                </c:pt>
                <c:pt idx="425">
                  <c:v>0.8987370456198834</c:v>
                </c:pt>
                <c:pt idx="426">
                  <c:v>1.15682990121717</c:v>
                </c:pt>
                <c:pt idx="427">
                  <c:v>1.121650440720756</c:v>
                </c:pt>
                <c:pt idx="428">
                  <c:v>1.108584069561598</c:v>
                </c:pt>
                <c:pt idx="429">
                  <c:v>0.9815519966468221</c:v>
                </c:pt>
                <c:pt idx="430">
                  <c:v>0.9589289376273933</c:v>
                </c:pt>
                <c:pt idx="431">
                  <c:v>0.9340520593816704</c:v>
                </c:pt>
                <c:pt idx="432">
                  <c:v>0.7172952828477079</c:v>
                </c:pt>
                <c:pt idx="433">
                  <c:v>0.6332915914989438</c:v>
                </c:pt>
                <c:pt idx="434">
                  <c:v>0.5074793965255463</c:v>
                </c:pt>
                <c:pt idx="435">
                  <c:v>0.869361109720497</c:v>
                </c:pt>
                <c:pt idx="436">
                  <c:v>0.8907327653502009</c:v>
                </c:pt>
                <c:pt idx="437">
                  <c:v>0.899427676334379</c:v>
                </c:pt>
                <c:pt idx="438">
                  <c:v>1.23539921127633</c:v>
                </c:pt>
                <c:pt idx="439">
                  <c:v>1.207807431059889</c:v>
                </c:pt>
                <c:pt idx="440">
                  <c:v>1.396046238406315</c:v>
                </c:pt>
                <c:pt idx="441">
                  <c:v>1.505671845849504</c:v>
                </c:pt>
                <c:pt idx="442">
                  <c:v>1.48095115251767</c:v>
                </c:pt>
                <c:pt idx="443">
                  <c:v>1.519394135110543</c:v>
                </c:pt>
                <c:pt idx="444">
                  <c:v>1.322907908762553</c:v>
                </c:pt>
                <c:pt idx="445">
                  <c:v>1.409864481067794</c:v>
                </c:pt>
                <c:pt idx="446">
                  <c:v>1.419020535184127</c:v>
                </c:pt>
                <c:pt idx="447">
                  <c:v>1.504074922099654</c:v>
                </c:pt>
                <c:pt idx="448">
                  <c:v>1.67196362422326</c:v>
                </c:pt>
                <c:pt idx="449">
                  <c:v>1.668071824823457</c:v>
                </c:pt>
                <c:pt idx="450">
                  <c:v>1.610457158982927</c:v>
                </c:pt>
                <c:pt idx="451">
                  <c:v>1.41996096286703</c:v>
                </c:pt>
                <c:pt idx="452">
                  <c:v>1.378298570690005</c:v>
                </c:pt>
                <c:pt idx="453">
                  <c:v>1.520733722676562</c:v>
                </c:pt>
                <c:pt idx="454">
                  <c:v>1.411000149632607</c:v>
                </c:pt>
                <c:pt idx="455">
                  <c:v>1.253718145042071</c:v>
                </c:pt>
                <c:pt idx="456">
                  <c:v>1.134859979264386</c:v>
                </c:pt>
                <c:pt idx="457">
                  <c:v>1.056546022857333</c:v>
                </c:pt>
                <c:pt idx="458">
                  <c:v>1.074444330254893</c:v>
                </c:pt>
                <c:pt idx="459">
                  <c:v>1.070370646818129</c:v>
                </c:pt>
                <c:pt idx="460">
                  <c:v>1.071002465762605</c:v>
                </c:pt>
                <c:pt idx="461">
                  <c:v>0.8950116065026869</c:v>
                </c:pt>
                <c:pt idx="462">
                  <c:v>1.090276276436374</c:v>
                </c:pt>
                <c:pt idx="463">
                  <c:v>1.054080334356069</c:v>
                </c:pt>
                <c:pt idx="464">
                  <c:v>0.9579904589179161</c:v>
                </c:pt>
                <c:pt idx="465">
                  <c:v>0.6213974704332489</c:v>
                </c:pt>
                <c:pt idx="466">
                  <c:v>0.4559170744519564</c:v>
                </c:pt>
                <c:pt idx="467">
                  <c:v>0.6124843945378102</c:v>
                </c:pt>
                <c:pt idx="468">
                  <c:v>0.3960916287142895</c:v>
                </c:pt>
                <c:pt idx="469">
                  <c:v>0.4947223551384775</c:v>
                </c:pt>
                <c:pt idx="470">
                  <c:v>0.427253855803465</c:v>
                </c:pt>
                <c:pt idx="471">
                  <c:v>0.6567135418770602</c:v>
                </c:pt>
                <c:pt idx="472">
                  <c:v>0.702142776223682</c:v>
                </c:pt>
                <c:pt idx="473">
                  <c:v>0.5914505987644677</c:v>
                </c:pt>
                <c:pt idx="474">
                  <c:v>0.8068899419572094</c:v>
                </c:pt>
                <c:pt idx="475">
                  <c:v>0.853173706142803</c:v>
                </c:pt>
                <c:pt idx="476">
                  <c:v>0.6802298410885</c:v>
                </c:pt>
                <c:pt idx="477">
                  <c:v>0.58975501037549</c:v>
                </c:pt>
                <c:pt idx="478">
                  <c:v>0.3505955186321917</c:v>
                </c:pt>
                <c:pt idx="479">
                  <c:v>0.2157366847892524</c:v>
                </c:pt>
                <c:pt idx="480">
                  <c:v>0.01672342542942964</c:v>
                </c:pt>
                <c:pt idx="481">
                  <c:v>-0.05287674057032031</c:v>
                </c:pt>
                <c:pt idx="482">
                  <c:v>0.01907603835492285</c:v>
                </c:pt>
                <c:pt idx="483">
                  <c:v>-0.01451218868627621</c:v>
                </c:pt>
                <c:pt idx="484">
                  <c:v>-0.01027879957282467</c:v>
                </c:pt>
                <c:pt idx="485">
                  <c:v>-0.3391806917366901</c:v>
                </c:pt>
                <c:pt idx="486">
                  <c:v>-0.301541216253186</c:v>
                </c:pt>
                <c:pt idx="487">
                  <c:v>-0.2756944707904616</c:v>
                </c:pt>
                <c:pt idx="488">
                  <c:v>-0.06857133964115057</c:v>
                </c:pt>
                <c:pt idx="489">
                  <c:v>-0.2255120615793476</c:v>
                </c:pt>
                <c:pt idx="490">
                  <c:v>-0.1664498906997346</c:v>
                </c:pt>
                <c:pt idx="491">
                  <c:v>-0.3604377867121704</c:v>
                </c:pt>
                <c:pt idx="492">
                  <c:v>-0.260816824016044</c:v>
                </c:pt>
                <c:pt idx="493">
                  <c:v>-0.1103798234488046</c:v>
                </c:pt>
                <c:pt idx="494">
                  <c:v>-0.3757662407737544</c:v>
                </c:pt>
                <c:pt idx="495">
                  <c:v>-0.3404878225943311</c:v>
                </c:pt>
                <c:pt idx="496">
                  <c:v>-0.3085225538919334</c:v>
                </c:pt>
                <c:pt idx="497">
                  <c:v>-0.3304782311337379</c:v>
                </c:pt>
                <c:pt idx="498">
                  <c:v>-0.1996051487097137</c:v>
                </c:pt>
                <c:pt idx="499">
                  <c:v>-0.06717646276705184</c:v>
                </c:pt>
                <c:pt idx="500">
                  <c:v>-0.1883535533989716</c:v>
                </c:pt>
                <c:pt idx="501">
                  <c:v>-0.3029537039775898</c:v>
                </c:pt>
                <c:pt idx="502">
                  <c:v>-0.1236802894341182</c:v>
                </c:pt>
                <c:pt idx="503">
                  <c:v>-0.2978277457072443</c:v>
                </c:pt>
                <c:pt idx="504">
                  <c:v>-0.3561292899837066</c:v>
                </c:pt>
                <c:pt idx="505">
                  <c:v>-0.4344722733215975</c:v>
                </c:pt>
                <c:pt idx="506">
                  <c:v>-0.2621287530554458</c:v>
                </c:pt>
                <c:pt idx="507">
                  <c:v>-0.4611075225938369</c:v>
                </c:pt>
                <c:pt idx="508">
                  <c:v>-0.4210184415613046</c:v>
                </c:pt>
                <c:pt idx="509">
                  <c:v>-0.4714952248953079</c:v>
                </c:pt>
                <c:pt idx="510">
                  <c:v>-0.1218698583441736</c:v>
                </c:pt>
                <c:pt idx="511">
                  <c:v>-0.07739217982112556</c:v>
                </c:pt>
                <c:pt idx="512">
                  <c:v>-0.0281914139325012</c:v>
                </c:pt>
                <c:pt idx="513">
                  <c:v>0.1977875045660658</c:v>
                </c:pt>
                <c:pt idx="514">
                  <c:v>0.4675656558559479</c:v>
                </c:pt>
                <c:pt idx="515">
                  <c:v>0.5907288078207124</c:v>
                </c:pt>
                <c:pt idx="516">
                  <c:v>0.5681920949960911</c:v>
                </c:pt>
                <c:pt idx="517">
                  <c:v>0.3435816944662204</c:v>
                </c:pt>
                <c:pt idx="518">
                  <c:v>0.2882867436907714</c:v>
                </c:pt>
                <c:pt idx="519">
                  <c:v>0.4622988239229129</c:v>
                </c:pt>
                <c:pt idx="520">
                  <c:v>0.5810751970390738</c:v>
                </c:pt>
                <c:pt idx="521">
                  <c:v>0.4423873194816549</c:v>
                </c:pt>
                <c:pt idx="522">
                  <c:v>0.3766720336681301</c:v>
                </c:pt>
                <c:pt idx="523">
                  <c:v>0.4372367448250961</c:v>
                </c:pt>
                <c:pt idx="524">
                  <c:v>0.5598679606336233</c:v>
                </c:pt>
                <c:pt idx="525">
                  <c:v>0.5005097311917869</c:v>
                </c:pt>
                <c:pt idx="526">
                  <c:v>0.6977110475594717</c:v>
                </c:pt>
                <c:pt idx="527">
                  <c:v>0.8480170413421593</c:v>
                </c:pt>
                <c:pt idx="528">
                  <c:v>1.025687895218271</c:v>
                </c:pt>
                <c:pt idx="529">
                  <c:v>0.9313301916801137</c:v>
                </c:pt>
                <c:pt idx="530">
                  <c:v>0.9033289586225436</c:v>
                </c:pt>
                <c:pt idx="531">
                  <c:v>0.7087949993595002</c:v>
                </c:pt>
                <c:pt idx="532">
                  <c:v>0.8570990299582234</c:v>
                </c:pt>
                <c:pt idx="533">
                  <c:v>0.7107276971444098</c:v>
                </c:pt>
                <c:pt idx="534">
                  <c:v>0.492883134582369</c:v>
                </c:pt>
                <c:pt idx="535">
                  <c:v>0.6090537972601123</c:v>
                </c:pt>
                <c:pt idx="536">
                  <c:v>0.6301900529692338</c:v>
                </c:pt>
                <c:pt idx="537">
                  <c:v>0.5523845933817068</c:v>
                </c:pt>
                <c:pt idx="538">
                  <c:v>0.4366070276710212</c:v>
                </c:pt>
                <c:pt idx="539">
                  <c:v>0.1931747164896249</c:v>
                </c:pt>
                <c:pt idx="540">
                  <c:v>0.164106845173684</c:v>
                </c:pt>
                <c:pt idx="541">
                  <c:v>0.0205009871017553</c:v>
                </c:pt>
                <c:pt idx="542">
                  <c:v>-0.2614544535019078</c:v>
                </c:pt>
                <c:pt idx="543">
                  <c:v>-0.1564449527650673</c:v>
                </c:pt>
                <c:pt idx="544">
                  <c:v>-0.2331335162532219</c:v>
                </c:pt>
                <c:pt idx="545">
                  <c:v>-0.5315920343341931</c:v>
                </c:pt>
                <c:pt idx="546">
                  <c:v>-0.4188977413192952</c:v>
                </c:pt>
                <c:pt idx="547">
                  <c:v>-0.4082735469129249</c:v>
                </c:pt>
                <c:pt idx="548">
                  <c:v>-0.2602181834024302</c:v>
                </c:pt>
                <c:pt idx="549">
                  <c:v>-0.3005346848076251</c:v>
                </c:pt>
                <c:pt idx="550">
                  <c:v>-0.1891795944378049</c:v>
                </c:pt>
                <c:pt idx="551">
                  <c:v>-0.0673727866964331</c:v>
                </c:pt>
                <c:pt idx="552">
                  <c:v>-0.1290615120259321</c:v>
                </c:pt>
                <c:pt idx="553">
                  <c:v>-0.0846447975721159</c:v>
                </c:pt>
                <c:pt idx="554">
                  <c:v>0.1070779510090986</c:v>
                </c:pt>
                <c:pt idx="555">
                  <c:v>0.1607632845251685</c:v>
                </c:pt>
                <c:pt idx="556">
                  <c:v>0.3200493721928866</c:v>
                </c:pt>
                <c:pt idx="557">
                  <c:v>0.2933850389785939</c:v>
                </c:pt>
                <c:pt idx="558">
                  <c:v>0.3138004359585917</c:v>
                </c:pt>
                <c:pt idx="559">
                  <c:v>0.2969669509948165</c:v>
                </c:pt>
                <c:pt idx="560">
                  <c:v>0.4346772222820829</c:v>
                </c:pt>
                <c:pt idx="561">
                  <c:v>0.3580360342790928</c:v>
                </c:pt>
                <c:pt idx="562">
                  <c:v>0.3252871437679083</c:v>
                </c:pt>
                <c:pt idx="563">
                  <c:v>0.4860514328548306</c:v>
                </c:pt>
                <c:pt idx="564">
                  <c:v>0.315170415127404</c:v>
                </c:pt>
                <c:pt idx="565">
                  <c:v>0.3824747991653954</c:v>
                </c:pt>
                <c:pt idx="566">
                  <c:v>0.5472495939838745</c:v>
                </c:pt>
                <c:pt idx="567">
                  <c:v>0.7467554402271724</c:v>
                </c:pt>
                <c:pt idx="568">
                  <c:v>0.7137685860589448</c:v>
                </c:pt>
                <c:pt idx="569">
                  <c:v>0.6627579626521267</c:v>
                </c:pt>
                <c:pt idx="570">
                  <c:v>0.6972643288921394</c:v>
                </c:pt>
                <c:pt idx="571">
                  <c:v>0.6565738638680552</c:v>
                </c:pt>
                <c:pt idx="572">
                  <c:v>0.6419537202623417</c:v>
                </c:pt>
                <c:pt idx="573">
                  <c:v>0.5546034928968956</c:v>
                </c:pt>
                <c:pt idx="574">
                  <c:v>0.447552004043876</c:v>
                </c:pt>
                <c:pt idx="575">
                  <c:v>0.4950036431397063</c:v>
                </c:pt>
                <c:pt idx="576">
                  <c:v>0.570547786151519</c:v>
                </c:pt>
                <c:pt idx="577">
                  <c:v>0.7807447065869805</c:v>
                </c:pt>
                <c:pt idx="578">
                  <c:v>0.7587956752729452</c:v>
                </c:pt>
                <c:pt idx="579">
                  <c:v>0.7834929254531243</c:v>
                </c:pt>
                <c:pt idx="580">
                  <c:v>0.7108538696739067</c:v>
                </c:pt>
                <c:pt idx="581">
                  <c:v>0.914480295005254</c:v>
                </c:pt>
                <c:pt idx="582">
                  <c:v>0.9554025236149157</c:v>
                </c:pt>
                <c:pt idx="583">
                  <c:v>1.098791388594604</c:v>
                </c:pt>
                <c:pt idx="584">
                  <c:v>0.533668504378877</c:v>
                </c:pt>
                <c:pt idx="585">
                  <c:v>0.5567245317355782</c:v>
                </c:pt>
                <c:pt idx="586">
                  <c:v>0.3526909923572859</c:v>
                </c:pt>
                <c:pt idx="587">
                  <c:v>0.3627145158505004</c:v>
                </c:pt>
                <c:pt idx="588">
                  <c:v>0.248104590544335</c:v>
                </c:pt>
                <c:pt idx="589">
                  <c:v>0.3714535086090896</c:v>
                </c:pt>
                <c:pt idx="590">
                  <c:v>0.3938894281814765</c:v>
                </c:pt>
                <c:pt idx="591">
                  <c:v>0.1999579870715625</c:v>
                </c:pt>
                <c:pt idx="592">
                  <c:v>0.01388392831933535</c:v>
                </c:pt>
                <c:pt idx="593">
                  <c:v>0.09439068316037036</c:v>
                </c:pt>
                <c:pt idx="594">
                  <c:v>0.100039530842715</c:v>
                </c:pt>
                <c:pt idx="595">
                  <c:v>-0.007747211783778883</c:v>
                </c:pt>
                <c:pt idx="596">
                  <c:v>0.2330568607040093</c:v>
                </c:pt>
                <c:pt idx="597">
                  <c:v>0.2795777733717639</c:v>
                </c:pt>
                <c:pt idx="598">
                  <c:v>0.1502035854770305</c:v>
                </c:pt>
                <c:pt idx="599">
                  <c:v>0.2060706687108641</c:v>
                </c:pt>
                <c:pt idx="600">
                  <c:v>-0.0770591491832819</c:v>
                </c:pt>
                <c:pt idx="601">
                  <c:v>-0.08175012356794704</c:v>
                </c:pt>
                <c:pt idx="602">
                  <c:v>0.152737556264613</c:v>
                </c:pt>
                <c:pt idx="603">
                  <c:v>0.07692568119925021</c:v>
                </c:pt>
                <c:pt idx="604">
                  <c:v>0.1384909068233428</c:v>
                </c:pt>
                <c:pt idx="605">
                  <c:v>0.171519379042036</c:v>
                </c:pt>
                <c:pt idx="606">
                  <c:v>0.2317649838280704</c:v>
                </c:pt>
                <c:pt idx="607">
                  <c:v>0.154792797014225</c:v>
                </c:pt>
                <c:pt idx="608">
                  <c:v>0.3477628817226394</c:v>
                </c:pt>
                <c:pt idx="609">
                  <c:v>0.3053525273496911</c:v>
                </c:pt>
                <c:pt idx="610">
                  <c:v>0.2084203412826858</c:v>
                </c:pt>
                <c:pt idx="611">
                  <c:v>0.137334443887817</c:v>
                </c:pt>
                <c:pt idx="612">
                  <c:v>0.2955757900622927</c:v>
                </c:pt>
                <c:pt idx="613">
                  <c:v>0.6752995882238773</c:v>
                </c:pt>
                <c:pt idx="614">
                  <c:v>1.071611489146155</c:v>
                </c:pt>
                <c:pt idx="615">
                  <c:v>1.31725876679103</c:v>
                </c:pt>
                <c:pt idx="616">
                  <c:v>1.438130511311012</c:v>
                </c:pt>
                <c:pt idx="617">
                  <c:v>1.633861604242099</c:v>
                </c:pt>
                <c:pt idx="618">
                  <c:v>1.790433240198972</c:v>
                </c:pt>
                <c:pt idx="619">
                  <c:v>1.581385039025374</c:v>
                </c:pt>
                <c:pt idx="620">
                  <c:v>1.511516596144142</c:v>
                </c:pt>
                <c:pt idx="621">
                  <c:v>1.503791423965149</c:v>
                </c:pt>
                <c:pt idx="622">
                  <c:v>1.652836410251707</c:v>
                </c:pt>
                <c:pt idx="623">
                  <c:v>1.325486391540068</c:v>
                </c:pt>
                <c:pt idx="624">
                  <c:v>1.274255771988926</c:v>
                </c:pt>
                <c:pt idx="625">
                  <c:v>1.267313243110841</c:v>
                </c:pt>
                <c:pt idx="626">
                  <c:v>1.416214287571336</c:v>
                </c:pt>
                <c:pt idx="627">
                  <c:v>1.401546565892595</c:v>
                </c:pt>
                <c:pt idx="628">
                  <c:v>1.607568000090141</c:v>
                </c:pt>
                <c:pt idx="629">
                  <c:v>1.364863477678137</c:v>
                </c:pt>
                <c:pt idx="630">
                  <c:v>1.263394162990339</c:v>
                </c:pt>
                <c:pt idx="631">
                  <c:v>1.261920735449511</c:v>
                </c:pt>
                <c:pt idx="632">
                  <c:v>1.455008810847244</c:v>
                </c:pt>
                <c:pt idx="633">
                  <c:v>1.550544465867232</c:v>
                </c:pt>
                <c:pt idx="634">
                  <c:v>1.412731264997803</c:v>
                </c:pt>
                <c:pt idx="635">
                  <c:v>1.594701517545062</c:v>
                </c:pt>
                <c:pt idx="636">
                  <c:v>1.387056457649306</c:v>
                </c:pt>
                <c:pt idx="637">
                  <c:v>1.310568509118278</c:v>
                </c:pt>
                <c:pt idx="638">
                  <c:v>1.020901616102975</c:v>
                </c:pt>
                <c:pt idx="639">
                  <c:v>0.833104926900554</c:v>
                </c:pt>
                <c:pt idx="640">
                  <c:v>0.450607485140862</c:v>
                </c:pt>
                <c:pt idx="641">
                  <c:v>0.5722510998491074</c:v>
                </c:pt>
                <c:pt idx="642">
                  <c:v>0.304768488622065</c:v>
                </c:pt>
                <c:pt idx="643">
                  <c:v>0.08403576460942588</c:v>
                </c:pt>
                <c:pt idx="644">
                  <c:v>0.1591595866882079</c:v>
                </c:pt>
                <c:pt idx="645">
                  <c:v>0.3133076074542323</c:v>
                </c:pt>
                <c:pt idx="646">
                  <c:v>0.1955321860459756</c:v>
                </c:pt>
                <c:pt idx="647">
                  <c:v>-0.1528026163946033</c:v>
                </c:pt>
                <c:pt idx="648">
                  <c:v>-0.3481465535451557</c:v>
                </c:pt>
                <c:pt idx="649">
                  <c:v>-0.1865213238333398</c:v>
                </c:pt>
                <c:pt idx="650">
                  <c:v>-0.1779367353471696</c:v>
                </c:pt>
                <c:pt idx="651">
                  <c:v>-0.3829954589088226</c:v>
                </c:pt>
                <c:pt idx="652">
                  <c:v>-0.2998168039865127</c:v>
                </c:pt>
                <c:pt idx="653">
                  <c:v>-0.6372460441543131</c:v>
                </c:pt>
                <c:pt idx="654">
                  <c:v>-0.1777655287656335</c:v>
                </c:pt>
                <c:pt idx="655">
                  <c:v>-0.2242162216053303</c:v>
                </c:pt>
                <c:pt idx="656">
                  <c:v>0.1127082437209454</c:v>
                </c:pt>
                <c:pt idx="657">
                  <c:v>-0.2050664602533584</c:v>
                </c:pt>
                <c:pt idx="658">
                  <c:v>-0.5102915111173828</c:v>
                </c:pt>
                <c:pt idx="659">
                  <c:v>-0.4789914148698746</c:v>
                </c:pt>
                <c:pt idx="660">
                  <c:v>-0.05032930346635173</c:v>
                </c:pt>
                <c:pt idx="661">
                  <c:v>0.06645043575248848</c:v>
                </c:pt>
                <c:pt idx="662">
                  <c:v>-0.01593701898127154</c:v>
                </c:pt>
                <c:pt idx="663">
                  <c:v>-0.1030139631985789</c:v>
                </c:pt>
                <c:pt idx="664">
                  <c:v>-0.2401412568846346</c:v>
                </c:pt>
                <c:pt idx="665">
                  <c:v>0.04271724737024494</c:v>
                </c:pt>
                <c:pt idx="666">
                  <c:v>0.4240802882501872</c:v>
                </c:pt>
                <c:pt idx="667">
                  <c:v>0.5152122729820044</c:v>
                </c:pt>
                <c:pt idx="668">
                  <c:v>0.5377978732759301</c:v>
                </c:pt>
                <c:pt idx="669">
                  <c:v>0.5985986622036683</c:v>
                </c:pt>
                <c:pt idx="670">
                  <c:v>0.5648493874551459</c:v>
                </c:pt>
                <c:pt idx="671">
                  <c:v>0.2834080331579961</c:v>
                </c:pt>
                <c:pt idx="672">
                  <c:v>0.3243635690578197</c:v>
                </c:pt>
                <c:pt idx="673">
                  <c:v>0.3605180455625792</c:v>
                </c:pt>
                <c:pt idx="674">
                  <c:v>0.08536675559393316</c:v>
                </c:pt>
                <c:pt idx="675">
                  <c:v>-0.2397173873148867</c:v>
                </c:pt>
                <c:pt idx="676">
                  <c:v>-0.3105918280316771</c:v>
                </c:pt>
                <c:pt idx="677">
                  <c:v>-0.6356166297624216</c:v>
                </c:pt>
                <c:pt idx="678">
                  <c:v>-0.7092401166442498</c:v>
                </c:pt>
                <c:pt idx="679">
                  <c:v>-0.9382191940268887</c:v>
                </c:pt>
                <c:pt idx="680">
                  <c:v>-0.6117794186122786</c:v>
                </c:pt>
                <c:pt idx="681">
                  <c:v>-0.6508978142160827</c:v>
                </c:pt>
                <c:pt idx="682">
                  <c:v>-0.5321721016212866</c:v>
                </c:pt>
                <c:pt idx="683">
                  <c:v>-0.3234974598460407</c:v>
                </c:pt>
                <c:pt idx="684">
                  <c:v>-0.5897399936476594</c:v>
                </c:pt>
                <c:pt idx="685">
                  <c:v>-0.6800413566782497</c:v>
                </c:pt>
                <c:pt idx="686">
                  <c:v>-0.9231432276762782</c:v>
                </c:pt>
                <c:pt idx="687">
                  <c:v>-1.102991641599714</c:v>
                </c:pt>
                <c:pt idx="688">
                  <c:v>-1.512700395753449</c:v>
                </c:pt>
                <c:pt idx="689">
                  <c:v>-1.346377345886277</c:v>
                </c:pt>
                <c:pt idx="690">
                  <c:v>-1.728447391260862</c:v>
                </c:pt>
                <c:pt idx="691">
                  <c:v>-1.856737407990433</c:v>
                </c:pt>
                <c:pt idx="692">
                  <c:v>-2.185185809602253</c:v>
                </c:pt>
                <c:pt idx="693">
                  <c:v>-1.616297266648468</c:v>
                </c:pt>
                <c:pt idx="694">
                  <c:v>-1.544672505111562</c:v>
                </c:pt>
                <c:pt idx="695">
                  <c:v>-1.732184689675883</c:v>
                </c:pt>
                <c:pt idx="696">
                  <c:v>-1.496404278291876</c:v>
                </c:pt>
                <c:pt idx="697">
                  <c:v>-1.654098207649082</c:v>
                </c:pt>
                <c:pt idx="698">
                  <c:v>-1.647434499128795</c:v>
                </c:pt>
                <c:pt idx="699">
                  <c:v>-1.697053147099401</c:v>
                </c:pt>
                <c:pt idx="700">
                  <c:v>-1.840205572484306</c:v>
                </c:pt>
                <c:pt idx="701">
                  <c:v>-2.005537921527081</c:v>
                </c:pt>
                <c:pt idx="702">
                  <c:v>-1.660552052835368</c:v>
                </c:pt>
                <c:pt idx="703">
                  <c:v>-2.024214598449007</c:v>
                </c:pt>
                <c:pt idx="704">
                  <c:v>-2.107564861938782</c:v>
                </c:pt>
                <c:pt idx="705">
                  <c:v>-2.116451518936623</c:v>
                </c:pt>
                <c:pt idx="706">
                  <c:v>-1.842329429119648</c:v>
                </c:pt>
                <c:pt idx="707">
                  <c:v>-1.977602268159866</c:v>
                </c:pt>
                <c:pt idx="708">
                  <c:v>-1.614183645071844</c:v>
                </c:pt>
                <c:pt idx="709">
                  <c:v>-1.595394020210216</c:v>
                </c:pt>
                <c:pt idx="710">
                  <c:v>-1.579850709475924</c:v>
                </c:pt>
                <c:pt idx="711">
                  <c:v>-1.658689011630389</c:v>
                </c:pt>
                <c:pt idx="712">
                  <c:v>-1.732197413247155</c:v>
                </c:pt>
                <c:pt idx="713">
                  <c:v>-1.633491758088839</c:v>
                </c:pt>
                <c:pt idx="714">
                  <c:v>-1.533817009045111</c:v>
                </c:pt>
                <c:pt idx="715">
                  <c:v>-1.348396467659693</c:v>
                </c:pt>
                <c:pt idx="716">
                  <c:v>-1.281581519455621</c:v>
                </c:pt>
                <c:pt idx="717">
                  <c:v>-1.264365192330304</c:v>
                </c:pt>
                <c:pt idx="718">
                  <c:v>-1.13937362838363</c:v>
                </c:pt>
                <c:pt idx="719">
                  <c:v>-0.929930094553559</c:v>
                </c:pt>
                <c:pt idx="720">
                  <c:v>-0.9468275477969237</c:v>
                </c:pt>
                <c:pt idx="721">
                  <c:v>-1.110820908614992</c:v>
                </c:pt>
                <c:pt idx="722">
                  <c:v>-1.168100785140322</c:v>
                </c:pt>
                <c:pt idx="723">
                  <c:v>-0.978317814024199</c:v>
                </c:pt>
                <c:pt idx="724">
                  <c:v>-0.7400373276364144</c:v>
                </c:pt>
                <c:pt idx="725">
                  <c:v>-0.9492369821914658</c:v>
                </c:pt>
                <c:pt idx="726">
                  <c:v>-1.05735460385786</c:v>
                </c:pt>
                <c:pt idx="727">
                  <c:v>-1.235598830178604</c:v>
                </c:pt>
                <c:pt idx="728">
                  <c:v>-0.934638274128739</c:v>
                </c:pt>
                <c:pt idx="729">
                  <c:v>-0.527784577529143</c:v>
                </c:pt>
                <c:pt idx="730">
                  <c:v>-0.7403078477299171</c:v>
                </c:pt>
                <c:pt idx="731">
                  <c:v>-0.6608282251736748</c:v>
                </c:pt>
                <c:pt idx="732">
                  <c:v>-0.7789974824462313</c:v>
                </c:pt>
                <c:pt idx="733">
                  <c:v>-0.9285700120856791</c:v>
                </c:pt>
                <c:pt idx="734">
                  <c:v>-0.9988513496399467</c:v>
                </c:pt>
                <c:pt idx="735">
                  <c:v>-1.120761311717372</c:v>
                </c:pt>
                <c:pt idx="736">
                  <c:v>-1.12222942533268</c:v>
                </c:pt>
                <c:pt idx="737">
                  <c:v>-0.8167459212129983</c:v>
                </c:pt>
                <c:pt idx="738">
                  <c:v>-0.9700646390910694</c:v>
                </c:pt>
                <c:pt idx="739">
                  <c:v>-1.184002421310487</c:v>
                </c:pt>
                <c:pt idx="740">
                  <c:v>-0.9013107640458301</c:v>
                </c:pt>
                <c:pt idx="741">
                  <c:v>-0.773986277527217</c:v>
                </c:pt>
                <c:pt idx="742">
                  <c:v>-1.010972499006866</c:v>
                </c:pt>
                <c:pt idx="743">
                  <c:v>-0.7505211491413363</c:v>
                </c:pt>
                <c:pt idx="744">
                  <c:v>-0.6388320153072492</c:v>
                </c:pt>
                <c:pt idx="745">
                  <c:v>-0.6366414569905124</c:v>
                </c:pt>
                <c:pt idx="746">
                  <c:v>-0.655784099501191</c:v>
                </c:pt>
                <c:pt idx="747">
                  <c:v>-0.6804232392102451</c:v>
                </c:pt>
                <c:pt idx="748">
                  <c:v>-0.9421394057607341</c:v>
                </c:pt>
                <c:pt idx="749">
                  <c:v>-1.168357325822007</c:v>
                </c:pt>
                <c:pt idx="750">
                  <c:v>-1.315471675833405</c:v>
                </c:pt>
                <c:pt idx="751">
                  <c:v>-1.648874184937422</c:v>
                </c:pt>
                <c:pt idx="752">
                  <c:v>-1.712669635751776</c:v>
                </c:pt>
                <c:pt idx="753">
                  <c:v>-1.67310751150814</c:v>
                </c:pt>
                <c:pt idx="754">
                  <c:v>-1.696791998430405</c:v>
                </c:pt>
                <c:pt idx="755">
                  <c:v>-1.799117521840892</c:v>
                </c:pt>
                <c:pt idx="756">
                  <c:v>-1.848557074262654</c:v>
                </c:pt>
                <c:pt idx="757">
                  <c:v>-1.632056628007742</c:v>
                </c:pt>
                <c:pt idx="758">
                  <c:v>-1.650522608179337</c:v>
                </c:pt>
                <c:pt idx="759">
                  <c:v>-1.35243353424405</c:v>
                </c:pt>
                <c:pt idx="760">
                  <c:v>-1.22935168208966</c:v>
                </c:pt>
                <c:pt idx="761">
                  <c:v>-0.9719502609600085</c:v>
                </c:pt>
                <c:pt idx="762">
                  <c:v>-0.9788570710700264</c:v>
                </c:pt>
                <c:pt idx="763">
                  <c:v>-0.9680726400961256</c:v>
                </c:pt>
                <c:pt idx="764">
                  <c:v>-0.9778604030889695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83-4461-9C74-F24132722F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8703552"/>
        <c:axId val="338698752"/>
      </c:lineChart>
      <c:lineChart>
        <c:grouping val="standard"/>
        <c:varyColors val="0"/>
        <c:ser>
          <c:idx val="1"/>
          <c:order val="1"/>
          <c:tx>
            <c:v>Ibovespa</c:v>
          </c:tx>
          <c:spPr>
            <a:ln w="22225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'Composite treatment'!$E$5:$E$50000</c:f>
              <c:numCache>
                <c:formatCode>0.00</c:formatCode>
                <c:ptCount val="49996"/>
                <c:pt idx="0">
                  <c:v>119379.5</c:v>
                </c:pt>
                <c:pt idx="1">
                  <c:v>119090.24</c:v>
                </c:pt>
                <c:pt idx="2">
                  <c:v>118408.77</c:v>
                </c:pt>
                <c:pt idx="3">
                  <c:v>118349.6</c:v>
                </c:pt>
                <c:pt idx="4">
                  <c:v>118065.14</c:v>
                </c:pt>
                <c:pt idx="5">
                  <c:v>116809.55</c:v>
                </c:pt>
                <c:pt idx="6">
                  <c:v>116171.42</c:v>
                </c:pt>
                <c:pt idx="7">
                  <c:v>115591.52</c:v>
                </c:pt>
                <c:pt idx="8">
                  <c:v>114982.3</c:v>
                </c:pt>
                <c:pt idx="9">
                  <c:v>115408.52</c:v>
                </c:pt>
                <c:pt idx="10">
                  <c:v>114429.35</c:v>
                </c:pt>
                <c:pt idx="11">
                  <c:v>116156.01</c:v>
                </c:pt>
                <c:pt idx="12">
                  <c:v>118134.59</c:v>
                </c:pt>
                <c:pt idx="13">
                  <c:v>117025.6</c:v>
                </c:pt>
                <c:pt idx="14">
                  <c:v>115837.2</c:v>
                </c:pt>
                <c:pt idx="15">
                  <c:v>117120.98</c:v>
                </c:pt>
                <c:pt idx="16">
                  <c:v>118403.61</c:v>
                </c:pt>
                <c:pt idx="17">
                  <c:v>117535.1</c:v>
                </c:pt>
                <c:pt idx="18">
                  <c:v>115741.81</c:v>
                </c:pt>
                <c:pt idx="19">
                  <c:v>117892.96</c:v>
                </c:pt>
                <c:pt idx="20">
                  <c:v>117776.62</c:v>
                </c:pt>
                <c:pt idx="21">
                  <c:v>117331.3</c:v>
                </c:pt>
                <c:pt idx="22">
                  <c:v>115985.34</c:v>
                </c:pt>
                <c:pt idx="23">
                  <c:v>115313.4</c:v>
                </c:pt>
                <c:pt idx="24">
                  <c:v>116883.34</c:v>
                </c:pt>
                <c:pt idx="25">
                  <c:v>117968.12</c:v>
                </c:pt>
                <c:pt idx="26">
                  <c:v>118175.97</c:v>
                </c:pt>
                <c:pt idx="27">
                  <c:v>119391.55</c:v>
                </c:pt>
                <c:pt idx="28">
                  <c:v>118757.53</c:v>
                </c:pt>
                <c:pt idx="29">
                  <c:v>118288.21</c:v>
                </c:pt>
                <c:pt idx="30">
                  <c:v>117845.78</c:v>
                </c:pt>
                <c:pt idx="31">
                  <c:v>118695.32</c:v>
                </c:pt>
                <c:pt idx="32">
                  <c:v>116145.05</c:v>
                </c:pt>
                <c:pt idx="33">
                  <c:v>116008.64</c:v>
                </c:pt>
                <c:pt idx="34">
                  <c:v>115924.61</c:v>
                </c:pt>
                <c:pt idx="35">
                  <c:v>114193.43</c:v>
                </c:pt>
                <c:pt idx="36">
                  <c:v>114327.05</c:v>
                </c:pt>
                <c:pt idx="37">
                  <c:v>115730.76</c:v>
                </c:pt>
                <c:pt idx="38">
                  <c:v>116565.17</c:v>
                </c:pt>
                <c:pt idx="39">
                  <c:v>115056.86</c:v>
                </c:pt>
                <c:pt idx="40">
                  <c:v>113419.04</c:v>
                </c:pt>
                <c:pt idx="41">
                  <c:v>113607.45</c:v>
                </c:pt>
                <c:pt idx="42">
                  <c:v>113284.08</c:v>
                </c:pt>
                <c:pt idx="43">
                  <c:v>114169.63</c:v>
                </c:pt>
                <c:pt idx="44">
                  <c:v>115156.07</c:v>
                </c:pt>
                <c:pt idx="45">
                  <c:v>116736.95</c:v>
                </c:pt>
                <c:pt idx="46">
                  <c:v>117050.74</c:v>
                </c:pt>
                <c:pt idx="47">
                  <c:v>115754.08</c:v>
                </c:pt>
                <c:pt idx="48">
                  <c:v>116533.85</c:v>
                </c:pt>
                <c:pt idx="49">
                  <c:v>115908.43</c:v>
                </c:pt>
                <c:pt idx="50">
                  <c:v>114059.64</c:v>
                </c:pt>
                <c:pt idx="51">
                  <c:v>114004.3</c:v>
                </c:pt>
                <c:pt idx="52">
                  <c:v>113155.28</c:v>
                </c:pt>
                <c:pt idx="53">
                  <c:v>112784.52</c:v>
                </c:pt>
                <c:pt idx="54">
                  <c:v>113761.9</c:v>
                </c:pt>
                <c:pt idx="55">
                  <c:v>112829.97</c:v>
                </c:pt>
                <c:pt idx="56">
                  <c:v>114776.86</c:v>
                </c:pt>
                <c:pt idx="57">
                  <c:v>113301.35</c:v>
                </c:pt>
                <c:pt idx="58">
                  <c:v>112531.52</c:v>
                </c:pt>
                <c:pt idx="59">
                  <c:v>113143.67</c:v>
                </c:pt>
                <c:pt idx="60">
                  <c:v>115052.96</c:v>
                </c:pt>
                <c:pt idx="61">
                  <c:v>118159.97</c:v>
                </c:pt>
                <c:pt idx="62">
                  <c:v>118431.25</c:v>
                </c:pt>
                <c:pt idx="63">
                  <c:v>119268.06</c:v>
                </c:pt>
                <c:pt idx="64">
                  <c:v>119176.67</c:v>
                </c:pt>
                <c:pt idx="65">
                  <c:v>119034.14</c:v>
                </c:pt>
                <c:pt idx="66">
                  <c:v>120568.14</c:v>
                </c:pt>
                <c:pt idx="67">
                  <c:v>120410.17</c:v>
                </c:pt>
                <c:pt idx="68">
                  <c:v>123165.76</c:v>
                </c:pt>
                <c:pt idx="69">
                  <c:v>124639.24</c:v>
                </c:pt>
                <c:pt idx="70">
                  <c:v>124773.21</c:v>
                </c:pt>
                <c:pt idx="71">
                  <c:v>125957.06</c:v>
                </c:pt>
                <c:pt idx="72">
                  <c:v>125626.03</c:v>
                </c:pt>
                <c:pt idx="73">
                  <c:v>126035.3</c:v>
                </c:pt>
                <c:pt idx="74">
                  <c:v>126575.75</c:v>
                </c:pt>
                <c:pt idx="75">
                  <c:v>125517.27</c:v>
                </c:pt>
                <c:pt idx="76">
                  <c:v>125731.45</c:v>
                </c:pt>
                <c:pt idx="77">
                  <c:v>126538.32</c:v>
                </c:pt>
                <c:pt idx="78">
                  <c:v>126165.64</c:v>
                </c:pt>
                <c:pt idx="79">
                  <c:v>127331.12</c:v>
                </c:pt>
                <c:pt idx="80">
                  <c:v>128184.91</c:v>
                </c:pt>
                <c:pt idx="81">
                  <c:v>126802.79</c:v>
                </c:pt>
                <c:pt idx="82">
                  <c:v>126903.25</c:v>
                </c:pt>
                <c:pt idx="83">
                  <c:v>125622.65</c:v>
                </c:pt>
                <c:pt idx="84">
                  <c:v>126009.57</c:v>
                </c:pt>
                <c:pt idx="85">
                  <c:v>127093.57</c:v>
                </c:pt>
                <c:pt idx="86">
                  <c:v>126916.41</c:v>
                </c:pt>
                <c:pt idx="87">
                  <c:v>126403.03</c:v>
                </c:pt>
                <c:pt idx="88">
                  <c:v>129465.08</c:v>
                </c:pt>
                <c:pt idx="89">
                  <c:v>130842.09</c:v>
                </c:pt>
                <c:pt idx="90">
                  <c:v>130197.1</c:v>
                </c:pt>
                <c:pt idx="91">
                  <c:v>131083.82</c:v>
                </c:pt>
                <c:pt idx="92">
                  <c:v>131850.9</c:v>
                </c:pt>
                <c:pt idx="93">
                  <c:v>130804.17</c:v>
                </c:pt>
                <c:pt idx="94">
                  <c:v>132182.01</c:v>
                </c:pt>
                <c:pt idx="95">
                  <c:v>132752.93</c:v>
                </c:pt>
                <c:pt idx="96">
                  <c:v>133532.92</c:v>
                </c:pt>
                <c:pt idx="97">
                  <c:v>134193.72</c:v>
                </c:pt>
                <c:pt idx="98">
                  <c:v>134185.24</c:v>
                </c:pt>
                <c:pt idx="99">
                  <c:v>132696.63</c:v>
                </c:pt>
                <c:pt idx="100">
                  <c:v>132833.95</c:v>
                </c:pt>
                <c:pt idx="101">
                  <c:v>131225.91</c:v>
                </c:pt>
                <c:pt idx="102">
                  <c:v>132022.92</c:v>
                </c:pt>
                <c:pt idx="103">
                  <c:v>132426.54</c:v>
                </c:pt>
                <c:pt idx="104">
                  <c:v>131446.59</c:v>
                </c:pt>
                <c:pt idx="105">
                  <c:v>130841.09</c:v>
                </c:pt>
                <c:pt idx="106">
                  <c:v>130648.75</c:v>
                </c:pt>
                <c:pt idx="107">
                  <c:v>130987.67</c:v>
                </c:pt>
                <c:pt idx="108">
                  <c:v>131520.91</c:v>
                </c:pt>
                <c:pt idx="109">
                  <c:v>129294.04</c:v>
                </c:pt>
                <c:pt idx="110">
                  <c:v>128523.83</c:v>
                </c:pt>
                <c:pt idx="111">
                  <c:v>127315.74</c:v>
                </c:pt>
                <c:pt idx="112">
                  <c:v>127635.65</c:v>
                </c:pt>
                <c:pt idx="113">
                  <c:v>126601.55</c:v>
                </c:pt>
                <c:pt idx="114">
                  <c:v>128262.52</c:v>
                </c:pt>
                <c:pt idx="115">
                  <c:v>127815.7</c:v>
                </c:pt>
                <c:pt idx="116">
                  <c:v>128168.73</c:v>
                </c:pt>
                <c:pt idx="117">
                  <c:v>128967.32</c:v>
                </c:pt>
                <c:pt idx="118">
                  <c:v>128502.66</c:v>
                </c:pt>
                <c:pt idx="119">
                  <c:v>127401.81</c:v>
                </c:pt>
                <c:pt idx="120">
                  <c:v>127752.28</c:v>
                </c:pt>
                <c:pt idx="121">
                  <c:v>128481.02</c:v>
                </c:pt>
                <c:pt idx="122">
                  <c:v>127182.25</c:v>
                </c:pt>
                <c:pt idx="123">
                  <c:v>127593.49</c:v>
                </c:pt>
                <c:pt idx="124">
                  <c:v>130416.31</c:v>
                </c:pt>
                <c:pt idx="125">
                  <c:v>129949.9</c:v>
                </c:pt>
                <c:pt idx="126">
                  <c:v>128216.92</c:v>
                </c:pt>
                <c:pt idx="127">
                  <c:v>128025.7</c:v>
                </c:pt>
                <c:pt idx="128">
                  <c:v>127018.29</c:v>
                </c:pt>
                <c:pt idx="129">
                  <c:v>127804.13</c:v>
                </c:pt>
                <c:pt idx="130">
                  <c:v>128725.88</c:v>
                </c:pt>
                <c:pt idx="131">
                  <c:v>129035.74</c:v>
                </c:pt>
                <c:pt idx="132">
                  <c:v>129916.11</c:v>
                </c:pt>
                <c:pt idx="133">
                  <c:v>130031.58</c:v>
                </c:pt>
                <c:pt idx="134">
                  <c:v>130240.55</c:v>
                </c:pt>
                <c:pt idx="135">
                  <c:v>129418.73</c:v>
                </c:pt>
                <c:pt idx="136">
                  <c:v>129609.05</c:v>
                </c:pt>
                <c:pt idx="137">
                  <c:v>131689.37</c:v>
                </c:pt>
                <c:pt idx="138">
                  <c:v>130155.43</c:v>
                </c:pt>
                <c:pt idx="139">
                  <c:v>129020.02</c:v>
                </c:pt>
                <c:pt idx="140">
                  <c:v>129180.37</c:v>
                </c:pt>
                <c:pt idx="141">
                  <c:v>128340.54</c:v>
                </c:pt>
                <c:pt idx="142">
                  <c:v>128098.11</c:v>
                </c:pt>
                <c:pt idx="143">
                  <c:v>128890.23</c:v>
                </c:pt>
                <c:pt idx="144">
                  <c:v>128339.76</c:v>
                </c:pt>
                <c:pt idx="145">
                  <c:v>127070.79</c:v>
                </c:pt>
                <c:pt idx="146">
                  <c:v>126123.56</c:v>
                </c:pt>
                <c:pt idx="147">
                  <c:v>127667.84</c:v>
                </c:pt>
                <c:pt idx="148">
                  <c:v>128006.05</c:v>
                </c:pt>
                <c:pt idx="149">
                  <c:v>127689.97</c:v>
                </c:pt>
                <c:pt idx="150">
                  <c:v>126741.81</c:v>
                </c:pt>
                <c:pt idx="151">
                  <c:v>126954.18</c:v>
                </c:pt>
                <c:pt idx="152">
                  <c:v>127528.85</c:v>
                </c:pt>
                <c:pt idx="153">
                  <c:v>129124.83</c:v>
                </c:pt>
                <c:pt idx="154">
                  <c:v>128158.57</c:v>
                </c:pt>
                <c:pt idx="155">
                  <c:v>127027.1</c:v>
                </c:pt>
                <c:pt idx="156">
                  <c:v>126931.47</c:v>
                </c:pt>
                <c:pt idx="157">
                  <c:v>126863.02</c:v>
                </c:pt>
                <c:pt idx="158">
                  <c:v>127690.62</c:v>
                </c:pt>
                <c:pt idx="159">
                  <c:v>128106.1</c:v>
                </c:pt>
                <c:pt idx="160">
                  <c:v>126990.45</c:v>
                </c:pt>
                <c:pt idx="161">
                  <c:v>127548.52</c:v>
                </c:pt>
                <c:pt idx="162">
                  <c:v>127318.39</c:v>
                </c:pt>
                <c:pt idx="163">
                  <c:v>127427.53</c:v>
                </c:pt>
                <c:pt idx="164">
                  <c:v>126795.41</c:v>
                </c:pt>
                <c:pt idx="165">
                  <c:v>128857.16</c:v>
                </c:pt>
                <c:pt idx="166">
                  <c:v>129890.37</c:v>
                </c:pt>
                <c:pt idx="167">
                  <c:v>128053.74</c:v>
                </c:pt>
                <c:pt idx="168">
                  <c:v>127396.35</c:v>
                </c:pt>
                <c:pt idx="169">
                  <c:v>125946.09</c:v>
                </c:pt>
                <c:pt idx="170">
                  <c:v>125333.89</c:v>
                </c:pt>
                <c:pt idx="171">
                  <c:v>124388.62</c:v>
                </c:pt>
                <c:pt idx="172">
                  <c:v>124171.15</c:v>
                </c:pt>
                <c:pt idx="173">
                  <c:v>124196.18</c:v>
                </c:pt>
                <c:pt idx="174">
                  <c:v>125124.3</c:v>
                </c:pt>
                <c:pt idx="175">
                  <c:v>125573.16</c:v>
                </c:pt>
                <c:pt idx="176">
                  <c:v>125148.07</c:v>
                </c:pt>
                <c:pt idx="177">
                  <c:v>124740.69</c:v>
                </c:pt>
                <c:pt idx="178">
                  <c:v>124645.58</c:v>
                </c:pt>
                <c:pt idx="179">
                  <c:v>126526.27</c:v>
                </c:pt>
                <c:pt idx="180">
                  <c:v>127351.79</c:v>
                </c:pt>
                <c:pt idx="181">
                  <c:v>125924.19</c:v>
                </c:pt>
                <c:pt idx="182">
                  <c:v>127122.25</c:v>
                </c:pt>
                <c:pt idx="183">
                  <c:v>128508.67</c:v>
                </c:pt>
                <c:pt idx="184">
                  <c:v>128465.69</c:v>
                </c:pt>
                <c:pt idx="185">
                  <c:v>129210.48</c:v>
                </c:pt>
                <c:pt idx="186">
                  <c:v>129480.89</c:v>
                </c:pt>
                <c:pt idx="187">
                  <c:v>128188.34</c:v>
                </c:pt>
                <c:pt idx="188">
                  <c:v>127599.57</c:v>
                </c:pt>
                <c:pt idx="189">
                  <c:v>128154.79</c:v>
                </c:pt>
                <c:pt idx="190">
                  <c:v>128515.49</c:v>
                </c:pt>
                <c:pt idx="191">
                  <c:v>128027.59</c:v>
                </c:pt>
                <c:pt idx="192">
                  <c:v>128283.62</c:v>
                </c:pt>
                <c:pt idx="193">
                  <c:v>128150.71</c:v>
                </c:pt>
                <c:pt idx="194">
                  <c:v>127750.92</c:v>
                </c:pt>
                <c:pt idx="195">
                  <c:v>127411.55</c:v>
                </c:pt>
                <c:pt idx="196">
                  <c:v>125650.03</c:v>
                </c:pt>
                <c:pt idx="197">
                  <c:v>124729.4</c:v>
                </c:pt>
                <c:pt idx="198">
                  <c:v>124305.57</c:v>
                </c:pt>
                <c:pt idx="199">
                  <c:v>124495.68</c:v>
                </c:pt>
                <c:pt idx="200">
                  <c:v>123779.54</c:v>
                </c:pt>
                <c:pt idx="201">
                  <c:v>122707.28</c:v>
                </c:pt>
                <c:pt idx="202">
                  <c:v>122098.09</c:v>
                </c:pt>
                <c:pt idx="203">
                  <c:v>122031.58</c:v>
                </c:pt>
                <c:pt idx="204">
                  <c:v>121802.06</c:v>
                </c:pt>
                <c:pt idx="205">
                  <c:v>121407.33</c:v>
                </c:pt>
                <c:pt idx="206">
                  <c:v>122898.8</c:v>
                </c:pt>
                <c:pt idx="207">
                  <c:v>120767.19</c:v>
                </c:pt>
                <c:pt idx="208">
                  <c:v>120759.51</c:v>
                </c:pt>
                <c:pt idx="209">
                  <c:v>121635.06</c:v>
                </c:pt>
                <c:pt idx="210">
                  <c:v>119936.02</c:v>
                </c:pt>
                <c:pt idx="211">
                  <c:v>119567.53</c:v>
                </c:pt>
                <c:pt idx="212">
                  <c:v>119662.38</c:v>
                </c:pt>
                <c:pt idx="213">
                  <c:v>119137.86</c:v>
                </c:pt>
                <c:pt idx="214">
                  <c:v>119630.44</c:v>
                </c:pt>
                <c:pt idx="215">
                  <c:v>120261.34</c:v>
                </c:pt>
                <c:pt idx="216">
                  <c:v>120445.91</c:v>
                </c:pt>
                <c:pt idx="217">
                  <c:v>121341.13</c:v>
                </c:pt>
                <c:pt idx="218">
                  <c:v>122636.96</c:v>
                </c:pt>
                <c:pt idx="219">
                  <c:v>122331.39</c:v>
                </c:pt>
                <c:pt idx="220">
                  <c:v>122641.3</c:v>
                </c:pt>
                <c:pt idx="221">
                  <c:v>124307.83</c:v>
                </c:pt>
                <c:pt idx="222">
                  <c:v>123906.55</c:v>
                </c:pt>
                <c:pt idx="223">
                  <c:v>124718.07</c:v>
                </c:pt>
                <c:pt idx="224">
                  <c:v>124787.08</c:v>
                </c:pt>
                <c:pt idx="225">
                  <c:v>125661.89</c:v>
                </c:pt>
                <c:pt idx="226">
                  <c:v>126163.98</c:v>
                </c:pt>
                <c:pt idx="227">
                  <c:v>126267.05</c:v>
                </c:pt>
                <c:pt idx="228">
                  <c:v>126548.34</c:v>
                </c:pt>
                <c:pt idx="229">
                  <c:v>127108.22</c:v>
                </c:pt>
                <c:pt idx="230">
                  <c:v>127218.24</c:v>
                </c:pt>
                <c:pt idx="231">
                  <c:v>128293.61</c:v>
                </c:pt>
                <c:pt idx="232">
                  <c:v>128896.98</c:v>
                </c:pt>
                <c:pt idx="233">
                  <c:v>129320.96</c:v>
                </c:pt>
                <c:pt idx="234">
                  <c:v>129110.38</c:v>
                </c:pt>
                <c:pt idx="235">
                  <c:v>129450.32</c:v>
                </c:pt>
                <c:pt idx="236">
                  <c:v>127652.06</c:v>
                </c:pt>
                <c:pt idx="237">
                  <c:v>127616.46</c:v>
                </c:pt>
                <c:pt idx="238">
                  <c:v>127859.63</c:v>
                </c:pt>
                <c:pt idx="239">
                  <c:v>126589.84</c:v>
                </c:pt>
                <c:pt idx="240">
                  <c:v>126422.73</c:v>
                </c:pt>
                <c:pt idx="241">
                  <c:v>125954.09</c:v>
                </c:pt>
                <c:pt idx="242">
                  <c:v>127492.49</c:v>
                </c:pt>
                <c:pt idx="243">
                  <c:v>126953.86</c:v>
                </c:pt>
                <c:pt idx="244">
                  <c:v>126139.21</c:v>
                </c:pt>
                <c:pt idx="245">
                  <c:v>127651.81</c:v>
                </c:pt>
                <c:pt idx="246">
                  <c:v>127395.1</c:v>
                </c:pt>
                <c:pt idx="247">
                  <c:v>125854.09</c:v>
                </c:pt>
                <c:pt idx="248">
                  <c:v>125269.54</c:v>
                </c:pt>
                <c:pt idx="249">
                  <c:v>126266.7</c:v>
                </c:pt>
                <c:pt idx="250">
                  <c:v>127513.88</c:v>
                </c:pt>
                <c:pt idx="251">
                  <c:v>128660.88</c:v>
                </c:pt>
                <c:pt idx="252">
                  <c:v>130614.59</c:v>
                </c:pt>
                <c:pt idx="253">
                  <c:v>131115.9</c:v>
                </c:pt>
                <c:pt idx="254">
                  <c:v>132397.97</c:v>
                </c:pt>
                <c:pt idx="255">
                  <c:v>133317.66</c:v>
                </c:pt>
                <c:pt idx="256">
                  <c:v>134153.42</c:v>
                </c:pt>
                <c:pt idx="257">
                  <c:v>133953.25</c:v>
                </c:pt>
                <c:pt idx="258">
                  <c:v>135777.98</c:v>
                </c:pt>
                <c:pt idx="259">
                  <c:v>136087.41</c:v>
                </c:pt>
                <c:pt idx="260">
                  <c:v>136463.65</c:v>
                </c:pt>
                <c:pt idx="261">
                  <c:v>135173.39</c:v>
                </c:pt>
                <c:pt idx="262">
                  <c:v>135608.47</c:v>
                </c:pt>
                <c:pt idx="263">
                  <c:v>136888.71</c:v>
                </c:pt>
                <c:pt idx="264">
                  <c:v>136775.91</c:v>
                </c:pt>
                <c:pt idx="265">
                  <c:v>137343.96</c:v>
                </c:pt>
                <c:pt idx="266">
                  <c:v>136041.35</c:v>
                </c:pt>
                <c:pt idx="267">
                  <c:v>136004.01</c:v>
                </c:pt>
                <c:pt idx="268">
                  <c:v>134906.07</c:v>
                </c:pt>
                <c:pt idx="269">
                  <c:v>134353.48</c:v>
                </c:pt>
                <c:pt idx="270">
                  <c:v>136110.73</c:v>
                </c:pt>
                <c:pt idx="271">
                  <c:v>136502.49</c:v>
                </c:pt>
                <c:pt idx="272">
                  <c:v>134572.45</c:v>
                </c:pt>
                <c:pt idx="273">
                  <c:v>134737.21</c:v>
                </c:pt>
                <c:pt idx="274">
                  <c:v>134319.58</c:v>
                </c:pt>
                <c:pt idx="275">
                  <c:v>134676.75</c:v>
                </c:pt>
                <c:pt idx="276">
                  <c:v>134029.43</c:v>
                </c:pt>
                <c:pt idx="277">
                  <c:v>134881.95</c:v>
                </c:pt>
                <c:pt idx="278">
                  <c:v>135118.22</c:v>
                </c:pt>
                <c:pt idx="279">
                  <c:v>134960.19</c:v>
                </c:pt>
                <c:pt idx="280">
                  <c:v>133747.69</c:v>
                </c:pt>
                <c:pt idx="281">
                  <c:v>133122.67</c:v>
                </c:pt>
                <c:pt idx="282">
                  <c:v>131065.44</c:v>
                </c:pt>
                <c:pt idx="283">
                  <c:v>130568.37</c:v>
                </c:pt>
                <c:pt idx="284">
                  <c:v>132155.76</c:v>
                </c:pt>
                <c:pt idx="285">
                  <c:v>131586.45</c:v>
                </c:pt>
                <c:pt idx="286">
                  <c:v>133009.78</c:v>
                </c:pt>
                <c:pt idx="287">
                  <c:v>132730.36</c:v>
                </c:pt>
                <c:pt idx="288">
                  <c:v>131816.44</c:v>
                </c:pt>
                <c:pt idx="289">
                  <c:v>132495.16</c:v>
                </c:pt>
                <c:pt idx="290">
                  <c:v>133514.94</c:v>
                </c:pt>
                <c:pt idx="291">
                  <c:v>131671.51</c:v>
                </c:pt>
                <c:pt idx="292">
                  <c:v>131791.55</c:v>
                </c:pt>
                <c:pt idx="293">
                  <c:v>132017.84</c:v>
                </c:pt>
                <c:pt idx="294">
                  <c:v>131511.73</c:v>
                </c:pt>
                <c:pt idx="295">
                  <c:v>129962.06</c:v>
                </c:pt>
                <c:pt idx="296">
                  <c:v>130352.86</c:v>
                </c:pt>
                <c:pt idx="297">
                  <c:v>129992.29</c:v>
                </c:pt>
                <c:pt idx="298">
                  <c:v>131005.25</c:v>
                </c:pt>
                <c:pt idx="299">
                  <c:v>131043.27</c:v>
                </c:pt>
                <c:pt idx="300">
                  <c:v>131749.72</c:v>
                </c:pt>
                <c:pt idx="301">
                  <c:v>130793.41</c:v>
                </c:pt>
                <c:pt idx="302">
                  <c:v>130499.26</c:v>
                </c:pt>
                <c:pt idx="303">
                  <c:v>130361.56</c:v>
                </c:pt>
                <c:pt idx="304">
                  <c:v>129951.37</c:v>
                </c:pt>
                <c:pt idx="305">
                  <c:v>129233.11</c:v>
                </c:pt>
                <c:pt idx="306">
                  <c:v>130066.95</c:v>
                </c:pt>
                <c:pt idx="307">
                  <c:v>129893.32</c:v>
                </c:pt>
                <c:pt idx="308">
                  <c:v>131212.58</c:v>
                </c:pt>
                <c:pt idx="309">
                  <c:v>130729.93</c:v>
                </c:pt>
                <c:pt idx="310">
                  <c:v>130639.33</c:v>
                </c:pt>
                <c:pt idx="311">
                  <c:v>129713.33</c:v>
                </c:pt>
                <c:pt idx="312">
                  <c:v>128120.75</c:v>
                </c:pt>
                <c:pt idx="313">
                  <c:v>130514.79</c:v>
                </c:pt>
                <c:pt idx="314">
                  <c:v>130660.75</c:v>
                </c:pt>
                <c:pt idx="315">
                  <c:v>130340.92</c:v>
                </c:pt>
                <c:pt idx="316">
                  <c:v>129681.7</c:v>
                </c:pt>
                <c:pt idx="317">
                  <c:v>127829.8</c:v>
                </c:pt>
                <c:pt idx="318">
                  <c:v>127873.7</c:v>
                </c:pt>
                <c:pt idx="319">
                  <c:v>127698.32</c:v>
                </c:pt>
                <c:pt idx="320">
                  <c:v>127733.88</c:v>
                </c:pt>
                <c:pt idx="321">
                  <c:v>127791.6</c:v>
                </c:pt>
                <c:pt idx="322">
                  <c:v>127768.19</c:v>
                </c:pt>
                <c:pt idx="323">
                  <c:v>128197.25</c:v>
                </c:pt>
                <c:pt idx="324">
                  <c:v>126922.11</c:v>
                </c:pt>
                <c:pt idx="325">
                  <c:v>129125.51</c:v>
                </c:pt>
                <c:pt idx="326">
                  <c:v>129036.1</c:v>
                </c:pt>
                <c:pt idx="327">
                  <c:v>129922.38</c:v>
                </c:pt>
                <c:pt idx="328">
                  <c:v>127668.61</c:v>
                </c:pt>
                <c:pt idx="329">
                  <c:v>124610.41</c:v>
                </c:pt>
                <c:pt idx="330">
                  <c:v>125667.83</c:v>
                </c:pt>
                <c:pt idx="331">
                  <c:v>125235.54</c:v>
                </c:pt>
                <c:pt idx="332">
                  <c:v>126139.2</c:v>
                </c:pt>
                <c:pt idx="333">
                  <c:v>126087.02</c:v>
                </c:pt>
                <c:pt idx="334">
                  <c:v>127857.58</c:v>
                </c:pt>
                <c:pt idx="335">
                  <c:v>125945.67</c:v>
                </c:pt>
                <c:pt idx="336">
                  <c:v>127210.19</c:v>
                </c:pt>
                <c:pt idx="337">
                  <c:v>128228.49</c:v>
                </c:pt>
                <c:pt idx="338">
                  <c:v>129593.31</c:v>
                </c:pt>
                <c:pt idx="339">
                  <c:v>126042.21</c:v>
                </c:pt>
                <c:pt idx="340">
                  <c:v>124612.22</c:v>
                </c:pt>
                <c:pt idx="341">
                  <c:v>123560.06</c:v>
                </c:pt>
                <c:pt idx="342">
                  <c:v>124698.04</c:v>
                </c:pt>
                <c:pt idx="343">
                  <c:v>120771.88</c:v>
                </c:pt>
                <c:pt idx="344">
                  <c:v>121187.91</c:v>
                </c:pt>
                <c:pt idx="345">
                  <c:v>122102.15</c:v>
                </c:pt>
                <c:pt idx="346">
                  <c:v>120766.57</c:v>
                </c:pt>
                <c:pt idx="347">
                  <c:v>121077.5</c:v>
                </c:pt>
                <c:pt idx="348">
                  <c:v>120269.31</c:v>
                </c:pt>
                <c:pt idx="349">
                  <c:v>120283.4</c:v>
                </c:pt>
                <c:pt idx="350">
                  <c:v>120125.39</c:v>
                </c:pt>
                <c:pt idx="351">
                  <c:v>118532.68</c:v>
                </c:pt>
                <c:pt idx="352">
                  <c:v>120021.52</c:v>
                </c:pt>
                <c:pt idx="353">
                  <c:v>121162.66</c:v>
                </c:pt>
                <c:pt idx="354">
                  <c:v>119624.51</c:v>
                </c:pt>
                <c:pt idx="355">
                  <c:v>119780.56</c:v>
                </c:pt>
                <c:pt idx="356">
                  <c:v>118856.48</c:v>
                </c:pt>
                <c:pt idx="357">
                  <c:v>119006.93</c:v>
                </c:pt>
                <c:pt idx="358">
                  <c:v>119298.67</c:v>
                </c:pt>
                <c:pt idx="359">
                  <c:v>122650.2</c:v>
                </c:pt>
                <c:pt idx="360">
                  <c:v>121234.14</c:v>
                </c:pt>
                <c:pt idx="361">
                  <c:v>122350.38</c:v>
                </c:pt>
                <c:pt idx="362">
                  <c:v>122855.15</c:v>
                </c:pt>
                <c:pt idx="363">
                  <c:v>123338.34</c:v>
                </c:pt>
                <c:pt idx="364">
                  <c:v>122971.77</c:v>
                </c:pt>
                <c:pt idx="365">
                  <c:v>122483.32</c:v>
                </c:pt>
                <c:pt idx="366">
                  <c:v>122446.94</c:v>
                </c:pt>
                <c:pt idx="367">
                  <c:v>124861.5</c:v>
                </c:pt>
                <c:pt idx="368">
                  <c:v>124055.5</c:v>
                </c:pt>
                <c:pt idx="369">
                  <c:v>123432.12</c:v>
                </c:pt>
                <c:pt idx="370">
                  <c:v>126912.78</c:v>
                </c:pt>
                <c:pt idx="371">
                  <c:v>126134.94</c:v>
                </c:pt>
                <c:pt idx="372">
                  <c:v>125970.46</c:v>
                </c:pt>
                <c:pt idx="373">
                  <c:v>125147.42</c:v>
                </c:pt>
                <c:pt idx="374">
                  <c:v>125534.07</c:v>
                </c:pt>
                <c:pt idx="375">
                  <c:v>126224.74</c:v>
                </c:pt>
                <c:pt idx="376">
                  <c:v>124619.4</c:v>
                </c:pt>
                <c:pt idx="377">
                  <c:v>125571.81</c:v>
                </c:pt>
                <c:pt idx="378">
                  <c:v>126521.66</c:v>
                </c:pt>
                <c:pt idx="379">
                  <c:v>124380.21</c:v>
                </c:pt>
                <c:pt idx="380">
                  <c:v>124850.18</c:v>
                </c:pt>
                <c:pt idx="381">
                  <c:v>128218.59</c:v>
                </c:pt>
                <c:pt idx="382">
                  <c:v>128552.13</c:v>
                </c:pt>
                <c:pt idx="383">
                  <c:v>128531.71</c:v>
                </c:pt>
                <c:pt idx="384">
                  <c:v>127308.8</c:v>
                </c:pt>
                <c:pt idx="385">
                  <c:v>127600.58</c:v>
                </c:pt>
                <c:pt idx="386">
                  <c:v>127128.06</c:v>
                </c:pt>
                <c:pt idx="387">
                  <c:v>125401.38</c:v>
                </c:pt>
                <c:pt idx="388">
                  <c:v>125979.5</c:v>
                </c:pt>
                <c:pt idx="389">
                  <c:v>124768.71</c:v>
                </c:pt>
                <c:pt idx="390">
                  <c:v>124798.96</c:v>
                </c:pt>
                <c:pt idx="391">
                  <c:v>122799.09</c:v>
                </c:pt>
                <c:pt idx="392">
                  <c:v>123046.85</c:v>
                </c:pt>
                <c:pt idx="393">
                  <c:v>123357.55</c:v>
                </c:pt>
                <c:pt idx="394">
                  <c:v>125034.63</c:v>
                </c:pt>
                <c:pt idx="395">
                  <c:v>124519.38</c:v>
                </c:pt>
                <c:pt idx="396">
                  <c:v>123507.35</c:v>
                </c:pt>
                <c:pt idx="397">
                  <c:v>123863.5</c:v>
                </c:pt>
                <c:pt idx="398">
                  <c:v>125637.11</c:v>
                </c:pt>
                <c:pt idx="399">
                  <c:v>128957.09</c:v>
                </c:pt>
                <c:pt idx="400">
                  <c:v>130833.96</c:v>
                </c:pt>
                <c:pt idx="401">
                  <c:v>131474.73</c:v>
                </c:pt>
                <c:pt idx="402">
                  <c:v>132508.45</c:v>
                </c:pt>
                <c:pt idx="403">
                  <c:v>131954.9</c:v>
                </c:pt>
                <c:pt idx="404">
                  <c:v>132344.88</c:v>
                </c:pt>
                <c:pt idx="405">
                  <c:v>131321.44</c:v>
                </c:pt>
                <c:pt idx="406">
                  <c:v>132067.69</c:v>
                </c:pt>
                <c:pt idx="407">
                  <c:v>132519.63</c:v>
                </c:pt>
                <c:pt idx="408">
                  <c:v>133148.75</c:v>
                </c:pt>
                <c:pt idx="409">
                  <c:v>131902.18</c:v>
                </c:pt>
                <c:pt idx="410">
                  <c:v>130259.54</c:v>
                </c:pt>
                <c:pt idx="411">
                  <c:v>131147.29</c:v>
                </c:pt>
                <c:pt idx="412">
                  <c:v>131190.34</c:v>
                </c:pt>
                <c:pt idx="413">
                  <c:v>131140.65</c:v>
                </c:pt>
                <c:pt idx="414">
                  <c:v>127256</c:v>
                </c:pt>
                <c:pt idx="415">
                  <c:v>125588.09</c:v>
                </c:pt>
                <c:pt idx="416">
                  <c:v>123931.89</c:v>
                </c:pt>
                <c:pt idx="417">
                  <c:v>127795.93</c:v>
                </c:pt>
                <c:pt idx="418">
                  <c:v>126354.75</c:v>
                </c:pt>
                <c:pt idx="419">
                  <c:v>127682.4</c:v>
                </c:pt>
                <c:pt idx="420">
                  <c:v>129453.91</c:v>
                </c:pt>
                <c:pt idx="421">
                  <c:v>129245.39</c:v>
                </c:pt>
                <c:pt idx="422">
                  <c:v>128316.89</c:v>
                </c:pt>
                <c:pt idx="423">
                  <c:v>129650.03</c:v>
                </c:pt>
                <c:pt idx="424">
                  <c:v>130464.38</c:v>
                </c:pt>
                <c:pt idx="425">
                  <c:v>132216.07</c:v>
                </c:pt>
                <c:pt idx="426">
                  <c:v>134580.43</c:v>
                </c:pt>
                <c:pt idx="427">
                  <c:v>134739.28</c:v>
                </c:pt>
                <c:pt idx="428">
                  <c:v>135015.89</c:v>
                </c:pt>
                <c:pt idx="429">
                  <c:v>135092.99</c:v>
                </c:pt>
                <c:pt idx="430">
                  <c:v>135066.97</c:v>
                </c:pt>
                <c:pt idx="431">
                  <c:v>135133.88</c:v>
                </c:pt>
                <c:pt idx="432">
                  <c:v>133491.23</c:v>
                </c:pt>
                <c:pt idx="433">
                  <c:v>133515.82</c:v>
                </c:pt>
                <c:pt idx="434">
                  <c:v>133397.52</c:v>
                </c:pt>
                <c:pt idx="435">
                  <c:v>136231.9</c:v>
                </c:pt>
                <c:pt idx="436">
                  <c:v>136511.88</c:v>
                </c:pt>
                <c:pt idx="437">
                  <c:v>136563.18</c:v>
                </c:pt>
                <c:pt idx="438">
                  <c:v>138963.11</c:v>
                </c:pt>
                <c:pt idx="439">
                  <c:v>138422.84</c:v>
                </c:pt>
                <c:pt idx="440">
                  <c:v>139334.38</c:v>
                </c:pt>
                <c:pt idx="441">
                  <c:v>139187.39</c:v>
                </c:pt>
                <c:pt idx="442">
                  <c:v>139636.41</c:v>
                </c:pt>
                <c:pt idx="443">
                  <c:v>140109.63</c:v>
                </c:pt>
                <c:pt idx="444">
                  <c:v>137881.27</c:v>
                </c:pt>
                <c:pt idx="445">
                  <c:v>137272.59</c:v>
                </c:pt>
                <c:pt idx="446">
                  <c:v>137824.29</c:v>
                </c:pt>
                <c:pt idx="447">
                  <c:v>138136.14</c:v>
                </c:pt>
                <c:pt idx="448">
                  <c:v>139541.23</c:v>
                </c:pt>
                <c:pt idx="449">
                  <c:v>138887.81</c:v>
                </c:pt>
                <c:pt idx="450">
                  <c:v>138533.7</c:v>
                </c:pt>
                <c:pt idx="451">
                  <c:v>137026.62</c:v>
                </c:pt>
                <c:pt idx="452">
                  <c:v>136786.65</c:v>
                </c:pt>
                <c:pt idx="453">
                  <c:v>137546.26</c:v>
                </c:pt>
                <c:pt idx="454">
                  <c:v>137001.58</c:v>
                </c:pt>
                <c:pt idx="455">
                  <c:v>136236.37</c:v>
                </c:pt>
                <c:pt idx="456">
                  <c:v>136102.1</c:v>
                </c:pt>
                <c:pt idx="457">
                  <c:v>135699.38</c:v>
                </c:pt>
                <c:pt idx="458">
                  <c:v>136436.07</c:v>
                </c:pt>
                <c:pt idx="459">
                  <c:v>137128.04</c:v>
                </c:pt>
                <c:pt idx="460">
                  <c:v>137799.74</c:v>
                </c:pt>
                <c:pt idx="461">
                  <c:v>137212.63</c:v>
                </c:pt>
                <c:pt idx="462">
                  <c:v>139255.91</c:v>
                </c:pt>
                <c:pt idx="463">
                  <c:v>138840.02</c:v>
                </c:pt>
                <c:pt idx="464">
                  <c:v>138716.64</c:v>
                </c:pt>
                <c:pt idx="465">
                  <c:v>137115.83</c:v>
                </c:pt>
                <c:pt idx="466">
                  <c:v>136550.5</c:v>
                </c:pt>
                <c:pt idx="467">
                  <c:v>137164.61</c:v>
                </c:pt>
                <c:pt idx="468">
                  <c:v>135767.29</c:v>
                </c:pt>
                <c:pt idx="469">
                  <c:v>137113.89</c:v>
                </c:pt>
                <c:pt idx="470">
                  <c:v>136865.79</c:v>
                </c:pt>
                <c:pt idx="471">
                  <c:v>138854.6</c:v>
                </c:pt>
                <c:pt idx="472">
                  <c:v>139549.43</c:v>
                </c:pt>
                <c:pt idx="473">
                  <c:v>139050.93</c:v>
                </c:pt>
                <c:pt idx="474">
                  <c:v>140927.86</c:v>
                </c:pt>
                <c:pt idx="475">
                  <c:v>141263.56</c:v>
                </c:pt>
                <c:pt idx="476">
                  <c:v>139489.7</c:v>
                </c:pt>
                <c:pt idx="477">
                  <c:v>139302.85</c:v>
                </c:pt>
                <c:pt idx="478">
                  <c:v>137480.79</c:v>
                </c:pt>
                <c:pt idx="479">
                  <c:v>136743.26</c:v>
                </c:pt>
                <c:pt idx="480">
                  <c:v>136187.31</c:v>
                </c:pt>
                <c:pt idx="481">
                  <c:v>135298.99</c:v>
                </c:pt>
                <c:pt idx="482">
                  <c:v>135250.1</c:v>
                </c:pt>
                <c:pt idx="483">
                  <c:v>135510.99</c:v>
                </c:pt>
                <c:pt idx="484">
                  <c:v>135564.74</c:v>
                </c:pt>
                <c:pt idx="485">
                  <c:v>133381.58</c:v>
                </c:pt>
                <c:pt idx="486">
                  <c:v>134166.72</c:v>
                </c:pt>
                <c:pt idx="487">
                  <c:v>134035.72</c:v>
                </c:pt>
                <c:pt idx="488">
                  <c:v>135368.27</c:v>
                </c:pt>
                <c:pt idx="489">
                  <c:v>133807.59</c:v>
                </c:pt>
                <c:pt idx="490">
                  <c:v>133524.18</c:v>
                </c:pt>
                <c:pt idx="491">
                  <c:v>132129.26</c:v>
                </c:pt>
                <c:pt idx="492">
                  <c:v>132725.68</c:v>
                </c:pt>
                <c:pt idx="493">
                  <c:v>133989.74</c:v>
                </c:pt>
                <c:pt idx="494">
                  <c:v>133071.05</c:v>
                </c:pt>
                <c:pt idx="495">
                  <c:v>132437.39</c:v>
                </c:pt>
                <c:pt idx="496">
                  <c:v>132971.2</c:v>
                </c:pt>
                <c:pt idx="497">
                  <c:v>133151.3</c:v>
                </c:pt>
                <c:pt idx="498">
                  <c:v>134537.62</c:v>
                </c:pt>
                <c:pt idx="499">
                  <c:v>136527.61</c:v>
                </c:pt>
                <c:pt idx="500">
                  <c:v>135913.25</c:v>
                </c:pt>
                <c:pt idx="501">
                  <c:v>135623.15</c:v>
                </c:pt>
                <c:pt idx="502">
                  <c:v>137913.68</c:v>
                </c:pt>
                <c:pt idx="503">
                  <c:v>136687.32</c:v>
                </c:pt>
                <c:pt idx="504">
                  <c:v>136355.78</c:v>
                </c:pt>
                <c:pt idx="505">
                  <c:v>136340.77</c:v>
                </c:pt>
                <c:pt idx="506">
                  <c:v>137321.64</c:v>
                </c:pt>
                <c:pt idx="507">
                  <c:v>134432.26</c:v>
                </c:pt>
                <c:pt idx="508">
                  <c:v>134666.46</c:v>
                </c:pt>
                <c:pt idx="509">
                  <c:v>134510.85</c:v>
                </c:pt>
                <c:pt idx="510">
                  <c:v>137968.15</c:v>
                </c:pt>
                <c:pt idx="511">
                  <c:v>138025.17</c:v>
                </c:pt>
                <c:pt idx="512">
                  <c:v>137771.39</c:v>
                </c:pt>
                <c:pt idx="513">
                  <c:v>139205.81</c:v>
                </c:pt>
                <c:pt idx="514">
                  <c:v>141049.2</c:v>
                </c:pt>
                <c:pt idx="515">
                  <c:v>141422.26</c:v>
                </c:pt>
                <c:pt idx="516">
                  <c:v>141283.01</c:v>
                </c:pt>
                <c:pt idx="517">
                  <c:v>140335.16</c:v>
                </c:pt>
                <c:pt idx="518">
                  <c:v>139863.63</c:v>
                </c:pt>
                <c:pt idx="519">
                  <c:v>140993.25</c:v>
                </c:pt>
                <c:pt idx="520">
                  <c:v>142640.14</c:v>
                </c:pt>
                <c:pt idx="521">
                  <c:v>141791.58</c:v>
                </c:pt>
                <c:pt idx="522">
                  <c:v>141618.29</c:v>
                </c:pt>
                <c:pt idx="523">
                  <c:v>142348.7</c:v>
                </c:pt>
                <c:pt idx="524">
                  <c:v>143150.84</c:v>
                </c:pt>
                <c:pt idx="525">
                  <c:v>142271.58</c:v>
                </c:pt>
                <c:pt idx="526">
                  <c:v>143546.58</c:v>
                </c:pt>
                <c:pt idx="527">
                  <c:v>144061.74</c:v>
                </c:pt>
                <c:pt idx="528">
                  <c:v>145593.63</c:v>
                </c:pt>
                <c:pt idx="529">
                  <c:v>145499.49</c:v>
                </c:pt>
                <c:pt idx="530">
                  <c:v>145865.11</c:v>
                </c:pt>
                <c:pt idx="531">
                  <c:v>145109.25</c:v>
                </c:pt>
                <c:pt idx="532">
                  <c:v>146424.94</c:v>
                </c:pt>
                <c:pt idx="533">
                  <c:v>146491.75</c:v>
                </c:pt>
                <c:pt idx="534">
                  <c:v>145306.23</c:v>
                </c:pt>
                <c:pt idx="535">
                  <c:v>145446.66</c:v>
                </c:pt>
                <c:pt idx="536">
                  <c:v>146336.8</c:v>
                </c:pt>
                <c:pt idx="537">
                  <c:v>146237.02</c:v>
                </c:pt>
                <c:pt idx="538">
                  <c:v>145517.35</c:v>
                </c:pt>
                <c:pt idx="539">
                  <c:v>143949.64</c:v>
                </c:pt>
                <c:pt idx="540">
                  <c:v>144200.65</c:v>
                </c:pt>
                <c:pt idx="541">
                  <c:v>143608.08</c:v>
                </c:pt>
                <c:pt idx="542">
                  <c:v>141356.43</c:v>
                </c:pt>
                <c:pt idx="543">
                  <c:v>142145.38</c:v>
                </c:pt>
                <c:pt idx="544">
                  <c:v>141708.19</c:v>
                </c:pt>
                <c:pt idx="545">
                  <c:v>140680.34</c:v>
                </c:pt>
                <c:pt idx="546">
                  <c:v>141783.36</c:v>
                </c:pt>
                <c:pt idx="547">
                  <c:v>141682.99</c:v>
                </c:pt>
                <c:pt idx="548">
                  <c:v>142603.66</c:v>
                </c:pt>
                <c:pt idx="549">
                  <c:v>142200.02</c:v>
                </c:pt>
                <c:pt idx="550">
                  <c:v>143398.63</c:v>
                </c:pt>
                <c:pt idx="551">
                  <c:v>144509.32</c:v>
                </c:pt>
                <c:pt idx="552">
                  <c:v>144085.15</c:v>
                </c:pt>
                <c:pt idx="553">
                  <c:v>144872.79</c:v>
                </c:pt>
                <c:pt idx="554">
                  <c:v>145720.98</c:v>
                </c:pt>
                <c:pt idx="555">
                  <c:v>146172.21</c:v>
                </c:pt>
                <c:pt idx="556">
                  <c:v>146969.1</c:v>
                </c:pt>
                <c:pt idx="557">
                  <c:v>147428.9</c:v>
                </c:pt>
                <c:pt idx="558">
                  <c:v>148632.93</c:v>
                </c:pt>
                <c:pt idx="559">
                  <c:v>148780.22</c:v>
                </c:pt>
                <c:pt idx="560">
                  <c:v>149540.43</c:v>
                </c:pt>
                <c:pt idx="561">
                  <c:v>150454.24</c:v>
                </c:pt>
                <c:pt idx="562">
                  <c:v>150704.2</c:v>
                </c:pt>
                <c:pt idx="563">
                  <c:v>153294.44</c:v>
                </c:pt>
                <c:pt idx="564">
                  <c:v>153338.63</c:v>
                </c:pt>
                <c:pt idx="565">
                  <c:v>154063.53</c:v>
                </c:pt>
                <c:pt idx="566">
                  <c:v>155257.31</c:v>
                </c:pt>
                <c:pt idx="567">
                  <c:v>157748.6</c:v>
                </c:pt>
                <c:pt idx="568">
                  <c:v>157632.9</c:v>
                </c:pt>
                <c:pt idx="569">
                  <c:v>157162.43</c:v>
                </c:pt>
                <c:pt idx="570">
                  <c:v>157738.69</c:v>
                </c:pt>
                <c:pt idx="571">
                  <c:v>156992.93</c:v>
                </c:pt>
                <c:pt idx="572">
                  <c:v>156522.13</c:v>
                </c:pt>
                <c:pt idx="573">
                  <c:v>155380.66</c:v>
                </c:pt>
                <c:pt idx="574">
                  <c:v>154770.1</c:v>
                </c:pt>
                <c:pt idx="575">
                  <c:v>155277.56</c:v>
                </c:pt>
                <c:pt idx="576">
                  <c:v>155910.18</c:v>
                </c:pt>
                <c:pt idx="577">
                  <c:v>158554.94</c:v>
                </c:pt>
                <c:pt idx="578">
                  <c:v>158359.76</c:v>
                </c:pt>
                <c:pt idx="579">
                  <c:v>159072.13</c:v>
                </c:pt>
                <c:pt idx="580">
                  <c:v>158611.01</c:v>
                </c:pt>
                <c:pt idx="581">
                  <c:v>161092.25</c:v>
                </c:pt>
                <c:pt idx="582">
                  <c:v>161755.18</c:v>
                </c:pt>
                <c:pt idx="583">
                  <c:v>164455.61</c:v>
                </c:pt>
                <c:pt idx="584">
                  <c:v>157369.36</c:v>
                </c:pt>
                <c:pt idx="585">
                  <c:v>158187.43</c:v>
                </c:pt>
                <c:pt idx="586">
                  <c:v>157981.13</c:v>
                </c:pt>
                <c:pt idx="587">
                  <c:v>159074.97</c:v>
                </c:pt>
                <c:pt idx="588">
                  <c:v>159189.1</c:v>
                </c:pt>
                <c:pt idx="589">
                  <c:v>160766.37</c:v>
                </c:pt>
                <c:pt idx="590">
                  <c:v>162481.74</c:v>
                </c:pt>
                <c:pt idx="591">
                  <c:v>158577.88</c:v>
                </c:pt>
                <c:pt idx="592">
                  <c:v>157327.26</c:v>
                </c:pt>
                <c:pt idx="593">
                  <c:v>157923.34</c:v>
                </c:pt>
                <c:pt idx="594">
                  <c:v>158473.02</c:v>
                </c:pt>
                <c:pt idx="595">
                  <c:v>158141.65</c:v>
                </c:pt>
                <c:pt idx="596">
                  <c:v>160455.83</c:v>
                </c:pt>
                <c:pt idx="597">
                  <c:v>160896.64</c:v>
                </c:pt>
                <c:pt idx="598">
                  <c:v>160490.3</c:v>
                </c:pt>
                <c:pt idx="599">
                  <c:v>161125.37</c:v>
                </c:pt>
                <c:pt idx="600">
                  <c:v>160538.69</c:v>
                </c:pt>
                <c:pt idx="601">
                  <c:v>161869.76</c:v>
                </c:pt>
                <c:pt idx="602">
                  <c:v>163663.88</c:v>
                </c:pt>
                <c:pt idx="603">
                  <c:v>161975.24</c:v>
                </c:pt>
                <c:pt idx="604">
                  <c:v>162936.48</c:v>
                </c:pt>
                <c:pt idx="605">
                  <c:v>163370.31</c:v>
                </c:pt>
                <c:pt idx="606">
                  <c:v>163150.35</c:v>
                </c:pt>
                <c:pt idx="607">
                  <c:v>161973.05</c:v>
                </c:pt>
                <c:pt idx="608">
                  <c:v>165145.98</c:v>
                </c:pt>
                <c:pt idx="609">
                  <c:v>165568.32</c:v>
                </c:pt>
                <c:pt idx="610">
                  <c:v>164799.98</c:v>
                </c:pt>
                <c:pt idx="611">
                  <c:v>164849.27</c:v>
                </c:pt>
                <c:pt idx="612">
                  <c:v>166276.9</c:v>
                </c:pt>
                <c:pt idx="613">
                  <c:v>171816.67</c:v>
                </c:pt>
                <c:pt idx="614">
                  <c:v>175589.35</c:v>
                </c:pt>
                <c:pt idx="615">
                  <c:v>178858.54</c:v>
                </c:pt>
                <c:pt idx="616">
                  <c:v>178720.68</c:v>
                </c:pt>
                <c:pt idx="617">
                  <c:v>181919.13</c:v>
                </c:pt>
                <c:pt idx="618">
                  <c:v>184691.05</c:v>
                </c:pt>
                <c:pt idx="619">
                  <c:v>183133.75</c:v>
                </c:pt>
                <c:pt idx="620">
                  <c:v>181363.9</c:v>
                </c:pt>
                <c:pt idx="621">
                  <c:v>182793.4</c:v>
                </c:pt>
                <c:pt idx="622">
                  <c:v>185674.43</c:v>
                </c:pt>
                <c:pt idx="623">
                  <c:v>181708.23</c:v>
                </c:pt>
                <c:pt idx="624">
                  <c:v>182127.25</c:v>
                </c:pt>
                <c:pt idx="625">
                  <c:v>182949.78</c:v>
                </c:pt>
                <c:pt idx="626">
                  <c:v>186241.15</c:v>
                </c:pt>
                <c:pt idx="627">
                  <c:v>185929.33</c:v>
                </c:pt>
                <c:pt idx="628">
                  <c:v>189699.12</c:v>
                </c:pt>
                <c:pt idx="629">
                  <c:v>187766.42</c:v>
                </c:pt>
                <c:pt idx="630">
                  <c:v>186464.3</c:v>
                </c:pt>
                <c:pt idx="631">
                  <c:v>186016.31</c:v>
                </c:pt>
                <c:pt idx="632">
                  <c:v>188534.42</c:v>
                </c:pt>
                <c:pt idx="633">
                  <c:v>190534.42</c:v>
                </c:pt>
                <c:pt idx="634">
                  <c:v>188853.49</c:v>
                </c:pt>
                <c:pt idx="635">
                  <c:v>191490.4</c:v>
                </c:pt>
                <c:pt idx="636">
                  <c:v>191247.46</c:v>
                </c:pt>
                <c:pt idx="637">
                  <c:v>191005.02</c:v>
                </c:pt>
                <c:pt idx="638">
                  <c:v>188786.98</c:v>
                </c:pt>
                <c:pt idx="639">
                  <c:v>189307.02</c:v>
                </c:pt>
                <c:pt idx="640">
                  <c:v>183104.87</c:v>
                </c:pt>
                <c:pt idx="641">
                  <c:v>185366.44</c:v>
                </c:pt>
                <c:pt idx="642">
                  <c:v>180463.84</c:v>
                </c:pt>
                <c:pt idx="643">
                  <c:v>179364.82</c:v>
                </c:pt>
                <c:pt idx="644">
                  <c:v>180915.36</c:v>
                </c:pt>
                <c:pt idx="645">
                  <c:v>183447</c:v>
                </c:pt>
                <c:pt idx="646">
                  <c:v>183969.35</c:v>
                </c:pt>
                <c:pt idx="647">
                  <c:v>179284.49</c:v>
                </c:pt>
                <c:pt idx="648">
                  <c:v>177653.31</c:v>
                </c:pt>
                <c:pt idx="649">
                  <c:v>179875.44</c:v>
                </c:pt>
                <c:pt idx="650">
                  <c:v>180409.73</c:v>
                </c:pt>
                <c:pt idx="651">
                  <c:v>179639.91</c:v>
                </c:pt>
                <c:pt idx="652">
                  <c:v>180270.62</c:v>
                </c:pt>
                <c:pt idx="653">
                  <c:v>176219.4</c:v>
                </c:pt>
                <c:pt idx="654">
                  <c:v>181931.93</c:v>
                </c:pt>
                <c:pt idx="655">
                  <c:v>182509.14</c:v>
                </c:pt>
                <c:pt idx="656">
                  <c:v>185424.28</c:v>
                </c:pt>
                <c:pt idx="657">
                  <c:v>182732.67</c:v>
                </c:pt>
                <c:pt idx="658">
                  <c:v>181556.76</c:v>
                </c:pt>
                <c:pt idx="659">
                  <c:v>182514.2</c:v>
                </c:pt>
                <c:pt idx="660">
                  <c:v>187461.84</c:v>
                </c:pt>
                <c:pt idx="661">
                  <c:v>187952.91</c:v>
                </c:pt>
                <c:pt idx="662">
                  <c:v>188052.02</c:v>
                </c:pt>
                <c:pt idx="663">
                  <c:v>188161.97</c:v>
                </c:pt>
                <c:pt idx="664">
                  <c:v>188258.91</c:v>
                </c:pt>
                <c:pt idx="665">
                  <c:v>192201.16</c:v>
                </c:pt>
                <c:pt idx="666">
                  <c:v>195129.25</c:v>
                </c:pt>
                <c:pt idx="667">
                  <c:v>197323.87</c:v>
                </c:pt>
                <c:pt idx="668">
                  <c:v>198000.71</c:v>
                </c:pt>
                <c:pt idx="669">
                  <c:v>198657.33</c:v>
                </c:pt>
                <c:pt idx="670">
                  <c:v>197737.61</c:v>
                </c:pt>
                <c:pt idx="671">
                  <c:v>196818.59</c:v>
                </c:pt>
                <c:pt idx="672">
                  <c:v>195733.51</c:v>
                </c:pt>
                <c:pt idx="673">
                  <c:v>196132.06</c:v>
                </c:pt>
                <c:pt idx="674">
                  <c:v>192888.96</c:v>
                </c:pt>
                <c:pt idx="675">
                  <c:v>191378.43</c:v>
                </c:pt>
                <c:pt idx="676">
                  <c:v>190745.02</c:v>
                </c:pt>
                <c:pt idx="677">
                  <c:v>189578.79</c:v>
                </c:pt>
                <c:pt idx="678">
                  <c:v>188618.69</c:v>
                </c:pt>
                <c:pt idx="679">
                  <c:v>184750.42</c:v>
                </c:pt>
                <c:pt idx="680">
                  <c:v>187317.64</c:v>
                </c:pt>
                <c:pt idx="681">
                  <c:v>185600.12</c:v>
                </c:pt>
                <c:pt idx="682">
                  <c:v>186753.82</c:v>
                </c:pt>
                <c:pt idx="683">
                  <c:v>187690.86</c:v>
                </c:pt>
                <c:pt idx="684">
                  <c:v>183218.26</c:v>
                </c:pt>
                <c:pt idx="685">
                  <c:v>184108.29</c:v>
                </c:pt>
                <c:pt idx="686">
                  <c:v>181908.87</c:v>
                </c:pt>
                <c:pt idx="687">
                  <c:v>180342.33</c:v>
                </c:pt>
                <c:pt idx="688">
                  <c:v>177098.29</c:v>
                </c:pt>
                <c:pt idx="689">
                  <c:v>178365.86</c:v>
                </c:pt>
                <c:pt idx="690">
                  <c:v>177283.83</c:v>
                </c:pt>
                <c:pt idx="691">
                  <c:v>176975.82</c:v>
                </c:pt>
                <c:pt idx="692">
                  <c:v>174278.86</c:v>
                </c:pt>
                <c:pt idx="693">
                  <c:v>177355.73</c:v>
                </c:pt>
                <c:pt idx="694">
                  <c:v>177649.86</c:v>
                </c:pt>
                <c:pt idx="695">
                  <c:v>176209.61</c:v>
                </c:pt>
                <c:pt idx="696">
                  <c:v>177815.72</c:v>
                </c:pt>
                <c:pt idx="697">
                  <c:v>176589.03</c:v>
                </c:pt>
                <c:pt idx="698">
                  <c:v>175744.37</c:v>
                </c:pt>
                <c:pt idx="699">
                  <c:v>175063.41</c:v>
                </c:pt>
                <c:pt idx="700">
                  <c:v>173787.49</c:v>
                </c:pt>
                <c:pt idx="701">
                  <c:v>172197.46</c:v>
                </c:pt>
                <c:pt idx="702">
                  <c:v>174197.64</c:v>
                </c:pt>
                <c:pt idx="703">
                  <c:v>170330.63</c:v>
                </c:pt>
                <c:pt idx="704">
                  <c:v>169019.12</c:v>
                </c:pt>
                <c:pt idx="705">
                  <c:v>168668.72</c:v>
                </c:pt>
                <c:pt idx="706">
                  <c:v>169813.15</c:v>
                </c:pt>
                <c:pt idx="707">
                  <c:v>168619.26</c:v>
                </c:pt>
                <c:pt idx="708">
                  <c:v>171497.24</c:v>
                </c:pt>
                <c:pt idx="709">
                  <c:v>171132.66</c:v>
                </c:pt>
                <c:pt idx="710">
                  <c:v>170415.13</c:v>
                </c:pt>
                <c:pt idx="711">
                  <c:v>169648.47</c:v>
                </c:pt>
                <c:pt idx="712">
                  <c:v>168453.93</c:v>
                </c:pt>
                <c:pt idx="713">
                  <c:v>168277.55</c:v>
                </c:pt>
                <c:pt idx="714">
                  <c:v>168333.61</c:v>
                </c:pt>
                <c:pt idx="715">
                  <c:v>170370.38</c:v>
                </c:pt>
                <c:pt idx="716">
                  <c:v>171258.87</c:v>
                </c:pt>
                <c:pt idx="717">
                  <c:v>170506.66</c:v>
                </c:pt>
                <c:pt idx="718">
                  <c:v>171990.2</c:v>
                </c:pt>
                <c:pt idx="719">
                  <c:v>173295.14</c:v>
                </c:pt>
                <c:pt idx="720">
                  <c:v>173205.35</c:v>
                </c:pt>
                <c:pt idx="721">
                  <c:v>172024.12</c:v>
                </c:pt>
                <c:pt idx="722">
                  <c:v>171688.61</c:v>
                </c:pt>
                <c:pt idx="723">
                  <c:v>172787.62</c:v>
                </c:pt>
                <c:pt idx="724">
                  <c:v>174070.27</c:v>
                </c:pt>
                <c:pt idx="725">
                  <c:v>172447.58</c:v>
                </c:pt>
                <c:pt idx="726">
                  <c:v>172020.68</c:v>
                </c:pt>
                <c:pt idx="727">
                  <c:v>170653.45</c:v>
                </c:pt>
                <c:pt idx="728">
                  <c:v>172742.12</c:v>
                </c:pt>
                <c:pt idx="729">
                  <c:v>177866.37</c:v>
                </c:pt>
                <c:pt idx="730">
                  <c:v>175739.08</c:v>
                </c:pt>
                <c:pt idx="731">
                  <c:v>176641.1</c:v>
                </c:pt>
                <c:pt idx="732">
                  <c:v>176010.9</c:v>
                </c:pt>
                <c:pt idx="733">
                  <c:v>173825.27</c:v>
                </c:pt>
                <c:pt idx="734">
                  <c:v>173714.08</c:v>
                </c:pt>
                <c:pt idx="735">
                  <c:v>173371.35</c:v>
                </c:pt>
                <c:pt idx="736">
                  <c:v>173325.65</c:v>
                </c:pt>
                <c:pt idx="737">
                  <c:v>177547.57</c:v>
                </c:pt>
                <c:pt idx="738">
                  <c:v>176723.62</c:v>
                </c:pt>
                <c:pt idx="739">
                  <c:v>174041.95</c:v>
                </c:pt>
                <c:pt idx="740">
                  <c:v>175334.46</c:v>
                </c:pt>
                <c:pt idx="741">
                  <c:v>176564.75</c:v>
                </c:pt>
                <c:pt idx="742">
                  <c:v>173885.34</c:v>
                </c:pt>
                <c:pt idx="743">
                  <c:v>177158.86</c:v>
                </c:pt>
                <c:pt idx="744">
                  <c:v>177999</c:v>
                </c:pt>
                <c:pt idx="745">
                  <c:v>178000.24</c:v>
                </c:pt>
                <c:pt idx="746">
                  <c:v>177894.97</c:v>
                </c:pt>
                <c:pt idx="747">
                  <c:v>177726.17</c:v>
                </c:pt>
                <c:pt idx="748">
                  <c:v>175546.36</c:v>
                </c:pt>
                <c:pt idx="749">
                  <c:v>172513.42</c:v>
                </c:pt>
                <c:pt idx="750">
                  <c:v>172179.93</c:v>
                </c:pt>
                <c:pt idx="751">
                  <c:v>167874.64</c:v>
                </c:pt>
                <c:pt idx="752">
                  <c:v>167491.07</c:v>
                </c:pt>
                <c:pt idx="753">
                  <c:v>167100.95</c:v>
                </c:pt>
                <c:pt idx="754">
                  <c:v>166934.2</c:v>
                </c:pt>
                <c:pt idx="755">
                  <c:v>166783.57</c:v>
                </c:pt>
                <c:pt idx="756">
                  <c:v>166334.86</c:v>
                </c:pt>
                <c:pt idx="757">
                  <c:v>167830.27</c:v>
                </c:pt>
                <c:pt idx="758">
                  <c:v>167927.15</c:v>
                </c:pt>
                <c:pt idx="759">
                  <c:v>171031.73</c:v>
                </c:pt>
                <c:pt idx="760">
                  <c:v>171906.72</c:v>
                </c:pt>
                <c:pt idx="761">
                  <c:v>174576.8</c:v>
                </c:pt>
                <c:pt idx="762">
                  <c:v>174586.26</c:v>
                </c:pt>
                <c:pt idx="763">
                  <c:v>175135.41</c:v>
                </c:pt>
                <c:pt idx="764">
                  <c:v>175664.62</c:v>
                </c:pt>
              </c:numCache>
            </c:numRef>
          </c:cat>
          <c:val>
            <c:numRef>
              <c:f>'Composite treatment'!$E$5:$E$50000</c:f>
              <c:numCache>
                <c:formatCode>0.00</c:formatCode>
                <c:ptCount val="49996"/>
                <c:pt idx="0">
                  <c:v>119379.5</c:v>
                </c:pt>
                <c:pt idx="1">
                  <c:v>119090.24</c:v>
                </c:pt>
                <c:pt idx="2">
                  <c:v>118408.77</c:v>
                </c:pt>
                <c:pt idx="3">
                  <c:v>118349.6</c:v>
                </c:pt>
                <c:pt idx="4">
                  <c:v>118065.14</c:v>
                </c:pt>
                <c:pt idx="5">
                  <c:v>116809.55</c:v>
                </c:pt>
                <c:pt idx="6">
                  <c:v>116171.42</c:v>
                </c:pt>
                <c:pt idx="7">
                  <c:v>115591.52</c:v>
                </c:pt>
                <c:pt idx="8">
                  <c:v>114982.3</c:v>
                </c:pt>
                <c:pt idx="9">
                  <c:v>115408.52</c:v>
                </c:pt>
                <c:pt idx="10">
                  <c:v>114429.35</c:v>
                </c:pt>
                <c:pt idx="11">
                  <c:v>116156.01</c:v>
                </c:pt>
                <c:pt idx="12">
                  <c:v>118134.59</c:v>
                </c:pt>
                <c:pt idx="13">
                  <c:v>117025.6</c:v>
                </c:pt>
                <c:pt idx="14">
                  <c:v>115837.2</c:v>
                </c:pt>
                <c:pt idx="15">
                  <c:v>117120.98</c:v>
                </c:pt>
                <c:pt idx="16">
                  <c:v>118403.61</c:v>
                </c:pt>
                <c:pt idx="17">
                  <c:v>117535.1</c:v>
                </c:pt>
                <c:pt idx="18">
                  <c:v>115741.81</c:v>
                </c:pt>
                <c:pt idx="19">
                  <c:v>117892.96</c:v>
                </c:pt>
                <c:pt idx="20">
                  <c:v>117776.62</c:v>
                </c:pt>
                <c:pt idx="21">
                  <c:v>117331.3</c:v>
                </c:pt>
                <c:pt idx="22">
                  <c:v>115985.34</c:v>
                </c:pt>
                <c:pt idx="23">
                  <c:v>115313.4</c:v>
                </c:pt>
                <c:pt idx="24">
                  <c:v>116883.34</c:v>
                </c:pt>
                <c:pt idx="25">
                  <c:v>117968.12</c:v>
                </c:pt>
                <c:pt idx="26">
                  <c:v>118175.97</c:v>
                </c:pt>
                <c:pt idx="27">
                  <c:v>119391.55</c:v>
                </c:pt>
                <c:pt idx="28">
                  <c:v>118757.53</c:v>
                </c:pt>
                <c:pt idx="29">
                  <c:v>118288.21</c:v>
                </c:pt>
                <c:pt idx="30">
                  <c:v>117845.78</c:v>
                </c:pt>
                <c:pt idx="31">
                  <c:v>118695.32</c:v>
                </c:pt>
                <c:pt idx="32">
                  <c:v>116145.05</c:v>
                </c:pt>
                <c:pt idx="33">
                  <c:v>116008.64</c:v>
                </c:pt>
                <c:pt idx="34">
                  <c:v>115924.61</c:v>
                </c:pt>
                <c:pt idx="35">
                  <c:v>114193.43</c:v>
                </c:pt>
                <c:pt idx="36">
                  <c:v>114327.05</c:v>
                </c:pt>
                <c:pt idx="37">
                  <c:v>115730.76</c:v>
                </c:pt>
                <c:pt idx="38">
                  <c:v>116565.17</c:v>
                </c:pt>
                <c:pt idx="39">
                  <c:v>115056.86</c:v>
                </c:pt>
                <c:pt idx="40">
                  <c:v>113419.04</c:v>
                </c:pt>
                <c:pt idx="41">
                  <c:v>113607.45</c:v>
                </c:pt>
                <c:pt idx="42">
                  <c:v>113284.08</c:v>
                </c:pt>
                <c:pt idx="43">
                  <c:v>114169.63</c:v>
                </c:pt>
                <c:pt idx="44">
                  <c:v>115156.07</c:v>
                </c:pt>
                <c:pt idx="45">
                  <c:v>116736.95</c:v>
                </c:pt>
                <c:pt idx="46">
                  <c:v>117050.74</c:v>
                </c:pt>
                <c:pt idx="47">
                  <c:v>115754.08</c:v>
                </c:pt>
                <c:pt idx="48">
                  <c:v>116533.85</c:v>
                </c:pt>
                <c:pt idx="49">
                  <c:v>115908.43</c:v>
                </c:pt>
                <c:pt idx="50">
                  <c:v>114059.64</c:v>
                </c:pt>
                <c:pt idx="51">
                  <c:v>114004.3</c:v>
                </c:pt>
                <c:pt idx="52">
                  <c:v>113155.28</c:v>
                </c:pt>
                <c:pt idx="53">
                  <c:v>112784.52</c:v>
                </c:pt>
                <c:pt idx="54">
                  <c:v>113761.9</c:v>
                </c:pt>
                <c:pt idx="55">
                  <c:v>112829.97</c:v>
                </c:pt>
                <c:pt idx="56">
                  <c:v>114776.86</c:v>
                </c:pt>
                <c:pt idx="57">
                  <c:v>113301.35</c:v>
                </c:pt>
                <c:pt idx="58">
                  <c:v>112531.52</c:v>
                </c:pt>
                <c:pt idx="59">
                  <c:v>113143.67</c:v>
                </c:pt>
                <c:pt idx="60">
                  <c:v>115052.96</c:v>
                </c:pt>
                <c:pt idx="61">
                  <c:v>118159.97</c:v>
                </c:pt>
                <c:pt idx="62">
                  <c:v>118431.25</c:v>
                </c:pt>
                <c:pt idx="63">
                  <c:v>119268.06</c:v>
                </c:pt>
                <c:pt idx="64">
                  <c:v>119176.67</c:v>
                </c:pt>
                <c:pt idx="65">
                  <c:v>119034.14</c:v>
                </c:pt>
                <c:pt idx="66">
                  <c:v>120568.14</c:v>
                </c:pt>
                <c:pt idx="67">
                  <c:v>120410.17</c:v>
                </c:pt>
                <c:pt idx="68">
                  <c:v>123165.76</c:v>
                </c:pt>
                <c:pt idx="69">
                  <c:v>124639.24</c:v>
                </c:pt>
                <c:pt idx="70">
                  <c:v>124773.21</c:v>
                </c:pt>
                <c:pt idx="71">
                  <c:v>125957.06</c:v>
                </c:pt>
                <c:pt idx="72">
                  <c:v>125626.03</c:v>
                </c:pt>
                <c:pt idx="73">
                  <c:v>126035.3</c:v>
                </c:pt>
                <c:pt idx="74">
                  <c:v>126575.75</c:v>
                </c:pt>
                <c:pt idx="75">
                  <c:v>125517.27</c:v>
                </c:pt>
                <c:pt idx="76">
                  <c:v>125731.45</c:v>
                </c:pt>
                <c:pt idx="77">
                  <c:v>126538.32</c:v>
                </c:pt>
                <c:pt idx="78">
                  <c:v>126165.64</c:v>
                </c:pt>
                <c:pt idx="79">
                  <c:v>127331.12</c:v>
                </c:pt>
                <c:pt idx="80">
                  <c:v>128184.91</c:v>
                </c:pt>
                <c:pt idx="81">
                  <c:v>126802.79</c:v>
                </c:pt>
                <c:pt idx="82">
                  <c:v>126903.25</c:v>
                </c:pt>
                <c:pt idx="83">
                  <c:v>125622.65</c:v>
                </c:pt>
                <c:pt idx="84">
                  <c:v>126009.57</c:v>
                </c:pt>
                <c:pt idx="85">
                  <c:v>127093.57</c:v>
                </c:pt>
                <c:pt idx="86">
                  <c:v>126916.41</c:v>
                </c:pt>
                <c:pt idx="87">
                  <c:v>126403.03</c:v>
                </c:pt>
                <c:pt idx="88">
                  <c:v>129465.08</c:v>
                </c:pt>
                <c:pt idx="89">
                  <c:v>130842.09</c:v>
                </c:pt>
                <c:pt idx="90">
                  <c:v>130197.1</c:v>
                </c:pt>
                <c:pt idx="91">
                  <c:v>131083.82</c:v>
                </c:pt>
                <c:pt idx="92">
                  <c:v>131850.9</c:v>
                </c:pt>
                <c:pt idx="93">
                  <c:v>130804.17</c:v>
                </c:pt>
                <c:pt idx="94">
                  <c:v>132182.01</c:v>
                </c:pt>
                <c:pt idx="95">
                  <c:v>132752.93</c:v>
                </c:pt>
                <c:pt idx="96">
                  <c:v>133532.92</c:v>
                </c:pt>
                <c:pt idx="97">
                  <c:v>134193.72</c:v>
                </c:pt>
                <c:pt idx="98">
                  <c:v>134185.24</c:v>
                </c:pt>
                <c:pt idx="99">
                  <c:v>132696.63</c:v>
                </c:pt>
                <c:pt idx="100">
                  <c:v>132833.95</c:v>
                </c:pt>
                <c:pt idx="101">
                  <c:v>131225.91</c:v>
                </c:pt>
                <c:pt idx="102">
                  <c:v>132022.92</c:v>
                </c:pt>
                <c:pt idx="103">
                  <c:v>132426.54</c:v>
                </c:pt>
                <c:pt idx="104">
                  <c:v>131446.59</c:v>
                </c:pt>
                <c:pt idx="105">
                  <c:v>130841.09</c:v>
                </c:pt>
                <c:pt idx="106">
                  <c:v>130648.75</c:v>
                </c:pt>
                <c:pt idx="107">
                  <c:v>130987.67</c:v>
                </c:pt>
                <c:pt idx="108">
                  <c:v>131520.91</c:v>
                </c:pt>
                <c:pt idx="109">
                  <c:v>129294.04</c:v>
                </c:pt>
                <c:pt idx="110">
                  <c:v>128523.83</c:v>
                </c:pt>
                <c:pt idx="111">
                  <c:v>127315.74</c:v>
                </c:pt>
                <c:pt idx="112">
                  <c:v>127635.65</c:v>
                </c:pt>
                <c:pt idx="113">
                  <c:v>126601.55</c:v>
                </c:pt>
                <c:pt idx="114">
                  <c:v>128262.52</c:v>
                </c:pt>
                <c:pt idx="115">
                  <c:v>127815.7</c:v>
                </c:pt>
                <c:pt idx="116">
                  <c:v>128168.73</c:v>
                </c:pt>
                <c:pt idx="117">
                  <c:v>128967.32</c:v>
                </c:pt>
                <c:pt idx="118">
                  <c:v>128502.66</c:v>
                </c:pt>
                <c:pt idx="119">
                  <c:v>127401.81</c:v>
                </c:pt>
                <c:pt idx="120">
                  <c:v>127752.28</c:v>
                </c:pt>
                <c:pt idx="121">
                  <c:v>128481.02</c:v>
                </c:pt>
                <c:pt idx="122">
                  <c:v>127182.25</c:v>
                </c:pt>
                <c:pt idx="123">
                  <c:v>127593.49</c:v>
                </c:pt>
                <c:pt idx="124">
                  <c:v>130416.31</c:v>
                </c:pt>
                <c:pt idx="125">
                  <c:v>129949.9</c:v>
                </c:pt>
                <c:pt idx="126">
                  <c:v>128216.92</c:v>
                </c:pt>
                <c:pt idx="127">
                  <c:v>128025.7</c:v>
                </c:pt>
                <c:pt idx="128">
                  <c:v>127018.29</c:v>
                </c:pt>
                <c:pt idx="129">
                  <c:v>127804.13</c:v>
                </c:pt>
                <c:pt idx="130">
                  <c:v>128725.88</c:v>
                </c:pt>
                <c:pt idx="131">
                  <c:v>129035.74</c:v>
                </c:pt>
                <c:pt idx="132">
                  <c:v>129916.11</c:v>
                </c:pt>
                <c:pt idx="133">
                  <c:v>130031.58</c:v>
                </c:pt>
                <c:pt idx="134">
                  <c:v>130240.55</c:v>
                </c:pt>
                <c:pt idx="135">
                  <c:v>129418.73</c:v>
                </c:pt>
                <c:pt idx="136">
                  <c:v>129609.05</c:v>
                </c:pt>
                <c:pt idx="137">
                  <c:v>131689.37</c:v>
                </c:pt>
                <c:pt idx="138">
                  <c:v>130155.43</c:v>
                </c:pt>
                <c:pt idx="139">
                  <c:v>129020.02</c:v>
                </c:pt>
                <c:pt idx="140">
                  <c:v>129180.37</c:v>
                </c:pt>
                <c:pt idx="141">
                  <c:v>128340.54</c:v>
                </c:pt>
                <c:pt idx="142">
                  <c:v>128098.11</c:v>
                </c:pt>
                <c:pt idx="143">
                  <c:v>128890.23</c:v>
                </c:pt>
                <c:pt idx="144">
                  <c:v>128339.76</c:v>
                </c:pt>
                <c:pt idx="145">
                  <c:v>127070.79</c:v>
                </c:pt>
                <c:pt idx="146">
                  <c:v>126123.56</c:v>
                </c:pt>
                <c:pt idx="147">
                  <c:v>127667.84</c:v>
                </c:pt>
                <c:pt idx="148">
                  <c:v>128006.05</c:v>
                </c:pt>
                <c:pt idx="149">
                  <c:v>127689.97</c:v>
                </c:pt>
                <c:pt idx="150">
                  <c:v>126741.81</c:v>
                </c:pt>
                <c:pt idx="151">
                  <c:v>126954.18</c:v>
                </c:pt>
                <c:pt idx="152">
                  <c:v>127528.85</c:v>
                </c:pt>
                <c:pt idx="153">
                  <c:v>129124.83</c:v>
                </c:pt>
                <c:pt idx="154">
                  <c:v>128158.57</c:v>
                </c:pt>
                <c:pt idx="155">
                  <c:v>127027.1</c:v>
                </c:pt>
                <c:pt idx="156">
                  <c:v>126931.47</c:v>
                </c:pt>
                <c:pt idx="157">
                  <c:v>126863.02</c:v>
                </c:pt>
                <c:pt idx="158">
                  <c:v>127690.62</c:v>
                </c:pt>
                <c:pt idx="159">
                  <c:v>128106.1</c:v>
                </c:pt>
                <c:pt idx="160">
                  <c:v>126990.45</c:v>
                </c:pt>
                <c:pt idx="161">
                  <c:v>127548.52</c:v>
                </c:pt>
                <c:pt idx="162">
                  <c:v>127318.39</c:v>
                </c:pt>
                <c:pt idx="163">
                  <c:v>127427.53</c:v>
                </c:pt>
                <c:pt idx="164">
                  <c:v>126795.41</c:v>
                </c:pt>
                <c:pt idx="165">
                  <c:v>128857.16</c:v>
                </c:pt>
                <c:pt idx="166">
                  <c:v>129890.37</c:v>
                </c:pt>
                <c:pt idx="167">
                  <c:v>128053.74</c:v>
                </c:pt>
                <c:pt idx="168">
                  <c:v>127396.35</c:v>
                </c:pt>
                <c:pt idx="169">
                  <c:v>125946.09</c:v>
                </c:pt>
                <c:pt idx="170">
                  <c:v>125333.89</c:v>
                </c:pt>
                <c:pt idx="171">
                  <c:v>124388.62</c:v>
                </c:pt>
                <c:pt idx="172">
                  <c:v>124171.15</c:v>
                </c:pt>
                <c:pt idx="173">
                  <c:v>124196.18</c:v>
                </c:pt>
                <c:pt idx="174">
                  <c:v>125124.3</c:v>
                </c:pt>
                <c:pt idx="175">
                  <c:v>125573.16</c:v>
                </c:pt>
                <c:pt idx="176">
                  <c:v>125148.07</c:v>
                </c:pt>
                <c:pt idx="177">
                  <c:v>124740.69</c:v>
                </c:pt>
                <c:pt idx="178">
                  <c:v>124645.58</c:v>
                </c:pt>
                <c:pt idx="179">
                  <c:v>126526.27</c:v>
                </c:pt>
                <c:pt idx="180">
                  <c:v>127351.79</c:v>
                </c:pt>
                <c:pt idx="181">
                  <c:v>125924.19</c:v>
                </c:pt>
                <c:pt idx="182">
                  <c:v>127122.25</c:v>
                </c:pt>
                <c:pt idx="183">
                  <c:v>128508.67</c:v>
                </c:pt>
                <c:pt idx="184">
                  <c:v>128465.69</c:v>
                </c:pt>
                <c:pt idx="185">
                  <c:v>129210.48</c:v>
                </c:pt>
                <c:pt idx="186">
                  <c:v>129480.89</c:v>
                </c:pt>
                <c:pt idx="187">
                  <c:v>128188.34</c:v>
                </c:pt>
                <c:pt idx="188">
                  <c:v>127599.57</c:v>
                </c:pt>
                <c:pt idx="189">
                  <c:v>128154.79</c:v>
                </c:pt>
                <c:pt idx="190">
                  <c:v>128515.49</c:v>
                </c:pt>
                <c:pt idx="191">
                  <c:v>128027.59</c:v>
                </c:pt>
                <c:pt idx="192">
                  <c:v>128283.62</c:v>
                </c:pt>
                <c:pt idx="193">
                  <c:v>128150.71</c:v>
                </c:pt>
                <c:pt idx="194">
                  <c:v>127750.92</c:v>
                </c:pt>
                <c:pt idx="195">
                  <c:v>127411.55</c:v>
                </c:pt>
                <c:pt idx="196">
                  <c:v>125650.03</c:v>
                </c:pt>
                <c:pt idx="197">
                  <c:v>124729.4</c:v>
                </c:pt>
                <c:pt idx="198">
                  <c:v>124305.57</c:v>
                </c:pt>
                <c:pt idx="199">
                  <c:v>124495.68</c:v>
                </c:pt>
                <c:pt idx="200">
                  <c:v>123779.54</c:v>
                </c:pt>
                <c:pt idx="201">
                  <c:v>122707.28</c:v>
                </c:pt>
                <c:pt idx="202">
                  <c:v>122098.09</c:v>
                </c:pt>
                <c:pt idx="203">
                  <c:v>122031.58</c:v>
                </c:pt>
                <c:pt idx="204">
                  <c:v>121802.06</c:v>
                </c:pt>
                <c:pt idx="205">
                  <c:v>121407.33</c:v>
                </c:pt>
                <c:pt idx="206">
                  <c:v>122898.8</c:v>
                </c:pt>
                <c:pt idx="207">
                  <c:v>120767.19</c:v>
                </c:pt>
                <c:pt idx="208">
                  <c:v>120759.51</c:v>
                </c:pt>
                <c:pt idx="209">
                  <c:v>121635.06</c:v>
                </c:pt>
                <c:pt idx="210">
                  <c:v>119936.02</c:v>
                </c:pt>
                <c:pt idx="211">
                  <c:v>119567.53</c:v>
                </c:pt>
                <c:pt idx="212">
                  <c:v>119662.38</c:v>
                </c:pt>
                <c:pt idx="213">
                  <c:v>119137.86</c:v>
                </c:pt>
                <c:pt idx="214">
                  <c:v>119630.44</c:v>
                </c:pt>
                <c:pt idx="215">
                  <c:v>120261.34</c:v>
                </c:pt>
                <c:pt idx="216">
                  <c:v>120445.91</c:v>
                </c:pt>
                <c:pt idx="217">
                  <c:v>121341.13</c:v>
                </c:pt>
                <c:pt idx="218">
                  <c:v>122636.96</c:v>
                </c:pt>
                <c:pt idx="219">
                  <c:v>122331.39</c:v>
                </c:pt>
                <c:pt idx="220">
                  <c:v>122641.3</c:v>
                </c:pt>
                <c:pt idx="221">
                  <c:v>124307.83</c:v>
                </c:pt>
                <c:pt idx="222">
                  <c:v>123906.55</c:v>
                </c:pt>
                <c:pt idx="223">
                  <c:v>124718.07</c:v>
                </c:pt>
                <c:pt idx="224">
                  <c:v>124787.08</c:v>
                </c:pt>
                <c:pt idx="225">
                  <c:v>125661.89</c:v>
                </c:pt>
                <c:pt idx="226">
                  <c:v>126163.98</c:v>
                </c:pt>
                <c:pt idx="227">
                  <c:v>126267.05</c:v>
                </c:pt>
                <c:pt idx="228">
                  <c:v>126548.34</c:v>
                </c:pt>
                <c:pt idx="229">
                  <c:v>127108.22</c:v>
                </c:pt>
                <c:pt idx="230">
                  <c:v>127218.24</c:v>
                </c:pt>
                <c:pt idx="231">
                  <c:v>128293.61</c:v>
                </c:pt>
                <c:pt idx="232">
                  <c:v>128896.98</c:v>
                </c:pt>
                <c:pt idx="233">
                  <c:v>129320.96</c:v>
                </c:pt>
                <c:pt idx="234">
                  <c:v>129110.38</c:v>
                </c:pt>
                <c:pt idx="235">
                  <c:v>129450.32</c:v>
                </c:pt>
                <c:pt idx="236">
                  <c:v>127652.06</c:v>
                </c:pt>
                <c:pt idx="237">
                  <c:v>127616.46</c:v>
                </c:pt>
                <c:pt idx="238">
                  <c:v>127859.63</c:v>
                </c:pt>
                <c:pt idx="239">
                  <c:v>126589.84</c:v>
                </c:pt>
                <c:pt idx="240">
                  <c:v>126422.73</c:v>
                </c:pt>
                <c:pt idx="241">
                  <c:v>125954.09</c:v>
                </c:pt>
                <c:pt idx="242">
                  <c:v>127492.49</c:v>
                </c:pt>
                <c:pt idx="243">
                  <c:v>126953.86</c:v>
                </c:pt>
                <c:pt idx="244">
                  <c:v>126139.21</c:v>
                </c:pt>
                <c:pt idx="245">
                  <c:v>127651.81</c:v>
                </c:pt>
                <c:pt idx="246">
                  <c:v>127395.1</c:v>
                </c:pt>
                <c:pt idx="247">
                  <c:v>125854.09</c:v>
                </c:pt>
                <c:pt idx="248">
                  <c:v>125269.54</c:v>
                </c:pt>
                <c:pt idx="249">
                  <c:v>126266.7</c:v>
                </c:pt>
                <c:pt idx="250">
                  <c:v>127513.88</c:v>
                </c:pt>
                <c:pt idx="251">
                  <c:v>128660.88</c:v>
                </c:pt>
                <c:pt idx="252">
                  <c:v>130614.59</c:v>
                </c:pt>
                <c:pt idx="253">
                  <c:v>131115.9</c:v>
                </c:pt>
                <c:pt idx="254">
                  <c:v>132397.97</c:v>
                </c:pt>
                <c:pt idx="255">
                  <c:v>133317.66</c:v>
                </c:pt>
                <c:pt idx="256">
                  <c:v>134153.42</c:v>
                </c:pt>
                <c:pt idx="257">
                  <c:v>133953.25</c:v>
                </c:pt>
                <c:pt idx="258">
                  <c:v>135777.98</c:v>
                </c:pt>
                <c:pt idx="259">
                  <c:v>136087.41</c:v>
                </c:pt>
                <c:pt idx="260">
                  <c:v>136463.65</c:v>
                </c:pt>
                <c:pt idx="261">
                  <c:v>135173.39</c:v>
                </c:pt>
                <c:pt idx="262">
                  <c:v>135608.47</c:v>
                </c:pt>
                <c:pt idx="263">
                  <c:v>136888.71</c:v>
                </c:pt>
                <c:pt idx="264">
                  <c:v>136775.91</c:v>
                </c:pt>
                <c:pt idx="265">
                  <c:v>137343.96</c:v>
                </c:pt>
                <c:pt idx="266">
                  <c:v>136041.35</c:v>
                </c:pt>
                <c:pt idx="267">
                  <c:v>136004.01</c:v>
                </c:pt>
                <c:pt idx="268">
                  <c:v>134906.07</c:v>
                </c:pt>
                <c:pt idx="269">
                  <c:v>134353.48</c:v>
                </c:pt>
                <c:pt idx="270">
                  <c:v>136110.73</c:v>
                </c:pt>
                <c:pt idx="271">
                  <c:v>136502.49</c:v>
                </c:pt>
                <c:pt idx="272">
                  <c:v>134572.45</c:v>
                </c:pt>
                <c:pt idx="273">
                  <c:v>134737.21</c:v>
                </c:pt>
                <c:pt idx="274">
                  <c:v>134319.58</c:v>
                </c:pt>
                <c:pt idx="275">
                  <c:v>134676.75</c:v>
                </c:pt>
                <c:pt idx="276">
                  <c:v>134029.43</c:v>
                </c:pt>
                <c:pt idx="277">
                  <c:v>134881.95</c:v>
                </c:pt>
                <c:pt idx="278">
                  <c:v>135118.22</c:v>
                </c:pt>
                <c:pt idx="279">
                  <c:v>134960.19</c:v>
                </c:pt>
                <c:pt idx="280">
                  <c:v>133747.69</c:v>
                </c:pt>
                <c:pt idx="281">
                  <c:v>133122.67</c:v>
                </c:pt>
                <c:pt idx="282">
                  <c:v>131065.44</c:v>
                </c:pt>
                <c:pt idx="283">
                  <c:v>130568.37</c:v>
                </c:pt>
                <c:pt idx="284">
                  <c:v>132155.76</c:v>
                </c:pt>
                <c:pt idx="285">
                  <c:v>131586.45</c:v>
                </c:pt>
                <c:pt idx="286">
                  <c:v>133009.78</c:v>
                </c:pt>
                <c:pt idx="287">
                  <c:v>132730.36</c:v>
                </c:pt>
                <c:pt idx="288">
                  <c:v>131816.44</c:v>
                </c:pt>
                <c:pt idx="289">
                  <c:v>132495.16</c:v>
                </c:pt>
                <c:pt idx="290">
                  <c:v>133514.94</c:v>
                </c:pt>
                <c:pt idx="291">
                  <c:v>131671.51</c:v>
                </c:pt>
                <c:pt idx="292">
                  <c:v>131791.55</c:v>
                </c:pt>
                <c:pt idx="293">
                  <c:v>132017.84</c:v>
                </c:pt>
                <c:pt idx="294">
                  <c:v>131511.73</c:v>
                </c:pt>
                <c:pt idx="295">
                  <c:v>129962.06</c:v>
                </c:pt>
                <c:pt idx="296">
                  <c:v>130352.86</c:v>
                </c:pt>
                <c:pt idx="297">
                  <c:v>129992.29</c:v>
                </c:pt>
                <c:pt idx="298">
                  <c:v>131005.25</c:v>
                </c:pt>
                <c:pt idx="299">
                  <c:v>131043.27</c:v>
                </c:pt>
                <c:pt idx="300">
                  <c:v>131749.72</c:v>
                </c:pt>
                <c:pt idx="301">
                  <c:v>130793.41</c:v>
                </c:pt>
                <c:pt idx="302">
                  <c:v>130499.26</c:v>
                </c:pt>
                <c:pt idx="303">
                  <c:v>130361.56</c:v>
                </c:pt>
                <c:pt idx="304">
                  <c:v>129951.37</c:v>
                </c:pt>
                <c:pt idx="305">
                  <c:v>129233.11</c:v>
                </c:pt>
                <c:pt idx="306">
                  <c:v>130066.95</c:v>
                </c:pt>
                <c:pt idx="307">
                  <c:v>129893.32</c:v>
                </c:pt>
                <c:pt idx="308">
                  <c:v>131212.58</c:v>
                </c:pt>
                <c:pt idx="309">
                  <c:v>130729.93</c:v>
                </c:pt>
                <c:pt idx="310">
                  <c:v>130639.33</c:v>
                </c:pt>
                <c:pt idx="311">
                  <c:v>129713.33</c:v>
                </c:pt>
                <c:pt idx="312">
                  <c:v>128120.75</c:v>
                </c:pt>
                <c:pt idx="313">
                  <c:v>130514.79</c:v>
                </c:pt>
                <c:pt idx="314">
                  <c:v>130660.75</c:v>
                </c:pt>
                <c:pt idx="315">
                  <c:v>130340.92</c:v>
                </c:pt>
                <c:pt idx="316">
                  <c:v>129681.7</c:v>
                </c:pt>
                <c:pt idx="317">
                  <c:v>127829.8</c:v>
                </c:pt>
                <c:pt idx="318">
                  <c:v>127873.7</c:v>
                </c:pt>
                <c:pt idx="319">
                  <c:v>127698.32</c:v>
                </c:pt>
                <c:pt idx="320">
                  <c:v>127733.88</c:v>
                </c:pt>
                <c:pt idx="321">
                  <c:v>127791.6</c:v>
                </c:pt>
                <c:pt idx="322">
                  <c:v>127768.19</c:v>
                </c:pt>
                <c:pt idx="323">
                  <c:v>128197.25</c:v>
                </c:pt>
                <c:pt idx="324">
                  <c:v>126922.11</c:v>
                </c:pt>
                <c:pt idx="325">
                  <c:v>129125.51</c:v>
                </c:pt>
                <c:pt idx="326">
                  <c:v>129036.1</c:v>
                </c:pt>
                <c:pt idx="327">
                  <c:v>129922.38</c:v>
                </c:pt>
                <c:pt idx="328">
                  <c:v>127668.61</c:v>
                </c:pt>
                <c:pt idx="329">
                  <c:v>124610.41</c:v>
                </c:pt>
                <c:pt idx="330">
                  <c:v>125667.83</c:v>
                </c:pt>
                <c:pt idx="331">
                  <c:v>125235.54</c:v>
                </c:pt>
                <c:pt idx="332">
                  <c:v>126139.2</c:v>
                </c:pt>
                <c:pt idx="333">
                  <c:v>126087.02</c:v>
                </c:pt>
                <c:pt idx="334">
                  <c:v>127857.58</c:v>
                </c:pt>
                <c:pt idx="335">
                  <c:v>125945.67</c:v>
                </c:pt>
                <c:pt idx="336">
                  <c:v>127210.19</c:v>
                </c:pt>
                <c:pt idx="337">
                  <c:v>128228.49</c:v>
                </c:pt>
                <c:pt idx="338">
                  <c:v>129593.31</c:v>
                </c:pt>
                <c:pt idx="339">
                  <c:v>126042.21</c:v>
                </c:pt>
                <c:pt idx="340">
                  <c:v>124612.22</c:v>
                </c:pt>
                <c:pt idx="341">
                  <c:v>123560.06</c:v>
                </c:pt>
                <c:pt idx="342">
                  <c:v>124698.04</c:v>
                </c:pt>
                <c:pt idx="343">
                  <c:v>120771.88</c:v>
                </c:pt>
                <c:pt idx="344">
                  <c:v>121187.91</c:v>
                </c:pt>
                <c:pt idx="345">
                  <c:v>122102.15</c:v>
                </c:pt>
                <c:pt idx="346">
                  <c:v>120766.57</c:v>
                </c:pt>
                <c:pt idx="347">
                  <c:v>121077.5</c:v>
                </c:pt>
                <c:pt idx="348">
                  <c:v>120269.31</c:v>
                </c:pt>
                <c:pt idx="349">
                  <c:v>120283.4</c:v>
                </c:pt>
                <c:pt idx="350">
                  <c:v>120125.39</c:v>
                </c:pt>
                <c:pt idx="351">
                  <c:v>118532.68</c:v>
                </c:pt>
                <c:pt idx="352">
                  <c:v>120021.52</c:v>
                </c:pt>
                <c:pt idx="353">
                  <c:v>121162.66</c:v>
                </c:pt>
                <c:pt idx="354">
                  <c:v>119624.51</c:v>
                </c:pt>
                <c:pt idx="355">
                  <c:v>119780.56</c:v>
                </c:pt>
                <c:pt idx="356">
                  <c:v>118856.48</c:v>
                </c:pt>
                <c:pt idx="357">
                  <c:v>119006.93</c:v>
                </c:pt>
                <c:pt idx="358">
                  <c:v>119298.67</c:v>
                </c:pt>
                <c:pt idx="359">
                  <c:v>122650.2</c:v>
                </c:pt>
                <c:pt idx="360">
                  <c:v>121234.14</c:v>
                </c:pt>
                <c:pt idx="361">
                  <c:v>122350.38</c:v>
                </c:pt>
                <c:pt idx="362">
                  <c:v>122855.15</c:v>
                </c:pt>
                <c:pt idx="363">
                  <c:v>123338.34</c:v>
                </c:pt>
                <c:pt idx="364">
                  <c:v>122971.77</c:v>
                </c:pt>
                <c:pt idx="365">
                  <c:v>122483.32</c:v>
                </c:pt>
                <c:pt idx="366">
                  <c:v>122446.94</c:v>
                </c:pt>
                <c:pt idx="367">
                  <c:v>124861.5</c:v>
                </c:pt>
                <c:pt idx="368">
                  <c:v>124055.5</c:v>
                </c:pt>
                <c:pt idx="369">
                  <c:v>123432.12</c:v>
                </c:pt>
                <c:pt idx="370">
                  <c:v>126912.78</c:v>
                </c:pt>
                <c:pt idx="371">
                  <c:v>126134.94</c:v>
                </c:pt>
                <c:pt idx="372">
                  <c:v>125970.46</c:v>
                </c:pt>
                <c:pt idx="373">
                  <c:v>125147.42</c:v>
                </c:pt>
                <c:pt idx="374">
                  <c:v>125534.07</c:v>
                </c:pt>
                <c:pt idx="375">
                  <c:v>126224.74</c:v>
                </c:pt>
                <c:pt idx="376">
                  <c:v>124619.4</c:v>
                </c:pt>
                <c:pt idx="377">
                  <c:v>125571.81</c:v>
                </c:pt>
                <c:pt idx="378">
                  <c:v>126521.66</c:v>
                </c:pt>
                <c:pt idx="379">
                  <c:v>124380.21</c:v>
                </c:pt>
                <c:pt idx="380">
                  <c:v>124850.18</c:v>
                </c:pt>
                <c:pt idx="381">
                  <c:v>128218.59</c:v>
                </c:pt>
                <c:pt idx="382">
                  <c:v>128552.13</c:v>
                </c:pt>
                <c:pt idx="383">
                  <c:v>128531.71</c:v>
                </c:pt>
                <c:pt idx="384">
                  <c:v>127308.8</c:v>
                </c:pt>
                <c:pt idx="385">
                  <c:v>127600.58</c:v>
                </c:pt>
                <c:pt idx="386">
                  <c:v>127128.06</c:v>
                </c:pt>
                <c:pt idx="387">
                  <c:v>125401.38</c:v>
                </c:pt>
                <c:pt idx="388">
                  <c:v>125979.5</c:v>
                </c:pt>
                <c:pt idx="389">
                  <c:v>124768.71</c:v>
                </c:pt>
                <c:pt idx="390">
                  <c:v>124798.96</c:v>
                </c:pt>
                <c:pt idx="391">
                  <c:v>122799.09</c:v>
                </c:pt>
                <c:pt idx="392">
                  <c:v>123046.85</c:v>
                </c:pt>
                <c:pt idx="393">
                  <c:v>123357.55</c:v>
                </c:pt>
                <c:pt idx="394">
                  <c:v>125034.63</c:v>
                </c:pt>
                <c:pt idx="395">
                  <c:v>124519.38</c:v>
                </c:pt>
                <c:pt idx="396">
                  <c:v>123507.35</c:v>
                </c:pt>
                <c:pt idx="397">
                  <c:v>123863.5</c:v>
                </c:pt>
                <c:pt idx="398">
                  <c:v>125637.11</c:v>
                </c:pt>
                <c:pt idx="399">
                  <c:v>128957.09</c:v>
                </c:pt>
                <c:pt idx="400">
                  <c:v>130833.96</c:v>
                </c:pt>
                <c:pt idx="401">
                  <c:v>131474.73</c:v>
                </c:pt>
                <c:pt idx="402">
                  <c:v>132508.45</c:v>
                </c:pt>
                <c:pt idx="403">
                  <c:v>131954.9</c:v>
                </c:pt>
                <c:pt idx="404">
                  <c:v>132344.88</c:v>
                </c:pt>
                <c:pt idx="405">
                  <c:v>131321.44</c:v>
                </c:pt>
                <c:pt idx="406">
                  <c:v>132067.69</c:v>
                </c:pt>
                <c:pt idx="407">
                  <c:v>132519.63</c:v>
                </c:pt>
                <c:pt idx="408">
                  <c:v>133148.75</c:v>
                </c:pt>
                <c:pt idx="409">
                  <c:v>131902.18</c:v>
                </c:pt>
                <c:pt idx="410">
                  <c:v>130259.54</c:v>
                </c:pt>
                <c:pt idx="411">
                  <c:v>131147.29</c:v>
                </c:pt>
                <c:pt idx="412">
                  <c:v>131190.34</c:v>
                </c:pt>
                <c:pt idx="413">
                  <c:v>131140.65</c:v>
                </c:pt>
                <c:pt idx="414">
                  <c:v>127256</c:v>
                </c:pt>
                <c:pt idx="415">
                  <c:v>125588.09</c:v>
                </c:pt>
                <c:pt idx="416">
                  <c:v>123931.89</c:v>
                </c:pt>
                <c:pt idx="417">
                  <c:v>127795.93</c:v>
                </c:pt>
                <c:pt idx="418">
                  <c:v>126354.75</c:v>
                </c:pt>
                <c:pt idx="419">
                  <c:v>127682.4</c:v>
                </c:pt>
                <c:pt idx="420">
                  <c:v>129453.91</c:v>
                </c:pt>
                <c:pt idx="421">
                  <c:v>129245.39</c:v>
                </c:pt>
                <c:pt idx="422">
                  <c:v>128316.89</c:v>
                </c:pt>
                <c:pt idx="423">
                  <c:v>129650.03</c:v>
                </c:pt>
                <c:pt idx="424">
                  <c:v>130464.38</c:v>
                </c:pt>
                <c:pt idx="425">
                  <c:v>132216.07</c:v>
                </c:pt>
                <c:pt idx="426">
                  <c:v>134580.43</c:v>
                </c:pt>
                <c:pt idx="427">
                  <c:v>134739.28</c:v>
                </c:pt>
                <c:pt idx="428">
                  <c:v>135015.89</c:v>
                </c:pt>
                <c:pt idx="429">
                  <c:v>135092.99</c:v>
                </c:pt>
                <c:pt idx="430">
                  <c:v>135066.97</c:v>
                </c:pt>
                <c:pt idx="431">
                  <c:v>135133.88</c:v>
                </c:pt>
                <c:pt idx="432">
                  <c:v>133491.23</c:v>
                </c:pt>
                <c:pt idx="433">
                  <c:v>133515.82</c:v>
                </c:pt>
                <c:pt idx="434">
                  <c:v>133397.52</c:v>
                </c:pt>
                <c:pt idx="435">
                  <c:v>136231.9</c:v>
                </c:pt>
                <c:pt idx="436">
                  <c:v>136511.88</c:v>
                </c:pt>
                <c:pt idx="437">
                  <c:v>136563.18</c:v>
                </c:pt>
                <c:pt idx="438">
                  <c:v>138963.11</c:v>
                </c:pt>
                <c:pt idx="439">
                  <c:v>138422.84</c:v>
                </c:pt>
                <c:pt idx="440">
                  <c:v>139334.38</c:v>
                </c:pt>
                <c:pt idx="441">
                  <c:v>139187.39</c:v>
                </c:pt>
                <c:pt idx="442">
                  <c:v>139636.41</c:v>
                </c:pt>
                <c:pt idx="443">
                  <c:v>140109.63</c:v>
                </c:pt>
                <c:pt idx="444">
                  <c:v>137881.27</c:v>
                </c:pt>
                <c:pt idx="445">
                  <c:v>137272.59</c:v>
                </c:pt>
                <c:pt idx="446">
                  <c:v>137824.29</c:v>
                </c:pt>
                <c:pt idx="447">
                  <c:v>138136.14</c:v>
                </c:pt>
                <c:pt idx="448">
                  <c:v>139541.23</c:v>
                </c:pt>
                <c:pt idx="449">
                  <c:v>138887.81</c:v>
                </c:pt>
                <c:pt idx="450">
                  <c:v>138533.7</c:v>
                </c:pt>
                <c:pt idx="451">
                  <c:v>137026.62</c:v>
                </c:pt>
                <c:pt idx="452">
                  <c:v>136786.65</c:v>
                </c:pt>
                <c:pt idx="453">
                  <c:v>137546.26</c:v>
                </c:pt>
                <c:pt idx="454">
                  <c:v>137001.58</c:v>
                </c:pt>
                <c:pt idx="455">
                  <c:v>136236.37</c:v>
                </c:pt>
                <c:pt idx="456">
                  <c:v>136102.1</c:v>
                </c:pt>
                <c:pt idx="457">
                  <c:v>135699.38</c:v>
                </c:pt>
                <c:pt idx="458">
                  <c:v>136436.07</c:v>
                </c:pt>
                <c:pt idx="459">
                  <c:v>137128.04</c:v>
                </c:pt>
                <c:pt idx="460">
                  <c:v>137799.74</c:v>
                </c:pt>
                <c:pt idx="461">
                  <c:v>137212.63</c:v>
                </c:pt>
                <c:pt idx="462">
                  <c:v>139255.91</c:v>
                </c:pt>
                <c:pt idx="463">
                  <c:v>138840.02</c:v>
                </c:pt>
                <c:pt idx="464">
                  <c:v>138716.64</c:v>
                </c:pt>
                <c:pt idx="465">
                  <c:v>137115.83</c:v>
                </c:pt>
                <c:pt idx="466">
                  <c:v>136550.5</c:v>
                </c:pt>
                <c:pt idx="467">
                  <c:v>137164.61</c:v>
                </c:pt>
                <c:pt idx="468">
                  <c:v>135767.29</c:v>
                </c:pt>
                <c:pt idx="469">
                  <c:v>137113.89</c:v>
                </c:pt>
                <c:pt idx="470">
                  <c:v>136865.79</c:v>
                </c:pt>
                <c:pt idx="471">
                  <c:v>138854.6</c:v>
                </c:pt>
                <c:pt idx="472">
                  <c:v>139549.43</c:v>
                </c:pt>
                <c:pt idx="473">
                  <c:v>139050.93</c:v>
                </c:pt>
                <c:pt idx="474">
                  <c:v>140927.86</c:v>
                </c:pt>
                <c:pt idx="475">
                  <c:v>141263.56</c:v>
                </c:pt>
                <c:pt idx="476">
                  <c:v>139489.7</c:v>
                </c:pt>
                <c:pt idx="477">
                  <c:v>139302.85</c:v>
                </c:pt>
                <c:pt idx="478">
                  <c:v>137480.79</c:v>
                </c:pt>
                <c:pt idx="479">
                  <c:v>136743.26</c:v>
                </c:pt>
                <c:pt idx="480">
                  <c:v>136187.31</c:v>
                </c:pt>
                <c:pt idx="481">
                  <c:v>135298.99</c:v>
                </c:pt>
                <c:pt idx="482">
                  <c:v>135250.1</c:v>
                </c:pt>
                <c:pt idx="483">
                  <c:v>135510.99</c:v>
                </c:pt>
                <c:pt idx="484">
                  <c:v>135564.74</c:v>
                </c:pt>
                <c:pt idx="485">
                  <c:v>133381.58</c:v>
                </c:pt>
                <c:pt idx="486">
                  <c:v>134166.72</c:v>
                </c:pt>
                <c:pt idx="487">
                  <c:v>134035.72</c:v>
                </c:pt>
                <c:pt idx="488">
                  <c:v>135368.27</c:v>
                </c:pt>
                <c:pt idx="489">
                  <c:v>133807.59</c:v>
                </c:pt>
                <c:pt idx="490">
                  <c:v>133524.18</c:v>
                </c:pt>
                <c:pt idx="491">
                  <c:v>132129.26</c:v>
                </c:pt>
                <c:pt idx="492">
                  <c:v>132725.68</c:v>
                </c:pt>
                <c:pt idx="493">
                  <c:v>133989.74</c:v>
                </c:pt>
                <c:pt idx="494">
                  <c:v>133071.05</c:v>
                </c:pt>
                <c:pt idx="495">
                  <c:v>132437.39</c:v>
                </c:pt>
                <c:pt idx="496">
                  <c:v>132971.2</c:v>
                </c:pt>
                <c:pt idx="497">
                  <c:v>133151.3</c:v>
                </c:pt>
                <c:pt idx="498">
                  <c:v>134537.62</c:v>
                </c:pt>
                <c:pt idx="499">
                  <c:v>136527.61</c:v>
                </c:pt>
                <c:pt idx="500">
                  <c:v>135913.25</c:v>
                </c:pt>
                <c:pt idx="501">
                  <c:v>135623.15</c:v>
                </c:pt>
                <c:pt idx="502">
                  <c:v>137913.68</c:v>
                </c:pt>
                <c:pt idx="503">
                  <c:v>136687.32</c:v>
                </c:pt>
                <c:pt idx="504">
                  <c:v>136355.78</c:v>
                </c:pt>
                <c:pt idx="505">
                  <c:v>136340.77</c:v>
                </c:pt>
                <c:pt idx="506">
                  <c:v>137321.64</c:v>
                </c:pt>
                <c:pt idx="507">
                  <c:v>134432.26</c:v>
                </c:pt>
                <c:pt idx="508">
                  <c:v>134666.46</c:v>
                </c:pt>
                <c:pt idx="509">
                  <c:v>134510.85</c:v>
                </c:pt>
                <c:pt idx="510">
                  <c:v>137968.15</c:v>
                </c:pt>
                <c:pt idx="511">
                  <c:v>138025.17</c:v>
                </c:pt>
                <c:pt idx="512">
                  <c:v>137771.39</c:v>
                </c:pt>
                <c:pt idx="513">
                  <c:v>139205.81</c:v>
                </c:pt>
                <c:pt idx="514">
                  <c:v>141049.2</c:v>
                </c:pt>
                <c:pt idx="515">
                  <c:v>141422.26</c:v>
                </c:pt>
                <c:pt idx="516">
                  <c:v>141283.01</c:v>
                </c:pt>
                <c:pt idx="517">
                  <c:v>140335.16</c:v>
                </c:pt>
                <c:pt idx="518">
                  <c:v>139863.63</c:v>
                </c:pt>
                <c:pt idx="519">
                  <c:v>140993.25</c:v>
                </c:pt>
                <c:pt idx="520">
                  <c:v>142640.14</c:v>
                </c:pt>
                <c:pt idx="521">
                  <c:v>141791.58</c:v>
                </c:pt>
                <c:pt idx="522">
                  <c:v>141618.29</c:v>
                </c:pt>
                <c:pt idx="523">
                  <c:v>142348.7</c:v>
                </c:pt>
                <c:pt idx="524">
                  <c:v>143150.84</c:v>
                </c:pt>
                <c:pt idx="525">
                  <c:v>142271.58</c:v>
                </c:pt>
                <c:pt idx="526">
                  <c:v>143546.58</c:v>
                </c:pt>
                <c:pt idx="527">
                  <c:v>144061.74</c:v>
                </c:pt>
                <c:pt idx="528">
                  <c:v>145593.63</c:v>
                </c:pt>
                <c:pt idx="529">
                  <c:v>145499.49</c:v>
                </c:pt>
                <c:pt idx="530">
                  <c:v>145865.11</c:v>
                </c:pt>
                <c:pt idx="531">
                  <c:v>145109.25</c:v>
                </c:pt>
                <c:pt idx="532">
                  <c:v>146424.94</c:v>
                </c:pt>
                <c:pt idx="533">
                  <c:v>146491.75</c:v>
                </c:pt>
                <c:pt idx="534">
                  <c:v>145306.23</c:v>
                </c:pt>
                <c:pt idx="535">
                  <c:v>145446.66</c:v>
                </c:pt>
                <c:pt idx="536">
                  <c:v>146336.8</c:v>
                </c:pt>
                <c:pt idx="537">
                  <c:v>146237.02</c:v>
                </c:pt>
                <c:pt idx="538">
                  <c:v>145517.35</c:v>
                </c:pt>
                <c:pt idx="539">
                  <c:v>143949.64</c:v>
                </c:pt>
                <c:pt idx="540">
                  <c:v>144200.65</c:v>
                </c:pt>
                <c:pt idx="541">
                  <c:v>143608.08</c:v>
                </c:pt>
                <c:pt idx="542">
                  <c:v>141356.43</c:v>
                </c:pt>
                <c:pt idx="543">
                  <c:v>142145.38</c:v>
                </c:pt>
                <c:pt idx="544">
                  <c:v>141708.19</c:v>
                </c:pt>
                <c:pt idx="545">
                  <c:v>140680.34</c:v>
                </c:pt>
                <c:pt idx="546">
                  <c:v>141783.36</c:v>
                </c:pt>
                <c:pt idx="547">
                  <c:v>141682.99</c:v>
                </c:pt>
                <c:pt idx="548">
                  <c:v>142603.66</c:v>
                </c:pt>
                <c:pt idx="549">
                  <c:v>142200.02</c:v>
                </c:pt>
                <c:pt idx="550">
                  <c:v>143398.63</c:v>
                </c:pt>
                <c:pt idx="551">
                  <c:v>144509.32</c:v>
                </c:pt>
                <c:pt idx="552">
                  <c:v>144085.15</c:v>
                </c:pt>
                <c:pt idx="553">
                  <c:v>144872.79</c:v>
                </c:pt>
                <c:pt idx="554">
                  <c:v>145720.98</c:v>
                </c:pt>
                <c:pt idx="555">
                  <c:v>146172.21</c:v>
                </c:pt>
                <c:pt idx="556">
                  <c:v>146969.1</c:v>
                </c:pt>
                <c:pt idx="557">
                  <c:v>147428.9</c:v>
                </c:pt>
                <c:pt idx="558">
                  <c:v>148632.93</c:v>
                </c:pt>
                <c:pt idx="559">
                  <c:v>148780.22</c:v>
                </c:pt>
                <c:pt idx="560">
                  <c:v>149540.43</c:v>
                </c:pt>
                <c:pt idx="561">
                  <c:v>150454.24</c:v>
                </c:pt>
                <c:pt idx="562">
                  <c:v>150704.2</c:v>
                </c:pt>
                <c:pt idx="563">
                  <c:v>153294.44</c:v>
                </c:pt>
                <c:pt idx="564">
                  <c:v>153338.63</c:v>
                </c:pt>
                <c:pt idx="565">
                  <c:v>154063.53</c:v>
                </c:pt>
                <c:pt idx="566">
                  <c:v>155257.31</c:v>
                </c:pt>
                <c:pt idx="567">
                  <c:v>157748.6</c:v>
                </c:pt>
                <c:pt idx="568">
                  <c:v>157632.9</c:v>
                </c:pt>
                <c:pt idx="569">
                  <c:v>157162.43</c:v>
                </c:pt>
                <c:pt idx="570">
                  <c:v>157738.69</c:v>
                </c:pt>
                <c:pt idx="571">
                  <c:v>156992.93</c:v>
                </c:pt>
                <c:pt idx="572">
                  <c:v>156522.13</c:v>
                </c:pt>
                <c:pt idx="573">
                  <c:v>155380.66</c:v>
                </c:pt>
                <c:pt idx="574">
                  <c:v>154770.1</c:v>
                </c:pt>
                <c:pt idx="575">
                  <c:v>155277.56</c:v>
                </c:pt>
                <c:pt idx="576">
                  <c:v>155910.18</c:v>
                </c:pt>
                <c:pt idx="577">
                  <c:v>158554.94</c:v>
                </c:pt>
                <c:pt idx="578">
                  <c:v>158359.76</c:v>
                </c:pt>
                <c:pt idx="579">
                  <c:v>159072.13</c:v>
                </c:pt>
                <c:pt idx="580">
                  <c:v>158611.01</c:v>
                </c:pt>
                <c:pt idx="581">
                  <c:v>161092.25</c:v>
                </c:pt>
                <c:pt idx="582">
                  <c:v>161755.18</c:v>
                </c:pt>
                <c:pt idx="583">
                  <c:v>164455.61</c:v>
                </c:pt>
                <c:pt idx="584">
                  <c:v>157369.36</c:v>
                </c:pt>
                <c:pt idx="585">
                  <c:v>158187.43</c:v>
                </c:pt>
                <c:pt idx="586">
                  <c:v>157981.13</c:v>
                </c:pt>
                <c:pt idx="587">
                  <c:v>159074.97</c:v>
                </c:pt>
                <c:pt idx="588">
                  <c:v>159189.1</c:v>
                </c:pt>
                <c:pt idx="589">
                  <c:v>160766.37</c:v>
                </c:pt>
                <c:pt idx="590">
                  <c:v>162481.74</c:v>
                </c:pt>
                <c:pt idx="591">
                  <c:v>158577.88</c:v>
                </c:pt>
                <c:pt idx="592">
                  <c:v>157327.26</c:v>
                </c:pt>
                <c:pt idx="593">
                  <c:v>157923.34</c:v>
                </c:pt>
                <c:pt idx="594">
                  <c:v>158473.02</c:v>
                </c:pt>
                <c:pt idx="595">
                  <c:v>158141.65</c:v>
                </c:pt>
                <c:pt idx="596">
                  <c:v>160455.83</c:v>
                </c:pt>
                <c:pt idx="597">
                  <c:v>160896.64</c:v>
                </c:pt>
                <c:pt idx="598">
                  <c:v>160490.3</c:v>
                </c:pt>
                <c:pt idx="599">
                  <c:v>161125.37</c:v>
                </c:pt>
                <c:pt idx="600">
                  <c:v>160538.69</c:v>
                </c:pt>
                <c:pt idx="601">
                  <c:v>161869.76</c:v>
                </c:pt>
                <c:pt idx="602">
                  <c:v>163663.88</c:v>
                </c:pt>
                <c:pt idx="603">
                  <c:v>161975.24</c:v>
                </c:pt>
                <c:pt idx="604">
                  <c:v>162936.48</c:v>
                </c:pt>
                <c:pt idx="605">
                  <c:v>163370.31</c:v>
                </c:pt>
                <c:pt idx="606">
                  <c:v>163150.35</c:v>
                </c:pt>
                <c:pt idx="607">
                  <c:v>161973.05</c:v>
                </c:pt>
                <c:pt idx="608">
                  <c:v>165145.98</c:v>
                </c:pt>
                <c:pt idx="609">
                  <c:v>165568.32</c:v>
                </c:pt>
                <c:pt idx="610">
                  <c:v>164799.98</c:v>
                </c:pt>
                <c:pt idx="611">
                  <c:v>164849.27</c:v>
                </c:pt>
                <c:pt idx="612">
                  <c:v>166276.9</c:v>
                </c:pt>
                <c:pt idx="613">
                  <c:v>171816.67</c:v>
                </c:pt>
                <c:pt idx="614">
                  <c:v>175589.35</c:v>
                </c:pt>
                <c:pt idx="615">
                  <c:v>178858.54</c:v>
                </c:pt>
                <c:pt idx="616">
                  <c:v>178720.68</c:v>
                </c:pt>
                <c:pt idx="617">
                  <c:v>181919.13</c:v>
                </c:pt>
                <c:pt idx="618">
                  <c:v>184691.05</c:v>
                </c:pt>
                <c:pt idx="619">
                  <c:v>183133.75</c:v>
                </c:pt>
                <c:pt idx="620">
                  <c:v>181363.9</c:v>
                </c:pt>
                <c:pt idx="621">
                  <c:v>182793.4</c:v>
                </c:pt>
                <c:pt idx="622">
                  <c:v>185674.43</c:v>
                </c:pt>
                <c:pt idx="623">
                  <c:v>181708.23</c:v>
                </c:pt>
                <c:pt idx="624">
                  <c:v>182127.25</c:v>
                </c:pt>
                <c:pt idx="625">
                  <c:v>182949.78</c:v>
                </c:pt>
                <c:pt idx="626">
                  <c:v>186241.15</c:v>
                </c:pt>
                <c:pt idx="627">
                  <c:v>185929.33</c:v>
                </c:pt>
                <c:pt idx="628">
                  <c:v>189699.12</c:v>
                </c:pt>
                <c:pt idx="629">
                  <c:v>187766.42</c:v>
                </c:pt>
                <c:pt idx="630">
                  <c:v>186464.3</c:v>
                </c:pt>
                <c:pt idx="631">
                  <c:v>186016.31</c:v>
                </c:pt>
                <c:pt idx="632">
                  <c:v>188534.42</c:v>
                </c:pt>
                <c:pt idx="633">
                  <c:v>190534.42</c:v>
                </c:pt>
                <c:pt idx="634">
                  <c:v>188853.49</c:v>
                </c:pt>
                <c:pt idx="635">
                  <c:v>191490.4</c:v>
                </c:pt>
                <c:pt idx="636">
                  <c:v>191247.46</c:v>
                </c:pt>
                <c:pt idx="637">
                  <c:v>191005.02</c:v>
                </c:pt>
                <c:pt idx="638">
                  <c:v>188786.98</c:v>
                </c:pt>
                <c:pt idx="639">
                  <c:v>189307.02</c:v>
                </c:pt>
                <c:pt idx="640">
                  <c:v>183104.87</c:v>
                </c:pt>
                <c:pt idx="641">
                  <c:v>185366.44</c:v>
                </c:pt>
                <c:pt idx="642">
                  <c:v>180463.84</c:v>
                </c:pt>
                <c:pt idx="643">
                  <c:v>179364.82</c:v>
                </c:pt>
                <c:pt idx="644">
                  <c:v>180915.36</c:v>
                </c:pt>
                <c:pt idx="645">
                  <c:v>183447</c:v>
                </c:pt>
                <c:pt idx="646">
                  <c:v>183969.35</c:v>
                </c:pt>
                <c:pt idx="647">
                  <c:v>179284.49</c:v>
                </c:pt>
                <c:pt idx="648">
                  <c:v>177653.31</c:v>
                </c:pt>
                <c:pt idx="649">
                  <c:v>179875.44</c:v>
                </c:pt>
                <c:pt idx="650">
                  <c:v>180409.73</c:v>
                </c:pt>
                <c:pt idx="651">
                  <c:v>179639.91</c:v>
                </c:pt>
                <c:pt idx="652">
                  <c:v>180270.62</c:v>
                </c:pt>
                <c:pt idx="653">
                  <c:v>176219.4</c:v>
                </c:pt>
                <c:pt idx="654">
                  <c:v>181931.93</c:v>
                </c:pt>
                <c:pt idx="655">
                  <c:v>182509.14</c:v>
                </c:pt>
                <c:pt idx="656">
                  <c:v>185424.28</c:v>
                </c:pt>
                <c:pt idx="657">
                  <c:v>182732.67</c:v>
                </c:pt>
                <c:pt idx="658">
                  <c:v>181556.76</c:v>
                </c:pt>
                <c:pt idx="659">
                  <c:v>182514.2</c:v>
                </c:pt>
                <c:pt idx="660">
                  <c:v>187461.84</c:v>
                </c:pt>
                <c:pt idx="661">
                  <c:v>187952.91</c:v>
                </c:pt>
                <c:pt idx="662">
                  <c:v>188052.02</c:v>
                </c:pt>
                <c:pt idx="663">
                  <c:v>188161.97</c:v>
                </c:pt>
                <c:pt idx="664">
                  <c:v>188258.91</c:v>
                </c:pt>
                <c:pt idx="665">
                  <c:v>192201.16</c:v>
                </c:pt>
                <c:pt idx="666">
                  <c:v>195129.25</c:v>
                </c:pt>
                <c:pt idx="667">
                  <c:v>197323.87</c:v>
                </c:pt>
                <c:pt idx="668">
                  <c:v>198000.71</c:v>
                </c:pt>
                <c:pt idx="669">
                  <c:v>198657.33</c:v>
                </c:pt>
                <c:pt idx="670">
                  <c:v>197737.61</c:v>
                </c:pt>
                <c:pt idx="671">
                  <c:v>196818.59</c:v>
                </c:pt>
                <c:pt idx="672">
                  <c:v>195733.51</c:v>
                </c:pt>
                <c:pt idx="673">
                  <c:v>196132.06</c:v>
                </c:pt>
                <c:pt idx="674">
                  <c:v>192888.96</c:v>
                </c:pt>
                <c:pt idx="675">
                  <c:v>191378.43</c:v>
                </c:pt>
                <c:pt idx="676">
                  <c:v>190745.02</c:v>
                </c:pt>
                <c:pt idx="677">
                  <c:v>189578.79</c:v>
                </c:pt>
                <c:pt idx="678">
                  <c:v>188618.69</c:v>
                </c:pt>
                <c:pt idx="679">
                  <c:v>184750.42</c:v>
                </c:pt>
                <c:pt idx="680">
                  <c:v>187317.64</c:v>
                </c:pt>
                <c:pt idx="681">
                  <c:v>185600.12</c:v>
                </c:pt>
                <c:pt idx="682">
                  <c:v>186753.82</c:v>
                </c:pt>
                <c:pt idx="683">
                  <c:v>187690.86</c:v>
                </c:pt>
                <c:pt idx="684">
                  <c:v>183218.26</c:v>
                </c:pt>
                <c:pt idx="685">
                  <c:v>184108.29</c:v>
                </c:pt>
                <c:pt idx="686">
                  <c:v>181908.87</c:v>
                </c:pt>
                <c:pt idx="687">
                  <c:v>180342.33</c:v>
                </c:pt>
                <c:pt idx="688">
                  <c:v>177098.29</c:v>
                </c:pt>
                <c:pt idx="689">
                  <c:v>178365.86</c:v>
                </c:pt>
                <c:pt idx="690">
                  <c:v>177283.83</c:v>
                </c:pt>
                <c:pt idx="691">
                  <c:v>176975.82</c:v>
                </c:pt>
                <c:pt idx="692">
                  <c:v>174278.86</c:v>
                </c:pt>
                <c:pt idx="693">
                  <c:v>177355.73</c:v>
                </c:pt>
                <c:pt idx="694">
                  <c:v>177649.86</c:v>
                </c:pt>
                <c:pt idx="695">
                  <c:v>176209.61</c:v>
                </c:pt>
                <c:pt idx="696">
                  <c:v>177815.72</c:v>
                </c:pt>
                <c:pt idx="697">
                  <c:v>176589.03</c:v>
                </c:pt>
                <c:pt idx="698">
                  <c:v>175744.37</c:v>
                </c:pt>
                <c:pt idx="699">
                  <c:v>175063.41</c:v>
                </c:pt>
                <c:pt idx="700">
                  <c:v>173787.49</c:v>
                </c:pt>
                <c:pt idx="701">
                  <c:v>172197.46</c:v>
                </c:pt>
                <c:pt idx="702">
                  <c:v>174197.64</c:v>
                </c:pt>
                <c:pt idx="703">
                  <c:v>170330.63</c:v>
                </c:pt>
                <c:pt idx="704">
                  <c:v>169019.12</c:v>
                </c:pt>
                <c:pt idx="705">
                  <c:v>168668.72</c:v>
                </c:pt>
                <c:pt idx="706">
                  <c:v>169813.15</c:v>
                </c:pt>
                <c:pt idx="707">
                  <c:v>168619.26</c:v>
                </c:pt>
                <c:pt idx="708">
                  <c:v>171497.24</c:v>
                </c:pt>
                <c:pt idx="709">
                  <c:v>171132.66</c:v>
                </c:pt>
                <c:pt idx="710">
                  <c:v>170415.13</c:v>
                </c:pt>
                <c:pt idx="711">
                  <c:v>169648.47</c:v>
                </c:pt>
                <c:pt idx="712">
                  <c:v>168453.93</c:v>
                </c:pt>
                <c:pt idx="713">
                  <c:v>168277.55</c:v>
                </c:pt>
                <c:pt idx="714">
                  <c:v>168333.61</c:v>
                </c:pt>
                <c:pt idx="715">
                  <c:v>170370.38</c:v>
                </c:pt>
                <c:pt idx="716">
                  <c:v>171258.87</c:v>
                </c:pt>
                <c:pt idx="717">
                  <c:v>170506.66</c:v>
                </c:pt>
                <c:pt idx="718">
                  <c:v>171990.2</c:v>
                </c:pt>
                <c:pt idx="719">
                  <c:v>173295.14</c:v>
                </c:pt>
                <c:pt idx="720">
                  <c:v>173205.35</c:v>
                </c:pt>
                <c:pt idx="721">
                  <c:v>172024.12</c:v>
                </c:pt>
                <c:pt idx="722">
                  <c:v>171688.61</c:v>
                </c:pt>
                <c:pt idx="723">
                  <c:v>172787.62</c:v>
                </c:pt>
                <c:pt idx="724">
                  <c:v>174070.27</c:v>
                </c:pt>
                <c:pt idx="725">
                  <c:v>172447.58</c:v>
                </c:pt>
                <c:pt idx="726">
                  <c:v>172020.68</c:v>
                </c:pt>
                <c:pt idx="727">
                  <c:v>170653.45</c:v>
                </c:pt>
                <c:pt idx="728">
                  <c:v>172742.12</c:v>
                </c:pt>
                <c:pt idx="729">
                  <c:v>177866.37</c:v>
                </c:pt>
                <c:pt idx="730">
                  <c:v>175739.08</c:v>
                </c:pt>
                <c:pt idx="731">
                  <c:v>176641.1</c:v>
                </c:pt>
                <c:pt idx="732">
                  <c:v>176010.9</c:v>
                </c:pt>
                <c:pt idx="733">
                  <c:v>173825.27</c:v>
                </c:pt>
                <c:pt idx="734">
                  <c:v>173714.08</c:v>
                </c:pt>
                <c:pt idx="735">
                  <c:v>173371.35</c:v>
                </c:pt>
                <c:pt idx="736">
                  <c:v>173325.65</c:v>
                </c:pt>
                <c:pt idx="737">
                  <c:v>177547.57</c:v>
                </c:pt>
                <c:pt idx="738">
                  <c:v>176723.62</c:v>
                </c:pt>
                <c:pt idx="739">
                  <c:v>174041.95</c:v>
                </c:pt>
                <c:pt idx="740">
                  <c:v>175334.46</c:v>
                </c:pt>
                <c:pt idx="741">
                  <c:v>176564.75</c:v>
                </c:pt>
                <c:pt idx="742">
                  <c:v>173885.34</c:v>
                </c:pt>
                <c:pt idx="743">
                  <c:v>177158.86</c:v>
                </c:pt>
                <c:pt idx="744">
                  <c:v>177999</c:v>
                </c:pt>
                <c:pt idx="745">
                  <c:v>178000.24</c:v>
                </c:pt>
                <c:pt idx="746">
                  <c:v>177894.97</c:v>
                </c:pt>
                <c:pt idx="747">
                  <c:v>177726.17</c:v>
                </c:pt>
                <c:pt idx="748">
                  <c:v>175546.36</c:v>
                </c:pt>
                <c:pt idx="749">
                  <c:v>172513.42</c:v>
                </c:pt>
                <c:pt idx="750">
                  <c:v>172179.93</c:v>
                </c:pt>
                <c:pt idx="751">
                  <c:v>167874.64</c:v>
                </c:pt>
                <c:pt idx="752">
                  <c:v>167491.07</c:v>
                </c:pt>
                <c:pt idx="753">
                  <c:v>167100.95</c:v>
                </c:pt>
                <c:pt idx="754">
                  <c:v>166934.2</c:v>
                </c:pt>
                <c:pt idx="755">
                  <c:v>166783.57</c:v>
                </c:pt>
                <c:pt idx="756">
                  <c:v>166334.86</c:v>
                </c:pt>
                <c:pt idx="757">
                  <c:v>167830.27</c:v>
                </c:pt>
                <c:pt idx="758">
                  <c:v>167927.15</c:v>
                </c:pt>
                <c:pt idx="759">
                  <c:v>171031.73</c:v>
                </c:pt>
                <c:pt idx="760">
                  <c:v>171906.72</c:v>
                </c:pt>
                <c:pt idx="761">
                  <c:v>174576.8</c:v>
                </c:pt>
                <c:pt idx="762">
                  <c:v>174586.26</c:v>
                </c:pt>
                <c:pt idx="763">
                  <c:v>175135.41</c:v>
                </c:pt>
                <c:pt idx="764">
                  <c:v>175664.62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83-4461-9C74-F24132722F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0418784"/>
        <c:axId val="570408224"/>
      </c:lineChart>
      <c:dateAx>
        <c:axId val="338703552"/>
        <c:scaling>
          <c:orientation val="minMax"/>
        </c:scaling>
        <c:delete val="0"/>
        <c:axPos val="b"/>
        <c:numFmt formatCode="[$-416]mmm\-yy;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38698752"/>
        <c:crosses val="autoZero"/>
        <c:auto val="1"/>
        <c:lblOffset val="100"/>
        <c:baseTimeUnit val="days"/>
      </c:dateAx>
      <c:valAx>
        <c:axId val="338698752"/>
        <c:scaling>
          <c:orientation val="minMax"/>
        </c:scaling>
        <c:delete val="0"/>
        <c:axPos val="l"/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38703552"/>
        <c:crosses val="autoZero"/>
        <c:crossBetween val="between"/>
      </c:valAx>
      <c:valAx>
        <c:axId val="570408224"/>
        <c:scaling>
          <c:orientation val="minMax"/>
          <c:min val="100000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570418784"/>
        <c:crosses val="max"/>
        <c:crossBetween val="between"/>
      </c:valAx>
      <c:catAx>
        <c:axId val="570418784"/>
        <c:scaling>
          <c:orientation val="minMax"/>
        </c:scaling>
        <c:delete val="1"/>
        <c:axPos val="b"/>
        <c:numFmt formatCode="0.00" sourceLinked="1"/>
        <c:majorTickMark val="out"/>
        <c:minorTickMark val="none"/>
        <c:tickLblPos val="nextTo"/>
        <c:crossAx val="570408224"/>
        <c:crosses val="autoZero"/>
        <c:auto val="1"/>
        <c:lblAlgn val="ctr"/>
        <c:lblOffset val="100"/>
        <c:tickLblSkip val="1"/>
        <c:tickMarkSkip val="1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4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'Component treatment'!$J$4</c:f>
              <c:strCache>
                <c:ptCount val="1"/>
                <c:pt idx="0">
                  <c:v>Positivo</c:v>
                </c:pt>
              </c:strCache>
            </c:strRef>
          </c:tx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'Component treatment'!$C$5:$C$50000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treatment'!$J$5:$J$50000</c:f>
              <c:numCache>
                <c:formatCode>0%</c:formatCode>
                <c:ptCount val="49996"/>
                <c:pt idx="0">
                  <c:v>0.05206125820528609</c:v>
                </c:pt>
                <c:pt idx="1">
                  <c:v>0.04903985010860104</c:v>
                </c:pt>
                <c:pt idx="2">
                  <c:v>0.04880599943445116</c:v>
                </c:pt>
                <c:pt idx="3">
                  <c:v>0.04983610625393142</c:v>
                </c:pt>
                <c:pt idx="4">
                  <c:v>0.05189343443961612</c:v>
                </c:pt>
                <c:pt idx="5">
                  <c:v>0.04882619760738214</c:v>
                </c:pt>
                <c:pt idx="6">
                  <c:v>0.04779897624117772</c:v>
                </c:pt>
                <c:pt idx="7">
                  <c:v>0.0460071097568717</c:v>
                </c:pt>
                <c:pt idx="8">
                  <c:v>0.04293410201808601</c:v>
                </c:pt>
                <c:pt idx="9">
                  <c:v>0.04088831564550474</c:v>
                </c:pt>
                <c:pt idx="10">
                  <c:v>0.03730458267689271</c:v>
                </c:pt>
                <c:pt idx="11">
                  <c:v>0.03449992209276154</c:v>
                </c:pt>
                <c:pt idx="12">
                  <c:v>0.03246712025992163</c:v>
                </c:pt>
                <c:pt idx="13">
                  <c:v>0.02786770773820859</c:v>
                </c:pt>
                <c:pt idx="14">
                  <c:v>0.0240300548813213</c:v>
                </c:pt>
                <c:pt idx="15">
                  <c:v>0.02300427624175481</c:v>
                </c:pt>
                <c:pt idx="16">
                  <c:v>0.0227575699866692</c:v>
                </c:pt>
                <c:pt idx="17">
                  <c:v>0.02097435986219075</c:v>
                </c:pt>
                <c:pt idx="18">
                  <c:v>0.01636629098065015</c:v>
                </c:pt>
                <c:pt idx="19">
                  <c:v>0.0135459527670535</c:v>
                </c:pt>
                <c:pt idx="20">
                  <c:v>0.00971835090574378</c:v>
                </c:pt>
                <c:pt idx="21">
                  <c:v>0.004361410717342916</c:v>
                </c:pt>
                <c:pt idx="22">
                  <c:v>0.002568053415511038</c:v>
                </c:pt>
                <c:pt idx="28">
                  <c:v>0.0009416195856873775</c:v>
                </c:pt>
                <c:pt idx="29">
                  <c:v>0.00171203561034069</c:v>
                </c:pt>
                <c:pt idx="30">
                  <c:v>0.003757918164697821</c:v>
                </c:pt>
                <c:pt idx="31">
                  <c:v>0.005786680362951545</c:v>
                </c:pt>
                <c:pt idx="32">
                  <c:v>0.00530731039205615</c:v>
                </c:pt>
                <c:pt idx="33">
                  <c:v>0.001001540832049302</c:v>
                </c:pt>
                <c:pt idx="70">
                  <c:v>0.0006376932338893234</c:v>
                </c:pt>
                <c:pt idx="71">
                  <c:v>0.004713508824989579</c:v>
                </c:pt>
                <c:pt idx="72">
                  <c:v>0.009036127390279666</c:v>
                </c:pt>
                <c:pt idx="73">
                  <c:v>0.01438019641522246</c:v>
                </c:pt>
                <c:pt idx="74">
                  <c:v>0.02125358791606986</c:v>
                </c:pt>
                <c:pt idx="75">
                  <c:v>0.02405401703939146</c:v>
                </c:pt>
                <c:pt idx="76">
                  <c:v>0.02558761933565774</c:v>
                </c:pt>
                <c:pt idx="77">
                  <c:v>0.03220850143516642</c:v>
                </c:pt>
                <c:pt idx="78">
                  <c:v>0.03374638355179439</c:v>
                </c:pt>
                <c:pt idx="79">
                  <c:v>0.04037439868523918</c:v>
                </c:pt>
                <c:pt idx="80">
                  <c:v>0.05005820555691876</c:v>
                </c:pt>
                <c:pt idx="81">
                  <c:v>0.05362614913176711</c:v>
                </c:pt>
                <c:pt idx="82">
                  <c:v>0.05796731358529111</c:v>
                </c:pt>
                <c:pt idx="83">
                  <c:v>0.05924412665985699</c:v>
                </c:pt>
                <c:pt idx="84">
                  <c:v>0.0602655771195097</c:v>
                </c:pt>
                <c:pt idx="85">
                  <c:v>0.06179775280898876</c:v>
                </c:pt>
                <c:pt idx="86">
                  <c:v>0.06230847803881512</c:v>
                </c:pt>
                <c:pt idx="87">
                  <c:v>0.06486210418794688</c:v>
                </c:pt>
                <c:pt idx="88">
                  <c:v>0.07048008171603677</c:v>
                </c:pt>
                <c:pt idx="89">
                  <c:v>0.07533197139938713</c:v>
                </c:pt>
                <c:pt idx="90">
                  <c:v>0.07405515832482124</c:v>
                </c:pt>
                <c:pt idx="91">
                  <c:v>0.07328907048008172</c:v>
                </c:pt>
                <c:pt idx="92">
                  <c:v>0.07839632277834524</c:v>
                </c:pt>
                <c:pt idx="93">
                  <c:v>0.07711950970377936</c:v>
                </c:pt>
                <c:pt idx="94">
                  <c:v>0.0789070480081716</c:v>
                </c:pt>
                <c:pt idx="95">
                  <c:v>0.08248212461695607</c:v>
                </c:pt>
                <c:pt idx="96">
                  <c:v>0.08478038815117465</c:v>
                </c:pt>
                <c:pt idx="97">
                  <c:v>0.09065372829417773</c:v>
                </c:pt>
                <c:pt idx="98">
                  <c:v>0.09627170582226761</c:v>
                </c:pt>
                <c:pt idx="99">
                  <c:v>0.09627170582226761</c:v>
                </c:pt>
                <c:pt idx="100">
                  <c:v>0.09141981613891725</c:v>
                </c:pt>
                <c:pt idx="101">
                  <c:v>0.08835546475995913</c:v>
                </c:pt>
                <c:pt idx="102">
                  <c:v>0.08197139938712972</c:v>
                </c:pt>
                <c:pt idx="103">
                  <c:v>0.08069458631256383</c:v>
                </c:pt>
                <c:pt idx="104">
                  <c:v>0.07763023493360571</c:v>
                </c:pt>
                <c:pt idx="105">
                  <c:v>0.07711950970377936</c:v>
                </c:pt>
                <c:pt idx="106">
                  <c:v>0.07635342185903983</c:v>
                </c:pt>
                <c:pt idx="107">
                  <c:v>0.07405515832482124</c:v>
                </c:pt>
                <c:pt idx="108">
                  <c:v>0.0735444330949949</c:v>
                </c:pt>
                <c:pt idx="109">
                  <c:v>0.07405515832482124</c:v>
                </c:pt>
                <c:pt idx="110">
                  <c:v>0.06486210418794688</c:v>
                </c:pt>
                <c:pt idx="111">
                  <c:v>0.05745658835546475</c:v>
                </c:pt>
                <c:pt idx="112">
                  <c:v>0.05388151174668028</c:v>
                </c:pt>
                <c:pt idx="113">
                  <c:v>0.04954034729315628</c:v>
                </c:pt>
                <c:pt idx="114">
                  <c:v>0.04239019407558733</c:v>
                </c:pt>
                <c:pt idx="115">
                  <c:v>0.04187946884576097</c:v>
                </c:pt>
                <c:pt idx="116">
                  <c:v>0.03881511746680286</c:v>
                </c:pt>
                <c:pt idx="117">
                  <c:v>0.03370786516853932</c:v>
                </c:pt>
                <c:pt idx="118">
                  <c:v>0.02860061287027579</c:v>
                </c:pt>
                <c:pt idx="119">
                  <c:v>0.02093973442288049</c:v>
                </c:pt>
                <c:pt idx="120">
                  <c:v>0.01276380256574505</c:v>
                </c:pt>
                <c:pt idx="121">
                  <c:v>0.01327741324884726</c:v>
                </c:pt>
                <c:pt idx="122">
                  <c:v>0.01379679483850117</c:v>
                </c:pt>
                <c:pt idx="123">
                  <c:v>0.0114942031243688</c:v>
                </c:pt>
                <c:pt idx="124">
                  <c:v>0.01046553903152646</c:v>
                </c:pt>
                <c:pt idx="125">
                  <c:v>0.012525752670487</c:v>
                </c:pt>
                <c:pt idx="126">
                  <c:v>0.01381987846470802</c:v>
                </c:pt>
                <c:pt idx="127">
                  <c:v>0.01229058822850481</c:v>
                </c:pt>
                <c:pt idx="128">
                  <c:v>0.01153027129031699</c:v>
                </c:pt>
                <c:pt idx="129">
                  <c:v>0.0082004582099802</c:v>
                </c:pt>
                <c:pt idx="130">
                  <c:v>0.007184778656879206</c:v>
                </c:pt>
                <c:pt idx="131">
                  <c:v>0.006428789898605167</c:v>
                </c:pt>
                <c:pt idx="132">
                  <c:v>0.009249320475753532</c:v>
                </c:pt>
                <c:pt idx="133">
                  <c:v>0.01284170980419314</c:v>
                </c:pt>
                <c:pt idx="134">
                  <c:v>0.01463790446841294</c:v>
                </c:pt>
                <c:pt idx="135">
                  <c:v>0.01643554185927067</c:v>
                </c:pt>
                <c:pt idx="136">
                  <c:v>0.01694626708909702</c:v>
                </c:pt>
                <c:pt idx="137">
                  <c:v>0.01720595788392398</c:v>
                </c:pt>
                <c:pt idx="138">
                  <c:v>0.0202861792558993</c:v>
                </c:pt>
                <c:pt idx="139">
                  <c:v>0.02337072880778841</c:v>
                </c:pt>
                <c:pt idx="140">
                  <c:v>0.02491300358373296</c:v>
                </c:pt>
                <c:pt idx="141">
                  <c:v>0.02773497688751926</c:v>
                </c:pt>
                <c:pt idx="142">
                  <c:v>0.02953261427837699</c:v>
                </c:pt>
                <c:pt idx="143">
                  <c:v>0.0308166409861325</c:v>
                </c:pt>
                <c:pt idx="144">
                  <c:v>0.0308166409861325</c:v>
                </c:pt>
                <c:pt idx="145">
                  <c:v>0.03338469440164355</c:v>
                </c:pt>
                <c:pt idx="146">
                  <c:v>0.0367231638418079</c:v>
                </c:pt>
                <c:pt idx="147">
                  <c:v>0.03415511042629687</c:v>
                </c:pt>
                <c:pt idx="148">
                  <c:v>0.03261427837699024</c:v>
                </c:pt>
                <c:pt idx="149">
                  <c:v>0.03415511042629687</c:v>
                </c:pt>
                <c:pt idx="150">
                  <c:v>0.03466872110939907</c:v>
                </c:pt>
                <c:pt idx="151">
                  <c:v>0.03646635850025681</c:v>
                </c:pt>
                <c:pt idx="152">
                  <c:v>0.03569594247560349</c:v>
                </c:pt>
                <c:pt idx="153">
                  <c:v>0.03543913713405238</c:v>
                </c:pt>
                <c:pt idx="154">
                  <c:v>0.03620955315870569</c:v>
                </c:pt>
                <c:pt idx="155">
                  <c:v>0.03518233179250128</c:v>
                </c:pt>
                <c:pt idx="156">
                  <c:v>0.03364149974319466</c:v>
                </c:pt>
                <c:pt idx="157">
                  <c:v>0.03133025166923472</c:v>
                </c:pt>
                <c:pt idx="158">
                  <c:v>0.03235747303543914</c:v>
                </c:pt>
                <c:pt idx="159">
                  <c:v>0.03441191576784797</c:v>
                </c:pt>
                <c:pt idx="160">
                  <c:v>0.03389830508474576</c:v>
                </c:pt>
                <c:pt idx="161">
                  <c:v>0.03004622496147919</c:v>
                </c:pt>
                <c:pt idx="162">
                  <c:v>0.02824858757062147</c:v>
                </c:pt>
                <c:pt idx="163">
                  <c:v>0.02491011813045711</c:v>
                </c:pt>
                <c:pt idx="164">
                  <c:v>0.02336928608115049</c:v>
                </c:pt>
                <c:pt idx="165">
                  <c:v>0.02080123266563944</c:v>
                </c:pt>
                <c:pt idx="166">
                  <c:v>0.02003081664098613</c:v>
                </c:pt>
                <c:pt idx="167">
                  <c:v>0.02054442732408834</c:v>
                </c:pt>
                <c:pt idx="168">
                  <c:v>0.01746276322547509</c:v>
                </c:pt>
                <c:pt idx="169">
                  <c:v>0.01592193117616846</c:v>
                </c:pt>
                <c:pt idx="170">
                  <c:v>0.01309707241910631</c:v>
                </c:pt>
                <c:pt idx="171">
                  <c:v>0.007190549563430915</c:v>
                </c:pt>
                <c:pt idx="172">
                  <c:v>0.001027221366204413</c:v>
                </c:pt>
                <c:pt idx="234">
                  <c:v>0.001523616048755709</c:v>
                </c:pt>
                <c:pt idx="235">
                  <c:v>0.004316912138141184</c:v>
                </c:pt>
                <c:pt idx="236">
                  <c:v>0.01218892839004571</c:v>
                </c:pt>
                <c:pt idx="237">
                  <c:v>0.01675977653631285</c:v>
                </c:pt>
                <c:pt idx="238">
                  <c:v>0.01828339258506856</c:v>
                </c:pt>
                <c:pt idx="239">
                  <c:v>0.02133062468257999</c:v>
                </c:pt>
                <c:pt idx="240">
                  <c:v>0.02260030472320975</c:v>
                </c:pt>
                <c:pt idx="241">
                  <c:v>0.02158456069070594</c:v>
                </c:pt>
                <c:pt idx="242">
                  <c:v>0.02056881665820213</c:v>
                </c:pt>
                <c:pt idx="243">
                  <c:v>0.02209243270695784</c:v>
                </c:pt>
                <c:pt idx="244">
                  <c:v>0.02209243270695785</c:v>
                </c:pt>
                <c:pt idx="245">
                  <c:v>0.02260030472320975</c:v>
                </c:pt>
                <c:pt idx="246">
                  <c:v>0.02363039542283931</c:v>
                </c:pt>
                <c:pt idx="247">
                  <c:v>0.02387859276411496</c:v>
                </c:pt>
                <c:pt idx="248">
                  <c:v>0.02337359008128821</c:v>
                </c:pt>
                <c:pt idx="249">
                  <c:v>0.02082849133317839</c:v>
                </c:pt>
                <c:pt idx="250">
                  <c:v>0.01853158992634421</c:v>
                </c:pt>
                <c:pt idx="251">
                  <c:v>0.01905380860972187</c:v>
                </c:pt>
                <c:pt idx="252">
                  <c:v>0.01856315259402088</c:v>
                </c:pt>
                <c:pt idx="253">
                  <c:v>0.02038087531885467</c:v>
                </c:pt>
                <c:pt idx="254">
                  <c:v>0.02040669931968104</c:v>
                </c:pt>
                <c:pt idx="255">
                  <c:v>0.02247835805264079</c:v>
                </c:pt>
                <c:pt idx="256">
                  <c:v>0.02456178757385599</c:v>
                </c:pt>
                <c:pt idx="257">
                  <c:v>0.02613301662413531</c:v>
                </c:pt>
                <c:pt idx="258">
                  <c:v>0.02435979302193762</c:v>
                </c:pt>
                <c:pt idx="259">
                  <c:v>0.0277345448572024</c:v>
                </c:pt>
                <c:pt idx="260">
                  <c:v>0.03161716870871909</c:v>
                </c:pt>
                <c:pt idx="261">
                  <c:v>0.03448404852773197</c:v>
                </c:pt>
                <c:pt idx="262">
                  <c:v>0.03475962680927775</c:v>
                </c:pt>
                <c:pt idx="263">
                  <c:v>0.03760053590018684</c:v>
                </c:pt>
                <c:pt idx="264">
                  <c:v>0.03837100083393263</c:v>
                </c:pt>
                <c:pt idx="265">
                  <c:v>0.03761352126423873</c:v>
                </c:pt>
                <c:pt idx="266">
                  <c:v>0.03969695078545394</c:v>
                </c:pt>
                <c:pt idx="267">
                  <c:v>0.0386725498435822</c:v>
                </c:pt>
                <c:pt idx="268">
                  <c:v>0.03815461098056621</c:v>
                </c:pt>
                <c:pt idx="269">
                  <c:v>0.03892358427858159</c:v>
                </c:pt>
                <c:pt idx="270">
                  <c:v>0.03994359201159637</c:v>
                </c:pt>
                <c:pt idx="271">
                  <c:v>0.04530909237804893</c:v>
                </c:pt>
                <c:pt idx="272">
                  <c:v>0.05042211558286418</c:v>
                </c:pt>
                <c:pt idx="273">
                  <c:v>0.04888272626019549</c:v>
                </c:pt>
                <c:pt idx="274">
                  <c:v>0.04708653159597567</c:v>
                </c:pt>
                <c:pt idx="275">
                  <c:v>0.04323589419934704</c:v>
                </c:pt>
                <c:pt idx="276">
                  <c:v>0.04194609658503981</c:v>
                </c:pt>
                <c:pt idx="277">
                  <c:v>0.0388615470331507</c:v>
                </c:pt>
                <c:pt idx="278">
                  <c:v>0.03882672485838982</c:v>
                </c:pt>
                <c:pt idx="279">
                  <c:v>0.03751799145695978</c:v>
                </c:pt>
                <c:pt idx="280">
                  <c:v>0.03725972699414987</c:v>
                </c:pt>
                <c:pt idx="281">
                  <c:v>0.03286923112638127</c:v>
                </c:pt>
                <c:pt idx="282">
                  <c:v>0.02618047172439409</c:v>
                </c:pt>
                <c:pt idx="283">
                  <c:v>0.01795953663292784</c:v>
                </c:pt>
                <c:pt idx="284">
                  <c:v>0.01411458816974649</c:v>
                </c:pt>
                <c:pt idx="285">
                  <c:v>0.01076295384901105</c:v>
                </c:pt>
                <c:pt idx="286">
                  <c:v>0.006671348314606737</c:v>
                </c:pt>
                <c:pt idx="287">
                  <c:v>0.00564699600705729</c:v>
                </c:pt>
                <c:pt idx="288">
                  <c:v>0.003313910298077812</c:v>
                </c:pt>
                <c:pt idx="289">
                  <c:v>0.002553626149131763</c:v>
                </c:pt>
                <c:pt idx="290">
                  <c:v>0.0005107252298263496</c:v>
                </c:pt>
                <c:pt idx="291">
                  <c:v>0.00127681307456588</c:v>
                </c:pt>
                <c:pt idx="414">
                  <c:v>0.001800555633375353</c:v>
                </c:pt>
                <c:pt idx="415">
                  <c:v>0.003090418826166127</c:v>
                </c:pt>
                <c:pt idx="416">
                  <c:v>0.009007155530653217</c:v>
                </c:pt>
                <c:pt idx="417">
                  <c:v>0.009506175001167294</c:v>
                </c:pt>
                <c:pt idx="418">
                  <c:v>0.007691028155203807</c:v>
                </c:pt>
                <c:pt idx="419">
                  <c:v>0.002533034505299526</c:v>
                </c:pt>
                <c:pt idx="420">
                  <c:v>0.003307827893729278</c:v>
                </c:pt>
                <c:pt idx="421">
                  <c:v>0.002015046458420878</c:v>
                </c:pt>
                <c:pt idx="422">
                  <c:v>0.003300532287435212</c:v>
                </c:pt>
                <c:pt idx="423">
                  <c:v>0.005884636036793198</c:v>
                </c:pt>
                <c:pt idx="424">
                  <c:v>0.005893390764346077</c:v>
                </c:pt>
                <c:pt idx="425">
                  <c:v>0.004097212494747161</c:v>
                </c:pt>
                <c:pt idx="426">
                  <c:v>0.007461946117570153</c:v>
                </c:pt>
                <c:pt idx="427">
                  <c:v>0.009031960592053039</c:v>
                </c:pt>
                <c:pt idx="428">
                  <c:v>0.01420162721202782</c:v>
                </c:pt>
                <c:pt idx="429">
                  <c:v>0.01989220012139888</c:v>
                </c:pt>
                <c:pt idx="430">
                  <c:v>0.02557110006069944</c:v>
                </c:pt>
                <c:pt idx="431">
                  <c:v>0.02893291544100481</c:v>
                </c:pt>
                <c:pt idx="432">
                  <c:v>0.0317752836531727</c:v>
                </c:pt>
                <c:pt idx="433">
                  <c:v>0.03642842134752766</c:v>
                </c:pt>
                <c:pt idx="434">
                  <c:v>0.03991822250682035</c:v>
                </c:pt>
                <c:pt idx="435">
                  <c:v>0.0414452971271153</c:v>
                </c:pt>
                <c:pt idx="436">
                  <c:v>0.04282270759543486</c:v>
                </c:pt>
                <c:pt idx="437">
                  <c:v>0.04287190082644628</c:v>
                </c:pt>
                <c:pt idx="438">
                  <c:v>0.04647530499803227</c:v>
                </c:pt>
                <c:pt idx="439">
                  <c:v>0.05501033057851239</c:v>
                </c:pt>
                <c:pt idx="440">
                  <c:v>0.05973288075560803</c:v>
                </c:pt>
                <c:pt idx="441">
                  <c:v>0.06874754033844942</c:v>
                </c:pt>
                <c:pt idx="442">
                  <c:v>0.07176062573789846</c:v>
                </c:pt>
                <c:pt idx="443">
                  <c:v>0.07980371900826445</c:v>
                </c:pt>
                <c:pt idx="444">
                  <c:v>0.08576839826839827</c:v>
                </c:pt>
                <c:pt idx="445">
                  <c:v>0.08833874458874459</c:v>
                </c:pt>
                <c:pt idx="446">
                  <c:v>0.0930121015348288</c:v>
                </c:pt>
                <c:pt idx="447">
                  <c:v>0.09356552538370719</c:v>
                </c:pt>
                <c:pt idx="448">
                  <c:v>0.08999901613537976</c:v>
                </c:pt>
                <c:pt idx="449">
                  <c:v>0.08672766627312081</c:v>
                </c:pt>
                <c:pt idx="450">
                  <c:v>0.08349321133412042</c:v>
                </c:pt>
                <c:pt idx="451">
                  <c:v>0.08356700118063753</c:v>
                </c:pt>
                <c:pt idx="452">
                  <c:v>0.08408353010625737</c:v>
                </c:pt>
                <c:pt idx="453">
                  <c:v>0.0834896764911735</c:v>
                </c:pt>
                <c:pt idx="454">
                  <c:v>0.08312872856724639</c:v>
                </c:pt>
                <c:pt idx="455">
                  <c:v>0.07934811022611327</c:v>
                </c:pt>
                <c:pt idx="456">
                  <c:v>0.08130072588354818</c:v>
                </c:pt>
                <c:pt idx="457">
                  <c:v>0.08513098197284043</c:v>
                </c:pt>
                <c:pt idx="458">
                  <c:v>0.08487997795677617</c:v>
                </c:pt>
                <c:pt idx="459">
                  <c:v>0.084073208968189</c:v>
                </c:pt>
                <c:pt idx="460">
                  <c:v>0.08003936402525315</c:v>
                </c:pt>
                <c:pt idx="461">
                  <c:v>0.07573987563485567</c:v>
                </c:pt>
                <c:pt idx="462">
                  <c:v>0.0754939094797986</c:v>
                </c:pt>
                <c:pt idx="463">
                  <c:v>0.07200610940108942</c:v>
                </c:pt>
                <c:pt idx="464">
                  <c:v>0.06876919480053846</c:v>
                </c:pt>
                <c:pt idx="465">
                  <c:v>0.06585695552466282</c:v>
                </c:pt>
                <c:pt idx="466">
                  <c:v>0.06293979692568605</c:v>
                </c:pt>
                <c:pt idx="467">
                  <c:v>0.05945691617007802</c:v>
                </c:pt>
                <c:pt idx="468">
                  <c:v>0.05378493663446211</c:v>
                </c:pt>
                <c:pt idx="469">
                  <c:v>0.05269776622910989</c:v>
                </c:pt>
                <c:pt idx="470">
                  <c:v>0.05271744352151446</c:v>
                </c:pt>
                <c:pt idx="471">
                  <c:v>0.04999705784658333</c:v>
                </c:pt>
                <c:pt idx="472">
                  <c:v>0.049219804796603</c:v>
                </c:pt>
                <c:pt idx="473">
                  <c:v>0.04246557417873602</c:v>
                </c:pt>
                <c:pt idx="474">
                  <c:v>0.04091598740187652</c:v>
                </c:pt>
                <c:pt idx="475">
                  <c:v>0.04288725148527996</c:v>
                </c:pt>
                <c:pt idx="476">
                  <c:v>0.04014902585548807</c:v>
                </c:pt>
                <c:pt idx="477">
                  <c:v>0.0423628397889077</c:v>
                </c:pt>
                <c:pt idx="478">
                  <c:v>0.03991337249825749</c:v>
                </c:pt>
                <c:pt idx="479">
                  <c:v>0.03607819708586411</c:v>
                </c:pt>
                <c:pt idx="480">
                  <c:v>0.03415977961432506</c:v>
                </c:pt>
                <c:pt idx="481">
                  <c:v>0.03250688705234159</c:v>
                </c:pt>
                <c:pt idx="482">
                  <c:v>0.02947658402203857</c:v>
                </c:pt>
                <c:pt idx="483">
                  <c:v>0.02644628099173553</c:v>
                </c:pt>
                <c:pt idx="484">
                  <c:v>0.02258953168044077</c:v>
                </c:pt>
                <c:pt idx="485">
                  <c:v>0.02038567493112948</c:v>
                </c:pt>
                <c:pt idx="486">
                  <c:v>0.01928374655647383</c:v>
                </c:pt>
                <c:pt idx="487">
                  <c:v>0.0162534435261708</c:v>
                </c:pt>
                <c:pt idx="488">
                  <c:v>0.01046831955922865</c:v>
                </c:pt>
                <c:pt idx="489">
                  <c:v>0.006611570247933882</c:v>
                </c:pt>
                <c:pt idx="490">
                  <c:v>0.004958677685950412</c:v>
                </c:pt>
                <c:pt idx="491">
                  <c:v>0.0046831955922865</c:v>
                </c:pt>
                <c:pt idx="492">
                  <c:v>0.003030303030303029</c:v>
                </c:pt>
                <c:pt idx="493">
                  <c:v>0.003856749311294764</c:v>
                </c:pt>
                <c:pt idx="494">
                  <c:v>0.0008264462809917335</c:v>
                </c:pt>
                <c:pt idx="515">
                  <c:v>0.0008214069744003198</c:v>
                </c:pt>
                <c:pt idx="516">
                  <c:v>0.007157495128670293</c:v>
                </c:pt>
                <c:pt idx="517">
                  <c:v>0.01790129678156286</c:v>
                </c:pt>
                <c:pt idx="518">
                  <c:v>0.02451286702949674</c:v>
                </c:pt>
                <c:pt idx="519">
                  <c:v>0.02809413424712759</c:v>
                </c:pt>
                <c:pt idx="520">
                  <c:v>0.03112443727743062</c:v>
                </c:pt>
                <c:pt idx="521">
                  <c:v>0.03360377612040583</c:v>
                </c:pt>
                <c:pt idx="522">
                  <c:v>0.03911341799368407</c:v>
                </c:pt>
                <c:pt idx="523">
                  <c:v>0.04710239870993751</c:v>
                </c:pt>
                <c:pt idx="524">
                  <c:v>0.04600047033528187</c:v>
                </c:pt>
                <c:pt idx="525">
                  <c:v>0.0490307733655849</c:v>
                </c:pt>
                <c:pt idx="526">
                  <c:v>0.05233655848955183</c:v>
                </c:pt>
                <c:pt idx="527">
                  <c:v>0.05513001411005846</c:v>
                </c:pt>
                <c:pt idx="528">
                  <c:v>0.05983504669757442</c:v>
                </c:pt>
                <c:pt idx="529">
                  <c:v>0.06675401464758449</c:v>
                </c:pt>
                <c:pt idx="530">
                  <c:v>0.07340086004165827</c:v>
                </c:pt>
                <c:pt idx="531">
                  <c:v>0.08172747429953639</c:v>
                </c:pt>
                <c:pt idx="532">
                  <c:v>0.08947120876167439</c:v>
                </c:pt>
                <c:pt idx="533">
                  <c:v>0.09998992138681717</c:v>
                </c:pt>
                <c:pt idx="534">
                  <c:v>0.1027734426687673</c:v>
                </c:pt>
                <c:pt idx="535">
                  <c:v>0.1050516626826259</c:v>
                </c:pt>
                <c:pt idx="536">
                  <c:v>0.1042522575887423</c:v>
                </c:pt>
                <c:pt idx="537">
                  <c:v>0.1031469490656981</c:v>
                </c:pt>
                <c:pt idx="538">
                  <c:v>0.09986482498045078</c:v>
                </c:pt>
                <c:pt idx="539">
                  <c:v>0.09496360981710512</c:v>
                </c:pt>
                <c:pt idx="540">
                  <c:v>0.09058969780236767</c:v>
                </c:pt>
                <c:pt idx="541">
                  <c:v>0.08951143046643162</c:v>
                </c:pt>
                <c:pt idx="542">
                  <c:v>0.08673970878784992</c:v>
                </c:pt>
                <c:pt idx="543">
                  <c:v>0.08369588516399284</c:v>
                </c:pt>
                <c:pt idx="544">
                  <c:v>0.07845158493921298</c:v>
                </c:pt>
                <c:pt idx="545">
                  <c:v>0.06685091566983205</c:v>
                </c:pt>
                <c:pt idx="546">
                  <c:v>0.06519126281107156</c:v>
                </c:pt>
                <c:pt idx="547">
                  <c:v>0.06075988827372936</c:v>
                </c:pt>
                <c:pt idx="548">
                  <c:v>0.05521982506495449</c:v>
                </c:pt>
                <c:pt idx="549">
                  <c:v>0.04717192877450247</c:v>
                </c:pt>
                <c:pt idx="550">
                  <c:v>0.04273223783548488</c:v>
                </c:pt>
                <c:pt idx="551">
                  <c:v>0.03774674606137522</c:v>
                </c:pt>
                <c:pt idx="552">
                  <c:v>0.03192634694829317</c:v>
                </c:pt>
                <c:pt idx="553">
                  <c:v>0.02279369249043547</c:v>
                </c:pt>
                <c:pt idx="554">
                  <c:v>0.02061061510410605</c:v>
                </c:pt>
                <c:pt idx="555">
                  <c:v>0.0131375100700254</c:v>
                </c:pt>
                <c:pt idx="556">
                  <c:v>0.01455247774266179</c:v>
                </c:pt>
                <c:pt idx="557">
                  <c:v>0.01265240395675178</c:v>
                </c:pt>
                <c:pt idx="558">
                  <c:v>0.0157857070367073</c:v>
                </c:pt>
                <c:pt idx="559">
                  <c:v>0.02171109666441755</c:v>
                </c:pt>
                <c:pt idx="560">
                  <c:v>0.0248409356171426</c:v>
                </c:pt>
                <c:pt idx="561">
                  <c:v>0.02687611036504074</c:v>
                </c:pt>
                <c:pt idx="562">
                  <c:v>0.02945168896089141</c:v>
                </c:pt>
                <c:pt idx="563">
                  <c:v>0.03455781249859671</c:v>
                </c:pt>
                <c:pt idx="564">
                  <c:v>0.043292609310214</c:v>
                </c:pt>
                <c:pt idx="565">
                  <c:v>0.05065805827842371</c:v>
                </c:pt>
                <c:pt idx="566">
                  <c:v>0.06371055409549008</c:v>
                </c:pt>
                <c:pt idx="567">
                  <c:v>0.07417485972850736</c:v>
                </c:pt>
                <c:pt idx="568">
                  <c:v>0.08126667512170313</c:v>
                </c:pt>
                <c:pt idx="569">
                  <c:v>0.09287780172516102</c:v>
                </c:pt>
                <c:pt idx="570">
                  <c:v>0.1076034709945419</c:v>
                </c:pt>
                <c:pt idx="571">
                  <c:v>0.1175152808104929</c:v>
                </c:pt>
                <c:pt idx="572">
                  <c:v>0.1243177766275592</c:v>
                </c:pt>
                <c:pt idx="573">
                  <c:v>0.1300031021045514</c:v>
                </c:pt>
                <c:pt idx="574">
                  <c:v>0.1308553748318241</c:v>
                </c:pt>
                <c:pt idx="575">
                  <c:v>0.13086940401252</c:v>
                </c:pt>
                <c:pt idx="576">
                  <c:v>0.1269272042369868</c:v>
                </c:pt>
                <c:pt idx="577">
                  <c:v>0.1243809079406906</c:v>
                </c:pt>
                <c:pt idx="578">
                  <c:v>0.1232866318464144</c:v>
                </c:pt>
                <c:pt idx="579">
                  <c:v>0.1213244635798984</c:v>
                </c:pt>
                <c:pt idx="580">
                  <c:v>0.1247670807453416</c:v>
                </c:pt>
                <c:pt idx="581">
                  <c:v>0.1242341897233201</c:v>
                </c:pt>
                <c:pt idx="582">
                  <c:v>0.1305159514398645</c:v>
                </c:pt>
                <c:pt idx="583">
                  <c:v>0.1285696640316205</c:v>
                </c:pt>
                <c:pt idx="584">
                  <c:v>0.1351372811970638</c:v>
                </c:pt>
                <c:pt idx="585">
                  <c:v>0.1368859401468097</c:v>
                </c:pt>
                <c:pt idx="586">
                  <c:v>0.1440340909090909</c:v>
                </c:pt>
                <c:pt idx="587">
                  <c:v>0.1372159090909091</c:v>
                </c:pt>
                <c:pt idx="588">
                  <c:v>0.1247159090909091</c:v>
                </c:pt>
                <c:pt idx="589">
                  <c:v>0.1161931818181818</c:v>
                </c:pt>
                <c:pt idx="590">
                  <c:v>0.109375</c:v>
                </c:pt>
                <c:pt idx="591">
                  <c:v>0.1017045454545455</c:v>
                </c:pt>
                <c:pt idx="592">
                  <c:v>0.09261363636363637</c:v>
                </c:pt>
                <c:pt idx="593">
                  <c:v>0.08806818181818182</c:v>
                </c:pt>
                <c:pt idx="594">
                  <c:v>0.08352272727272726</c:v>
                </c:pt>
                <c:pt idx="595">
                  <c:v>0.0784090909090909</c:v>
                </c:pt>
                <c:pt idx="596">
                  <c:v>0.07926136363636364</c:v>
                </c:pt>
                <c:pt idx="597">
                  <c:v>0.0784090909090909</c:v>
                </c:pt>
                <c:pt idx="598">
                  <c:v>0.08011363636363637</c:v>
                </c:pt>
                <c:pt idx="599">
                  <c:v>0.08437499999999999</c:v>
                </c:pt>
                <c:pt idx="600">
                  <c:v>0.08437499999999999</c:v>
                </c:pt>
                <c:pt idx="601">
                  <c:v>0.08579545454545455</c:v>
                </c:pt>
                <c:pt idx="602">
                  <c:v>0.08521668548842463</c:v>
                </c:pt>
                <c:pt idx="603">
                  <c:v>0.08005745428752675</c:v>
                </c:pt>
                <c:pt idx="604">
                  <c:v>0.08005745428752675</c:v>
                </c:pt>
                <c:pt idx="605">
                  <c:v>0.07663777613958773</c:v>
                </c:pt>
                <c:pt idx="606">
                  <c:v>0.07035601442304341</c:v>
                </c:pt>
                <c:pt idx="607">
                  <c:v>0.07230230183128734</c:v>
                </c:pt>
                <c:pt idx="608">
                  <c:v>0.06347607371158095</c:v>
                </c:pt>
                <c:pt idx="609">
                  <c:v>0.05805717196115747</c:v>
                </c:pt>
                <c:pt idx="610">
                  <c:v>0.04752110476748159</c:v>
                </c:pt>
                <c:pt idx="611">
                  <c:v>0.05204185575562387</c:v>
                </c:pt>
                <c:pt idx="612">
                  <c:v>0.05345525214184635</c:v>
                </c:pt>
                <c:pt idx="613">
                  <c:v>0.05769367676070574</c:v>
                </c:pt>
                <c:pt idx="614">
                  <c:v>0.06108335773190846</c:v>
                </c:pt>
                <c:pt idx="615">
                  <c:v>0.05965937410683787</c:v>
                </c:pt>
                <c:pt idx="616">
                  <c:v>0.05709902684540366</c:v>
                </c:pt>
                <c:pt idx="617">
                  <c:v>0.05509980324291919</c:v>
                </c:pt>
                <c:pt idx="618">
                  <c:v>0.06384309799164872</c:v>
                </c:pt>
                <c:pt idx="619">
                  <c:v>0.07654249098995476</c:v>
                </c:pt>
                <c:pt idx="620">
                  <c:v>0.09131521826268205</c:v>
                </c:pt>
                <c:pt idx="621">
                  <c:v>0.1021106728081366</c:v>
                </c:pt>
                <c:pt idx="622">
                  <c:v>0.1174515818990456</c:v>
                </c:pt>
                <c:pt idx="623">
                  <c:v>0.1310879455354093</c:v>
                </c:pt>
                <c:pt idx="624">
                  <c:v>0.1305197637172275</c:v>
                </c:pt>
                <c:pt idx="625">
                  <c:v>0.1316667145924392</c:v>
                </c:pt>
                <c:pt idx="626">
                  <c:v>0.1359736730660644</c:v>
                </c:pt>
                <c:pt idx="627">
                  <c:v>0.1450751693958216</c:v>
                </c:pt>
                <c:pt idx="628">
                  <c:v>0.1402773856578204</c:v>
                </c:pt>
                <c:pt idx="629">
                  <c:v>0.1380470073404856</c:v>
                </c:pt>
                <c:pt idx="630">
                  <c:v>0.1403391445511011</c:v>
                </c:pt>
                <c:pt idx="631">
                  <c:v>0.1434853190287973</c:v>
                </c:pt>
                <c:pt idx="632">
                  <c:v>0.1460668407679277</c:v>
                </c:pt>
                <c:pt idx="633">
                  <c:v>0.1534779079616036</c:v>
                </c:pt>
                <c:pt idx="634">
                  <c:v>0.155757693393563</c:v>
                </c:pt>
                <c:pt idx="635">
                  <c:v>0.1546442687747036</c:v>
                </c:pt>
                <c:pt idx="636">
                  <c:v>0.1543795878035008</c:v>
                </c:pt>
                <c:pt idx="637">
                  <c:v>0.1612012987012987</c:v>
                </c:pt>
                <c:pt idx="638">
                  <c:v>0.1700116459627329</c:v>
                </c:pt>
                <c:pt idx="639">
                  <c:v>0.1697381422924901</c:v>
                </c:pt>
                <c:pt idx="640">
                  <c:v>0.1672448475437606</c:v>
                </c:pt>
                <c:pt idx="641">
                  <c:v>0.1579545454545455</c:v>
                </c:pt>
                <c:pt idx="642">
                  <c:v>0.1477272727272727</c:v>
                </c:pt>
                <c:pt idx="643">
                  <c:v>0.1386363636363636</c:v>
                </c:pt>
                <c:pt idx="644">
                  <c:v>0.125</c:v>
                </c:pt>
                <c:pt idx="645">
                  <c:v>0.1088068181818182</c:v>
                </c:pt>
                <c:pt idx="646">
                  <c:v>0.1056818181818182</c:v>
                </c:pt>
                <c:pt idx="647">
                  <c:v>0.1025568181818182</c:v>
                </c:pt>
                <c:pt idx="648">
                  <c:v>0.09431818181818183</c:v>
                </c:pt>
                <c:pt idx="649">
                  <c:v>0.08352272727272728</c:v>
                </c:pt>
                <c:pt idx="650">
                  <c:v>0.08323863636363636</c:v>
                </c:pt>
                <c:pt idx="651">
                  <c:v>0.07926493710691823</c:v>
                </c:pt>
                <c:pt idx="652">
                  <c:v>0.07473027082383422</c:v>
                </c:pt>
                <c:pt idx="653">
                  <c:v>0.06647005793545678</c:v>
                </c:pt>
                <c:pt idx="654">
                  <c:v>0.06108671501255691</c:v>
                </c:pt>
                <c:pt idx="655">
                  <c:v>0.05058613963856382</c:v>
                </c:pt>
                <c:pt idx="656">
                  <c:v>0.04631398773982964</c:v>
                </c:pt>
                <c:pt idx="657">
                  <c:v>0.04289410856836818</c:v>
                </c:pt>
                <c:pt idx="658">
                  <c:v>0.03746401650852929</c:v>
                </c:pt>
                <c:pt idx="659">
                  <c:v>0.03065302686526116</c:v>
                </c:pt>
                <c:pt idx="660">
                  <c:v>0.02242877485145219</c:v>
                </c:pt>
                <c:pt idx="661">
                  <c:v>0.02273444228528418</c:v>
                </c:pt>
                <c:pt idx="662">
                  <c:v>0.01621473572602065</c:v>
                </c:pt>
                <c:pt idx="663">
                  <c:v>0.01252874608275253</c:v>
                </c:pt>
                <c:pt idx="664">
                  <c:v>0.007429494068943555</c:v>
                </c:pt>
                <c:pt idx="665">
                  <c:v>0.00774235367768924</c:v>
                </c:pt>
                <c:pt idx="666">
                  <c:v>0.00748343538079626</c:v>
                </c:pt>
                <c:pt idx="667">
                  <c:v>0.008346496370439528</c:v>
                </c:pt>
                <c:pt idx="668">
                  <c:v>0.009784931353178308</c:v>
                </c:pt>
                <c:pt idx="669">
                  <c:v>0.01121977024846024</c:v>
                </c:pt>
                <c:pt idx="670">
                  <c:v>0.01668222709541076</c:v>
                </c:pt>
                <c:pt idx="671">
                  <c:v>0.02449925083600138</c:v>
                </c:pt>
                <c:pt idx="672">
                  <c:v>0.03086867758759374</c:v>
                </c:pt>
                <c:pt idx="673">
                  <c:v>0.03550827145925106</c:v>
                </c:pt>
                <c:pt idx="674">
                  <c:v>0.04101463722120015</c:v>
                </c:pt>
                <c:pt idx="675">
                  <c:v>0.04853114715647974</c:v>
                </c:pt>
                <c:pt idx="676">
                  <c:v>0.04882799615928698</c:v>
                </c:pt>
                <c:pt idx="677">
                  <c:v>0.05028109035204093</c:v>
                </c:pt>
                <c:pt idx="678">
                  <c:v>0.05317078712628177</c:v>
                </c:pt>
                <c:pt idx="679">
                  <c:v>0.05461288691152433</c:v>
                </c:pt>
                <c:pt idx="680">
                  <c:v>0.05691255048265449</c:v>
                </c:pt>
                <c:pt idx="681">
                  <c:v>0.05604765709175932</c:v>
                </c:pt>
                <c:pt idx="682">
                  <c:v>0.05344931211657004</c:v>
                </c:pt>
                <c:pt idx="683">
                  <c:v>0.05143367073948386</c:v>
                </c:pt>
                <c:pt idx="684">
                  <c:v>0.04767724817309595</c:v>
                </c:pt>
                <c:pt idx="685">
                  <c:v>0.04739703356606892</c:v>
                </c:pt>
                <c:pt idx="686">
                  <c:v>0.04595112619380941</c:v>
                </c:pt>
                <c:pt idx="687">
                  <c:v>0.04364963022142736</c:v>
                </c:pt>
                <c:pt idx="688">
                  <c:v>0.04311161817593546</c:v>
                </c:pt>
                <c:pt idx="689">
                  <c:v>0.04254371657236067</c:v>
                </c:pt>
                <c:pt idx="690">
                  <c:v>0.04051496281748493</c:v>
                </c:pt>
                <c:pt idx="691">
                  <c:v>0.03818357728701999</c:v>
                </c:pt>
                <c:pt idx="692">
                  <c:v>0.03182457380488649</c:v>
                </c:pt>
                <c:pt idx="693">
                  <c:v>0.02194143436181653</c:v>
                </c:pt>
                <c:pt idx="694">
                  <c:v>0.01439137006595026</c:v>
                </c:pt>
                <c:pt idx="695">
                  <c:v>0.006228427044871746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FA-4483-AD56-ADAC3E467F80}"/>
            </c:ext>
          </c:extLst>
        </c:ser>
        <c:ser>
          <c:idx val="1"/>
          <c:order val="1"/>
          <c:tx>
            <c:strRef>
              <c:f>'Component treatment'!$K$4</c:f>
              <c:strCache>
                <c:ptCount val="1"/>
                <c:pt idx="0">
                  <c:v>Negativo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'Component treatment'!$C$5:$C$50000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treatment'!$K$5:$K$50000</c:f>
              <c:numCache>
                <c:formatCode>0%</c:formatCode>
                <c:ptCount val="49996"/>
                <c:pt idx="23">
                  <c:v>-0.001005820921075163</c:v>
                </c:pt>
                <c:pt idx="24">
                  <c:v>-0.00255093305940764</c:v>
                </c:pt>
                <c:pt idx="25">
                  <c:v>-0.001566512583461741</c:v>
                </c:pt>
                <c:pt idx="26">
                  <c:v>-0.003124464988871774</c:v>
                </c:pt>
                <c:pt idx="27">
                  <c:v>-0.00109570279061805</c:v>
                </c:pt>
                <c:pt idx="34">
                  <c:v>-0.002563773326485196</c:v>
                </c:pt>
                <c:pt idx="35">
                  <c:v>-0.005080465673686017</c:v>
                </c:pt>
                <c:pt idx="36">
                  <c:v>-0.00606916623865777</c:v>
                </c:pt>
                <c:pt idx="37">
                  <c:v>-0.005298750214004457</c:v>
                </c:pt>
                <c:pt idx="38">
                  <c:v>-0.006082006505735324</c:v>
                </c:pt>
                <c:pt idx="39">
                  <c:v>-0.007862523540489648</c:v>
                </c:pt>
                <c:pt idx="40">
                  <c:v>-0.008080808080808086</c:v>
                </c:pt>
                <c:pt idx="41">
                  <c:v>-0.00934343434343435</c:v>
                </c:pt>
                <c:pt idx="42">
                  <c:v>-0.01010101010101011</c:v>
                </c:pt>
                <c:pt idx="43">
                  <c:v>-0.01085858585858586</c:v>
                </c:pt>
                <c:pt idx="44">
                  <c:v>-0.009848484848484855</c:v>
                </c:pt>
                <c:pt idx="45">
                  <c:v>-0.006818181818181823</c:v>
                </c:pt>
                <c:pt idx="46">
                  <c:v>-0.007070707070707075</c:v>
                </c:pt>
                <c:pt idx="47">
                  <c:v>-0.01035353535353536</c:v>
                </c:pt>
                <c:pt idx="48">
                  <c:v>-0.01060182833925851</c:v>
                </c:pt>
                <c:pt idx="49">
                  <c:v>-0.01389453191129169</c:v>
                </c:pt>
                <c:pt idx="50">
                  <c:v>-0.01820580102703008</c:v>
                </c:pt>
                <c:pt idx="51">
                  <c:v>-0.02150696913266746</c:v>
                </c:pt>
                <c:pt idx="52">
                  <c:v>-0.02582105975960725</c:v>
                </c:pt>
                <c:pt idx="53">
                  <c:v>-0.02885982732351448</c:v>
                </c:pt>
                <c:pt idx="54">
                  <c:v>-0.02658568929518651</c:v>
                </c:pt>
                <c:pt idx="55">
                  <c:v>-0.02635150386547035</c:v>
                </c:pt>
                <c:pt idx="56">
                  <c:v>-0.02356808306528978</c:v>
                </c:pt>
                <c:pt idx="57">
                  <c:v>-0.02256926809999436</c:v>
                </c:pt>
                <c:pt idx="58">
                  <c:v>-0.02385164494103042</c:v>
                </c:pt>
                <c:pt idx="59">
                  <c:v>-0.02512132498166018</c:v>
                </c:pt>
                <c:pt idx="60">
                  <c:v>-0.02536817550940959</c:v>
                </c:pt>
                <c:pt idx="61">
                  <c:v>-0.02308126142474269</c:v>
                </c:pt>
                <c:pt idx="62">
                  <c:v>-0.01927635846253636</c:v>
                </c:pt>
                <c:pt idx="63">
                  <c:v>-0.01672556967579252</c:v>
                </c:pt>
                <c:pt idx="64">
                  <c:v>-0.01367256774638609</c:v>
                </c:pt>
                <c:pt idx="65">
                  <c:v>-0.01292066671358619</c:v>
                </c:pt>
                <c:pt idx="66">
                  <c:v>-0.010869253707117</c:v>
                </c:pt>
                <c:pt idx="67">
                  <c:v>-0.01059402955548835</c:v>
                </c:pt>
                <c:pt idx="68">
                  <c:v>-0.005997502487051173</c:v>
                </c:pt>
                <c:pt idx="69">
                  <c:v>-0.0001326744312118799</c:v>
                </c:pt>
                <c:pt idx="173">
                  <c:v>-0.002824858757062152</c:v>
                </c:pt>
                <c:pt idx="174">
                  <c:v>-0.006676938880328715</c:v>
                </c:pt>
                <c:pt idx="175">
                  <c:v>-0.008474576271186446</c:v>
                </c:pt>
                <c:pt idx="176">
                  <c:v>-0.0120698510529019</c:v>
                </c:pt>
                <c:pt idx="177">
                  <c:v>-0.01463790446841295</c:v>
                </c:pt>
                <c:pt idx="178">
                  <c:v>-0.01720595788392399</c:v>
                </c:pt>
                <c:pt idx="179">
                  <c:v>-0.01977401129943503</c:v>
                </c:pt>
                <c:pt idx="180">
                  <c:v>-0.02054442732408835</c:v>
                </c:pt>
                <c:pt idx="181">
                  <c:v>-0.02259887005649718</c:v>
                </c:pt>
                <c:pt idx="182">
                  <c:v>-0.02697623383293646</c:v>
                </c:pt>
                <c:pt idx="183">
                  <c:v>-0.0259446351029556</c:v>
                </c:pt>
                <c:pt idx="184">
                  <c:v>-0.02315133901357013</c:v>
                </c:pt>
                <c:pt idx="185">
                  <c:v>-0.02161624563111381</c:v>
                </c:pt>
                <c:pt idx="186">
                  <c:v>-0.0211026349480116</c:v>
                </c:pt>
                <c:pt idx="187">
                  <c:v>-0.01957041089898043</c:v>
                </c:pt>
                <c:pt idx="188">
                  <c:v>-0.01983295490738184</c:v>
                </c:pt>
                <c:pt idx="189">
                  <c:v>-0.02392175503822344</c:v>
                </c:pt>
                <c:pt idx="190">
                  <c:v>-0.02365634169639688</c:v>
                </c:pt>
                <c:pt idx="191">
                  <c:v>-0.02339092835457032</c:v>
                </c:pt>
                <c:pt idx="192">
                  <c:v>-0.02134509362243694</c:v>
                </c:pt>
                <c:pt idx="193">
                  <c:v>-0.01622333345854061</c:v>
                </c:pt>
                <c:pt idx="194">
                  <c:v>-0.01109296529436883</c:v>
                </c:pt>
                <c:pt idx="195">
                  <c:v>-0.006479077146724414</c:v>
                </c:pt>
                <c:pt idx="196">
                  <c:v>-0.002883802365008953</c:v>
                </c:pt>
                <c:pt idx="197">
                  <c:v>-0.005166357104717371</c:v>
                </c:pt>
                <c:pt idx="198">
                  <c:v>-0.006427429145071676</c:v>
                </c:pt>
                <c:pt idx="199">
                  <c:v>-0.007691370518851134</c:v>
                </c:pt>
                <c:pt idx="200">
                  <c:v>-0.006900869160221757</c:v>
                </c:pt>
                <c:pt idx="201">
                  <c:v>-0.007120373167245887</c:v>
                </c:pt>
                <c:pt idx="202">
                  <c:v>-0.01118621863068627</c:v>
                </c:pt>
                <c:pt idx="203">
                  <c:v>-0.01652748280160673</c:v>
                </c:pt>
                <c:pt idx="204">
                  <c:v>-0.01750859919663882</c:v>
                </c:pt>
                <c:pt idx="205">
                  <c:v>-0.02133062468258</c:v>
                </c:pt>
                <c:pt idx="206">
                  <c:v>-0.02767902488572881</c:v>
                </c:pt>
                <c:pt idx="207">
                  <c:v>-0.02742508887760285</c:v>
                </c:pt>
                <c:pt idx="208">
                  <c:v>-0.02996444895886237</c:v>
                </c:pt>
                <c:pt idx="209">
                  <c:v>-0.03732859319451499</c:v>
                </c:pt>
                <c:pt idx="210">
                  <c:v>-0.03859827323514475</c:v>
                </c:pt>
                <c:pt idx="211">
                  <c:v>-0.04088369730827832</c:v>
                </c:pt>
                <c:pt idx="212">
                  <c:v>-0.04647028948704927</c:v>
                </c:pt>
                <c:pt idx="213">
                  <c:v>-0.04723209751142712</c:v>
                </c:pt>
                <c:pt idx="214">
                  <c:v>-0.05383443372270189</c:v>
                </c:pt>
                <c:pt idx="215">
                  <c:v>-0.05865921787709498</c:v>
                </c:pt>
                <c:pt idx="216">
                  <c:v>-0.06018283392585069</c:v>
                </c:pt>
                <c:pt idx="217">
                  <c:v>-0.06246825799898426</c:v>
                </c:pt>
                <c:pt idx="218">
                  <c:v>-0.06272219400711022</c:v>
                </c:pt>
                <c:pt idx="219">
                  <c:v>-0.05916708989334687</c:v>
                </c:pt>
                <c:pt idx="220">
                  <c:v>-0.05637379380396141</c:v>
                </c:pt>
                <c:pt idx="221">
                  <c:v>-0.05510411376333164</c:v>
                </c:pt>
                <c:pt idx="222">
                  <c:v>-0.05231081767394618</c:v>
                </c:pt>
                <c:pt idx="223">
                  <c:v>-0.0490096495683088</c:v>
                </c:pt>
                <c:pt idx="224">
                  <c:v>-0.04494667343829355</c:v>
                </c:pt>
                <c:pt idx="225">
                  <c:v>-0.04113763331640427</c:v>
                </c:pt>
                <c:pt idx="226">
                  <c:v>-0.03732859319451499</c:v>
                </c:pt>
                <c:pt idx="227">
                  <c:v>-0.03224987303199594</c:v>
                </c:pt>
                <c:pt idx="228">
                  <c:v>-0.02742508887760284</c:v>
                </c:pt>
                <c:pt idx="229">
                  <c:v>-0.02742508887760285</c:v>
                </c:pt>
                <c:pt idx="230">
                  <c:v>-0.02285424073133571</c:v>
                </c:pt>
                <c:pt idx="231">
                  <c:v>-0.01447435246317928</c:v>
                </c:pt>
                <c:pt idx="232">
                  <c:v>-0.01142712036566786</c:v>
                </c:pt>
                <c:pt idx="233">
                  <c:v>-0.005840528186896906</c:v>
                </c:pt>
                <c:pt idx="292">
                  <c:v>-0.001276813074565887</c:v>
                </c:pt>
                <c:pt idx="293">
                  <c:v>-0.007150153217568952</c:v>
                </c:pt>
                <c:pt idx="294">
                  <c:v>-0.01276813074565884</c:v>
                </c:pt>
                <c:pt idx="295">
                  <c:v>-0.01378958120531155</c:v>
                </c:pt>
                <c:pt idx="296">
                  <c:v>-0.01736465781409602</c:v>
                </c:pt>
                <c:pt idx="297">
                  <c:v>-0.02017364657814097</c:v>
                </c:pt>
                <c:pt idx="298">
                  <c:v>-0.02349336057201226</c:v>
                </c:pt>
                <c:pt idx="299">
                  <c:v>-0.02477017364657814</c:v>
                </c:pt>
                <c:pt idx="300">
                  <c:v>-0.02911855173329178</c:v>
                </c:pt>
                <c:pt idx="301">
                  <c:v>-0.03116433810587305</c:v>
                </c:pt>
                <c:pt idx="302">
                  <c:v>-0.03244836481362857</c:v>
                </c:pt>
                <c:pt idx="303">
                  <c:v>-0.03398919686293519</c:v>
                </c:pt>
                <c:pt idx="304">
                  <c:v>-0.03220454401181882</c:v>
                </c:pt>
                <c:pt idx="305">
                  <c:v>-0.03042854752053</c:v>
                </c:pt>
                <c:pt idx="306">
                  <c:v>-0.02915894807915376</c:v>
                </c:pt>
                <c:pt idx="307">
                  <c:v>-0.0281346121662252</c:v>
                </c:pt>
                <c:pt idx="308">
                  <c:v>-0.02584356226519624</c:v>
                </c:pt>
                <c:pt idx="309">
                  <c:v>-0.02636150112821223</c:v>
                </c:pt>
                <c:pt idx="310">
                  <c:v>-0.02969564238846281</c:v>
                </c:pt>
                <c:pt idx="311">
                  <c:v>-0.02867563465544802</c:v>
                </c:pt>
                <c:pt idx="312">
                  <c:v>-0.0281736149693119</c:v>
                </c:pt>
                <c:pt idx="313">
                  <c:v>-0.03436035468516295</c:v>
                </c:pt>
                <c:pt idx="314">
                  <c:v>-0.03153395483373756</c:v>
                </c:pt>
                <c:pt idx="315">
                  <c:v>-0.02922118206003527</c:v>
                </c:pt>
                <c:pt idx="316">
                  <c:v>-0.02510636174245703</c:v>
                </c:pt>
                <c:pt idx="317">
                  <c:v>-0.02382954866789115</c:v>
                </c:pt>
                <c:pt idx="318">
                  <c:v>-0.02309828299791251</c:v>
                </c:pt>
                <c:pt idx="319">
                  <c:v>-0.02184178285862381</c:v>
                </c:pt>
                <c:pt idx="320">
                  <c:v>-0.02264269287812423</c:v>
                </c:pt>
                <c:pt idx="321">
                  <c:v>-0.0249757785871037</c:v>
                </c:pt>
                <c:pt idx="322">
                  <c:v>-0.02679092543306719</c:v>
                </c:pt>
                <c:pt idx="323">
                  <c:v>-0.03066781061773358</c:v>
                </c:pt>
                <c:pt idx="324">
                  <c:v>-0.03119163514964748</c:v>
                </c:pt>
                <c:pt idx="325">
                  <c:v>-0.03455782789372928</c:v>
                </c:pt>
                <c:pt idx="326">
                  <c:v>-0.03352768828500724</c:v>
                </c:pt>
                <c:pt idx="327">
                  <c:v>-0.03018192323854882</c:v>
                </c:pt>
                <c:pt idx="328">
                  <c:v>-0.02838136760517346</c:v>
                </c:pt>
                <c:pt idx="329">
                  <c:v>-0.03096109399075501</c:v>
                </c:pt>
                <c:pt idx="330">
                  <c:v>-0.03845805901853667</c:v>
                </c:pt>
                <c:pt idx="331">
                  <c:v>-0.04078973479012</c:v>
                </c:pt>
                <c:pt idx="332">
                  <c:v>-0.04493655740766681</c:v>
                </c:pt>
                <c:pt idx="333">
                  <c:v>-0.04777892561983472</c:v>
                </c:pt>
                <c:pt idx="334">
                  <c:v>-0.05165289256198347</c:v>
                </c:pt>
                <c:pt idx="335">
                  <c:v>-0.04622933884297521</c:v>
                </c:pt>
                <c:pt idx="336">
                  <c:v>-0.05501033057851239</c:v>
                </c:pt>
                <c:pt idx="337">
                  <c:v>-0.06275826446280992</c:v>
                </c:pt>
                <c:pt idx="338">
                  <c:v>-0.06482438016528926</c:v>
                </c:pt>
                <c:pt idx="339">
                  <c:v>-0.06224173553719008</c:v>
                </c:pt>
                <c:pt idx="340">
                  <c:v>-0.06379132231404959</c:v>
                </c:pt>
                <c:pt idx="341">
                  <c:v>-0.07020124200401551</c:v>
                </c:pt>
                <c:pt idx="342">
                  <c:v>-0.08096955689405613</c:v>
                </c:pt>
                <c:pt idx="343">
                  <c:v>-0.08197926880515478</c:v>
                </c:pt>
                <c:pt idx="344">
                  <c:v>-0.0981404958677686</c:v>
                </c:pt>
                <c:pt idx="345">
                  <c:v>-0.09708846944016436</c:v>
                </c:pt>
                <c:pt idx="346">
                  <c:v>-0.09656464490825045</c:v>
                </c:pt>
                <c:pt idx="347">
                  <c:v>-0.09910497501984405</c:v>
                </c:pt>
                <c:pt idx="348">
                  <c:v>-0.09910497501984405</c:v>
                </c:pt>
                <c:pt idx="349">
                  <c:v>-0.1083528855582014</c:v>
                </c:pt>
                <c:pt idx="350">
                  <c:v>-0.1181187841434375</c:v>
                </c:pt>
                <c:pt idx="351">
                  <c:v>-0.1255690572909371</c:v>
                </c:pt>
                <c:pt idx="352">
                  <c:v>-0.1255690572909371</c:v>
                </c:pt>
                <c:pt idx="353">
                  <c:v>-0.1337751552505019</c:v>
                </c:pt>
                <c:pt idx="354">
                  <c:v>-0.1373908577298408</c:v>
                </c:pt>
                <c:pt idx="355">
                  <c:v>-0.1340334197133118</c:v>
                </c:pt>
                <c:pt idx="356">
                  <c:v>-0.1278350726058738</c:v>
                </c:pt>
                <c:pt idx="357">
                  <c:v>-0.1278350726058738</c:v>
                </c:pt>
                <c:pt idx="358">
                  <c:v>-0.1255106924405846</c:v>
                </c:pt>
                <c:pt idx="359">
                  <c:v>-0.1311925106224028</c:v>
                </c:pt>
                <c:pt idx="360">
                  <c:v>-0.1317090395480226</c:v>
                </c:pt>
                <c:pt idx="361">
                  <c:v>-0.1270602792174441</c:v>
                </c:pt>
                <c:pt idx="362">
                  <c:v>-0.127318543680254</c:v>
                </c:pt>
                <c:pt idx="363">
                  <c:v>-0.1324838329364524</c:v>
                </c:pt>
                <c:pt idx="364">
                  <c:v>-0.1288681304571135</c:v>
                </c:pt>
                <c:pt idx="365">
                  <c:v>-0.1209086239902881</c:v>
                </c:pt>
                <c:pt idx="366">
                  <c:v>-0.1072994000093384</c:v>
                </c:pt>
                <c:pt idx="367">
                  <c:v>-0.1026739856189009</c:v>
                </c:pt>
                <c:pt idx="368">
                  <c:v>-0.08522143624223748</c:v>
                </c:pt>
                <c:pt idx="369">
                  <c:v>-0.08498214035579213</c:v>
                </c:pt>
                <c:pt idx="370">
                  <c:v>-0.0836981136480366</c:v>
                </c:pt>
                <c:pt idx="371">
                  <c:v>-0.07625075874305458</c:v>
                </c:pt>
                <c:pt idx="372">
                  <c:v>-0.06803590605593687</c:v>
                </c:pt>
                <c:pt idx="373">
                  <c:v>-0.0590448008591306</c:v>
                </c:pt>
                <c:pt idx="374">
                  <c:v>-0.05211105663725079</c:v>
                </c:pt>
                <c:pt idx="375">
                  <c:v>-0.04158057851239669</c:v>
                </c:pt>
                <c:pt idx="376">
                  <c:v>-0.03047520661157025</c:v>
                </c:pt>
                <c:pt idx="377">
                  <c:v>-0.03202479338842976</c:v>
                </c:pt>
                <c:pt idx="378">
                  <c:v>-0.03228305785123967</c:v>
                </c:pt>
                <c:pt idx="379">
                  <c:v>-0.03228305785123967</c:v>
                </c:pt>
                <c:pt idx="380">
                  <c:v>-0.03021694214876033</c:v>
                </c:pt>
                <c:pt idx="381">
                  <c:v>-0.02505165289256198</c:v>
                </c:pt>
                <c:pt idx="382">
                  <c:v>-0.01962809917355372</c:v>
                </c:pt>
                <c:pt idx="383">
                  <c:v>-0.01987469066629314</c:v>
                </c:pt>
                <c:pt idx="384">
                  <c:v>-0.01807851239669422</c:v>
                </c:pt>
                <c:pt idx="385">
                  <c:v>-0.01344142503618621</c:v>
                </c:pt>
                <c:pt idx="386">
                  <c:v>-0.01138114581874212</c:v>
                </c:pt>
                <c:pt idx="387">
                  <c:v>-0.0111228813559322</c:v>
                </c:pt>
                <c:pt idx="388">
                  <c:v>-0.01060781155157118</c:v>
                </c:pt>
                <c:pt idx="389">
                  <c:v>-0.01189475650184433</c:v>
                </c:pt>
                <c:pt idx="390">
                  <c:v>-0.01291176401923706</c:v>
                </c:pt>
                <c:pt idx="391">
                  <c:v>-0.01161022785637578</c:v>
                </c:pt>
                <c:pt idx="392">
                  <c:v>-0.01546230797964234</c:v>
                </c:pt>
                <c:pt idx="393">
                  <c:v>-0.01571911332119345</c:v>
                </c:pt>
                <c:pt idx="394">
                  <c:v>-0.01931146986039128</c:v>
                </c:pt>
                <c:pt idx="395">
                  <c:v>-0.02290966288462437</c:v>
                </c:pt>
                <c:pt idx="396">
                  <c:v>-0.02419368959237989</c:v>
                </c:pt>
                <c:pt idx="397">
                  <c:v>-0.02316792734743428</c:v>
                </c:pt>
                <c:pt idx="398">
                  <c:v>-0.0218766050333847</c:v>
                </c:pt>
                <c:pt idx="399">
                  <c:v>-0.02032555913526638</c:v>
                </c:pt>
                <c:pt idx="400">
                  <c:v>-0.02057798711304104</c:v>
                </c:pt>
                <c:pt idx="401">
                  <c:v>-0.01722200821777093</c:v>
                </c:pt>
                <c:pt idx="402">
                  <c:v>-0.01542291170565439</c:v>
                </c:pt>
                <c:pt idx="403">
                  <c:v>-0.01311020451043564</c:v>
                </c:pt>
                <c:pt idx="404">
                  <c:v>-0.009501797637390862</c:v>
                </c:pt>
                <c:pt idx="405">
                  <c:v>-0.003852080123266566</c:v>
                </c:pt>
                <c:pt idx="406">
                  <c:v>-0.005136106831022089</c:v>
                </c:pt>
                <c:pt idx="407">
                  <c:v>-0.005649717514124296</c:v>
                </c:pt>
                <c:pt idx="408">
                  <c:v>-0.007190549563430923</c:v>
                </c:pt>
                <c:pt idx="409">
                  <c:v>-0.006420133538777609</c:v>
                </c:pt>
                <c:pt idx="410">
                  <c:v>-0.006420133538777609</c:v>
                </c:pt>
                <c:pt idx="411">
                  <c:v>-0.004879301489470984</c:v>
                </c:pt>
                <c:pt idx="412">
                  <c:v>-0.002568053415511046</c:v>
                </c:pt>
                <c:pt idx="413">
                  <c:v>-0.002568053415511045</c:v>
                </c:pt>
                <c:pt idx="495">
                  <c:v>-0.0008264462809917377</c:v>
                </c:pt>
                <c:pt idx="496">
                  <c:v>-0.004407713498622592</c:v>
                </c:pt>
                <c:pt idx="497">
                  <c:v>-0.01046831955922865</c:v>
                </c:pt>
                <c:pt idx="498">
                  <c:v>-0.01212121212121212</c:v>
                </c:pt>
                <c:pt idx="499">
                  <c:v>-0.01652892561983471</c:v>
                </c:pt>
                <c:pt idx="500">
                  <c:v>-0.02011019283746557</c:v>
                </c:pt>
                <c:pt idx="501">
                  <c:v>-0.01873278236914601</c:v>
                </c:pt>
                <c:pt idx="502">
                  <c:v>-0.0162534435261708</c:v>
                </c:pt>
                <c:pt idx="503">
                  <c:v>-0.01542699724517907</c:v>
                </c:pt>
                <c:pt idx="504">
                  <c:v>-0.01404958677685951</c:v>
                </c:pt>
                <c:pt idx="505">
                  <c:v>-0.009090909090909092</c:v>
                </c:pt>
                <c:pt idx="506">
                  <c:v>-0.007713498622589535</c:v>
                </c:pt>
                <c:pt idx="507">
                  <c:v>-0.008815426997245183</c:v>
                </c:pt>
                <c:pt idx="508">
                  <c:v>-0.009090909090909094</c:v>
                </c:pt>
                <c:pt idx="509">
                  <c:v>-0.007713498622589536</c:v>
                </c:pt>
                <c:pt idx="510">
                  <c:v>-0.007988980716253447</c:v>
                </c:pt>
                <c:pt idx="511">
                  <c:v>-0.008264462809917357</c:v>
                </c:pt>
                <c:pt idx="512">
                  <c:v>-0.00799402002284486</c:v>
                </c:pt>
                <c:pt idx="513">
                  <c:v>-0.003586306524222269</c:v>
                </c:pt>
                <c:pt idx="514">
                  <c:v>-5.039306591415377e-06</c:v>
                </c:pt>
                <c:pt idx="696">
                  <c:v>-0.002502274795268426</c:v>
                </c:pt>
                <c:pt idx="697">
                  <c:v>-0.01212973477015168</c:v>
                </c:pt>
                <c:pt idx="698">
                  <c:v>-0.01357733175914994</c:v>
                </c:pt>
                <c:pt idx="699">
                  <c:v>-0.01589348694154716</c:v>
                </c:pt>
                <c:pt idx="700">
                  <c:v>-0.01851044149828168</c:v>
                </c:pt>
                <c:pt idx="701">
                  <c:v>-0.01849916152174403</c:v>
                </c:pt>
                <c:pt idx="702">
                  <c:v>-0.01761932335180743</c:v>
                </c:pt>
                <c:pt idx="703">
                  <c:v>-0.01762496334007625</c:v>
                </c:pt>
                <c:pt idx="704">
                  <c:v>-0.01676768512321494</c:v>
                </c:pt>
                <c:pt idx="705">
                  <c:v>-0.01824912204182615</c:v>
                </c:pt>
                <c:pt idx="706">
                  <c:v>-0.01741440377804014</c:v>
                </c:pt>
                <c:pt idx="707">
                  <c:v>-0.01829988193624557</c:v>
                </c:pt>
                <c:pt idx="708">
                  <c:v>-0.02243211334120425</c:v>
                </c:pt>
                <c:pt idx="709">
                  <c:v>-0.0262942642621787</c:v>
                </c:pt>
                <c:pt idx="710">
                  <c:v>-0.03282056624302614</c:v>
                </c:pt>
                <c:pt idx="711">
                  <c:v>-0.03400699122624257</c:v>
                </c:pt>
                <c:pt idx="712">
                  <c:v>-0.03698173484269741</c:v>
                </c:pt>
                <c:pt idx="713">
                  <c:v>-0.03609818583080615</c:v>
                </c:pt>
                <c:pt idx="714">
                  <c:v>-0.03580881388368019</c:v>
                </c:pt>
                <c:pt idx="715">
                  <c:v>-0.03552522937549675</c:v>
                </c:pt>
                <c:pt idx="716">
                  <c:v>-0.03612712302551875</c:v>
                </c:pt>
                <c:pt idx="717">
                  <c:v>-0.03792894568295638</c:v>
                </c:pt>
                <c:pt idx="718">
                  <c:v>-0.04032108711253096</c:v>
                </c:pt>
                <c:pt idx="719">
                  <c:v>-0.03767236922317136</c:v>
                </c:pt>
                <c:pt idx="720">
                  <c:v>-0.03945490041746726</c:v>
                </c:pt>
                <c:pt idx="721">
                  <c:v>-0.04004907748223257</c:v>
                </c:pt>
                <c:pt idx="722">
                  <c:v>-0.03975584724247826</c:v>
                </c:pt>
                <c:pt idx="723">
                  <c:v>-0.04064325454699786</c:v>
                </c:pt>
                <c:pt idx="724">
                  <c:v>-0.04153066185151746</c:v>
                </c:pt>
                <c:pt idx="725">
                  <c:v>-0.04093841393306634</c:v>
                </c:pt>
                <c:pt idx="726">
                  <c:v>-0.04123936075807733</c:v>
                </c:pt>
                <c:pt idx="727">
                  <c:v>-0.04035967003881442</c:v>
                </c:pt>
                <c:pt idx="728">
                  <c:v>-0.03829162519002091</c:v>
                </c:pt>
                <c:pt idx="729">
                  <c:v>-0.03681004082073601</c:v>
                </c:pt>
                <c:pt idx="730">
                  <c:v>-0.0338680926916221</c:v>
                </c:pt>
                <c:pt idx="731">
                  <c:v>-0.03178847296494355</c:v>
                </c:pt>
                <c:pt idx="732">
                  <c:v>-0.029708853238265</c:v>
                </c:pt>
                <c:pt idx="733">
                  <c:v>-0.02881758764111705</c:v>
                </c:pt>
                <c:pt idx="734">
                  <c:v>-0.02406417112299465</c:v>
                </c:pt>
                <c:pt idx="735">
                  <c:v>-0.02406417112299465</c:v>
                </c:pt>
                <c:pt idx="736">
                  <c:v>-0.0225787284610814</c:v>
                </c:pt>
                <c:pt idx="737">
                  <c:v>-0.01989906808018263</c:v>
                </c:pt>
                <c:pt idx="738">
                  <c:v>-0.01751845076148482</c:v>
                </c:pt>
                <c:pt idx="739">
                  <c:v>-0.0142602495543672</c:v>
                </c:pt>
                <c:pt idx="740">
                  <c:v>-0.01249726365825437</c:v>
                </c:pt>
                <c:pt idx="741">
                  <c:v>-0.01459838321293429</c:v>
                </c:pt>
                <c:pt idx="742">
                  <c:v>-0.01221776589423648</c:v>
                </c:pt>
                <c:pt idx="743">
                  <c:v>-0.01311880414047597</c:v>
                </c:pt>
                <c:pt idx="744">
                  <c:v>-0.01581214623010288</c:v>
                </c:pt>
                <c:pt idx="745">
                  <c:v>-0.01521601463551928</c:v>
                </c:pt>
                <c:pt idx="746">
                  <c:v>-0.01611509835194045</c:v>
                </c:pt>
                <c:pt idx="747">
                  <c:v>-0.02029974669293555</c:v>
                </c:pt>
                <c:pt idx="748">
                  <c:v>-0.01910943803358664</c:v>
                </c:pt>
                <c:pt idx="749">
                  <c:v>-0.01762008631203677</c:v>
                </c:pt>
                <c:pt idx="750">
                  <c:v>-0.01761813178221847</c:v>
                </c:pt>
                <c:pt idx="751">
                  <c:v>-0.01910748350376833</c:v>
                </c:pt>
                <c:pt idx="752">
                  <c:v>-0.01762204084185508</c:v>
                </c:pt>
                <c:pt idx="753">
                  <c:v>-0.01763376802076492</c:v>
                </c:pt>
                <c:pt idx="754">
                  <c:v>-0.01735427025674703</c:v>
                </c:pt>
                <c:pt idx="755">
                  <c:v>-0.02363417456296713</c:v>
                </c:pt>
                <c:pt idx="756">
                  <c:v>-0.03469094974512931</c:v>
                </c:pt>
                <c:pt idx="757">
                  <c:v>-0.04067376551896676</c:v>
                </c:pt>
                <c:pt idx="758">
                  <c:v>-0.0451555023923445</c:v>
                </c:pt>
                <c:pt idx="759">
                  <c:v>-0.04994019138755981</c:v>
                </c:pt>
                <c:pt idx="760">
                  <c:v>-0.05293062200956937</c:v>
                </c:pt>
                <c:pt idx="761">
                  <c:v>-0.055950758896036</c:v>
                </c:pt>
                <c:pt idx="762">
                  <c:v>-0.05356237523368928</c:v>
                </c:pt>
                <c:pt idx="763">
                  <c:v>-0.05238006590829874</c:v>
                </c:pt>
                <c:pt idx="764">
                  <c:v>-0.05177405811337495</c:v>
                </c:pt>
                <c:pt idx="765">
                  <c:v>-0.05057986628220159</c:v>
                </c:pt>
                <c:pt idx="766">
                  <c:v>-0.04728640535716171</c:v>
                </c:pt>
                <c:pt idx="767">
                  <c:v>-0.04728241811633237</c:v>
                </c:pt>
                <c:pt idx="768">
                  <c:v>-0.04517715495843763</c:v>
                </c:pt>
                <c:pt idx="769">
                  <c:v>-0.04517715495843763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FA-4483-AD56-ADAC3E467F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0145295"/>
        <c:axId val="390144335"/>
      </c:lineChart>
      <c:dateAx>
        <c:axId val="390145295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4335"/>
        <c:crossesAt val="0"/>
        <c:auto val="1"/>
        <c:lblOffset val="100"/>
        <c:baseTimeUnit val="days"/>
      </c:dateAx>
      <c:valAx>
        <c:axId val="39014433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5295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'Component treatment'!$D$4</c:f>
              <c:strCache>
                <c:ptCount val="1"/>
                <c:pt idx="0">
                  <c:v>market_momentum</c:v>
                </c:pt>
              </c:strCache>
            </c:strRef>
          </c:tx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'Component treatment'!$C$5:$C$50000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treatment'!$D$5:$D$50000</c:f>
              <c:numCache>
                <c:formatCode>0%</c:formatCode>
                <c:ptCount val="49996"/>
                <c:pt idx="0">
                  <c:v>0.192090395480226</c:v>
                </c:pt>
                <c:pt idx="1">
                  <c:v>0.2146892655367232</c:v>
                </c:pt>
                <c:pt idx="2">
                  <c:v>0.2485875706214689</c:v>
                </c:pt>
                <c:pt idx="3">
                  <c:v>0.2429378531073446</c:v>
                </c:pt>
                <c:pt idx="4">
                  <c:v>0.2768361581920904</c:v>
                </c:pt>
                <c:pt idx="5">
                  <c:v>0.2937853107344633</c:v>
                </c:pt>
                <c:pt idx="6">
                  <c:v>0.2994350282485876</c:v>
                </c:pt>
                <c:pt idx="7">
                  <c:v>0.327683615819209</c:v>
                </c:pt>
                <c:pt idx="8">
                  <c:v>0.3389830508474576</c:v>
                </c:pt>
                <c:pt idx="9">
                  <c:v>0.3389830508474576</c:v>
                </c:pt>
                <c:pt idx="10">
                  <c:v>0.3389830508474576</c:v>
                </c:pt>
                <c:pt idx="11">
                  <c:v>0.3107344632768362</c:v>
                </c:pt>
                <c:pt idx="12">
                  <c:v>0.288135593220339</c:v>
                </c:pt>
                <c:pt idx="13">
                  <c:v>0.3107344632768362</c:v>
                </c:pt>
                <c:pt idx="14">
                  <c:v>0.3163841807909605</c:v>
                </c:pt>
                <c:pt idx="15">
                  <c:v>0.3050847457627119</c:v>
                </c:pt>
                <c:pt idx="16">
                  <c:v>0.288135593220339</c:v>
                </c:pt>
                <c:pt idx="17">
                  <c:v>0.2994350282485876</c:v>
                </c:pt>
                <c:pt idx="18">
                  <c:v>0.3559322033898305</c:v>
                </c:pt>
                <c:pt idx="19">
                  <c:v>0.2888888888888889</c:v>
                </c:pt>
                <c:pt idx="20">
                  <c:v>0.2833333333333333</c:v>
                </c:pt>
                <c:pt idx="21">
                  <c:v>0.3222222222222222</c:v>
                </c:pt>
                <c:pt idx="22">
                  <c:v>0.3277777777777778</c:v>
                </c:pt>
                <c:pt idx="23">
                  <c:v>0.3444444444444444</c:v>
                </c:pt>
                <c:pt idx="24">
                  <c:v>0.3055555555555556</c:v>
                </c:pt>
                <c:pt idx="25">
                  <c:v>0.2888888888888889</c:v>
                </c:pt>
                <c:pt idx="26">
                  <c:v>0.3</c:v>
                </c:pt>
                <c:pt idx="27">
                  <c:v>0.3055555555555556</c:v>
                </c:pt>
                <c:pt idx="28">
                  <c:v>0.2888888888888889</c:v>
                </c:pt>
                <c:pt idx="29">
                  <c:v>0.2944444444444445</c:v>
                </c:pt>
                <c:pt idx="30">
                  <c:v>0.3333333333333333</c:v>
                </c:pt>
                <c:pt idx="31">
                  <c:v>0.3277777777777778</c:v>
                </c:pt>
                <c:pt idx="32">
                  <c:v>0.3611111111111111</c:v>
                </c:pt>
                <c:pt idx="33">
                  <c:v>0.3722222222222222</c:v>
                </c:pt>
                <c:pt idx="34">
                  <c:v>0.3888888888888889</c:v>
                </c:pt>
                <c:pt idx="35">
                  <c:v>0.4333333333333333</c:v>
                </c:pt>
                <c:pt idx="36">
                  <c:v>0.4666666666666667</c:v>
                </c:pt>
                <c:pt idx="37">
                  <c:v>0.4222222222222222</c:v>
                </c:pt>
                <c:pt idx="38">
                  <c:v>0.3944444444444444</c:v>
                </c:pt>
                <c:pt idx="39">
                  <c:v>0.4555555555555555</c:v>
                </c:pt>
                <c:pt idx="40">
                  <c:v>0.5111111111111111</c:v>
                </c:pt>
                <c:pt idx="41">
                  <c:v>0.4833333333333333</c:v>
                </c:pt>
                <c:pt idx="42">
                  <c:v>0.5111111111111111</c:v>
                </c:pt>
                <c:pt idx="43">
                  <c:v>0.5388888888888889</c:v>
                </c:pt>
                <c:pt idx="44">
                  <c:v>0.5</c:v>
                </c:pt>
                <c:pt idx="45">
                  <c:v>0.4388888888888889</c:v>
                </c:pt>
                <c:pt idx="46">
                  <c:v>0.4222222222222222</c:v>
                </c:pt>
                <c:pt idx="47">
                  <c:v>0.5166666666666667</c:v>
                </c:pt>
                <c:pt idx="48">
                  <c:v>0.5195530726256983</c:v>
                </c:pt>
                <c:pt idx="49">
                  <c:v>0.5865921787709497</c:v>
                </c:pt>
                <c:pt idx="50">
                  <c:v>0.6312849162011173</c:v>
                </c:pt>
                <c:pt idx="51">
                  <c:v>0.6089385474860335</c:v>
                </c:pt>
                <c:pt idx="52">
                  <c:v>0.6089385474860335</c:v>
                </c:pt>
                <c:pt idx="53">
                  <c:v>0.6089385474860335</c:v>
                </c:pt>
                <c:pt idx="54">
                  <c:v>0.5586592178770949</c:v>
                </c:pt>
                <c:pt idx="55">
                  <c:v>0.6145251396648045</c:v>
                </c:pt>
                <c:pt idx="56">
                  <c:v>0.5698324022346368</c:v>
                </c:pt>
                <c:pt idx="57">
                  <c:v>0.6424581005586593</c:v>
                </c:pt>
                <c:pt idx="58">
                  <c:v>0.659217877094972</c:v>
                </c:pt>
                <c:pt idx="59">
                  <c:v>0.6480446927374302</c:v>
                </c:pt>
                <c:pt idx="60">
                  <c:v>0.6123595505617978</c:v>
                </c:pt>
                <c:pt idx="61">
                  <c:v>0.4775280898876405</c:v>
                </c:pt>
                <c:pt idx="62">
                  <c:v>0.4887640449438202</c:v>
                </c:pt>
                <c:pt idx="63">
                  <c:v>0.4550561797752809</c:v>
                </c:pt>
                <c:pt idx="64">
                  <c:v>0.4606741573033708</c:v>
                </c:pt>
                <c:pt idx="65">
                  <c:v>0.4662921348314606</c:v>
                </c:pt>
                <c:pt idx="66">
                  <c:v>0.4157303370786517</c:v>
                </c:pt>
                <c:pt idx="67">
                  <c:v>0.4325842696629214</c:v>
                </c:pt>
                <c:pt idx="68">
                  <c:v>0.3258426966292135</c:v>
                </c:pt>
                <c:pt idx="69">
                  <c:v>0.2921348314606741</c:v>
                </c:pt>
                <c:pt idx="70">
                  <c:v>0.3258426966292135</c:v>
                </c:pt>
                <c:pt idx="71">
                  <c:v>0.2977528089887641</c:v>
                </c:pt>
                <c:pt idx="72">
                  <c:v>0.3483146067415731</c:v>
                </c:pt>
                <c:pt idx="73">
                  <c:v>0.3483146067415731</c:v>
                </c:pt>
                <c:pt idx="74">
                  <c:v>0.3314606741573033</c:v>
                </c:pt>
                <c:pt idx="75">
                  <c:v>0.3764044943820224</c:v>
                </c:pt>
                <c:pt idx="76">
                  <c:v>0.3707865168539326</c:v>
                </c:pt>
                <c:pt idx="77">
                  <c:v>0.3258426966292135</c:v>
                </c:pt>
                <c:pt idx="78">
                  <c:v>0.3426966292134832</c:v>
                </c:pt>
                <c:pt idx="79">
                  <c:v>0.3483146067415731</c:v>
                </c:pt>
                <c:pt idx="80">
                  <c:v>0.3202247191011236</c:v>
                </c:pt>
                <c:pt idx="81">
                  <c:v>0.3426966292134832</c:v>
                </c:pt>
                <c:pt idx="82">
                  <c:v>0.3202247191011236</c:v>
                </c:pt>
                <c:pt idx="83">
                  <c:v>0.3370786516853932</c:v>
                </c:pt>
                <c:pt idx="84">
                  <c:v>0.3089887640449438</c:v>
                </c:pt>
                <c:pt idx="85">
                  <c:v>0.2921348314606741</c:v>
                </c:pt>
                <c:pt idx="86">
                  <c:v>0.3089887640449438</c:v>
                </c:pt>
                <c:pt idx="87">
                  <c:v>0.3146067415730337</c:v>
                </c:pt>
                <c:pt idx="88">
                  <c:v>0.2359550561797753</c:v>
                </c:pt>
                <c:pt idx="89">
                  <c:v>0.2078651685393259</c:v>
                </c:pt>
                <c:pt idx="90">
                  <c:v>0.247191011235955</c:v>
                </c:pt>
                <c:pt idx="91">
                  <c:v>0.2359550561797753</c:v>
                </c:pt>
                <c:pt idx="92">
                  <c:v>0.2359550561797753</c:v>
                </c:pt>
                <c:pt idx="93">
                  <c:v>0.2359550561797753</c:v>
                </c:pt>
                <c:pt idx="94">
                  <c:v>0.2359550561797753</c:v>
                </c:pt>
                <c:pt idx="95">
                  <c:v>0.2247191011235955</c:v>
                </c:pt>
                <c:pt idx="96">
                  <c:v>0.2247191011235955</c:v>
                </c:pt>
                <c:pt idx="97">
                  <c:v>0.2078651685393259</c:v>
                </c:pt>
                <c:pt idx="98">
                  <c:v>0.1853932584269663</c:v>
                </c:pt>
                <c:pt idx="99">
                  <c:v>0.1853932584269663</c:v>
                </c:pt>
                <c:pt idx="100">
                  <c:v>0.252808988764045</c:v>
                </c:pt>
                <c:pt idx="101">
                  <c:v>0.2415730337078652</c:v>
                </c:pt>
                <c:pt idx="102">
                  <c:v>0.2977528089887641</c:v>
                </c:pt>
                <c:pt idx="103">
                  <c:v>0.2640449438202247</c:v>
                </c:pt>
                <c:pt idx="104">
                  <c:v>0.2359550561797753</c:v>
                </c:pt>
                <c:pt idx="105">
                  <c:v>0.2415730337078652</c:v>
                </c:pt>
                <c:pt idx="106">
                  <c:v>0.2696629213483146</c:v>
                </c:pt>
                <c:pt idx="107">
                  <c:v>0.2696629213483146</c:v>
                </c:pt>
                <c:pt idx="108">
                  <c:v>0.2640449438202247</c:v>
                </c:pt>
                <c:pt idx="109">
                  <c:v>0.2752808988764045</c:v>
                </c:pt>
                <c:pt idx="110">
                  <c:v>0.3314606741573033</c:v>
                </c:pt>
                <c:pt idx="111">
                  <c:v>0.3539325842696629</c:v>
                </c:pt>
                <c:pt idx="112">
                  <c:v>0.3932584269662922</c:v>
                </c:pt>
                <c:pt idx="113">
                  <c:v>0.3764044943820224</c:v>
                </c:pt>
                <c:pt idx="114">
                  <c:v>0.4213483146067415</c:v>
                </c:pt>
                <c:pt idx="115">
                  <c:v>0.3820224719101123</c:v>
                </c:pt>
                <c:pt idx="116">
                  <c:v>0.3876404494382023</c:v>
                </c:pt>
                <c:pt idx="117">
                  <c:v>0.3764044943820224</c:v>
                </c:pt>
                <c:pt idx="118">
                  <c:v>0.4213483146067415</c:v>
                </c:pt>
                <c:pt idx="119">
                  <c:v>0.4382022471910113</c:v>
                </c:pt>
                <c:pt idx="120">
                  <c:v>0.4632768361581921</c:v>
                </c:pt>
                <c:pt idx="121">
                  <c:v>0.4576271186440678</c:v>
                </c:pt>
                <c:pt idx="122">
                  <c:v>0.4519774011299435</c:v>
                </c:pt>
                <c:pt idx="123">
                  <c:v>0.5084745762711864</c:v>
                </c:pt>
                <c:pt idx="124">
                  <c:v>0.5141242937853108</c:v>
                </c:pt>
                <c:pt idx="125">
                  <c:v>0.4689265536723164</c:v>
                </c:pt>
                <c:pt idx="126">
                  <c:v>0.4519774011299435</c:v>
                </c:pt>
                <c:pt idx="127">
                  <c:v>0.5141242937853108</c:v>
                </c:pt>
                <c:pt idx="128">
                  <c:v>0.519774011299435</c:v>
                </c:pt>
                <c:pt idx="129">
                  <c:v>0.559322033898305</c:v>
                </c:pt>
                <c:pt idx="130">
                  <c:v>0.5536723163841808</c:v>
                </c:pt>
                <c:pt idx="131">
                  <c:v>0.519774011299435</c:v>
                </c:pt>
                <c:pt idx="132">
                  <c:v>0.519774011299435</c:v>
                </c:pt>
                <c:pt idx="133">
                  <c:v>0.4858757062146893</c:v>
                </c:pt>
                <c:pt idx="134">
                  <c:v>0.4971751412429379</c:v>
                </c:pt>
                <c:pt idx="135">
                  <c:v>0.4293785310734463</c:v>
                </c:pt>
                <c:pt idx="136">
                  <c:v>0.4915254237288136</c:v>
                </c:pt>
                <c:pt idx="137">
                  <c:v>0.4915254237288136</c:v>
                </c:pt>
                <c:pt idx="138">
                  <c:v>0.4124293785310734</c:v>
                </c:pt>
                <c:pt idx="139">
                  <c:v>0.423728813559322</c:v>
                </c:pt>
                <c:pt idx="140">
                  <c:v>0.4406779661016949</c:v>
                </c:pt>
                <c:pt idx="141">
                  <c:v>0.4406779661016949</c:v>
                </c:pt>
                <c:pt idx="142">
                  <c:v>0.4745762711864407</c:v>
                </c:pt>
                <c:pt idx="143">
                  <c:v>0.4915254237288136</c:v>
                </c:pt>
                <c:pt idx="144">
                  <c:v>0.4689265536723164</c:v>
                </c:pt>
                <c:pt idx="145">
                  <c:v>0.4745762711864407</c:v>
                </c:pt>
                <c:pt idx="146">
                  <c:v>0.4406779661016949</c:v>
                </c:pt>
                <c:pt idx="147">
                  <c:v>0.4745762711864407</c:v>
                </c:pt>
                <c:pt idx="148">
                  <c:v>0.4350282485875706</c:v>
                </c:pt>
                <c:pt idx="149">
                  <c:v>0.4463276836158192</c:v>
                </c:pt>
                <c:pt idx="150">
                  <c:v>0.4519774011299435</c:v>
                </c:pt>
                <c:pt idx="151">
                  <c:v>0.4745762711864407</c:v>
                </c:pt>
                <c:pt idx="152">
                  <c:v>0.4632768361581921</c:v>
                </c:pt>
                <c:pt idx="153">
                  <c:v>0.4576271186440678</c:v>
                </c:pt>
                <c:pt idx="154">
                  <c:v>0.4180790960451977</c:v>
                </c:pt>
                <c:pt idx="155">
                  <c:v>0.423728813559322</c:v>
                </c:pt>
                <c:pt idx="156">
                  <c:v>0.4576271186440678</c:v>
                </c:pt>
                <c:pt idx="157">
                  <c:v>0.4689265536723164</c:v>
                </c:pt>
                <c:pt idx="158">
                  <c:v>0.480225988700565</c:v>
                </c:pt>
                <c:pt idx="159">
                  <c:v>0.4463276836158192</c:v>
                </c:pt>
                <c:pt idx="160">
                  <c:v>0.4463276836158192</c:v>
                </c:pt>
                <c:pt idx="161">
                  <c:v>0.480225988700565</c:v>
                </c:pt>
                <c:pt idx="162">
                  <c:v>0.4632768361581921</c:v>
                </c:pt>
                <c:pt idx="163">
                  <c:v>0.4689265536723164</c:v>
                </c:pt>
                <c:pt idx="164">
                  <c:v>0.4689265536723164</c:v>
                </c:pt>
                <c:pt idx="165">
                  <c:v>0.4858757062146893</c:v>
                </c:pt>
                <c:pt idx="166">
                  <c:v>0.4519774011299435</c:v>
                </c:pt>
                <c:pt idx="167">
                  <c:v>0.4124293785310734</c:v>
                </c:pt>
                <c:pt idx="168">
                  <c:v>0.4689265536723164</c:v>
                </c:pt>
                <c:pt idx="169">
                  <c:v>0.5028248587570622</c:v>
                </c:pt>
                <c:pt idx="170">
                  <c:v>0.5310734463276836</c:v>
                </c:pt>
                <c:pt idx="171">
                  <c:v>0.6045197740112994</c:v>
                </c:pt>
                <c:pt idx="172">
                  <c:v>0.6214689265536724</c:v>
                </c:pt>
                <c:pt idx="173">
                  <c:v>0.632768361581921</c:v>
                </c:pt>
                <c:pt idx="174">
                  <c:v>0.6384180790960452</c:v>
                </c:pt>
                <c:pt idx="175">
                  <c:v>0.5988700564971752</c:v>
                </c:pt>
                <c:pt idx="176">
                  <c:v>0.6101694915254238</c:v>
                </c:pt>
                <c:pt idx="177">
                  <c:v>0.615819209039548</c:v>
                </c:pt>
                <c:pt idx="178">
                  <c:v>0.615819209039548</c:v>
                </c:pt>
                <c:pt idx="179">
                  <c:v>0.632768361581921</c:v>
                </c:pt>
                <c:pt idx="180">
                  <c:v>0.5819209039548022</c:v>
                </c:pt>
                <c:pt idx="181">
                  <c:v>0.5819209039548022</c:v>
                </c:pt>
                <c:pt idx="182">
                  <c:v>0.6193181818181818</c:v>
                </c:pt>
                <c:pt idx="183">
                  <c:v>0.5795454545454546</c:v>
                </c:pt>
                <c:pt idx="184">
                  <c:v>0.4860335195530726</c:v>
                </c:pt>
                <c:pt idx="185">
                  <c:v>0.4972067039106145</c:v>
                </c:pt>
                <c:pt idx="186">
                  <c:v>0.5139664804469274</c:v>
                </c:pt>
                <c:pt idx="187">
                  <c:v>0.5139664804469274</c:v>
                </c:pt>
                <c:pt idx="188">
                  <c:v>0.5586592178770949</c:v>
                </c:pt>
                <c:pt idx="189">
                  <c:v>0.6033519553072626</c:v>
                </c:pt>
                <c:pt idx="190">
                  <c:v>0.5977653631284916</c:v>
                </c:pt>
                <c:pt idx="191">
                  <c:v>0.547486033519553</c:v>
                </c:pt>
                <c:pt idx="192">
                  <c:v>0.5195530726256983</c:v>
                </c:pt>
                <c:pt idx="193">
                  <c:v>0.5083798882681564</c:v>
                </c:pt>
                <c:pt idx="194">
                  <c:v>0.5139664804469274</c:v>
                </c:pt>
                <c:pt idx="195">
                  <c:v>0.5083798882681564</c:v>
                </c:pt>
                <c:pt idx="196">
                  <c:v>0.5139664804469274</c:v>
                </c:pt>
                <c:pt idx="197">
                  <c:v>0.5698324022346368</c:v>
                </c:pt>
                <c:pt idx="198">
                  <c:v>0.6033519553072626</c:v>
                </c:pt>
                <c:pt idx="199">
                  <c:v>0.6201117318435754</c:v>
                </c:pt>
                <c:pt idx="200">
                  <c:v>0.6256983240223464</c:v>
                </c:pt>
                <c:pt idx="201">
                  <c:v>0.6368715083798883</c:v>
                </c:pt>
                <c:pt idx="202">
                  <c:v>0.664804469273743</c:v>
                </c:pt>
                <c:pt idx="203">
                  <c:v>0.6871508379888268</c:v>
                </c:pt>
                <c:pt idx="204">
                  <c:v>0.6871508379888268</c:v>
                </c:pt>
                <c:pt idx="205">
                  <c:v>0.6871508379888268</c:v>
                </c:pt>
                <c:pt idx="206">
                  <c:v>0.6927374301675978</c:v>
                </c:pt>
                <c:pt idx="207">
                  <c:v>0.6815642458100558</c:v>
                </c:pt>
                <c:pt idx="208">
                  <c:v>0.7262569832402235</c:v>
                </c:pt>
                <c:pt idx="209">
                  <c:v>0.7206703910614525</c:v>
                </c:pt>
                <c:pt idx="210">
                  <c:v>0.6983240223463687</c:v>
                </c:pt>
                <c:pt idx="211">
                  <c:v>0.7206703910614525</c:v>
                </c:pt>
                <c:pt idx="212">
                  <c:v>0.7206703910614525</c:v>
                </c:pt>
                <c:pt idx="213">
                  <c:v>0.7150837988826816</c:v>
                </c:pt>
                <c:pt idx="214">
                  <c:v>0.7430167597765364</c:v>
                </c:pt>
                <c:pt idx="215">
                  <c:v>0.7318435754189944</c:v>
                </c:pt>
                <c:pt idx="216">
                  <c:v>0.7318435754189944</c:v>
                </c:pt>
                <c:pt idx="217">
                  <c:v>0.7374301675977654</c:v>
                </c:pt>
                <c:pt idx="218">
                  <c:v>0.7206703910614525</c:v>
                </c:pt>
                <c:pt idx="219">
                  <c:v>0.6983240223463687</c:v>
                </c:pt>
                <c:pt idx="220">
                  <c:v>0.6983240223463687</c:v>
                </c:pt>
                <c:pt idx="221">
                  <c:v>0.7150837988826816</c:v>
                </c:pt>
                <c:pt idx="222">
                  <c:v>0.659217877094972</c:v>
                </c:pt>
                <c:pt idx="223">
                  <c:v>0.6871508379888268</c:v>
                </c:pt>
                <c:pt idx="224">
                  <c:v>0.6815642458100558</c:v>
                </c:pt>
                <c:pt idx="225">
                  <c:v>0.6759776536312849</c:v>
                </c:pt>
                <c:pt idx="226">
                  <c:v>0.6424581005586593</c:v>
                </c:pt>
                <c:pt idx="227">
                  <c:v>0.5921787709497207</c:v>
                </c:pt>
                <c:pt idx="228">
                  <c:v>0.547486033519553</c:v>
                </c:pt>
                <c:pt idx="229">
                  <c:v>0.5698324022346368</c:v>
                </c:pt>
                <c:pt idx="230">
                  <c:v>0.5586592178770949</c:v>
                </c:pt>
                <c:pt idx="231">
                  <c:v>0.547486033519553</c:v>
                </c:pt>
                <c:pt idx="232">
                  <c:v>0.4804469273743017</c:v>
                </c:pt>
                <c:pt idx="233">
                  <c:v>0.4692737430167598</c:v>
                </c:pt>
                <c:pt idx="234">
                  <c:v>0.4748603351955307</c:v>
                </c:pt>
                <c:pt idx="235">
                  <c:v>0.4748603351955307</c:v>
                </c:pt>
                <c:pt idx="236">
                  <c:v>0.4525139664804469</c:v>
                </c:pt>
                <c:pt idx="237">
                  <c:v>0.547486033519553</c:v>
                </c:pt>
                <c:pt idx="238">
                  <c:v>0.5810055865921788</c:v>
                </c:pt>
                <c:pt idx="239">
                  <c:v>0.5418994413407822</c:v>
                </c:pt>
                <c:pt idx="240">
                  <c:v>0.5977653631284916</c:v>
                </c:pt>
                <c:pt idx="241">
                  <c:v>0.6201117318435754</c:v>
                </c:pt>
                <c:pt idx="242">
                  <c:v>0.6256983240223464</c:v>
                </c:pt>
                <c:pt idx="243">
                  <c:v>0.5977653631284916</c:v>
                </c:pt>
                <c:pt idx="244">
                  <c:v>0.6312849162011173</c:v>
                </c:pt>
                <c:pt idx="245">
                  <c:v>0.6536312849162011</c:v>
                </c:pt>
                <c:pt idx="246">
                  <c:v>0.615819209039548</c:v>
                </c:pt>
                <c:pt idx="247">
                  <c:v>0.6101694915254238</c:v>
                </c:pt>
                <c:pt idx="248">
                  <c:v>0.6271186440677966</c:v>
                </c:pt>
                <c:pt idx="249">
                  <c:v>0.655367231638418</c:v>
                </c:pt>
                <c:pt idx="250">
                  <c:v>0.6271186440677966</c:v>
                </c:pt>
                <c:pt idx="251">
                  <c:v>0.5819209039548022</c:v>
                </c:pt>
                <c:pt idx="252">
                  <c:v>0.519774011299435</c:v>
                </c:pt>
                <c:pt idx="253">
                  <c:v>0.4689265536723164</c:v>
                </c:pt>
                <c:pt idx="254">
                  <c:v>0.480225988700565</c:v>
                </c:pt>
                <c:pt idx="255">
                  <c:v>0.4406779661016949</c:v>
                </c:pt>
                <c:pt idx="256">
                  <c:v>0.4488636363636364</c:v>
                </c:pt>
                <c:pt idx="257">
                  <c:v>0.4375</c:v>
                </c:pt>
                <c:pt idx="258">
                  <c:v>0.4659090909090909</c:v>
                </c:pt>
                <c:pt idx="259">
                  <c:v>0.4034090909090909</c:v>
                </c:pt>
                <c:pt idx="260">
                  <c:v>0.4034090909090909</c:v>
                </c:pt>
                <c:pt idx="261">
                  <c:v>0.4090909090909091</c:v>
                </c:pt>
                <c:pt idx="262">
                  <c:v>0.4318181818181818</c:v>
                </c:pt>
                <c:pt idx="263">
                  <c:v>0.3863636363636364</c:v>
                </c:pt>
                <c:pt idx="264">
                  <c:v>0.4034090909090909</c:v>
                </c:pt>
                <c:pt idx="265">
                  <c:v>0.3920454545454545</c:v>
                </c:pt>
                <c:pt idx="266">
                  <c:v>0.4204545454545455</c:v>
                </c:pt>
                <c:pt idx="267">
                  <c:v>0.4431818181818182</c:v>
                </c:pt>
                <c:pt idx="268">
                  <c:v>0.4382022471910113</c:v>
                </c:pt>
                <c:pt idx="269">
                  <c:v>0.4550561797752809</c:v>
                </c:pt>
                <c:pt idx="270">
                  <c:v>0.4719101123595505</c:v>
                </c:pt>
                <c:pt idx="271">
                  <c:v>0.4325842696629214</c:v>
                </c:pt>
                <c:pt idx="272">
                  <c:v>0.4157303370786517</c:v>
                </c:pt>
                <c:pt idx="273">
                  <c:v>0.4438202247191011</c:v>
                </c:pt>
                <c:pt idx="274">
                  <c:v>0.4438202247191011</c:v>
                </c:pt>
                <c:pt idx="275">
                  <c:v>0.4438202247191011</c:v>
                </c:pt>
                <c:pt idx="276">
                  <c:v>0.4438202247191011</c:v>
                </c:pt>
                <c:pt idx="277">
                  <c:v>0.4662921348314606</c:v>
                </c:pt>
                <c:pt idx="278">
                  <c:v>0.4101123595505618</c:v>
                </c:pt>
                <c:pt idx="279">
                  <c:v>0.4269662921348314</c:v>
                </c:pt>
                <c:pt idx="280">
                  <c:v>0.4101123595505618</c:v>
                </c:pt>
                <c:pt idx="281">
                  <c:v>0.4213483146067415</c:v>
                </c:pt>
                <c:pt idx="282">
                  <c:v>0.449438202247191</c:v>
                </c:pt>
                <c:pt idx="283">
                  <c:v>0.5224719101123596</c:v>
                </c:pt>
                <c:pt idx="284">
                  <c:v>0.5393258426966292</c:v>
                </c:pt>
                <c:pt idx="285">
                  <c:v>0.5337078651685393</c:v>
                </c:pt>
                <c:pt idx="286">
                  <c:v>0.550561797752809</c:v>
                </c:pt>
                <c:pt idx="287">
                  <c:v>0.5168539325842697</c:v>
                </c:pt>
                <c:pt idx="288">
                  <c:v>0.5168539325842697</c:v>
                </c:pt>
                <c:pt idx="289">
                  <c:v>0.5224719101123596</c:v>
                </c:pt>
                <c:pt idx="290">
                  <c:v>0.5280898876404494</c:v>
                </c:pt>
                <c:pt idx="291">
                  <c:v>0.4943820224719101</c:v>
                </c:pt>
                <c:pt idx="292">
                  <c:v>0.5561797752808989</c:v>
                </c:pt>
                <c:pt idx="293">
                  <c:v>0.5337078651685393</c:v>
                </c:pt>
                <c:pt idx="294">
                  <c:v>0.5280898876404494</c:v>
                </c:pt>
                <c:pt idx="295">
                  <c:v>0.5168539325842697</c:v>
                </c:pt>
                <c:pt idx="296">
                  <c:v>0.5898876404494382</c:v>
                </c:pt>
                <c:pt idx="297">
                  <c:v>0.6235955056179775</c:v>
                </c:pt>
                <c:pt idx="298">
                  <c:v>0.6235955056179775</c:v>
                </c:pt>
                <c:pt idx="299">
                  <c:v>0.5842696629213483</c:v>
                </c:pt>
                <c:pt idx="300">
                  <c:v>0.5649717514124294</c:v>
                </c:pt>
                <c:pt idx="301">
                  <c:v>0.5536723163841808</c:v>
                </c:pt>
                <c:pt idx="302">
                  <c:v>0.5649717514124294</c:v>
                </c:pt>
                <c:pt idx="303">
                  <c:v>0.5875706214689266</c:v>
                </c:pt>
                <c:pt idx="304">
                  <c:v>0.6045197740112994</c:v>
                </c:pt>
                <c:pt idx="305">
                  <c:v>0.6101694915254238</c:v>
                </c:pt>
                <c:pt idx="306">
                  <c:v>0.6440677966101694</c:v>
                </c:pt>
                <c:pt idx="307">
                  <c:v>0.6214689265536724</c:v>
                </c:pt>
                <c:pt idx="308">
                  <c:v>0.6271186440677966</c:v>
                </c:pt>
                <c:pt idx="309">
                  <c:v>0.6214689265536724</c:v>
                </c:pt>
                <c:pt idx="310">
                  <c:v>0.6440677966101694</c:v>
                </c:pt>
                <c:pt idx="311">
                  <c:v>0.6101694915254238</c:v>
                </c:pt>
                <c:pt idx="312">
                  <c:v>0.625</c:v>
                </c:pt>
                <c:pt idx="313">
                  <c:v>0.6590909090909091</c:v>
                </c:pt>
                <c:pt idx="314">
                  <c:v>0.5909090909090909</c:v>
                </c:pt>
                <c:pt idx="315">
                  <c:v>0.5795454545454546</c:v>
                </c:pt>
                <c:pt idx="316">
                  <c:v>0.5852272727272727</c:v>
                </c:pt>
                <c:pt idx="317">
                  <c:v>0.6193181818181818</c:v>
                </c:pt>
                <c:pt idx="318">
                  <c:v>0.6306818181818182</c:v>
                </c:pt>
                <c:pt idx="319">
                  <c:v>0.6647727272727273</c:v>
                </c:pt>
                <c:pt idx="320">
                  <c:v>0.6590909090909091</c:v>
                </c:pt>
                <c:pt idx="321">
                  <c:v>0.6590909090909091</c:v>
                </c:pt>
                <c:pt idx="322">
                  <c:v>0.6420454545454546</c:v>
                </c:pt>
                <c:pt idx="323">
                  <c:v>0.625</c:v>
                </c:pt>
                <c:pt idx="324">
                  <c:v>0.6306818181818182</c:v>
                </c:pt>
                <c:pt idx="325">
                  <c:v>0.6647727272727273</c:v>
                </c:pt>
                <c:pt idx="326">
                  <c:v>0.6136363636363636</c:v>
                </c:pt>
                <c:pt idx="327">
                  <c:v>0.625</c:v>
                </c:pt>
                <c:pt idx="328">
                  <c:v>0.5852272727272727</c:v>
                </c:pt>
                <c:pt idx="329">
                  <c:v>0.6420454545454546</c:v>
                </c:pt>
                <c:pt idx="330">
                  <c:v>0.7329545454545454</c:v>
                </c:pt>
                <c:pt idx="331">
                  <c:v>0.7102272727272727</c:v>
                </c:pt>
                <c:pt idx="332">
                  <c:v>0.7386363636363636</c:v>
                </c:pt>
                <c:pt idx="333">
                  <c:v>0.7159090909090909</c:v>
                </c:pt>
                <c:pt idx="334">
                  <c:v>0.7159090909090909</c:v>
                </c:pt>
                <c:pt idx="335">
                  <c:v>0.6931818181818182</c:v>
                </c:pt>
                <c:pt idx="336">
                  <c:v>0.7272727272727273</c:v>
                </c:pt>
                <c:pt idx="337">
                  <c:v>0.7272727272727273</c:v>
                </c:pt>
                <c:pt idx="338">
                  <c:v>0.6875</c:v>
                </c:pt>
                <c:pt idx="339">
                  <c:v>0.6534090909090909</c:v>
                </c:pt>
                <c:pt idx="340">
                  <c:v>0.7215909090909091</c:v>
                </c:pt>
                <c:pt idx="341">
                  <c:v>0.7344632768361582</c:v>
                </c:pt>
                <c:pt idx="342">
                  <c:v>0.7570621468926554</c:v>
                </c:pt>
                <c:pt idx="343">
                  <c:v>0.7570621468926554</c:v>
                </c:pt>
                <c:pt idx="344">
                  <c:v>0.7966101694915254</c:v>
                </c:pt>
                <c:pt idx="345">
                  <c:v>0.7796610169491526</c:v>
                </c:pt>
                <c:pt idx="346">
                  <c:v>0.7570621468926554</c:v>
                </c:pt>
                <c:pt idx="347">
                  <c:v>0.7909604519774012</c:v>
                </c:pt>
                <c:pt idx="348">
                  <c:v>0.7909604519774012</c:v>
                </c:pt>
                <c:pt idx="349">
                  <c:v>0.807909604519774</c:v>
                </c:pt>
                <c:pt idx="350">
                  <c:v>0.7909604519774012</c:v>
                </c:pt>
                <c:pt idx="351">
                  <c:v>0.8305084745762712</c:v>
                </c:pt>
                <c:pt idx="352">
                  <c:v>0.8305084745762712</c:v>
                </c:pt>
                <c:pt idx="353">
                  <c:v>0.8305084745762712</c:v>
                </c:pt>
                <c:pt idx="354">
                  <c:v>0.8409090909090909</c:v>
                </c:pt>
                <c:pt idx="355">
                  <c:v>0.8125</c:v>
                </c:pt>
                <c:pt idx="356">
                  <c:v>0.8068181818181818</c:v>
                </c:pt>
                <c:pt idx="357">
                  <c:v>0.8181818181818182</c:v>
                </c:pt>
                <c:pt idx="358">
                  <c:v>0.8181818181818182</c:v>
                </c:pt>
                <c:pt idx="359">
                  <c:v>0.8125</c:v>
                </c:pt>
                <c:pt idx="360">
                  <c:v>0.8181818181818182</c:v>
                </c:pt>
                <c:pt idx="361">
                  <c:v>0.8125</c:v>
                </c:pt>
                <c:pt idx="362">
                  <c:v>0.7840909090909091</c:v>
                </c:pt>
                <c:pt idx="363">
                  <c:v>0.8011363636363636</c:v>
                </c:pt>
                <c:pt idx="364">
                  <c:v>0.7784090909090909</c:v>
                </c:pt>
                <c:pt idx="365">
                  <c:v>0.7840909090909091</c:v>
                </c:pt>
                <c:pt idx="366">
                  <c:v>0.7784090909090909</c:v>
                </c:pt>
                <c:pt idx="367">
                  <c:v>0.7613636363636364</c:v>
                </c:pt>
                <c:pt idx="368">
                  <c:v>0.7727272727272727</c:v>
                </c:pt>
                <c:pt idx="369">
                  <c:v>0.7784090909090909</c:v>
                </c:pt>
                <c:pt idx="370">
                  <c:v>0.7159090909090909</c:v>
                </c:pt>
                <c:pt idx="371">
                  <c:v>0.7102272727272727</c:v>
                </c:pt>
                <c:pt idx="372">
                  <c:v>0.7272727272727273</c:v>
                </c:pt>
                <c:pt idx="373">
                  <c:v>0.6534090909090909</c:v>
                </c:pt>
                <c:pt idx="374">
                  <c:v>0.6647727272727273</c:v>
                </c:pt>
                <c:pt idx="375">
                  <c:v>0.6590909090909091</c:v>
                </c:pt>
                <c:pt idx="376">
                  <c:v>0.6818181818181818</c:v>
                </c:pt>
                <c:pt idx="377">
                  <c:v>0.6818181818181818</c:v>
                </c:pt>
                <c:pt idx="378">
                  <c:v>0.6420454545454546</c:v>
                </c:pt>
                <c:pt idx="379">
                  <c:v>0.6704545454545454</c:v>
                </c:pt>
                <c:pt idx="380">
                  <c:v>0.6477272727272727</c:v>
                </c:pt>
                <c:pt idx="381">
                  <c:v>0.5965909090909091</c:v>
                </c:pt>
                <c:pt idx="382">
                  <c:v>0.6534090909090909</c:v>
                </c:pt>
                <c:pt idx="383">
                  <c:v>0.6497175141242938</c:v>
                </c:pt>
                <c:pt idx="384">
                  <c:v>0.5480225988700564</c:v>
                </c:pt>
                <c:pt idx="385">
                  <c:v>0.536723163841808</c:v>
                </c:pt>
                <c:pt idx="386">
                  <c:v>0.5480225988700564</c:v>
                </c:pt>
                <c:pt idx="387">
                  <c:v>0.6045197740112994</c:v>
                </c:pt>
                <c:pt idx="388">
                  <c:v>0.615819209039548</c:v>
                </c:pt>
                <c:pt idx="389">
                  <c:v>0.5988700564971752</c:v>
                </c:pt>
                <c:pt idx="390">
                  <c:v>0.6384180790960452</c:v>
                </c:pt>
                <c:pt idx="391">
                  <c:v>0.615819209039548</c:v>
                </c:pt>
                <c:pt idx="392">
                  <c:v>0.6666666666666666</c:v>
                </c:pt>
                <c:pt idx="393">
                  <c:v>0.6666666666666666</c:v>
                </c:pt>
                <c:pt idx="394">
                  <c:v>0.6949152542372882</c:v>
                </c:pt>
                <c:pt idx="395">
                  <c:v>0.6892655367231638</c:v>
                </c:pt>
                <c:pt idx="396">
                  <c:v>0.6836158192090396</c:v>
                </c:pt>
                <c:pt idx="397">
                  <c:v>0.6497175141242938</c:v>
                </c:pt>
                <c:pt idx="398">
                  <c:v>0.6384180790960452</c:v>
                </c:pt>
                <c:pt idx="399">
                  <c:v>0.655367231638418</c:v>
                </c:pt>
                <c:pt idx="400">
                  <c:v>0.6440677966101694</c:v>
                </c:pt>
                <c:pt idx="401">
                  <c:v>0.6101694915254238</c:v>
                </c:pt>
                <c:pt idx="402">
                  <c:v>0.5480225988700564</c:v>
                </c:pt>
                <c:pt idx="403">
                  <c:v>0.5141242937853108</c:v>
                </c:pt>
                <c:pt idx="404">
                  <c:v>0.5310734463276836</c:v>
                </c:pt>
                <c:pt idx="405">
                  <c:v>0.4971751412429379</c:v>
                </c:pt>
                <c:pt idx="406">
                  <c:v>0.5141242937853108</c:v>
                </c:pt>
                <c:pt idx="407">
                  <c:v>0.536723163841808</c:v>
                </c:pt>
                <c:pt idx="408">
                  <c:v>0.5536723163841808</c:v>
                </c:pt>
                <c:pt idx="409">
                  <c:v>0.5254237288135594</c:v>
                </c:pt>
                <c:pt idx="410">
                  <c:v>0.5084745762711864</c:v>
                </c:pt>
                <c:pt idx="411">
                  <c:v>0.480225988700565</c:v>
                </c:pt>
                <c:pt idx="412">
                  <c:v>0.4858757062146893</c:v>
                </c:pt>
                <c:pt idx="413">
                  <c:v>0.5649717514124294</c:v>
                </c:pt>
                <c:pt idx="414">
                  <c:v>0.5340909090909091</c:v>
                </c:pt>
                <c:pt idx="415">
                  <c:v>0.5227272727272727</c:v>
                </c:pt>
                <c:pt idx="416">
                  <c:v>0.4772727272727273</c:v>
                </c:pt>
                <c:pt idx="417">
                  <c:v>0.5511363636363636</c:v>
                </c:pt>
                <c:pt idx="418">
                  <c:v>0.5965909090909091</c:v>
                </c:pt>
                <c:pt idx="419">
                  <c:v>0.6193181818181818</c:v>
                </c:pt>
                <c:pt idx="420">
                  <c:v>0.5397727272727273</c:v>
                </c:pt>
                <c:pt idx="421">
                  <c:v>0.5625</c:v>
                </c:pt>
                <c:pt idx="422">
                  <c:v>0.5340909090909091</c:v>
                </c:pt>
                <c:pt idx="423">
                  <c:v>0.5113636363636364</c:v>
                </c:pt>
                <c:pt idx="424">
                  <c:v>0.5</c:v>
                </c:pt>
                <c:pt idx="425">
                  <c:v>0.4772727272727273</c:v>
                </c:pt>
                <c:pt idx="426">
                  <c:v>0.4715909090909091</c:v>
                </c:pt>
                <c:pt idx="427">
                  <c:v>0.4545454545454545</c:v>
                </c:pt>
                <c:pt idx="428">
                  <c:v>0.3977272727272727</c:v>
                </c:pt>
                <c:pt idx="429">
                  <c:v>0.3409090909090909</c:v>
                </c:pt>
                <c:pt idx="430">
                  <c:v>0.3522727272727273</c:v>
                </c:pt>
                <c:pt idx="431">
                  <c:v>0.3409090909090909</c:v>
                </c:pt>
                <c:pt idx="432">
                  <c:v>0.3579545454545455</c:v>
                </c:pt>
                <c:pt idx="433">
                  <c:v>0.3579545454545455</c:v>
                </c:pt>
                <c:pt idx="434">
                  <c:v>0.3630952380952381</c:v>
                </c:pt>
                <c:pt idx="435">
                  <c:v>0.3869047619047619</c:v>
                </c:pt>
                <c:pt idx="436">
                  <c:v>0.3988095238095238</c:v>
                </c:pt>
                <c:pt idx="437">
                  <c:v>0.4047619047619048</c:v>
                </c:pt>
                <c:pt idx="438">
                  <c:v>0.3571428571428572</c:v>
                </c:pt>
                <c:pt idx="439">
                  <c:v>0.3809523809523809</c:v>
                </c:pt>
                <c:pt idx="440">
                  <c:v>0.3869047619047619</c:v>
                </c:pt>
                <c:pt idx="441">
                  <c:v>0.3273809523809524</c:v>
                </c:pt>
                <c:pt idx="442">
                  <c:v>0.3273809523809524</c:v>
                </c:pt>
                <c:pt idx="443">
                  <c:v>0.3273809523809524</c:v>
                </c:pt>
                <c:pt idx="444">
                  <c:v>0.3095238095238095</c:v>
                </c:pt>
                <c:pt idx="445">
                  <c:v>0.3095238095238095</c:v>
                </c:pt>
                <c:pt idx="446">
                  <c:v>0.2916666666666667</c:v>
                </c:pt>
                <c:pt idx="447">
                  <c:v>0.3273809523809524</c:v>
                </c:pt>
                <c:pt idx="448">
                  <c:v>0.3333333333333333</c:v>
                </c:pt>
                <c:pt idx="449">
                  <c:v>0.3392857142857143</c:v>
                </c:pt>
                <c:pt idx="450">
                  <c:v>0.3333333333333333</c:v>
                </c:pt>
                <c:pt idx="451">
                  <c:v>0.3214285714285715</c:v>
                </c:pt>
                <c:pt idx="452">
                  <c:v>0.3095238095238095</c:v>
                </c:pt>
                <c:pt idx="453">
                  <c:v>0.3173652694610778</c:v>
                </c:pt>
                <c:pt idx="454">
                  <c:v>0.3253012048192771</c:v>
                </c:pt>
                <c:pt idx="455">
                  <c:v>0.3253012048192771</c:v>
                </c:pt>
                <c:pt idx="456">
                  <c:v>0.2951807228915663</c:v>
                </c:pt>
                <c:pt idx="457">
                  <c:v>0.2951807228915663</c:v>
                </c:pt>
                <c:pt idx="458">
                  <c:v>0.3132530120481928</c:v>
                </c:pt>
                <c:pt idx="459">
                  <c:v>0.3151515151515151</c:v>
                </c:pt>
                <c:pt idx="460">
                  <c:v>0.296969696969697</c:v>
                </c:pt>
                <c:pt idx="461">
                  <c:v>0.3090909090909091</c:v>
                </c:pt>
                <c:pt idx="462">
                  <c:v>0.3090909090909091</c:v>
                </c:pt>
                <c:pt idx="463">
                  <c:v>0.296969696969697</c:v>
                </c:pt>
                <c:pt idx="464">
                  <c:v>0.3212121212121212</c:v>
                </c:pt>
                <c:pt idx="465">
                  <c:v>0.296969696969697</c:v>
                </c:pt>
                <c:pt idx="466">
                  <c:v>0.2727272727272727</c:v>
                </c:pt>
                <c:pt idx="467">
                  <c:v>0.2909090909090909</c:v>
                </c:pt>
                <c:pt idx="468">
                  <c:v>0.3151515151515151</c:v>
                </c:pt>
                <c:pt idx="469">
                  <c:v>0.3333333333333333</c:v>
                </c:pt>
                <c:pt idx="470">
                  <c:v>0.3212121212121212</c:v>
                </c:pt>
                <c:pt idx="471">
                  <c:v>0.3333333333333333</c:v>
                </c:pt>
                <c:pt idx="472">
                  <c:v>0.3212121212121212</c:v>
                </c:pt>
                <c:pt idx="473">
                  <c:v>0.3151515151515151</c:v>
                </c:pt>
                <c:pt idx="474">
                  <c:v>0.296969696969697</c:v>
                </c:pt>
                <c:pt idx="475">
                  <c:v>0.2848484848484849</c:v>
                </c:pt>
                <c:pt idx="476">
                  <c:v>0.2848484848484849</c:v>
                </c:pt>
                <c:pt idx="477">
                  <c:v>0.2787878787878788</c:v>
                </c:pt>
                <c:pt idx="478">
                  <c:v>0.2666666666666667</c:v>
                </c:pt>
                <c:pt idx="479">
                  <c:v>0.2909090909090909</c:v>
                </c:pt>
                <c:pt idx="480">
                  <c:v>0.2727272727272727</c:v>
                </c:pt>
                <c:pt idx="481">
                  <c:v>0.3151515151515151</c:v>
                </c:pt>
                <c:pt idx="482">
                  <c:v>0.296969696969697</c:v>
                </c:pt>
                <c:pt idx="483">
                  <c:v>0.3333333333333333</c:v>
                </c:pt>
                <c:pt idx="484">
                  <c:v>0.3333333333333333</c:v>
                </c:pt>
                <c:pt idx="485">
                  <c:v>0.3333333333333333</c:v>
                </c:pt>
                <c:pt idx="486">
                  <c:v>0.3272727272727273</c:v>
                </c:pt>
                <c:pt idx="487">
                  <c:v>0.3333333333333333</c:v>
                </c:pt>
                <c:pt idx="488">
                  <c:v>0.3878787878787879</c:v>
                </c:pt>
                <c:pt idx="489">
                  <c:v>0.3696969696969697</c:v>
                </c:pt>
                <c:pt idx="490">
                  <c:v>0.3696969696969697</c:v>
                </c:pt>
                <c:pt idx="491">
                  <c:v>0.3454545454545455</c:v>
                </c:pt>
                <c:pt idx="492">
                  <c:v>0.3818181818181818</c:v>
                </c:pt>
                <c:pt idx="493">
                  <c:v>0.3696969696969697</c:v>
                </c:pt>
                <c:pt idx="494">
                  <c:v>0.4060606060606061</c:v>
                </c:pt>
                <c:pt idx="495">
                  <c:v>0.3818181818181818</c:v>
                </c:pt>
                <c:pt idx="496">
                  <c:v>0.3636363636363636</c:v>
                </c:pt>
                <c:pt idx="497">
                  <c:v>0.4121212121212121</c:v>
                </c:pt>
                <c:pt idx="498">
                  <c:v>0.4303030303030303</c:v>
                </c:pt>
                <c:pt idx="499">
                  <c:v>0.4121212121212121</c:v>
                </c:pt>
                <c:pt idx="500">
                  <c:v>0.4060606060606061</c:v>
                </c:pt>
                <c:pt idx="501">
                  <c:v>0.3939393939393939</c:v>
                </c:pt>
                <c:pt idx="502">
                  <c:v>0.3757575757575757</c:v>
                </c:pt>
                <c:pt idx="503">
                  <c:v>0.3818181818181818</c:v>
                </c:pt>
                <c:pt idx="504">
                  <c:v>0.3878787878787879</c:v>
                </c:pt>
                <c:pt idx="505">
                  <c:v>0.3757575757575757</c:v>
                </c:pt>
                <c:pt idx="506">
                  <c:v>0.4121212121212121</c:v>
                </c:pt>
                <c:pt idx="507">
                  <c:v>0.4060606060606061</c:v>
                </c:pt>
                <c:pt idx="508">
                  <c:v>0.4181818181818182</c:v>
                </c:pt>
                <c:pt idx="509">
                  <c:v>0.4060606060606061</c:v>
                </c:pt>
                <c:pt idx="510">
                  <c:v>0.4242424242424243</c:v>
                </c:pt>
                <c:pt idx="511">
                  <c:v>0.4060606060606061</c:v>
                </c:pt>
                <c:pt idx="512">
                  <c:v>0.4146341463414634</c:v>
                </c:pt>
                <c:pt idx="513">
                  <c:v>0.3939393939393939</c:v>
                </c:pt>
                <c:pt idx="514">
                  <c:v>0.4060606060606061</c:v>
                </c:pt>
                <c:pt idx="515">
                  <c:v>0.3818181818181818</c:v>
                </c:pt>
                <c:pt idx="516">
                  <c:v>0.3454545454545455</c:v>
                </c:pt>
                <c:pt idx="517">
                  <c:v>0.3151515151515151</c:v>
                </c:pt>
                <c:pt idx="518">
                  <c:v>0.3151515151515151</c:v>
                </c:pt>
                <c:pt idx="519">
                  <c:v>0.296969696969697</c:v>
                </c:pt>
                <c:pt idx="520">
                  <c:v>0.3333333333333333</c:v>
                </c:pt>
                <c:pt idx="521">
                  <c:v>0.3393939393939394</c:v>
                </c:pt>
                <c:pt idx="522">
                  <c:v>0.3090909090909091</c:v>
                </c:pt>
                <c:pt idx="523">
                  <c:v>0.296969696969697</c:v>
                </c:pt>
                <c:pt idx="524">
                  <c:v>0.303030303030303</c:v>
                </c:pt>
                <c:pt idx="525">
                  <c:v>0.3151515151515151</c:v>
                </c:pt>
                <c:pt idx="526">
                  <c:v>0.3151515151515151</c:v>
                </c:pt>
                <c:pt idx="527">
                  <c:v>0.3048780487804878</c:v>
                </c:pt>
                <c:pt idx="528">
                  <c:v>0.3048780487804878</c:v>
                </c:pt>
                <c:pt idx="529">
                  <c:v>0.2804878048780488</c:v>
                </c:pt>
                <c:pt idx="530">
                  <c:v>0.2804878048780488</c:v>
                </c:pt>
                <c:pt idx="531">
                  <c:v>0.2621951219512195</c:v>
                </c:pt>
                <c:pt idx="532">
                  <c:v>0.2804878048780488</c:v>
                </c:pt>
                <c:pt idx="533">
                  <c:v>0.2804878048780488</c:v>
                </c:pt>
                <c:pt idx="534">
                  <c:v>0.3006134969325153</c:v>
                </c:pt>
                <c:pt idx="535">
                  <c:v>0.2883435582822086</c:v>
                </c:pt>
                <c:pt idx="536">
                  <c:v>0.2883435582822086</c:v>
                </c:pt>
                <c:pt idx="537">
                  <c:v>0.3067484662576687</c:v>
                </c:pt>
                <c:pt idx="538">
                  <c:v>0.294478527607362</c:v>
                </c:pt>
                <c:pt idx="539">
                  <c:v>0.3006134969325153</c:v>
                </c:pt>
                <c:pt idx="540">
                  <c:v>0.3067484662576687</c:v>
                </c:pt>
                <c:pt idx="541">
                  <c:v>0.3190184049079755</c:v>
                </c:pt>
                <c:pt idx="542">
                  <c:v>0.3374233128834356</c:v>
                </c:pt>
                <c:pt idx="543">
                  <c:v>0.343558282208589</c:v>
                </c:pt>
                <c:pt idx="544">
                  <c:v>0.343558282208589</c:v>
                </c:pt>
                <c:pt idx="545">
                  <c:v>0.3865030674846626</c:v>
                </c:pt>
                <c:pt idx="546">
                  <c:v>0.3742331288343558</c:v>
                </c:pt>
                <c:pt idx="547">
                  <c:v>0.3742331288343558</c:v>
                </c:pt>
                <c:pt idx="548">
                  <c:v>0.3987730061349693</c:v>
                </c:pt>
                <c:pt idx="549">
                  <c:v>0.3865030674846626</c:v>
                </c:pt>
                <c:pt idx="550">
                  <c:v>0.3803680981595092</c:v>
                </c:pt>
                <c:pt idx="551">
                  <c:v>0.3765432098765432</c:v>
                </c:pt>
                <c:pt idx="552">
                  <c:v>0.3950617283950617</c:v>
                </c:pt>
                <c:pt idx="553">
                  <c:v>0.4012345679012346</c:v>
                </c:pt>
                <c:pt idx="554">
                  <c:v>0.3703703703703703</c:v>
                </c:pt>
                <c:pt idx="555">
                  <c:v>0.382716049382716</c:v>
                </c:pt>
                <c:pt idx="556">
                  <c:v>0.382716049382716</c:v>
                </c:pt>
                <c:pt idx="557">
                  <c:v>0.3788819875776397</c:v>
                </c:pt>
                <c:pt idx="558">
                  <c:v>0.3416149068322981</c:v>
                </c:pt>
                <c:pt idx="559">
                  <c:v>0.3354037267080746</c:v>
                </c:pt>
                <c:pt idx="560">
                  <c:v>0.3229813664596273</c:v>
                </c:pt>
                <c:pt idx="561">
                  <c:v>0.3229813664596273</c:v>
                </c:pt>
                <c:pt idx="562">
                  <c:v>0.3167701863354037</c:v>
                </c:pt>
                <c:pt idx="563">
                  <c:v>0.2981366459627329</c:v>
                </c:pt>
                <c:pt idx="564">
                  <c:v>0.2981366459627329</c:v>
                </c:pt>
                <c:pt idx="565">
                  <c:v>0.29375</c:v>
                </c:pt>
                <c:pt idx="566">
                  <c:v>0.275</c:v>
                </c:pt>
                <c:pt idx="567">
                  <c:v>0.30625</c:v>
                </c:pt>
                <c:pt idx="568">
                  <c:v>0.3</c:v>
                </c:pt>
                <c:pt idx="569">
                  <c:v>0.275</c:v>
                </c:pt>
                <c:pt idx="570">
                  <c:v>0.25625</c:v>
                </c:pt>
                <c:pt idx="571">
                  <c:v>0.25</c:v>
                </c:pt>
                <c:pt idx="572">
                  <c:v>0.2625</c:v>
                </c:pt>
                <c:pt idx="573">
                  <c:v>0.275</c:v>
                </c:pt>
                <c:pt idx="574">
                  <c:v>0.2875</c:v>
                </c:pt>
                <c:pt idx="575">
                  <c:v>0.29375</c:v>
                </c:pt>
                <c:pt idx="576">
                  <c:v>0.3</c:v>
                </c:pt>
                <c:pt idx="577">
                  <c:v>0.3</c:v>
                </c:pt>
                <c:pt idx="578">
                  <c:v>0.31875</c:v>
                </c:pt>
                <c:pt idx="579">
                  <c:v>0.3</c:v>
                </c:pt>
                <c:pt idx="580">
                  <c:v>0.2375</c:v>
                </c:pt>
                <c:pt idx="581">
                  <c:v>0.2375</c:v>
                </c:pt>
                <c:pt idx="582">
                  <c:v>0.23125</c:v>
                </c:pt>
                <c:pt idx="583">
                  <c:v>0.23125</c:v>
                </c:pt>
                <c:pt idx="584">
                  <c:v>0.20625</c:v>
                </c:pt>
                <c:pt idx="585">
                  <c:v>0.175</c:v>
                </c:pt>
                <c:pt idx="586">
                  <c:v>0.175</c:v>
                </c:pt>
                <c:pt idx="587">
                  <c:v>0.25625</c:v>
                </c:pt>
                <c:pt idx="588">
                  <c:v>0.2375</c:v>
                </c:pt>
                <c:pt idx="589">
                  <c:v>0.2375</c:v>
                </c:pt>
                <c:pt idx="590">
                  <c:v>0.225</c:v>
                </c:pt>
                <c:pt idx="591">
                  <c:v>0.2375</c:v>
                </c:pt>
                <c:pt idx="592">
                  <c:v>0.24375</c:v>
                </c:pt>
                <c:pt idx="593">
                  <c:v>0.25</c:v>
                </c:pt>
                <c:pt idx="594">
                  <c:v>0.275</c:v>
                </c:pt>
                <c:pt idx="595">
                  <c:v>0.29375</c:v>
                </c:pt>
                <c:pt idx="596">
                  <c:v>0.29375</c:v>
                </c:pt>
                <c:pt idx="597">
                  <c:v>0.3</c:v>
                </c:pt>
                <c:pt idx="598">
                  <c:v>0.30625</c:v>
                </c:pt>
                <c:pt idx="599">
                  <c:v>0.275</c:v>
                </c:pt>
                <c:pt idx="600">
                  <c:v>0.275</c:v>
                </c:pt>
                <c:pt idx="601">
                  <c:v>0.2625</c:v>
                </c:pt>
                <c:pt idx="602">
                  <c:v>0.2608695652173913</c:v>
                </c:pt>
                <c:pt idx="603">
                  <c:v>0.2592592592592592</c:v>
                </c:pt>
                <c:pt idx="604">
                  <c:v>0.2592592592592592</c:v>
                </c:pt>
                <c:pt idx="605">
                  <c:v>0.2795031055900621</c:v>
                </c:pt>
                <c:pt idx="606">
                  <c:v>0.2795031055900621</c:v>
                </c:pt>
                <c:pt idx="607">
                  <c:v>0.2732919254658385</c:v>
                </c:pt>
                <c:pt idx="608">
                  <c:v>0.2795031055900621</c:v>
                </c:pt>
                <c:pt idx="609">
                  <c:v>0.2795031055900621</c:v>
                </c:pt>
                <c:pt idx="610">
                  <c:v>0.2732919254658385</c:v>
                </c:pt>
                <c:pt idx="611">
                  <c:v>0.2732919254658385</c:v>
                </c:pt>
                <c:pt idx="612">
                  <c:v>0.2670807453416149</c:v>
                </c:pt>
                <c:pt idx="613">
                  <c:v>0.2608695652173913</c:v>
                </c:pt>
                <c:pt idx="614">
                  <c:v>0.2546583850931677</c:v>
                </c:pt>
                <c:pt idx="615">
                  <c:v>0.3043478260869565</c:v>
                </c:pt>
                <c:pt idx="616">
                  <c:v>0.3043478260869565</c:v>
                </c:pt>
                <c:pt idx="617">
                  <c:v>0.2919254658385093</c:v>
                </c:pt>
                <c:pt idx="618">
                  <c:v>0.2422360248447205</c:v>
                </c:pt>
                <c:pt idx="619">
                  <c:v>0.1987577639751553</c:v>
                </c:pt>
                <c:pt idx="620">
                  <c:v>0.18125</c:v>
                </c:pt>
                <c:pt idx="621">
                  <c:v>0.19375</c:v>
                </c:pt>
                <c:pt idx="622">
                  <c:v>0.18125</c:v>
                </c:pt>
                <c:pt idx="623">
                  <c:v>0.16875</c:v>
                </c:pt>
                <c:pt idx="624">
                  <c:v>0.18125</c:v>
                </c:pt>
                <c:pt idx="625">
                  <c:v>0.175</c:v>
                </c:pt>
                <c:pt idx="626">
                  <c:v>0.18125</c:v>
                </c:pt>
                <c:pt idx="627">
                  <c:v>0.1625</c:v>
                </c:pt>
                <c:pt idx="628">
                  <c:v>0.20625</c:v>
                </c:pt>
                <c:pt idx="629">
                  <c:v>0.21875</c:v>
                </c:pt>
                <c:pt idx="630">
                  <c:v>0.20625</c:v>
                </c:pt>
                <c:pt idx="631">
                  <c:v>0.1875</c:v>
                </c:pt>
                <c:pt idx="632">
                  <c:v>0.175</c:v>
                </c:pt>
                <c:pt idx="633">
                  <c:v>0.1625</c:v>
                </c:pt>
                <c:pt idx="634">
                  <c:v>0.20625</c:v>
                </c:pt>
                <c:pt idx="635">
                  <c:v>0.20625</c:v>
                </c:pt>
                <c:pt idx="636">
                  <c:v>0.2</c:v>
                </c:pt>
                <c:pt idx="637">
                  <c:v>0.18125</c:v>
                </c:pt>
                <c:pt idx="638">
                  <c:v>0.15625</c:v>
                </c:pt>
                <c:pt idx="639">
                  <c:v>0.1875</c:v>
                </c:pt>
                <c:pt idx="640">
                  <c:v>0.14375</c:v>
                </c:pt>
                <c:pt idx="641">
                  <c:v>0.14375</c:v>
                </c:pt>
                <c:pt idx="642">
                  <c:v>0.15625</c:v>
                </c:pt>
                <c:pt idx="643">
                  <c:v>0.16875</c:v>
                </c:pt>
                <c:pt idx="644">
                  <c:v>0.20625</c:v>
                </c:pt>
                <c:pt idx="645">
                  <c:v>0.24375</c:v>
                </c:pt>
                <c:pt idx="646">
                  <c:v>0.23125</c:v>
                </c:pt>
                <c:pt idx="647">
                  <c:v>0.2625</c:v>
                </c:pt>
                <c:pt idx="648">
                  <c:v>0.28125</c:v>
                </c:pt>
                <c:pt idx="649">
                  <c:v>0.2625</c:v>
                </c:pt>
                <c:pt idx="650">
                  <c:v>0.24375</c:v>
                </c:pt>
                <c:pt idx="651">
                  <c:v>0.2452830188679245</c:v>
                </c:pt>
                <c:pt idx="652">
                  <c:v>0.3354430379746836</c:v>
                </c:pt>
                <c:pt idx="653">
                  <c:v>0.3481012658227848</c:v>
                </c:pt>
                <c:pt idx="654">
                  <c:v>0.3354430379746836</c:v>
                </c:pt>
                <c:pt idx="655">
                  <c:v>0.3291139240506329</c:v>
                </c:pt>
                <c:pt idx="656">
                  <c:v>0.3670886075949367</c:v>
                </c:pt>
                <c:pt idx="657">
                  <c:v>0.3544303797468354</c:v>
                </c:pt>
                <c:pt idx="658">
                  <c:v>0.4177215189873418</c:v>
                </c:pt>
                <c:pt idx="659">
                  <c:v>0.310126582278481</c:v>
                </c:pt>
                <c:pt idx="660">
                  <c:v>0.3354430379746836</c:v>
                </c:pt>
                <c:pt idx="661">
                  <c:v>0.2658227848101266</c:v>
                </c:pt>
                <c:pt idx="662">
                  <c:v>0.3227848101265823</c:v>
                </c:pt>
                <c:pt idx="663">
                  <c:v>0.379746835443038</c:v>
                </c:pt>
                <c:pt idx="664">
                  <c:v>0.3670886075949367</c:v>
                </c:pt>
                <c:pt idx="665">
                  <c:v>0.2784810126582278</c:v>
                </c:pt>
                <c:pt idx="666">
                  <c:v>0.2721518987341772</c:v>
                </c:pt>
                <c:pt idx="667">
                  <c:v>0.2721518987341772</c:v>
                </c:pt>
                <c:pt idx="668">
                  <c:v>0.310126582278481</c:v>
                </c:pt>
                <c:pt idx="669">
                  <c:v>0.3164556962025317</c:v>
                </c:pt>
                <c:pt idx="670">
                  <c:v>0.2594936708860759</c:v>
                </c:pt>
                <c:pt idx="671">
                  <c:v>0.2292993630573248</c:v>
                </c:pt>
                <c:pt idx="672">
                  <c:v>0.2292993630573248</c:v>
                </c:pt>
                <c:pt idx="673">
                  <c:v>0.2165605095541401</c:v>
                </c:pt>
                <c:pt idx="674">
                  <c:v>0.2229299363057325</c:v>
                </c:pt>
                <c:pt idx="675">
                  <c:v>0.2356687898089172</c:v>
                </c:pt>
                <c:pt idx="676">
                  <c:v>0.267515923566879</c:v>
                </c:pt>
                <c:pt idx="677">
                  <c:v>0.2547770700636943</c:v>
                </c:pt>
                <c:pt idx="678">
                  <c:v>0.2484076433121019</c:v>
                </c:pt>
                <c:pt idx="679">
                  <c:v>0.2929936305732484</c:v>
                </c:pt>
                <c:pt idx="680">
                  <c:v>0.3503184713375796</c:v>
                </c:pt>
                <c:pt idx="681">
                  <c:v>0.3503184713375796</c:v>
                </c:pt>
                <c:pt idx="682">
                  <c:v>0.4140127388535032</c:v>
                </c:pt>
                <c:pt idx="683">
                  <c:v>0.4140127388535032</c:v>
                </c:pt>
                <c:pt idx="684">
                  <c:v>0.4203821656050956</c:v>
                </c:pt>
                <c:pt idx="685">
                  <c:v>0.3766233766233766</c:v>
                </c:pt>
                <c:pt idx="686">
                  <c:v>0.3701298701298701</c:v>
                </c:pt>
                <c:pt idx="687">
                  <c:v>0.3571428571428572</c:v>
                </c:pt>
                <c:pt idx="688">
                  <c:v>0.3311688311688312</c:v>
                </c:pt>
                <c:pt idx="689">
                  <c:v>0.3636363636363636</c:v>
                </c:pt>
                <c:pt idx="690">
                  <c:v>0.3961038961038961</c:v>
                </c:pt>
                <c:pt idx="691">
                  <c:v>0.4220779220779221</c:v>
                </c:pt>
                <c:pt idx="692">
                  <c:v>0.4415584415584415</c:v>
                </c:pt>
                <c:pt idx="693">
                  <c:v>0.5064935064935064</c:v>
                </c:pt>
                <c:pt idx="694">
                  <c:v>0.4935064935064935</c:v>
                </c:pt>
                <c:pt idx="695">
                  <c:v>0.5454545454545454</c:v>
                </c:pt>
                <c:pt idx="696">
                  <c:v>0.5714285714285714</c:v>
                </c:pt>
                <c:pt idx="697">
                  <c:v>0.6363636363636364</c:v>
                </c:pt>
                <c:pt idx="698">
                  <c:v>0.538961038961039</c:v>
                </c:pt>
                <c:pt idx="699">
                  <c:v>0.538961038961039</c:v>
                </c:pt>
                <c:pt idx="700">
                  <c:v>0.564935064935065</c:v>
                </c:pt>
                <c:pt idx="701">
                  <c:v>0.5064935064935064</c:v>
                </c:pt>
                <c:pt idx="702">
                  <c:v>0.525974025974026</c:v>
                </c:pt>
                <c:pt idx="703">
                  <c:v>0.525974025974026</c:v>
                </c:pt>
                <c:pt idx="704">
                  <c:v>0.5324675324675324</c:v>
                </c:pt>
                <c:pt idx="705">
                  <c:v>0.5909090909090909</c:v>
                </c:pt>
                <c:pt idx="706">
                  <c:v>0.6558441558441559</c:v>
                </c:pt>
                <c:pt idx="707">
                  <c:v>0.6038961038961039</c:v>
                </c:pt>
                <c:pt idx="708">
                  <c:v>0.6883116883116883</c:v>
                </c:pt>
                <c:pt idx="709">
                  <c:v>0.7450980392156863</c:v>
                </c:pt>
                <c:pt idx="710">
                  <c:v>0.7320261437908496</c:v>
                </c:pt>
                <c:pt idx="711">
                  <c:v>0.6928104575163399</c:v>
                </c:pt>
                <c:pt idx="712">
                  <c:v>0.7320261437908496</c:v>
                </c:pt>
                <c:pt idx="713">
                  <c:v>0.673202614379085</c:v>
                </c:pt>
                <c:pt idx="714">
                  <c:v>0.6862745098039216</c:v>
                </c:pt>
                <c:pt idx="715">
                  <c:v>0.673202614379085</c:v>
                </c:pt>
                <c:pt idx="716">
                  <c:v>0.7124183006535948</c:v>
                </c:pt>
                <c:pt idx="717">
                  <c:v>0.7516339869281046</c:v>
                </c:pt>
                <c:pt idx="718">
                  <c:v>0.7189542483660131</c:v>
                </c:pt>
                <c:pt idx="719">
                  <c:v>0.7189542483660131</c:v>
                </c:pt>
                <c:pt idx="720">
                  <c:v>0.6928104575163399</c:v>
                </c:pt>
                <c:pt idx="721">
                  <c:v>0.6993464052287581</c:v>
                </c:pt>
                <c:pt idx="722">
                  <c:v>0.6993464052287581</c:v>
                </c:pt>
                <c:pt idx="723">
                  <c:v>0.6601307189542484</c:v>
                </c:pt>
                <c:pt idx="724">
                  <c:v>0.6143790849673203</c:v>
                </c:pt>
                <c:pt idx="725">
                  <c:v>0.6339869281045751</c:v>
                </c:pt>
                <c:pt idx="726">
                  <c:v>0.6601307189542484</c:v>
                </c:pt>
                <c:pt idx="727">
                  <c:v>0.673202614379085</c:v>
                </c:pt>
                <c:pt idx="728">
                  <c:v>0.6405228758169934</c:v>
                </c:pt>
                <c:pt idx="729">
                  <c:v>0.6013071895424836</c:v>
                </c:pt>
                <c:pt idx="730">
                  <c:v>0.6405228758169934</c:v>
                </c:pt>
                <c:pt idx="731">
                  <c:v>0.6666666666666666</c:v>
                </c:pt>
                <c:pt idx="732">
                  <c:v>0.738562091503268</c:v>
                </c:pt>
                <c:pt idx="733">
                  <c:v>0.6470588235294118</c:v>
                </c:pt>
                <c:pt idx="734">
                  <c:v>0.5359477124183006</c:v>
                </c:pt>
                <c:pt idx="735">
                  <c:v>0.6078431372549019</c:v>
                </c:pt>
                <c:pt idx="736">
                  <c:v>0.5816993464052288</c:v>
                </c:pt>
                <c:pt idx="737">
                  <c:v>0.6052631578947368</c:v>
                </c:pt>
                <c:pt idx="738">
                  <c:v>0.6447368421052632</c:v>
                </c:pt>
                <c:pt idx="739">
                  <c:v>0.6644736842105263</c:v>
                </c:pt>
                <c:pt idx="740">
                  <c:v>0.6973684210526315</c:v>
                </c:pt>
                <c:pt idx="741">
                  <c:v>0.7039473684210527</c:v>
                </c:pt>
                <c:pt idx="742">
                  <c:v>0.6578947368421053</c:v>
                </c:pt>
                <c:pt idx="743">
                  <c:v>0.6907894736842105</c:v>
                </c:pt>
                <c:pt idx="744">
                  <c:v>0.75</c:v>
                </c:pt>
                <c:pt idx="745">
                  <c:v>0.6842105263157895</c:v>
                </c:pt>
                <c:pt idx="746">
                  <c:v>0.6842105263157895</c:v>
                </c:pt>
                <c:pt idx="747">
                  <c:v>0.743421052631579</c:v>
                </c:pt>
                <c:pt idx="748">
                  <c:v>0.6973684210526315</c:v>
                </c:pt>
                <c:pt idx="749">
                  <c:v>0.6776315789473685</c:v>
                </c:pt>
                <c:pt idx="750">
                  <c:v>0.6644736842105263</c:v>
                </c:pt>
                <c:pt idx="751">
                  <c:v>0.6513157894736842</c:v>
                </c:pt>
                <c:pt idx="752">
                  <c:v>0.6710526315789473</c:v>
                </c:pt>
                <c:pt idx="753">
                  <c:v>0.7236842105263158</c:v>
                </c:pt>
                <c:pt idx="754">
                  <c:v>0.75</c:v>
                </c:pt>
                <c:pt idx="755">
                  <c:v>0.75</c:v>
                </c:pt>
                <c:pt idx="756">
                  <c:v>0.8026315789473685</c:v>
                </c:pt>
                <c:pt idx="757">
                  <c:v>0.8026315789473685</c:v>
                </c:pt>
                <c:pt idx="758">
                  <c:v>0.7763157894736842</c:v>
                </c:pt>
                <c:pt idx="759">
                  <c:v>0.7894736842105263</c:v>
                </c:pt>
                <c:pt idx="760">
                  <c:v>0.8092105263157895</c:v>
                </c:pt>
                <c:pt idx="761">
                  <c:v>0.8211920529801324</c:v>
                </c:pt>
                <c:pt idx="762">
                  <c:v>0.8013245033112583</c:v>
                </c:pt>
                <c:pt idx="763">
                  <c:v>0.7947019867549668</c:v>
                </c:pt>
                <c:pt idx="764">
                  <c:v>0.7748344370860927</c:v>
                </c:pt>
                <c:pt idx="765">
                  <c:v>0.7549668874172185</c:v>
                </c:pt>
                <c:pt idx="766">
                  <c:v>0.7133333333333334</c:v>
                </c:pt>
                <c:pt idx="767">
                  <c:v>0.7133333333333334</c:v>
                </c:pt>
                <c:pt idx="768">
                  <c:v>0.7133333333333334</c:v>
                </c:pt>
                <c:pt idx="769">
                  <c:v>0.7133333333333334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64-4A62-B0EC-3DB9D72AC80C}"/>
            </c:ext>
          </c:extLst>
        </c:ser>
        <c:ser>
          <c:idx val="1"/>
          <c:order val="1"/>
          <c:tx>
            <c:strRef>
              <c:f>'Component treatment'!$E$4</c:f>
              <c:strCache>
                <c:ptCount val="1"/>
                <c:pt idx="0">
                  <c:v>Aux.</c:v>
                </c:pt>
              </c:strCache>
            </c:strRef>
          </c:tx>
          <c:spPr>
            <a:ln w="19050" cap="rnd">
              <a:solidFill>
                <a:srgbClr val="8EB3DF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'Component treatment'!$C$5:$C$50000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treatment'!$E$5:$E$50000</c:f>
              <c:numCache>
                <c:formatCode>0%</c:formatCode>
                <c:ptCount val="49996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  <c:pt idx="49">
                  <c:v>0.5</c:v>
                </c:pt>
                <c:pt idx="50">
                  <c:v>0.5</c:v>
                </c:pt>
                <c:pt idx="51">
                  <c:v>0.5</c:v>
                </c:pt>
                <c:pt idx="52">
                  <c:v>0.5</c:v>
                </c:pt>
                <c:pt idx="53">
                  <c:v>0.5</c:v>
                </c:pt>
                <c:pt idx="54">
                  <c:v>0.5</c:v>
                </c:pt>
                <c:pt idx="55">
                  <c:v>0.5</c:v>
                </c:pt>
                <c:pt idx="56">
                  <c:v>0.5</c:v>
                </c:pt>
                <c:pt idx="57">
                  <c:v>0.5</c:v>
                </c:pt>
                <c:pt idx="58">
                  <c:v>0.5</c:v>
                </c:pt>
                <c:pt idx="59">
                  <c:v>0.5</c:v>
                </c:pt>
                <c:pt idx="60">
                  <c:v>0.5</c:v>
                </c:pt>
                <c:pt idx="61">
                  <c:v>0.5</c:v>
                </c:pt>
                <c:pt idx="62">
                  <c:v>0.5</c:v>
                </c:pt>
                <c:pt idx="63">
                  <c:v>0.5</c:v>
                </c:pt>
                <c:pt idx="64">
                  <c:v>0.5</c:v>
                </c:pt>
                <c:pt idx="65">
                  <c:v>0.5</c:v>
                </c:pt>
                <c:pt idx="66">
                  <c:v>0.5</c:v>
                </c:pt>
                <c:pt idx="67">
                  <c:v>0.5</c:v>
                </c:pt>
                <c:pt idx="68">
                  <c:v>0.5</c:v>
                </c:pt>
                <c:pt idx="69">
                  <c:v>0.5</c:v>
                </c:pt>
                <c:pt idx="70">
                  <c:v>0.5</c:v>
                </c:pt>
                <c:pt idx="71">
                  <c:v>0.5</c:v>
                </c:pt>
                <c:pt idx="72">
                  <c:v>0.5</c:v>
                </c:pt>
                <c:pt idx="73">
                  <c:v>0.5</c:v>
                </c:pt>
                <c:pt idx="74">
                  <c:v>0.5</c:v>
                </c:pt>
                <c:pt idx="75">
                  <c:v>0.5</c:v>
                </c:pt>
                <c:pt idx="76">
                  <c:v>0.5</c:v>
                </c:pt>
                <c:pt idx="77">
                  <c:v>0.5</c:v>
                </c:pt>
                <c:pt idx="78">
                  <c:v>0.5</c:v>
                </c:pt>
                <c:pt idx="79">
                  <c:v>0.5</c:v>
                </c:pt>
                <c:pt idx="80">
                  <c:v>0.5</c:v>
                </c:pt>
                <c:pt idx="81">
                  <c:v>0.5</c:v>
                </c:pt>
                <c:pt idx="82">
                  <c:v>0.5</c:v>
                </c:pt>
                <c:pt idx="83">
                  <c:v>0.5</c:v>
                </c:pt>
                <c:pt idx="84">
                  <c:v>0.5</c:v>
                </c:pt>
                <c:pt idx="85">
                  <c:v>0.5</c:v>
                </c:pt>
                <c:pt idx="86">
                  <c:v>0.5</c:v>
                </c:pt>
                <c:pt idx="87">
                  <c:v>0.5</c:v>
                </c:pt>
                <c:pt idx="88">
                  <c:v>0.5</c:v>
                </c:pt>
                <c:pt idx="89">
                  <c:v>0.5</c:v>
                </c:pt>
                <c:pt idx="90">
                  <c:v>0.5</c:v>
                </c:pt>
                <c:pt idx="91">
                  <c:v>0.5</c:v>
                </c:pt>
                <c:pt idx="92">
                  <c:v>0.5</c:v>
                </c:pt>
                <c:pt idx="93">
                  <c:v>0.5</c:v>
                </c:pt>
                <c:pt idx="94">
                  <c:v>0.5</c:v>
                </c:pt>
                <c:pt idx="95">
                  <c:v>0.5</c:v>
                </c:pt>
                <c:pt idx="96">
                  <c:v>0.5</c:v>
                </c:pt>
                <c:pt idx="97">
                  <c:v>0.5</c:v>
                </c:pt>
                <c:pt idx="98">
                  <c:v>0.5</c:v>
                </c:pt>
                <c:pt idx="99">
                  <c:v>0.5</c:v>
                </c:pt>
                <c:pt idx="100">
                  <c:v>0.5</c:v>
                </c:pt>
                <c:pt idx="101">
                  <c:v>0.5</c:v>
                </c:pt>
                <c:pt idx="102">
                  <c:v>0.5</c:v>
                </c:pt>
                <c:pt idx="103">
                  <c:v>0.5</c:v>
                </c:pt>
                <c:pt idx="104">
                  <c:v>0.5</c:v>
                </c:pt>
                <c:pt idx="105">
                  <c:v>0.5</c:v>
                </c:pt>
                <c:pt idx="106">
                  <c:v>0.5</c:v>
                </c:pt>
                <c:pt idx="107">
                  <c:v>0.5</c:v>
                </c:pt>
                <c:pt idx="108">
                  <c:v>0.5</c:v>
                </c:pt>
                <c:pt idx="109">
                  <c:v>0.5</c:v>
                </c:pt>
                <c:pt idx="110">
                  <c:v>0.5</c:v>
                </c:pt>
                <c:pt idx="111">
                  <c:v>0.5</c:v>
                </c:pt>
                <c:pt idx="112">
                  <c:v>0.5</c:v>
                </c:pt>
                <c:pt idx="113">
                  <c:v>0.5</c:v>
                </c:pt>
                <c:pt idx="114">
                  <c:v>0.5</c:v>
                </c:pt>
                <c:pt idx="115">
                  <c:v>0.5</c:v>
                </c:pt>
                <c:pt idx="116">
                  <c:v>0.5</c:v>
                </c:pt>
                <c:pt idx="117">
                  <c:v>0.5</c:v>
                </c:pt>
                <c:pt idx="118">
                  <c:v>0.5</c:v>
                </c:pt>
                <c:pt idx="119">
                  <c:v>0.5</c:v>
                </c:pt>
                <c:pt idx="120">
                  <c:v>0.5</c:v>
                </c:pt>
                <c:pt idx="121">
                  <c:v>0.5</c:v>
                </c:pt>
                <c:pt idx="122">
                  <c:v>0.5</c:v>
                </c:pt>
                <c:pt idx="123">
                  <c:v>0.5</c:v>
                </c:pt>
                <c:pt idx="124">
                  <c:v>0.5</c:v>
                </c:pt>
                <c:pt idx="125">
                  <c:v>0.5</c:v>
                </c:pt>
                <c:pt idx="126">
                  <c:v>0.5</c:v>
                </c:pt>
                <c:pt idx="127">
                  <c:v>0.5</c:v>
                </c:pt>
                <c:pt idx="128">
                  <c:v>0.5</c:v>
                </c:pt>
                <c:pt idx="129">
                  <c:v>0.5</c:v>
                </c:pt>
                <c:pt idx="130">
                  <c:v>0.5</c:v>
                </c:pt>
                <c:pt idx="131">
                  <c:v>0.5</c:v>
                </c:pt>
                <c:pt idx="132">
                  <c:v>0.5</c:v>
                </c:pt>
                <c:pt idx="133">
                  <c:v>0.5</c:v>
                </c:pt>
                <c:pt idx="134">
                  <c:v>0.5</c:v>
                </c:pt>
                <c:pt idx="135">
                  <c:v>0.5</c:v>
                </c:pt>
                <c:pt idx="136">
                  <c:v>0.5</c:v>
                </c:pt>
                <c:pt idx="137">
                  <c:v>0.5</c:v>
                </c:pt>
                <c:pt idx="138">
                  <c:v>0.5</c:v>
                </c:pt>
                <c:pt idx="139">
                  <c:v>0.5</c:v>
                </c:pt>
                <c:pt idx="140">
                  <c:v>0.5</c:v>
                </c:pt>
                <c:pt idx="141">
                  <c:v>0.5</c:v>
                </c:pt>
                <c:pt idx="142">
                  <c:v>0.5</c:v>
                </c:pt>
                <c:pt idx="143">
                  <c:v>0.5</c:v>
                </c:pt>
                <c:pt idx="144">
                  <c:v>0.5</c:v>
                </c:pt>
                <c:pt idx="145">
                  <c:v>0.5</c:v>
                </c:pt>
                <c:pt idx="146">
                  <c:v>0.5</c:v>
                </c:pt>
                <c:pt idx="147">
                  <c:v>0.5</c:v>
                </c:pt>
                <c:pt idx="148">
                  <c:v>0.5</c:v>
                </c:pt>
                <c:pt idx="149">
                  <c:v>0.5</c:v>
                </c:pt>
                <c:pt idx="150">
                  <c:v>0.5</c:v>
                </c:pt>
                <c:pt idx="151">
                  <c:v>0.5</c:v>
                </c:pt>
                <c:pt idx="152">
                  <c:v>0.5</c:v>
                </c:pt>
                <c:pt idx="153">
                  <c:v>0.5</c:v>
                </c:pt>
                <c:pt idx="154">
                  <c:v>0.5</c:v>
                </c:pt>
                <c:pt idx="155">
                  <c:v>0.5</c:v>
                </c:pt>
                <c:pt idx="156">
                  <c:v>0.5</c:v>
                </c:pt>
                <c:pt idx="157">
                  <c:v>0.5</c:v>
                </c:pt>
                <c:pt idx="158">
                  <c:v>0.5</c:v>
                </c:pt>
                <c:pt idx="159">
                  <c:v>0.5</c:v>
                </c:pt>
                <c:pt idx="160">
                  <c:v>0.5</c:v>
                </c:pt>
                <c:pt idx="161">
                  <c:v>0.5</c:v>
                </c:pt>
                <c:pt idx="162">
                  <c:v>0.5</c:v>
                </c:pt>
                <c:pt idx="163">
                  <c:v>0.5</c:v>
                </c:pt>
                <c:pt idx="164">
                  <c:v>0.5</c:v>
                </c:pt>
                <c:pt idx="165">
                  <c:v>0.5</c:v>
                </c:pt>
                <c:pt idx="166">
                  <c:v>0.5</c:v>
                </c:pt>
                <c:pt idx="167">
                  <c:v>0.5</c:v>
                </c:pt>
                <c:pt idx="168">
                  <c:v>0.5</c:v>
                </c:pt>
                <c:pt idx="169">
                  <c:v>0.5</c:v>
                </c:pt>
                <c:pt idx="170">
                  <c:v>0.5</c:v>
                </c:pt>
                <c:pt idx="171">
                  <c:v>0.5</c:v>
                </c:pt>
                <c:pt idx="172">
                  <c:v>0.5</c:v>
                </c:pt>
                <c:pt idx="173">
                  <c:v>0.5</c:v>
                </c:pt>
                <c:pt idx="174">
                  <c:v>0.5</c:v>
                </c:pt>
                <c:pt idx="175">
                  <c:v>0.5</c:v>
                </c:pt>
                <c:pt idx="176">
                  <c:v>0.5</c:v>
                </c:pt>
                <c:pt idx="177">
                  <c:v>0.5</c:v>
                </c:pt>
                <c:pt idx="178">
                  <c:v>0.5</c:v>
                </c:pt>
                <c:pt idx="179">
                  <c:v>0.5</c:v>
                </c:pt>
                <c:pt idx="180">
                  <c:v>0.5</c:v>
                </c:pt>
                <c:pt idx="181">
                  <c:v>0.5</c:v>
                </c:pt>
                <c:pt idx="182">
                  <c:v>0.5</c:v>
                </c:pt>
                <c:pt idx="183">
                  <c:v>0.5</c:v>
                </c:pt>
                <c:pt idx="184">
                  <c:v>0.5</c:v>
                </c:pt>
                <c:pt idx="185">
                  <c:v>0.5</c:v>
                </c:pt>
                <c:pt idx="186">
                  <c:v>0.5</c:v>
                </c:pt>
                <c:pt idx="187">
                  <c:v>0.5</c:v>
                </c:pt>
                <c:pt idx="188">
                  <c:v>0.5</c:v>
                </c:pt>
                <c:pt idx="189">
                  <c:v>0.5</c:v>
                </c:pt>
                <c:pt idx="190">
                  <c:v>0.5</c:v>
                </c:pt>
                <c:pt idx="191">
                  <c:v>0.5</c:v>
                </c:pt>
                <c:pt idx="192">
                  <c:v>0.5</c:v>
                </c:pt>
                <c:pt idx="193">
                  <c:v>0.5</c:v>
                </c:pt>
                <c:pt idx="194">
                  <c:v>0.5</c:v>
                </c:pt>
                <c:pt idx="195">
                  <c:v>0.5</c:v>
                </c:pt>
                <c:pt idx="196">
                  <c:v>0.5</c:v>
                </c:pt>
                <c:pt idx="197">
                  <c:v>0.5</c:v>
                </c:pt>
                <c:pt idx="198">
                  <c:v>0.5</c:v>
                </c:pt>
                <c:pt idx="199">
                  <c:v>0.5</c:v>
                </c:pt>
                <c:pt idx="200">
                  <c:v>0.5</c:v>
                </c:pt>
                <c:pt idx="201">
                  <c:v>0.5</c:v>
                </c:pt>
                <c:pt idx="202">
                  <c:v>0.5</c:v>
                </c:pt>
                <c:pt idx="203">
                  <c:v>0.5</c:v>
                </c:pt>
                <c:pt idx="204">
                  <c:v>0.5</c:v>
                </c:pt>
                <c:pt idx="205">
                  <c:v>0.5</c:v>
                </c:pt>
                <c:pt idx="206">
                  <c:v>0.5</c:v>
                </c:pt>
                <c:pt idx="207">
                  <c:v>0.5</c:v>
                </c:pt>
                <c:pt idx="208">
                  <c:v>0.5</c:v>
                </c:pt>
                <c:pt idx="209">
                  <c:v>0.5</c:v>
                </c:pt>
                <c:pt idx="210">
                  <c:v>0.5</c:v>
                </c:pt>
                <c:pt idx="211">
                  <c:v>0.5</c:v>
                </c:pt>
                <c:pt idx="212">
                  <c:v>0.5</c:v>
                </c:pt>
                <c:pt idx="213">
                  <c:v>0.5</c:v>
                </c:pt>
                <c:pt idx="214">
                  <c:v>0.5</c:v>
                </c:pt>
                <c:pt idx="215">
                  <c:v>0.5</c:v>
                </c:pt>
                <c:pt idx="216">
                  <c:v>0.5</c:v>
                </c:pt>
                <c:pt idx="217">
                  <c:v>0.5</c:v>
                </c:pt>
                <c:pt idx="218">
                  <c:v>0.5</c:v>
                </c:pt>
                <c:pt idx="219">
                  <c:v>0.5</c:v>
                </c:pt>
                <c:pt idx="220">
                  <c:v>0.5</c:v>
                </c:pt>
                <c:pt idx="221">
                  <c:v>0.5</c:v>
                </c:pt>
                <c:pt idx="222">
                  <c:v>0.5</c:v>
                </c:pt>
                <c:pt idx="223">
                  <c:v>0.5</c:v>
                </c:pt>
                <c:pt idx="224">
                  <c:v>0.5</c:v>
                </c:pt>
                <c:pt idx="225">
                  <c:v>0.5</c:v>
                </c:pt>
                <c:pt idx="226">
                  <c:v>0.5</c:v>
                </c:pt>
                <c:pt idx="227">
                  <c:v>0.5</c:v>
                </c:pt>
                <c:pt idx="228">
                  <c:v>0.5</c:v>
                </c:pt>
                <c:pt idx="229">
                  <c:v>0.5</c:v>
                </c:pt>
                <c:pt idx="230">
                  <c:v>0.5</c:v>
                </c:pt>
                <c:pt idx="231">
                  <c:v>0.5</c:v>
                </c:pt>
                <c:pt idx="232">
                  <c:v>0.5</c:v>
                </c:pt>
                <c:pt idx="233">
                  <c:v>0.5</c:v>
                </c:pt>
                <c:pt idx="234">
                  <c:v>0.5</c:v>
                </c:pt>
                <c:pt idx="235">
                  <c:v>0.5</c:v>
                </c:pt>
                <c:pt idx="236">
                  <c:v>0.5</c:v>
                </c:pt>
                <c:pt idx="237">
                  <c:v>0.5</c:v>
                </c:pt>
                <c:pt idx="238">
                  <c:v>0.5</c:v>
                </c:pt>
                <c:pt idx="239">
                  <c:v>0.5</c:v>
                </c:pt>
                <c:pt idx="240">
                  <c:v>0.5</c:v>
                </c:pt>
                <c:pt idx="241">
                  <c:v>0.5</c:v>
                </c:pt>
                <c:pt idx="242">
                  <c:v>0.5</c:v>
                </c:pt>
                <c:pt idx="243">
                  <c:v>0.5</c:v>
                </c:pt>
                <c:pt idx="244">
                  <c:v>0.5</c:v>
                </c:pt>
                <c:pt idx="245">
                  <c:v>0.5</c:v>
                </c:pt>
                <c:pt idx="246">
                  <c:v>0.5</c:v>
                </c:pt>
                <c:pt idx="247">
                  <c:v>0.5</c:v>
                </c:pt>
                <c:pt idx="248">
                  <c:v>0.5</c:v>
                </c:pt>
                <c:pt idx="249">
                  <c:v>0.5</c:v>
                </c:pt>
                <c:pt idx="250">
                  <c:v>0.5</c:v>
                </c:pt>
                <c:pt idx="251">
                  <c:v>0.5</c:v>
                </c:pt>
                <c:pt idx="252">
                  <c:v>0.5</c:v>
                </c:pt>
                <c:pt idx="253">
                  <c:v>0.5</c:v>
                </c:pt>
                <c:pt idx="254">
                  <c:v>0.5</c:v>
                </c:pt>
                <c:pt idx="255">
                  <c:v>0.5</c:v>
                </c:pt>
                <c:pt idx="256">
                  <c:v>0.5</c:v>
                </c:pt>
                <c:pt idx="257">
                  <c:v>0.5</c:v>
                </c:pt>
                <c:pt idx="258">
                  <c:v>0.5</c:v>
                </c:pt>
                <c:pt idx="259">
                  <c:v>0.5</c:v>
                </c:pt>
                <c:pt idx="260">
                  <c:v>0.5</c:v>
                </c:pt>
                <c:pt idx="261">
                  <c:v>0.5</c:v>
                </c:pt>
                <c:pt idx="262">
                  <c:v>0.5</c:v>
                </c:pt>
                <c:pt idx="263">
                  <c:v>0.5</c:v>
                </c:pt>
                <c:pt idx="264">
                  <c:v>0.5</c:v>
                </c:pt>
                <c:pt idx="265">
                  <c:v>0.5</c:v>
                </c:pt>
                <c:pt idx="266">
                  <c:v>0.5</c:v>
                </c:pt>
                <c:pt idx="267">
                  <c:v>0.5</c:v>
                </c:pt>
                <c:pt idx="268">
                  <c:v>0.5</c:v>
                </c:pt>
                <c:pt idx="269">
                  <c:v>0.5</c:v>
                </c:pt>
                <c:pt idx="270">
                  <c:v>0.5</c:v>
                </c:pt>
                <c:pt idx="271">
                  <c:v>0.5</c:v>
                </c:pt>
                <c:pt idx="272">
                  <c:v>0.5</c:v>
                </c:pt>
                <c:pt idx="273">
                  <c:v>0.5</c:v>
                </c:pt>
                <c:pt idx="274">
                  <c:v>0.5</c:v>
                </c:pt>
                <c:pt idx="275">
                  <c:v>0.5</c:v>
                </c:pt>
                <c:pt idx="276">
                  <c:v>0.5</c:v>
                </c:pt>
                <c:pt idx="277">
                  <c:v>0.5</c:v>
                </c:pt>
                <c:pt idx="278">
                  <c:v>0.5</c:v>
                </c:pt>
                <c:pt idx="279">
                  <c:v>0.5</c:v>
                </c:pt>
                <c:pt idx="280">
                  <c:v>0.5</c:v>
                </c:pt>
                <c:pt idx="281">
                  <c:v>0.5</c:v>
                </c:pt>
                <c:pt idx="282">
                  <c:v>0.5</c:v>
                </c:pt>
                <c:pt idx="283">
                  <c:v>0.5</c:v>
                </c:pt>
                <c:pt idx="284">
                  <c:v>0.5</c:v>
                </c:pt>
                <c:pt idx="285">
                  <c:v>0.5</c:v>
                </c:pt>
                <c:pt idx="286">
                  <c:v>0.5</c:v>
                </c:pt>
                <c:pt idx="287">
                  <c:v>0.5</c:v>
                </c:pt>
                <c:pt idx="288">
                  <c:v>0.5</c:v>
                </c:pt>
                <c:pt idx="289">
                  <c:v>0.5</c:v>
                </c:pt>
                <c:pt idx="290">
                  <c:v>0.5</c:v>
                </c:pt>
                <c:pt idx="291">
                  <c:v>0.5</c:v>
                </c:pt>
                <c:pt idx="292">
                  <c:v>0.5</c:v>
                </c:pt>
                <c:pt idx="293">
                  <c:v>0.5</c:v>
                </c:pt>
                <c:pt idx="294">
                  <c:v>0.5</c:v>
                </c:pt>
                <c:pt idx="295">
                  <c:v>0.5</c:v>
                </c:pt>
                <c:pt idx="296">
                  <c:v>0.5</c:v>
                </c:pt>
                <c:pt idx="297">
                  <c:v>0.5</c:v>
                </c:pt>
                <c:pt idx="298">
                  <c:v>0.5</c:v>
                </c:pt>
                <c:pt idx="299">
                  <c:v>0.5</c:v>
                </c:pt>
                <c:pt idx="300">
                  <c:v>0.5</c:v>
                </c:pt>
                <c:pt idx="301">
                  <c:v>0.5</c:v>
                </c:pt>
                <c:pt idx="302">
                  <c:v>0.5</c:v>
                </c:pt>
                <c:pt idx="303">
                  <c:v>0.5</c:v>
                </c:pt>
                <c:pt idx="304">
                  <c:v>0.5</c:v>
                </c:pt>
                <c:pt idx="305">
                  <c:v>0.5</c:v>
                </c:pt>
                <c:pt idx="306">
                  <c:v>0.5</c:v>
                </c:pt>
                <c:pt idx="307">
                  <c:v>0.5</c:v>
                </c:pt>
                <c:pt idx="308">
                  <c:v>0.5</c:v>
                </c:pt>
                <c:pt idx="309">
                  <c:v>0.5</c:v>
                </c:pt>
                <c:pt idx="310">
                  <c:v>0.5</c:v>
                </c:pt>
                <c:pt idx="311">
                  <c:v>0.5</c:v>
                </c:pt>
                <c:pt idx="312">
                  <c:v>0.5</c:v>
                </c:pt>
                <c:pt idx="313">
                  <c:v>0.5</c:v>
                </c:pt>
                <c:pt idx="314">
                  <c:v>0.5</c:v>
                </c:pt>
                <c:pt idx="315">
                  <c:v>0.5</c:v>
                </c:pt>
                <c:pt idx="316">
                  <c:v>0.5</c:v>
                </c:pt>
                <c:pt idx="317">
                  <c:v>0.5</c:v>
                </c:pt>
                <c:pt idx="318">
                  <c:v>0.5</c:v>
                </c:pt>
                <c:pt idx="319">
                  <c:v>0.5</c:v>
                </c:pt>
                <c:pt idx="320">
                  <c:v>0.5</c:v>
                </c:pt>
                <c:pt idx="321">
                  <c:v>0.5</c:v>
                </c:pt>
                <c:pt idx="322">
                  <c:v>0.5</c:v>
                </c:pt>
                <c:pt idx="323">
                  <c:v>0.5</c:v>
                </c:pt>
                <c:pt idx="324">
                  <c:v>0.5</c:v>
                </c:pt>
                <c:pt idx="325">
                  <c:v>0.5</c:v>
                </c:pt>
                <c:pt idx="326">
                  <c:v>0.5</c:v>
                </c:pt>
                <c:pt idx="327">
                  <c:v>0.5</c:v>
                </c:pt>
                <c:pt idx="328">
                  <c:v>0.5</c:v>
                </c:pt>
                <c:pt idx="329">
                  <c:v>0.5</c:v>
                </c:pt>
                <c:pt idx="330">
                  <c:v>0.5</c:v>
                </c:pt>
                <c:pt idx="331">
                  <c:v>0.5</c:v>
                </c:pt>
                <c:pt idx="332">
                  <c:v>0.5</c:v>
                </c:pt>
                <c:pt idx="333">
                  <c:v>0.5</c:v>
                </c:pt>
                <c:pt idx="334">
                  <c:v>0.5</c:v>
                </c:pt>
                <c:pt idx="335">
                  <c:v>0.5</c:v>
                </c:pt>
                <c:pt idx="336">
                  <c:v>0.5</c:v>
                </c:pt>
                <c:pt idx="337">
                  <c:v>0.5</c:v>
                </c:pt>
                <c:pt idx="338">
                  <c:v>0.5</c:v>
                </c:pt>
                <c:pt idx="339">
                  <c:v>0.5</c:v>
                </c:pt>
                <c:pt idx="340">
                  <c:v>0.5</c:v>
                </c:pt>
                <c:pt idx="341">
                  <c:v>0.5</c:v>
                </c:pt>
                <c:pt idx="342">
                  <c:v>0.5</c:v>
                </c:pt>
                <c:pt idx="343">
                  <c:v>0.5</c:v>
                </c:pt>
                <c:pt idx="344">
                  <c:v>0.5</c:v>
                </c:pt>
                <c:pt idx="345">
                  <c:v>0.5</c:v>
                </c:pt>
                <c:pt idx="346">
                  <c:v>0.5</c:v>
                </c:pt>
                <c:pt idx="347">
                  <c:v>0.5</c:v>
                </c:pt>
                <c:pt idx="348">
                  <c:v>0.5</c:v>
                </c:pt>
                <c:pt idx="349">
                  <c:v>0.5</c:v>
                </c:pt>
                <c:pt idx="350">
                  <c:v>0.5</c:v>
                </c:pt>
                <c:pt idx="351">
                  <c:v>0.5</c:v>
                </c:pt>
                <c:pt idx="352">
                  <c:v>0.5</c:v>
                </c:pt>
                <c:pt idx="353">
                  <c:v>0.5</c:v>
                </c:pt>
                <c:pt idx="354">
                  <c:v>0.5</c:v>
                </c:pt>
                <c:pt idx="355">
                  <c:v>0.5</c:v>
                </c:pt>
                <c:pt idx="356">
                  <c:v>0.5</c:v>
                </c:pt>
                <c:pt idx="357">
                  <c:v>0.5</c:v>
                </c:pt>
                <c:pt idx="358">
                  <c:v>0.5</c:v>
                </c:pt>
                <c:pt idx="359">
                  <c:v>0.5</c:v>
                </c:pt>
                <c:pt idx="360">
                  <c:v>0.5</c:v>
                </c:pt>
                <c:pt idx="361">
                  <c:v>0.5</c:v>
                </c:pt>
                <c:pt idx="362">
                  <c:v>0.5</c:v>
                </c:pt>
                <c:pt idx="363">
                  <c:v>0.5</c:v>
                </c:pt>
                <c:pt idx="364">
                  <c:v>0.5</c:v>
                </c:pt>
                <c:pt idx="365">
                  <c:v>0.5</c:v>
                </c:pt>
                <c:pt idx="366">
                  <c:v>0.5</c:v>
                </c:pt>
                <c:pt idx="367">
                  <c:v>0.5</c:v>
                </c:pt>
                <c:pt idx="368">
                  <c:v>0.5</c:v>
                </c:pt>
                <c:pt idx="369">
                  <c:v>0.5</c:v>
                </c:pt>
                <c:pt idx="370">
                  <c:v>0.5</c:v>
                </c:pt>
                <c:pt idx="371">
                  <c:v>0.5</c:v>
                </c:pt>
                <c:pt idx="372">
                  <c:v>0.5</c:v>
                </c:pt>
                <c:pt idx="373">
                  <c:v>0.5</c:v>
                </c:pt>
                <c:pt idx="374">
                  <c:v>0.5</c:v>
                </c:pt>
                <c:pt idx="375">
                  <c:v>0.5</c:v>
                </c:pt>
                <c:pt idx="376">
                  <c:v>0.5</c:v>
                </c:pt>
                <c:pt idx="377">
                  <c:v>0.5</c:v>
                </c:pt>
                <c:pt idx="378">
                  <c:v>0.5</c:v>
                </c:pt>
                <c:pt idx="379">
                  <c:v>0.5</c:v>
                </c:pt>
                <c:pt idx="380">
                  <c:v>0.5</c:v>
                </c:pt>
                <c:pt idx="381">
                  <c:v>0.5</c:v>
                </c:pt>
                <c:pt idx="382">
                  <c:v>0.5</c:v>
                </c:pt>
                <c:pt idx="383">
                  <c:v>0.5</c:v>
                </c:pt>
                <c:pt idx="384">
                  <c:v>0.5</c:v>
                </c:pt>
                <c:pt idx="385">
                  <c:v>0.5</c:v>
                </c:pt>
                <c:pt idx="386">
                  <c:v>0.5</c:v>
                </c:pt>
                <c:pt idx="387">
                  <c:v>0.5</c:v>
                </c:pt>
                <c:pt idx="388">
                  <c:v>0.5</c:v>
                </c:pt>
                <c:pt idx="389">
                  <c:v>0.5</c:v>
                </c:pt>
                <c:pt idx="390">
                  <c:v>0.5</c:v>
                </c:pt>
                <c:pt idx="391">
                  <c:v>0.5</c:v>
                </c:pt>
                <c:pt idx="392">
                  <c:v>0.5</c:v>
                </c:pt>
                <c:pt idx="393">
                  <c:v>0.5</c:v>
                </c:pt>
                <c:pt idx="394">
                  <c:v>0.5</c:v>
                </c:pt>
                <c:pt idx="395">
                  <c:v>0.5</c:v>
                </c:pt>
                <c:pt idx="396">
                  <c:v>0.5</c:v>
                </c:pt>
                <c:pt idx="397">
                  <c:v>0.5</c:v>
                </c:pt>
                <c:pt idx="398">
                  <c:v>0.5</c:v>
                </c:pt>
                <c:pt idx="399">
                  <c:v>0.5</c:v>
                </c:pt>
                <c:pt idx="400">
                  <c:v>0.5</c:v>
                </c:pt>
                <c:pt idx="401">
                  <c:v>0.5</c:v>
                </c:pt>
                <c:pt idx="402">
                  <c:v>0.5</c:v>
                </c:pt>
                <c:pt idx="403">
                  <c:v>0.5</c:v>
                </c:pt>
                <c:pt idx="404">
                  <c:v>0.5</c:v>
                </c:pt>
                <c:pt idx="405">
                  <c:v>0.5</c:v>
                </c:pt>
                <c:pt idx="406">
                  <c:v>0.5</c:v>
                </c:pt>
                <c:pt idx="407">
                  <c:v>0.5</c:v>
                </c:pt>
                <c:pt idx="408">
                  <c:v>0.5</c:v>
                </c:pt>
                <c:pt idx="409">
                  <c:v>0.5</c:v>
                </c:pt>
                <c:pt idx="410">
                  <c:v>0.5</c:v>
                </c:pt>
                <c:pt idx="411">
                  <c:v>0.5</c:v>
                </c:pt>
                <c:pt idx="412">
                  <c:v>0.5</c:v>
                </c:pt>
                <c:pt idx="413">
                  <c:v>0.5</c:v>
                </c:pt>
                <c:pt idx="414">
                  <c:v>0.5</c:v>
                </c:pt>
                <c:pt idx="415">
                  <c:v>0.5</c:v>
                </c:pt>
                <c:pt idx="416">
                  <c:v>0.5</c:v>
                </c:pt>
                <c:pt idx="417">
                  <c:v>0.5</c:v>
                </c:pt>
                <c:pt idx="418">
                  <c:v>0.5</c:v>
                </c:pt>
                <c:pt idx="419">
                  <c:v>0.5</c:v>
                </c:pt>
                <c:pt idx="420">
                  <c:v>0.5</c:v>
                </c:pt>
                <c:pt idx="421">
                  <c:v>0.5</c:v>
                </c:pt>
                <c:pt idx="422">
                  <c:v>0.5</c:v>
                </c:pt>
                <c:pt idx="423">
                  <c:v>0.5</c:v>
                </c:pt>
                <c:pt idx="424">
                  <c:v>0.5</c:v>
                </c:pt>
                <c:pt idx="425">
                  <c:v>0.5</c:v>
                </c:pt>
                <c:pt idx="426">
                  <c:v>0.5</c:v>
                </c:pt>
                <c:pt idx="427">
                  <c:v>0.5</c:v>
                </c:pt>
                <c:pt idx="428">
                  <c:v>0.5</c:v>
                </c:pt>
                <c:pt idx="429">
                  <c:v>0.5</c:v>
                </c:pt>
                <c:pt idx="430">
                  <c:v>0.5</c:v>
                </c:pt>
                <c:pt idx="431">
                  <c:v>0.5</c:v>
                </c:pt>
                <c:pt idx="432">
                  <c:v>0.5</c:v>
                </c:pt>
                <c:pt idx="433">
                  <c:v>0.5</c:v>
                </c:pt>
                <c:pt idx="434">
                  <c:v>0.5</c:v>
                </c:pt>
                <c:pt idx="435">
                  <c:v>0.5</c:v>
                </c:pt>
                <c:pt idx="436">
                  <c:v>0.5</c:v>
                </c:pt>
                <c:pt idx="437">
                  <c:v>0.5</c:v>
                </c:pt>
                <c:pt idx="438">
                  <c:v>0.5</c:v>
                </c:pt>
                <c:pt idx="439">
                  <c:v>0.5</c:v>
                </c:pt>
                <c:pt idx="440">
                  <c:v>0.5</c:v>
                </c:pt>
                <c:pt idx="441">
                  <c:v>0.5</c:v>
                </c:pt>
                <c:pt idx="442">
                  <c:v>0.5</c:v>
                </c:pt>
                <c:pt idx="443">
                  <c:v>0.5</c:v>
                </c:pt>
                <c:pt idx="444">
                  <c:v>0.5</c:v>
                </c:pt>
                <c:pt idx="445">
                  <c:v>0.5</c:v>
                </c:pt>
                <c:pt idx="446">
                  <c:v>0.5</c:v>
                </c:pt>
                <c:pt idx="447">
                  <c:v>0.5</c:v>
                </c:pt>
                <c:pt idx="448">
                  <c:v>0.5</c:v>
                </c:pt>
                <c:pt idx="449">
                  <c:v>0.5</c:v>
                </c:pt>
                <c:pt idx="450">
                  <c:v>0.5</c:v>
                </c:pt>
                <c:pt idx="451">
                  <c:v>0.5</c:v>
                </c:pt>
                <c:pt idx="452">
                  <c:v>0.5</c:v>
                </c:pt>
                <c:pt idx="453">
                  <c:v>0.5</c:v>
                </c:pt>
                <c:pt idx="454">
                  <c:v>0.5</c:v>
                </c:pt>
                <c:pt idx="455">
                  <c:v>0.5</c:v>
                </c:pt>
                <c:pt idx="456">
                  <c:v>0.5</c:v>
                </c:pt>
                <c:pt idx="457">
                  <c:v>0.5</c:v>
                </c:pt>
                <c:pt idx="458">
                  <c:v>0.5</c:v>
                </c:pt>
                <c:pt idx="459">
                  <c:v>0.5</c:v>
                </c:pt>
                <c:pt idx="460">
                  <c:v>0.5</c:v>
                </c:pt>
                <c:pt idx="461">
                  <c:v>0.5</c:v>
                </c:pt>
                <c:pt idx="462">
                  <c:v>0.5</c:v>
                </c:pt>
                <c:pt idx="463">
                  <c:v>0.5</c:v>
                </c:pt>
                <c:pt idx="464">
                  <c:v>0.5</c:v>
                </c:pt>
                <c:pt idx="465">
                  <c:v>0.5</c:v>
                </c:pt>
                <c:pt idx="466">
                  <c:v>0.5</c:v>
                </c:pt>
                <c:pt idx="467">
                  <c:v>0.5</c:v>
                </c:pt>
                <c:pt idx="468">
                  <c:v>0.5</c:v>
                </c:pt>
                <c:pt idx="469">
                  <c:v>0.5</c:v>
                </c:pt>
                <c:pt idx="470">
                  <c:v>0.5</c:v>
                </c:pt>
                <c:pt idx="471">
                  <c:v>0.5</c:v>
                </c:pt>
                <c:pt idx="472">
                  <c:v>0.5</c:v>
                </c:pt>
                <c:pt idx="473">
                  <c:v>0.5</c:v>
                </c:pt>
                <c:pt idx="474">
                  <c:v>0.5</c:v>
                </c:pt>
                <c:pt idx="475">
                  <c:v>0.5</c:v>
                </c:pt>
                <c:pt idx="476">
                  <c:v>0.5</c:v>
                </c:pt>
                <c:pt idx="477">
                  <c:v>0.5</c:v>
                </c:pt>
                <c:pt idx="478">
                  <c:v>0.5</c:v>
                </c:pt>
                <c:pt idx="479">
                  <c:v>0.5</c:v>
                </c:pt>
                <c:pt idx="480">
                  <c:v>0.5</c:v>
                </c:pt>
                <c:pt idx="481">
                  <c:v>0.5</c:v>
                </c:pt>
                <c:pt idx="482">
                  <c:v>0.5</c:v>
                </c:pt>
                <c:pt idx="483">
                  <c:v>0.5</c:v>
                </c:pt>
                <c:pt idx="484">
                  <c:v>0.5</c:v>
                </c:pt>
                <c:pt idx="485">
                  <c:v>0.5</c:v>
                </c:pt>
                <c:pt idx="486">
                  <c:v>0.5</c:v>
                </c:pt>
                <c:pt idx="487">
                  <c:v>0.5</c:v>
                </c:pt>
                <c:pt idx="488">
                  <c:v>0.5</c:v>
                </c:pt>
                <c:pt idx="489">
                  <c:v>0.5</c:v>
                </c:pt>
                <c:pt idx="490">
                  <c:v>0.5</c:v>
                </c:pt>
                <c:pt idx="491">
                  <c:v>0.5</c:v>
                </c:pt>
                <c:pt idx="492">
                  <c:v>0.5</c:v>
                </c:pt>
                <c:pt idx="493">
                  <c:v>0.5</c:v>
                </c:pt>
                <c:pt idx="494">
                  <c:v>0.5</c:v>
                </c:pt>
                <c:pt idx="495">
                  <c:v>0.5</c:v>
                </c:pt>
                <c:pt idx="496">
                  <c:v>0.5</c:v>
                </c:pt>
                <c:pt idx="497">
                  <c:v>0.5</c:v>
                </c:pt>
                <c:pt idx="498">
                  <c:v>0.5</c:v>
                </c:pt>
                <c:pt idx="499">
                  <c:v>0.5</c:v>
                </c:pt>
                <c:pt idx="500">
                  <c:v>0.5</c:v>
                </c:pt>
                <c:pt idx="501">
                  <c:v>0.5</c:v>
                </c:pt>
                <c:pt idx="502">
                  <c:v>0.5</c:v>
                </c:pt>
                <c:pt idx="503">
                  <c:v>0.5</c:v>
                </c:pt>
                <c:pt idx="504">
                  <c:v>0.5</c:v>
                </c:pt>
                <c:pt idx="505">
                  <c:v>0.5</c:v>
                </c:pt>
                <c:pt idx="506">
                  <c:v>0.5</c:v>
                </c:pt>
                <c:pt idx="507">
                  <c:v>0.5</c:v>
                </c:pt>
                <c:pt idx="508">
                  <c:v>0.5</c:v>
                </c:pt>
                <c:pt idx="509">
                  <c:v>0.5</c:v>
                </c:pt>
                <c:pt idx="510">
                  <c:v>0.5</c:v>
                </c:pt>
                <c:pt idx="511">
                  <c:v>0.5</c:v>
                </c:pt>
                <c:pt idx="512">
                  <c:v>0.5</c:v>
                </c:pt>
                <c:pt idx="513">
                  <c:v>0.5</c:v>
                </c:pt>
                <c:pt idx="514">
                  <c:v>0.5</c:v>
                </c:pt>
                <c:pt idx="515">
                  <c:v>0.5</c:v>
                </c:pt>
                <c:pt idx="516">
                  <c:v>0.5</c:v>
                </c:pt>
                <c:pt idx="517">
                  <c:v>0.5</c:v>
                </c:pt>
                <c:pt idx="518">
                  <c:v>0.5</c:v>
                </c:pt>
                <c:pt idx="519">
                  <c:v>0.5</c:v>
                </c:pt>
                <c:pt idx="520">
                  <c:v>0.5</c:v>
                </c:pt>
                <c:pt idx="521">
                  <c:v>0.5</c:v>
                </c:pt>
                <c:pt idx="522">
                  <c:v>0.5</c:v>
                </c:pt>
                <c:pt idx="523">
                  <c:v>0.5</c:v>
                </c:pt>
                <c:pt idx="524">
                  <c:v>0.5</c:v>
                </c:pt>
                <c:pt idx="525">
                  <c:v>0.5</c:v>
                </c:pt>
                <c:pt idx="526">
                  <c:v>0.5</c:v>
                </c:pt>
                <c:pt idx="527">
                  <c:v>0.5</c:v>
                </c:pt>
                <c:pt idx="528">
                  <c:v>0.5</c:v>
                </c:pt>
                <c:pt idx="529">
                  <c:v>0.5</c:v>
                </c:pt>
                <c:pt idx="530">
                  <c:v>0.5</c:v>
                </c:pt>
                <c:pt idx="531">
                  <c:v>0.5</c:v>
                </c:pt>
                <c:pt idx="532">
                  <c:v>0.5</c:v>
                </c:pt>
                <c:pt idx="533">
                  <c:v>0.5</c:v>
                </c:pt>
                <c:pt idx="534">
                  <c:v>0.5</c:v>
                </c:pt>
                <c:pt idx="535">
                  <c:v>0.5</c:v>
                </c:pt>
                <c:pt idx="536">
                  <c:v>0.5</c:v>
                </c:pt>
                <c:pt idx="537">
                  <c:v>0.5</c:v>
                </c:pt>
                <c:pt idx="538">
                  <c:v>0.5</c:v>
                </c:pt>
                <c:pt idx="539">
                  <c:v>0.5</c:v>
                </c:pt>
                <c:pt idx="540">
                  <c:v>0.5</c:v>
                </c:pt>
                <c:pt idx="541">
                  <c:v>0.5</c:v>
                </c:pt>
                <c:pt idx="542">
                  <c:v>0.5</c:v>
                </c:pt>
                <c:pt idx="543">
                  <c:v>0.5</c:v>
                </c:pt>
                <c:pt idx="544">
                  <c:v>0.5</c:v>
                </c:pt>
                <c:pt idx="545">
                  <c:v>0.5</c:v>
                </c:pt>
                <c:pt idx="546">
                  <c:v>0.5</c:v>
                </c:pt>
                <c:pt idx="547">
                  <c:v>0.5</c:v>
                </c:pt>
                <c:pt idx="548">
                  <c:v>0.5</c:v>
                </c:pt>
                <c:pt idx="549">
                  <c:v>0.5</c:v>
                </c:pt>
                <c:pt idx="550">
                  <c:v>0.5</c:v>
                </c:pt>
                <c:pt idx="551">
                  <c:v>0.5</c:v>
                </c:pt>
                <c:pt idx="552">
                  <c:v>0.5</c:v>
                </c:pt>
                <c:pt idx="553">
                  <c:v>0.5</c:v>
                </c:pt>
                <c:pt idx="554">
                  <c:v>0.5</c:v>
                </c:pt>
                <c:pt idx="555">
                  <c:v>0.5</c:v>
                </c:pt>
                <c:pt idx="556">
                  <c:v>0.5</c:v>
                </c:pt>
                <c:pt idx="557">
                  <c:v>0.5</c:v>
                </c:pt>
                <c:pt idx="558">
                  <c:v>0.5</c:v>
                </c:pt>
                <c:pt idx="559">
                  <c:v>0.5</c:v>
                </c:pt>
                <c:pt idx="560">
                  <c:v>0.5</c:v>
                </c:pt>
                <c:pt idx="561">
                  <c:v>0.5</c:v>
                </c:pt>
                <c:pt idx="562">
                  <c:v>0.5</c:v>
                </c:pt>
                <c:pt idx="563">
                  <c:v>0.5</c:v>
                </c:pt>
                <c:pt idx="564">
                  <c:v>0.5</c:v>
                </c:pt>
                <c:pt idx="565">
                  <c:v>0.5</c:v>
                </c:pt>
                <c:pt idx="566">
                  <c:v>0.5</c:v>
                </c:pt>
                <c:pt idx="567">
                  <c:v>0.5</c:v>
                </c:pt>
                <c:pt idx="568">
                  <c:v>0.5</c:v>
                </c:pt>
                <c:pt idx="569">
                  <c:v>0.5</c:v>
                </c:pt>
                <c:pt idx="570">
                  <c:v>0.5</c:v>
                </c:pt>
                <c:pt idx="571">
                  <c:v>0.5</c:v>
                </c:pt>
                <c:pt idx="572">
                  <c:v>0.5</c:v>
                </c:pt>
                <c:pt idx="573">
                  <c:v>0.5</c:v>
                </c:pt>
                <c:pt idx="574">
                  <c:v>0.5</c:v>
                </c:pt>
                <c:pt idx="575">
                  <c:v>0.5</c:v>
                </c:pt>
                <c:pt idx="576">
                  <c:v>0.5</c:v>
                </c:pt>
                <c:pt idx="577">
                  <c:v>0.5</c:v>
                </c:pt>
                <c:pt idx="578">
                  <c:v>0.5</c:v>
                </c:pt>
                <c:pt idx="579">
                  <c:v>0.5</c:v>
                </c:pt>
                <c:pt idx="580">
                  <c:v>0.5</c:v>
                </c:pt>
                <c:pt idx="581">
                  <c:v>0.5</c:v>
                </c:pt>
                <c:pt idx="582">
                  <c:v>0.5</c:v>
                </c:pt>
                <c:pt idx="583">
                  <c:v>0.5</c:v>
                </c:pt>
                <c:pt idx="584">
                  <c:v>0.5</c:v>
                </c:pt>
                <c:pt idx="585">
                  <c:v>0.5</c:v>
                </c:pt>
                <c:pt idx="586">
                  <c:v>0.5</c:v>
                </c:pt>
                <c:pt idx="587">
                  <c:v>0.5</c:v>
                </c:pt>
                <c:pt idx="588">
                  <c:v>0.5</c:v>
                </c:pt>
                <c:pt idx="589">
                  <c:v>0.5</c:v>
                </c:pt>
                <c:pt idx="590">
                  <c:v>0.5</c:v>
                </c:pt>
                <c:pt idx="591">
                  <c:v>0.5</c:v>
                </c:pt>
                <c:pt idx="592">
                  <c:v>0.5</c:v>
                </c:pt>
                <c:pt idx="593">
                  <c:v>0.5</c:v>
                </c:pt>
                <c:pt idx="594">
                  <c:v>0.5</c:v>
                </c:pt>
                <c:pt idx="595">
                  <c:v>0.5</c:v>
                </c:pt>
                <c:pt idx="596">
                  <c:v>0.5</c:v>
                </c:pt>
                <c:pt idx="597">
                  <c:v>0.5</c:v>
                </c:pt>
                <c:pt idx="598">
                  <c:v>0.5</c:v>
                </c:pt>
                <c:pt idx="599">
                  <c:v>0.5</c:v>
                </c:pt>
                <c:pt idx="600">
                  <c:v>0.5</c:v>
                </c:pt>
                <c:pt idx="601">
                  <c:v>0.5</c:v>
                </c:pt>
                <c:pt idx="602">
                  <c:v>0.5</c:v>
                </c:pt>
                <c:pt idx="603">
                  <c:v>0.5</c:v>
                </c:pt>
                <c:pt idx="604">
                  <c:v>0.5</c:v>
                </c:pt>
                <c:pt idx="605">
                  <c:v>0.5</c:v>
                </c:pt>
                <c:pt idx="606">
                  <c:v>0.5</c:v>
                </c:pt>
                <c:pt idx="607">
                  <c:v>0.5</c:v>
                </c:pt>
                <c:pt idx="608">
                  <c:v>0.5</c:v>
                </c:pt>
                <c:pt idx="609">
                  <c:v>0.5</c:v>
                </c:pt>
                <c:pt idx="610">
                  <c:v>0.5</c:v>
                </c:pt>
                <c:pt idx="611">
                  <c:v>0.5</c:v>
                </c:pt>
                <c:pt idx="612">
                  <c:v>0.5</c:v>
                </c:pt>
                <c:pt idx="613">
                  <c:v>0.5</c:v>
                </c:pt>
                <c:pt idx="614">
                  <c:v>0.5</c:v>
                </c:pt>
                <c:pt idx="615">
                  <c:v>0.5</c:v>
                </c:pt>
                <c:pt idx="616">
                  <c:v>0.5</c:v>
                </c:pt>
                <c:pt idx="617">
                  <c:v>0.5</c:v>
                </c:pt>
                <c:pt idx="618">
                  <c:v>0.5</c:v>
                </c:pt>
                <c:pt idx="619">
                  <c:v>0.5</c:v>
                </c:pt>
                <c:pt idx="620">
                  <c:v>0.5</c:v>
                </c:pt>
                <c:pt idx="621">
                  <c:v>0.5</c:v>
                </c:pt>
                <c:pt idx="622">
                  <c:v>0.5</c:v>
                </c:pt>
                <c:pt idx="623">
                  <c:v>0.5</c:v>
                </c:pt>
                <c:pt idx="624">
                  <c:v>0.5</c:v>
                </c:pt>
                <c:pt idx="625">
                  <c:v>0.5</c:v>
                </c:pt>
                <c:pt idx="626">
                  <c:v>0.5</c:v>
                </c:pt>
                <c:pt idx="627">
                  <c:v>0.5</c:v>
                </c:pt>
                <c:pt idx="628">
                  <c:v>0.5</c:v>
                </c:pt>
                <c:pt idx="629">
                  <c:v>0.5</c:v>
                </c:pt>
                <c:pt idx="630">
                  <c:v>0.5</c:v>
                </c:pt>
                <c:pt idx="631">
                  <c:v>0.5</c:v>
                </c:pt>
                <c:pt idx="632">
                  <c:v>0.5</c:v>
                </c:pt>
                <c:pt idx="633">
                  <c:v>0.5</c:v>
                </c:pt>
                <c:pt idx="634">
                  <c:v>0.5</c:v>
                </c:pt>
                <c:pt idx="635">
                  <c:v>0.5</c:v>
                </c:pt>
                <c:pt idx="636">
                  <c:v>0.5</c:v>
                </c:pt>
                <c:pt idx="637">
                  <c:v>0.5</c:v>
                </c:pt>
                <c:pt idx="638">
                  <c:v>0.5</c:v>
                </c:pt>
                <c:pt idx="639">
                  <c:v>0.5</c:v>
                </c:pt>
                <c:pt idx="640">
                  <c:v>0.5</c:v>
                </c:pt>
                <c:pt idx="641">
                  <c:v>0.5</c:v>
                </c:pt>
                <c:pt idx="642">
                  <c:v>0.5</c:v>
                </c:pt>
                <c:pt idx="643">
                  <c:v>0.5</c:v>
                </c:pt>
                <c:pt idx="644">
                  <c:v>0.5</c:v>
                </c:pt>
                <c:pt idx="645">
                  <c:v>0.5</c:v>
                </c:pt>
                <c:pt idx="646">
                  <c:v>0.5</c:v>
                </c:pt>
                <c:pt idx="647">
                  <c:v>0.5</c:v>
                </c:pt>
                <c:pt idx="648">
                  <c:v>0.5</c:v>
                </c:pt>
                <c:pt idx="649">
                  <c:v>0.5</c:v>
                </c:pt>
                <c:pt idx="650">
                  <c:v>0.5</c:v>
                </c:pt>
                <c:pt idx="651">
                  <c:v>0.5</c:v>
                </c:pt>
                <c:pt idx="652">
                  <c:v>0.5</c:v>
                </c:pt>
                <c:pt idx="653">
                  <c:v>0.5</c:v>
                </c:pt>
                <c:pt idx="654">
                  <c:v>0.5</c:v>
                </c:pt>
                <c:pt idx="655">
                  <c:v>0.5</c:v>
                </c:pt>
                <c:pt idx="656">
                  <c:v>0.5</c:v>
                </c:pt>
                <c:pt idx="657">
                  <c:v>0.5</c:v>
                </c:pt>
                <c:pt idx="658">
                  <c:v>0.5</c:v>
                </c:pt>
                <c:pt idx="659">
                  <c:v>0.5</c:v>
                </c:pt>
                <c:pt idx="660">
                  <c:v>0.5</c:v>
                </c:pt>
                <c:pt idx="661">
                  <c:v>0.5</c:v>
                </c:pt>
                <c:pt idx="662">
                  <c:v>0.5</c:v>
                </c:pt>
                <c:pt idx="663">
                  <c:v>0.5</c:v>
                </c:pt>
                <c:pt idx="664">
                  <c:v>0.5</c:v>
                </c:pt>
                <c:pt idx="665">
                  <c:v>0.5</c:v>
                </c:pt>
                <c:pt idx="666">
                  <c:v>0.5</c:v>
                </c:pt>
                <c:pt idx="667">
                  <c:v>0.5</c:v>
                </c:pt>
                <c:pt idx="668">
                  <c:v>0.5</c:v>
                </c:pt>
                <c:pt idx="669">
                  <c:v>0.5</c:v>
                </c:pt>
                <c:pt idx="670">
                  <c:v>0.5</c:v>
                </c:pt>
                <c:pt idx="671">
                  <c:v>0.5</c:v>
                </c:pt>
                <c:pt idx="672">
                  <c:v>0.5</c:v>
                </c:pt>
                <c:pt idx="673">
                  <c:v>0.5</c:v>
                </c:pt>
                <c:pt idx="674">
                  <c:v>0.5</c:v>
                </c:pt>
                <c:pt idx="675">
                  <c:v>0.5</c:v>
                </c:pt>
                <c:pt idx="676">
                  <c:v>0.5</c:v>
                </c:pt>
                <c:pt idx="677">
                  <c:v>0.5</c:v>
                </c:pt>
                <c:pt idx="678">
                  <c:v>0.5</c:v>
                </c:pt>
                <c:pt idx="679">
                  <c:v>0.5</c:v>
                </c:pt>
                <c:pt idx="680">
                  <c:v>0.5</c:v>
                </c:pt>
                <c:pt idx="681">
                  <c:v>0.5</c:v>
                </c:pt>
                <c:pt idx="682">
                  <c:v>0.5</c:v>
                </c:pt>
                <c:pt idx="683">
                  <c:v>0.5</c:v>
                </c:pt>
                <c:pt idx="684">
                  <c:v>0.5</c:v>
                </c:pt>
                <c:pt idx="685">
                  <c:v>0.5</c:v>
                </c:pt>
                <c:pt idx="686">
                  <c:v>0.5</c:v>
                </c:pt>
                <c:pt idx="687">
                  <c:v>0.5</c:v>
                </c:pt>
                <c:pt idx="688">
                  <c:v>0.5</c:v>
                </c:pt>
                <c:pt idx="689">
                  <c:v>0.5</c:v>
                </c:pt>
                <c:pt idx="690">
                  <c:v>0.5</c:v>
                </c:pt>
                <c:pt idx="691">
                  <c:v>0.5</c:v>
                </c:pt>
                <c:pt idx="692">
                  <c:v>0.5</c:v>
                </c:pt>
                <c:pt idx="693">
                  <c:v>0.5</c:v>
                </c:pt>
                <c:pt idx="694">
                  <c:v>0.5</c:v>
                </c:pt>
                <c:pt idx="695">
                  <c:v>0.5</c:v>
                </c:pt>
                <c:pt idx="696">
                  <c:v>0.5</c:v>
                </c:pt>
                <c:pt idx="697">
                  <c:v>0.5</c:v>
                </c:pt>
                <c:pt idx="698">
                  <c:v>0.5</c:v>
                </c:pt>
                <c:pt idx="699">
                  <c:v>0.5</c:v>
                </c:pt>
                <c:pt idx="700">
                  <c:v>0.5</c:v>
                </c:pt>
                <c:pt idx="701">
                  <c:v>0.5</c:v>
                </c:pt>
                <c:pt idx="702">
                  <c:v>0.5</c:v>
                </c:pt>
                <c:pt idx="703">
                  <c:v>0.5</c:v>
                </c:pt>
                <c:pt idx="704">
                  <c:v>0.5</c:v>
                </c:pt>
                <c:pt idx="705">
                  <c:v>0.5</c:v>
                </c:pt>
                <c:pt idx="706">
                  <c:v>0.5</c:v>
                </c:pt>
                <c:pt idx="707">
                  <c:v>0.5</c:v>
                </c:pt>
                <c:pt idx="708">
                  <c:v>0.5</c:v>
                </c:pt>
                <c:pt idx="709">
                  <c:v>0.5</c:v>
                </c:pt>
                <c:pt idx="710">
                  <c:v>0.5</c:v>
                </c:pt>
                <c:pt idx="711">
                  <c:v>0.5</c:v>
                </c:pt>
                <c:pt idx="712">
                  <c:v>0.5</c:v>
                </c:pt>
                <c:pt idx="713">
                  <c:v>0.5</c:v>
                </c:pt>
                <c:pt idx="714">
                  <c:v>0.5</c:v>
                </c:pt>
                <c:pt idx="715">
                  <c:v>0.5</c:v>
                </c:pt>
                <c:pt idx="716">
                  <c:v>0.5</c:v>
                </c:pt>
                <c:pt idx="717">
                  <c:v>0.5</c:v>
                </c:pt>
                <c:pt idx="718">
                  <c:v>0.5</c:v>
                </c:pt>
                <c:pt idx="719">
                  <c:v>0.5</c:v>
                </c:pt>
                <c:pt idx="720">
                  <c:v>0.5</c:v>
                </c:pt>
                <c:pt idx="721">
                  <c:v>0.5</c:v>
                </c:pt>
                <c:pt idx="722">
                  <c:v>0.5</c:v>
                </c:pt>
                <c:pt idx="723">
                  <c:v>0.5</c:v>
                </c:pt>
                <c:pt idx="724">
                  <c:v>0.5</c:v>
                </c:pt>
                <c:pt idx="725">
                  <c:v>0.5</c:v>
                </c:pt>
                <c:pt idx="726">
                  <c:v>0.5</c:v>
                </c:pt>
                <c:pt idx="727">
                  <c:v>0.5</c:v>
                </c:pt>
                <c:pt idx="728">
                  <c:v>0.5</c:v>
                </c:pt>
                <c:pt idx="729">
                  <c:v>0.5</c:v>
                </c:pt>
                <c:pt idx="730">
                  <c:v>0.5</c:v>
                </c:pt>
                <c:pt idx="731">
                  <c:v>0.5</c:v>
                </c:pt>
                <c:pt idx="732">
                  <c:v>0.5</c:v>
                </c:pt>
                <c:pt idx="733">
                  <c:v>0.5</c:v>
                </c:pt>
                <c:pt idx="734">
                  <c:v>0.5</c:v>
                </c:pt>
                <c:pt idx="735">
                  <c:v>0.5</c:v>
                </c:pt>
                <c:pt idx="736">
                  <c:v>0.5</c:v>
                </c:pt>
                <c:pt idx="737">
                  <c:v>0.5</c:v>
                </c:pt>
                <c:pt idx="738">
                  <c:v>0.5</c:v>
                </c:pt>
                <c:pt idx="739">
                  <c:v>0.5</c:v>
                </c:pt>
                <c:pt idx="740">
                  <c:v>0.5</c:v>
                </c:pt>
                <c:pt idx="741">
                  <c:v>0.5</c:v>
                </c:pt>
                <c:pt idx="742">
                  <c:v>0.5</c:v>
                </c:pt>
                <c:pt idx="743">
                  <c:v>0.5</c:v>
                </c:pt>
                <c:pt idx="744">
                  <c:v>0.5</c:v>
                </c:pt>
                <c:pt idx="745">
                  <c:v>0.5</c:v>
                </c:pt>
                <c:pt idx="746">
                  <c:v>0.5</c:v>
                </c:pt>
                <c:pt idx="747">
                  <c:v>0.5</c:v>
                </c:pt>
                <c:pt idx="748">
                  <c:v>0.5</c:v>
                </c:pt>
                <c:pt idx="749">
                  <c:v>0.5</c:v>
                </c:pt>
                <c:pt idx="750">
                  <c:v>0.5</c:v>
                </c:pt>
                <c:pt idx="751">
                  <c:v>0.5</c:v>
                </c:pt>
                <c:pt idx="752">
                  <c:v>0.5</c:v>
                </c:pt>
                <c:pt idx="753">
                  <c:v>0.5</c:v>
                </c:pt>
                <c:pt idx="754">
                  <c:v>0.5</c:v>
                </c:pt>
                <c:pt idx="755">
                  <c:v>0.5</c:v>
                </c:pt>
                <c:pt idx="756">
                  <c:v>0.5</c:v>
                </c:pt>
                <c:pt idx="757">
                  <c:v>0.5</c:v>
                </c:pt>
                <c:pt idx="758">
                  <c:v>0.5</c:v>
                </c:pt>
                <c:pt idx="759">
                  <c:v>0.5</c:v>
                </c:pt>
                <c:pt idx="760">
                  <c:v>0.5</c:v>
                </c:pt>
                <c:pt idx="761">
                  <c:v>0.5</c:v>
                </c:pt>
                <c:pt idx="762">
                  <c:v>0.5</c:v>
                </c:pt>
                <c:pt idx="763">
                  <c:v>0.5</c:v>
                </c:pt>
                <c:pt idx="764">
                  <c:v>0.5</c:v>
                </c:pt>
                <c:pt idx="765">
                  <c:v>0.5</c:v>
                </c:pt>
                <c:pt idx="766">
                  <c:v>0.5</c:v>
                </c:pt>
                <c:pt idx="767">
                  <c:v>0.5</c:v>
                </c:pt>
                <c:pt idx="768">
                  <c:v>0.5</c:v>
                </c:pt>
                <c:pt idx="769">
                  <c:v>0.5</c:v>
                </c:pt>
                <c:pt idx="770">
                  <c:v>0.5</c:v>
                </c:pt>
                <c:pt idx="771">
                  <c:v>0.5</c:v>
                </c:pt>
                <c:pt idx="772">
                  <c:v>0.5</c:v>
                </c:pt>
                <c:pt idx="773">
                  <c:v>0.5</c:v>
                </c:pt>
                <c:pt idx="774">
                  <c:v>0.5</c:v>
                </c:pt>
                <c:pt idx="775">
                  <c:v>0.5</c:v>
                </c:pt>
                <c:pt idx="776">
                  <c:v>0.5</c:v>
                </c:pt>
                <c:pt idx="777">
                  <c:v>0.5</c:v>
                </c:pt>
                <c:pt idx="778">
                  <c:v>0.5</c:v>
                </c:pt>
                <c:pt idx="779">
                  <c:v>0.5</c:v>
                </c:pt>
                <c:pt idx="780">
                  <c:v>0.5</c:v>
                </c:pt>
                <c:pt idx="781">
                  <c:v>0.5</c:v>
                </c:pt>
                <c:pt idx="782">
                  <c:v>0.5</c:v>
                </c:pt>
                <c:pt idx="783">
                  <c:v>0.5</c:v>
                </c:pt>
                <c:pt idx="784">
                  <c:v>0.5</c:v>
                </c:pt>
                <c:pt idx="785">
                  <c:v>0.5</c:v>
                </c:pt>
                <c:pt idx="786">
                  <c:v>0.5</c:v>
                </c:pt>
                <c:pt idx="787">
                  <c:v>0.5</c:v>
                </c:pt>
                <c:pt idx="788">
                  <c:v>0.5</c:v>
                </c:pt>
                <c:pt idx="789">
                  <c:v>0.5</c:v>
                </c:pt>
                <c:pt idx="790">
                  <c:v>0.5</c:v>
                </c:pt>
                <c:pt idx="791">
                  <c:v>0.5</c:v>
                </c:pt>
                <c:pt idx="792">
                  <c:v>0.5</c:v>
                </c:pt>
                <c:pt idx="793">
                  <c:v>0.5</c:v>
                </c:pt>
                <c:pt idx="794">
                  <c:v>0.5</c:v>
                </c:pt>
                <c:pt idx="795">
                  <c:v>0.5</c:v>
                </c:pt>
                <c:pt idx="796">
                  <c:v>0.5</c:v>
                </c:pt>
                <c:pt idx="797">
                  <c:v>0.5</c:v>
                </c:pt>
                <c:pt idx="798">
                  <c:v>0.5</c:v>
                </c:pt>
                <c:pt idx="799">
                  <c:v>0.5</c:v>
                </c:pt>
                <c:pt idx="800">
                  <c:v>0.5</c:v>
                </c:pt>
                <c:pt idx="801">
                  <c:v>0.5</c:v>
                </c:pt>
                <c:pt idx="802">
                  <c:v>0.5</c:v>
                </c:pt>
                <c:pt idx="803">
                  <c:v>0.5</c:v>
                </c:pt>
                <c:pt idx="804">
                  <c:v>0.5</c:v>
                </c:pt>
                <c:pt idx="805">
                  <c:v>0.5</c:v>
                </c:pt>
                <c:pt idx="806">
                  <c:v>0.5</c:v>
                </c:pt>
                <c:pt idx="807">
                  <c:v>0.5</c:v>
                </c:pt>
                <c:pt idx="808">
                  <c:v>0.5</c:v>
                </c:pt>
                <c:pt idx="809">
                  <c:v>0.5</c:v>
                </c:pt>
                <c:pt idx="810">
                  <c:v>0.5</c:v>
                </c:pt>
                <c:pt idx="811">
                  <c:v>0.5</c:v>
                </c:pt>
                <c:pt idx="812">
                  <c:v>0.5</c:v>
                </c:pt>
                <c:pt idx="813">
                  <c:v>0.5</c:v>
                </c:pt>
                <c:pt idx="814">
                  <c:v>0.5</c:v>
                </c:pt>
                <c:pt idx="815">
                  <c:v>0.5</c:v>
                </c:pt>
                <c:pt idx="816">
                  <c:v>0.5</c:v>
                </c:pt>
                <c:pt idx="817">
                  <c:v>0.5</c:v>
                </c:pt>
                <c:pt idx="818">
                  <c:v>0.5</c:v>
                </c:pt>
                <c:pt idx="819">
                  <c:v>0.5</c:v>
                </c:pt>
                <c:pt idx="820">
                  <c:v>0.5</c:v>
                </c:pt>
                <c:pt idx="821">
                  <c:v>0.5</c:v>
                </c:pt>
                <c:pt idx="822">
                  <c:v>0.5</c:v>
                </c:pt>
                <c:pt idx="823">
                  <c:v>0.5</c:v>
                </c:pt>
                <c:pt idx="824">
                  <c:v>0.5</c:v>
                </c:pt>
                <c:pt idx="825">
                  <c:v>0.5</c:v>
                </c:pt>
                <c:pt idx="826">
                  <c:v>0.5</c:v>
                </c:pt>
                <c:pt idx="827">
                  <c:v>0.5</c:v>
                </c:pt>
                <c:pt idx="828">
                  <c:v>0.5</c:v>
                </c:pt>
                <c:pt idx="829">
                  <c:v>0.5</c:v>
                </c:pt>
                <c:pt idx="830">
                  <c:v>0.5</c:v>
                </c:pt>
                <c:pt idx="831">
                  <c:v>0.5</c:v>
                </c:pt>
                <c:pt idx="832">
                  <c:v>0.5</c:v>
                </c:pt>
                <c:pt idx="833">
                  <c:v>0.5</c:v>
                </c:pt>
                <c:pt idx="834">
                  <c:v>0.5</c:v>
                </c:pt>
                <c:pt idx="835">
                  <c:v>0.5</c:v>
                </c:pt>
                <c:pt idx="836">
                  <c:v>0.5</c:v>
                </c:pt>
                <c:pt idx="837">
                  <c:v>0.5</c:v>
                </c:pt>
                <c:pt idx="838">
                  <c:v>0.5</c:v>
                </c:pt>
                <c:pt idx="839">
                  <c:v>0.5</c:v>
                </c:pt>
                <c:pt idx="840">
                  <c:v>0.5</c:v>
                </c:pt>
                <c:pt idx="841">
                  <c:v>0.5</c:v>
                </c:pt>
                <c:pt idx="842">
                  <c:v>0.5</c:v>
                </c:pt>
                <c:pt idx="843">
                  <c:v>0.5</c:v>
                </c:pt>
                <c:pt idx="844">
                  <c:v>0.5</c:v>
                </c:pt>
                <c:pt idx="845">
                  <c:v>0.5</c:v>
                </c:pt>
                <c:pt idx="846">
                  <c:v>0.5</c:v>
                </c:pt>
                <c:pt idx="847">
                  <c:v>0.5</c:v>
                </c:pt>
                <c:pt idx="848">
                  <c:v>0.5</c:v>
                </c:pt>
                <c:pt idx="849">
                  <c:v>0.5</c:v>
                </c:pt>
                <c:pt idx="850">
                  <c:v>0.5</c:v>
                </c:pt>
                <c:pt idx="851">
                  <c:v>0.5</c:v>
                </c:pt>
                <c:pt idx="852">
                  <c:v>0.5</c:v>
                </c:pt>
                <c:pt idx="853">
                  <c:v>0.5</c:v>
                </c:pt>
                <c:pt idx="854">
                  <c:v>0.5</c:v>
                </c:pt>
                <c:pt idx="855">
                  <c:v>0.5</c:v>
                </c:pt>
                <c:pt idx="856">
                  <c:v>0.5</c:v>
                </c:pt>
                <c:pt idx="857">
                  <c:v>0.5</c:v>
                </c:pt>
                <c:pt idx="858">
                  <c:v>0.5</c:v>
                </c:pt>
                <c:pt idx="859">
                  <c:v>0.5</c:v>
                </c:pt>
                <c:pt idx="860">
                  <c:v>0.5</c:v>
                </c:pt>
                <c:pt idx="861">
                  <c:v>0.5</c:v>
                </c:pt>
                <c:pt idx="862">
                  <c:v>0.5</c:v>
                </c:pt>
                <c:pt idx="863">
                  <c:v>0.5</c:v>
                </c:pt>
                <c:pt idx="864">
                  <c:v>0.5</c:v>
                </c:pt>
                <c:pt idx="865">
                  <c:v>0.5</c:v>
                </c:pt>
                <c:pt idx="866">
                  <c:v>0.5</c:v>
                </c:pt>
                <c:pt idx="867">
                  <c:v>0.5</c:v>
                </c:pt>
                <c:pt idx="868">
                  <c:v>0.5</c:v>
                </c:pt>
                <c:pt idx="869">
                  <c:v>0.5</c:v>
                </c:pt>
                <c:pt idx="870">
                  <c:v>0.5</c:v>
                </c:pt>
                <c:pt idx="871">
                  <c:v>0.5</c:v>
                </c:pt>
                <c:pt idx="872">
                  <c:v>0.5</c:v>
                </c:pt>
                <c:pt idx="873">
                  <c:v>0.5</c:v>
                </c:pt>
                <c:pt idx="874">
                  <c:v>0.5</c:v>
                </c:pt>
                <c:pt idx="875">
                  <c:v>0.5</c:v>
                </c:pt>
                <c:pt idx="876">
                  <c:v>0.5</c:v>
                </c:pt>
                <c:pt idx="877">
                  <c:v>0.5</c:v>
                </c:pt>
                <c:pt idx="878">
                  <c:v>0.5</c:v>
                </c:pt>
                <c:pt idx="879">
                  <c:v>0.5</c:v>
                </c:pt>
                <c:pt idx="880">
                  <c:v>0.5</c:v>
                </c:pt>
                <c:pt idx="881">
                  <c:v>0.5</c:v>
                </c:pt>
                <c:pt idx="882">
                  <c:v>0.5</c:v>
                </c:pt>
                <c:pt idx="883">
                  <c:v>0.5</c:v>
                </c:pt>
                <c:pt idx="884">
                  <c:v>0.5</c:v>
                </c:pt>
                <c:pt idx="885">
                  <c:v>0.5</c:v>
                </c:pt>
                <c:pt idx="886">
                  <c:v>0.5</c:v>
                </c:pt>
                <c:pt idx="887">
                  <c:v>0.5</c:v>
                </c:pt>
                <c:pt idx="888">
                  <c:v>0.5</c:v>
                </c:pt>
                <c:pt idx="889">
                  <c:v>0.5</c:v>
                </c:pt>
                <c:pt idx="890">
                  <c:v>0.5</c:v>
                </c:pt>
                <c:pt idx="891">
                  <c:v>0.5</c:v>
                </c:pt>
                <c:pt idx="892">
                  <c:v>0.5</c:v>
                </c:pt>
                <c:pt idx="893">
                  <c:v>0.5</c:v>
                </c:pt>
                <c:pt idx="894">
                  <c:v>0.5</c:v>
                </c:pt>
                <c:pt idx="895">
                  <c:v>0.5</c:v>
                </c:pt>
                <c:pt idx="896">
                  <c:v>0.5</c:v>
                </c:pt>
                <c:pt idx="897">
                  <c:v>0.5</c:v>
                </c:pt>
                <c:pt idx="898">
                  <c:v>0.5</c:v>
                </c:pt>
                <c:pt idx="899">
                  <c:v>0.5</c:v>
                </c:pt>
                <c:pt idx="900">
                  <c:v>0.5</c:v>
                </c:pt>
                <c:pt idx="901">
                  <c:v>0.5</c:v>
                </c:pt>
                <c:pt idx="902">
                  <c:v>0.5</c:v>
                </c:pt>
                <c:pt idx="903">
                  <c:v>0.5</c:v>
                </c:pt>
                <c:pt idx="904">
                  <c:v>0.5</c:v>
                </c:pt>
                <c:pt idx="905">
                  <c:v>0.5</c:v>
                </c:pt>
                <c:pt idx="906">
                  <c:v>0.5</c:v>
                </c:pt>
                <c:pt idx="907">
                  <c:v>0.5</c:v>
                </c:pt>
                <c:pt idx="908">
                  <c:v>0.5</c:v>
                </c:pt>
                <c:pt idx="909">
                  <c:v>0.5</c:v>
                </c:pt>
                <c:pt idx="910">
                  <c:v>0.5</c:v>
                </c:pt>
                <c:pt idx="911">
                  <c:v>0.5</c:v>
                </c:pt>
                <c:pt idx="912">
                  <c:v>0.5</c:v>
                </c:pt>
                <c:pt idx="913">
                  <c:v>0.5</c:v>
                </c:pt>
                <c:pt idx="914">
                  <c:v>0.5</c:v>
                </c:pt>
                <c:pt idx="915">
                  <c:v>0.5</c:v>
                </c:pt>
                <c:pt idx="916">
                  <c:v>0.5</c:v>
                </c:pt>
                <c:pt idx="917">
                  <c:v>0.5</c:v>
                </c:pt>
                <c:pt idx="918">
                  <c:v>0.5</c:v>
                </c:pt>
                <c:pt idx="919">
                  <c:v>0.5</c:v>
                </c:pt>
                <c:pt idx="920">
                  <c:v>0.5</c:v>
                </c:pt>
                <c:pt idx="921">
                  <c:v>0.5</c:v>
                </c:pt>
                <c:pt idx="922">
                  <c:v>0.5</c:v>
                </c:pt>
                <c:pt idx="923">
                  <c:v>0.5</c:v>
                </c:pt>
                <c:pt idx="924">
                  <c:v>0.5</c:v>
                </c:pt>
                <c:pt idx="925">
                  <c:v>0.5</c:v>
                </c:pt>
                <c:pt idx="926">
                  <c:v>0.5</c:v>
                </c:pt>
                <c:pt idx="927">
                  <c:v>0.5</c:v>
                </c:pt>
                <c:pt idx="928">
                  <c:v>0.5</c:v>
                </c:pt>
                <c:pt idx="929">
                  <c:v>0.5</c:v>
                </c:pt>
                <c:pt idx="930">
                  <c:v>0.5</c:v>
                </c:pt>
                <c:pt idx="931">
                  <c:v>0.5</c:v>
                </c:pt>
                <c:pt idx="932">
                  <c:v>0.5</c:v>
                </c:pt>
                <c:pt idx="933">
                  <c:v>0.5</c:v>
                </c:pt>
                <c:pt idx="934">
                  <c:v>0.5</c:v>
                </c:pt>
                <c:pt idx="935">
                  <c:v>0.5</c:v>
                </c:pt>
                <c:pt idx="936">
                  <c:v>0.5</c:v>
                </c:pt>
                <c:pt idx="937">
                  <c:v>0.5</c:v>
                </c:pt>
                <c:pt idx="938">
                  <c:v>0.5</c:v>
                </c:pt>
                <c:pt idx="939">
                  <c:v>0.5</c:v>
                </c:pt>
                <c:pt idx="940">
                  <c:v>0.5</c:v>
                </c:pt>
                <c:pt idx="941">
                  <c:v>0.5</c:v>
                </c:pt>
                <c:pt idx="942">
                  <c:v>0.5</c:v>
                </c:pt>
                <c:pt idx="943">
                  <c:v>0.5</c:v>
                </c:pt>
                <c:pt idx="944">
                  <c:v>0.5</c:v>
                </c:pt>
                <c:pt idx="945">
                  <c:v>0.5</c:v>
                </c:pt>
                <c:pt idx="946">
                  <c:v>0.5</c:v>
                </c:pt>
                <c:pt idx="947">
                  <c:v>0.5</c:v>
                </c:pt>
                <c:pt idx="948">
                  <c:v>0.5</c:v>
                </c:pt>
                <c:pt idx="949">
                  <c:v>0.5</c:v>
                </c:pt>
                <c:pt idx="950">
                  <c:v>0.5</c:v>
                </c:pt>
                <c:pt idx="951">
                  <c:v>0.5</c:v>
                </c:pt>
                <c:pt idx="952">
                  <c:v>0.5</c:v>
                </c:pt>
                <c:pt idx="953">
                  <c:v>0.5</c:v>
                </c:pt>
                <c:pt idx="954">
                  <c:v>0.5</c:v>
                </c:pt>
                <c:pt idx="955">
                  <c:v>0.5</c:v>
                </c:pt>
                <c:pt idx="956">
                  <c:v>0.5</c:v>
                </c:pt>
                <c:pt idx="957">
                  <c:v>0.5</c:v>
                </c:pt>
                <c:pt idx="958">
                  <c:v>0.5</c:v>
                </c:pt>
                <c:pt idx="959">
                  <c:v>0.5</c:v>
                </c:pt>
                <c:pt idx="960">
                  <c:v>0.5</c:v>
                </c:pt>
                <c:pt idx="961">
                  <c:v>0.5</c:v>
                </c:pt>
                <c:pt idx="962">
                  <c:v>0.5</c:v>
                </c:pt>
                <c:pt idx="963">
                  <c:v>0.5</c:v>
                </c:pt>
                <c:pt idx="964">
                  <c:v>0.5</c:v>
                </c:pt>
                <c:pt idx="965">
                  <c:v>0.5</c:v>
                </c:pt>
                <c:pt idx="966">
                  <c:v>0.5</c:v>
                </c:pt>
                <c:pt idx="967">
                  <c:v>0.5</c:v>
                </c:pt>
                <c:pt idx="968">
                  <c:v>0.5</c:v>
                </c:pt>
                <c:pt idx="969">
                  <c:v>0.5</c:v>
                </c:pt>
                <c:pt idx="970">
                  <c:v>0.5</c:v>
                </c:pt>
                <c:pt idx="971">
                  <c:v>0.5</c:v>
                </c:pt>
                <c:pt idx="972">
                  <c:v>0.5</c:v>
                </c:pt>
                <c:pt idx="973">
                  <c:v>0.5</c:v>
                </c:pt>
                <c:pt idx="974">
                  <c:v>0.5</c:v>
                </c:pt>
                <c:pt idx="975">
                  <c:v>0.5</c:v>
                </c:pt>
                <c:pt idx="976">
                  <c:v>0.5</c:v>
                </c:pt>
                <c:pt idx="977">
                  <c:v>0.5</c:v>
                </c:pt>
                <c:pt idx="978">
                  <c:v>0.5</c:v>
                </c:pt>
                <c:pt idx="979">
                  <c:v>0.5</c:v>
                </c:pt>
                <c:pt idx="980">
                  <c:v>0.5</c:v>
                </c:pt>
                <c:pt idx="981">
                  <c:v>0.5</c:v>
                </c:pt>
                <c:pt idx="982">
                  <c:v>0.5</c:v>
                </c:pt>
                <c:pt idx="983">
                  <c:v>0.5</c:v>
                </c:pt>
                <c:pt idx="984">
                  <c:v>0.5</c:v>
                </c:pt>
                <c:pt idx="985">
                  <c:v>0.5</c:v>
                </c:pt>
                <c:pt idx="986">
                  <c:v>0.5</c:v>
                </c:pt>
                <c:pt idx="987">
                  <c:v>0.5</c:v>
                </c:pt>
                <c:pt idx="988">
                  <c:v>0.5</c:v>
                </c:pt>
                <c:pt idx="989">
                  <c:v>0.5</c:v>
                </c:pt>
                <c:pt idx="990">
                  <c:v>0.5</c:v>
                </c:pt>
                <c:pt idx="991">
                  <c:v>0.5</c:v>
                </c:pt>
                <c:pt idx="992">
                  <c:v>0.5</c:v>
                </c:pt>
                <c:pt idx="993">
                  <c:v>0.5</c:v>
                </c:pt>
                <c:pt idx="994">
                  <c:v>0.5</c:v>
                </c:pt>
                <c:pt idx="995">
                  <c:v>0.5</c:v>
                </c:pt>
                <c:pt idx="996">
                  <c:v>0.5</c:v>
                </c:pt>
                <c:pt idx="997">
                  <c:v>0.5</c:v>
                </c:pt>
                <c:pt idx="998">
                  <c:v>0.5</c:v>
                </c:pt>
                <c:pt idx="999">
                  <c:v>0.5</c:v>
                </c:pt>
                <c:pt idx="1000">
                  <c:v>0.5</c:v>
                </c:pt>
                <c:pt idx="1001">
                  <c:v>0.5</c:v>
                </c:pt>
                <c:pt idx="1002">
                  <c:v>0.5</c:v>
                </c:pt>
                <c:pt idx="1003">
                  <c:v>0.5</c:v>
                </c:pt>
                <c:pt idx="1004">
                  <c:v>0.5</c:v>
                </c:pt>
                <c:pt idx="1005">
                  <c:v>0.5</c:v>
                </c:pt>
                <c:pt idx="1006">
                  <c:v>0.5</c:v>
                </c:pt>
                <c:pt idx="1007">
                  <c:v>0.5</c:v>
                </c:pt>
                <c:pt idx="1008">
                  <c:v>0.5</c:v>
                </c:pt>
                <c:pt idx="1009">
                  <c:v>0.5</c:v>
                </c:pt>
                <c:pt idx="1010">
                  <c:v>0.5</c:v>
                </c:pt>
                <c:pt idx="1011">
                  <c:v>0.5</c:v>
                </c:pt>
                <c:pt idx="1012">
                  <c:v>0.5</c:v>
                </c:pt>
                <c:pt idx="1013">
                  <c:v>0.5</c:v>
                </c:pt>
                <c:pt idx="1014">
                  <c:v>0.5</c:v>
                </c:pt>
                <c:pt idx="1015">
                  <c:v>0.5</c:v>
                </c:pt>
                <c:pt idx="1016">
                  <c:v>0.5</c:v>
                </c:pt>
                <c:pt idx="1017">
                  <c:v>0.5</c:v>
                </c:pt>
                <c:pt idx="1018">
                  <c:v>0.5</c:v>
                </c:pt>
                <c:pt idx="1019">
                  <c:v>0.5</c:v>
                </c:pt>
                <c:pt idx="1020">
                  <c:v>0.5</c:v>
                </c:pt>
                <c:pt idx="1021">
                  <c:v>0.5</c:v>
                </c:pt>
                <c:pt idx="1022">
                  <c:v>0.5</c:v>
                </c:pt>
                <c:pt idx="1023">
                  <c:v>0.5</c:v>
                </c:pt>
                <c:pt idx="1024">
                  <c:v>0.5</c:v>
                </c:pt>
                <c:pt idx="1025">
                  <c:v>0.5</c:v>
                </c:pt>
                <c:pt idx="1026">
                  <c:v>0.5</c:v>
                </c:pt>
                <c:pt idx="1027">
                  <c:v>0.5</c:v>
                </c:pt>
                <c:pt idx="1028">
                  <c:v>0.5</c:v>
                </c:pt>
                <c:pt idx="1029">
                  <c:v>0.5</c:v>
                </c:pt>
                <c:pt idx="1030">
                  <c:v>0.5</c:v>
                </c:pt>
                <c:pt idx="1031">
                  <c:v>0.5</c:v>
                </c:pt>
                <c:pt idx="1032">
                  <c:v>0.5</c:v>
                </c:pt>
                <c:pt idx="1033">
                  <c:v>0.5</c:v>
                </c:pt>
                <c:pt idx="1034">
                  <c:v>0.5</c:v>
                </c:pt>
                <c:pt idx="1035">
                  <c:v>0.5</c:v>
                </c:pt>
                <c:pt idx="1036">
                  <c:v>0.5</c:v>
                </c:pt>
                <c:pt idx="1037">
                  <c:v>0.5</c:v>
                </c:pt>
                <c:pt idx="1038">
                  <c:v>0.5</c:v>
                </c:pt>
                <c:pt idx="1039">
                  <c:v>0.5</c:v>
                </c:pt>
                <c:pt idx="1040">
                  <c:v>0.5</c:v>
                </c:pt>
                <c:pt idx="1041">
                  <c:v>0.5</c:v>
                </c:pt>
                <c:pt idx="1042">
                  <c:v>0.5</c:v>
                </c:pt>
                <c:pt idx="1043">
                  <c:v>0.5</c:v>
                </c:pt>
                <c:pt idx="1044">
                  <c:v>0.5</c:v>
                </c:pt>
                <c:pt idx="1045">
                  <c:v>0.5</c:v>
                </c:pt>
                <c:pt idx="1046">
                  <c:v>0.5</c:v>
                </c:pt>
                <c:pt idx="1047">
                  <c:v>0.5</c:v>
                </c:pt>
                <c:pt idx="1048">
                  <c:v>0.5</c:v>
                </c:pt>
                <c:pt idx="1049">
                  <c:v>0.5</c:v>
                </c:pt>
                <c:pt idx="1050">
                  <c:v>0.5</c:v>
                </c:pt>
                <c:pt idx="1051">
                  <c:v>0.5</c:v>
                </c:pt>
                <c:pt idx="1052">
                  <c:v>0.5</c:v>
                </c:pt>
                <c:pt idx="1053">
                  <c:v>0.5</c:v>
                </c:pt>
                <c:pt idx="1054">
                  <c:v>0.5</c:v>
                </c:pt>
                <c:pt idx="1055">
                  <c:v>0.5</c:v>
                </c:pt>
                <c:pt idx="1056">
                  <c:v>0.5</c:v>
                </c:pt>
                <c:pt idx="1057">
                  <c:v>0.5</c:v>
                </c:pt>
                <c:pt idx="1058">
                  <c:v>0.5</c:v>
                </c:pt>
                <c:pt idx="1059">
                  <c:v>0.5</c:v>
                </c:pt>
                <c:pt idx="1060">
                  <c:v>0.5</c:v>
                </c:pt>
                <c:pt idx="1061">
                  <c:v>0.5</c:v>
                </c:pt>
                <c:pt idx="1062">
                  <c:v>0.5</c:v>
                </c:pt>
                <c:pt idx="1063">
                  <c:v>0.5</c:v>
                </c:pt>
                <c:pt idx="1064">
                  <c:v>0.5</c:v>
                </c:pt>
                <c:pt idx="1065">
                  <c:v>0.5</c:v>
                </c:pt>
                <c:pt idx="1066">
                  <c:v>0.5</c:v>
                </c:pt>
                <c:pt idx="1067">
                  <c:v>0.5</c:v>
                </c:pt>
                <c:pt idx="1068">
                  <c:v>0.5</c:v>
                </c:pt>
                <c:pt idx="1069">
                  <c:v>0.5</c:v>
                </c:pt>
                <c:pt idx="1070">
                  <c:v>0.5</c:v>
                </c:pt>
                <c:pt idx="1071">
                  <c:v>0.5</c:v>
                </c:pt>
                <c:pt idx="1072">
                  <c:v>0.5</c:v>
                </c:pt>
                <c:pt idx="1073">
                  <c:v>0.5</c:v>
                </c:pt>
                <c:pt idx="1074">
                  <c:v>0.5</c:v>
                </c:pt>
                <c:pt idx="1075">
                  <c:v>0.5</c:v>
                </c:pt>
                <c:pt idx="1076">
                  <c:v>0.5</c:v>
                </c:pt>
                <c:pt idx="1077">
                  <c:v>0.5</c:v>
                </c:pt>
                <c:pt idx="1078">
                  <c:v>0.5</c:v>
                </c:pt>
                <c:pt idx="1079">
                  <c:v>0.5</c:v>
                </c:pt>
                <c:pt idx="1080">
                  <c:v>0.5</c:v>
                </c:pt>
                <c:pt idx="1081">
                  <c:v>0.5</c:v>
                </c:pt>
                <c:pt idx="1082">
                  <c:v>0.5</c:v>
                </c:pt>
                <c:pt idx="1083">
                  <c:v>0.5</c:v>
                </c:pt>
                <c:pt idx="1084">
                  <c:v>0.5</c:v>
                </c:pt>
                <c:pt idx="1085">
                  <c:v>0.5</c:v>
                </c:pt>
                <c:pt idx="1086">
                  <c:v>0.5</c:v>
                </c:pt>
                <c:pt idx="1087">
                  <c:v>0.5</c:v>
                </c:pt>
                <c:pt idx="1088">
                  <c:v>0.5</c:v>
                </c:pt>
                <c:pt idx="1089">
                  <c:v>0.5</c:v>
                </c:pt>
                <c:pt idx="1090">
                  <c:v>0.5</c:v>
                </c:pt>
                <c:pt idx="1091">
                  <c:v>0.5</c:v>
                </c:pt>
                <c:pt idx="1092">
                  <c:v>0.5</c:v>
                </c:pt>
                <c:pt idx="1093">
                  <c:v>0.5</c:v>
                </c:pt>
                <c:pt idx="1094">
                  <c:v>0.5</c:v>
                </c:pt>
                <c:pt idx="1095">
                  <c:v>0.5</c:v>
                </c:pt>
                <c:pt idx="1096">
                  <c:v>0.5</c:v>
                </c:pt>
                <c:pt idx="1097">
                  <c:v>0.5</c:v>
                </c:pt>
                <c:pt idx="1098">
                  <c:v>0.5</c:v>
                </c:pt>
                <c:pt idx="1099">
                  <c:v>0.5</c:v>
                </c:pt>
                <c:pt idx="1100">
                  <c:v>0.5</c:v>
                </c:pt>
                <c:pt idx="1101">
                  <c:v>0.5</c:v>
                </c:pt>
                <c:pt idx="1102">
                  <c:v>0.5</c:v>
                </c:pt>
                <c:pt idx="1103">
                  <c:v>0.5</c:v>
                </c:pt>
                <c:pt idx="1104">
                  <c:v>0.5</c:v>
                </c:pt>
                <c:pt idx="1105">
                  <c:v>0.5</c:v>
                </c:pt>
                <c:pt idx="1106">
                  <c:v>0.5</c:v>
                </c:pt>
                <c:pt idx="1107">
                  <c:v>0.5</c:v>
                </c:pt>
                <c:pt idx="1108">
                  <c:v>0.5</c:v>
                </c:pt>
                <c:pt idx="1109">
                  <c:v>0.5</c:v>
                </c:pt>
                <c:pt idx="1110">
                  <c:v>0.5</c:v>
                </c:pt>
                <c:pt idx="1111">
                  <c:v>0.5</c:v>
                </c:pt>
                <c:pt idx="1112">
                  <c:v>0.5</c:v>
                </c:pt>
                <c:pt idx="1113">
                  <c:v>0.5</c:v>
                </c:pt>
                <c:pt idx="1114">
                  <c:v>0.5</c:v>
                </c:pt>
                <c:pt idx="1115">
                  <c:v>0.5</c:v>
                </c:pt>
                <c:pt idx="1116">
                  <c:v>0.5</c:v>
                </c:pt>
                <c:pt idx="1117">
                  <c:v>0.5</c:v>
                </c:pt>
                <c:pt idx="1118">
                  <c:v>0.5</c:v>
                </c:pt>
                <c:pt idx="1119">
                  <c:v>0.5</c:v>
                </c:pt>
                <c:pt idx="1120">
                  <c:v>0.5</c:v>
                </c:pt>
                <c:pt idx="1121">
                  <c:v>0.5</c:v>
                </c:pt>
                <c:pt idx="1122">
                  <c:v>0.5</c:v>
                </c:pt>
                <c:pt idx="1123">
                  <c:v>0.5</c:v>
                </c:pt>
                <c:pt idx="1124">
                  <c:v>0.5</c:v>
                </c:pt>
                <c:pt idx="1125">
                  <c:v>0.5</c:v>
                </c:pt>
                <c:pt idx="1126">
                  <c:v>0.5</c:v>
                </c:pt>
                <c:pt idx="1127">
                  <c:v>0.5</c:v>
                </c:pt>
                <c:pt idx="1128">
                  <c:v>0.5</c:v>
                </c:pt>
                <c:pt idx="1129">
                  <c:v>0.5</c:v>
                </c:pt>
                <c:pt idx="1130">
                  <c:v>0.5</c:v>
                </c:pt>
                <c:pt idx="1131">
                  <c:v>0.5</c:v>
                </c:pt>
                <c:pt idx="1132">
                  <c:v>0.5</c:v>
                </c:pt>
                <c:pt idx="1133">
                  <c:v>0.5</c:v>
                </c:pt>
                <c:pt idx="1134">
                  <c:v>0.5</c:v>
                </c:pt>
                <c:pt idx="1135">
                  <c:v>0.5</c:v>
                </c:pt>
                <c:pt idx="1136">
                  <c:v>0.5</c:v>
                </c:pt>
                <c:pt idx="1137">
                  <c:v>0.5</c:v>
                </c:pt>
                <c:pt idx="1138">
                  <c:v>0.5</c:v>
                </c:pt>
                <c:pt idx="1139">
                  <c:v>0.5</c:v>
                </c:pt>
                <c:pt idx="1140">
                  <c:v>0.5</c:v>
                </c:pt>
                <c:pt idx="1141">
                  <c:v>0.5</c:v>
                </c:pt>
                <c:pt idx="1142">
                  <c:v>0.5</c:v>
                </c:pt>
                <c:pt idx="1143">
                  <c:v>0.5</c:v>
                </c:pt>
                <c:pt idx="1144">
                  <c:v>0.5</c:v>
                </c:pt>
                <c:pt idx="1145">
                  <c:v>0.5</c:v>
                </c:pt>
                <c:pt idx="1146">
                  <c:v>0.5</c:v>
                </c:pt>
                <c:pt idx="1147">
                  <c:v>0.5</c:v>
                </c:pt>
                <c:pt idx="1148">
                  <c:v>0.5</c:v>
                </c:pt>
                <c:pt idx="1149">
                  <c:v>0.5</c:v>
                </c:pt>
                <c:pt idx="1150">
                  <c:v>0.5</c:v>
                </c:pt>
                <c:pt idx="1151">
                  <c:v>0.5</c:v>
                </c:pt>
                <c:pt idx="1152">
                  <c:v>0.5</c:v>
                </c:pt>
                <c:pt idx="1153">
                  <c:v>0.5</c:v>
                </c:pt>
                <c:pt idx="1154">
                  <c:v>0.5</c:v>
                </c:pt>
                <c:pt idx="1155">
                  <c:v>0.5</c:v>
                </c:pt>
                <c:pt idx="1156">
                  <c:v>0.5</c:v>
                </c:pt>
                <c:pt idx="1157">
                  <c:v>0.5</c:v>
                </c:pt>
                <c:pt idx="1158">
                  <c:v>0.5</c:v>
                </c:pt>
                <c:pt idx="1159">
                  <c:v>0.5</c:v>
                </c:pt>
                <c:pt idx="1160">
                  <c:v>0.5</c:v>
                </c:pt>
                <c:pt idx="1161">
                  <c:v>0.5</c:v>
                </c:pt>
                <c:pt idx="1162">
                  <c:v>0.5</c:v>
                </c:pt>
                <c:pt idx="1163">
                  <c:v>0.5</c:v>
                </c:pt>
                <c:pt idx="1164">
                  <c:v>0.5</c:v>
                </c:pt>
                <c:pt idx="1165">
                  <c:v>0.5</c:v>
                </c:pt>
                <c:pt idx="1166">
                  <c:v>0.5</c:v>
                </c:pt>
                <c:pt idx="1167">
                  <c:v>0.5</c:v>
                </c:pt>
                <c:pt idx="1168">
                  <c:v>0.5</c:v>
                </c:pt>
                <c:pt idx="1169">
                  <c:v>0.5</c:v>
                </c:pt>
                <c:pt idx="1170">
                  <c:v>0.5</c:v>
                </c:pt>
                <c:pt idx="1171">
                  <c:v>0.5</c:v>
                </c:pt>
                <c:pt idx="1172">
                  <c:v>0.5</c:v>
                </c:pt>
                <c:pt idx="1173">
                  <c:v>0.5</c:v>
                </c:pt>
                <c:pt idx="1174">
                  <c:v>0.5</c:v>
                </c:pt>
                <c:pt idx="1175">
                  <c:v>0.5</c:v>
                </c:pt>
                <c:pt idx="1176">
                  <c:v>0.5</c:v>
                </c:pt>
                <c:pt idx="1177">
                  <c:v>0.5</c:v>
                </c:pt>
                <c:pt idx="1178">
                  <c:v>0.5</c:v>
                </c:pt>
                <c:pt idx="1179">
                  <c:v>0.5</c:v>
                </c:pt>
                <c:pt idx="1180">
                  <c:v>0.5</c:v>
                </c:pt>
                <c:pt idx="1181">
                  <c:v>0.5</c:v>
                </c:pt>
                <c:pt idx="1182">
                  <c:v>0.5</c:v>
                </c:pt>
                <c:pt idx="1183">
                  <c:v>0.5</c:v>
                </c:pt>
                <c:pt idx="1184">
                  <c:v>0.5</c:v>
                </c:pt>
                <c:pt idx="1185">
                  <c:v>0.5</c:v>
                </c:pt>
                <c:pt idx="1186">
                  <c:v>0.5</c:v>
                </c:pt>
                <c:pt idx="1187">
                  <c:v>0.5</c:v>
                </c:pt>
                <c:pt idx="1188">
                  <c:v>0.5</c:v>
                </c:pt>
                <c:pt idx="1189">
                  <c:v>0.5</c:v>
                </c:pt>
                <c:pt idx="1190">
                  <c:v>0.5</c:v>
                </c:pt>
                <c:pt idx="1191">
                  <c:v>0.5</c:v>
                </c:pt>
                <c:pt idx="1192">
                  <c:v>0.5</c:v>
                </c:pt>
                <c:pt idx="1193">
                  <c:v>0.5</c:v>
                </c:pt>
                <c:pt idx="1194">
                  <c:v>0.5</c:v>
                </c:pt>
                <c:pt idx="1195">
                  <c:v>0.5</c:v>
                </c:pt>
                <c:pt idx="1196">
                  <c:v>0.5</c:v>
                </c:pt>
                <c:pt idx="1197">
                  <c:v>0.5</c:v>
                </c:pt>
                <c:pt idx="1198">
                  <c:v>0.5</c:v>
                </c:pt>
                <c:pt idx="1199">
                  <c:v>0.5</c:v>
                </c:pt>
                <c:pt idx="1200">
                  <c:v>0.5</c:v>
                </c:pt>
                <c:pt idx="1201">
                  <c:v>0.5</c:v>
                </c:pt>
                <c:pt idx="1202">
                  <c:v>0.5</c:v>
                </c:pt>
                <c:pt idx="1203">
                  <c:v>0.5</c:v>
                </c:pt>
                <c:pt idx="1204">
                  <c:v>0.5</c:v>
                </c:pt>
                <c:pt idx="1205">
                  <c:v>0.5</c:v>
                </c:pt>
                <c:pt idx="1206">
                  <c:v>0.5</c:v>
                </c:pt>
                <c:pt idx="1207">
                  <c:v>0.5</c:v>
                </c:pt>
                <c:pt idx="1208">
                  <c:v>0.5</c:v>
                </c:pt>
                <c:pt idx="1209">
                  <c:v>0.5</c:v>
                </c:pt>
                <c:pt idx="1210">
                  <c:v>0.5</c:v>
                </c:pt>
                <c:pt idx="1211">
                  <c:v>0.5</c:v>
                </c:pt>
                <c:pt idx="1212">
                  <c:v>0.5</c:v>
                </c:pt>
                <c:pt idx="1213">
                  <c:v>0.5</c:v>
                </c:pt>
                <c:pt idx="1214">
                  <c:v>0.5</c:v>
                </c:pt>
                <c:pt idx="1215">
                  <c:v>0.5</c:v>
                </c:pt>
                <c:pt idx="1216">
                  <c:v>0.5</c:v>
                </c:pt>
                <c:pt idx="1217">
                  <c:v>0.5</c:v>
                </c:pt>
                <c:pt idx="1218">
                  <c:v>0.5</c:v>
                </c:pt>
                <c:pt idx="1219">
                  <c:v>0.5</c:v>
                </c:pt>
                <c:pt idx="1220">
                  <c:v>0.5</c:v>
                </c:pt>
                <c:pt idx="1221">
                  <c:v>0.5</c:v>
                </c:pt>
                <c:pt idx="1222">
                  <c:v>0.5</c:v>
                </c:pt>
                <c:pt idx="1223">
                  <c:v>0.5</c:v>
                </c:pt>
                <c:pt idx="1224">
                  <c:v>0.5</c:v>
                </c:pt>
                <c:pt idx="1225">
                  <c:v>0.5</c:v>
                </c:pt>
                <c:pt idx="1226">
                  <c:v>0.5</c:v>
                </c:pt>
                <c:pt idx="1227">
                  <c:v>0.5</c:v>
                </c:pt>
                <c:pt idx="1228">
                  <c:v>0.5</c:v>
                </c:pt>
                <c:pt idx="1229">
                  <c:v>0.5</c:v>
                </c:pt>
                <c:pt idx="1230">
                  <c:v>0.5</c:v>
                </c:pt>
                <c:pt idx="1231">
                  <c:v>0.5</c:v>
                </c:pt>
                <c:pt idx="1232">
                  <c:v>0.5</c:v>
                </c:pt>
                <c:pt idx="1233">
                  <c:v>0.5</c:v>
                </c:pt>
                <c:pt idx="1234">
                  <c:v>0.5</c:v>
                </c:pt>
                <c:pt idx="1235">
                  <c:v>0.5</c:v>
                </c:pt>
                <c:pt idx="1236">
                  <c:v>0.5</c:v>
                </c:pt>
                <c:pt idx="1237">
                  <c:v>0.5</c:v>
                </c:pt>
                <c:pt idx="1238">
                  <c:v>0.5</c:v>
                </c:pt>
                <c:pt idx="1239">
                  <c:v>0.5</c:v>
                </c:pt>
                <c:pt idx="1240">
                  <c:v>0.5</c:v>
                </c:pt>
                <c:pt idx="1241">
                  <c:v>0.5</c:v>
                </c:pt>
                <c:pt idx="1242">
                  <c:v>0.5</c:v>
                </c:pt>
                <c:pt idx="1243">
                  <c:v>0.5</c:v>
                </c:pt>
                <c:pt idx="1244">
                  <c:v>0.5</c:v>
                </c:pt>
                <c:pt idx="1245">
                  <c:v>0.5</c:v>
                </c:pt>
                <c:pt idx="1246">
                  <c:v>0.5</c:v>
                </c:pt>
                <c:pt idx="1247">
                  <c:v>0.5</c:v>
                </c:pt>
                <c:pt idx="1248">
                  <c:v>0.5</c:v>
                </c:pt>
                <c:pt idx="1249">
                  <c:v>0.5</c:v>
                </c:pt>
                <c:pt idx="1250">
                  <c:v>0.5</c:v>
                </c:pt>
                <c:pt idx="1251">
                  <c:v>0.5</c:v>
                </c:pt>
                <c:pt idx="1252">
                  <c:v>0.5</c:v>
                </c:pt>
                <c:pt idx="1253">
                  <c:v>0.5</c:v>
                </c:pt>
                <c:pt idx="1254">
                  <c:v>0.5</c:v>
                </c:pt>
                <c:pt idx="1255">
                  <c:v>0.5</c:v>
                </c:pt>
                <c:pt idx="1256">
                  <c:v>0.5</c:v>
                </c:pt>
                <c:pt idx="1257">
                  <c:v>0.5</c:v>
                </c:pt>
                <c:pt idx="1258">
                  <c:v>0.5</c:v>
                </c:pt>
                <c:pt idx="1259">
                  <c:v>0.5</c:v>
                </c:pt>
                <c:pt idx="1260">
                  <c:v>0.5</c:v>
                </c:pt>
                <c:pt idx="1261">
                  <c:v>0.5</c:v>
                </c:pt>
                <c:pt idx="1262">
                  <c:v>0.5</c:v>
                </c:pt>
                <c:pt idx="1263">
                  <c:v>0.5</c:v>
                </c:pt>
                <c:pt idx="1264">
                  <c:v>0.5</c:v>
                </c:pt>
                <c:pt idx="1265">
                  <c:v>0.5</c:v>
                </c:pt>
                <c:pt idx="1266">
                  <c:v>0.5</c:v>
                </c:pt>
                <c:pt idx="1267">
                  <c:v>0.5</c:v>
                </c:pt>
                <c:pt idx="1268">
                  <c:v>0.5</c:v>
                </c:pt>
                <c:pt idx="1269">
                  <c:v>0.5</c:v>
                </c:pt>
                <c:pt idx="1270">
                  <c:v>0.5</c:v>
                </c:pt>
                <c:pt idx="1271">
                  <c:v>0.5</c:v>
                </c:pt>
                <c:pt idx="1272">
                  <c:v>0.5</c:v>
                </c:pt>
                <c:pt idx="1273">
                  <c:v>0.5</c:v>
                </c:pt>
                <c:pt idx="1274">
                  <c:v>0.5</c:v>
                </c:pt>
                <c:pt idx="1275">
                  <c:v>0.5</c:v>
                </c:pt>
                <c:pt idx="1276">
                  <c:v>0.5</c:v>
                </c:pt>
                <c:pt idx="1277">
                  <c:v>0.5</c:v>
                </c:pt>
                <c:pt idx="1278">
                  <c:v>0.5</c:v>
                </c:pt>
                <c:pt idx="1279">
                  <c:v>0.5</c:v>
                </c:pt>
                <c:pt idx="1280">
                  <c:v>0.5</c:v>
                </c:pt>
                <c:pt idx="1281">
                  <c:v>0.5</c:v>
                </c:pt>
                <c:pt idx="1282">
                  <c:v>0.5</c:v>
                </c:pt>
                <c:pt idx="1283">
                  <c:v>0.5</c:v>
                </c:pt>
                <c:pt idx="1284">
                  <c:v>0.5</c:v>
                </c:pt>
                <c:pt idx="1285">
                  <c:v>0.5</c:v>
                </c:pt>
                <c:pt idx="1286">
                  <c:v>0.5</c:v>
                </c:pt>
                <c:pt idx="1287">
                  <c:v>0.5</c:v>
                </c:pt>
                <c:pt idx="1288">
                  <c:v>0.5</c:v>
                </c:pt>
                <c:pt idx="1289">
                  <c:v>0.5</c:v>
                </c:pt>
                <c:pt idx="1290">
                  <c:v>0.5</c:v>
                </c:pt>
                <c:pt idx="1291">
                  <c:v>0.5</c:v>
                </c:pt>
                <c:pt idx="1292">
                  <c:v>0.5</c:v>
                </c:pt>
                <c:pt idx="1293">
                  <c:v>0.5</c:v>
                </c:pt>
                <c:pt idx="1294">
                  <c:v>0.5</c:v>
                </c:pt>
                <c:pt idx="1295">
                  <c:v>0.5</c:v>
                </c:pt>
                <c:pt idx="1296">
                  <c:v>0.5</c:v>
                </c:pt>
                <c:pt idx="1297">
                  <c:v>0.5</c:v>
                </c:pt>
                <c:pt idx="1298">
                  <c:v>0.5</c:v>
                </c:pt>
                <c:pt idx="1299">
                  <c:v>0.5</c:v>
                </c:pt>
                <c:pt idx="1300">
                  <c:v>0.5</c:v>
                </c:pt>
                <c:pt idx="1301">
                  <c:v>0.5</c:v>
                </c:pt>
                <c:pt idx="1302">
                  <c:v>0.5</c:v>
                </c:pt>
                <c:pt idx="1303">
                  <c:v>0.5</c:v>
                </c:pt>
                <c:pt idx="1304">
                  <c:v>0.5</c:v>
                </c:pt>
                <c:pt idx="1305">
                  <c:v>0.5</c:v>
                </c:pt>
                <c:pt idx="1306">
                  <c:v>0.5</c:v>
                </c:pt>
                <c:pt idx="1307">
                  <c:v>0.5</c:v>
                </c:pt>
                <c:pt idx="1308">
                  <c:v>0.5</c:v>
                </c:pt>
                <c:pt idx="1309">
                  <c:v>0.5</c:v>
                </c:pt>
                <c:pt idx="1310">
                  <c:v>0.5</c:v>
                </c:pt>
                <c:pt idx="1311">
                  <c:v>0.5</c:v>
                </c:pt>
                <c:pt idx="1312">
                  <c:v>0.5</c:v>
                </c:pt>
                <c:pt idx="1313">
                  <c:v>0.5</c:v>
                </c:pt>
                <c:pt idx="1314">
                  <c:v>0.5</c:v>
                </c:pt>
                <c:pt idx="1315">
                  <c:v>0.5</c:v>
                </c:pt>
                <c:pt idx="1316">
                  <c:v>0.5</c:v>
                </c:pt>
                <c:pt idx="1317">
                  <c:v>0.5</c:v>
                </c:pt>
                <c:pt idx="1318">
                  <c:v>0.5</c:v>
                </c:pt>
                <c:pt idx="1319">
                  <c:v>0.5</c:v>
                </c:pt>
                <c:pt idx="1320">
                  <c:v>0.5</c:v>
                </c:pt>
                <c:pt idx="1321">
                  <c:v>0.5</c:v>
                </c:pt>
                <c:pt idx="1322">
                  <c:v>0.5</c:v>
                </c:pt>
                <c:pt idx="1323">
                  <c:v>0.5</c:v>
                </c:pt>
                <c:pt idx="1324">
                  <c:v>0.5</c:v>
                </c:pt>
                <c:pt idx="1325">
                  <c:v>0.5</c:v>
                </c:pt>
                <c:pt idx="1326">
                  <c:v>0.5</c:v>
                </c:pt>
                <c:pt idx="1327">
                  <c:v>0.5</c:v>
                </c:pt>
                <c:pt idx="1328">
                  <c:v>0.5</c:v>
                </c:pt>
                <c:pt idx="1329">
                  <c:v>0.5</c:v>
                </c:pt>
                <c:pt idx="1330">
                  <c:v>0.5</c:v>
                </c:pt>
                <c:pt idx="1331">
                  <c:v>0.5</c:v>
                </c:pt>
                <c:pt idx="1332">
                  <c:v>0.5</c:v>
                </c:pt>
                <c:pt idx="1333">
                  <c:v>0.5</c:v>
                </c:pt>
                <c:pt idx="1334">
                  <c:v>0.5</c:v>
                </c:pt>
                <c:pt idx="1335">
                  <c:v>0.5</c:v>
                </c:pt>
                <c:pt idx="1336">
                  <c:v>0.5</c:v>
                </c:pt>
                <c:pt idx="1337">
                  <c:v>0.5</c:v>
                </c:pt>
                <c:pt idx="1338">
                  <c:v>0.5</c:v>
                </c:pt>
                <c:pt idx="1339">
                  <c:v>0.5</c:v>
                </c:pt>
                <c:pt idx="1340">
                  <c:v>0.5</c:v>
                </c:pt>
                <c:pt idx="1341">
                  <c:v>0.5</c:v>
                </c:pt>
                <c:pt idx="1342">
                  <c:v>0.5</c:v>
                </c:pt>
                <c:pt idx="1343">
                  <c:v>0.5</c:v>
                </c:pt>
                <c:pt idx="1344">
                  <c:v>0.5</c:v>
                </c:pt>
                <c:pt idx="1345">
                  <c:v>0.5</c:v>
                </c:pt>
                <c:pt idx="1346">
                  <c:v>0.5</c:v>
                </c:pt>
                <c:pt idx="1347">
                  <c:v>0.5</c:v>
                </c:pt>
                <c:pt idx="1348">
                  <c:v>0.5</c:v>
                </c:pt>
                <c:pt idx="1349">
                  <c:v>0.5</c:v>
                </c:pt>
                <c:pt idx="1350">
                  <c:v>0.5</c:v>
                </c:pt>
                <c:pt idx="1351">
                  <c:v>0.5</c:v>
                </c:pt>
                <c:pt idx="1352">
                  <c:v>0.5</c:v>
                </c:pt>
                <c:pt idx="1353">
                  <c:v>0.5</c:v>
                </c:pt>
                <c:pt idx="1354">
                  <c:v>0.5</c:v>
                </c:pt>
                <c:pt idx="1355">
                  <c:v>0.5</c:v>
                </c:pt>
                <c:pt idx="1356">
                  <c:v>0.5</c:v>
                </c:pt>
                <c:pt idx="1357">
                  <c:v>0.5</c:v>
                </c:pt>
                <c:pt idx="1358">
                  <c:v>0.5</c:v>
                </c:pt>
                <c:pt idx="1359">
                  <c:v>0.5</c:v>
                </c:pt>
                <c:pt idx="1360">
                  <c:v>0.5</c:v>
                </c:pt>
                <c:pt idx="1361">
                  <c:v>0.5</c:v>
                </c:pt>
                <c:pt idx="1362">
                  <c:v>0.5</c:v>
                </c:pt>
                <c:pt idx="1363">
                  <c:v>0.5</c:v>
                </c:pt>
                <c:pt idx="1364">
                  <c:v>0.5</c:v>
                </c:pt>
                <c:pt idx="1365">
                  <c:v>0.5</c:v>
                </c:pt>
                <c:pt idx="1366">
                  <c:v>0.5</c:v>
                </c:pt>
                <c:pt idx="1367">
                  <c:v>0.5</c:v>
                </c:pt>
                <c:pt idx="1368">
                  <c:v>0.5</c:v>
                </c:pt>
                <c:pt idx="1369">
                  <c:v>0.5</c:v>
                </c:pt>
                <c:pt idx="1370">
                  <c:v>0.5</c:v>
                </c:pt>
                <c:pt idx="1371">
                  <c:v>0.5</c:v>
                </c:pt>
                <c:pt idx="1372">
                  <c:v>0.5</c:v>
                </c:pt>
                <c:pt idx="1373">
                  <c:v>0.5</c:v>
                </c:pt>
                <c:pt idx="1374">
                  <c:v>0.5</c:v>
                </c:pt>
                <c:pt idx="1375">
                  <c:v>0.5</c:v>
                </c:pt>
                <c:pt idx="1376">
                  <c:v>0.5</c:v>
                </c:pt>
                <c:pt idx="1377">
                  <c:v>0.5</c:v>
                </c:pt>
                <c:pt idx="1378">
                  <c:v>0.5</c:v>
                </c:pt>
                <c:pt idx="1379">
                  <c:v>0.5</c:v>
                </c:pt>
                <c:pt idx="1380">
                  <c:v>0.5</c:v>
                </c:pt>
                <c:pt idx="1381">
                  <c:v>0.5</c:v>
                </c:pt>
                <c:pt idx="1382">
                  <c:v>0.5</c:v>
                </c:pt>
                <c:pt idx="1383">
                  <c:v>0.5</c:v>
                </c:pt>
                <c:pt idx="1384">
                  <c:v>0.5</c:v>
                </c:pt>
                <c:pt idx="1385">
                  <c:v>0.5</c:v>
                </c:pt>
                <c:pt idx="1386">
                  <c:v>0.5</c:v>
                </c:pt>
                <c:pt idx="1387">
                  <c:v>0.5</c:v>
                </c:pt>
                <c:pt idx="1388">
                  <c:v>0.5</c:v>
                </c:pt>
                <c:pt idx="1389">
                  <c:v>0.5</c:v>
                </c:pt>
                <c:pt idx="1390">
                  <c:v>0.5</c:v>
                </c:pt>
                <c:pt idx="1391">
                  <c:v>0.5</c:v>
                </c:pt>
                <c:pt idx="1392">
                  <c:v>0.5</c:v>
                </c:pt>
                <c:pt idx="1393">
                  <c:v>0.5</c:v>
                </c:pt>
                <c:pt idx="1394">
                  <c:v>0.5</c:v>
                </c:pt>
                <c:pt idx="1395">
                  <c:v>0.5</c:v>
                </c:pt>
                <c:pt idx="1396">
                  <c:v>0.5</c:v>
                </c:pt>
                <c:pt idx="1397">
                  <c:v>0.5</c:v>
                </c:pt>
                <c:pt idx="1398">
                  <c:v>0.5</c:v>
                </c:pt>
                <c:pt idx="1399">
                  <c:v>0.5</c:v>
                </c:pt>
                <c:pt idx="1400">
                  <c:v>0.5</c:v>
                </c:pt>
                <c:pt idx="1401">
                  <c:v>0.5</c:v>
                </c:pt>
                <c:pt idx="1402">
                  <c:v>0.5</c:v>
                </c:pt>
                <c:pt idx="1403">
                  <c:v>0.5</c:v>
                </c:pt>
                <c:pt idx="1404">
                  <c:v>0.5</c:v>
                </c:pt>
                <c:pt idx="1405">
                  <c:v>0.5</c:v>
                </c:pt>
                <c:pt idx="1406">
                  <c:v>0.5</c:v>
                </c:pt>
                <c:pt idx="1407">
                  <c:v>0.5</c:v>
                </c:pt>
                <c:pt idx="1408">
                  <c:v>0.5</c:v>
                </c:pt>
                <c:pt idx="1409">
                  <c:v>0.5</c:v>
                </c:pt>
                <c:pt idx="1410">
                  <c:v>0.5</c:v>
                </c:pt>
                <c:pt idx="1411">
                  <c:v>0.5</c:v>
                </c:pt>
                <c:pt idx="1412">
                  <c:v>0.5</c:v>
                </c:pt>
                <c:pt idx="1413">
                  <c:v>0.5</c:v>
                </c:pt>
                <c:pt idx="1414">
                  <c:v>0.5</c:v>
                </c:pt>
                <c:pt idx="1415">
                  <c:v>0.5</c:v>
                </c:pt>
                <c:pt idx="1416">
                  <c:v>0.5</c:v>
                </c:pt>
                <c:pt idx="1417">
                  <c:v>0.5</c:v>
                </c:pt>
                <c:pt idx="1418">
                  <c:v>0.5</c:v>
                </c:pt>
                <c:pt idx="1419">
                  <c:v>0.5</c:v>
                </c:pt>
                <c:pt idx="1420">
                  <c:v>0.5</c:v>
                </c:pt>
                <c:pt idx="1421">
                  <c:v>0.5</c:v>
                </c:pt>
                <c:pt idx="1422">
                  <c:v>0.5</c:v>
                </c:pt>
                <c:pt idx="1423">
                  <c:v>0.5</c:v>
                </c:pt>
                <c:pt idx="1424">
                  <c:v>0.5</c:v>
                </c:pt>
                <c:pt idx="1425">
                  <c:v>0.5</c:v>
                </c:pt>
                <c:pt idx="1426">
                  <c:v>0.5</c:v>
                </c:pt>
                <c:pt idx="1427">
                  <c:v>0.5</c:v>
                </c:pt>
                <c:pt idx="1428">
                  <c:v>0.5</c:v>
                </c:pt>
                <c:pt idx="1429">
                  <c:v>0.5</c:v>
                </c:pt>
                <c:pt idx="1430">
                  <c:v>0.5</c:v>
                </c:pt>
                <c:pt idx="1431">
                  <c:v>0.5</c:v>
                </c:pt>
                <c:pt idx="1432">
                  <c:v>0.5</c:v>
                </c:pt>
                <c:pt idx="1433">
                  <c:v>0.5</c:v>
                </c:pt>
                <c:pt idx="1434">
                  <c:v>0.5</c:v>
                </c:pt>
                <c:pt idx="1435">
                  <c:v>0.5</c:v>
                </c:pt>
                <c:pt idx="1436">
                  <c:v>0.5</c:v>
                </c:pt>
                <c:pt idx="1437">
                  <c:v>0.5</c:v>
                </c:pt>
                <c:pt idx="1438">
                  <c:v>0.5</c:v>
                </c:pt>
                <c:pt idx="1439">
                  <c:v>0.5</c:v>
                </c:pt>
                <c:pt idx="1440">
                  <c:v>0.5</c:v>
                </c:pt>
                <c:pt idx="1441">
                  <c:v>0.5</c:v>
                </c:pt>
                <c:pt idx="1442">
                  <c:v>0.5</c:v>
                </c:pt>
                <c:pt idx="1443">
                  <c:v>0.5</c:v>
                </c:pt>
                <c:pt idx="1444">
                  <c:v>0.5</c:v>
                </c:pt>
                <c:pt idx="1445">
                  <c:v>0.5</c:v>
                </c:pt>
                <c:pt idx="1446">
                  <c:v>0.5</c:v>
                </c:pt>
                <c:pt idx="1447">
                  <c:v>0.5</c:v>
                </c:pt>
                <c:pt idx="1448">
                  <c:v>0.5</c:v>
                </c:pt>
                <c:pt idx="1449">
                  <c:v>0.5</c:v>
                </c:pt>
                <c:pt idx="1450">
                  <c:v>0.5</c:v>
                </c:pt>
                <c:pt idx="1451">
                  <c:v>0.5</c:v>
                </c:pt>
                <c:pt idx="1452">
                  <c:v>0.5</c:v>
                </c:pt>
                <c:pt idx="1453">
                  <c:v>0.5</c:v>
                </c:pt>
                <c:pt idx="1454">
                  <c:v>0.5</c:v>
                </c:pt>
                <c:pt idx="1455">
                  <c:v>0.5</c:v>
                </c:pt>
                <c:pt idx="1456">
                  <c:v>0.5</c:v>
                </c:pt>
                <c:pt idx="1457">
                  <c:v>0.5</c:v>
                </c:pt>
                <c:pt idx="1458">
                  <c:v>0.5</c:v>
                </c:pt>
                <c:pt idx="1459">
                  <c:v>0.5</c:v>
                </c:pt>
                <c:pt idx="1460">
                  <c:v>0.5</c:v>
                </c:pt>
                <c:pt idx="1461">
                  <c:v>0.5</c:v>
                </c:pt>
                <c:pt idx="1462">
                  <c:v>0.5</c:v>
                </c:pt>
                <c:pt idx="1463">
                  <c:v>0.5</c:v>
                </c:pt>
                <c:pt idx="1464">
                  <c:v>0.5</c:v>
                </c:pt>
                <c:pt idx="1465">
                  <c:v>0.5</c:v>
                </c:pt>
                <c:pt idx="1466">
                  <c:v>0.5</c:v>
                </c:pt>
                <c:pt idx="1467">
                  <c:v>0.5</c:v>
                </c:pt>
                <c:pt idx="1468">
                  <c:v>0.5</c:v>
                </c:pt>
                <c:pt idx="1469">
                  <c:v>0.5</c:v>
                </c:pt>
                <c:pt idx="1470">
                  <c:v>0.5</c:v>
                </c:pt>
                <c:pt idx="1471">
                  <c:v>0.5</c:v>
                </c:pt>
                <c:pt idx="1472">
                  <c:v>0.5</c:v>
                </c:pt>
                <c:pt idx="1473">
                  <c:v>0.5</c:v>
                </c:pt>
                <c:pt idx="1474">
                  <c:v>0.5</c:v>
                </c:pt>
                <c:pt idx="1475">
                  <c:v>0.5</c:v>
                </c:pt>
                <c:pt idx="1476">
                  <c:v>0.5</c:v>
                </c:pt>
                <c:pt idx="1477">
                  <c:v>0.5</c:v>
                </c:pt>
                <c:pt idx="1478">
                  <c:v>0.5</c:v>
                </c:pt>
                <c:pt idx="1479">
                  <c:v>0.5</c:v>
                </c:pt>
                <c:pt idx="1480">
                  <c:v>0.5</c:v>
                </c:pt>
                <c:pt idx="1481">
                  <c:v>0.5</c:v>
                </c:pt>
                <c:pt idx="1482">
                  <c:v>0.5</c:v>
                </c:pt>
                <c:pt idx="1483">
                  <c:v>0.5</c:v>
                </c:pt>
                <c:pt idx="1484">
                  <c:v>0.5</c:v>
                </c:pt>
                <c:pt idx="1485">
                  <c:v>0.5</c:v>
                </c:pt>
                <c:pt idx="1486">
                  <c:v>0.5</c:v>
                </c:pt>
                <c:pt idx="1487">
                  <c:v>0.5</c:v>
                </c:pt>
                <c:pt idx="1488">
                  <c:v>0.5</c:v>
                </c:pt>
                <c:pt idx="1489">
                  <c:v>0.5</c:v>
                </c:pt>
                <c:pt idx="1490">
                  <c:v>0.5</c:v>
                </c:pt>
                <c:pt idx="1491">
                  <c:v>0.5</c:v>
                </c:pt>
                <c:pt idx="1492">
                  <c:v>0.5</c:v>
                </c:pt>
                <c:pt idx="1493">
                  <c:v>0.5</c:v>
                </c:pt>
                <c:pt idx="1494">
                  <c:v>0.5</c:v>
                </c:pt>
                <c:pt idx="1495">
                  <c:v>0.5</c:v>
                </c:pt>
                <c:pt idx="1496">
                  <c:v>0.5</c:v>
                </c:pt>
                <c:pt idx="1497">
                  <c:v>0.5</c:v>
                </c:pt>
                <c:pt idx="1498">
                  <c:v>0.5</c:v>
                </c:pt>
                <c:pt idx="1499">
                  <c:v>0.5</c:v>
                </c:pt>
                <c:pt idx="1500">
                  <c:v>0.5</c:v>
                </c:pt>
                <c:pt idx="1501">
                  <c:v>0.5</c:v>
                </c:pt>
                <c:pt idx="1502">
                  <c:v>0.5</c:v>
                </c:pt>
                <c:pt idx="1503">
                  <c:v>0.5</c:v>
                </c:pt>
                <c:pt idx="1504">
                  <c:v>0.5</c:v>
                </c:pt>
                <c:pt idx="1505">
                  <c:v>0.5</c:v>
                </c:pt>
                <c:pt idx="1506">
                  <c:v>0.5</c:v>
                </c:pt>
                <c:pt idx="1507">
                  <c:v>0.5</c:v>
                </c:pt>
                <c:pt idx="1508">
                  <c:v>0.5</c:v>
                </c:pt>
                <c:pt idx="1509">
                  <c:v>0.5</c:v>
                </c:pt>
                <c:pt idx="1510">
                  <c:v>0.5</c:v>
                </c:pt>
                <c:pt idx="1511">
                  <c:v>0.5</c:v>
                </c:pt>
                <c:pt idx="1512">
                  <c:v>0.5</c:v>
                </c:pt>
                <c:pt idx="1513">
                  <c:v>0.5</c:v>
                </c:pt>
                <c:pt idx="1514">
                  <c:v>0.5</c:v>
                </c:pt>
                <c:pt idx="1515">
                  <c:v>0.5</c:v>
                </c:pt>
                <c:pt idx="1516">
                  <c:v>0.5</c:v>
                </c:pt>
                <c:pt idx="1517">
                  <c:v>0.5</c:v>
                </c:pt>
                <c:pt idx="1518">
                  <c:v>0.5</c:v>
                </c:pt>
                <c:pt idx="1519">
                  <c:v>0.5</c:v>
                </c:pt>
                <c:pt idx="1520">
                  <c:v>0.5</c:v>
                </c:pt>
                <c:pt idx="1521">
                  <c:v>0.5</c:v>
                </c:pt>
                <c:pt idx="1522">
                  <c:v>0.5</c:v>
                </c:pt>
                <c:pt idx="1523">
                  <c:v>0.5</c:v>
                </c:pt>
                <c:pt idx="1524">
                  <c:v>0.5</c:v>
                </c:pt>
                <c:pt idx="1525">
                  <c:v>0.5</c:v>
                </c:pt>
                <c:pt idx="1526">
                  <c:v>0.5</c:v>
                </c:pt>
                <c:pt idx="1527">
                  <c:v>0.5</c:v>
                </c:pt>
                <c:pt idx="1528">
                  <c:v>0.5</c:v>
                </c:pt>
                <c:pt idx="1529">
                  <c:v>0.5</c:v>
                </c:pt>
                <c:pt idx="1530">
                  <c:v>0.5</c:v>
                </c:pt>
                <c:pt idx="1531">
                  <c:v>0.5</c:v>
                </c:pt>
                <c:pt idx="1532">
                  <c:v>0.5</c:v>
                </c:pt>
                <c:pt idx="1533">
                  <c:v>0.5</c:v>
                </c:pt>
                <c:pt idx="1534">
                  <c:v>0.5</c:v>
                </c:pt>
                <c:pt idx="1535">
                  <c:v>0.5</c:v>
                </c:pt>
                <c:pt idx="1536">
                  <c:v>0.5</c:v>
                </c:pt>
                <c:pt idx="1537">
                  <c:v>0.5</c:v>
                </c:pt>
                <c:pt idx="1538">
                  <c:v>0.5</c:v>
                </c:pt>
                <c:pt idx="1539">
                  <c:v>0.5</c:v>
                </c:pt>
                <c:pt idx="1540">
                  <c:v>0.5</c:v>
                </c:pt>
                <c:pt idx="1541">
                  <c:v>0.5</c:v>
                </c:pt>
                <c:pt idx="1542">
                  <c:v>0.5</c:v>
                </c:pt>
                <c:pt idx="1543">
                  <c:v>0.5</c:v>
                </c:pt>
                <c:pt idx="1544">
                  <c:v>0.5</c:v>
                </c:pt>
                <c:pt idx="1545">
                  <c:v>0.5</c:v>
                </c:pt>
                <c:pt idx="1546">
                  <c:v>0.5</c:v>
                </c:pt>
                <c:pt idx="1547">
                  <c:v>0.5</c:v>
                </c:pt>
                <c:pt idx="1548">
                  <c:v>0.5</c:v>
                </c:pt>
                <c:pt idx="1549">
                  <c:v>0.5</c:v>
                </c:pt>
                <c:pt idx="1550">
                  <c:v>0.5</c:v>
                </c:pt>
                <c:pt idx="1551">
                  <c:v>0.5</c:v>
                </c:pt>
                <c:pt idx="1552">
                  <c:v>0.5</c:v>
                </c:pt>
                <c:pt idx="1553">
                  <c:v>0.5</c:v>
                </c:pt>
                <c:pt idx="1554">
                  <c:v>0.5</c:v>
                </c:pt>
                <c:pt idx="1555">
                  <c:v>0.5</c:v>
                </c:pt>
                <c:pt idx="1556">
                  <c:v>0.5</c:v>
                </c:pt>
                <c:pt idx="1557">
                  <c:v>0.5</c:v>
                </c:pt>
                <c:pt idx="1558">
                  <c:v>0.5</c:v>
                </c:pt>
                <c:pt idx="1559">
                  <c:v>0.5</c:v>
                </c:pt>
                <c:pt idx="1560">
                  <c:v>0.5</c:v>
                </c:pt>
                <c:pt idx="1561">
                  <c:v>0.5</c:v>
                </c:pt>
                <c:pt idx="1562">
                  <c:v>0.5</c:v>
                </c:pt>
                <c:pt idx="1563">
                  <c:v>0.5</c:v>
                </c:pt>
                <c:pt idx="1564">
                  <c:v>0.5</c:v>
                </c:pt>
                <c:pt idx="1565">
                  <c:v>0.5</c:v>
                </c:pt>
                <c:pt idx="1566">
                  <c:v>0.5</c:v>
                </c:pt>
                <c:pt idx="1567">
                  <c:v>0.5</c:v>
                </c:pt>
                <c:pt idx="1568">
                  <c:v>0.5</c:v>
                </c:pt>
                <c:pt idx="1569">
                  <c:v>0.5</c:v>
                </c:pt>
                <c:pt idx="1570">
                  <c:v>0.5</c:v>
                </c:pt>
                <c:pt idx="1571">
                  <c:v>0.5</c:v>
                </c:pt>
                <c:pt idx="1572">
                  <c:v>0.5</c:v>
                </c:pt>
                <c:pt idx="1573">
                  <c:v>0.5</c:v>
                </c:pt>
                <c:pt idx="1574">
                  <c:v>0.5</c:v>
                </c:pt>
                <c:pt idx="1575">
                  <c:v>0.5</c:v>
                </c:pt>
                <c:pt idx="1576">
                  <c:v>0.5</c:v>
                </c:pt>
                <c:pt idx="1577">
                  <c:v>0.5</c:v>
                </c:pt>
                <c:pt idx="1578">
                  <c:v>0.5</c:v>
                </c:pt>
                <c:pt idx="1579">
                  <c:v>0.5</c:v>
                </c:pt>
                <c:pt idx="1580">
                  <c:v>0.5</c:v>
                </c:pt>
                <c:pt idx="1581">
                  <c:v>0.5</c:v>
                </c:pt>
                <c:pt idx="1582">
                  <c:v>0.5</c:v>
                </c:pt>
                <c:pt idx="1583">
                  <c:v>0.5</c:v>
                </c:pt>
                <c:pt idx="1584">
                  <c:v>0.5</c:v>
                </c:pt>
                <c:pt idx="1585">
                  <c:v>0.5</c:v>
                </c:pt>
                <c:pt idx="1586">
                  <c:v>0.5</c:v>
                </c:pt>
                <c:pt idx="1587">
                  <c:v>0.5</c:v>
                </c:pt>
                <c:pt idx="1588">
                  <c:v>0.5</c:v>
                </c:pt>
                <c:pt idx="1589">
                  <c:v>0.5</c:v>
                </c:pt>
                <c:pt idx="1590">
                  <c:v>0.5</c:v>
                </c:pt>
                <c:pt idx="1591">
                  <c:v>0.5</c:v>
                </c:pt>
                <c:pt idx="1592">
                  <c:v>0.5</c:v>
                </c:pt>
                <c:pt idx="1593">
                  <c:v>0.5</c:v>
                </c:pt>
                <c:pt idx="1594">
                  <c:v>0.5</c:v>
                </c:pt>
                <c:pt idx="1595">
                  <c:v>0.5</c:v>
                </c:pt>
                <c:pt idx="1596">
                  <c:v>0.5</c:v>
                </c:pt>
                <c:pt idx="1597">
                  <c:v>0.5</c:v>
                </c:pt>
                <c:pt idx="1598">
                  <c:v>0.5</c:v>
                </c:pt>
                <c:pt idx="1599">
                  <c:v>0.5</c:v>
                </c:pt>
                <c:pt idx="1600">
                  <c:v>0.5</c:v>
                </c:pt>
                <c:pt idx="1601">
                  <c:v>0.5</c:v>
                </c:pt>
                <c:pt idx="1602">
                  <c:v>0.5</c:v>
                </c:pt>
                <c:pt idx="1603">
                  <c:v>0.5</c:v>
                </c:pt>
                <c:pt idx="1604">
                  <c:v>0.5</c:v>
                </c:pt>
                <c:pt idx="1605">
                  <c:v>0.5</c:v>
                </c:pt>
                <c:pt idx="1606">
                  <c:v>0.5</c:v>
                </c:pt>
                <c:pt idx="1607">
                  <c:v>0.5</c:v>
                </c:pt>
                <c:pt idx="1608">
                  <c:v>0.5</c:v>
                </c:pt>
                <c:pt idx="1609">
                  <c:v>0.5</c:v>
                </c:pt>
                <c:pt idx="1610">
                  <c:v>0.5</c:v>
                </c:pt>
                <c:pt idx="1611">
                  <c:v>0.5</c:v>
                </c:pt>
                <c:pt idx="1612">
                  <c:v>0.5</c:v>
                </c:pt>
                <c:pt idx="1613">
                  <c:v>0.5</c:v>
                </c:pt>
                <c:pt idx="1614">
                  <c:v>0.5</c:v>
                </c:pt>
                <c:pt idx="1615">
                  <c:v>0.5</c:v>
                </c:pt>
                <c:pt idx="1616">
                  <c:v>0.5</c:v>
                </c:pt>
                <c:pt idx="1617">
                  <c:v>0.5</c:v>
                </c:pt>
                <c:pt idx="1618">
                  <c:v>0.5</c:v>
                </c:pt>
                <c:pt idx="1619">
                  <c:v>0.5</c:v>
                </c:pt>
                <c:pt idx="1620">
                  <c:v>0.5</c:v>
                </c:pt>
                <c:pt idx="1621">
                  <c:v>0.5</c:v>
                </c:pt>
                <c:pt idx="1622">
                  <c:v>0.5</c:v>
                </c:pt>
                <c:pt idx="1623">
                  <c:v>0.5</c:v>
                </c:pt>
                <c:pt idx="1624">
                  <c:v>0.5</c:v>
                </c:pt>
                <c:pt idx="1625">
                  <c:v>0.5</c:v>
                </c:pt>
                <c:pt idx="1626">
                  <c:v>0.5</c:v>
                </c:pt>
                <c:pt idx="1627">
                  <c:v>0.5</c:v>
                </c:pt>
                <c:pt idx="1628">
                  <c:v>0.5</c:v>
                </c:pt>
                <c:pt idx="1629">
                  <c:v>0.5</c:v>
                </c:pt>
                <c:pt idx="1630">
                  <c:v>0.5</c:v>
                </c:pt>
                <c:pt idx="1631">
                  <c:v>0.5</c:v>
                </c:pt>
                <c:pt idx="1632">
                  <c:v>0.5</c:v>
                </c:pt>
                <c:pt idx="1633">
                  <c:v>0.5</c:v>
                </c:pt>
                <c:pt idx="1634">
                  <c:v>0.5</c:v>
                </c:pt>
                <c:pt idx="1635">
                  <c:v>0.5</c:v>
                </c:pt>
                <c:pt idx="1636">
                  <c:v>0.5</c:v>
                </c:pt>
                <c:pt idx="1637">
                  <c:v>0.5</c:v>
                </c:pt>
                <c:pt idx="1638">
                  <c:v>0.5</c:v>
                </c:pt>
                <c:pt idx="1639">
                  <c:v>0.5</c:v>
                </c:pt>
                <c:pt idx="1640">
                  <c:v>0.5</c:v>
                </c:pt>
                <c:pt idx="1641">
                  <c:v>0.5</c:v>
                </c:pt>
                <c:pt idx="1642">
                  <c:v>0.5</c:v>
                </c:pt>
                <c:pt idx="1643">
                  <c:v>0.5</c:v>
                </c:pt>
                <c:pt idx="1644">
                  <c:v>0.5</c:v>
                </c:pt>
                <c:pt idx="1645">
                  <c:v>0.5</c:v>
                </c:pt>
                <c:pt idx="1646">
                  <c:v>0.5</c:v>
                </c:pt>
                <c:pt idx="1647">
                  <c:v>0.5</c:v>
                </c:pt>
                <c:pt idx="1648">
                  <c:v>0.5</c:v>
                </c:pt>
                <c:pt idx="1649">
                  <c:v>0.5</c:v>
                </c:pt>
                <c:pt idx="1650">
                  <c:v>0.5</c:v>
                </c:pt>
                <c:pt idx="1651">
                  <c:v>0.5</c:v>
                </c:pt>
                <c:pt idx="1652">
                  <c:v>0.5</c:v>
                </c:pt>
                <c:pt idx="1653">
                  <c:v>0.5</c:v>
                </c:pt>
                <c:pt idx="1654">
                  <c:v>0.5</c:v>
                </c:pt>
                <c:pt idx="1655">
                  <c:v>0.5</c:v>
                </c:pt>
                <c:pt idx="1656">
                  <c:v>0.5</c:v>
                </c:pt>
                <c:pt idx="1657">
                  <c:v>0.5</c:v>
                </c:pt>
                <c:pt idx="1658">
                  <c:v>0.5</c:v>
                </c:pt>
                <c:pt idx="1659">
                  <c:v>0.5</c:v>
                </c:pt>
                <c:pt idx="1660">
                  <c:v>0.5</c:v>
                </c:pt>
                <c:pt idx="1661">
                  <c:v>0.5</c:v>
                </c:pt>
                <c:pt idx="1662">
                  <c:v>0.5</c:v>
                </c:pt>
                <c:pt idx="1663">
                  <c:v>0.5</c:v>
                </c:pt>
                <c:pt idx="1664">
                  <c:v>0.5</c:v>
                </c:pt>
                <c:pt idx="1665">
                  <c:v>0.5</c:v>
                </c:pt>
                <c:pt idx="1666">
                  <c:v>0.5</c:v>
                </c:pt>
                <c:pt idx="1667">
                  <c:v>0.5</c:v>
                </c:pt>
                <c:pt idx="1668">
                  <c:v>0.5</c:v>
                </c:pt>
                <c:pt idx="1669">
                  <c:v>0.5</c:v>
                </c:pt>
                <c:pt idx="1670">
                  <c:v>0.5</c:v>
                </c:pt>
                <c:pt idx="1671">
                  <c:v>0.5</c:v>
                </c:pt>
                <c:pt idx="1672">
                  <c:v>0.5</c:v>
                </c:pt>
                <c:pt idx="1673">
                  <c:v>0.5</c:v>
                </c:pt>
                <c:pt idx="1674">
                  <c:v>0.5</c:v>
                </c:pt>
                <c:pt idx="1675">
                  <c:v>0.5</c:v>
                </c:pt>
                <c:pt idx="1676">
                  <c:v>0.5</c:v>
                </c:pt>
                <c:pt idx="1677">
                  <c:v>0.5</c:v>
                </c:pt>
                <c:pt idx="1678">
                  <c:v>0.5</c:v>
                </c:pt>
                <c:pt idx="1679">
                  <c:v>0.5</c:v>
                </c:pt>
                <c:pt idx="1680">
                  <c:v>0.5</c:v>
                </c:pt>
                <c:pt idx="1681">
                  <c:v>0.5</c:v>
                </c:pt>
                <c:pt idx="1682">
                  <c:v>0.5</c:v>
                </c:pt>
                <c:pt idx="1683">
                  <c:v>0.5</c:v>
                </c:pt>
                <c:pt idx="1684">
                  <c:v>0.5</c:v>
                </c:pt>
                <c:pt idx="1685">
                  <c:v>0.5</c:v>
                </c:pt>
                <c:pt idx="1686">
                  <c:v>0.5</c:v>
                </c:pt>
                <c:pt idx="1687">
                  <c:v>0.5</c:v>
                </c:pt>
                <c:pt idx="1688">
                  <c:v>0.5</c:v>
                </c:pt>
                <c:pt idx="1689">
                  <c:v>0.5</c:v>
                </c:pt>
                <c:pt idx="1690">
                  <c:v>0.5</c:v>
                </c:pt>
                <c:pt idx="1691">
                  <c:v>0.5</c:v>
                </c:pt>
                <c:pt idx="1692">
                  <c:v>0.5</c:v>
                </c:pt>
                <c:pt idx="1693">
                  <c:v>0.5</c:v>
                </c:pt>
                <c:pt idx="1694">
                  <c:v>0.5</c:v>
                </c:pt>
                <c:pt idx="1695">
                  <c:v>0.5</c:v>
                </c:pt>
                <c:pt idx="1696">
                  <c:v>0.5</c:v>
                </c:pt>
                <c:pt idx="1697">
                  <c:v>0.5</c:v>
                </c:pt>
                <c:pt idx="1698">
                  <c:v>0.5</c:v>
                </c:pt>
                <c:pt idx="1699">
                  <c:v>0.5</c:v>
                </c:pt>
                <c:pt idx="1700">
                  <c:v>0.5</c:v>
                </c:pt>
                <c:pt idx="1701">
                  <c:v>0.5</c:v>
                </c:pt>
                <c:pt idx="1702">
                  <c:v>0.5</c:v>
                </c:pt>
                <c:pt idx="1703">
                  <c:v>0.5</c:v>
                </c:pt>
                <c:pt idx="1704">
                  <c:v>0.5</c:v>
                </c:pt>
                <c:pt idx="1705">
                  <c:v>0.5</c:v>
                </c:pt>
                <c:pt idx="1706">
                  <c:v>0.5</c:v>
                </c:pt>
                <c:pt idx="1707">
                  <c:v>0.5</c:v>
                </c:pt>
                <c:pt idx="1708">
                  <c:v>0.5</c:v>
                </c:pt>
                <c:pt idx="1709">
                  <c:v>0.5</c:v>
                </c:pt>
                <c:pt idx="1710">
                  <c:v>0.5</c:v>
                </c:pt>
                <c:pt idx="1711">
                  <c:v>0.5</c:v>
                </c:pt>
                <c:pt idx="1712">
                  <c:v>0.5</c:v>
                </c:pt>
                <c:pt idx="1713">
                  <c:v>0.5</c:v>
                </c:pt>
                <c:pt idx="1714">
                  <c:v>0.5</c:v>
                </c:pt>
                <c:pt idx="1715">
                  <c:v>0.5</c:v>
                </c:pt>
                <c:pt idx="1716">
                  <c:v>0.5</c:v>
                </c:pt>
                <c:pt idx="1717">
                  <c:v>0.5</c:v>
                </c:pt>
                <c:pt idx="1718">
                  <c:v>0.5</c:v>
                </c:pt>
                <c:pt idx="1719">
                  <c:v>0.5</c:v>
                </c:pt>
                <c:pt idx="1720">
                  <c:v>0.5</c:v>
                </c:pt>
                <c:pt idx="1721">
                  <c:v>0.5</c:v>
                </c:pt>
                <c:pt idx="1722">
                  <c:v>0.5</c:v>
                </c:pt>
                <c:pt idx="1723">
                  <c:v>0.5</c:v>
                </c:pt>
                <c:pt idx="1724">
                  <c:v>0.5</c:v>
                </c:pt>
                <c:pt idx="1725">
                  <c:v>0.5</c:v>
                </c:pt>
                <c:pt idx="1726">
                  <c:v>0.5</c:v>
                </c:pt>
                <c:pt idx="1727">
                  <c:v>0.5</c:v>
                </c:pt>
                <c:pt idx="1728">
                  <c:v>0.5</c:v>
                </c:pt>
                <c:pt idx="1729">
                  <c:v>0.5</c:v>
                </c:pt>
                <c:pt idx="1730">
                  <c:v>0.5</c:v>
                </c:pt>
                <c:pt idx="1731">
                  <c:v>0.5</c:v>
                </c:pt>
                <c:pt idx="1732">
                  <c:v>0.5</c:v>
                </c:pt>
                <c:pt idx="1733">
                  <c:v>0.5</c:v>
                </c:pt>
                <c:pt idx="1734">
                  <c:v>0.5</c:v>
                </c:pt>
                <c:pt idx="1735">
                  <c:v>0.5</c:v>
                </c:pt>
                <c:pt idx="1736">
                  <c:v>0.5</c:v>
                </c:pt>
                <c:pt idx="1737">
                  <c:v>0.5</c:v>
                </c:pt>
                <c:pt idx="1738">
                  <c:v>0.5</c:v>
                </c:pt>
                <c:pt idx="1739">
                  <c:v>0.5</c:v>
                </c:pt>
                <c:pt idx="1740">
                  <c:v>0.5</c:v>
                </c:pt>
                <c:pt idx="1741">
                  <c:v>0.5</c:v>
                </c:pt>
                <c:pt idx="1742">
                  <c:v>0.5</c:v>
                </c:pt>
                <c:pt idx="1743">
                  <c:v>0.5</c:v>
                </c:pt>
                <c:pt idx="1744">
                  <c:v>0.5</c:v>
                </c:pt>
                <c:pt idx="1745">
                  <c:v>0.5</c:v>
                </c:pt>
                <c:pt idx="1746">
                  <c:v>0.5</c:v>
                </c:pt>
                <c:pt idx="1747">
                  <c:v>0.5</c:v>
                </c:pt>
                <c:pt idx="1748">
                  <c:v>0.5</c:v>
                </c:pt>
                <c:pt idx="1749">
                  <c:v>0.5</c:v>
                </c:pt>
                <c:pt idx="1750">
                  <c:v>0.5</c:v>
                </c:pt>
                <c:pt idx="1751">
                  <c:v>0.5</c:v>
                </c:pt>
                <c:pt idx="1752">
                  <c:v>0.5</c:v>
                </c:pt>
                <c:pt idx="1753">
                  <c:v>0.5</c:v>
                </c:pt>
                <c:pt idx="1754">
                  <c:v>0.5</c:v>
                </c:pt>
                <c:pt idx="1755">
                  <c:v>0.5</c:v>
                </c:pt>
                <c:pt idx="1756">
                  <c:v>0.5</c:v>
                </c:pt>
                <c:pt idx="1757">
                  <c:v>0.5</c:v>
                </c:pt>
                <c:pt idx="1758">
                  <c:v>0.5</c:v>
                </c:pt>
                <c:pt idx="1759">
                  <c:v>0.5</c:v>
                </c:pt>
                <c:pt idx="1760">
                  <c:v>0.5</c:v>
                </c:pt>
                <c:pt idx="1761">
                  <c:v>0.5</c:v>
                </c:pt>
                <c:pt idx="1762">
                  <c:v>0.5</c:v>
                </c:pt>
                <c:pt idx="1763">
                  <c:v>0.5</c:v>
                </c:pt>
                <c:pt idx="1764">
                  <c:v>0.5</c:v>
                </c:pt>
                <c:pt idx="1765">
                  <c:v>0.5</c:v>
                </c:pt>
                <c:pt idx="1766">
                  <c:v>0.5</c:v>
                </c:pt>
                <c:pt idx="1767">
                  <c:v>0.5</c:v>
                </c:pt>
                <c:pt idx="1768">
                  <c:v>0.5</c:v>
                </c:pt>
                <c:pt idx="1769">
                  <c:v>0.5</c:v>
                </c:pt>
                <c:pt idx="1770">
                  <c:v>0.5</c:v>
                </c:pt>
                <c:pt idx="1771">
                  <c:v>0.5</c:v>
                </c:pt>
                <c:pt idx="1772">
                  <c:v>0.5</c:v>
                </c:pt>
                <c:pt idx="1773">
                  <c:v>0.5</c:v>
                </c:pt>
                <c:pt idx="1774">
                  <c:v>0.5</c:v>
                </c:pt>
                <c:pt idx="1775">
                  <c:v>0.5</c:v>
                </c:pt>
                <c:pt idx="1776">
                  <c:v>0.5</c:v>
                </c:pt>
                <c:pt idx="1777">
                  <c:v>0.5</c:v>
                </c:pt>
                <c:pt idx="1778">
                  <c:v>0.5</c:v>
                </c:pt>
                <c:pt idx="1779">
                  <c:v>0.5</c:v>
                </c:pt>
                <c:pt idx="1780">
                  <c:v>0.5</c:v>
                </c:pt>
                <c:pt idx="1781">
                  <c:v>0.5</c:v>
                </c:pt>
                <c:pt idx="1782">
                  <c:v>0.5</c:v>
                </c:pt>
                <c:pt idx="1783">
                  <c:v>0.5</c:v>
                </c:pt>
                <c:pt idx="1784">
                  <c:v>0.5</c:v>
                </c:pt>
                <c:pt idx="1785">
                  <c:v>0.5</c:v>
                </c:pt>
                <c:pt idx="1786">
                  <c:v>0.5</c:v>
                </c:pt>
                <c:pt idx="1787">
                  <c:v>0.5</c:v>
                </c:pt>
                <c:pt idx="1788">
                  <c:v>0.5</c:v>
                </c:pt>
                <c:pt idx="1789">
                  <c:v>0.5</c:v>
                </c:pt>
                <c:pt idx="1790">
                  <c:v>0.5</c:v>
                </c:pt>
                <c:pt idx="1791">
                  <c:v>0.5</c:v>
                </c:pt>
                <c:pt idx="1792">
                  <c:v>0.5</c:v>
                </c:pt>
                <c:pt idx="1793">
                  <c:v>0.5</c:v>
                </c:pt>
                <c:pt idx="1794">
                  <c:v>0.5</c:v>
                </c:pt>
                <c:pt idx="1795">
                  <c:v>0.5</c:v>
                </c:pt>
                <c:pt idx="1796">
                  <c:v>0.5</c:v>
                </c:pt>
                <c:pt idx="1797">
                  <c:v>0.5</c:v>
                </c:pt>
                <c:pt idx="1798">
                  <c:v>0.5</c:v>
                </c:pt>
                <c:pt idx="1799">
                  <c:v>0.5</c:v>
                </c:pt>
                <c:pt idx="1800">
                  <c:v>0.5</c:v>
                </c:pt>
                <c:pt idx="1801">
                  <c:v>0.5</c:v>
                </c:pt>
                <c:pt idx="1802">
                  <c:v>0.5</c:v>
                </c:pt>
                <c:pt idx="1803">
                  <c:v>0.5</c:v>
                </c:pt>
                <c:pt idx="1804">
                  <c:v>0.5</c:v>
                </c:pt>
                <c:pt idx="1805">
                  <c:v>0.5</c:v>
                </c:pt>
                <c:pt idx="1806">
                  <c:v>0.5</c:v>
                </c:pt>
                <c:pt idx="1807">
                  <c:v>0.5</c:v>
                </c:pt>
                <c:pt idx="1808">
                  <c:v>0.5</c:v>
                </c:pt>
                <c:pt idx="1809">
                  <c:v>0.5</c:v>
                </c:pt>
                <c:pt idx="1810">
                  <c:v>0.5</c:v>
                </c:pt>
                <c:pt idx="1811">
                  <c:v>0.5</c:v>
                </c:pt>
                <c:pt idx="1812">
                  <c:v>0.5</c:v>
                </c:pt>
                <c:pt idx="1813">
                  <c:v>0.5</c:v>
                </c:pt>
                <c:pt idx="1814">
                  <c:v>0.5</c:v>
                </c:pt>
                <c:pt idx="1815">
                  <c:v>0.5</c:v>
                </c:pt>
                <c:pt idx="1816">
                  <c:v>0.5</c:v>
                </c:pt>
                <c:pt idx="1817">
                  <c:v>0.5</c:v>
                </c:pt>
                <c:pt idx="1818">
                  <c:v>0.5</c:v>
                </c:pt>
                <c:pt idx="1819">
                  <c:v>0.5</c:v>
                </c:pt>
                <c:pt idx="1820">
                  <c:v>0.5</c:v>
                </c:pt>
                <c:pt idx="1821">
                  <c:v>0.5</c:v>
                </c:pt>
                <c:pt idx="1822">
                  <c:v>0.5</c:v>
                </c:pt>
                <c:pt idx="1823">
                  <c:v>0.5</c:v>
                </c:pt>
                <c:pt idx="1824">
                  <c:v>0.5</c:v>
                </c:pt>
                <c:pt idx="1825">
                  <c:v>0.5</c:v>
                </c:pt>
                <c:pt idx="1826">
                  <c:v>0.5</c:v>
                </c:pt>
                <c:pt idx="1827">
                  <c:v>0.5</c:v>
                </c:pt>
                <c:pt idx="1828">
                  <c:v>0.5</c:v>
                </c:pt>
                <c:pt idx="1829">
                  <c:v>0.5</c:v>
                </c:pt>
                <c:pt idx="1830">
                  <c:v>0.5</c:v>
                </c:pt>
                <c:pt idx="1831">
                  <c:v>0.5</c:v>
                </c:pt>
                <c:pt idx="1832">
                  <c:v>0.5</c:v>
                </c:pt>
                <c:pt idx="1833">
                  <c:v>0.5</c:v>
                </c:pt>
                <c:pt idx="1834">
                  <c:v>0.5</c:v>
                </c:pt>
                <c:pt idx="1835">
                  <c:v>0.5</c:v>
                </c:pt>
                <c:pt idx="1836">
                  <c:v>0.5</c:v>
                </c:pt>
                <c:pt idx="1837">
                  <c:v>0.5</c:v>
                </c:pt>
                <c:pt idx="1838">
                  <c:v>0.5</c:v>
                </c:pt>
                <c:pt idx="1839">
                  <c:v>0.5</c:v>
                </c:pt>
                <c:pt idx="1840">
                  <c:v>0.5</c:v>
                </c:pt>
                <c:pt idx="1841">
                  <c:v>0.5</c:v>
                </c:pt>
                <c:pt idx="1842">
                  <c:v>0.5</c:v>
                </c:pt>
                <c:pt idx="1843">
                  <c:v>0.5</c:v>
                </c:pt>
                <c:pt idx="1844">
                  <c:v>0.5</c:v>
                </c:pt>
                <c:pt idx="1845">
                  <c:v>0.5</c:v>
                </c:pt>
                <c:pt idx="1846">
                  <c:v>0.5</c:v>
                </c:pt>
                <c:pt idx="1847">
                  <c:v>0.5</c:v>
                </c:pt>
                <c:pt idx="1848">
                  <c:v>0.5</c:v>
                </c:pt>
                <c:pt idx="1849">
                  <c:v>0.5</c:v>
                </c:pt>
                <c:pt idx="1850">
                  <c:v>0.5</c:v>
                </c:pt>
                <c:pt idx="1851">
                  <c:v>0.5</c:v>
                </c:pt>
                <c:pt idx="1852">
                  <c:v>0.5</c:v>
                </c:pt>
                <c:pt idx="1853">
                  <c:v>0.5</c:v>
                </c:pt>
                <c:pt idx="1854">
                  <c:v>0.5</c:v>
                </c:pt>
                <c:pt idx="1855">
                  <c:v>0.5</c:v>
                </c:pt>
                <c:pt idx="1856">
                  <c:v>0.5</c:v>
                </c:pt>
                <c:pt idx="1857">
                  <c:v>0.5</c:v>
                </c:pt>
                <c:pt idx="1858">
                  <c:v>0.5</c:v>
                </c:pt>
                <c:pt idx="1859">
                  <c:v>0.5</c:v>
                </c:pt>
                <c:pt idx="1860">
                  <c:v>0.5</c:v>
                </c:pt>
                <c:pt idx="1861">
                  <c:v>0.5</c:v>
                </c:pt>
                <c:pt idx="1862">
                  <c:v>0.5</c:v>
                </c:pt>
                <c:pt idx="1863">
                  <c:v>0.5</c:v>
                </c:pt>
                <c:pt idx="1864">
                  <c:v>0.5</c:v>
                </c:pt>
                <c:pt idx="1865">
                  <c:v>0.5</c:v>
                </c:pt>
                <c:pt idx="1866">
                  <c:v>0.5</c:v>
                </c:pt>
                <c:pt idx="1867">
                  <c:v>0.5</c:v>
                </c:pt>
                <c:pt idx="1868">
                  <c:v>0.5</c:v>
                </c:pt>
                <c:pt idx="1869">
                  <c:v>0.5</c:v>
                </c:pt>
                <c:pt idx="1870">
                  <c:v>0.5</c:v>
                </c:pt>
                <c:pt idx="1871">
                  <c:v>0.5</c:v>
                </c:pt>
                <c:pt idx="1872">
                  <c:v>0.5</c:v>
                </c:pt>
                <c:pt idx="1873">
                  <c:v>0.5</c:v>
                </c:pt>
                <c:pt idx="1874">
                  <c:v>0.5</c:v>
                </c:pt>
                <c:pt idx="1875">
                  <c:v>0.5</c:v>
                </c:pt>
                <c:pt idx="1876">
                  <c:v>0.5</c:v>
                </c:pt>
                <c:pt idx="1877">
                  <c:v>0.5</c:v>
                </c:pt>
                <c:pt idx="1878">
                  <c:v>0.5</c:v>
                </c:pt>
                <c:pt idx="1879">
                  <c:v>0.5</c:v>
                </c:pt>
                <c:pt idx="1880">
                  <c:v>0.5</c:v>
                </c:pt>
                <c:pt idx="1881">
                  <c:v>0.5</c:v>
                </c:pt>
                <c:pt idx="1882">
                  <c:v>0.5</c:v>
                </c:pt>
                <c:pt idx="1883">
                  <c:v>0.5</c:v>
                </c:pt>
                <c:pt idx="1884">
                  <c:v>0.5</c:v>
                </c:pt>
                <c:pt idx="1885">
                  <c:v>0.5</c:v>
                </c:pt>
                <c:pt idx="1886">
                  <c:v>0.5</c:v>
                </c:pt>
                <c:pt idx="1887">
                  <c:v>0.5</c:v>
                </c:pt>
                <c:pt idx="1888">
                  <c:v>0.5</c:v>
                </c:pt>
                <c:pt idx="1889">
                  <c:v>0.5</c:v>
                </c:pt>
                <c:pt idx="1890">
                  <c:v>0.5</c:v>
                </c:pt>
                <c:pt idx="1891">
                  <c:v>0.5</c:v>
                </c:pt>
                <c:pt idx="1892">
                  <c:v>0.5</c:v>
                </c:pt>
                <c:pt idx="1893">
                  <c:v>0.5</c:v>
                </c:pt>
                <c:pt idx="1894">
                  <c:v>0.5</c:v>
                </c:pt>
                <c:pt idx="1895">
                  <c:v>0.5</c:v>
                </c:pt>
                <c:pt idx="1896">
                  <c:v>0.5</c:v>
                </c:pt>
                <c:pt idx="1897">
                  <c:v>0.5</c:v>
                </c:pt>
                <c:pt idx="1898">
                  <c:v>0.5</c:v>
                </c:pt>
                <c:pt idx="1899">
                  <c:v>0.5</c:v>
                </c:pt>
                <c:pt idx="1900">
                  <c:v>0.5</c:v>
                </c:pt>
                <c:pt idx="1901">
                  <c:v>0.5</c:v>
                </c:pt>
                <c:pt idx="1902">
                  <c:v>0.5</c:v>
                </c:pt>
                <c:pt idx="1903">
                  <c:v>0.5</c:v>
                </c:pt>
                <c:pt idx="1904">
                  <c:v>0.5</c:v>
                </c:pt>
                <c:pt idx="1905">
                  <c:v>0.5</c:v>
                </c:pt>
                <c:pt idx="1906">
                  <c:v>0.5</c:v>
                </c:pt>
                <c:pt idx="1907">
                  <c:v>0.5</c:v>
                </c:pt>
                <c:pt idx="1908">
                  <c:v>0.5</c:v>
                </c:pt>
                <c:pt idx="1909">
                  <c:v>0.5</c:v>
                </c:pt>
                <c:pt idx="1910">
                  <c:v>0.5</c:v>
                </c:pt>
                <c:pt idx="1911">
                  <c:v>0.5</c:v>
                </c:pt>
                <c:pt idx="1912">
                  <c:v>0.5</c:v>
                </c:pt>
                <c:pt idx="1913">
                  <c:v>0.5</c:v>
                </c:pt>
                <c:pt idx="1914">
                  <c:v>0.5</c:v>
                </c:pt>
                <c:pt idx="1915">
                  <c:v>0.5</c:v>
                </c:pt>
                <c:pt idx="1916">
                  <c:v>0.5</c:v>
                </c:pt>
                <c:pt idx="1917">
                  <c:v>0.5</c:v>
                </c:pt>
                <c:pt idx="1918">
                  <c:v>0.5</c:v>
                </c:pt>
                <c:pt idx="1919">
                  <c:v>0.5</c:v>
                </c:pt>
                <c:pt idx="1920">
                  <c:v>0.5</c:v>
                </c:pt>
                <c:pt idx="1921">
                  <c:v>0.5</c:v>
                </c:pt>
                <c:pt idx="1922">
                  <c:v>0.5</c:v>
                </c:pt>
                <c:pt idx="1923">
                  <c:v>0.5</c:v>
                </c:pt>
                <c:pt idx="1924">
                  <c:v>0.5</c:v>
                </c:pt>
                <c:pt idx="1925">
                  <c:v>0.5</c:v>
                </c:pt>
                <c:pt idx="1926">
                  <c:v>0.5</c:v>
                </c:pt>
                <c:pt idx="1927">
                  <c:v>0.5</c:v>
                </c:pt>
                <c:pt idx="1928">
                  <c:v>0.5</c:v>
                </c:pt>
                <c:pt idx="1929">
                  <c:v>0.5</c:v>
                </c:pt>
                <c:pt idx="1930">
                  <c:v>0.5</c:v>
                </c:pt>
                <c:pt idx="1931">
                  <c:v>0.5</c:v>
                </c:pt>
                <c:pt idx="1932">
                  <c:v>0.5</c:v>
                </c:pt>
                <c:pt idx="1933">
                  <c:v>0.5</c:v>
                </c:pt>
                <c:pt idx="1934">
                  <c:v>0.5</c:v>
                </c:pt>
                <c:pt idx="1935">
                  <c:v>0.5</c:v>
                </c:pt>
                <c:pt idx="1936">
                  <c:v>0.5</c:v>
                </c:pt>
                <c:pt idx="1937">
                  <c:v>0.5</c:v>
                </c:pt>
                <c:pt idx="1938">
                  <c:v>0.5</c:v>
                </c:pt>
                <c:pt idx="1939">
                  <c:v>0.5</c:v>
                </c:pt>
                <c:pt idx="1940">
                  <c:v>0.5</c:v>
                </c:pt>
                <c:pt idx="1941">
                  <c:v>0.5</c:v>
                </c:pt>
                <c:pt idx="1942">
                  <c:v>0.5</c:v>
                </c:pt>
                <c:pt idx="1943">
                  <c:v>0.5</c:v>
                </c:pt>
                <c:pt idx="1944">
                  <c:v>0.5</c:v>
                </c:pt>
                <c:pt idx="1945">
                  <c:v>0.5</c:v>
                </c:pt>
                <c:pt idx="1946">
                  <c:v>0.5</c:v>
                </c:pt>
                <c:pt idx="1947">
                  <c:v>0.5</c:v>
                </c:pt>
                <c:pt idx="1948">
                  <c:v>0.5</c:v>
                </c:pt>
                <c:pt idx="1949">
                  <c:v>0.5</c:v>
                </c:pt>
                <c:pt idx="1950">
                  <c:v>0.5</c:v>
                </c:pt>
                <c:pt idx="1951">
                  <c:v>0.5</c:v>
                </c:pt>
                <c:pt idx="1952">
                  <c:v>0.5</c:v>
                </c:pt>
                <c:pt idx="1953">
                  <c:v>0.5</c:v>
                </c:pt>
                <c:pt idx="1954">
                  <c:v>0.5</c:v>
                </c:pt>
                <c:pt idx="1955">
                  <c:v>0.5</c:v>
                </c:pt>
                <c:pt idx="1956">
                  <c:v>0.5</c:v>
                </c:pt>
                <c:pt idx="1957">
                  <c:v>0.5</c:v>
                </c:pt>
                <c:pt idx="1958">
                  <c:v>0.5</c:v>
                </c:pt>
                <c:pt idx="1959">
                  <c:v>0.5</c:v>
                </c:pt>
                <c:pt idx="1960">
                  <c:v>0.5</c:v>
                </c:pt>
                <c:pt idx="1961">
                  <c:v>0.5</c:v>
                </c:pt>
                <c:pt idx="1962">
                  <c:v>0.5</c:v>
                </c:pt>
                <c:pt idx="1963">
                  <c:v>0.5</c:v>
                </c:pt>
                <c:pt idx="1964">
                  <c:v>0.5</c:v>
                </c:pt>
                <c:pt idx="1965">
                  <c:v>0.5</c:v>
                </c:pt>
                <c:pt idx="1966">
                  <c:v>0.5</c:v>
                </c:pt>
                <c:pt idx="1967">
                  <c:v>0.5</c:v>
                </c:pt>
                <c:pt idx="1968">
                  <c:v>0.5</c:v>
                </c:pt>
                <c:pt idx="1969">
                  <c:v>0.5</c:v>
                </c:pt>
                <c:pt idx="1970">
                  <c:v>0.5</c:v>
                </c:pt>
                <c:pt idx="1971">
                  <c:v>0.5</c:v>
                </c:pt>
                <c:pt idx="1972">
                  <c:v>0.5</c:v>
                </c:pt>
                <c:pt idx="1973">
                  <c:v>0.5</c:v>
                </c:pt>
                <c:pt idx="1974">
                  <c:v>0.5</c:v>
                </c:pt>
                <c:pt idx="1975">
                  <c:v>0.5</c:v>
                </c:pt>
                <c:pt idx="1976">
                  <c:v>0.5</c:v>
                </c:pt>
                <c:pt idx="1977">
                  <c:v>0.5</c:v>
                </c:pt>
                <c:pt idx="1978">
                  <c:v>0.5</c:v>
                </c:pt>
                <c:pt idx="1979">
                  <c:v>0.5</c:v>
                </c:pt>
                <c:pt idx="1980">
                  <c:v>0.5</c:v>
                </c:pt>
                <c:pt idx="1981">
                  <c:v>0.5</c:v>
                </c:pt>
                <c:pt idx="1982">
                  <c:v>0.5</c:v>
                </c:pt>
                <c:pt idx="1983">
                  <c:v>0.5</c:v>
                </c:pt>
                <c:pt idx="1984">
                  <c:v>0.5</c:v>
                </c:pt>
                <c:pt idx="1985">
                  <c:v>0.5</c:v>
                </c:pt>
                <c:pt idx="1986">
                  <c:v>0.5</c:v>
                </c:pt>
                <c:pt idx="1987">
                  <c:v>0.5</c:v>
                </c:pt>
                <c:pt idx="1988">
                  <c:v>0.5</c:v>
                </c:pt>
                <c:pt idx="1989">
                  <c:v>0.5</c:v>
                </c:pt>
                <c:pt idx="1990">
                  <c:v>0.5</c:v>
                </c:pt>
                <c:pt idx="1991">
                  <c:v>0.5</c:v>
                </c:pt>
                <c:pt idx="1992">
                  <c:v>0.5</c:v>
                </c:pt>
                <c:pt idx="1993">
                  <c:v>0.5</c:v>
                </c:pt>
                <c:pt idx="1994">
                  <c:v>0.5</c:v>
                </c:pt>
                <c:pt idx="1995">
                  <c:v>0.5</c:v>
                </c:pt>
                <c:pt idx="1996">
                  <c:v>0.5</c:v>
                </c:pt>
                <c:pt idx="1997">
                  <c:v>0.5</c:v>
                </c:pt>
                <c:pt idx="1998">
                  <c:v>0.5</c:v>
                </c:pt>
                <c:pt idx="1999">
                  <c:v>0.5</c:v>
                </c:pt>
                <c:pt idx="2000">
                  <c:v>0.5</c:v>
                </c:pt>
                <c:pt idx="2001">
                  <c:v>0.5</c:v>
                </c:pt>
                <c:pt idx="2002">
                  <c:v>0.5</c:v>
                </c:pt>
                <c:pt idx="2003">
                  <c:v>0.5</c:v>
                </c:pt>
                <c:pt idx="2004">
                  <c:v>0.5</c:v>
                </c:pt>
                <c:pt idx="2005">
                  <c:v>0.5</c:v>
                </c:pt>
                <c:pt idx="2006">
                  <c:v>0.5</c:v>
                </c:pt>
                <c:pt idx="2007">
                  <c:v>0.5</c:v>
                </c:pt>
                <c:pt idx="2008">
                  <c:v>0.5</c:v>
                </c:pt>
                <c:pt idx="2009">
                  <c:v>0.5</c:v>
                </c:pt>
                <c:pt idx="2010">
                  <c:v>0.5</c:v>
                </c:pt>
                <c:pt idx="2011">
                  <c:v>0.5</c:v>
                </c:pt>
                <c:pt idx="2012">
                  <c:v>0.5</c:v>
                </c:pt>
                <c:pt idx="2013">
                  <c:v>0.5</c:v>
                </c:pt>
                <c:pt idx="2014">
                  <c:v>0.5</c:v>
                </c:pt>
                <c:pt idx="2015">
                  <c:v>0.5</c:v>
                </c:pt>
                <c:pt idx="2016">
                  <c:v>0.5</c:v>
                </c:pt>
                <c:pt idx="2017">
                  <c:v>0.5</c:v>
                </c:pt>
                <c:pt idx="2018">
                  <c:v>0.5</c:v>
                </c:pt>
                <c:pt idx="2019">
                  <c:v>0.5</c:v>
                </c:pt>
                <c:pt idx="2020">
                  <c:v>0.5</c:v>
                </c:pt>
                <c:pt idx="2021">
                  <c:v>0.5</c:v>
                </c:pt>
                <c:pt idx="2022">
                  <c:v>0.5</c:v>
                </c:pt>
                <c:pt idx="2023">
                  <c:v>0.5</c:v>
                </c:pt>
                <c:pt idx="2024">
                  <c:v>0.5</c:v>
                </c:pt>
                <c:pt idx="2025">
                  <c:v>0.5</c:v>
                </c:pt>
                <c:pt idx="2026">
                  <c:v>0.5</c:v>
                </c:pt>
                <c:pt idx="2027">
                  <c:v>0.5</c:v>
                </c:pt>
                <c:pt idx="2028">
                  <c:v>0.5</c:v>
                </c:pt>
                <c:pt idx="2029">
                  <c:v>0.5</c:v>
                </c:pt>
                <c:pt idx="2030">
                  <c:v>0.5</c:v>
                </c:pt>
                <c:pt idx="2031">
                  <c:v>0.5</c:v>
                </c:pt>
                <c:pt idx="2032">
                  <c:v>0.5</c:v>
                </c:pt>
                <c:pt idx="2033">
                  <c:v>0.5</c:v>
                </c:pt>
                <c:pt idx="2034">
                  <c:v>0.5</c:v>
                </c:pt>
                <c:pt idx="2035">
                  <c:v>0.5</c:v>
                </c:pt>
                <c:pt idx="2036">
                  <c:v>0.5</c:v>
                </c:pt>
                <c:pt idx="2037">
                  <c:v>0.5</c:v>
                </c:pt>
                <c:pt idx="2038">
                  <c:v>0.5</c:v>
                </c:pt>
                <c:pt idx="2039">
                  <c:v>0.5</c:v>
                </c:pt>
                <c:pt idx="2040">
                  <c:v>0.5</c:v>
                </c:pt>
                <c:pt idx="2041">
                  <c:v>0.5</c:v>
                </c:pt>
                <c:pt idx="2042">
                  <c:v>0.5</c:v>
                </c:pt>
                <c:pt idx="2043">
                  <c:v>0.5</c:v>
                </c:pt>
                <c:pt idx="2044">
                  <c:v>0.5</c:v>
                </c:pt>
                <c:pt idx="2045">
                  <c:v>0.5</c:v>
                </c:pt>
                <c:pt idx="2046">
                  <c:v>0.5</c:v>
                </c:pt>
                <c:pt idx="2047">
                  <c:v>0.5</c:v>
                </c:pt>
                <c:pt idx="2048">
                  <c:v>0.5</c:v>
                </c:pt>
                <c:pt idx="2049">
                  <c:v>0.5</c:v>
                </c:pt>
                <c:pt idx="2050">
                  <c:v>0.5</c:v>
                </c:pt>
                <c:pt idx="2051">
                  <c:v>0.5</c:v>
                </c:pt>
                <c:pt idx="2052">
                  <c:v>0.5</c:v>
                </c:pt>
                <c:pt idx="2053">
                  <c:v>0.5</c:v>
                </c:pt>
                <c:pt idx="2054">
                  <c:v>0.5</c:v>
                </c:pt>
                <c:pt idx="2055">
                  <c:v>0.5</c:v>
                </c:pt>
                <c:pt idx="2056">
                  <c:v>0.5</c:v>
                </c:pt>
                <c:pt idx="2057">
                  <c:v>0.5</c:v>
                </c:pt>
                <c:pt idx="2058">
                  <c:v>0.5</c:v>
                </c:pt>
                <c:pt idx="2059">
                  <c:v>0.5</c:v>
                </c:pt>
                <c:pt idx="2060">
                  <c:v>0.5</c:v>
                </c:pt>
                <c:pt idx="2061">
                  <c:v>0.5</c:v>
                </c:pt>
                <c:pt idx="2062">
                  <c:v>0.5</c:v>
                </c:pt>
                <c:pt idx="2063">
                  <c:v>0.5</c:v>
                </c:pt>
                <c:pt idx="2064">
                  <c:v>0.5</c:v>
                </c:pt>
                <c:pt idx="2065">
                  <c:v>0.5</c:v>
                </c:pt>
                <c:pt idx="2066">
                  <c:v>0.5</c:v>
                </c:pt>
                <c:pt idx="2067">
                  <c:v>0.5</c:v>
                </c:pt>
                <c:pt idx="2068">
                  <c:v>0.5</c:v>
                </c:pt>
                <c:pt idx="2069">
                  <c:v>0.5</c:v>
                </c:pt>
                <c:pt idx="2070">
                  <c:v>0.5</c:v>
                </c:pt>
                <c:pt idx="2071">
                  <c:v>0.5</c:v>
                </c:pt>
                <c:pt idx="2072">
                  <c:v>0.5</c:v>
                </c:pt>
                <c:pt idx="2073">
                  <c:v>0.5</c:v>
                </c:pt>
                <c:pt idx="2074">
                  <c:v>0.5</c:v>
                </c:pt>
                <c:pt idx="2075">
                  <c:v>0.5</c:v>
                </c:pt>
                <c:pt idx="2076">
                  <c:v>0.5</c:v>
                </c:pt>
                <c:pt idx="2077">
                  <c:v>0.5</c:v>
                </c:pt>
                <c:pt idx="2078">
                  <c:v>0.5</c:v>
                </c:pt>
                <c:pt idx="2079">
                  <c:v>0.5</c:v>
                </c:pt>
                <c:pt idx="2080">
                  <c:v>0.5</c:v>
                </c:pt>
                <c:pt idx="2081">
                  <c:v>0.5</c:v>
                </c:pt>
                <c:pt idx="2082">
                  <c:v>0.5</c:v>
                </c:pt>
                <c:pt idx="2083">
                  <c:v>0.5</c:v>
                </c:pt>
                <c:pt idx="2084">
                  <c:v>0.5</c:v>
                </c:pt>
                <c:pt idx="2085">
                  <c:v>0.5</c:v>
                </c:pt>
                <c:pt idx="2086">
                  <c:v>0.5</c:v>
                </c:pt>
                <c:pt idx="2087">
                  <c:v>0.5</c:v>
                </c:pt>
                <c:pt idx="2088">
                  <c:v>0.5</c:v>
                </c:pt>
                <c:pt idx="2089">
                  <c:v>0.5</c:v>
                </c:pt>
                <c:pt idx="2090">
                  <c:v>0.5</c:v>
                </c:pt>
                <c:pt idx="2091">
                  <c:v>0.5</c:v>
                </c:pt>
                <c:pt idx="2092">
                  <c:v>0.5</c:v>
                </c:pt>
                <c:pt idx="2093">
                  <c:v>0.5</c:v>
                </c:pt>
                <c:pt idx="2094">
                  <c:v>0.5</c:v>
                </c:pt>
                <c:pt idx="2095">
                  <c:v>0.5</c:v>
                </c:pt>
                <c:pt idx="2096">
                  <c:v>0.5</c:v>
                </c:pt>
                <c:pt idx="2097">
                  <c:v>0.5</c:v>
                </c:pt>
                <c:pt idx="2098">
                  <c:v>0.5</c:v>
                </c:pt>
                <c:pt idx="2099">
                  <c:v>0.5</c:v>
                </c:pt>
                <c:pt idx="2100">
                  <c:v>0.5</c:v>
                </c:pt>
                <c:pt idx="2101">
                  <c:v>0.5</c:v>
                </c:pt>
                <c:pt idx="2102">
                  <c:v>0.5</c:v>
                </c:pt>
                <c:pt idx="2103">
                  <c:v>0.5</c:v>
                </c:pt>
                <c:pt idx="2104">
                  <c:v>0.5</c:v>
                </c:pt>
                <c:pt idx="2105">
                  <c:v>0.5</c:v>
                </c:pt>
                <c:pt idx="2106">
                  <c:v>0.5</c:v>
                </c:pt>
                <c:pt idx="2107">
                  <c:v>0.5</c:v>
                </c:pt>
                <c:pt idx="2108">
                  <c:v>0.5</c:v>
                </c:pt>
                <c:pt idx="2109">
                  <c:v>0.5</c:v>
                </c:pt>
                <c:pt idx="2110">
                  <c:v>0.5</c:v>
                </c:pt>
                <c:pt idx="2111">
                  <c:v>0.5</c:v>
                </c:pt>
                <c:pt idx="2112">
                  <c:v>0.5</c:v>
                </c:pt>
                <c:pt idx="2113">
                  <c:v>0.5</c:v>
                </c:pt>
                <c:pt idx="2114">
                  <c:v>0.5</c:v>
                </c:pt>
                <c:pt idx="2115">
                  <c:v>0.5</c:v>
                </c:pt>
                <c:pt idx="2116">
                  <c:v>0.5</c:v>
                </c:pt>
                <c:pt idx="2117">
                  <c:v>0.5</c:v>
                </c:pt>
                <c:pt idx="2118">
                  <c:v>0.5</c:v>
                </c:pt>
                <c:pt idx="2119">
                  <c:v>0.5</c:v>
                </c:pt>
                <c:pt idx="2120">
                  <c:v>0.5</c:v>
                </c:pt>
                <c:pt idx="2121">
                  <c:v>0.5</c:v>
                </c:pt>
                <c:pt idx="2122">
                  <c:v>0.5</c:v>
                </c:pt>
                <c:pt idx="2123">
                  <c:v>0.5</c:v>
                </c:pt>
                <c:pt idx="2124">
                  <c:v>0.5</c:v>
                </c:pt>
                <c:pt idx="2125">
                  <c:v>0.5</c:v>
                </c:pt>
                <c:pt idx="2126">
                  <c:v>0.5</c:v>
                </c:pt>
                <c:pt idx="2127">
                  <c:v>0.5</c:v>
                </c:pt>
                <c:pt idx="2128">
                  <c:v>0.5</c:v>
                </c:pt>
                <c:pt idx="2129">
                  <c:v>0.5</c:v>
                </c:pt>
                <c:pt idx="2130">
                  <c:v>0.5</c:v>
                </c:pt>
                <c:pt idx="2131">
                  <c:v>0.5</c:v>
                </c:pt>
                <c:pt idx="2132">
                  <c:v>0.5</c:v>
                </c:pt>
                <c:pt idx="2133">
                  <c:v>0.5</c:v>
                </c:pt>
                <c:pt idx="2134">
                  <c:v>0.5</c:v>
                </c:pt>
                <c:pt idx="2135">
                  <c:v>0.5</c:v>
                </c:pt>
                <c:pt idx="2136">
                  <c:v>0.5</c:v>
                </c:pt>
                <c:pt idx="2137">
                  <c:v>0.5</c:v>
                </c:pt>
                <c:pt idx="2138">
                  <c:v>0.5</c:v>
                </c:pt>
                <c:pt idx="2139">
                  <c:v>0.5</c:v>
                </c:pt>
                <c:pt idx="2140">
                  <c:v>0.5</c:v>
                </c:pt>
                <c:pt idx="2141">
                  <c:v>0.5</c:v>
                </c:pt>
                <c:pt idx="2142">
                  <c:v>0.5</c:v>
                </c:pt>
                <c:pt idx="2143">
                  <c:v>0.5</c:v>
                </c:pt>
                <c:pt idx="2144">
                  <c:v>0.5</c:v>
                </c:pt>
                <c:pt idx="2145">
                  <c:v>0.5</c:v>
                </c:pt>
                <c:pt idx="2146">
                  <c:v>0.5</c:v>
                </c:pt>
                <c:pt idx="2147">
                  <c:v>0.5</c:v>
                </c:pt>
                <c:pt idx="2148">
                  <c:v>0.5</c:v>
                </c:pt>
                <c:pt idx="2149">
                  <c:v>0.5</c:v>
                </c:pt>
                <c:pt idx="2150">
                  <c:v>0.5</c:v>
                </c:pt>
                <c:pt idx="2151">
                  <c:v>0.5</c:v>
                </c:pt>
                <c:pt idx="2152">
                  <c:v>0.5</c:v>
                </c:pt>
                <c:pt idx="2153">
                  <c:v>0.5</c:v>
                </c:pt>
                <c:pt idx="2154">
                  <c:v>0.5</c:v>
                </c:pt>
                <c:pt idx="2155">
                  <c:v>0.5</c:v>
                </c:pt>
                <c:pt idx="2156">
                  <c:v>0.5</c:v>
                </c:pt>
                <c:pt idx="2157">
                  <c:v>0.5</c:v>
                </c:pt>
                <c:pt idx="2158">
                  <c:v>0.5</c:v>
                </c:pt>
                <c:pt idx="2159">
                  <c:v>0.5</c:v>
                </c:pt>
                <c:pt idx="2160">
                  <c:v>0.5</c:v>
                </c:pt>
                <c:pt idx="2161">
                  <c:v>0.5</c:v>
                </c:pt>
                <c:pt idx="2162">
                  <c:v>0.5</c:v>
                </c:pt>
                <c:pt idx="2163">
                  <c:v>0.5</c:v>
                </c:pt>
                <c:pt idx="2164">
                  <c:v>0.5</c:v>
                </c:pt>
                <c:pt idx="2165">
                  <c:v>0.5</c:v>
                </c:pt>
                <c:pt idx="2166">
                  <c:v>0.5</c:v>
                </c:pt>
                <c:pt idx="2167">
                  <c:v>0.5</c:v>
                </c:pt>
                <c:pt idx="2168">
                  <c:v>0.5</c:v>
                </c:pt>
                <c:pt idx="2169">
                  <c:v>0.5</c:v>
                </c:pt>
                <c:pt idx="2170">
                  <c:v>0.5</c:v>
                </c:pt>
                <c:pt idx="2171">
                  <c:v>0.5</c:v>
                </c:pt>
                <c:pt idx="2172">
                  <c:v>0.5</c:v>
                </c:pt>
                <c:pt idx="2173">
                  <c:v>0.5</c:v>
                </c:pt>
                <c:pt idx="2174">
                  <c:v>0.5</c:v>
                </c:pt>
                <c:pt idx="2175">
                  <c:v>0.5</c:v>
                </c:pt>
                <c:pt idx="2176">
                  <c:v>0.5</c:v>
                </c:pt>
                <c:pt idx="2177">
                  <c:v>0.5</c:v>
                </c:pt>
                <c:pt idx="2178">
                  <c:v>0.5</c:v>
                </c:pt>
                <c:pt idx="2179">
                  <c:v>0.5</c:v>
                </c:pt>
                <c:pt idx="2180">
                  <c:v>0.5</c:v>
                </c:pt>
                <c:pt idx="2181">
                  <c:v>0.5</c:v>
                </c:pt>
                <c:pt idx="2182">
                  <c:v>0.5</c:v>
                </c:pt>
                <c:pt idx="2183">
                  <c:v>0.5</c:v>
                </c:pt>
                <c:pt idx="2184">
                  <c:v>0.5</c:v>
                </c:pt>
                <c:pt idx="2185">
                  <c:v>0.5</c:v>
                </c:pt>
                <c:pt idx="2186">
                  <c:v>0.5</c:v>
                </c:pt>
                <c:pt idx="2187">
                  <c:v>0.5</c:v>
                </c:pt>
                <c:pt idx="2188">
                  <c:v>0.5</c:v>
                </c:pt>
                <c:pt idx="2189">
                  <c:v>0.5</c:v>
                </c:pt>
                <c:pt idx="2190">
                  <c:v>0.5</c:v>
                </c:pt>
                <c:pt idx="2191">
                  <c:v>0.5</c:v>
                </c:pt>
                <c:pt idx="2192">
                  <c:v>0.5</c:v>
                </c:pt>
                <c:pt idx="2193">
                  <c:v>0.5</c:v>
                </c:pt>
                <c:pt idx="2194">
                  <c:v>0.5</c:v>
                </c:pt>
                <c:pt idx="2195">
                  <c:v>0.5</c:v>
                </c:pt>
                <c:pt idx="2196">
                  <c:v>0.5</c:v>
                </c:pt>
                <c:pt idx="2197">
                  <c:v>0.5</c:v>
                </c:pt>
                <c:pt idx="2198">
                  <c:v>0.5</c:v>
                </c:pt>
                <c:pt idx="2199">
                  <c:v>0.5</c:v>
                </c:pt>
                <c:pt idx="2200">
                  <c:v>0.5</c:v>
                </c:pt>
                <c:pt idx="2201">
                  <c:v>0.5</c:v>
                </c:pt>
                <c:pt idx="2202">
                  <c:v>0.5</c:v>
                </c:pt>
                <c:pt idx="2203">
                  <c:v>0.5</c:v>
                </c:pt>
                <c:pt idx="2204">
                  <c:v>0.5</c:v>
                </c:pt>
                <c:pt idx="2205">
                  <c:v>0.5</c:v>
                </c:pt>
                <c:pt idx="2206">
                  <c:v>0.5</c:v>
                </c:pt>
                <c:pt idx="2207">
                  <c:v>0.5</c:v>
                </c:pt>
                <c:pt idx="2208">
                  <c:v>0.5</c:v>
                </c:pt>
                <c:pt idx="2209">
                  <c:v>0.5</c:v>
                </c:pt>
                <c:pt idx="2210">
                  <c:v>0.5</c:v>
                </c:pt>
                <c:pt idx="2211">
                  <c:v>0.5</c:v>
                </c:pt>
                <c:pt idx="2212">
                  <c:v>0.5</c:v>
                </c:pt>
                <c:pt idx="2213">
                  <c:v>0.5</c:v>
                </c:pt>
                <c:pt idx="2214">
                  <c:v>0.5</c:v>
                </c:pt>
                <c:pt idx="2215">
                  <c:v>0.5</c:v>
                </c:pt>
                <c:pt idx="2216">
                  <c:v>0.5</c:v>
                </c:pt>
                <c:pt idx="2217">
                  <c:v>0.5</c:v>
                </c:pt>
                <c:pt idx="2218">
                  <c:v>0.5</c:v>
                </c:pt>
                <c:pt idx="2219">
                  <c:v>0.5</c:v>
                </c:pt>
                <c:pt idx="2220">
                  <c:v>0.5</c:v>
                </c:pt>
                <c:pt idx="2221">
                  <c:v>0.5</c:v>
                </c:pt>
                <c:pt idx="2222">
                  <c:v>0.5</c:v>
                </c:pt>
                <c:pt idx="2223">
                  <c:v>0.5</c:v>
                </c:pt>
                <c:pt idx="2224">
                  <c:v>0.5</c:v>
                </c:pt>
                <c:pt idx="2225">
                  <c:v>0.5</c:v>
                </c:pt>
                <c:pt idx="2226">
                  <c:v>0.5</c:v>
                </c:pt>
                <c:pt idx="2227">
                  <c:v>0.5</c:v>
                </c:pt>
                <c:pt idx="2228">
                  <c:v>0.5</c:v>
                </c:pt>
                <c:pt idx="2229">
                  <c:v>0.5</c:v>
                </c:pt>
                <c:pt idx="2230">
                  <c:v>0.5</c:v>
                </c:pt>
                <c:pt idx="2231">
                  <c:v>0.5</c:v>
                </c:pt>
                <c:pt idx="2232">
                  <c:v>0.5</c:v>
                </c:pt>
                <c:pt idx="2233">
                  <c:v>0.5</c:v>
                </c:pt>
                <c:pt idx="2234">
                  <c:v>0.5</c:v>
                </c:pt>
                <c:pt idx="2235">
                  <c:v>0.5</c:v>
                </c:pt>
                <c:pt idx="2236">
                  <c:v>0.5</c:v>
                </c:pt>
                <c:pt idx="2237">
                  <c:v>0.5</c:v>
                </c:pt>
                <c:pt idx="2238">
                  <c:v>0.5</c:v>
                </c:pt>
                <c:pt idx="2239">
                  <c:v>0.5</c:v>
                </c:pt>
                <c:pt idx="2240">
                  <c:v>0.5</c:v>
                </c:pt>
                <c:pt idx="2241">
                  <c:v>0.5</c:v>
                </c:pt>
                <c:pt idx="2242">
                  <c:v>0.5</c:v>
                </c:pt>
                <c:pt idx="2243">
                  <c:v>0.5</c:v>
                </c:pt>
                <c:pt idx="2244">
                  <c:v>0.5</c:v>
                </c:pt>
                <c:pt idx="2245">
                  <c:v>0.5</c:v>
                </c:pt>
                <c:pt idx="2246">
                  <c:v>0.5</c:v>
                </c:pt>
                <c:pt idx="2247">
                  <c:v>0.5</c:v>
                </c:pt>
                <c:pt idx="2248">
                  <c:v>0.5</c:v>
                </c:pt>
                <c:pt idx="2249">
                  <c:v>0.5</c:v>
                </c:pt>
                <c:pt idx="2250">
                  <c:v>0.5</c:v>
                </c:pt>
                <c:pt idx="2251">
                  <c:v>0.5</c:v>
                </c:pt>
                <c:pt idx="2252">
                  <c:v>0.5</c:v>
                </c:pt>
                <c:pt idx="2253">
                  <c:v>0.5</c:v>
                </c:pt>
                <c:pt idx="2254">
                  <c:v>0.5</c:v>
                </c:pt>
                <c:pt idx="2255">
                  <c:v>0.5</c:v>
                </c:pt>
                <c:pt idx="2256">
                  <c:v>0.5</c:v>
                </c:pt>
                <c:pt idx="2257">
                  <c:v>0.5</c:v>
                </c:pt>
                <c:pt idx="2258">
                  <c:v>0.5</c:v>
                </c:pt>
                <c:pt idx="2259">
                  <c:v>0.5</c:v>
                </c:pt>
                <c:pt idx="2260">
                  <c:v>0.5</c:v>
                </c:pt>
                <c:pt idx="2261">
                  <c:v>0.5</c:v>
                </c:pt>
                <c:pt idx="2262">
                  <c:v>0.5</c:v>
                </c:pt>
                <c:pt idx="2263">
                  <c:v>0.5</c:v>
                </c:pt>
                <c:pt idx="2264">
                  <c:v>0.5</c:v>
                </c:pt>
                <c:pt idx="2265">
                  <c:v>0.5</c:v>
                </c:pt>
                <c:pt idx="2266">
                  <c:v>0.5</c:v>
                </c:pt>
                <c:pt idx="2267">
                  <c:v>0.5</c:v>
                </c:pt>
                <c:pt idx="2268">
                  <c:v>0.5</c:v>
                </c:pt>
                <c:pt idx="2269">
                  <c:v>0.5</c:v>
                </c:pt>
                <c:pt idx="2270">
                  <c:v>0.5</c:v>
                </c:pt>
                <c:pt idx="2271">
                  <c:v>0.5</c:v>
                </c:pt>
                <c:pt idx="2272">
                  <c:v>0.5</c:v>
                </c:pt>
                <c:pt idx="2273">
                  <c:v>0.5</c:v>
                </c:pt>
                <c:pt idx="2274">
                  <c:v>0.5</c:v>
                </c:pt>
                <c:pt idx="2275">
                  <c:v>0.5</c:v>
                </c:pt>
                <c:pt idx="2276">
                  <c:v>0.5</c:v>
                </c:pt>
                <c:pt idx="2277">
                  <c:v>0.5</c:v>
                </c:pt>
                <c:pt idx="2278">
                  <c:v>0.5</c:v>
                </c:pt>
                <c:pt idx="2279">
                  <c:v>0.5</c:v>
                </c:pt>
                <c:pt idx="2280">
                  <c:v>0.5</c:v>
                </c:pt>
                <c:pt idx="2281">
                  <c:v>0.5</c:v>
                </c:pt>
                <c:pt idx="2282">
                  <c:v>0.5</c:v>
                </c:pt>
                <c:pt idx="2283">
                  <c:v>0.5</c:v>
                </c:pt>
                <c:pt idx="2284">
                  <c:v>0.5</c:v>
                </c:pt>
                <c:pt idx="2285">
                  <c:v>0.5</c:v>
                </c:pt>
                <c:pt idx="2286">
                  <c:v>0.5</c:v>
                </c:pt>
                <c:pt idx="2287">
                  <c:v>0.5</c:v>
                </c:pt>
                <c:pt idx="2288">
                  <c:v>0.5</c:v>
                </c:pt>
                <c:pt idx="2289">
                  <c:v>0.5</c:v>
                </c:pt>
                <c:pt idx="2290">
                  <c:v>0.5</c:v>
                </c:pt>
                <c:pt idx="2291">
                  <c:v>0.5</c:v>
                </c:pt>
                <c:pt idx="2292">
                  <c:v>0.5</c:v>
                </c:pt>
                <c:pt idx="2293">
                  <c:v>0.5</c:v>
                </c:pt>
                <c:pt idx="2294">
                  <c:v>0.5</c:v>
                </c:pt>
                <c:pt idx="2295">
                  <c:v>0.5</c:v>
                </c:pt>
                <c:pt idx="2296">
                  <c:v>0.5</c:v>
                </c:pt>
                <c:pt idx="2297">
                  <c:v>0.5</c:v>
                </c:pt>
                <c:pt idx="2298">
                  <c:v>0.5</c:v>
                </c:pt>
                <c:pt idx="2299">
                  <c:v>0.5</c:v>
                </c:pt>
                <c:pt idx="2300">
                  <c:v>0.5</c:v>
                </c:pt>
                <c:pt idx="2301">
                  <c:v>0.5</c:v>
                </c:pt>
                <c:pt idx="2302">
                  <c:v>0.5</c:v>
                </c:pt>
                <c:pt idx="2303">
                  <c:v>0.5</c:v>
                </c:pt>
                <c:pt idx="2304">
                  <c:v>0.5</c:v>
                </c:pt>
                <c:pt idx="2305">
                  <c:v>0.5</c:v>
                </c:pt>
                <c:pt idx="2306">
                  <c:v>0.5</c:v>
                </c:pt>
                <c:pt idx="2307">
                  <c:v>0.5</c:v>
                </c:pt>
                <c:pt idx="2308">
                  <c:v>0.5</c:v>
                </c:pt>
                <c:pt idx="2309">
                  <c:v>0.5</c:v>
                </c:pt>
                <c:pt idx="2310">
                  <c:v>0.5</c:v>
                </c:pt>
                <c:pt idx="2311">
                  <c:v>0.5</c:v>
                </c:pt>
                <c:pt idx="2312">
                  <c:v>0.5</c:v>
                </c:pt>
                <c:pt idx="2313">
                  <c:v>0.5</c:v>
                </c:pt>
                <c:pt idx="2314">
                  <c:v>0.5</c:v>
                </c:pt>
                <c:pt idx="2315">
                  <c:v>0.5</c:v>
                </c:pt>
                <c:pt idx="2316">
                  <c:v>0.5</c:v>
                </c:pt>
                <c:pt idx="2317">
                  <c:v>0.5</c:v>
                </c:pt>
                <c:pt idx="2318">
                  <c:v>0.5</c:v>
                </c:pt>
                <c:pt idx="2319">
                  <c:v>0.5</c:v>
                </c:pt>
                <c:pt idx="2320">
                  <c:v>0.5</c:v>
                </c:pt>
                <c:pt idx="2321">
                  <c:v>0.5</c:v>
                </c:pt>
                <c:pt idx="2322">
                  <c:v>0.5</c:v>
                </c:pt>
                <c:pt idx="2323">
                  <c:v>0.5</c:v>
                </c:pt>
                <c:pt idx="2324">
                  <c:v>0.5</c:v>
                </c:pt>
                <c:pt idx="2325">
                  <c:v>0.5</c:v>
                </c:pt>
                <c:pt idx="2326">
                  <c:v>0.5</c:v>
                </c:pt>
                <c:pt idx="2327">
                  <c:v>0.5</c:v>
                </c:pt>
                <c:pt idx="2328">
                  <c:v>0.5</c:v>
                </c:pt>
                <c:pt idx="2329">
                  <c:v>0.5</c:v>
                </c:pt>
                <c:pt idx="2330">
                  <c:v>0.5</c:v>
                </c:pt>
                <c:pt idx="2331">
                  <c:v>0.5</c:v>
                </c:pt>
                <c:pt idx="2332">
                  <c:v>0.5</c:v>
                </c:pt>
                <c:pt idx="2333">
                  <c:v>0.5</c:v>
                </c:pt>
                <c:pt idx="2334">
                  <c:v>0.5</c:v>
                </c:pt>
                <c:pt idx="2335">
                  <c:v>0.5</c:v>
                </c:pt>
                <c:pt idx="2336">
                  <c:v>0.5</c:v>
                </c:pt>
                <c:pt idx="2337">
                  <c:v>0.5</c:v>
                </c:pt>
                <c:pt idx="2338">
                  <c:v>0.5</c:v>
                </c:pt>
                <c:pt idx="2339">
                  <c:v>0.5</c:v>
                </c:pt>
                <c:pt idx="2340">
                  <c:v>0.5</c:v>
                </c:pt>
                <c:pt idx="2341">
                  <c:v>0.5</c:v>
                </c:pt>
                <c:pt idx="2342">
                  <c:v>0.5</c:v>
                </c:pt>
                <c:pt idx="2343">
                  <c:v>0.5</c:v>
                </c:pt>
                <c:pt idx="2344">
                  <c:v>0.5</c:v>
                </c:pt>
                <c:pt idx="2345">
                  <c:v>0.5</c:v>
                </c:pt>
                <c:pt idx="2346">
                  <c:v>0.5</c:v>
                </c:pt>
                <c:pt idx="2347">
                  <c:v>0.5</c:v>
                </c:pt>
                <c:pt idx="2348">
                  <c:v>0.5</c:v>
                </c:pt>
                <c:pt idx="2349">
                  <c:v>0.5</c:v>
                </c:pt>
                <c:pt idx="2350">
                  <c:v>0.5</c:v>
                </c:pt>
                <c:pt idx="2351">
                  <c:v>0.5</c:v>
                </c:pt>
                <c:pt idx="2352">
                  <c:v>0.5</c:v>
                </c:pt>
                <c:pt idx="2353">
                  <c:v>0.5</c:v>
                </c:pt>
                <c:pt idx="2354">
                  <c:v>0.5</c:v>
                </c:pt>
                <c:pt idx="2355">
                  <c:v>0.5</c:v>
                </c:pt>
                <c:pt idx="2356">
                  <c:v>0.5</c:v>
                </c:pt>
                <c:pt idx="2357">
                  <c:v>0.5</c:v>
                </c:pt>
                <c:pt idx="2358">
                  <c:v>0.5</c:v>
                </c:pt>
                <c:pt idx="2359">
                  <c:v>0.5</c:v>
                </c:pt>
                <c:pt idx="2360">
                  <c:v>0.5</c:v>
                </c:pt>
                <c:pt idx="2361">
                  <c:v>0.5</c:v>
                </c:pt>
                <c:pt idx="2362">
                  <c:v>0.5</c:v>
                </c:pt>
                <c:pt idx="2363">
                  <c:v>0.5</c:v>
                </c:pt>
                <c:pt idx="2364">
                  <c:v>0.5</c:v>
                </c:pt>
                <c:pt idx="2365">
                  <c:v>0.5</c:v>
                </c:pt>
                <c:pt idx="2366">
                  <c:v>0.5</c:v>
                </c:pt>
                <c:pt idx="2367">
                  <c:v>0.5</c:v>
                </c:pt>
                <c:pt idx="2368">
                  <c:v>0.5</c:v>
                </c:pt>
                <c:pt idx="2369">
                  <c:v>0.5</c:v>
                </c:pt>
                <c:pt idx="2370">
                  <c:v>0.5</c:v>
                </c:pt>
                <c:pt idx="2371">
                  <c:v>0.5</c:v>
                </c:pt>
                <c:pt idx="2372">
                  <c:v>0.5</c:v>
                </c:pt>
                <c:pt idx="2373">
                  <c:v>0.5</c:v>
                </c:pt>
                <c:pt idx="2374">
                  <c:v>0.5</c:v>
                </c:pt>
                <c:pt idx="2375">
                  <c:v>0.5</c:v>
                </c:pt>
                <c:pt idx="2376">
                  <c:v>0.5</c:v>
                </c:pt>
                <c:pt idx="2377">
                  <c:v>0.5</c:v>
                </c:pt>
                <c:pt idx="2378">
                  <c:v>0.5</c:v>
                </c:pt>
                <c:pt idx="2379">
                  <c:v>0.5</c:v>
                </c:pt>
                <c:pt idx="2380">
                  <c:v>0.5</c:v>
                </c:pt>
                <c:pt idx="2381">
                  <c:v>0.5</c:v>
                </c:pt>
                <c:pt idx="2382">
                  <c:v>0.5</c:v>
                </c:pt>
                <c:pt idx="2383">
                  <c:v>0.5</c:v>
                </c:pt>
                <c:pt idx="2384">
                  <c:v>0.5</c:v>
                </c:pt>
                <c:pt idx="2385">
                  <c:v>0.5</c:v>
                </c:pt>
                <c:pt idx="2386">
                  <c:v>0.5</c:v>
                </c:pt>
                <c:pt idx="2387">
                  <c:v>0.5</c:v>
                </c:pt>
                <c:pt idx="2388">
                  <c:v>0.5</c:v>
                </c:pt>
                <c:pt idx="2389">
                  <c:v>0.5</c:v>
                </c:pt>
                <c:pt idx="2390">
                  <c:v>0.5</c:v>
                </c:pt>
                <c:pt idx="2391">
                  <c:v>0.5</c:v>
                </c:pt>
                <c:pt idx="2392">
                  <c:v>0.5</c:v>
                </c:pt>
                <c:pt idx="2393">
                  <c:v>0.5</c:v>
                </c:pt>
                <c:pt idx="2394">
                  <c:v>0.5</c:v>
                </c:pt>
                <c:pt idx="2395">
                  <c:v>0.5</c:v>
                </c:pt>
                <c:pt idx="2396">
                  <c:v>0.5</c:v>
                </c:pt>
                <c:pt idx="2397">
                  <c:v>0.5</c:v>
                </c:pt>
                <c:pt idx="2398">
                  <c:v>0.5</c:v>
                </c:pt>
                <c:pt idx="2399">
                  <c:v>0.5</c:v>
                </c:pt>
                <c:pt idx="2400">
                  <c:v>0.5</c:v>
                </c:pt>
                <c:pt idx="2401">
                  <c:v>0.5</c:v>
                </c:pt>
                <c:pt idx="2402">
                  <c:v>0.5</c:v>
                </c:pt>
                <c:pt idx="2403">
                  <c:v>0.5</c:v>
                </c:pt>
                <c:pt idx="2404">
                  <c:v>0.5</c:v>
                </c:pt>
                <c:pt idx="2405">
                  <c:v>0.5</c:v>
                </c:pt>
                <c:pt idx="2406">
                  <c:v>0.5</c:v>
                </c:pt>
                <c:pt idx="2407">
                  <c:v>0.5</c:v>
                </c:pt>
                <c:pt idx="2408">
                  <c:v>0.5</c:v>
                </c:pt>
                <c:pt idx="2409">
                  <c:v>0.5</c:v>
                </c:pt>
                <c:pt idx="2410">
                  <c:v>0.5</c:v>
                </c:pt>
                <c:pt idx="2411">
                  <c:v>0.5</c:v>
                </c:pt>
                <c:pt idx="2412">
                  <c:v>0.5</c:v>
                </c:pt>
                <c:pt idx="2413">
                  <c:v>0.5</c:v>
                </c:pt>
                <c:pt idx="2414">
                  <c:v>0.5</c:v>
                </c:pt>
                <c:pt idx="2415">
                  <c:v>0.5</c:v>
                </c:pt>
                <c:pt idx="2416">
                  <c:v>0.5</c:v>
                </c:pt>
                <c:pt idx="2417">
                  <c:v>0.5</c:v>
                </c:pt>
                <c:pt idx="2418">
                  <c:v>0.5</c:v>
                </c:pt>
                <c:pt idx="2419">
                  <c:v>0.5</c:v>
                </c:pt>
                <c:pt idx="2420">
                  <c:v>0.5</c:v>
                </c:pt>
                <c:pt idx="2421">
                  <c:v>0.5</c:v>
                </c:pt>
                <c:pt idx="2422">
                  <c:v>0.5</c:v>
                </c:pt>
                <c:pt idx="2423">
                  <c:v>0.5</c:v>
                </c:pt>
                <c:pt idx="2424">
                  <c:v>0.5</c:v>
                </c:pt>
                <c:pt idx="2425">
                  <c:v>0.5</c:v>
                </c:pt>
                <c:pt idx="2426">
                  <c:v>0.5</c:v>
                </c:pt>
                <c:pt idx="2427">
                  <c:v>0.5</c:v>
                </c:pt>
                <c:pt idx="2428">
                  <c:v>0.5</c:v>
                </c:pt>
                <c:pt idx="2429">
                  <c:v>0.5</c:v>
                </c:pt>
                <c:pt idx="2430">
                  <c:v>0.5</c:v>
                </c:pt>
                <c:pt idx="2431">
                  <c:v>0.5</c:v>
                </c:pt>
                <c:pt idx="2432">
                  <c:v>0.5</c:v>
                </c:pt>
                <c:pt idx="2433">
                  <c:v>0.5</c:v>
                </c:pt>
                <c:pt idx="2434">
                  <c:v>0.5</c:v>
                </c:pt>
                <c:pt idx="2435">
                  <c:v>0.5</c:v>
                </c:pt>
                <c:pt idx="2436">
                  <c:v>0.5</c:v>
                </c:pt>
                <c:pt idx="2437">
                  <c:v>0.5</c:v>
                </c:pt>
                <c:pt idx="2438">
                  <c:v>0.5</c:v>
                </c:pt>
                <c:pt idx="2439">
                  <c:v>0.5</c:v>
                </c:pt>
                <c:pt idx="2440">
                  <c:v>0.5</c:v>
                </c:pt>
                <c:pt idx="2441">
                  <c:v>0.5</c:v>
                </c:pt>
                <c:pt idx="2442">
                  <c:v>0.5</c:v>
                </c:pt>
                <c:pt idx="2443">
                  <c:v>0.5</c:v>
                </c:pt>
                <c:pt idx="2444">
                  <c:v>0.5</c:v>
                </c:pt>
                <c:pt idx="2445">
                  <c:v>0.5</c:v>
                </c:pt>
                <c:pt idx="2446">
                  <c:v>0.5</c:v>
                </c:pt>
                <c:pt idx="2447">
                  <c:v>0.5</c:v>
                </c:pt>
                <c:pt idx="2448">
                  <c:v>0.5</c:v>
                </c:pt>
                <c:pt idx="2449">
                  <c:v>0.5</c:v>
                </c:pt>
                <c:pt idx="2450">
                  <c:v>0.5</c:v>
                </c:pt>
                <c:pt idx="2451">
                  <c:v>0.5</c:v>
                </c:pt>
                <c:pt idx="2452">
                  <c:v>0.5</c:v>
                </c:pt>
                <c:pt idx="2453">
                  <c:v>0.5</c:v>
                </c:pt>
                <c:pt idx="2454">
                  <c:v>0.5</c:v>
                </c:pt>
                <c:pt idx="2455">
                  <c:v>0.5</c:v>
                </c:pt>
                <c:pt idx="2456">
                  <c:v>0.5</c:v>
                </c:pt>
                <c:pt idx="2457">
                  <c:v>0.5</c:v>
                </c:pt>
                <c:pt idx="2458">
                  <c:v>0.5</c:v>
                </c:pt>
                <c:pt idx="2459">
                  <c:v>0.5</c:v>
                </c:pt>
                <c:pt idx="2460">
                  <c:v>0.5</c:v>
                </c:pt>
                <c:pt idx="2461">
                  <c:v>0.5</c:v>
                </c:pt>
                <c:pt idx="2462">
                  <c:v>0.5</c:v>
                </c:pt>
                <c:pt idx="2463">
                  <c:v>0.5</c:v>
                </c:pt>
                <c:pt idx="2464">
                  <c:v>0.5</c:v>
                </c:pt>
                <c:pt idx="2465">
                  <c:v>0.5</c:v>
                </c:pt>
                <c:pt idx="2466">
                  <c:v>0.5</c:v>
                </c:pt>
                <c:pt idx="2467">
                  <c:v>0.5</c:v>
                </c:pt>
                <c:pt idx="2468">
                  <c:v>0.5</c:v>
                </c:pt>
                <c:pt idx="2469">
                  <c:v>0.5</c:v>
                </c:pt>
                <c:pt idx="2470">
                  <c:v>0.5</c:v>
                </c:pt>
                <c:pt idx="2471">
                  <c:v>0.5</c:v>
                </c:pt>
                <c:pt idx="2472">
                  <c:v>0.5</c:v>
                </c:pt>
                <c:pt idx="2473">
                  <c:v>0.5</c:v>
                </c:pt>
                <c:pt idx="2474">
                  <c:v>0.5</c:v>
                </c:pt>
                <c:pt idx="2475">
                  <c:v>0.5</c:v>
                </c:pt>
                <c:pt idx="2476">
                  <c:v>0.5</c:v>
                </c:pt>
                <c:pt idx="2477">
                  <c:v>0.5</c:v>
                </c:pt>
                <c:pt idx="2478">
                  <c:v>0.5</c:v>
                </c:pt>
                <c:pt idx="2479">
                  <c:v>0.5</c:v>
                </c:pt>
                <c:pt idx="2480">
                  <c:v>0.5</c:v>
                </c:pt>
                <c:pt idx="2481">
                  <c:v>0.5</c:v>
                </c:pt>
                <c:pt idx="2482">
                  <c:v>0.5</c:v>
                </c:pt>
                <c:pt idx="2483">
                  <c:v>0.5</c:v>
                </c:pt>
                <c:pt idx="2484">
                  <c:v>0.5</c:v>
                </c:pt>
                <c:pt idx="2485">
                  <c:v>0.5</c:v>
                </c:pt>
                <c:pt idx="2486">
                  <c:v>0.5</c:v>
                </c:pt>
                <c:pt idx="2487">
                  <c:v>0.5</c:v>
                </c:pt>
                <c:pt idx="2488">
                  <c:v>0.5</c:v>
                </c:pt>
                <c:pt idx="2489">
                  <c:v>0.5</c:v>
                </c:pt>
                <c:pt idx="2490">
                  <c:v>0.5</c:v>
                </c:pt>
                <c:pt idx="2491">
                  <c:v>0.5</c:v>
                </c:pt>
                <c:pt idx="2492">
                  <c:v>0.5</c:v>
                </c:pt>
                <c:pt idx="2493">
                  <c:v>0.5</c:v>
                </c:pt>
                <c:pt idx="2494">
                  <c:v>0.5</c:v>
                </c:pt>
                <c:pt idx="2495">
                  <c:v>0.5</c:v>
                </c:pt>
                <c:pt idx="2496">
                  <c:v>0.5</c:v>
                </c:pt>
                <c:pt idx="2497">
                  <c:v>0.5</c:v>
                </c:pt>
                <c:pt idx="2498">
                  <c:v>0.5</c:v>
                </c:pt>
                <c:pt idx="2499">
                  <c:v>0.5</c:v>
                </c:pt>
                <c:pt idx="2500">
                  <c:v>0.5</c:v>
                </c:pt>
                <c:pt idx="2501">
                  <c:v>0.5</c:v>
                </c:pt>
                <c:pt idx="2502">
                  <c:v>0.5</c:v>
                </c:pt>
                <c:pt idx="2503">
                  <c:v>0.5</c:v>
                </c:pt>
                <c:pt idx="2504">
                  <c:v>0.5</c:v>
                </c:pt>
                <c:pt idx="2505">
                  <c:v>0.5</c:v>
                </c:pt>
                <c:pt idx="2506">
                  <c:v>0.5</c:v>
                </c:pt>
                <c:pt idx="2507">
                  <c:v>0.5</c:v>
                </c:pt>
                <c:pt idx="2508">
                  <c:v>0.5</c:v>
                </c:pt>
                <c:pt idx="2509">
                  <c:v>0.5</c:v>
                </c:pt>
                <c:pt idx="2510">
                  <c:v>0.5</c:v>
                </c:pt>
                <c:pt idx="2511">
                  <c:v>0.5</c:v>
                </c:pt>
                <c:pt idx="2512">
                  <c:v>0.5</c:v>
                </c:pt>
                <c:pt idx="2513">
                  <c:v>0.5</c:v>
                </c:pt>
                <c:pt idx="2514">
                  <c:v>0.5</c:v>
                </c:pt>
                <c:pt idx="2515">
                  <c:v>0.5</c:v>
                </c:pt>
                <c:pt idx="2516">
                  <c:v>0.5</c:v>
                </c:pt>
                <c:pt idx="2517">
                  <c:v>0.5</c:v>
                </c:pt>
                <c:pt idx="2518">
                  <c:v>0.5</c:v>
                </c:pt>
                <c:pt idx="2519">
                  <c:v>0.5</c:v>
                </c:pt>
                <c:pt idx="2520">
                  <c:v>0.5</c:v>
                </c:pt>
                <c:pt idx="2521">
                  <c:v>0.5</c:v>
                </c:pt>
                <c:pt idx="2522">
                  <c:v>0.5</c:v>
                </c:pt>
                <c:pt idx="2523">
                  <c:v>0.5</c:v>
                </c:pt>
                <c:pt idx="2524">
                  <c:v>0.5</c:v>
                </c:pt>
                <c:pt idx="2525">
                  <c:v>0.5</c:v>
                </c:pt>
                <c:pt idx="2526">
                  <c:v>0.5</c:v>
                </c:pt>
                <c:pt idx="2527">
                  <c:v>0.5</c:v>
                </c:pt>
                <c:pt idx="2528">
                  <c:v>0.5</c:v>
                </c:pt>
                <c:pt idx="2529">
                  <c:v>0.5</c:v>
                </c:pt>
                <c:pt idx="2530">
                  <c:v>0.5</c:v>
                </c:pt>
                <c:pt idx="2531">
                  <c:v>0.5</c:v>
                </c:pt>
                <c:pt idx="2532">
                  <c:v>0.5</c:v>
                </c:pt>
                <c:pt idx="2533">
                  <c:v>0.5</c:v>
                </c:pt>
                <c:pt idx="2534">
                  <c:v>0.5</c:v>
                </c:pt>
                <c:pt idx="2535">
                  <c:v>0.5</c:v>
                </c:pt>
                <c:pt idx="2536">
                  <c:v>0.5</c:v>
                </c:pt>
                <c:pt idx="2537">
                  <c:v>0.5</c:v>
                </c:pt>
                <c:pt idx="2538">
                  <c:v>0.5</c:v>
                </c:pt>
                <c:pt idx="2539">
                  <c:v>0.5</c:v>
                </c:pt>
                <c:pt idx="2540">
                  <c:v>0.5</c:v>
                </c:pt>
                <c:pt idx="2541">
                  <c:v>0.5</c:v>
                </c:pt>
                <c:pt idx="2542">
                  <c:v>0.5</c:v>
                </c:pt>
                <c:pt idx="2543">
                  <c:v>0.5</c:v>
                </c:pt>
                <c:pt idx="2544">
                  <c:v>0.5</c:v>
                </c:pt>
                <c:pt idx="2545">
                  <c:v>0.5</c:v>
                </c:pt>
                <c:pt idx="2546">
                  <c:v>0.5</c:v>
                </c:pt>
                <c:pt idx="2547">
                  <c:v>0.5</c:v>
                </c:pt>
                <c:pt idx="2548">
                  <c:v>0.5</c:v>
                </c:pt>
                <c:pt idx="2549">
                  <c:v>0.5</c:v>
                </c:pt>
                <c:pt idx="2550">
                  <c:v>0.5</c:v>
                </c:pt>
                <c:pt idx="2551">
                  <c:v>0.5</c:v>
                </c:pt>
                <c:pt idx="2552">
                  <c:v>0.5</c:v>
                </c:pt>
                <c:pt idx="2553">
                  <c:v>0.5</c:v>
                </c:pt>
                <c:pt idx="2554">
                  <c:v>0.5</c:v>
                </c:pt>
                <c:pt idx="2555">
                  <c:v>0.5</c:v>
                </c:pt>
                <c:pt idx="2556">
                  <c:v>0.5</c:v>
                </c:pt>
                <c:pt idx="2557">
                  <c:v>0.5</c:v>
                </c:pt>
                <c:pt idx="2558">
                  <c:v>0.5</c:v>
                </c:pt>
                <c:pt idx="2559">
                  <c:v>0.5</c:v>
                </c:pt>
                <c:pt idx="2560">
                  <c:v>0.5</c:v>
                </c:pt>
                <c:pt idx="2561">
                  <c:v>0.5</c:v>
                </c:pt>
                <c:pt idx="2562">
                  <c:v>0.5</c:v>
                </c:pt>
                <c:pt idx="2563">
                  <c:v>0.5</c:v>
                </c:pt>
                <c:pt idx="2564">
                  <c:v>0.5</c:v>
                </c:pt>
                <c:pt idx="2565">
                  <c:v>0.5</c:v>
                </c:pt>
                <c:pt idx="2566">
                  <c:v>0.5</c:v>
                </c:pt>
                <c:pt idx="2567">
                  <c:v>0.5</c:v>
                </c:pt>
                <c:pt idx="2568">
                  <c:v>0.5</c:v>
                </c:pt>
                <c:pt idx="2569">
                  <c:v>0.5</c:v>
                </c:pt>
                <c:pt idx="2570">
                  <c:v>0.5</c:v>
                </c:pt>
                <c:pt idx="2571">
                  <c:v>0.5</c:v>
                </c:pt>
                <c:pt idx="2572">
                  <c:v>0.5</c:v>
                </c:pt>
                <c:pt idx="2573">
                  <c:v>0.5</c:v>
                </c:pt>
                <c:pt idx="2574">
                  <c:v>0.5</c:v>
                </c:pt>
                <c:pt idx="2575">
                  <c:v>0.5</c:v>
                </c:pt>
                <c:pt idx="2576">
                  <c:v>0.5</c:v>
                </c:pt>
                <c:pt idx="2577">
                  <c:v>0.5</c:v>
                </c:pt>
                <c:pt idx="2578">
                  <c:v>0.5</c:v>
                </c:pt>
                <c:pt idx="2579">
                  <c:v>0.5</c:v>
                </c:pt>
                <c:pt idx="2580">
                  <c:v>0.5</c:v>
                </c:pt>
                <c:pt idx="2581">
                  <c:v>0.5</c:v>
                </c:pt>
                <c:pt idx="2582">
                  <c:v>0.5</c:v>
                </c:pt>
                <c:pt idx="2583">
                  <c:v>0.5</c:v>
                </c:pt>
                <c:pt idx="2584">
                  <c:v>0.5</c:v>
                </c:pt>
                <c:pt idx="2585">
                  <c:v>0.5</c:v>
                </c:pt>
                <c:pt idx="2586">
                  <c:v>0.5</c:v>
                </c:pt>
                <c:pt idx="2587">
                  <c:v>0.5</c:v>
                </c:pt>
                <c:pt idx="2588">
                  <c:v>0.5</c:v>
                </c:pt>
                <c:pt idx="2589">
                  <c:v>0.5</c:v>
                </c:pt>
                <c:pt idx="2590">
                  <c:v>0.5</c:v>
                </c:pt>
                <c:pt idx="2591">
                  <c:v>0.5</c:v>
                </c:pt>
                <c:pt idx="2592">
                  <c:v>0.5</c:v>
                </c:pt>
                <c:pt idx="2593">
                  <c:v>0.5</c:v>
                </c:pt>
                <c:pt idx="2594">
                  <c:v>0.5</c:v>
                </c:pt>
                <c:pt idx="2595">
                  <c:v>0.5</c:v>
                </c:pt>
                <c:pt idx="2596">
                  <c:v>0.5</c:v>
                </c:pt>
                <c:pt idx="2597">
                  <c:v>0.5</c:v>
                </c:pt>
                <c:pt idx="2598">
                  <c:v>0.5</c:v>
                </c:pt>
                <c:pt idx="2599">
                  <c:v>0.5</c:v>
                </c:pt>
                <c:pt idx="2600">
                  <c:v>0.5</c:v>
                </c:pt>
                <c:pt idx="2601">
                  <c:v>0.5</c:v>
                </c:pt>
                <c:pt idx="2602">
                  <c:v>0.5</c:v>
                </c:pt>
                <c:pt idx="2603">
                  <c:v>0.5</c:v>
                </c:pt>
                <c:pt idx="2604">
                  <c:v>0.5</c:v>
                </c:pt>
                <c:pt idx="2605">
                  <c:v>0.5</c:v>
                </c:pt>
                <c:pt idx="2606">
                  <c:v>0.5</c:v>
                </c:pt>
                <c:pt idx="2607">
                  <c:v>0.5</c:v>
                </c:pt>
                <c:pt idx="2608">
                  <c:v>0.5</c:v>
                </c:pt>
                <c:pt idx="2609">
                  <c:v>0.5</c:v>
                </c:pt>
                <c:pt idx="2610">
                  <c:v>0.5</c:v>
                </c:pt>
                <c:pt idx="2611">
                  <c:v>0.5</c:v>
                </c:pt>
                <c:pt idx="2612">
                  <c:v>0.5</c:v>
                </c:pt>
                <c:pt idx="2613">
                  <c:v>0.5</c:v>
                </c:pt>
                <c:pt idx="2614">
                  <c:v>0.5</c:v>
                </c:pt>
                <c:pt idx="2615">
                  <c:v>0.5</c:v>
                </c:pt>
                <c:pt idx="2616">
                  <c:v>0.5</c:v>
                </c:pt>
                <c:pt idx="2617">
                  <c:v>0.5</c:v>
                </c:pt>
                <c:pt idx="2618">
                  <c:v>0.5</c:v>
                </c:pt>
                <c:pt idx="2619">
                  <c:v>0.5</c:v>
                </c:pt>
                <c:pt idx="2620">
                  <c:v>0.5</c:v>
                </c:pt>
                <c:pt idx="2621">
                  <c:v>0.5</c:v>
                </c:pt>
                <c:pt idx="2622">
                  <c:v>0.5</c:v>
                </c:pt>
                <c:pt idx="2623">
                  <c:v>0.5</c:v>
                </c:pt>
                <c:pt idx="2624">
                  <c:v>0.5</c:v>
                </c:pt>
                <c:pt idx="2625">
                  <c:v>0.5</c:v>
                </c:pt>
                <c:pt idx="2626">
                  <c:v>0.5</c:v>
                </c:pt>
                <c:pt idx="2627">
                  <c:v>0.5</c:v>
                </c:pt>
                <c:pt idx="2628">
                  <c:v>0.5</c:v>
                </c:pt>
                <c:pt idx="2629">
                  <c:v>0.5</c:v>
                </c:pt>
                <c:pt idx="2630">
                  <c:v>0.5</c:v>
                </c:pt>
                <c:pt idx="2631">
                  <c:v>0.5</c:v>
                </c:pt>
                <c:pt idx="2632">
                  <c:v>0.5</c:v>
                </c:pt>
                <c:pt idx="2633">
                  <c:v>0.5</c:v>
                </c:pt>
                <c:pt idx="2634">
                  <c:v>0.5</c:v>
                </c:pt>
                <c:pt idx="2635">
                  <c:v>0.5</c:v>
                </c:pt>
                <c:pt idx="2636">
                  <c:v>0.5</c:v>
                </c:pt>
                <c:pt idx="2637">
                  <c:v>0.5</c:v>
                </c:pt>
                <c:pt idx="2638">
                  <c:v>0.5</c:v>
                </c:pt>
                <c:pt idx="2639">
                  <c:v>0.5</c:v>
                </c:pt>
                <c:pt idx="2640">
                  <c:v>0.5</c:v>
                </c:pt>
                <c:pt idx="2641">
                  <c:v>0.5</c:v>
                </c:pt>
                <c:pt idx="2642">
                  <c:v>0.5</c:v>
                </c:pt>
                <c:pt idx="2643">
                  <c:v>0.5</c:v>
                </c:pt>
                <c:pt idx="2644">
                  <c:v>0.5</c:v>
                </c:pt>
                <c:pt idx="2645">
                  <c:v>0.5</c:v>
                </c:pt>
                <c:pt idx="2646">
                  <c:v>0.5</c:v>
                </c:pt>
                <c:pt idx="2647">
                  <c:v>0.5</c:v>
                </c:pt>
                <c:pt idx="2648">
                  <c:v>0.5</c:v>
                </c:pt>
                <c:pt idx="2649">
                  <c:v>0.5</c:v>
                </c:pt>
                <c:pt idx="2650">
                  <c:v>0.5</c:v>
                </c:pt>
                <c:pt idx="2651">
                  <c:v>0.5</c:v>
                </c:pt>
                <c:pt idx="2652">
                  <c:v>0.5</c:v>
                </c:pt>
                <c:pt idx="2653">
                  <c:v>0.5</c:v>
                </c:pt>
                <c:pt idx="2654">
                  <c:v>0.5</c:v>
                </c:pt>
                <c:pt idx="2655">
                  <c:v>0.5</c:v>
                </c:pt>
                <c:pt idx="2656">
                  <c:v>0.5</c:v>
                </c:pt>
                <c:pt idx="2657">
                  <c:v>0.5</c:v>
                </c:pt>
                <c:pt idx="2658">
                  <c:v>0.5</c:v>
                </c:pt>
                <c:pt idx="2659">
                  <c:v>0.5</c:v>
                </c:pt>
                <c:pt idx="2660">
                  <c:v>0.5</c:v>
                </c:pt>
                <c:pt idx="2661">
                  <c:v>0.5</c:v>
                </c:pt>
                <c:pt idx="2662">
                  <c:v>0.5</c:v>
                </c:pt>
                <c:pt idx="2663">
                  <c:v>0.5</c:v>
                </c:pt>
                <c:pt idx="2664">
                  <c:v>0.5</c:v>
                </c:pt>
                <c:pt idx="2665">
                  <c:v>0.5</c:v>
                </c:pt>
                <c:pt idx="2666">
                  <c:v>0.5</c:v>
                </c:pt>
                <c:pt idx="2667">
                  <c:v>0.5</c:v>
                </c:pt>
                <c:pt idx="2668">
                  <c:v>0.5</c:v>
                </c:pt>
                <c:pt idx="2669">
                  <c:v>0.5</c:v>
                </c:pt>
                <c:pt idx="2670">
                  <c:v>0.5</c:v>
                </c:pt>
                <c:pt idx="2671">
                  <c:v>0.5</c:v>
                </c:pt>
                <c:pt idx="2672">
                  <c:v>0.5</c:v>
                </c:pt>
                <c:pt idx="2673">
                  <c:v>0.5</c:v>
                </c:pt>
                <c:pt idx="2674">
                  <c:v>0.5</c:v>
                </c:pt>
                <c:pt idx="2675">
                  <c:v>0.5</c:v>
                </c:pt>
                <c:pt idx="2676">
                  <c:v>0.5</c:v>
                </c:pt>
                <c:pt idx="2677">
                  <c:v>0.5</c:v>
                </c:pt>
                <c:pt idx="2678">
                  <c:v>0.5</c:v>
                </c:pt>
                <c:pt idx="2679">
                  <c:v>0.5</c:v>
                </c:pt>
                <c:pt idx="2680">
                  <c:v>0.5</c:v>
                </c:pt>
                <c:pt idx="2681">
                  <c:v>0.5</c:v>
                </c:pt>
                <c:pt idx="2682">
                  <c:v>0.5</c:v>
                </c:pt>
                <c:pt idx="2683">
                  <c:v>0.5</c:v>
                </c:pt>
                <c:pt idx="2684">
                  <c:v>0.5</c:v>
                </c:pt>
                <c:pt idx="2685">
                  <c:v>0.5</c:v>
                </c:pt>
                <c:pt idx="2686">
                  <c:v>0.5</c:v>
                </c:pt>
                <c:pt idx="2687">
                  <c:v>0.5</c:v>
                </c:pt>
                <c:pt idx="2688">
                  <c:v>0.5</c:v>
                </c:pt>
                <c:pt idx="2689">
                  <c:v>0.5</c:v>
                </c:pt>
                <c:pt idx="2690">
                  <c:v>0.5</c:v>
                </c:pt>
                <c:pt idx="2691">
                  <c:v>0.5</c:v>
                </c:pt>
                <c:pt idx="2692">
                  <c:v>0.5</c:v>
                </c:pt>
                <c:pt idx="2693">
                  <c:v>0.5</c:v>
                </c:pt>
                <c:pt idx="2694">
                  <c:v>0.5</c:v>
                </c:pt>
                <c:pt idx="2695">
                  <c:v>0.5</c:v>
                </c:pt>
                <c:pt idx="2696">
                  <c:v>0.5</c:v>
                </c:pt>
                <c:pt idx="2697">
                  <c:v>0.5</c:v>
                </c:pt>
                <c:pt idx="2698">
                  <c:v>0.5</c:v>
                </c:pt>
                <c:pt idx="2699">
                  <c:v>0.5</c:v>
                </c:pt>
                <c:pt idx="2700">
                  <c:v>0.5</c:v>
                </c:pt>
                <c:pt idx="2701">
                  <c:v>0.5</c:v>
                </c:pt>
                <c:pt idx="2702">
                  <c:v>0.5</c:v>
                </c:pt>
                <c:pt idx="2703">
                  <c:v>0.5</c:v>
                </c:pt>
                <c:pt idx="2704">
                  <c:v>0.5</c:v>
                </c:pt>
                <c:pt idx="2705">
                  <c:v>0.5</c:v>
                </c:pt>
                <c:pt idx="2706">
                  <c:v>0.5</c:v>
                </c:pt>
                <c:pt idx="2707">
                  <c:v>0.5</c:v>
                </c:pt>
                <c:pt idx="2708">
                  <c:v>0.5</c:v>
                </c:pt>
                <c:pt idx="2709">
                  <c:v>0.5</c:v>
                </c:pt>
                <c:pt idx="2710">
                  <c:v>0.5</c:v>
                </c:pt>
                <c:pt idx="2711">
                  <c:v>0.5</c:v>
                </c:pt>
                <c:pt idx="2712">
                  <c:v>0.5</c:v>
                </c:pt>
                <c:pt idx="2713">
                  <c:v>0.5</c:v>
                </c:pt>
                <c:pt idx="2714">
                  <c:v>0.5</c:v>
                </c:pt>
                <c:pt idx="2715">
                  <c:v>0.5</c:v>
                </c:pt>
                <c:pt idx="2716">
                  <c:v>0.5</c:v>
                </c:pt>
                <c:pt idx="2717">
                  <c:v>0.5</c:v>
                </c:pt>
                <c:pt idx="2718">
                  <c:v>0.5</c:v>
                </c:pt>
                <c:pt idx="2719">
                  <c:v>0.5</c:v>
                </c:pt>
                <c:pt idx="2720">
                  <c:v>0.5</c:v>
                </c:pt>
                <c:pt idx="2721">
                  <c:v>0.5</c:v>
                </c:pt>
                <c:pt idx="2722">
                  <c:v>0.5</c:v>
                </c:pt>
                <c:pt idx="2723">
                  <c:v>0.5</c:v>
                </c:pt>
                <c:pt idx="2724">
                  <c:v>0.5</c:v>
                </c:pt>
                <c:pt idx="2725">
                  <c:v>0.5</c:v>
                </c:pt>
                <c:pt idx="2726">
                  <c:v>0.5</c:v>
                </c:pt>
                <c:pt idx="2727">
                  <c:v>0.5</c:v>
                </c:pt>
                <c:pt idx="2728">
                  <c:v>0.5</c:v>
                </c:pt>
                <c:pt idx="2729">
                  <c:v>0.5</c:v>
                </c:pt>
                <c:pt idx="2730">
                  <c:v>0.5</c:v>
                </c:pt>
                <c:pt idx="2731">
                  <c:v>0.5</c:v>
                </c:pt>
                <c:pt idx="2732">
                  <c:v>0.5</c:v>
                </c:pt>
                <c:pt idx="2733">
                  <c:v>0.5</c:v>
                </c:pt>
                <c:pt idx="2734">
                  <c:v>0.5</c:v>
                </c:pt>
                <c:pt idx="2735">
                  <c:v>0.5</c:v>
                </c:pt>
                <c:pt idx="2736">
                  <c:v>0.5</c:v>
                </c:pt>
                <c:pt idx="2737">
                  <c:v>0.5</c:v>
                </c:pt>
                <c:pt idx="2738">
                  <c:v>0.5</c:v>
                </c:pt>
                <c:pt idx="2739">
                  <c:v>0.5</c:v>
                </c:pt>
                <c:pt idx="2740">
                  <c:v>0.5</c:v>
                </c:pt>
                <c:pt idx="2741">
                  <c:v>0.5</c:v>
                </c:pt>
                <c:pt idx="2742">
                  <c:v>0.5</c:v>
                </c:pt>
                <c:pt idx="2743">
                  <c:v>0.5</c:v>
                </c:pt>
                <c:pt idx="2744">
                  <c:v>0.5</c:v>
                </c:pt>
                <c:pt idx="2745">
                  <c:v>0.5</c:v>
                </c:pt>
                <c:pt idx="2746">
                  <c:v>0.5</c:v>
                </c:pt>
                <c:pt idx="2747">
                  <c:v>0.5</c:v>
                </c:pt>
                <c:pt idx="2748">
                  <c:v>0.5</c:v>
                </c:pt>
                <c:pt idx="2749">
                  <c:v>0.5</c:v>
                </c:pt>
                <c:pt idx="2750">
                  <c:v>0.5</c:v>
                </c:pt>
                <c:pt idx="2751">
                  <c:v>0.5</c:v>
                </c:pt>
                <c:pt idx="2752">
                  <c:v>0.5</c:v>
                </c:pt>
                <c:pt idx="2753">
                  <c:v>0.5</c:v>
                </c:pt>
                <c:pt idx="2754">
                  <c:v>0.5</c:v>
                </c:pt>
                <c:pt idx="2755">
                  <c:v>0.5</c:v>
                </c:pt>
                <c:pt idx="2756">
                  <c:v>0.5</c:v>
                </c:pt>
                <c:pt idx="2757">
                  <c:v>0.5</c:v>
                </c:pt>
                <c:pt idx="2758">
                  <c:v>0.5</c:v>
                </c:pt>
                <c:pt idx="2759">
                  <c:v>0.5</c:v>
                </c:pt>
                <c:pt idx="2760">
                  <c:v>0.5</c:v>
                </c:pt>
                <c:pt idx="2761">
                  <c:v>0.5</c:v>
                </c:pt>
                <c:pt idx="2762">
                  <c:v>0.5</c:v>
                </c:pt>
                <c:pt idx="2763">
                  <c:v>0.5</c:v>
                </c:pt>
                <c:pt idx="2764">
                  <c:v>0.5</c:v>
                </c:pt>
                <c:pt idx="2765">
                  <c:v>0.5</c:v>
                </c:pt>
                <c:pt idx="2766">
                  <c:v>0.5</c:v>
                </c:pt>
                <c:pt idx="2767">
                  <c:v>0.5</c:v>
                </c:pt>
                <c:pt idx="2768">
                  <c:v>0.5</c:v>
                </c:pt>
                <c:pt idx="2769">
                  <c:v>0.5</c:v>
                </c:pt>
                <c:pt idx="2770">
                  <c:v>0.5</c:v>
                </c:pt>
                <c:pt idx="2771">
                  <c:v>0.5</c:v>
                </c:pt>
                <c:pt idx="2772">
                  <c:v>0.5</c:v>
                </c:pt>
                <c:pt idx="2773">
                  <c:v>0.5</c:v>
                </c:pt>
                <c:pt idx="2774">
                  <c:v>0.5</c:v>
                </c:pt>
                <c:pt idx="2775">
                  <c:v>0.5</c:v>
                </c:pt>
                <c:pt idx="2776">
                  <c:v>0.5</c:v>
                </c:pt>
                <c:pt idx="2777">
                  <c:v>0.5</c:v>
                </c:pt>
                <c:pt idx="2778">
                  <c:v>0.5</c:v>
                </c:pt>
                <c:pt idx="2779">
                  <c:v>0.5</c:v>
                </c:pt>
                <c:pt idx="2780">
                  <c:v>0.5</c:v>
                </c:pt>
                <c:pt idx="2781">
                  <c:v>0.5</c:v>
                </c:pt>
                <c:pt idx="2782">
                  <c:v>0.5</c:v>
                </c:pt>
                <c:pt idx="2783">
                  <c:v>0.5</c:v>
                </c:pt>
                <c:pt idx="2784">
                  <c:v>0.5</c:v>
                </c:pt>
                <c:pt idx="2785">
                  <c:v>0.5</c:v>
                </c:pt>
                <c:pt idx="2786">
                  <c:v>0.5</c:v>
                </c:pt>
                <c:pt idx="2787">
                  <c:v>0.5</c:v>
                </c:pt>
                <c:pt idx="2788">
                  <c:v>0.5</c:v>
                </c:pt>
                <c:pt idx="2789">
                  <c:v>0.5</c:v>
                </c:pt>
                <c:pt idx="2790">
                  <c:v>0.5</c:v>
                </c:pt>
                <c:pt idx="2791">
                  <c:v>0.5</c:v>
                </c:pt>
                <c:pt idx="2792">
                  <c:v>0.5</c:v>
                </c:pt>
                <c:pt idx="2793">
                  <c:v>0.5</c:v>
                </c:pt>
                <c:pt idx="2794">
                  <c:v>0.5</c:v>
                </c:pt>
                <c:pt idx="2795">
                  <c:v>0.5</c:v>
                </c:pt>
                <c:pt idx="2796">
                  <c:v>0.5</c:v>
                </c:pt>
                <c:pt idx="2797">
                  <c:v>0.5</c:v>
                </c:pt>
                <c:pt idx="2798">
                  <c:v>0.5</c:v>
                </c:pt>
                <c:pt idx="2799">
                  <c:v>0.5</c:v>
                </c:pt>
                <c:pt idx="2800">
                  <c:v>0.5</c:v>
                </c:pt>
                <c:pt idx="2801">
                  <c:v>0.5</c:v>
                </c:pt>
                <c:pt idx="2802">
                  <c:v>0.5</c:v>
                </c:pt>
                <c:pt idx="2803">
                  <c:v>0.5</c:v>
                </c:pt>
                <c:pt idx="2804">
                  <c:v>0.5</c:v>
                </c:pt>
                <c:pt idx="2805">
                  <c:v>0.5</c:v>
                </c:pt>
                <c:pt idx="2806">
                  <c:v>0.5</c:v>
                </c:pt>
                <c:pt idx="2807">
                  <c:v>0.5</c:v>
                </c:pt>
                <c:pt idx="2808">
                  <c:v>0.5</c:v>
                </c:pt>
                <c:pt idx="2809">
                  <c:v>0.5</c:v>
                </c:pt>
                <c:pt idx="2810">
                  <c:v>0.5</c:v>
                </c:pt>
                <c:pt idx="2811">
                  <c:v>0.5</c:v>
                </c:pt>
                <c:pt idx="2812">
                  <c:v>0.5</c:v>
                </c:pt>
                <c:pt idx="2813">
                  <c:v>0.5</c:v>
                </c:pt>
                <c:pt idx="2814">
                  <c:v>0.5</c:v>
                </c:pt>
                <c:pt idx="2815">
                  <c:v>0.5</c:v>
                </c:pt>
                <c:pt idx="2816">
                  <c:v>0.5</c:v>
                </c:pt>
                <c:pt idx="2817">
                  <c:v>0.5</c:v>
                </c:pt>
                <c:pt idx="2818">
                  <c:v>0.5</c:v>
                </c:pt>
                <c:pt idx="2819">
                  <c:v>0.5</c:v>
                </c:pt>
                <c:pt idx="2820">
                  <c:v>0.5</c:v>
                </c:pt>
                <c:pt idx="2821">
                  <c:v>0.5</c:v>
                </c:pt>
                <c:pt idx="2822">
                  <c:v>0.5</c:v>
                </c:pt>
                <c:pt idx="2823">
                  <c:v>0.5</c:v>
                </c:pt>
                <c:pt idx="2824">
                  <c:v>0.5</c:v>
                </c:pt>
                <c:pt idx="2825">
                  <c:v>0.5</c:v>
                </c:pt>
                <c:pt idx="2826">
                  <c:v>0.5</c:v>
                </c:pt>
                <c:pt idx="2827">
                  <c:v>0.5</c:v>
                </c:pt>
                <c:pt idx="2828">
                  <c:v>0.5</c:v>
                </c:pt>
                <c:pt idx="2829">
                  <c:v>0.5</c:v>
                </c:pt>
                <c:pt idx="2830">
                  <c:v>0.5</c:v>
                </c:pt>
                <c:pt idx="2831">
                  <c:v>0.5</c:v>
                </c:pt>
                <c:pt idx="2832">
                  <c:v>0.5</c:v>
                </c:pt>
                <c:pt idx="2833">
                  <c:v>0.5</c:v>
                </c:pt>
                <c:pt idx="2834">
                  <c:v>0.5</c:v>
                </c:pt>
                <c:pt idx="2835">
                  <c:v>0.5</c:v>
                </c:pt>
                <c:pt idx="2836">
                  <c:v>0.5</c:v>
                </c:pt>
                <c:pt idx="2837">
                  <c:v>0.5</c:v>
                </c:pt>
                <c:pt idx="2838">
                  <c:v>0.5</c:v>
                </c:pt>
                <c:pt idx="2839">
                  <c:v>0.5</c:v>
                </c:pt>
                <c:pt idx="2840">
                  <c:v>0.5</c:v>
                </c:pt>
                <c:pt idx="2841">
                  <c:v>0.5</c:v>
                </c:pt>
                <c:pt idx="2842">
                  <c:v>0.5</c:v>
                </c:pt>
                <c:pt idx="2843">
                  <c:v>0.5</c:v>
                </c:pt>
                <c:pt idx="2844">
                  <c:v>0.5</c:v>
                </c:pt>
                <c:pt idx="2845">
                  <c:v>0.5</c:v>
                </c:pt>
                <c:pt idx="2846">
                  <c:v>0.5</c:v>
                </c:pt>
                <c:pt idx="2847">
                  <c:v>0.5</c:v>
                </c:pt>
                <c:pt idx="2848">
                  <c:v>0.5</c:v>
                </c:pt>
                <c:pt idx="2849">
                  <c:v>0.5</c:v>
                </c:pt>
                <c:pt idx="2850">
                  <c:v>0.5</c:v>
                </c:pt>
                <c:pt idx="2851">
                  <c:v>0.5</c:v>
                </c:pt>
                <c:pt idx="2852">
                  <c:v>0.5</c:v>
                </c:pt>
                <c:pt idx="2853">
                  <c:v>0.5</c:v>
                </c:pt>
                <c:pt idx="2854">
                  <c:v>0.5</c:v>
                </c:pt>
                <c:pt idx="2855">
                  <c:v>0.5</c:v>
                </c:pt>
                <c:pt idx="2856">
                  <c:v>0.5</c:v>
                </c:pt>
                <c:pt idx="2857">
                  <c:v>0.5</c:v>
                </c:pt>
                <c:pt idx="2858">
                  <c:v>0.5</c:v>
                </c:pt>
                <c:pt idx="2859">
                  <c:v>0.5</c:v>
                </c:pt>
                <c:pt idx="2860">
                  <c:v>0.5</c:v>
                </c:pt>
                <c:pt idx="2861">
                  <c:v>0.5</c:v>
                </c:pt>
                <c:pt idx="2862">
                  <c:v>0.5</c:v>
                </c:pt>
                <c:pt idx="2863">
                  <c:v>0.5</c:v>
                </c:pt>
                <c:pt idx="2864">
                  <c:v>0.5</c:v>
                </c:pt>
                <c:pt idx="2865">
                  <c:v>0.5</c:v>
                </c:pt>
                <c:pt idx="2866">
                  <c:v>0.5</c:v>
                </c:pt>
                <c:pt idx="2867">
                  <c:v>0.5</c:v>
                </c:pt>
                <c:pt idx="2868">
                  <c:v>0.5</c:v>
                </c:pt>
                <c:pt idx="2869">
                  <c:v>0.5</c:v>
                </c:pt>
                <c:pt idx="2870">
                  <c:v>0.5</c:v>
                </c:pt>
                <c:pt idx="2871">
                  <c:v>0.5</c:v>
                </c:pt>
                <c:pt idx="2872">
                  <c:v>0.5</c:v>
                </c:pt>
                <c:pt idx="2873">
                  <c:v>0.5</c:v>
                </c:pt>
                <c:pt idx="2874">
                  <c:v>0.5</c:v>
                </c:pt>
                <c:pt idx="2875">
                  <c:v>0.5</c:v>
                </c:pt>
                <c:pt idx="2876">
                  <c:v>0.5</c:v>
                </c:pt>
                <c:pt idx="2877">
                  <c:v>0.5</c:v>
                </c:pt>
                <c:pt idx="2878">
                  <c:v>0.5</c:v>
                </c:pt>
                <c:pt idx="2879">
                  <c:v>0.5</c:v>
                </c:pt>
                <c:pt idx="2880">
                  <c:v>0.5</c:v>
                </c:pt>
                <c:pt idx="2881">
                  <c:v>0.5</c:v>
                </c:pt>
                <c:pt idx="2882">
                  <c:v>0.5</c:v>
                </c:pt>
                <c:pt idx="2883">
                  <c:v>0.5</c:v>
                </c:pt>
                <c:pt idx="2884">
                  <c:v>0.5</c:v>
                </c:pt>
                <c:pt idx="2885">
                  <c:v>0.5</c:v>
                </c:pt>
                <c:pt idx="2886">
                  <c:v>0.5</c:v>
                </c:pt>
                <c:pt idx="2887">
                  <c:v>0.5</c:v>
                </c:pt>
                <c:pt idx="2888">
                  <c:v>0.5</c:v>
                </c:pt>
                <c:pt idx="2889">
                  <c:v>0.5</c:v>
                </c:pt>
                <c:pt idx="2890">
                  <c:v>0.5</c:v>
                </c:pt>
                <c:pt idx="2891">
                  <c:v>0.5</c:v>
                </c:pt>
                <c:pt idx="2892">
                  <c:v>0.5</c:v>
                </c:pt>
                <c:pt idx="2893">
                  <c:v>0.5</c:v>
                </c:pt>
                <c:pt idx="2894">
                  <c:v>0.5</c:v>
                </c:pt>
                <c:pt idx="2895">
                  <c:v>0.5</c:v>
                </c:pt>
                <c:pt idx="2896">
                  <c:v>0.5</c:v>
                </c:pt>
                <c:pt idx="2897">
                  <c:v>0.5</c:v>
                </c:pt>
                <c:pt idx="2898">
                  <c:v>0.5</c:v>
                </c:pt>
                <c:pt idx="2899">
                  <c:v>0.5</c:v>
                </c:pt>
                <c:pt idx="2900">
                  <c:v>0.5</c:v>
                </c:pt>
                <c:pt idx="2901">
                  <c:v>0.5</c:v>
                </c:pt>
                <c:pt idx="2902">
                  <c:v>0.5</c:v>
                </c:pt>
                <c:pt idx="2903">
                  <c:v>0.5</c:v>
                </c:pt>
                <c:pt idx="2904">
                  <c:v>0.5</c:v>
                </c:pt>
                <c:pt idx="2905">
                  <c:v>0.5</c:v>
                </c:pt>
                <c:pt idx="2906">
                  <c:v>0.5</c:v>
                </c:pt>
                <c:pt idx="2907">
                  <c:v>0.5</c:v>
                </c:pt>
                <c:pt idx="2908">
                  <c:v>0.5</c:v>
                </c:pt>
                <c:pt idx="2909">
                  <c:v>0.5</c:v>
                </c:pt>
                <c:pt idx="2910">
                  <c:v>0.5</c:v>
                </c:pt>
                <c:pt idx="2911">
                  <c:v>0.5</c:v>
                </c:pt>
                <c:pt idx="2912">
                  <c:v>0.5</c:v>
                </c:pt>
                <c:pt idx="2913">
                  <c:v>0.5</c:v>
                </c:pt>
                <c:pt idx="2914">
                  <c:v>0.5</c:v>
                </c:pt>
                <c:pt idx="2915">
                  <c:v>0.5</c:v>
                </c:pt>
                <c:pt idx="2916">
                  <c:v>0.5</c:v>
                </c:pt>
                <c:pt idx="2917">
                  <c:v>0.5</c:v>
                </c:pt>
                <c:pt idx="2918">
                  <c:v>0.5</c:v>
                </c:pt>
                <c:pt idx="2919">
                  <c:v>0.5</c:v>
                </c:pt>
                <c:pt idx="2920">
                  <c:v>0.5</c:v>
                </c:pt>
                <c:pt idx="2921">
                  <c:v>0.5</c:v>
                </c:pt>
                <c:pt idx="2922">
                  <c:v>0.5</c:v>
                </c:pt>
                <c:pt idx="2923">
                  <c:v>0.5</c:v>
                </c:pt>
                <c:pt idx="2924">
                  <c:v>0.5</c:v>
                </c:pt>
                <c:pt idx="2925">
                  <c:v>0.5</c:v>
                </c:pt>
                <c:pt idx="2926">
                  <c:v>0.5</c:v>
                </c:pt>
                <c:pt idx="2927">
                  <c:v>0.5</c:v>
                </c:pt>
                <c:pt idx="2928">
                  <c:v>0.5</c:v>
                </c:pt>
                <c:pt idx="2929">
                  <c:v>0.5</c:v>
                </c:pt>
                <c:pt idx="2930">
                  <c:v>0.5</c:v>
                </c:pt>
                <c:pt idx="2931">
                  <c:v>0.5</c:v>
                </c:pt>
                <c:pt idx="2932">
                  <c:v>0.5</c:v>
                </c:pt>
                <c:pt idx="2933">
                  <c:v>0.5</c:v>
                </c:pt>
                <c:pt idx="2934">
                  <c:v>0.5</c:v>
                </c:pt>
                <c:pt idx="2935">
                  <c:v>0.5</c:v>
                </c:pt>
                <c:pt idx="2936">
                  <c:v>0.5</c:v>
                </c:pt>
                <c:pt idx="2937">
                  <c:v>0.5</c:v>
                </c:pt>
                <c:pt idx="2938">
                  <c:v>0.5</c:v>
                </c:pt>
                <c:pt idx="2939">
                  <c:v>0.5</c:v>
                </c:pt>
                <c:pt idx="2940">
                  <c:v>0.5</c:v>
                </c:pt>
                <c:pt idx="2941">
                  <c:v>0.5</c:v>
                </c:pt>
                <c:pt idx="2942">
                  <c:v>0.5</c:v>
                </c:pt>
                <c:pt idx="2943">
                  <c:v>0.5</c:v>
                </c:pt>
                <c:pt idx="2944">
                  <c:v>0.5</c:v>
                </c:pt>
                <c:pt idx="2945">
                  <c:v>0.5</c:v>
                </c:pt>
                <c:pt idx="2946">
                  <c:v>0.5</c:v>
                </c:pt>
                <c:pt idx="2947">
                  <c:v>0.5</c:v>
                </c:pt>
                <c:pt idx="2948">
                  <c:v>0.5</c:v>
                </c:pt>
                <c:pt idx="2949">
                  <c:v>0.5</c:v>
                </c:pt>
                <c:pt idx="2950">
                  <c:v>0.5</c:v>
                </c:pt>
                <c:pt idx="2951">
                  <c:v>0.5</c:v>
                </c:pt>
                <c:pt idx="2952">
                  <c:v>0.5</c:v>
                </c:pt>
                <c:pt idx="2953">
                  <c:v>0.5</c:v>
                </c:pt>
                <c:pt idx="2954">
                  <c:v>0.5</c:v>
                </c:pt>
                <c:pt idx="2955">
                  <c:v>0.5</c:v>
                </c:pt>
                <c:pt idx="2956">
                  <c:v>0.5</c:v>
                </c:pt>
                <c:pt idx="2957">
                  <c:v>0.5</c:v>
                </c:pt>
                <c:pt idx="2958">
                  <c:v>0.5</c:v>
                </c:pt>
                <c:pt idx="2959">
                  <c:v>0.5</c:v>
                </c:pt>
                <c:pt idx="2960">
                  <c:v>0.5</c:v>
                </c:pt>
                <c:pt idx="2961">
                  <c:v>0.5</c:v>
                </c:pt>
                <c:pt idx="2962">
                  <c:v>0.5</c:v>
                </c:pt>
                <c:pt idx="2963">
                  <c:v>0.5</c:v>
                </c:pt>
                <c:pt idx="2964">
                  <c:v>0.5</c:v>
                </c:pt>
                <c:pt idx="2965">
                  <c:v>0.5</c:v>
                </c:pt>
                <c:pt idx="2966">
                  <c:v>0.5</c:v>
                </c:pt>
                <c:pt idx="2967">
                  <c:v>0.5</c:v>
                </c:pt>
                <c:pt idx="2968">
                  <c:v>0.5</c:v>
                </c:pt>
                <c:pt idx="2969">
                  <c:v>0.5</c:v>
                </c:pt>
                <c:pt idx="2970">
                  <c:v>0.5</c:v>
                </c:pt>
                <c:pt idx="2971">
                  <c:v>0.5</c:v>
                </c:pt>
                <c:pt idx="2972">
                  <c:v>0.5</c:v>
                </c:pt>
                <c:pt idx="2973">
                  <c:v>0.5</c:v>
                </c:pt>
                <c:pt idx="2974">
                  <c:v>0.5</c:v>
                </c:pt>
                <c:pt idx="2975">
                  <c:v>0.5</c:v>
                </c:pt>
                <c:pt idx="2976">
                  <c:v>0.5</c:v>
                </c:pt>
                <c:pt idx="2977">
                  <c:v>0.5</c:v>
                </c:pt>
                <c:pt idx="2978">
                  <c:v>0.5</c:v>
                </c:pt>
                <c:pt idx="2979">
                  <c:v>0.5</c:v>
                </c:pt>
                <c:pt idx="2980">
                  <c:v>0.5</c:v>
                </c:pt>
                <c:pt idx="2981">
                  <c:v>0.5</c:v>
                </c:pt>
                <c:pt idx="2982">
                  <c:v>0.5</c:v>
                </c:pt>
                <c:pt idx="2983">
                  <c:v>0.5</c:v>
                </c:pt>
                <c:pt idx="2984">
                  <c:v>0.5</c:v>
                </c:pt>
                <c:pt idx="2985">
                  <c:v>0.5</c:v>
                </c:pt>
                <c:pt idx="2986">
                  <c:v>0.5</c:v>
                </c:pt>
                <c:pt idx="2987">
                  <c:v>0.5</c:v>
                </c:pt>
                <c:pt idx="2988">
                  <c:v>0.5</c:v>
                </c:pt>
                <c:pt idx="2989">
                  <c:v>0.5</c:v>
                </c:pt>
                <c:pt idx="2990">
                  <c:v>0.5</c:v>
                </c:pt>
                <c:pt idx="2991">
                  <c:v>0.5</c:v>
                </c:pt>
                <c:pt idx="2992">
                  <c:v>0.5</c:v>
                </c:pt>
                <c:pt idx="2993">
                  <c:v>0.5</c:v>
                </c:pt>
                <c:pt idx="2994">
                  <c:v>0.5</c:v>
                </c:pt>
                <c:pt idx="2995">
                  <c:v>0.5</c:v>
                </c:pt>
                <c:pt idx="2996">
                  <c:v>0.5</c:v>
                </c:pt>
                <c:pt idx="2997">
                  <c:v>0.5</c:v>
                </c:pt>
                <c:pt idx="2998">
                  <c:v>0.5</c:v>
                </c:pt>
                <c:pt idx="2999">
                  <c:v>0.5</c:v>
                </c:pt>
                <c:pt idx="3000">
                  <c:v>0.5</c:v>
                </c:pt>
                <c:pt idx="3001">
                  <c:v>0.5</c:v>
                </c:pt>
                <c:pt idx="3002">
                  <c:v>0.5</c:v>
                </c:pt>
                <c:pt idx="3003">
                  <c:v>0.5</c:v>
                </c:pt>
                <c:pt idx="3004">
                  <c:v>0.5</c:v>
                </c:pt>
                <c:pt idx="3005">
                  <c:v>0.5</c:v>
                </c:pt>
                <c:pt idx="3006">
                  <c:v>0.5</c:v>
                </c:pt>
                <c:pt idx="3007">
                  <c:v>0.5</c:v>
                </c:pt>
                <c:pt idx="3008">
                  <c:v>0.5</c:v>
                </c:pt>
                <c:pt idx="3009">
                  <c:v>0.5</c:v>
                </c:pt>
                <c:pt idx="3010">
                  <c:v>0.5</c:v>
                </c:pt>
                <c:pt idx="3011">
                  <c:v>0.5</c:v>
                </c:pt>
                <c:pt idx="3012">
                  <c:v>0.5</c:v>
                </c:pt>
                <c:pt idx="3013">
                  <c:v>0.5</c:v>
                </c:pt>
                <c:pt idx="3014">
                  <c:v>0.5</c:v>
                </c:pt>
                <c:pt idx="3015">
                  <c:v>0.5</c:v>
                </c:pt>
                <c:pt idx="3016">
                  <c:v>0.5</c:v>
                </c:pt>
                <c:pt idx="3017">
                  <c:v>0.5</c:v>
                </c:pt>
                <c:pt idx="3018">
                  <c:v>0.5</c:v>
                </c:pt>
                <c:pt idx="3019">
                  <c:v>0.5</c:v>
                </c:pt>
                <c:pt idx="3020">
                  <c:v>0.5</c:v>
                </c:pt>
                <c:pt idx="3021">
                  <c:v>0.5</c:v>
                </c:pt>
                <c:pt idx="3022">
                  <c:v>0.5</c:v>
                </c:pt>
                <c:pt idx="3023">
                  <c:v>0.5</c:v>
                </c:pt>
                <c:pt idx="3024">
                  <c:v>0.5</c:v>
                </c:pt>
                <c:pt idx="3025">
                  <c:v>0.5</c:v>
                </c:pt>
                <c:pt idx="3026">
                  <c:v>0.5</c:v>
                </c:pt>
                <c:pt idx="3027">
                  <c:v>0.5</c:v>
                </c:pt>
                <c:pt idx="3028">
                  <c:v>0.5</c:v>
                </c:pt>
                <c:pt idx="3029">
                  <c:v>0.5</c:v>
                </c:pt>
                <c:pt idx="3030">
                  <c:v>0.5</c:v>
                </c:pt>
                <c:pt idx="3031">
                  <c:v>0.5</c:v>
                </c:pt>
                <c:pt idx="3032">
                  <c:v>0.5</c:v>
                </c:pt>
                <c:pt idx="3033">
                  <c:v>0.5</c:v>
                </c:pt>
                <c:pt idx="3034">
                  <c:v>0.5</c:v>
                </c:pt>
                <c:pt idx="3035">
                  <c:v>0.5</c:v>
                </c:pt>
                <c:pt idx="3036">
                  <c:v>0.5</c:v>
                </c:pt>
                <c:pt idx="3037">
                  <c:v>0.5</c:v>
                </c:pt>
                <c:pt idx="3038">
                  <c:v>0.5</c:v>
                </c:pt>
                <c:pt idx="3039">
                  <c:v>0.5</c:v>
                </c:pt>
                <c:pt idx="3040">
                  <c:v>0.5</c:v>
                </c:pt>
                <c:pt idx="3041">
                  <c:v>0.5</c:v>
                </c:pt>
                <c:pt idx="3042">
                  <c:v>0.5</c:v>
                </c:pt>
                <c:pt idx="3043">
                  <c:v>0.5</c:v>
                </c:pt>
                <c:pt idx="3044">
                  <c:v>0.5</c:v>
                </c:pt>
                <c:pt idx="3045">
                  <c:v>0.5</c:v>
                </c:pt>
                <c:pt idx="3046">
                  <c:v>0.5</c:v>
                </c:pt>
                <c:pt idx="3047">
                  <c:v>0.5</c:v>
                </c:pt>
                <c:pt idx="3048">
                  <c:v>0.5</c:v>
                </c:pt>
                <c:pt idx="3049">
                  <c:v>0.5</c:v>
                </c:pt>
                <c:pt idx="3050">
                  <c:v>0.5</c:v>
                </c:pt>
                <c:pt idx="3051">
                  <c:v>0.5</c:v>
                </c:pt>
                <c:pt idx="3052">
                  <c:v>0.5</c:v>
                </c:pt>
                <c:pt idx="3053">
                  <c:v>0.5</c:v>
                </c:pt>
                <c:pt idx="3054">
                  <c:v>0.5</c:v>
                </c:pt>
                <c:pt idx="3055">
                  <c:v>0.5</c:v>
                </c:pt>
                <c:pt idx="3056">
                  <c:v>0.5</c:v>
                </c:pt>
                <c:pt idx="3057">
                  <c:v>0.5</c:v>
                </c:pt>
                <c:pt idx="3058">
                  <c:v>0.5</c:v>
                </c:pt>
                <c:pt idx="3059">
                  <c:v>0.5</c:v>
                </c:pt>
                <c:pt idx="3060">
                  <c:v>0.5</c:v>
                </c:pt>
                <c:pt idx="3061">
                  <c:v>0.5</c:v>
                </c:pt>
                <c:pt idx="3062">
                  <c:v>0.5</c:v>
                </c:pt>
                <c:pt idx="3063">
                  <c:v>0.5</c:v>
                </c:pt>
                <c:pt idx="3064">
                  <c:v>0.5</c:v>
                </c:pt>
                <c:pt idx="3065">
                  <c:v>0.5</c:v>
                </c:pt>
                <c:pt idx="3066">
                  <c:v>0.5</c:v>
                </c:pt>
                <c:pt idx="3067">
                  <c:v>0.5</c:v>
                </c:pt>
                <c:pt idx="3068">
                  <c:v>0.5</c:v>
                </c:pt>
                <c:pt idx="3069">
                  <c:v>0.5</c:v>
                </c:pt>
                <c:pt idx="3070">
                  <c:v>0.5</c:v>
                </c:pt>
                <c:pt idx="3071">
                  <c:v>0.5</c:v>
                </c:pt>
                <c:pt idx="3072">
                  <c:v>0.5</c:v>
                </c:pt>
                <c:pt idx="3073">
                  <c:v>0.5</c:v>
                </c:pt>
                <c:pt idx="3074">
                  <c:v>0.5</c:v>
                </c:pt>
                <c:pt idx="3075">
                  <c:v>0.5</c:v>
                </c:pt>
                <c:pt idx="3076">
                  <c:v>0.5</c:v>
                </c:pt>
                <c:pt idx="3077">
                  <c:v>0.5</c:v>
                </c:pt>
                <c:pt idx="3078">
                  <c:v>0.5</c:v>
                </c:pt>
                <c:pt idx="3079">
                  <c:v>0.5</c:v>
                </c:pt>
                <c:pt idx="3080">
                  <c:v>0.5</c:v>
                </c:pt>
                <c:pt idx="3081">
                  <c:v>0.5</c:v>
                </c:pt>
                <c:pt idx="3082">
                  <c:v>0.5</c:v>
                </c:pt>
                <c:pt idx="3083">
                  <c:v>0.5</c:v>
                </c:pt>
                <c:pt idx="3084">
                  <c:v>0.5</c:v>
                </c:pt>
                <c:pt idx="3085">
                  <c:v>0.5</c:v>
                </c:pt>
                <c:pt idx="3086">
                  <c:v>0.5</c:v>
                </c:pt>
                <c:pt idx="3087">
                  <c:v>0.5</c:v>
                </c:pt>
                <c:pt idx="3088">
                  <c:v>0.5</c:v>
                </c:pt>
                <c:pt idx="3089">
                  <c:v>0.5</c:v>
                </c:pt>
                <c:pt idx="3090">
                  <c:v>0.5</c:v>
                </c:pt>
                <c:pt idx="3091">
                  <c:v>0.5</c:v>
                </c:pt>
                <c:pt idx="3092">
                  <c:v>0.5</c:v>
                </c:pt>
                <c:pt idx="3093">
                  <c:v>0.5</c:v>
                </c:pt>
                <c:pt idx="3094">
                  <c:v>0.5</c:v>
                </c:pt>
                <c:pt idx="3095">
                  <c:v>0.5</c:v>
                </c:pt>
                <c:pt idx="3096">
                  <c:v>0.5</c:v>
                </c:pt>
                <c:pt idx="3097">
                  <c:v>0.5</c:v>
                </c:pt>
                <c:pt idx="3098">
                  <c:v>0.5</c:v>
                </c:pt>
                <c:pt idx="3099">
                  <c:v>0.5</c:v>
                </c:pt>
                <c:pt idx="3100">
                  <c:v>0.5</c:v>
                </c:pt>
                <c:pt idx="3101">
                  <c:v>0.5</c:v>
                </c:pt>
                <c:pt idx="3102">
                  <c:v>0.5</c:v>
                </c:pt>
                <c:pt idx="3103">
                  <c:v>0.5</c:v>
                </c:pt>
                <c:pt idx="3104">
                  <c:v>0.5</c:v>
                </c:pt>
                <c:pt idx="3105">
                  <c:v>0.5</c:v>
                </c:pt>
                <c:pt idx="3106">
                  <c:v>0.5</c:v>
                </c:pt>
                <c:pt idx="3107">
                  <c:v>0.5</c:v>
                </c:pt>
                <c:pt idx="3108">
                  <c:v>0.5</c:v>
                </c:pt>
                <c:pt idx="3109">
                  <c:v>0.5</c:v>
                </c:pt>
                <c:pt idx="3110">
                  <c:v>0.5</c:v>
                </c:pt>
                <c:pt idx="3111">
                  <c:v>0.5</c:v>
                </c:pt>
                <c:pt idx="3112">
                  <c:v>0.5</c:v>
                </c:pt>
                <c:pt idx="3113">
                  <c:v>0.5</c:v>
                </c:pt>
                <c:pt idx="3114">
                  <c:v>0.5</c:v>
                </c:pt>
                <c:pt idx="3115">
                  <c:v>0.5</c:v>
                </c:pt>
                <c:pt idx="3116">
                  <c:v>0.5</c:v>
                </c:pt>
                <c:pt idx="3117">
                  <c:v>0.5</c:v>
                </c:pt>
                <c:pt idx="3118">
                  <c:v>0.5</c:v>
                </c:pt>
                <c:pt idx="3119">
                  <c:v>0.5</c:v>
                </c:pt>
                <c:pt idx="3120">
                  <c:v>0.5</c:v>
                </c:pt>
                <c:pt idx="3121">
                  <c:v>0.5</c:v>
                </c:pt>
                <c:pt idx="3122">
                  <c:v>0.5</c:v>
                </c:pt>
                <c:pt idx="3123">
                  <c:v>0.5</c:v>
                </c:pt>
                <c:pt idx="3124">
                  <c:v>0.5</c:v>
                </c:pt>
                <c:pt idx="3125">
                  <c:v>0.5</c:v>
                </c:pt>
                <c:pt idx="3126">
                  <c:v>0.5</c:v>
                </c:pt>
                <c:pt idx="3127">
                  <c:v>0.5</c:v>
                </c:pt>
                <c:pt idx="3128">
                  <c:v>0.5</c:v>
                </c:pt>
                <c:pt idx="3129">
                  <c:v>0.5</c:v>
                </c:pt>
                <c:pt idx="3130">
                  <c:v>0.5</c:v>
                </c:pt>
                <c:pt idx="3131">
                  <c:v>0.5</c:v>
                </c:pt>
                <c:pt idx="3132">
                  <c:v>0.5</c:v>
                </c:pt>
                <c:pt idx="3133">
                  <c:v>0.5</c:v>
                </c:pt>
                <c:pt idx="3134">
                  <c:v>0.5</c:v>
                </c:pt>
                <c:pt idx="3135">
                  <c:v>0.5</c:v>
                </c:pt>
                <c:pt idx="3136">
                  <c:v>0.5</c:v>
                </c:pt>
                <c:pt idx="3137">
                  <c:v>0.5</c:v>
                </c:pt>
                <c:pt idx="3138">
                  <c:v>0.5</c:v>
                </c:pt>
                <c:pt idx="3139">
                  <c:v>0.5</c:v>
                </c:pt>
                <c:pt idx="3140">
                  <c:v>0.5</c:v>
                </c:pt>
                <c:pt idx="3141">
                  <c:v>0.5</c:v>
                </c:pt>
                <c:pt idx="3142">
                  <c:v>0.5</c:v>
                </c:pt>
                <c:pt idx="3143">
                  <c:v>0.5</c:v>
                </c:pt>
                <c:pt idx="3144">
                  <c:v>0.5</c:v>
                </c:pt>
                <c:pt idx="3145">
                  <c:v>0.5</c:v>
                </c:pt>
                <c:pt idx="3146">
                  <c:v>0.5</c:v>
                </c:pt>
                <c:pt idx="3147">
                  <c:v>0.5</c:v>
                </c:pt>
                <c:pt idx="3148">
                  <c:v>0.5</c:v>
                </c:pt>
                <c:pt idx="3149">
                  <c:v>0.5</c:v>
                </c:pt>
                <c:pt idx="3150">
                  <c:v>0.5</c:v>
                </c:pt>
                <c:pt idx="3151">
                  <c:v>0.5</c:v>
                </c:pt>
                <c:pt idx="3152">
                  <c:v>0.5</c:v>
                </c:pt>
                <c:pt idx="3153">
                  <c:v>0.5</c:v>
                </c:pt>
                <c:pt idx="3154">
                  <c:v>0.5</c:v>
                </c:pt>
                <c:pt idx="3155">
                  <c:v>0.5</c:v>
                </c:pt>
                <c:pt idx="3156">
                  <c:v>0.5</c:v>
                </c:pt>
                <c:pt idx="3157">
                  <c:v>0.5</c:v>
                </c:pt>
                <c:pt idx="3158">
                  <c:v>0.5</c:v>
                </c:pt>
                <c:pt idx="3159">
                  <c:v>0.5</c:v>
                </c:pt>
                <c:pt idx="3160">
                  <c:v>0.5</c:v>
                </c:pt>
                <c:pt idx="3161">
                  <c:v>0.5</c:v>
                </c:pt>
                <c:pt idx="3162">
                  <c:v>0.5</c:v>
                </c:pt>
                <c:pt idx="3163">
                  <c:v>0.5</c:v>
                </c:pt>
                <c:pt idx="3164">
                  <c:v>0.5</c:v>
                </c:pt>
                <c:pt idx="3165">
                  <c:v>0.5</c:v>
                </c:pt>
                <c:pt idx="3166">
                  <c:v>0.5</c:v>
                </c:pt>
                <c:pt idx="3167">
                  <c:v>0.5</c:v>
                </c:pt>
                <c:pt idx="3168">
                  <c:v>0.5</c:v>
                </c:pt>
                <c:pt idx="3169">
                  <c:v>0.5</c:v>
                </c:pt>
                <c:pt idx="3170">
                  <c:v>0.5</c:v>
                </c:pt>
                <c:pt idx="3171">
                  <c:v>0.5</c:v>
                </c:pt>
                <c:pt idx="3172">
                  <c:v>0.5</c:v>
                </c:pt>
                <c:pt idx="3173">
                  <c:v>0.5</c:v>
                </c:pt>
                <c:pt idx="3174">
                  <c:v>0.5</c:v>
                </c:pt>
                <c:pt idx="3175">
                  <c:v>0.5</c:v>
                </c:pt>
                <c:pt idx="3176">
                  <c:v>0.5</c:v>
                </c:pt>
                <c:pt idx="3177">
                  <c:v>0.5</c:v>
                </c:pt>
                <c:pt idx="3178">
                  <c:v>0.5</c:v>
                </c:pt>
                <c:pt idx="3179">
                  <c:v>0.5</c:v>
                </c:pt>
                <c:pt idx="3180">
                  <c:v>0.5</c:v>
                </c:pt>
                <c:pt idx="3181">
                  <c:v>0.5</c:v>
                </c:pt>
                <c:pt idx="3182">
                  <c:v>0.5</c:v>
                </c:pt>
                <c:pt idx="3183">
                  <c:v>0.5</c:v>
                </c:pt>
                <c:pt idx="3184">
                  <c:v>0.5</c:v>
                </c:pt>
                <c:pt idx="3185">
                  <c:v>0.5</c:v>
                </c:pt>
                <c:pt idx="3186">
                  <c:v>0.5</c:v>
                </c:pt>
                <c:pt idx="3187">
                  <c:v>0.5</c:v>
                </c:pt>
                <c:pt idx="3188">
                  <c:v>0.5</c:v>
                </c:pt>
                <c:pt idx="3189">
                  <c:v>0.5</c:v>
                </c:pt>
                <c:pt idx="3190">
                  <c:v>0.5</c:v>
                </c:pt>
                <c:pt idx="3191">
                  <c:v>0.5</c:v>
                </c:pt>
                <c:pt idx="3192">
                  <c:v>0.5</c:v>
                </c:pt>
                <c:pt idx="3193">
                  <c:v>0.5</c:v>
                </c:pt>
                <c:pt idx="3194">
                  <c:v>0.5</c:v>
                </c:pt>
                <c:pt idx="3195">
                  <c:v>0.5</c:v>
                </c:pt>
                <c:pt idx="3196">
                  <c:v>0.5</c:v>
                </c:pt>
                <c:pt idx="3197">
                  <c:v>0.5</c:v>
                </c:pt>
                <c:pt idx="3198">
                  <c:v>0.5</c:v>
                </c:pt>
                <c:pt idx="3199">
                  <c:v>0.5</c:v>
                </c:pt>
                <c:pt idx="3200">
                  <c:v>0.5</c:v>
                </c:pt>
                <c:pt idx="3201">
                  <c:v>0.5</c:v>
                </c:pt>
                <c:pt idx="3202">
                  <c:v>0.5</c:v>
                </c:pt>
                <c:pt idx="3203">
                  <c:v>0.5</c:v>
                </c:pt>
                <c:pt idx="3204">
                  <c:v>0.5</c:v>
                </c:pt>
                <c:pt idx="3205">
                  <c:v>0.5</c:v>
                </c:pt>
                <c:pt idx="3206">
                  <c:v>0.5</c:v>
                </c:pt>
                <c:pt idx="3207">
                  <c:v>0.5</c:v>
                </c:pt>
                <c:pt idx="3208">
                  <c:v>0.5</c:v>
                </c:pt>
                <c:pt idx="3209">
                  <c:v>0.5</c:v>
                </c:pt>
                <c:pt idx="3210">
                  <c:v>0.5</c:v>
                </c:pt>
                <c:pt idx="3211">
                  <c:v>0.5</c:v>
                </c:pt>
                <c:pt idx="3212">
                  <c:v>0.5</c:v>
                </c:pt>
                <c:pt idx="3213">
                  <c:v>0.5</c:v>
                </c:pt>
                <c:pt idx="3214">
                  <c:v>0.5</c:v>
                </c:pt>
                <c:pt idx="3215">
                  <c:v>0.5</c:v>
                </c:pt>
                <c:pt idx="3216">
                  <c:v>0.5</c:v>
                </c:pt>
                <c:pt idx="3217">
                  <c:v>0.5</c:v>
                </c:pt>
                <c:pt idx="3218">
                  <c:v>0.5</c:v>
                </c:pt>
                <c:pt idx="3219">
                  <c:v>0.5</c:v>
                </c:pt>
                <c:pt idx="3220">
                  <c:v>0.5</c:v>
                </c:pt>
                <c:pt idx="3221">
                  <c:v>0.5</c:v>
                </c:pt>
                <c:pt idx="3222">
                  <c:v>0.5</c:v>
                </c:pt>
                <c:pt idx="3223">
                  <c:v>0.5</c:v>
                </c:pt>
                <c:pt idx="3224">
                  <c:v>0.5</c:v>
                </c:pt>
                <c:pt idx="3225">
                  <c:v>0.5</c:v>
                </c:pt>
                <c:pt idx="3226">
                  <c:v>0.5</c:v>
                </c:pt>
                <c:pt idx="3227">
                  <c:v>0.5</c:v>
                </c:pt>
                <c:pt idx="3228">
                  <c:v>0.5</c:v>
                </c:pt>
                <c:pt idx="3229">
                  <c:v>0.5</c:v>
                </c:pt>
                <c:pt idx="3230">
                  <c:v>0.5</c:v>
                </c:pt>
                <c:pt idx="3231">
                  <c:v>0.5</c:v>
                </c:pt>
                <c:pt idx="3232">
                  <c:v>0.5</c:v>
                </c:pt>
                <c:pt idx="3233">
                  <c:v>0.5</c:v>
                </c:pt>
                <c:pt idx="3234">
                  <c:v>0.5</c:v>
                </c:pt>
                <c:pt idx="3235">
                  <c:v>0.5</c:v>
                </c:pt>
                <c:pt idx="3236">
                  <c:v>0.5</c:v>
                </c:pt>
                <c:pt idx="3237">
                  <c:v>0.5</c:v>
                </c:pt>
                <c:pt idx="3238">
                  <c:v>0.5</c:v>
                </c:pt>
                <c:pt idx="3239">
                  <c:v>0.5</c:v>
                </c:pt>
                <c:pt idx="3240">
                  <c:v>0.5</c:v>
                </c:pt>
                <c:pt idx="3241">
                  <c:v>0.5</c:v>
                </c:pt>
                <c:pt idx="3242">
                  <c:v>0.5</c:v>
                </c:pt>
                <c:pt idx="3243">
                  <c:v>0.5</c:v>
                </c:pt>
                <c:pt idx="3244">
                  <c:v>0.5</c:v>
                </c:pt>
                <c:pt idx="3245">
                  <c:v>0.5</c:v>
                </c:pt>
                <c:pt idx="3246">
                  <c:v>0.5</c:v>
                </c:pt>
                <c:pt idx="3247">
                  <c:v>0.5</c:v>
                </c:pt>
                <c:pt idx="3248">
                  <c:v>0.5</c:v>
                </c:pt>
                <c:pt idx="3249">
                  <c:v>0.5</c:v>
                </c:pt>
                <c:pt idx="3250">
                  <c:v>0.5</c:v>
                </c:pt>
                <c:pt idx="3251">
                  <c:v>0.5</c:v>
                </c:pt>
                <c:pt idx="3252">
                  <c:v>0.5</c:v>
                </c:pt>
                <c:pt idx="3253">
                  <c:v>0.5</c:v>
                </c:pt>
                <c:pt idx="3254">
                  <c:v>0.5</c:v>
                </c:pt>
                <c:pt idx="3255">
                  <c:v>0.5</c:v>
                </c:pt>
                <c:pt idx="3256">
                  <c:v>0.5</c:v>
                </c:pt>
                <c:pt idx="3257">
                  <c:v>0.5</c:v>
                </c:pt>
                <c:pt idx="3258">
                  <c:v>0.5</c:v>
                </c:pt>
                <c:pt idx="3259">
                  <c:v>0.5</c:v>
                </c:pt>
                <c:pt idx="3260">
                  <c:v>0.5</c:v>
                </c:pt>
                <c:pt idx="3261">
                  <c:v>0.5</c:v>
                </c:pt>
                <c:pt idx="3262">
                  <c:v>0.5</c:v>
                </c:pt>
                <c:pt idx="3263">
                  <c:v>0.5</c:v>
                </c:pt>
                <c:pt idx="3264">
                  <c:v>0.5</c:v>
                </c:pt>
                <c:pt idx="3265">
                  <c:v>0.5</c:v>
                </c:pt>
                <c:pt idx="3266">
                  <c:v>0.5</c:v>
                </c:pt>
                <c:pt idx="3267">
                  <c:v>0.5</c:v>
                </c:pt>
                <c:pt idx="3268">
                  <c:v>0.5</c:v>
                </c:pt>
                <c:pt idx="3269">
                  <c:v>0.5</c:v>
                </c:pt>
                <c:pt idx="3270">
                  <c:v>0.5</c:v>
                </c:pt>
                <c:pt idx="3271">
                  <c:v>0.5</c:v>
                </c:pt>
                <c:pt idx="3272">
                  <c:v>0.5</c:v>
                </c:pt>
                <c:pt idx="3273">
                  <c:v>0.5</c:v>
                </c:pt>
                <c:pt idx="3274">
                  <c:v>0.5</c:v>
                </c:pt>
                <c:pt idx="3275">
                  <c:v>0.5</c:v>
                </c:pt>
                <c:pt idx="3276">
                  <c:v>0.5</c:v>
                </c:pt>
                <c:pt idx="3277">
                  <c:v>0.5</c:v>
                </c:pt>
                <c:pt idx="3278">
                  <c:v>0.5</c:v>
                </c:pt>
                <c:pt idx="3279">
                  <c:v>0.5</c:v>
                </c:pt>
                <c:pt idx="3280">
                  <c:v>0.5</c:v>
                </c:pt>
                <c:pt idx="3281">
                  <c:v>0.5</c:v>
                </c:pt>
                <c:pt idx="3282">
                  <c:v>0.5</c:v>
                </c:pt>
                <c:pt idx="3283">
                  <c:v>0.5</c:v>
                </c:pt>
                <c:pt idx="3284">
                  <c:v>0.5</c:v>
                </c:pt>
                <c:pt idx="3285">
                  <c:v>0.5</c:v>
                </c:pt>
                <c:pt idx="3286">
                  <c:v>0.5</c:v>
                </c:pt>
                <c:pt idx="3287">
                  <c:v>0.5</c:v>
                </c:pt>
                <c:pt idx="3288">
                  <c:v>0.5</c:v>
                </c:pt>
                <c:pt idx="3289">
                  <c:v>0.5</c:v>
                </c:pt>
                <c:pt idx="3290">
                  <c:v>0.5</c:v>
                </c:pt>
                <c:pt idx="3291">
                  <c:v>0.5</c:v>
                </c:pt>
                <c:pt idx="3292">
                  <c:v>0.5</c:v>
                </c:pt>
                <c:pt idx="3293">
                  <c:v>0.5</c:v>
                </c:pt>
                <c:pt idx="3294">
                  <c:v>0.5</c:v>
                </c:pt>
                <c:pt idx="3295">
                  <c:v>0.5</c:v>
                </c:pt>
                <c:pt idx="3296">
                  <c:v>0.5</c:v>
                </c:pt>
                <c:pt idx="3297">
                  <c:v>0.5</c:v>
                </c:pt>
                <c:pt idx="3298">
                  <c:v>0.5</c:v>
                </c:pt>
                <c:pt idx="3299">
                  <c:v>0.5</c:v>
                </c:pt>
                <c:pt idx="3300">
                  <c:v>0.5</c:v>
                </c:pt>
                <c:pt idx="3301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64-4A62-B0EC-3DB9D72AC8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0145295"/>
        <c:axId val="390144335"/>
      </c:lineChart>
      <c:dateAx>
        <c:axId val="390145295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4335"/>
        <c:crosses val="autoZero"/>
        <c:auto val="1"/>
        <c:lblOffset val="100"/>
        <c:baseTimeUnit val="days"/>
      </c:dateAx>
      <c:valAx>
        <c:axId val="39014433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'Component treatment'!$U$4</c:f>
              <c:strCache>
                <c:ptCount val="1"/>
                <c:pt idx="0">
                  <c:v>low_risk</c:v>
                </c:pt>
              </c:strCache>
            </c:strRef>
          </c:tx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'Component treatment'!$T$5:$T$50000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treatment'!$U$5:$U$50000</c:f>
              <c:numCache>
                <c:formatCode>0%</c:formatCode>
                <c:ptCount val="49996"/>
                <c:pt idx="0">
                  <c:v>-0.1176173295377356</c:v>
                </c:pt>
                <c:pt idx="1">
                  <c:v>-0.1205115357373333</c:v>
                </c:pt>
                <c:pt idx="2">
                  <c:v>-0.1186839317080221</c:v>
                </c:pt>
                <c:pt idx="3">
                  <c:v>-0.1326007048032246</c:v>
                </c:pt>
                <c:pt idx="4">
                  <c:v>-0.1568620037281777</c:v>
                </c:pt>
                <c:pt idx="5">
                  <c:v>-0.1101725044306581</c:v>
                </c:pt>
                <c:pt idx="6">
                  <c:v>-0.08216045545135542</c:v>
                </c:pt>
                <c:pt idx="7">
                  <c:v>-0.0849148888668304</c:v>
                </c:pt>
                <c:pt idx="8">
                  <c:v>-0.04945886109859754</c:v>
                </c:pt>
                <c:pt idx="9">
                  <c:v>-0.07115720773204315</c:v>
                </c:pt>
                <c:pt idx="10">
                  <c:v>-0.07092526428894874</c:v>
                </c:pt>
                <c:pt idx="11">
                  <c:v>-0.05829350361864427</c:v>
                </c:pt>
                <c:pt idx="12">
                  <c:v>-0.04973047465167879</c:v>
                </c:pt>
                <c:pt idx="13">
                  <c:v>-0.03974195042236983</c:v>
                </c:pt>
                <c:pt idx="14">
                  <c:v>-0.0170692148600472</c:v>
                </c:pt>
                <c:pt idx="15">
                  <c:v>0.00717953623247447</c:v>
                </c:pt>
                <c:pt idx="16">
                  <c:v>0.03211113178224356</c:v>
                </c:pt>
                <c:pt idx="17">
                  <c:v>0.01556942487319279</c:v>
                </c:pt>
                <c:pt idx="18">
                  <c:v>0.05669316876815977</c:v>
                </c:pt>
                <c:pt idx="19">
                  <c:v>0.07710447351671146</c:v>
                </c:pt>
                <c:pt idx="20">
                  <c:v>0.07572304296489296</c:v>
                </c:pt>
                <c:pt idx="21">
                  <c:v>0.08325593161377354</c:v>
                </c:pt>
                <c:pt idx="22">
                  <c:v>0.08431252481554963</c:v>
                </c:pt>
                <c:pt idx="23">
                  <c:v>0.06342948785389813</c:v>
                </c:pt>
                <c:pt idx="24">
                  <c:v>0.0953971785240395</c:v>
                </c:pt>
                <c:pt idx="25">
                  <c:v>0.09891928883432954</c:v>
                </c:pt>
                <c:pt idx="26">
                  <c:v>0.09729203142601706</c:v>
                </c:pt>
                <c:pt idx="27">
                  <c:v>0.1204272249597609</c:v>
                </c:pt>
                <c:pt idx="28">
                  <c:v>0.1685153054350155</c:v>
                </c:pt>
                <c:pt idx="29">
                  <c:v>0.1697876722760161</c:v>
                </c:pt>
                <c:pt idx="30">
                  <c:v>0.1627408013283225</c:v>
                </c:pt>
                <c:pt idx="31">
                  <c:v>0.1432059102708814</c:v>
                </c:pt>
                <c:pt idx="32">
                  <c:v>0.1519401609212896</c:v>
                </c:pt>
                <c:pt idx="33">
                  <c:v>0.1616500135139105</c:v>
                </c:pt>
                <c:pt idx="34">
                  <c:v>0.170707094830884</c:v>
                </c:pt>
                <c:pt idx="35">
                  <c:v>0.1925702968314602</c:v>
                </c:pt>
                <c:pt idx="36">
                  <c:v>0.1814404918458967</c:v>
                </c:pt>
                <c:pt idx="37">
                  <c:v>0.1881401926239843</c:v>
                </c:pt>
                <c:pt idx="38">
                  <c:v>0.1840102930921657</c:v>
                </c:pt>
                <c:pt idx="39">
                  <c:v>0.2291269453000959</c:v>
                </c:pt>
                <c:pt idx="40">
                  <c:v>0.2290029524320494</c:v>
                </c:pt>
                <c:pt idx="41">
                  <c:v>0.2509494453346852</c:v>
                </c:pt>
                <c:pt idx="42">
                  <c:v>0.233907764874931</c:v>
                </c:pt>
                <c:pt idx="43">
                  <c:v>0.2410036886863325</c:v>
                </c:pt>
                <c:pt idx="44">
                  <c:v>0.2101182765482179</c:v>
                </c:pt>
                <c:pt idx="45">
                  <c:v>0.1465824139804797</c:v>
                </c:pt>
                <c:pt idx="46">
                  <c:v>0.1327125910221543</c:v>
                </c:pt>
                <c:pt idx="47">
                  <c:v>0.1544501262436122</c:v>
                </c:pt>
                <c:pt idx="48">
                  <c:v>0.1571252289512859</c:v>
                </c:pt>
                <c:pt idx="49">
                  <c:v>0.1620786853312208</c:v>
                </c:pt>
                <c:pt idx="50">
                  <c:v>0.1685759228985575</c:v>
                </c:pt>
                <c:pt idx="51">
                  <c:v>0.1957680645975073</c:v>
                </c:pt>
                <c:pt idx="52">
                  <c:v>0.1964754970564886</c:v>
                </c:pt>
                <c:pt idx="53">
                  <c:v>0.1839249799248801</c:v>
                </c:pt>
                <c:pt idx="54">
                  <c:v>0.178769106900045</c:v>
                </c:pt>
                <c:pt idx="55">
                  <c:v>0.1784928398192109</c:v>
                </c:pt>
                <c:pt idx="56">
                  <c:v>0.1609878220946503</c:v>
                </c:pt>
                <c:pt idx="57">
                  <c:v>0.2017120613358445</c:v>
                </c:pt>
                <c:pt idx="58">
                  <c:v>0.2252331390337037</c:v>
                </c:pt>
                <c:pt idx="59">
                  <c:v>0.1898464857205984</c:v>
                </c:pt>
                <c:pt idx="60">
                  <c:v>0.1829471544633743</c:v>
                </c:pt>
                <c:pt idx="61">
                  <c:v>0.1339373400192394</c:v>
                </c:pt>
                <c:pt idx="62">
                  <c:v>0.1646142882606443</c:v>
                </c:pt>
                <c:pt idx="63">
                  <c:v>0.138361358319911</c:v>
                </c:pt>
                <c:pt idx="64">
                  <c:v>0.1208768592539931</c:v>
                </c:pt>
                <c:pt idx="65">
                  <c:v>0.1502245778822495</c:v>
                </c:pt>
                <c:pt idx="66">
                  <c:v>0.1274590207866202</c:v>
                </c:pt>
                <c:pt idx="67">
                  <c:v>0.1086572377601458</c:v>
                </c:pt>
                <c:pt idx="68">
                  <c:v>0.09547167336744544</c:v>
                </c:pt>
                <c:pt idx="69">
                  <c:v>0.06980470888836998</c:v>
                </c:pt>
                <c:pt idx="70">
                  <c:v>0.04606395583826361</c:v>
                </c:pt>
                <c:pt idx="71">
                  <c:v>0.05365541633338555</c:v>
                </c:pt>
                <c:pt idx="72">
                  <c:v>0.0583598236646119</c:v>
                </c:pt>
                <c:pt idx="73">
                  <c:v>0.08076107164045387</c:v>
                </c:pt>
                <c:pt idx="74">
                  <c:v>0.09135650099513515</c:v>
                </c:pt>
                <c:pt idx="75">
                  <c:v>0.09517892386284643</c:v>
                </c:pt>
                <c:pt idx="76">
                  <c:v>0.0739408118686038</c:v>
                </c:pt>
                <c:pt idx="77">
                  <c:v>0.04591824140729961</c:v>
                </c:pt>
                <c:pt idx="78">
                  <c:v>0.06158645763163961</c:v>
                </c:pt>
                <c:pt idx="79">
                  <c:v>0.07114516812188243</c:v>
                </c:pt>
                <c:pt idx="80">
                  <c:v>0.03676397167233314</c:v>
                </c:pt>
                <c:pt idx="81">
                  <c:v>0.07106691684981259</c:v>
                </c:pt>
                <c:pt idx="82">
                  <c:v>0.05785713068437603</c:v>
                </c:pt>
                <c:pt idx="83">
                  <c:v>0.05723765979980966</c:v>
                </c:pt>
                <c:pt idx="84">
                  <c:v>0.03654348987020994</c:v>
                </c:pt>
                <c:pt idx="85">
                  <c:v>0.02773954384579191</c:v>
                </c:pt>
                <c:pt idx="86">
                  <c:v>0.03703552710980329</c:v>
                </c:pt>
                <c:pt idx="87">
                  <c:v>0.0443323316783637</c:v>
                </c:pt>
                <c:pt idx="88">
                  <c:v>0.02514024806522031</c:v>
                </c:pt>
                <c:pt idx="89">
                  <c:v>0.02727514064882719</c:v>
                </c:pt>
                <c:pt idx="90">
                  <c:v>0.02250443051766826</c:v>
                </c:pt>
                <c:pt idx="91">
                  <c:v>0.0242293831216045</c:v>
                </c:pt>
                <c:pt idx="92">
                  <c:v>0.02514594527473202</c:v>
                </c:pt>
                <c:pt idx="93">
                  <c:v>0.02384762435384014</c:v>
                </c:pt>
                <c:pt idx="94">
                  <c:v>0.005914977249940057</c:v>
                </c:pt>
                <c:pt idx="95">
                  <c:v>-0.01047402112223939</c:v>
                </c:pt>
                <c:pt idx="96">
                  <c:v>-0.02580623608862342</c:v>
                </c:pt>
                <c:pt idx="97">
                  <c:v>-0.03400487704695954</c:v>
                </c:pt>
                <c:pt idx="98">
                  <c:v>-0.007265032139191052</c:v>
                </c:pt>
                <c:pt idx="99">
                  <c:v>-0.007265032139191052</c:v>
                </c:pt>
                <c:pt idx="100">
                  <c:v>0.006284227314783175</c:v>
                </c:pt>
                <c:pt idx="101">
                  <c:v>0.02530656984674318</c:v>
                </c:pt>
                <c:pt idx="102">
                  <c:v>0.02817301271609329</c:v>
                </c:pt>
                <c:pt idx="103">
                  <c:v>-0.001551404839720716</c:v>
                </c:pt>
                <c:pt idx="104">
                  <c:v>-0.02489519903328141</c:v>
                </c:pt>
                <c:pt idx="105">
                  <c:v>-0.03313107004660587</c:v>
                </c:pt>
                <c:pt idx="106">
                  <c:v>-0.0312586190761599</c:v>
                </c:pt>
                <c:pt idx="107">
                  <c:v>-0.02744789917672052</c:v>
                </c:pt>
                <c:pt idx="108">
                  <c:v>-0.006524555075588578</c:v>
                </c:pt>
                <c:pt idx="109">
                  <c:v>-0.02453882318171285</c:v>
                </c:pt>
                <c:pt idx="110">
                  <c:v>-0.02665297766962826</c:v>
                </c:pt>
                <c:pt idx="111">
                  <c:v>-0.01736041895874807</c:v>
                </c:pt>
                <c:pt idx="112">
                  <c:v>-0.01745973590270566</c:v>
                </c:pt>
                <c:pt idx="113">
                  <c:v>-0.04777226751725538</c:v>
                </c:pt>
                <c:pt idx="114">
                  <c:v>-0.04326658226724189</c:v>
                </c:pt>
                <c:pt idx="115">
                  <c:v>-0.05672762683234023</c:v>
                </c:pt>
                <c:pt idx="116">
                  <c:v>-0.03446627204546637</c:v>
                </c:pt>
                <c:pt idx="117">
                  <c:v>-0.04609049832198531</c:v>
                </c:pt>
                <c:pt idx="118">
                  <c:v>-0.04354393246233257</c:v>
                </c:pt>
                <c:pt idx="119">
                  <c:v>-0.00890801241566841</c:v>
                </c:pt>
                <c:pt idx="120">
                  <c:v>0.004438377175752795</c:v>
                </c:pt>
                <c:pt idx="121">
                  <c:v>-0.02181761110379821</c:v>
                </c:pt>
                <c:pt idx="122">
                  <c:v>-0.00263273337184744</c:v>
                </c:pt>
                <c:pt idx="123">
                  <c:v>0.01822299589136511</c:v>
                </c:pt>
                <c:pt idx="124">
                  <c:v>0.09994431440967055</c:v>
                </c:pt>
                <c:pt idx="125">
                  <c:v>0.055327311251399</c:v>
                </c:pt>
                <c:pt idx="126">
                  <c:v>0.09336855436016811</c:v>
                </c:pt>
                <c:pt idx="127">
                  <c:v>0.09825223706773523</c:v>
                </c:pt>
                <c:pt idx="128">
                  <c:v>0.0818045063177073</c:v>
                </c:pt>
                <c:pt idx="129">
                  <c:v>0.0988241691884868</c:v>
                </c:pt>
                <c:pt idx="130">
                  <c:v>0.10574037241761</c:v>
                </c:pt>
                <c:pt idx="131">
                  <c:v>0.1044727733443576</c:v>
                </c:pt>
                <c:pt idx="132">
                  <c:v>0.1243747789726022</c:v>
                </c:pt>
                <c:pt idx="133">
                  <c:v>0.1203339450511236</c:v>
                </c:pt>
                <c:pt idx="134">
                  <c:v>0.1219699547881108</c:v>
                </c:pt>
                <c:pt idx="135">
                  <c:v>0.09656856887596788</c:v>
                </c:pt>
                <c:pt idx="136">
                  <c:v>0.09635569995578552</c:v>
                </c:pt>
                <c:pt idx="137">
                  <c:v>0.09933739459529156</c:v>
                </c:pt>
                <c:pt idx="138">
                  <c:v>0.0595824054005607</c:v>
                </c:pt>
                <c:pt idx="139">
                  <c:v>0.05739349849070075</c:v>
                </c:pt>
                <c:pt idx="140">
                  <c:v>0.0560871878630429</c:v>
                </c:pt>
                <c:pt idx="141">
                  <c:v>0.03599188791894004</c:v>
                </c:pt>
                <c:pt idx="142">
                  <c:v>0.04193751203562468</c:v>
                </c:pt>
                <c:pt idx="143">
                  <c:v>0.04933758080378947</c:v>
                </c:pt>
                <c:pt idx="144">
                  <c:v>0.02370055047434749</c:v>
                </c:pt>
                <c:pt idx="145">
                  <c:v>0.0529836867137552</c:v>
                </c:pt>
                <c:pt idx="146">
                  <c:v>0.04924126738275514</c:v>
                </c:pt>
                <c:pt idx="147">
                  <c:v>0.06797093779485608</c:v>
                </c:pt>
                <c:pt idx="148">
                  <c:v>0.05640170716419157</c:v>
                </c:pt>
                <c:pt idx="149">
                  <c:v>0.03392627144270577</c:v>
                </c:pt>
                <c:pt idx="150">
                  <c:v>0.04216843495683387</c:v>
                </c:pt>
                <c:pt idx="151">
                  <c:v>0.09184301542247786</c:v>
                </c:pt>
                <c:pt idx="152">
                  <c:v>0.09022262541941117</c:v>
                </c:pt>
                <c:pt idx="153">
                  <c:v>0.07509674714900605</c:v>
                </c:pt>
                <c:pt idx="154">
                  <c:v>0.04413170552817891</c:v>
                </c:pt>
                <c:pt idx="155">
                  <c:v>0.04309424474669599</c:v>
                </c:pt>
                <c:pt idx="156">
                  <c:v>0.06931591912570689</c:v>
                </c:pt>
                <c:pt idx="157">
                  <c:v>0.06563124872367987</c:v>
                </c:pt>
                <c:pt idx="158">
                  <c:v>0.07103299297641885</c:v>
                </c:pt>
                <c:pt idx="159">
                  <c:v>0.07853949830514284</c:v>
                </c:pt>
                <c:pt idx="160">
                  <c:v>0.08161635193512717</c:v>
                </c:pt>
                <c:pt idx="161">
                  <c:v>0.06644350914497643</c:v>
                </c:pt>
                <c:pt idx="162">
                  <c:v>0.06772174656726881</c:v>
                </c:pt>
                <c:pt idx="163">
                  <c:v>0.08847079015261294</c:v>
                </c:pt>
                <c:pt idx="164">
                  <c:v>0.05974090082458816</c:v>
                </c:pt>
                <c:pt idx="165">
                  <c:v>0.05730030137624764</c:v>
                </c:pt>
                <c:pt idx="166">
                  <c:v>0.07957624343385228</c:v>
                </c:pt>
                <c:pt idx="167">
                  <c:v>0.08160469555099503</c:v>
                </c:pt>
                <c:pt idx="168">
                  <c:v>0.0806750648117982</c:v>
                </c:pt>
                <c:pt idx="169">
                  <c:v>0.08107534874736477</c:v>
                </c:pt>
                <c:pt idx="170">
                  <c:v>0.1303353043461619</c:v>
                </c:pt>
                <c:pt idx="171">
                  <c:v>0.1809632010000575</c:v>
                </c:pt>
                <c:pt idx="172">
                  <c:v>0.1640485501695457</c:v>
                </c:pt>
                <c:pt idx="173">
                  <c:v>0.161788241906484</c:v>
                </c:pt>
                <c:pt idx="174">
                  <c:v>0.1525079568783994</c:v>
                </c:pt>
                <c:pt idx="175">
                  <c:v>0.14367216160347</c:v>
                </c:pt>
                <c:pt idx="176">
                  <c:v>0.11052338146628</c:v>
                </c:pt>
                <c:pt idx="177">
                  <c:v>0.1232956752829526</c:v>
                </c:pt>
                <c:pt idx="178">
                  <c:v>0.1263869199880023</c:v>
                </c:pt>
                <c:pt idx="179">
                  <c:v>0.1421031266071096</c:v>
                </c:pt>
                <c:pt idx="180">
                  <c:v>0.1137968445534985</c:v>
                </c:pt>
                <c:pt idx="181">
                  <c:v>0.08102764308751298</c:v>
                </c:pt>
                <c:pt idx="182">
                  <c:v>0.08022152459751775</c:v>
                </c:pt>
                <c:pt idx="183">
                  <c:v>0.06902155639476004</c:v>
                </c:pt>
                <c:pt idx="184">
                  <c:v>0.03970591439546389</c:v>
                </c:pt>
                <c:pt idx="185">
                  <c:v>0.04718778575731819</c:v>
                </c:pt>
                <c:pt idx="186">
                  <c:v>0.01268374613776513</c:v>
                </c:pt>
                <c:pt idx="187">
                  <c:v>0.02136264019052003</c:v>
                </c:pt>
                <c:pt idx="188">
                  <c:v>0.02196650735345673</c:v>
                </c:pt>
                <c:pt idx="189">
                  <c:v>0.04499395399905937</c:v>
                </c:pt>
                <c:pt idx="190">
                  <c:v>0.06233340741408067</c:v>
                </c:pt>
                <c:pt idx="191">
                  <c:v>0.0462760035412495</c:v>
                </c:pt>
                <c:pt idx="192">
                  <c:v>0.03554941754276619</c:v>
                </c:pt>
                <c:pt idx="193">
                  <c:v>0.05287118726167073</c:v>
                </c:pt>
                <c:pt idx="194">
                  <c:v>0.06785496471845032</c:v>
                </c:pt>
                <c:pt idx="195">
                  <c:v>0.0546587614077314</c:v>
                </c:pt>
                <c:pt idx="196">
                  <c:v>0.05662528842376591</c:v>
                </c:pt>
                <c:pt idx="197">
                  <c:v>0.09600199888592509</c:v>
                </c:pt>
                <c:pt idx="198">
                  <c:v>0.08082976792253294</c:v>
                </c:pt>
                <c:pt idx="199">
                  <c:v>0.07967951926983785</c:v>
                </c:pt>
                <c:pt idx="200">
                  <c:v>0.09975021450950505</c:v>
                </c:pt>
                <c:pt idx="201">
                  <c:v>0.1251181325858222</c:v>
                </c:pt>
                <c:pt idx="202">
                  <c:v>0.1312979700925023</c:v>
                </c:pt>
                <c:pt idx="203">
                  <c:v>0.1552354310998025</c:v>
                </c:pt>
                <c:pt idx="204">
                  <c:v>0.1302398851673976</c:v>
                </c:pt>
                <c:pt idx="205">
                  <c:v>0.1613967991020699</c:v>
                </c:pt>
                <c:pt idx="206">
                  <c:v>0.161602757250384</c:v>
                </c:pt>
                <c:pt idx="207">
                  <c:v>0.1338997826149895</c:v>
                </c:pt>
                <c:pt idx="208">
                  <c:v>0.1469417149046635</c:v>
                </c:pt>
                <c:pt idx="209">
                  <c:v>0.1552787156755671</c:v>
                </c:pt>
                <c:pt idx="210">
                  <c:v>0.1450106050994049</c:v>
                </c:pt>
                <c:pt idx="211">
                  <c:v>0.1661700425759063</c:v>
                </c:pt>
                <c:pt idx="212">
                  <c:v>0.1721907018869884</c:v>
                </c:pt>
                <c:pt idx="213">
                  <c:v>0.14901541809253</c:v>
                </c:pt>
                <c:pt idx="214">
                  <c:v>0.1756830078612437</c:v>
                </c:pt>
                <c:pt idx="215">
                  <c:v>0.1792554967132531</c:v>
                </c:pt>
                <c:pt idx="216">
                  <c:v>0.2061683818500448</c:v>
                </c:pt>
                <c:pt idx="217">
                  <c:v>0.2166468146966496</c:v>
                </c:pt>
                <c:pt idx="218">
                  <c:v>0.1912536884654059</c:v>
                </c:pt>
                <c:pt idx="219">
                  <c:v>0.1604129206501768</c:v>
                </c:pt>
                <c:pt idx="220">
                  <c:v>0.1663616443731</c:v>
                </c:pt>
                <c:pt idx="221">
                  <c:v>0.1839814384258467</c:v>
                </c:pt>
                <c:pt idx="222">
                  <c:v>0.1534161167788268</c:v>
                </c:pt>
                <c:pt idx="223">
                  <c:v>0.1673860881429077</c:v>
                </c:pt>
                <c:pt idx="224">
                  <c:v>0.1777816099550356</c:v>
                </c:pt>
                <c:pt idx="225">
                  <c:v>0.1475023163593705</c:v>
                </c:pt>
                <c:pt idx="226">
                  <c:v>0.1180515204313974</c:v>
                </c:pt>
                <c:pt idx="227">
                  <c:v>0.08359667175873997</c:v>
                </c:pt>
                <c:pt idx="228">
                  <c:v>0.06226425524715751</c:v>
                </c:pt>
                <c:pt idx="229">
                  <c:v>0.07208905204090543</c:v>
                </c:pt>
                <c:pt idx="230">
                  <c:v>0.04152021288698227</c:v>
                </c:pt>
                <c:pt idx="231">
                  <c:v>0.03326475988933164</c:v>
                </c:pt>
                <c:pt idx="232">
                  <c:v>-0.00245359162380665</c:v>
                </c:pt>
                <c:pt idx="233">
                  <c:v>-0.02335345298198688</c:v>
                </c:pt>
                <c:pt idx="234">
                  <c:v>-0.03632701745792022</c:v>
                </c:pt>
                <c:pt idx="235">
                  <c:v>-0.03587032006978286</c:v>
                </c:pt>
                <c:pt idx="236">
                  <c:v>-0.0193596983035923</c:v>
                </c:pt>
                <c:pt idx="237">
                  <c:v>0.0350774913671057</c:v>
                </c:pt>
                <c:pt idx="238">
                  <c:v>0.04732972175494132</c:v>
                </c:pt>
                <c:pt idx="239">
                  <c:v>0.03645150734724023</c:v>
                </c:pt>
                <c:pt idx="240">
                  <c:v>0.03048368020497705</c:v>
                </c:pt>
                <c:pt idx="241">
                  <c:v>0.04760866880874781</c:v>
                </c:pt>
                <c:pt idx="242">
                  <c:v>0.05900456049000158</c:v>
                </c:pt>
                <c:pt idx="243">
                  <c:v>0.05002245004503769</c:v>
                </c:pt>
                <c:pt idx="244">
                  <c:v>0.04939524993100264</c:v>
                </c:pt>
                <c:pt idx="245">
                  <c:v>0.07372603783165999</c:v>
                </c:pt>
                <c:pt idx="246">
                  <c:v>0.08578721503948472</c:v>
                </c:pt>
                <c:pt idx="247">
                  <c:v>0.09240290866722778</c:v>
                </c:pt>
                <c:pt idx="248">
                  <c:v>0.0628162402817456</c:v>
                </c:pt>
                <c:pt idx="249">
                  <c:v>0.0685341398319026</c:v>
                </c:pt>
                <c:pt idx="250">
                  <c:v>0.07559945008554614</c:v>
                </c:pt>
                <c:pt idx="251">
                  <c:v>0.002273308457647616</c:v>
                </c:pt>
                <c:pt idx="252">
                  <c:v>-0.01591074831571782</c:v>
                </c:pt>
                <c:pt idx="253">
                  <c:v>-0.01759574001784658</c:v>
                </c:pt>
                <c:pt idx="254">
                  <c:v>-0.01782192511141034</c:v>
                </c:pt>
                <c:pt idx="255">
                  <c:v>0.00396708337174756</c:v>
                </c:pt>
                <c:pt idx="256">
                  <c:v>0.03211870552264773</c:v>
                </c:pt>
                <c:pt idx="257">
                  <c:v>0.04042145450021128</c:v>
                </c:pt>
                <c:pt idx="258">
                  <c:v>0.04402071462427326</c:v>
                </c:pt>
                <c:pt idx="259">
                  <c:v>-0.02774535909438236</c:v>
                </c:pt>
                <c:pt idx="260">
                  <c:v>-0.02264944203783392</c:v>
                </c:pt>
                <c:pt idx="261">
                  <c:v>-0.03023523119391303</c:v>
                </c:pt>
                <c:pt idx="262">
                  <c:v>-0.002824820324984878</c:v>
                </c:pt>
                <c:pt idx="263">
                  <c:v>-0.03936930067144495</c:v>
                </c:pt>
                <c:pt idx="264">
                  <c:v>-0.02751184632703763</c:v>
                </c:pt>
                <c:pt idx="265">
                  <c:v>-0.05107259798669317</c:v>
                </c:pt>
                <c:pt idx="266">
                  <c:v>-0.02306173284649193</c:v>
                </c:pt>
                <c:pt idx="267">
                  <c:v>-0.0234458783947894</c:v>
                </c:pt>
                <c:pt idx="268">
                  <c:v>-0.03000121708938597</c:v>
                </c:pt>
                <c:pt idx="269">
                  <c:v>-0.01948900175289114</c:v>
                </c:pt>
                <c:pt idx="270">
                  <c:v>-0.01440108504148352</c:v>
                </c:pt>
                <c:pt idx="271">
                  <c:v>-0.02449567064135338</c:v>
                </c:pt>
                <c:pt idx="272">
                  <c:v>-0.01373557775560275</c:v>
                </c:pt>
                <c:pt idx="273">
                  <c:v>-0.02323816521918221</c:v>
                </c:pt>
                <c:pt idx="274">
                  <c:v>-0.02017787596453346</c:v>
                </c:pt>
                <c:pt idx="275">
                  <c:v>-0.01947806100583593</c:v>
                </c:pt>
                <c:pt idx="276">
                  <c:v>-0.06081922190792199</c:v>
                </c:pt>
                <c:pt idx="277">
                  <c:v>-0.07170752802844549</c:v>
                </c:pt>
                <c:pt idx="278">
                  <c:v>-0.09869640674081515</c:v>
                </c:pt>
                <c:pt idx="279">
                  <c:v>-0.1165414513520101</c:v>
                </c:pt>
                <c:pt idx="280">
                  <c:v>-0.1128344212872048</c:v>
                </c:pt>
                <c:pt idx="281">
                  <c:v>-0.08928494542451126</c:v>
                </c:pt>
                <c:pt idx="282">
                  <c:v>-0.07959013928173342</c:v>
                </c:pt>
                <c:pt idx="283">
                  <c:v>-0.06309672146577039</c:v>
                </c:pt>
                <c:pt idx="284">
                  <c:v>-0.02857474962304496</c:v>
                </c:pt>
                <c:pt idx="285">
                  <c:v>-0.05193573075328339</c:v>
                </c:pt>
                <c:pt idx="286">
                  <c:v>-0.06487550173052992</c:v>
                </c:pt>
                <c:pt idx="287">
                  <c:v>-0.0601376121059225</c:v>
                </c:pt>
                <c:pt idx="288">
                  <c:v>-0.05545393531278531</c:v>
                </c:pt>
                <c:pt idx="289">
                  <c:v>-0.0149075719482239</c:v>
                </c:pt>
                <c:pt idx="290">
                  <c:v>0.01209801760498874</c:v>
                </c:pt>
                <c:pt idx="291">
                  <c:v>-0.001897140435048517</c:v>
                </c:pt>
                <c:pt idx="292">
                  <c:v>0.03073666528289487</c:v>
                </c:pt>
                <c:pt idx="293">
                  <c:v>0.02454443975148779</c:v>
                </c:pt>
                <c:pt idx="294">
                  <c:v>0.03439584676060758</c:v>
                </c:pt>
                <c:pt idx="295">
                  <c:v>0.01501345785073704</c:v>
                </c:pt>
                <c:pt idx="296">
                  <c:v>0.03269783666560211</c:v>
                </c:pt>
                <c:pt idx="297">
                  <c:v>0.0289552163683926</c:v>
                </c:pt>
                <c:pt idx="298">
                  <c:v>-0.009020124491903814</c:v>
                </c:pt>
                <c:pt idx="299">
                  <c:v>-0.05227907590546388</c:v>
                </c:pt>
                <c:pt idx="300">
                  <c:v>-0.0464142913955129</c:v>
                </c:pt>
                <c:pt idx="301">
                  <c:v>-0.03550304343585142</c:v>
                </c:pt>
                <c:pt idx="302">
                  <c:v>-0.03596437239463468</c:v>
                </c:pt>
                <c:pt idx="303">
                  <c:v>-0.04071464653079282</c:v>
                </c:pt>
                <c:pt idx="304">
                  <c:v>-0.04647566127741065</c:v>
                </c:pt>
                <c:pt idx="305">
                  <c:v>-0.03026613056429506</c:v>
                </c:pt>
                <c:pt idx="306">
                  <c:v>-0.05813016320789199</c:v>
                </c:pt>
                <c:pt idx="307">
                  <c:v>-0.06555577618204855</c:v>
                </c:pt>
                <c:pt idx="308">
                  <c:v>-0.04846015125475578</c:v>
                </c:pt>
                <c:pt idx="309">
                  <c:v>-0.08102543196246925</c:v>
                </c:pt>
                <c:pt idx="310">
                  <c:v>-0.04361842918914383</c:v>
                </c:pt>
                <c:pt idx="311">
                  <c:v>-0.06376085562533973</c:v>
                </c:pt>
                <c:pt idx="312">
                  <c:v>-0.06510459525830847</c:v>
                </c:pt>
                <c:pt idx="313">
                  <c:v>-0.01088406351433302</c:v>
                </c:pt>
                <c:pt idx="314">
                  <c:v>-0.03870241364616078</c:v>
                </c:pt>
                <c:pt idx="315">
                  <c:v>-0.04682515717780378</c:v>
                </c:pt>
                <c:pt idx="316">
                  <c:v>-0.04401945618488667</c:v>
                </c:pt>
                <c:pt idx="317">
                  <c:v>-0.02728923835171759</c:v>
                </c:pt>
                <c:pt idx="318">
                  <c:v>-0.05169521326198101</c:v>
                </c:pt>
                <c:pt idx="319">
                  <c:v>-0.05158314266856323</c:v>
                </c:pt>
                <c:pt idx="320">
                  <c:v>-0.04804846611941671</c:v>
                </c:pt>
                <c:pt idx="321">
                  <c:v>0.0003113230861864213</c:v>
                </c:pt>
                <c:pt idx="322">
                  <c:v>0.01856672887838218</c:v>
                </c:pt>
                <c:pt idx="323">
                  <c:v>0.0225948095775601</c:v>
                </c:pt>
                <c:pt idx="324">
                  <c:v>-0.01240246252879207</c:v>
                </c:pt>
                <c:pt idx="325">
                  <c:v>0.007325139951434467</c:v>
                </c:pt>
                <c:pt idx="326">
                  <c:v>-0.007335562257718142</c:v>
                </c:pt>
                <c:pt idx="327">
                  <c:v>-0.006185920165697745</c:v>
                </c:pt>
                <c:pt idx="328">
                  <c:v>-0.03034233280291276</c:v>
                </c:pt>
                <c:pt idx="329">
                  <c:v>-0.02387878868447169</c:v>
                </c:pt>
                <c:pt idx="330">
                  <c:v>0.02386644783476255</c:v>
                </c:pt>
                <c:pt idx="331">
                  <c:v>0.01693724461871993</c:v>
                </c:pt>
                <c:pt idx="332">
                  <c:v>-0.00563032484315884</c:v>
                </c:pt>
                <c:pt idx="333">
                  <c:v>0.003042595394437519</c:v>
                </c:pt>
                <c:pt idx="334">
                  <c:v>0.01484459488436207</c:v>
                </c:pt>
                <c:pt idx="335">
                  <c:v>0.02052438612351071</c:v>
                </c:pt>
                <c:pt idx="336">
                  <c:v>0.03212219720739085</c:v>
                </c:pt>
                <c:pt idx="337">
                  <c:v>0.04466325871439514</c:v>
                </c:pt>
                <c:pt idx="338">
                  <c:v>0.01790853822716021</c:v>
                </c:pt>
                <c:pt idx="339">
                  <c:v>0.0007207049964927936</c:v>
                </c:pt>
                <c:pt idx="340">
                  <c:v>0.04775603368019965</c:v>
                </c:pt>
                <c:pt idx="341">
                  <c:v>0.05636243241392869</c:v>
                </c:pt>
                <c:pt idx="342">
                  <c:v>0.06323719244211645</c:v>
                </c:pt>
                <c:pt idx="343">
                  <c:v>0.08141645648543205</c:v>
                </c:pt>
                <c:pt idx="344">
                  <c:v>0.09956555797550015</c:v>
                </c:pt>
                <c:pt idx="345">
                  <c:v>0.04063429786159123</c:v>
                </c:pt>
                <c:pt idx="346">
                  <c:v>0.03441133194187151</c:v>
                </c:pt>
                <c:pt idx="347">
                  <c:v>0.06031032266535719</c:v>
                </c:pt>
                <c:pt idx="348">
                  <c:v>0.06031032266535719</c:v>
                </c:pt>
                <c:pt idx="349">
                  <c:v>0.06257910577625592</c:v>
                </c:pt>
                <c:pt idx="350">
                  <c:v>0.04698344226449924</c:v>
                </c:pt>
                <c:pt idx="351">
                  <c:v>0.0810434948009322</c:v>
                </c:pt>
                <c:pt idx="352">
                  <c:v>0.0810434948009322</c:v>
                </c:pt>
                <c:pt idx="353">
                  <c:v>0.07609713037525467</c:v>
                </c:pt>
                <c:pt idx="354">
                  <c:v>0.0555761660825036</c:v>
                </c:pt>
                <c:pt idx="355">
                  <c:v>0.06385808331260079</c:v>
                </c:pt>
                <c:pt idx="356">
                  <c:v>0.04947745264348025</c:v>
                </c:pt>
                <c:pt idx="357">
                  <c:v>0.07152494192206005</c:v>
                </c:pt>
                <c:pt idx="358">
                  <c:v>0.06338563573679701</c:v>
                </c:pt>
                <c:pt idx="359">
                  <c:v>0.06339998819724824</c:v>
                </c:pt>
                <c:pt idx="360">
                  <c:v>0.0663027805310914</c:v>
                </c:pt>
                <c:pt idx="361">
                  <c:v>0.06249905482313811</c:v>
                </c:pt>
                <c:pt idx="362">
                  <c:v>0.03797940724815807</c:v>
                </c:pt>
                <c:pt idx="363">
                  <c:v>0.06589513733296526</c:v>
                </c:pt>
                <c:pt idx="364">
                  <c:v>0.07042347038072116</c:v>
                </c:pt>
                <c:pt idx="365">
                  <c:v>0.06370545326628108</c:v>
                </c:pt>
                <c:pt idx="366">
                  <c:v>0.0716048645822791</c:v>
                </c:pt>
                <c:pt idx="367">
                  <c:v>0.04448795191885369</c:v>
                </c:pt>
                <c:pt idx="368">
                  <c:v>0.05818726106099326</c:v>
                </c:pt>
                <c:pt idx="369">
                  <c:v>0.05240086705795988</c:v>
                </c:pt>
                <c:pt idx="370">
                  <c:v>0.03947724004939768</c:v>
                </c:pt>
                <c:pt idx="371">
                  <c:v>0.05763625739784262</c:v>
                </c:pt>
                <c:pt idx="372">
                  <c:v>0.0490252507104294</c:v>
                </c:pt>
                <c:pt idx="373">
                  <c:v>0.04325310598554344</c:v>
                </c:pt>
                <c:pt idx="374">
                  <c:v>0.03320405760839362</c:v>
                </c:pt>
                <c:pt idx="375">
                  <c:v>0.06112295185519434</c:v>
                </c:pt>
                <c:pt idx="376">
                  <c:v>0.06922327873623191</c:v>
                </c:pt>
                <c:pt idx="377">
                  <c:v>0.08235653723892256</c:v>
                </c:pt>
                <c:pt idx="378">
                  <c:v>0.1068776729640175</c:v>
                </c:pt>
                <c:pt idx="379">
                  <c:v>0.1445965462883199</c:v>
                </c:pt>
                <c:pt idx="380">
                  <c:v>0.1350721878326928</c:v>
                </c:pt>
                <c:pt idx="381">
                  <c:v>0.08207150885049397</c:v>
                </c:pt>
                <c:pt idx="382">
                  <c:v>0.09571849721114223</c:v>
                </c:pt>
                <c:pt idx="383">
                  <c:v>0.1162292567060834</c:v>
                </c:pt>
                <c:pt idx="384">
                  <c:v>0.07132935132190599</c:v>
                </c:pt>
                <c:pt idx="385">
                  <c:v>0.04565908995995582</c:v>
                </c:pt>
                <c:pt idx="386">
                  <c:v>0.02715258737878679</c:v>
                </c:pt>
                <c:pt idx="387">
                  <c:v>0.04413168343765084</c:v>
                </c:pt>
                <c:pt idx="388">
                  <c:v>0.05906068518788632</c:v>
                </c:pt>
                <c:pt idx="389">
                  <c:v>0.04515657867800127</c:v>
                </c:pt>
                <c:pt idx="390">
                  <c:v>0.07131979938924249</c:v>
                </c:pt>
                <c:pt idx="391">
                  <c:v>0.08454142184031443</c:v>
                </c:pt>
                <c:pt idx="392">
                  <c:v>0.1163734696503984</c:v>
                </c:pt>
                <c:pt idx="393">
                  <c:v>0.08065958357904845</c:v>
                </c:pt>
                <c:pt idx="394">
                  <c:v>0.04113573823385153</c:v>
                </c:pt>
                <c:pt idx="395">
                  <c:v>0.06560290627946719</c:v>
                </c:pt>
                <c:pt idx="396">
                  <c:v>0.06625751457779816</c:v>
                </c:pt>
                <c:pt idx="397">
                  <c:v>0.03206059786710336</c:v>
                </c:pt>
                <c:pt idx="398">
                  <c:v>0.02017334816237981</c:v>
                </c:pt>
                <c:pt idx="399">
                  <c:v>0.002931340546911132</c:v>
                </c:pt>
                <c:pt idx="400">
                  <c:v>-0.02399996147369765</c:v>
                </c:pt>
                <c:pt idx="401">
                  <c:v>-0.01997151449707468</c:v>
                </c:pt>
                <c:pt idx="402">
                  <c:v>0.001774023500622279</c:v>
                </c:pt>
                <c:pt idx="403">
                  <c:v>0.02314126008781336</c:v>
                </c:pt>
                <c:pt idx="404">
                  <c:v>0.01225011837966439</c:v>
                </c:pt>
                <c:pt idx="405">
                  <c:v>-0.01583874583280387</c:v>
                </c:pt>
                <c:pt idx="406">
                  <c:v>-0.01826881118143209</c:v>
                </c:pt>
                <c:pt idx="407">
                  <c:v>-0.04063916546561952</c:v>
                </c:pt>
                <c:pt idx="408">
                  <c:v>-0.07831403848295881</c:v>
                </c:pt>
                <c:pt idx="409">
                  <c:v>-0.08216079556511513</c:v>
                </c:pt>
                <c:pt idx="410">
                  <c:v>-0.1026459142860832</c:v>
                </c:pt>
                <c:pt idx="411">
                  <c:v>-0.1147618166788132</c:v>
                </c:pt>
                <c:pt idx="412">
                  <c:v>-0.1114199277250842</c:v>
                </c:pt>
                <c:pt idx="413">
                  <c:v>-0.09206951571242716</c:v>
                </c:pt>
                <c:pt idx="414">
                  <c:v>-0.1058312147398005</c:v>
                </c:pt>
                <c:pt idx="415">
                  <c:v>-0.1187274471219554</c:v>
                </c:pt>
                <c:pt idx="416">
                  <c:v>-0.1022968272199877</c:v>
                </c:pt>
                <c:pt idx="417">
                  <c:v>-0.07053314066990446</c:v>
                </c:pt>
                <c:pt idx="418">
                  <c:v>-0.06557616661725052</c:v>
                </c:pt>
                <c:pt idx="419">
                  <c:v>-0.05700455416931549</c:v>
                </c:pt>
                <c:pt idx="420">
                  <c:v>-0.08397785469515484</c:v>
                </c:pt>
                <c:pt idx="421">
                  <c:v>-0.07456885995905127</c:v>
                </c:pt>
                <c:pt idx="422">
                  <c:v>-0.09407658365944804</c:v>
                </c:pt>
                <c:pt idx="423">
                  <c:v>-0.09617434404271186</c:v>
                </c:pt>
                <c:pt idx="424">
                  <c:v>-0.06165857390276896</c:v>
                </c:pt>
                <c:pt idx="425">
                  <c:v>-0.07846635321611828</c:v>
                </c:pt>
                <c:pt idx="426">
                  <c:v>-0.1029380738828477</c:v>
                </c:pt>
                <c:pt idx="427">
                  <c:v>-0.1132788478604854</c:v>
                </c:pt>
                <c:pt idx="428">
                  <c:v>-0.1284935447737108</c:v>
                </c:pt>
                <c:pt idx="429">
                  <c:v>-0.1170453670596036</c:v>
                </c:pt>
                <c:pt idx="430">
                  <c:v>-0.1169705272375003</c:v>
                </c:pt>
                <c:pt idx="431">
                  <c:v>-0.09060413515010035</c:v>
                </c:pt>
                <c:pt idx="432">
                  <c:v>-0.06616266640446178</c:v>
                </c:pt>
                <c:pt idx="433">
                  <c:v>-0.05338259067119511</c:v>
                </c:pt>
                <c:pt idx="434">
                  <c:v>-0.07133511108415358</c:v>
                </c:pt>
                <c:pt idx="435">
                  <c:v>-0.05273830660733969</c:v>
                </c:pt>
                <c:pt idx="436">
                  <c:v>-0.03362828694512088</c:v>
                </c:pt>
                <c:pt idx="437">
                  <c:v>-0.03763297219628992</c:v>
                </c:pt>
                <c:pt idx="438">
                  <c:v>-0.08238521686123201</c:v>
                </c:pt>
                <c:pt idx="439">
                  <c:v>-0.105366046647894</c:v>
                </c:pt>
                <c:pt idx="440">
                  <c:v>-0.09676606375074848</c:v>
                </c:pt>
                <c:pt idx="441">
                  <c:v>-0.1222246929532953</c:v>
                </c:pt>
                <c:pt idx="442">
                  <c:v>-0.1074944500454567</c:v>
                </c:pt>
                <c:pt idx="443">
                  <c:v>-0.09543772957193453</c:v>
                </c:pt>
                <c:pt idx="444">
                  <c:v>-0.1324744209409001</c:v>
                </c:pt>
                <c:pt idx="445">
                  <c:v>-0.120856073644469</c:v>
                </c:pt>
                <c:pt idx="446">
                  <c:v>-0.09604847346200485</c:v>
                </c:pt>
                <c:pt idx="447">
                  <c:v>-0.06451991415028802</c:v>
                </c:pt>
                <c:pt idx="448">
                  <c:v>-0.07213499991434003</c:v>
                </c:pt>
                <c:pt idx="449">
                  <c:v>-0.07619176876854095</c:v>
                </c:pt>
                <c:pt idx="450">
                  <c:v>-0.08373840256567111</c:v>
                </c:pt>
                <c:pt idx="451">
                  <c:v>-0.08241636183526801</c:v>
                </c:pt>
                <c:pt idx="452">
                  <c:v>-0.1015014845776776</c:v>
                </c:pt>
                <c:pt idx="453">
                  <c:v>-0.1011002701485884</c:v>
                </c:pt>
                <c:pt idx="454">
                  <c:v>-0.1235202197156728</c:v>
                </c:pt>
                <c:pt idx="455">
                  <c:v>-0.1145011088665614</c:v>
                </c:pt>
                <c:pt idx="456">
                  <c:v>-0.1373655673294779</c:v>
                </c:pt>
                <c:pt idx="457">
                  <c:v>-0.1507673051845653</c:v>
                </c:pt>
                <c:pt idx="458">
                  <c:v>-0.1339163374430336</c:v>
                </c:pt>
                <c:pt idx="459">
                  <c:v>-0.1000353509685671</c:v>
                </c:pt>
                <c:pt idx="460">
                  <c:v>-0.1073599165917349</c:v>
                </c:pt>
                <c:pt idx="461">
                  <c:v>-0.110253734849618</c:v>
                </c:pt>
                <c:pt idx="462">
                  <c:v>-0.1037231364654798</c:v>
                </c:pt>
                <c:pt idx="463">
                  <c:v>-0.1161791912672292</c:v>
                </c:pt>
                <c:pt idx="464">
                  <c:v>-0.082505668059206</c:v>
                </c:pt>
                <c:pt idx="465">
                  <c:v>-0.09158105015348428</c:v>
                </c:pt>
                <c:pt idx="466">
                  <c:v>-0.08914942906001666</c:v>
                </c:pt>
                <c:pt idx="467">
                  <c:v>-0.06425124840734775</c:v>
                </c:pt>
                <c:pt idx="468">
                  <c:v>-0.05190477559015672</c:v>
                </c:pt>
                <c:pt idx="469">
                  <c:v>-0.03668305158062579</c:v>
                </c:pt>
                <c:pt idx="470">
                  <c:v>-0.04295722251323519</c:v>
                </c:pt>
                <c:pt idx="471">
                  <c:v>-0.01542968320735938</c:v>
                </c:pt>
                <c:pt idx="472">
                  <c:v>0.01318426569163389</c:v>
                </c:pt>
                <c:pt idx="473">
                  <c:v>0.01909942323825908</c:v>
                </c:pt>
                <c:pt idx="474">
                  <c:v>0.01611730239899023</c:v>
                </c:pt>
                <c:pt idx="475">
                  <c:v>0.0125430274223377</c:v>
                </c:pt>
                <c:pt idx="476">
                  <c:v>0.04244282484125228</c:v>
                </c:pt>
                <c:pt idx="477">
                  <c:v>0.04263901128842296</c:v>
                </c:pt>
                <c:pt idx="478">
                  <c:v>0.03856578879157646</c:v>
                </c:pt>
                <c:pt idx="479">
                  <c:v>-0.002877891701097646</c:v>
                </c:pt>
                <c:pt idx="480">
                  <c:v>-0.006543346391416294</c:v>
                </c:pt>
                <c:pt idx="481">
                  <c:v>-0.02900570693476778</c:v>
                </c:pt>
                <c:pt idx="482">
                  <c:v>1.245260124549397e-05</c:v>
                </c:pt>
                <c:pt idx="483">
                  <c:v>-0.002192150747011401</c:v>
                </c:pt>
                <c:pt idx="484">
                  <c:v>0.01323084528231044</c:v>
                </c:pt>
                <c:pt idx="485">
                  <c:v>0.01205834770383785</c:v>
                </c:pt>
                <c:pt idx="486">
                  <c:v>0.01896514341159095</c:v>
                </c:pt>
                <c:pt idx="487">
                  <c:v>0.00536104768399448</c:v>
                </c:pt>
                <c:pt idx="488">
                  <c:v>0.0454385440688585</c:v>
                </c:pt>
                <c:pt idx="489">
                  <c:v>0.08195771556416664</c:v>
                </c:pt>
                <c:pt idx="490">
                  <c:v>0.07335901572831016</c:v>
                </c:pt>
                <c:pt idx="491">
                  <c:v>0.07450301600291342</c:v>
                </c:pt>
                <c:pt idx="492">
                  <c:v>0.07250011359695074</c:v>
                </c:pt>
                <c:pt idx="493">
                  <c:v>0.04920650068498422</c:v>
                </c:pt>
                <c:pt idx="494">
                  <c:v>0.04916284282292915</c:v>
                </c:pt>
                <c:pt idx="495">
                  <c:v>0.02999866638136939</c:v>
                </c:pt>
                <c:pt idx="496">
                  <c:v>0.03119129301008661</c:v>
                </c:pt>
                <c:pt idx="497">
                  <c:v>0.04582966565176672</c:v>
                </c:pt>
                <c:pt idx="498">
                  <c:v>0.019598319249027</c:v>
                </c:pt>
                <c:pt idx="499">
                  <c:v>0.01331775125919354</c:v>
                </c:pt>
                <c:pt idx="500">
                  <c:v>0.03995901759851095</c:v>
                </c:pt>
                <c:pt idx="501">
                  <c:v>0.02597420453431187</c:v>
                </c:pt>
                <c:pt idx="502">
                  <c:v>0.02572484523867047</c:v>
                </c:pt>
                <c:pt idx="503">
                  <c:v>0.06256397673727765</c:v>
                </c:pt>
                <c:pt idx="504">
                  <c:v>0.06874142345317491</c:v>
                </c:pt>
                <c:pt idx="505">
                  <c:v>0.0635477448938142</c:v>
                </c:pt>
                <c:pt idx="506">
                  <c:v>0.1072331473618033</c:v>
                </c:pt>
                <c:pt idx="507">
                  <c:v>0.09743655216585556</c:v>
                </c:pt>
                <c:pt idx="508">
                  <c:v>0.09781441280581493</c:v>
                </c:pt>
                <c:pt idx="509">
                  <c:v>0.07736751561883226</c:v>
                </c:pt>
                <c:pt idx="510">
                  <c:v>0.1018691386256949</c:v>
                </c:pt>
                <c:pt idx="511">
                  <c:v>0.09914446741745442</c:v>
                </c:pt>
                <c:pt idx="512">
                  <c:v>0.1229617481945378</c:v>
                </c:pt>
                <c:pt idx="513">
                  <c:v>0.1125829695010527</c:v>
                </c:pt>
                <c:pt idx="514">
                  <c:v>0.114860941584948</c:v>
                </c:pt>
                <c:pt idx="515">
                  <c:v>0.1194712522491204</c:v>
                </c:pt>
                <c:pt idx="516">
                  <c:v>0.1154570236671388</c:v>
                </c:pt>
                <c:pt idx="517">
                  <c:v>0.09492648690470618</c:v>
                </c:pt>
                <c:pt idx="518">
                  <c:v>0.09638421257028806</c:v>
                </c:pt>
                <c:pt idx="519">
                  <c:v>0.08424423268038406</c:v>
                </c:pt>
                <c:pt idx="520">
                  <c:v>0.08189221133969782</c:v>
                </c:pt>
                <c:pt idx="521">
                  <c:v>0.07012534090293365</c:v>
                </c:pt>
                <c:pt idx="522">
                  <c:v>0.07355590379654942</c:v>
                </c:pt>
                <c:pt idx="523">
                  <c:v>0.07205910574564656</c:v>
                </c:pt>
                <c:pt idx="524">
                  <c:v>0.08228287530600631</c:v>
                </c:pt>
                <c:pt idx="525">
                  <c:v>0.07875578342754164</c:v>
                </c:pt>
                <c:pt idx="526">
                  <c:v>0.0524434657334043</c:v>
                </c:pt>
                <c:pt idx="527">
                  <c:v>0.04798176572677182</c:v>
                </c:pt>
                <c:pt idx="528">
                  <c:v>0.04346972670723326</c:v>
                </c:pt>
                <c:pt idx="529">
                  <c:v>0.03622876098840999</c:v>
                </c:pt>
                <c:pt idx="530">
                  <c:v>0.01419835354095977</c:v>
                </c:pt>
                <c:pt idx="531">
                  <c:v>-0.00406236552162087</c:v>
                </c:pt>
                <c:pt idx="532">
                  <c:v>0.00886930310213474</c:v>
                </c:pt>
                <c:pt idx="533">
                  <c:v>0.00691485844526829</c:v>
                </c:pt>
                <c:pt idx="534">
                  <c:v>0.01924123940332323</c:v>
                </c:pt>
                <c:pt idx="535">
                  <c:v>0.01279090989586984</c:v>
                </c:pt>
                <c:pt idx="536">
                  <c:v>0.01579700088878822</c:v>
                </c:pt>
                <c:pt idx="537">
                  <c:v>0.03809935605386983</c:v>
                </c:pt>
                <c:pt idx="538">
                  <c:v>0.003034870487017338</c:v>
                </c:pt>
                <c:pt idx="539">
                  <c:v>0.02472679973002534</c:v>
                </c:pt>
                <c:pt idx="540">
                  <c:v>0.04615803110372396</c:v>
                </c:pt>
                <c:pt idx="541">
                  <c:v>0.06215158870008475</c:v>
                </c:pt>
                <c:pt idx="542">
                  <c:v>0.09699493396317749</c:v>
                </c:pt>
                <c:pt idx="543">
                  <c:v>0.1138860871998864</c:v>
                </c:pt>
                <c:pt idx="544">
                  <c:v>0.1251760226400578</c:v>
                </c:pt>
                <c:pt idx="545">
                  <c:v>0.1469735012882021</c:v>
                </c:pt>
                <c:pt idx="546">
                  <c:v>0.1422001724564643</c:v>
                </c:pt>
                <c:pt idx="547">
                  <c:v>0.1640296735263806</c:v>
                </c:pt>
                <c:pt idx="548">
                  <c:v>0.1731087426129605</c:v>
                </c:pt>
                <c:pt idx="549">
                  <c:v>0.1926283149467869</c:v>
                </c:pt>
                <c:pt idx="550">
                  <c:v>0.1751506310323829</c:v>
                </c:pt>
                <c:pt idx="551">
                  <c:v>0.1394711513662812</c:v>
                </c:pt>
                <c:pt idx="552">
                  <c:v>0.1856925815658677</c:v>
                </c:pt>
                <c:pt idx="553">
                  <c:v>0.1932293616924077</c:v>
                </c:pt>
                <c:pt idx="554">
                  <c:v>0.169780190350846</c:v>
                </c:pt>
                <c:pt idx="555">
                  <c:v>0.1690695376661717</c:v>
                </c:pt>
                <c:pt idx="556">
                  <c:v>0.1527621021804308</c:v>
                </c:pt>
                <c:pt idx="557">
                  <c:v>0.1336716666093885</c:v>
                </c:pt>
                <c:pt idx="558">
                  <c:v>0.146162046396048</c:v>
                </c:pt>
                <c:pt idx="559">
                  <c:v>0.1029629585138963</c:v>
                </c:pt>
                <c:pt idx="560">
                  <c:v>0.1147373173522261</c:v>
                </c:pt>
                <c:pt idx="561">
                  <c:v>0.1287572126346028</c:v>
                </c:pt>
                <c:pt idx="562">
                  <c:v>0.1371341721797696</c:v>
                </c:pt>
                <c:pt idx="563">
                  <c:v>0.1345079960226108</c:v>
                </c:pt>
                <c:pt idx="564">
                  <c:v>0.1668751475195018</c:v>
                </c:pt>
                <c:pt idx="565">
                  <c:v>0.1478818893173779</c:v>
                </c:pt>
                <c:pt idx="566">
                  <c:v>0.1221749341019192</c:v>
                </c:pt>
                <c:pt idx="567">
                  <c:v>0.1499765048495501</c:v>
                </c:pt>
                <c:pt idx="568">
                  <c:v>0.1185859798422342</c:v>
                </c:pt>
                <c:pt idx="569">
                  <c:v>0.1111460978411234</c:v>
                </c:pt>
                <c:pt idx="570">
                  <c:v>0.08556671079305067</c:v>
                </c:pt>
                <c:pt idx="571">
                  <c:v>0.09316880759497126</c:v>
                </c:pt>
                <c:pt idx="572">
                  <c:v>0.0970741697204871</c:v>
                </c:pt>
                <c:pt idx="573">
                  <c:v>0.08456372301688808</c:v>
                </c:pt>
                <c:pt idx="574">
                  <c:v>0.07017796328523573</c:v>
                </c:pt>
                <c:pt idx="575">
                  <c:v>0.09193987328211617</c:v>
                </c:pt>
                <c:pt idx="576">
                  <c:v>0.09798921842819341</c:v>
                </c:pt>
                <c:pt idx="577">
                  <c:v>0.09927661134693855</c:v>
                </c:pt>
                <c:pt idx="578">
                  <c:v>0.1084869525723391</c:v>
                </c:pt>
                <c:pt idx="579">
                  <c:v>0.1015339975209744</c:v>
                </c:pt>
                <c:pt idx="580">
                  <c:v>0.1102708066596083</c:v>
                </c:pt>
                <c:pt idx="581">
                  <c:v>0.1165537510182839</c:v>
                </c:pt>
                <c:pt idx="582">
                  <c:v>0.08876750618983897</c:v>
                </c:pt>
                <c:pt idx="583">
                  <c:v>0.08064055773357715</c:v>
                </c:pt>
                <c:pt idx="584">
                  <c:v>0.0728115758210004</c:v>
                </c:pt>
                <c:pt idx="585">
                  <c:v>0.07363628516670451</c:v>
                </c:pt>
                <c:pt idx="586">
                  <c:v>0.05119098038757941</c:v>
                </c:pt>
                <c:pt idx="587">
                  <c:v>0.07470669577870703</c:v>
                </c:pt>
                <c:pt idx="588">
                  <c:v>0.07448902714653904</c:v>
                </c:pt>
                <c:pt idx="589">
                  <c:v>0.09685164454859185</c:v>
                </c:pt>
                <c:pt idx="590">
                  <c:v>0.1090369089641587</c:v>
                </c:pt>
                <c:pt idx="591">
                  <c:v>0.1325123655498908</c:v>
                </c:pt>
                <c:pt idx="592">
                  <c:v>0.1238222703417886</c:v>
                </c:pt>
                <c:pt idx="593">
                  <c:v>0.1425506715686466</c:v>
                </c:pt>
                <c:pt idx="594">
                  <c:v>0.1468310139738351</c:v>
                </c:pt>
                <c:pt idx="595">
                  <c:v>0.1425944703707427</c:v>
                </c:pt>
                <c:pt idx="596">
                  <c:v>0.1226317522885203</c:v>
                </c:pt>
                <c:pt idx="597">
                  <c:v>0.1161371081774778</c:v>
                </c:pt>
                <c:pt idx="598">
                  <c:v>0.1243423161746344</c:v>
                </c:pt>
                <c:pt idx="599">
                  <c:v>0.09636492587429468</c:v>
                </c:pt>
                <c:pt idx="600">
                  <c:v>0.09636492587429468</c:v>
                </c:pt>
                <c:pt idx="601">
                  <c:v>0.09771548516947459</c:v>
                </c:pt>
                <c:pt idx="602">
                  <c:v>0.08280438453435846</c:v>
                </c:pt>
                <c:pt idx="603">
                  <c:v>0.05527538018666167</c:v>
                </c:pt>
                <c:pt idx="604">
                  <c:v>0.05527538018666167</c:v>
                </c:pt>
                <c:pt idx="605">
                  <c:v>0.06499343087602472</c:v>
                </c:pt>
                <c:pt idx="606">
                  <c:v>0.03246056994663049</c:v>
                </c:pt>
                <c:pt idx="607">
                  <c:v>-0.004905544120440641</c:v>
                </c:pt>
                <c:pt idx="608">
                  <c:v>-0.02521995386747022</c:v>
                </c:pt>
                <c:pt idx="609">
                  <c:v>-0.05205258908579424</c:v>
                </c:pt>
                <c:pt idx="610">
                  <c:v>-0.04690337491449981</c:v>
                </c:pt>
                <c:pt idx="611">
                  <c:v>-0.06328115028580084</c:v>
                </c:pt>
                <c:pt idx="612">
                  <c:v>-0.06992785570637461</c:v>
                </c:pt>
                <c:pt idx="613">
                  <c:v>-0.07303786907850751</c:v>
                </c:pt>
                <c:pt idx="614">
                  <c:v>-0.07083019999540485</c:v>
                </c:pt>
                <c:pt idx="615">
                  <c:v>-0.04729204076543359</c:v>
                </c:pt>
                <c:pt idx="616">
                  <c:v>-0.06329364151382288</c:v>
                </c:pt>
                <c:pt idx="617">
                  <c:v>-0.05211742829985311</c:v>
                </c:pt>
                <c:pt idx="618">
                  <c:v>-0.04995456756478101</c:v>
                </c:pt>
                <c:pt idx="619">
                  <c:v>-0.05024515939483254</c:v>
                </c:pt>
                <c:pt idx="620">
                  <c:v>-0.04764694774441924</c:v>
                </c:pt>
                <c:pt idx="621">
                  <c:v>-0.05353872070269239</c:v>
                </c:pt>
                <c:pt idx="622">
                  <c:v>-0.06613891010386175</c:v>
                </c:pt>
                <c:pt idx="623">
                  <c:v>-0.04560215634063725</c:v>
                </c:pt>
                <c:pt idx="624">
                  <c:v>-0.03500124162329332</c:v>
                </c:pt>
                <c:pt idx="625">
                  <c:v>-0.05720794934838125</c:v>
                </c:pt>
                <c:pt idx="626">
                  <c:v>-0.04259392824726438</c:v>
                </c:pt>
                <c:pt idx="627">
                  <c:v>-0.02944100111550618</c:v>
                </c:pt>
                <c:pt idx="628">
                  <c:v>-0.04571633478029868</c:v>
                </c:pt>
                <c:pt idx="629">
                  <c:v>-0.04374461946828523</c:v>
                </c:pt>
                <c:pt idx="630">
                  <c:v>-0.04846112660420487</c:v>
                </c:pt>
                <c:pt idx="631">
                  <c:v>-0.06924077240800208</c:v>
                </c:pt>
                <c:pt idx="632">
                  <c:v>-0.04135345960562431</c:v>
                </c:pt>
                <c:pt idx="633">
                  <c:v>-0.0379695213178094</c:v>
                </c:pt>
                <c:pt idx="634">
                  <c:v>0.007639461404612913</c:v>
                </c:pt>
                <c:pt idx="635">
                  <c:v>-0.001073178074962211</c:v>
                </c:pt>
                <c:pt idx="636">
                  <c:v>-0.023416379297585</c:v>
                </c:pt>
                <c:pt idx="637">
                  <c:v>-0.01721789194952017</c:v>
                </c:pt>
                <c:pt idx="638">
                  <c:v>-0.01604529331130433</c:v>
                </c:pt>
                <c:pt idx="639">
                  <c:v>-0.004612457815402426</c:v>
                </c:pt>
                <c:pt idx="640">
                  <c:v>0.001792652917577575</c:v>
                </c:pt>
                <c:pt idx="641">
                  <c:v>0.01294853862922252</c:v>
                </c:pt>
                <c:pt idx="642">
                  <c:v>0.01290780062216834</c:v>
                </c:pt>
                <c:pt idx="643">
                  <c:v>0.04388636274251478</c:v>
                </c:pt>
                <c:pt idx="644">
                  <c:v>0.05126858118592503</c:v>
                </c:pt>
                <c:pt idx="645">
                  <c:v>0.07253343969437553</c:v>
                </c:pt>
                <c:pt idx="646">
                  <c:v>0.08389071968340289</c:v>
                </c:pt>
                <c:pt idx="647">
                  <c:v>0.09390916992803144</c:v>
                </c:pt>
                <c:pt idx="648">
                  <c:v>0.1251021916665058</c:v>
                </c:pt>
                <c:pt idx="649">
                  <c:v>0.1386468784563657</c:v>
                </c:pt>
                <c:pt idx="650">
                  <c:v>0.1359821715450975</c:v>
                </c:pt>
                <c:pt idx="651">
                  <c:v>0.1113605388974435</c:v>
                </c:pt>
                <c:pt idx="652">
                  <c:v>0.147313331512436</c:v>
                </c:pt>
                <c:pt idx="653">
                  <c:v>0.1644937164277811</c:v>
                </c:pt>
                <c:pt idx="654">
                  <c:v>0.1352127983030285</c:v>
                </c:pt>
                <c:pt idx="655">
                  <c:v>0.1191099138401577</c:v>
                </c:pt>
                <c:pt idx="656">
                  <c:v>0.1434065194646599</c:v>
                </c:pt>
                <c:pt idx="657">
                  <c:v>0.1358343297678277</c:v>
                </c:pt>
                <c:pt idx="658">
                  <c:v>0.1218193272242816</c:v>
                </c:pt>
                <c:pt idx="659">
                  <c:v>0.04980554246602842</c:v>
                </c:pt>
                <c:pt idx="660">
                  <c:v>0.06558547084889099</c:v>
                </c:pt>
                <c:pt idx="661">
                  <c:v>0.05937492535905453</c:v>
                </c:pt>
                <c:pt idx="662">
                  <c:v>0.06175606286114776</c:v>
                </c:pt>
                <c:pt idx="663">
                  <c:v>0.08176291850078066</c:v>
                </c:pt>
                <c:pt idx="664">
                  <c:v>0.1053493998176867</c:v>
                </c:pt>
                <c:pt idx="665">
                  <c:v>0.09858282681404407</c:v>
                </c:pt>
                <c:pt idx="666">
                  <c:v>0.0948389939559795</c:v>
                </c:pt>
                <c:pt idx="667">
                  <c:v>0.08760921042146053</c:v>
                </c:pt>
                <c:pt idx="668">
                  <c:v>0.09562073568164942</c:v>
                </c:pt>
                <c:pt idx="669">
                  <c:v>0.1330063442107356</c:v>
                </c:pt>
                <c:pt idx="670">
                  <c:v>0.1366108097084735</c:v>
                </c:pt>
                <c:pt idx="671">
                  <c:v>0.1402014786782244</c:v>
                </c:pt>
                <c:pt idx="672">
                  <c:v>0.1509980425395074</c:v>
                </c:pt>
                <c:pt idx="673">
                  <c:v>0.1563742909724786</c:v>
                </c:pt>
                <c:pt idx="674">
                  <c:v>0.1445899241687845</c:v>
                </c:pt>
                <c:pt idx="675">
                  <c:v>0.1442221232035488</c:v>
                </c:pt>
                <c:pt idx="676">
                  <c:v>0.1445436876838861</c:v>
                </c:pt>
                <c:pt idx="677">
                  <c:v>0.1067426198875621</c:v>
                </c:pt>
                <c:pt idx="678">
                  <c:v>0.08486004751572862</c:v>
                </c:pt>
                <c:pt idx="679">
                  <c:v>0.06843420211890372</c:v>
                </c:pt>
                <c:pt idx="680">
                  <c:v>0.1010493062828197</c:v>
                </c:pt>
                <c:pt idx="681">
                  <c:v>0.1076266767014233</c:v>
                </c:pt>
                <c:pt idx="682">
                  <c:v>0.1213829942619662</c:v>
                </c:pt>
                <c:pt idx="683">
                  <c:v>0.1336327896972564</c:v>
                </c:pt>
                <c:pt idx="684">
                  <c:v>0.1692277241456304</c:v>
                </c:pt>
                <c:pt idx="685">
                  <c:v>0.1615144747344259</c:v>
                </c:pt>
                <c:pt idx="686">
                  <c:v>0.1363738085140953</c:v>
                </c:pt>
                <c:pt idx="687">
                  <c:v>0.1495736898102638</c:v>
                </c:pt>
                <c:pt idx="688">
                  <c:v>0.1149351396769327</c:v>
                </c:pt>
                <c:pt idx="689">
                  <c:v>0.1220173642791194</c:v>
                </c:pt>
                <c:pt idx="690">
                  <c:v>0.1571274124600948</c:v>
                </c:pt>
                <c:pt idx="691">
                  <c:v>0.1610285161725664</c:v>
                </c:pt>
                <c:pt idx="692">
                  <c:v>0.1627979830190827</c:v>
                </c:pt>
                <c:pt idx="693">
                  <c:v>0.1806048535063562</c:v>
                </c:pt>
                <c:pt idx="694">
                  <c:v>0.1575154720526619</c:v>
                </c:pt>
                <c:pt idx="695">
                  <c:v>0.1690617044123535</c:v>
                </c:pt>
                <c:pt idx="696">
                  <c:v>0.1561192969750371</c:v>
                </c:pt>
                <c:pt idx="697">
                  <c:v>0.1810462825518053</c:v>
                </c:pt>
                <c:pt idx="698">
                  <c:v>0.1440297517738951</c:v>
                </c:pt>
                <c:pt idx="699">
                  <c:v>0.1428341004042379</c:v>
                </c:pt>
                <c:pt idx="700">
                  <c:v>0.1397901732989071</c:v>
                </c:pt>
                <c:pt idx="701">
                  <c:v>0.1000049050993059</c:v>
                </c:pt>
                <c:pt idx="702">
                  <c:v>0.1037257278548829</c:v>
                </c:pt>
                <c:pt idx="703">
                  <c:v>0.09095940334081742</c:v>
                </c:pt>
                <c:pt idx="704">
                  <c:v>0.09704373772380603</c:v>
                </c:pt>
                <c:pt idx="705">
                  <c:v>0.0968635509416449</c:v>
                </c:pt>
                <c:pt idx="706">
                  <c:v>0.1042326713962134</c:v>
                </c:pt>
                <c:pt idx="707">
                  <c:v>0.0959124239894984</c:v>
                </c:pt>
                <c:pt idx="708">
                  <c:v>0.1340337919573904</c:v>
                </c:pt>
                <c:pt idx="709">
                  <c:v>0.135495197751393</c:v>
                </c:pt>
                <c:pt idx="710">
                  <c:v>0.1409576881198991</c:v>
                </c:pt>
                <c:pt idx="711">
                  <c:v>0.135979355274175</c:v>
                </c:pt>
                <c:pt idx="712">
                  <c:v>0.1597636735835344</c:v>
                </c:pt>
                <c:pt idx="713">
                  <c:v>0.1447137878521623</c:v>
                </c:pt>
                <c:pt idx="714">
                  <c:v>0.1151551127890249</c:v>
                </c:pt>
                <c:pt idx="715">
                  <c:v>0.07854156280314895</c:v>
                </c:pt>
                <c:pt idx="716">
                  <c:v>0.1068789623907691</c:v>
                </c:pt>
                <c:pt idx="717">
                  <c:v>0.1123922429727362</c:v>
                </c:pt>
                <c:pt idx="718">
                  <c:v>0.1235750127338882</c:v>
                </c:pt>
                <c:pt idx="719">
                  <c:v>0.1023276792333916</c:v>
                </c:pt>
                <c:pt idx="720">
                  <c:v>0.09748483153894072</c:v>
                </c:pt>
                <c:pt idx="721">
                  <c:v>0.1726761152293883</c:v>
                </c:pt>
                <c:pt idx="722">
                  <c:v>0.1519501585216179</c:v>
                </c:pt>
                <c:pt idx="723">
                  <c:v>0.1707333378651956</c:v>
                </c:pt>
                <c:pt idx="724">
                  <c:v>0.1621529733110452</c:v>
                </c:pt>
                <c:pt idx="725">
                  <c:v>0.1400900172972548</c:v>
                </c:pt>
                <c:pt idx="726">
                  <c:v>0.1319565349204601</c:v>
                </c:pt>
                <c:pt idx="727">
                  <c:v>0.150180320275032</c:v>
                </c:pt>
                <c:pt idx="728">
                  <c:v>0.1756334466061058</c:v>
                </c:pt>
                <c:pt idx="729">
                  <c:v>0.1573510781279617</c:v>
                </c:pt>
                <c:pt idx="730">
                  <c:v>0.1843396224053393</c:v>
                </c:pt>
                <c:pt idx="731">
                  <c:v>0.1959174618263215</c:v>
                </c:pt>
                <c:pt idx="732">
                  <c:v>0.2072232794120927</c:v>
                </c:pt>
                <c:pt idx="733">
                  <c:v>0.2015339682509742</c:v>
                </c:pt>
                <c:pt idx="734">
                  <c:v>0.1902020591102189</c:v>
                </c:pt>
                <c:pt idx="735">
                  <c:v>0.1887222954158561</c:v>
                </c:pt>
                <c:pt idx="736">
                  <c:v>0.1756196520666815</c:v>
                </c:pt>
                <c:pt idx="737">
                  <c:v>0.2073402526281969</c:v>
                </c:pt>
                <c:pt idx="738">
                  <c:v>0.2054664175726832</c:v>
                </c:pt>
                <c:pt idx="739">
                  <c:v>0.2336952954881959</c:v>
                </c:pt>
                <c:pt idx="740">
                  <c:v>0.2723057324762463</c:v>
                </c:pt>
                <c:pt idx="741">
                  <c:v>0.2989936842565761</c:v>
                </c:pt>
                <c:pt idx="742">
                  <c:v>0.2696964834316571</c:v>
                </c:pt>
                <c:pt idx="743">
                  <c:v>0.2639706028543107</c:v>
                </c:pt>
                <c:pt idx="744">
                  <c:v>0.2466861513014498</c:v>
                </c:pt>
                <c:pt idx="745">
                  <c:v>0.2318694060720159</c:v>
                </c:pt>
                <c:pt idx="746">
                  <c:v>0.2189295153135231</c:v>
                </c:pt>
                <c:pt idx="747">
                  <c:v>0.2269842914716069</c:v>
                </c:pt>
                <c:pt idx="748">
                  <c:v>0.2308492913774094</c:v>
                </c:pt>
                <c:pt idx="749">
                  <c:v>0.2346706653449226</c:v>
                </c:pt>
                <c:pt idx="750">
                  <c:v>0.2420505579314101</c:v>
                </c:pt>
                <c:pt idx="751">
                  <c:v>0.233200900959061</c:v>
                </c:pt>
                <c:pt idx="752">
                  <c:v>0.1755165440200288</c:v>
                </c:pt>
                <c:pt idx="753">
                  <c:v>0.1745293430983628</c:v>
                </c:pt>
                <c:pt idx="754">
                  <c:v>0.2121802241597714</c:v>
                </c:pt>
                <c:pt idx="755">
                  <c:v>0.2156800980264177</c:v>
                </c:pt>
                <c:pt idx="756">
                  <c:v>0.2421855298799889</c:v>
                </c:pt>
                <c:pt idx="757">
                  <c:v>0.2311968909879341</c:v>
                </c:pt>
                <c:pt idx="758">
                  <c:v>0.2171851773102531</c:v>
                </c:pt>
                <c:pt idx="759">
                  <c:v>0.1971683277340901</c:v>
                </c:pt>
                <c:pt idx="760">
                  <c:v>0.2572190279959368</c:v>
                </c:pt>
                <c:pt idx="761">
                  <c:v>0.2681770562383301</c:v>
                </c:pt>
                <c:pt idx="762">
                  <c:v>0.2630940639586992</c:v>
                </c:pt>
                <c:pt idx="763">
                  <c:v>0.2991264115580308</c:v>
                </c:pt>
                <c:pt idx="764">
                  <c:v>0.240699786874399</c:v>
                </c:pt>
                <c:pt idx="765">
                  <c:v>0.2283378919817622</c:v>
                </c:pt>
                <c:pt idx="766">
                  <c:v>0.2098791304868808</c:v>
                </c:pt>
                <c:pt idx="767">
                  <c:v>0.2213690608680559</c:v>
                </c:pt>
                <c:pt idx="768">
                  <c:v>0.1964604058771346</c:v>
                </c:pt>
                <c:pt idx="769">
                  <c:v>0.2126149623688436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96-4FA6-8EB5-50B23F57D9DD}"/>
            </c:ext>
          </c:extLst>
        </c:ser>
        <c:ser>
          <c:idx val="1"/>
          <c:order val="1"/>
          <c:tx>
            <c:strRef>
              <c:f>'Component treatment'!$V$4</c:f>
              <c:strCache>
                <c:ptCount val="1"/>
                <c:pt idx="0">
                  <c:v>Pessimista</c:v>
                </c:pt>
              </c:strCache>
            </c:strRef>
          </c:tx>
          <c:spPr>
            <a:ln w="19050" cap="rnd">
              <a:solidFill>
                <a:srgbClr val="C0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'Component treatment'!$T$5:$T$50000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treatment'!$V$5:$V$50000</c:f>
              <c:numCache>
                <c:formatCode>0.0</c:formatCode>
                <c:ptCount val="49996"/>
                <c:pt idx="0">
                  <c:v>0.1495648687780346</c:v>
                </c:pt>
                <c:pt idx="1">
                  <c:v>0.1495648687780346</c:v>
                </c:pt>
                <c:pt idx="2">
                  <c:v>0.1495648687780346</c:v>
                </c:pt>
                <c:pt idx="3">
                  <c:v>0.1495648687780346</c:v>
                </c:pt>
                <c:pt idx="4">
                  <c:v>0.1495648687780346</c:v>
                </c:pt>
                <c:pt idx="5">
                  <c:v>0.1495648687780346</c:v>
                </c:pt>
                <c:pt idx="6">
                  <c:v>0.1495648687780346</c:v>
                </c:pt>
                <c:pt idx="7">
                  <c:v>0.1495648687780346</c:v>
                </c:pt>
                <c:pt idx="8">
                  <c:v>0.1495648687780346</c:v>
                </c:pt>
                <c:pt idx="9">
                  <c:v>0.1495648687780346</c:v>
                </c:pt>
                <c:pt idx="10">
                  <c:v>0.1495648687780346</c:v>
                </c:pt>
                <c:pt idx="11">
                  <c:v>0.1495648687780346</c:v>
                </c:pt>
                <c:pt idx="12">
                  <c:v>0.1495648687780346</c:v>
                </c:pt>
                <c:pt idx="13">
                  <c:v>0.1495648687780346</c:v>
                </c:pt>
                <c:pt idx="14">
                  <c:v>0.1495648687780346</c:v>
                </c:pt>
                <c:pt idx="15">
                  <c:v>0.1495648687780346</c:v>
                </c:pt>
                <c:pt idx="16">
                  <c:v>0.1495648687780346</c:v>
                </c:pt>
                <c:pt idx="17">
                  <c:v>0.1495648687780346</c:v>
                </c:pt>
                <c:pt idx="18">
                  <c:v>0.1495648687780346</c:v>
                </c:pt>
                <c:pt idx="19">
                  <c:v>0.1495648687780346</c:v>
                </c:pt>
                <c:pt idx="20">
                  <c:v>0.1495648687780346</c:v>
                </c:pt>
                <c:pt idx="21">
                  <c:v>0.1495648687780346</c:v>
                </c:pt>
                <c:pt idx="22">
                  <c:v>0.1495648687780346</c:v>
                </c:pt>
                <c:pt idx="23">
                  <c:v>0.1495648687780346</c:v>
                </c:pt>
                <c:pt idx="24">
                  <c:v>0.1495648687780346</c:v>
                </c:pt>
                <c:pt idx="25">
                  <c:v>0.1495648687780346</c:v>
                </c:pt>
                <c:pt idx="26">
                  <c:v>0.1495648687780346</c:v>
                </c:pt>
                <c:pt idx="27">
                  <c:v>0.1495648687780346</c:v>
                </c:pt>
                <c:pt idx="28">
                  <c:v>0.1495648687780346</c:v>
                </c:pt>
                <c:pt idx="29">
                  <c:v>0.1495648687780346</c:v>
                </c:pt>
                <c:pt idx="30">
                  <c:v>0.1495648687780346</c:v>
                </c:pt>
                <c:pt idx="31">
                  <c:v>0.1495648687780346</c:v>
                </c:pt>
                <c:pt idx="32">
                  <c:v>0.1495648687780346</c:v>
                </c:pt>
                <c:pt idx="33">
                  <c:v>0.1495648687780346</c:v>
                </c:pt>
                <c:pt idx="34">
                  <c:v>0.1495648687780346</c:v>
                </c:pt>
                <c:pt idx="35">
                  <c:v>0.1495648687780346</c:v>
                </c:pt>
                <c:pt idx="36">
                  <c:v>0.1495648687780346</c:v>
                </c:pt>
                <c:pt idx="37">
                  <c:v>0.1495648687780346</c:v>
                </c:pt>
                <c:pt idx="38">
                  <c:v>0.1495648687780346</c:v>
                </c:pt>
                <c:pt idx="39">
                  <c:v>0.1495648687780346</c:v>
                </c:pt>
                <c:pt idx="40">
                  <c:v>0.1495648687780346</c:v>
                </c:pt>
                <c:pt idx="41">
                  <c:v>0.1495648687780346</c:v>
                </c:pt>
                <c:pt idx="42">
                  <c:v>0.1495648687780346</c:v>
                </c:pt>
                <c:pt idx="43">
                  <c:v>0.1495648687780346</c:v>
                </c:pt>
                <c:pt idx="44">
                  <c:v>0.1495648687780346</c:v>
                </c:pt>
                <c:pt idx="45">
                  <c:v>0.1495648687780346</c:v>
                </c:pt>
                <c:pt idx="46">
                  <c:v>0.1495648687780346</c:v>
                </c:pt>
                <c:pt idx="47">
                  <c:v>0.1495648687780346</c:v>
                </c:pt>
                <c:pt idx="48">
                  <c:v>0.1495648687780346</c:v>
                </c:pt>
                <c:pt idx="49">
                  <c:v>0.1495648687780346</c:v>
                </c:pt>
                <c:pt idx="50">
                  <c:v>0.1495648687780346</c:v>
                </c:pt>
                <c:pt idx="51">
                  <c:v>0.1495648687780346</c:v>
                </c:pt>
                <c:pt idx="52">
                  <c:v>0.1495648687780346</c:v>
                </c:pt>
                <c:pt idx="53">
                  <c:v>0.1495648687780346</c:v>
                </c:pt>
                <c:pt idx="54">
                  <c:v>0.1495648687780346</c:v>
                </c:pt>
                <c:pt idx="55">
                  <c:v>0.1495648687780346</c:v>
                </c:pt>
                <c:pt idx="56">
                  <c:v>0.1495648687780346</c:v>
                </c:pt>
                <c:pt idx="57">
                  <c:v>0.1495648687780346</c:v>
                </c:pt>
                <c:pt idx="58">
                  <c:v>0.1495648687780346</c:v>
                </c:pt>
                <c:pt idx="59">
                  <c:v>0.1495648687780346</c:v>
                </c:pt>
                <c:pt idx="60">
                  <c:v>0.1495648687780346</c:v>
                </c:pt>
                <c:pt idx="61">
                  <c:v>0.1495648687780346</c:v>
                </c:pt>
                <c:pt idx="62">
                  <c:v>0.1495648687780346</c:v>
                </c:pt>
                <c:pt idx="63">
                  <c:v>0.1495648687780346</c:v>
                </c:pt>
                <c:pt idx="64">
                  <c:v>0.1495648687780346</c:v>
                </c:pt>
                <c:pt idx="65">
                  <c:v>0.1495648687780346</c:v>
                </c:pt>
                <c:pt idx="66">
                  <c:v>0.1495648687780346</c:v>
                </c:pt>
                <c:pt idx="67">
                  <c:v>0.1495648687780346</c:v>
                </c:pt>
                <c:pt idx="68">
                  <c:v>0.1495648687780346</c:v>
                </c:pt>
                <c:pt idx="69">
                  <c:v>0.1495648687780346</c:v>
                </c:pt>
                <c:pt idx="70">
                  <c:v>0.1495648687780346</c:v>
                </c:pt>
                <c:pt idx="71">
                  <c:v>0.1495648687780346</c:v>
                </c:pt>
                <c:pt idx="72">
                  <c:v>0.1495648687780346</c:v>
                </c:pt>
                <c:pt idx="73">
                  <c:v>0.1495648687780346</c:v>
                </c:pt>
                <c:pt idx="74">
                  <c:v>0.1495648687780346</c:v>
                </c:pt>
                <c:pt idx="75">
                  <c:v>0.1495648687780346</c:v>
                </c:pt>
                <c:pt idx="76">
                  <c:v>0.1495648687780346</c:v>
                </c:pt>
                <c:pt idx="77">
                  <c:v>0.1495648687780346</c:v>
                </c:pt>
                <c:pt idx="78">
                  <c:v>0.1495648687780346</c:v>
                </c:pt>
                <c:pt idx="79">
                  <c:v>0.1495648687780346</c:v>
                </c:pt>
                <c:pt idx="80">
                  <c:v>0.1495648687780346</c:v>
                </c:pt>
                <c:pt idx="81">
                  <c:v>0.1495648687780346</c:v>
                </c:pt>
                <c:pt idx="82">
                  <c:v>0.1495648687780346</c:v>
                </c:pt>
                <c:pt idx="83">
                  <c:v>0.1495648687780346</c:v>
                </c:pt>
                <c:pt idx="84">
                  <c:v>0.1495648687780346</c:v>
                </c:pt>
                <c:pt idx="85">
                  <c:v>0.1495648687780346</c:v>
                </c:pt>
                <c:pt idx="86">
                  <c:v>0.1495648687780346</c:v>
                </c:pt>
                <c:pt idx="87">
                  <c:v>0.1495648687780346</c:v>
                </c:pt>
                <c:pt idx="88">
                  <c:v>0.1495648687780346</c:v>
                </c:pt>
                <c:pt idx="89">
                  <c:v>0.1495648687780346</c:v>
                </c:pt>
                <c:pt idx="90">
                  <c:v>0.1495648687780346</c:v>
                </c:pt>
                <c:pt idx="91">
                  <c:v>0.1495648687780346</c:v>
                </c:pt>
                <c:pt idx="92">
                  <c:v>0.1495648687780346</c:v>
                </c:pt>
                <c:pt idx="93">
                  <c:v>0.1495648687780346</c:v>
                </c:pt>
                <c:pt idx="94">
                  <c:v>0.1495648687780346</c:v>
                </c:pt>
                <c:pt idx="95">
                  <c:v>0.1495648687780346</c:v>
                </c:pt>
                <c:pt idx="96">
                  <c:v>0.1495648687780346</c:v>
                </c:pt>
                <c:pt idx="97">
                  <c:v>0.1495648687780346</c:v>
                </c:pt>
                <c:pt idx="98">
                  <c:v>0.1495648687780346</c:v>
                </c:pt>
                <c:pt idx="99">
                  <c:v>0.1495648687780346</c:v>
                </c:pt>
                <c:pt idx="100">
                  <c:v>0.1495648687780346</c:v>
                </c:pt>
                <c:pt idx="101">
                  <c:v>0.1495648687780346</c:v>
                </c:pt>
                <c:pt idx="102">
                  <c:v>0.1495648687780346</c:v>
                </c:pt>
                <c:pt idx="103">
                  <c:v>0.1495648687780346</c:v>
                </c:pt>
                <c:pt idx="104">
                  <c:v>0.1495648687780346</c:v>
                </c:pt>
                <c:pt idx="105">
                  <c:v>0.1495648687780346</c:v>
                </c:pt>
                <c:pt idx="106">
                  <c:v>0.1495648687780346</c:v>
                </c:pt>
                <c:pt idx="107">
                  <c:v>0.1495648687780346</c:v>
                </c:pt>
                <c:pt idx="108">
                  <c:v>0.1495648687780346</c:v>
                </c:pt>
                <c:pt idx="109">
                  <c:v>0.1495648687780346</c:v>
                </c:pt>
                <c:pt idx="110">
                  <c:v>0.1495648687780346</c:v>
                </c:pt>
                <c:pt idx="111">
                  <c:v>0.1495648687780346</c:v>
                </c:pt>
                <c:pt idx="112">
                  <c:v>0.1495648687780346</c:v>
                </c:pt>
                <c:pt idx="113">
                  <c:v>0.1495648687780346</c:v>
                </c:pt>
                <c:pt idx="114">
                  <c:v>0.1495648687780346</c:v>
                </c:pt>
                <c:pt idx="115">
                  <c:v>0.1495648687780346</c:v>
                </c:pt>
                <c:pt idx="116">
                  <c:v>0.1495648687780346</c:v>
                </c:pt>
                <c:pt idx="117">
                  <c:v>0.1495648687780346</c:v>
                </c:pt>
                <c:pt idx="118">
                  <c:v>0.1495648687780346</c:v>
                </c:pt>
                <c:pt idx="119">
                  <c:v>0.1495648687780346</c:v>
                </c:pt>
                <c:pt idx="120">
                  <c:v>0.1495648687780346</c:v>
                </c:pt>
                <c:pt idx="121">
                  <c:v>0.1495648687780346</c:v>
                </c:pt>
                <c:pt idx="122">
                  <c:v>0.1495648687780346</c:v>
                </c:pt>
                <c:pt idx="123">
                  <c:v>0.1495648687780346</c:v>
                </c:pt>
                <c:pt idx="124">
                  <c:v>0.1495648687780346</c:v>
                </c:pt>
                <c:pt idx="125">
                  <c:v>0.1495648687780346</c:v>
                </c:pt>
                <c:pt idx="126">
                  <c:v>0.1495648687780346</c:v>
                </c:pt>
                <c:pt idx="127">
                  <c:v>0.1495648687780346</c:v>
                </c:pt>
                <c:pt idx="128">
                  <c:v>0.1495648687780346</c:v>
                </c:pt>
                <c:pt idx="129">
                  <c:v>0.1495648687780346</c:v>
                </c:pt>
                <c:pt idx="130">
                  <c:v>0.1495648687780346</c:v>
                </c:pt>
                <c:pt idx="131">
                  <c:v>0.1495648687780346</c:v>
                </c:pt>
                <c:pt idx="132">
                  <c:v>0.1495648687780346</c:v>
                </c:pt>
                <c:pt idx="133">
                  <c:v>0.1495648687780346</c:v>
                </c:pt>
                <c:pt idx="134">
                  <c:v>0.1495648687780346</c:v>
                </c:pt>
                <c:pt idx="135">
                  <c:v>0.1495648687780346</c:v>
                </c:pt>
                <c:pt idx="136">
                  <c:v>0.1495648687780346</c:v>
                </c:pt>
                <c:pt idx="137">
                  <c:v>0.1495648687780346</c:v>
                </c:pt>
                <c:pt idx="138">
                  <c:v>0.1495648687780346</c:v>
                </c:pt>
                <c:pt idx="139">
                  <c:v>0.1495648687780346</c:v>
                </c:pt>
                <c:pt idx="140">
                  <c:v>0.1495648687780346</c:v>
                </c:pt>
                <c:pt idx="141">
                  <c:v>0.1495648687780346</c:v>
                </c:pt>
                <c:pt idx="142">
                  <c:v>0.1495648687780346</c:v>
                </c:pt>
                <c:pt idx="143">
                  <c:v>0.1495648687780346</c:v>
                </c:pt>
                <c:pt idx="144">
                  <c:v>0.1495648687780346</c:v>
                </c:pt>
                <c:pt idx="145">
                  <c:v>0.1495648687780346</c:v>
                </c:pt>
                <c:pt idx="146">
                  <c:v>0.1495648687780346</c:v>
                </c:pt>
                <c:pt idx="147">
                  <c:v>0.1495648687780346</c:v>
                </c:pt>
                <c:pt idx="148">
                  <c:v>0.1495648687780346</c:v>
                </c:pt>
                <c:pt idx="149">
                  <c:v>0.1495648687780346</c:v>
                </c:pt>
                <c:pt idx="150">
                  <c:v>0.1495648687780346</c:v>
                </c:pt>
                <c:pt idx="151">
                  <c:v>0.1495648687780346</c:v>
                </c:pt>
                <c:pt idx="152">
                  <c:v>0.1495648687780346</c:v>
                </c:pt>
                <c:pt idx="153">
                  <c:v>0.1495648687780346</c:v>
                </c:pt>
                <c:pt idx="154">
                  <c:v>0.1495648687780346</c:v>
                </c:pt>
                <c:pt idx="155">
                  <c:v>0.1495648687780346</c:v>
                </c:pt>
                <c:pt idx="156">
                  <c:v>0.1495648687780346</c:v>
                </c:pt>
                <c:pt idx="157">
                  <c:v>0.1495648687780346</c:v>
                </c:pt>
                <c:pt idx="158">
                  <c:v>0.1495648687780346</c:v>
                </c:pt>
                <c:pt idx="159">
                  <c:v>0.1495648687780346</c:v>
                </c:pt>
                <c:pt idx="160">
                  <c:v>0.1495648687780346</c:v>
                </c:pt>
                <c:pt idx="161">
                  <c:v>0.1495648687780346</c:v>
                </c:pt>
                <c:pt idx="162">
                  <c:v>0.1495648687780346</c:v>
                </c:pt>
                <c:pt idx="163">
                  <c:v>0.1495648687780346</c:v>
                </c:pt>
                <c:pt idx="164">
                  <c:v>0.1495648687780346</c:v>
                </c:pt>
                <c:pt idx="165">
                  <c:v>0.1495648687780346</c:v>
                </c:pt>
                <c:pt idx="166">
                  <c:v>0.1495648687780346</c:v>
                </c:pt>
                <c:pt idx="167">
                  <c:v>0.1495648687780346</c:v>
                </c:pt>
                <c:pt idx="168">
                  <c:v>0.1495648687780346</c:v>
                </c:pt>
                <c:pt idx="169">
                  <c:v>0.1495648687780346</c:v>
                </c:pt>
                <c:pt idx="170">
                  <c:v>0.1495648687780346</c:v>
                </c:pt>
                <c:pt idx="171">
                  <c:v>0.1495648687780346</c:v>
                </c:pt>
                <c:pt idx="172">
                  <c:v>0.1495648687780346</c:v>
                </c:pt>
                <c:pt idx="173">
                  <c:v>0.1495648687780346</c:v>
                </c:pt>
                <c:pt idx="174">
                  <c:v>0.1495648687780346</c:v>
                </c:pt>
                <c:pt idx="175">
                  <c:v>0.1495648687780346</c:v>
                </c:pt>
                <c:pt idx="176">
                  <c:v>0.1495648687780346</c:v>
                </c:pt>
                <c:pt idx="177">
                  <c:v>0.1495648687780346</c:v>
                </c:pt>
                <c:pt idx="178">
                  <c:v>0.1495648687780346</c:v>
                </c:pt>
                <c:pt idx="179">
                  <c:v>0.1495648687780346</c:v>
                </c:pt>
                <c:pt idx="180">
                  <c:v>0.1495648687780346</c:v>
                </c:pt>
                <c:pt idx="181">
                  <c:v>0.1495648687780346</c:v>
                </c:pt>
                <c:pt idx="182">
                  <c:v>0.1495648687780346</c:v>
                </c:pt>
                <c:pt idx="183">
                  <c:v>0.1495648687780346</c:v>
                </c:pt>
                <c:pt idx="184">
                  <c:v>0.1495648687780346</c:v>
                </c:pt>
                <c:pt idx="185">
                  <c:v>0.1495648687780346</c:v>
                </c:pt>
                <c:pt idx="186">
                  <c:v>0.1495648687780346</c:v>
                </c:pt>
                <c:pt idx="187">
                  <c:v>0.1495648687780346</c:v>
                </c:pt>
                <c:pt idx="188">
                  <c:v>0.1495648687780346</c:v>
                </c:pt>
                <c:pt idx="189">
                  <c:v>0.1495648687780346</c:v>
                </c:pt>
                <c:pt idx="190">
                  <c:v>0.1495648687780346</c:v>
                </c:pt>
                <c:pt idx="191">
                  <c:v>0.1495648687780346</c:v>
                </c:pt>
                <c:pt idx="192">
                  <c:v>0.1495648687780346</c:v>
                </c:pt>
                <c:pt idx="193">
                  <c:v>0.1495648687780346</c:v>
                </c:pt>
                <c:pt idx="194">
                  <c:v>0.1495648687780346</c:v>
                </c:pt>
                <c:pt idx="195">
                  <c:v>0.1495648687780346</c:v>
                </c:pt>
                <c:pt idx="196">
                  <c:v>0.1495648687780346</c:v>
                </c:pt>
                <c:pt idx="197">
                  <c:v>0.1495648687780346</c:v>
                </c:pt>
                <c:pt idx="198">
                  <c:v>0.1495648687780346</c:v>
                </c:pt>
                <c:pt idx="199">
                  <c:v>0.1495648687780346</c:v>
                </c:pt>
                <c:pt idx="200">
                  <c:v>0.1495648687780346</c:v>
                </c:pt>
                <c:pt idx="201">
                  <c:v>0.1495648687780346</c:v>
                </c:pt>
                <c:pt idx="202">
                  <c:v>0.1495648687780346</c:v>
                </c:pt>
                <c:pt idx="203">
                  <c:v>0.1495648687780346</c:v>
                </c:pt>
                <c:pt idx="204">
                  <c:v>0.1495648687780346</c:v>
                </c:pt>
                <c:pt idx="205">
                  <c:v>0.1495648687780346</c:v>
                </c:pt>
                <c:pt idx="206">
                  <c:v>0.1495648687780346</c:v>
                </c:pt>
                <c:pt idx="207">
                  <c:v>0.1495648687780346</c:v>
                </c:pt>
                <c:pt idx="208">
                  <c:v>0.1495648687780346</c:v>
                </c:pt>
                <c:pt idx="209">
                  <c:v>0.1495648687780346</c:v>
                </c:pt>
                <c:pt idx="210">
                  <c:v>0.1495648687780346</c:v>
                </c:pt>
                <c:pt idx="211">
                  <c:v>0.1495648687780346</c:v>
                </c:pt>
                <c:pt idx="212">
                  <c:v>0.1495648687780346</c:v>
                </c:pt>
                <c:pt idx="213">
                  <c:v>0.1495648687780346</c:v>
                </c:pt>
                <c:pt idx="214">
                  <c:v>0.1495648687780346</c:v>
                </c:pt>
                <c:pt idx="215">
                  <c:v>0.1495648687780346</c:v>
                </c:pt>
                <c:pt idx="216">
                  <c:v>0.1495648687780346</c:v>
                </c:pt>
                <c:pt idx="217">
                  <c:v>0.1495648687780346</c:v>
                </c:pt>
                <c:pt idx="218">
                  <c:v>0.1495648687780346</c:v>
                </c:pt>
                <c:pt idx="219">
                  <c:v>0.1495648687780346</c:v>
                </c:pt>
                <c:pt idx="220">
                  <c:v>0.1495648687780346</c:v>
                </c:pt>
                <c:pt idx="221">
                  <c:v>0.1495648687780346</c:v>
                </c:pt>
                <c:pt idx="222">
                  <c:v>0.1495648687780346</c:v>
                </c:pt>
                <c:pt idx="223">
                  <c:v>0.1495648687780346</c:v>
                </c:pt>
                <c:pt idx="224">
                  <c:v>0.1495648687780346</c:v>
                </c:pt>
                <c:pt idx="225">
                  <c:v>0.1495648687780346</c:v>
                </c:pt>
                <c:pt idx="226">
                  <c:v>0.1495648687780346</c:v>
                </c:pt>
                <c:pt idx="227">
                  <c:v>0.1495648687780346</c:v>
                </c:pt>
                <c:pt idx="228">
                  <c:v>0.1495648687780346</c:v>
                </c:pt>
                <c:pt idx="229">
                  <c:v>0.1495648687780346</c:v>
                </c:pt>
                <c:pt idx="230">
                  <c:v>0.1495648687780346</c:v>
                </c:pt>
                <c:pt idx="231">
                  <c:v>0.1495648687780346</c:v>
                </c:pt>
                <c:pt idx="232">
                  <c:v>0.1495648687780346</c:v>
                </c:pt>
                <c:pt idx="233">
                  <c:v>0.1495648687780346</c:v>
                </c:pt>
                <c:pt idx="234">
                  <c:v>0.1495648687780346</c:v>
                </c:pt>
                <c:pt idx="235">
                  <c:v>0.1495648687780346</c:v>
                </c:pt>
                <c:pt idx="236">
                  <c:v>0.1495648687780346</c:v>
                </c:pt>
                <c:pt idx="237">
                  <c:v>0.1495648687780346</c:v>
                </c:pt>
                <c:pt idx="238">
                  <c:v>0.1495648687780346</c:v>
                </c:pt>
                <c:pt idx="239">
                  <c:v>0.1495648687780346</c:v>
                </c:pt>
                <c:pt idx="240">
                  <c:v>0.1495648687780346</c:v>
                </c:pt>
                <c:pt idx="241">
                  <c:v>0.1495648687780346</c:v>
                </c:pt>
                <c:pt idx="242">
                  <c:v>0.1495648687780346</c:v>
                </c:pt>
                <c:pt idx="243">
                  <c:v>0.1495648687780346</c:v>
                </c:pt>
                <c:pt idx="244">
                  <c:v>0.1495648687780346</c:v>
                </c:pt>
                <c:pt idx="245">
                  <c:v>0.1495648687780346</c:v>
                </c:pt>
                <c:pt idx="246">
                  <c:v>0.1495648687780346</c:v>
                </c:pt>
                <c:pt idx="247">
                  <c:v>0.1495648687780346</c:v>
                </c:pt>
                <c:pt idx="248">
                  <c:v>0.1495648687780346</c:v>
                </c:pt>
                <c:pt idx="249">
                  <c:v>0.1495648687780346</c:v>
                </c:pt>
                <c:pt idx="250">
                  <c:v>0.1495648687780346</c:v>
                </c:pt>
                <c:pt idx="251">
                  <c:v>0.1495648687780346</c:v>
                </c:pt>
                <c:pt idx="252">
                  <c:v>0.1495648687780346</c:v>
                </c:pt>
                <c:pt idx="253">
                  <c:v>0.1495648687780346</c:v>
                </c:pt>
                <c:pt idx="254">
                  <c:v>0.1495648687780346</c:v>
                </c:pt>
                <c:pt idx="255">
                  <c:v>0.1495648687780346</c:v>
                </c:pt>
                <c:pt idx="256">
                  <c:v>0.1495648687780346</c:v>
                </c:pt>
                <c:pt idx="257">
                  <c:v>0.1495648687780346</c:v>
                </c:pt>
                <c:pt idx="258">
                  <c:v>0.1495648687780346</c:v>
                </c:pt>
                <c:pt idx="259">
                  <c:v>0.1495648687780346</c:v>
                </c:pt>
                <c:pt idx="260">
                  <c:v>0.1495648687780346</c:v>
                </c:pt>
                <c:pt idx="261">
                  <c:v>0.1495648687780346</c:v>
                </c:pt>
                <c:pt idx="262">
                  <c:v>0.1495648687780346</c:v>
                </c:pt>
                <c:pt idx="263">
                  <c:v>0.1495648687780346</c:v>
                </c:pt>
                <c:pt idx="264">
                  <c:v>0.1495648687780346</c:v>
                </c:pt>
                <c:pt idx="265">
                  <c:v>0.1495648687780346</c:v>
                </c:pt>
                <c:pt idx="266">
                  <c:v>0.1495648687780346</c:v>
                </c:pt>
                <c:pt idx="267">
                  <c:v>0.1495648687780346</c:v>
                </c:pt>
                <c:pt idx="268">
                  <c:v>0.1495648687780346</c:v>
                </c:pt>
                <c:pt idx="269">
                  <c:v>0.1495648687780346</c:v>
                </c:pt>
                <c:pt idx="270">
                  <c:v>0.1495648687780346</c:v>
                </c:pt>
                <c:pt idx="271">
                  <c:v>0.1495648687780346</c:v>
                </c:pt>
                <c:pt idx="272">
                  <c:v>0.1495648687780346</c:v>
                </c:pt>
                <c:pt idx="273">
                  <c:v>0.1495648687780346</c:v>
                </c:pt>
                <c:pt idx="274">
                  <c:v>0.1495648687780346</c:v>
                </c:pt>
                <c:pt idx="275">
                  <c:v>0.1495648687780346</c:v>
                </c:pt>
                <c:pt idx="276">
                  <c:v>0.1495648687780346</c:v>
                </c:pt>
                <c:pt idx="277">
                  <c:v>0.1495648687780346</c:v>
                </c:pt>
                <c:pt idx="278">
                  <c:v>0.1495648687780346</c:v>
                </c:pt>
                <c:pt idx="279">
                  <c:v>0.1495648687780346</c:v>
                </c:pt>
                <c:pt idx="280">
                  <c:v>0.1495648687780346</c:v>
                </c:pt>
                <c:pt idx="281">
                  <c:v>0.1495648687780346</c:v>
                </c:pt>
                <c:pt idx="282">
                  <c:v>0.1495648687780346</c:v>
                </c:pt>
                <c:pt idx="283">
                  <c:v>0.1495648687780346</c:v>
                </c:pt>
                <c:pt idx="284">
                  <c:v>0.1495648687780346</c:v>
                </c:pt>
                <c:pt idx="285">
                  <c:v>0.1495648687780346</c:v>
                </c:pt>
                <c:pt idx="286">
                  <c:v>0.1495648687780346</c:v>
                </c:pt>
                <c:pt idx="287">
                  <c:v>0.1495648687780346</c:v>
                </c:pt>
                <c:pt idx="288">
                  <c:v>0.1495648687780346</c:v>
                </c:pt>
                <c:pt idx="289">
                  <c:v>0.1495648687780346</c:v>
                </c:pt>
                <c:pt idx="290">
                  <c:v>0.1495648687780346</c:v>
                </c:pt>
                <c:pt idx="291">
                  <c:v>0.1495648687780346</c:v>
                </c:pt>
                <c:pt idx="292">
                  <c:v>0.1495648687780346</c:v>
                </c:pt>
                <c:pt idx="293">
                  <c:v>0.1495648687780346</c:v>
                </c:pt>
                <c:pt idx="294">
                  <c:v>0.1495648687780346</c:v>
                </c:pt>
                <c:pt idx="295">
                  <c:v>0.1495648687780346</c:v>
                </c:pt>
                <c:pt idx="296">
                  <c:v>0.1495648687780346</c:v>
                </c:pt>
                <c:pt idx="297">
                  <c:v>0.1495648687780346</c:v>
                </c:pt>
                <c:pt idx="298">
                  <c:v>0.1495648687780346</c:v>
                </c:pt>
                <c:pt idx="299">
                  <c:v>0.1495648687780346</c:v>
                </c:pt>
                <c:pt idx="300">
                  <c:v>0.1495648687780346</c:v>
                </c:pt>
                <c:pt idx="301">
                  <c:v>0.1495648687780346</c:v>
                </c:pt>
                <c:pt idx="302">
                  <c:v>0.1495648687780346</c:v>
                </c:pt>
                <c:pt idx="303">
                  <c:v>0.1495648687780346</c:v>
                </c:pt>
                <c:pt idx="304">
                  <c:v>0.1495648687780346</c:v>
                </c:pt>
                <c:pt idx="305">
                  <c:v>0.1495648687780346</c:v>
                </c:pt>
                <c:pt idx="306">
                  <c:v>0.1495648687780346</c:v>
                </c:pt>
                <c:pt idx="307">
                  <c:v>0.1495648687780346</c:v>
                </c:pt>
                <c:pt idx="308">
                  <c:v>0.1495648687780346</c:v>
                </c:pt>
                <c:pt idx="309">
                  <c:v>0.1495648687780346</c:v>
                </c:pt>
                <c:pt idx="310">
                  <c:v>0.1495648687780346</c:v>
                </c:pt>
                <c:pt idx="311">
                  <c:v>0.1495648687780346</c:v>
                </c:pt>
                <c:pt idx="312">
                  <c:v>0.1495648687780346</c:v>
                </c:pt>
                <c:pt idx="313">
                  <c:v>0.1495648687780346</c:v>
                </c:pt>
                <c:pt idx="314">
                  <c:v>0.1495648687780346</c:v>
                </c:pt>
                <c:pt idx="315">
                  <c:v>0.1495648687780346</c:v>
                </c:pt>
                <c:pt idx="316">
                  <c:v>0.1495648687780346</c:v>
                </c:pt>
                <c:pt idx="317">
                  <c:v>0.1495648687780346</c:v>
                </c:pt>
                <c:pt idx="318">
                  <c:v>0.1495648687780346</c:v>
                </c:pt>
                <c:pt idx="319">
                  <c:v>0.1495648687780346</c:v>
                </c:pt>
                <c:pt idx="320">
                  <c:v>0.1495648687780346</c:v>
                </c:pt>
                <c:pt idx="321">
                  <c:v>0.1495648687780346</c:v>
                </c:pt>
                <c:pt idx="322">
                  <c:v>0.1495648687780346</c:v>
                </c:pt>
                <c:pt idx="323">
                  <c:v>0.1495648687780346</c:v>
                </c:pt>
                <c:pt idx="324">
                  <c:v>0.1495648687780346</c:v>
                </c:pt>
                <c:pt idx="325">
                  <c:v>0.1495648687780346</c:v>
                </c:pt>
                <c:pt idx="326">
                  <c:v>0.1495648687780346</c:v>
                </c:pt>
                <c:pt idx="327">
                  <c:v>0.1495648687780346</c:v>
                </c:pt>
                <c:pt idx="328">
                  <c:v>0.1495648687780346</c:v>
                </c:pt>
                <c:pt idx="329">
                  <c:v>0.1495648687780346</c:v>
                </c:pt>
                <c:pt idx="330">
                  <c:v>0.1495648687780346</c:v>
                </c:pt>
                <c:pt idx="331">
                  <c:v>0.1495648687780346</c:v>
                </c:pt>
                <c:pt idx="332">
                  <c:v>0.1495648687780346</c:v>
                </c:pt>
                <c:pt idx="333">
                  <c:v>0.1495648687780346</c:v>
                </c:pt>
                <c:pt idx="334">
                  <c:v>0.1495648687780346</c:v>
                </c:pt>
                <c:pt idx="335">
                  <c:v>0.1495648687780346</c:v>
                </c:pt>
                <c:pt idx="336">
                  <c:v>0.1495648687780346</c:v>
                </c:pt>
                <c:pt idx="337">
                  <c:v>0.1495648687780346</c:v>
                </c:pt>
                <c:pt idx="338">
                  <c:v>0.1495648687780346</c:v>
                </c:pt>
                <c:pt idx="339">
                  <c:v>0.1495648687780346</c:v>
                </c:pt>
                <c:pt idx="340">
                  <c:v>0.1495648687780346</c:v>
                </c:pt>
                <c:pt idx="341">
                  <c:v>0.1495648687780346</c:v>
                </c:pt>
                <c:pt idx="342">
                  <c:v>0.1495648687780346</c:v>
                </c:pt>
                <c:pt idx="343">
                  <c:v>0.1495648687780346</c:v>
                </c:pt>
                <c:pt idx="344">
                  <c:v>0.1495648687780346</c:v>
                </c:pt>
                <c:pt idx="345">
                  <c:v>0.1495648687780346</c:v>
                </c:pt>
                <c:pt idx="346">
                  <c:v>0.1495648687780346</c:v>
                </c:pt>
                <c:pt idx="347">
                  <c:v>0.1495648687780346</c:v>
                </c:pt>
                <c:pt idx="348">
                  <c:v>0.1495648687780346</c:v>
                </c:pt>
                <c:pt idx="349">
                  <c:v>0.1495648687780346</c:v>
                </c:pt>
                <c:pt idx="350">
                  <c:v>0.1495648687780346</c:v>
                </c:pt>
                <c:pt idx="351">
                  <c:v>0.1495648687780346</c:v>
                </c:pt>
                <c:pt idx="352">
                  <c:v>0.1495648687780346</c:v>
                </c:pt>
                <c:pt idx="353">
                  <c:v>0.1495648687780346</c:v>
                </c:pt>
                <c:pt idx="354">
                  <c:v>0.1495648687780346</c:v>
                </c:pt>
                <c:pt idx="355">
                  <c:v>0.1495648687780346</c:v>
                </c:pt>
                <c:pt idx="356">
                  <c:v>0.1495648687780346</c:v>
                </c:pt>
                <c:pt idx="357">
                  <c:v>0.1495648687780346</c:v>
                </c:pt>
                <c:pt idx="358">
                  <c:v>0.1495648687780346</c:v>
                </c:pt>
                <c:pt idx="359">
                  <c:v>0.1495648687780346</c:v>
                </c:pt>
                <c:pt idx="360">
                  <c:v>0.1495648687780346</c:v>
                </c:pt>
                <c:pt idx="361">
                  <c:v>0.1495648687780346</c:v>
                </c:pt>
                <c:pt idx="362">
                  <c:v>0.1495648687780346</c:v>
                </c:pt>
                <c:pt idx="363">
                  <c:v>0.1495648687780346</c:v>
                </c:pt>
                <c:pt idx="364">
                  <c:v>0.1495648687780346</c:v>
                </c:pt>
                <c:pt idx="365">
                  <c:v>0.1495648687780346</c:v>
                </c:pt>
                <c:pt idx="366">
                  <c:v>0.1495648687780346</c:v>
                </c:pt>
                <c:pt idx="367">
                  <c:v>0.1495648687780346</c:v>
                </c:pt>
                <c:pt idx="368">
                  <c:v>0.1495648687780346</c:v>
                </c:pt>
                <c:pt idx="369">
                  <c:v>0.1495648687780346</c:v>
                </c:pt>
                <c:pt idx="370">
                  <c:v>0.1495648687780346</c:v>
                </c:pt>
                <c:pt idx="371">
                  <c:v>0.1495648687780346</c:v>
                </c:pt>
                <c:pt idx="372">
                  <c:v>0.1495648687780346</c:v>
                </c:pt>
                <c:pt idx="373">
                  <c:v>0.1495648687780346</c:v>
                </c:pt>
                <c:pt idx="374">
                  <c:v>0.1495648687780346</c:v>
                </c:pt>
                <c:pt idx="375">
                  <c:v>0.1495648687780346</c:v>
                </c:pt>
                <c:pt idx="376">
                  <c:v>0.1495648687780346</c:v>
                </c:pt>
                <c:pt idx="377">
                  <c:v>0.1495648687780346</c:v>
                </c:pt>
                <c:pt idx="378">
                  <c:v>0.1495648687780346</c:v>
                </c:pt>
                <c:pt idx="379">
                  <c:v>0.1495648687780346</c:v>
                </c:pt>
                <c:pt idx="380">
                  <c:v>0.1495648687780346</c:v>
                </c:pt>
                <c:pt idx="381">
                  <c:v>0.1495648687780346</c:v>
                </c:pt>
                <c:pt idx="382">
                  <c:v>0.1495648687780346</c:v>
                </c:pt>
                <c:pt idx="383">
                  <c:v>0.1495648687780346</c:v>
                </c:pt>
                <c:pt idx="384">
                  <c:v>0.1495648687780346</c:v>
                </c:pt>
                <c:pt idx="385">
                  <c:v>0.1495648687780346</c:v>
                </c:pt>
                <c:pt idx="386">
                  <c:v>0.1495648687780346</c:v>
                </c:pt>
                <c:pt idx="387">
                  <c:v>0.1495648687780346</c:v>
                </c:pt>
                <c:pt idx="388">
                  <c:v>0.1495648687780346</c:v>
                </c:pt>
                <c:pt idx="389">
                  <c:v>0.1495648687780346</c:v>
                </c:pt>
                <c:pt idx="390">
                  <c:v>0.1495648687780346</c:v>
                </c:pt>
                <c:pt idx="391">
                  <c:v>0.1495648687780346</c:v>
                </c:pt>
                <c:pt idx="392">
                  <c:v>0.1495648687780346</c:v>
                </c:pt>
                <c:pt idx="393">
                  <c:v>0.1495648687780346</c:v>
                </c:pt>
                <c:pt idx="394">
                  <c:v>0.1495648687780346</c:v>
                </c:pt>
                <c:pt idx="395">
                  <c:v>0.1495648687780346</c:v>
                </c:pt>
                <c:pt idx="396">
                  <c:v>0.1495648687780346</c:v>
                </c:pt>
                <c:pt idx="397">
                  <c:v>0.1495648687780346</c:v>
                </c:pt>
                <c:pt idx="398">
                  <c:v>0.1495648687780346</c:v>
                </c:pt>
                <c:pt idx="399">
                  <c:v>0.1495648687780346</c:v>
                </c:pt>
                <c:pt idx="400">
                  <c:v>0.1495648687780346</c:v>
                </c:pt>
                <c:pt idx="401">
                  <c:v>0.1495648687780346</c:v>
                </c:pt>
                <c:pt idx="402">
                  <c:v>0.1495648687780346</c:v>
                </c:pt>
                <c:pt idx="403">
                  <c:v>0.1495648687780346</c:v>
                </c:pt>
                <c:pt idx="404">
                  <c:v>0.1495648687780346</c:v>
                </c:pt>
                <c:pt idx="405">
                  <c:v>0.1495648687780346</c:v>
                </c:pt>
                <c:pt idx="406">
                  <c:v>0.1495648687780346</c:v>
                </c:pt>
                <c:pt idx="407">
                  <c:v>0.1495648687780346</c:v>
                </c:pt>
                <c:pt idx="408">
                  <c:v>0.1495648687780346</c:v>
                </c:pt>
                <c:pt idx="409">
                  <c:v>0.1495648687780346</c:v>
                </c:pt>
                <c:pt idx="410">
                  <c:v>0.1495648687780346</c:v>
                </c:pt>
                <c:pt idx="411">
                  <c:v>0.1495648687780346</c:v>
                </c:pt>
                <c:pt idx="412">
                  <c:v>0.1495648687780346</c:v>
                </c:pt>
                <c:pt idx="413">
                  <c:v>0.1495648687780346</c:v>
                </c:pt>
                <c:pt idx="414">
                  <c:v>0.1495648687780346</c:v>
                </c:pt>
                <c:pt idx="415">
                  <c:v>0.1495648687780346</c:v>
                </c:pt>
                <c:pt idx="416">
                  <c:v>0.1495648687780346</c:v>
                </c:pt>
                <c:pt idx="417">
                  <c:v>0.1495648687780346</c:v>
                </c:pt>
                <c:pt idx="418">
                  <c:v>0.1495648687780346</c:v>
                </c:pt>
                <c:pt idx="419">
                  <c:v>0.1495648687780346</c:v>
                </c:pt>
                <c:pt idx="420">
                  <c:v>0.1495648687780346</c:v>
                </c:pt>
                <c:pt idx="421">
                  <c:v>0.1495648687780346</c:v>
                </c:pt>
                <c:pt idx="422">
                  <c:v>0.1495648687780346</c:v>
                </c:pt>
                <c:pt idx="423">
                  <c:v>0.1495648687780346</c:v>
                </c:pt>
                <c:pt idx="424">
                  <c:v>0.1495648687780346</c:v>
                </c:pt>
                <c:pt idx="425">
                  <c:v>0.1495648687780346</c:v>
                </c:pt>
                <c:pt idx="426">
                  <c:v>0.1495648687780346</c:v>
                </c:pt>
                <c:pt idx="427">
                  <c:v>0.1495648687780346</c:v>
                </c:pt>
                <c:pt idx="428">
                  <c:v>0.1495648687780346</c:v>
                </c:pt>
                <c:pt idx="429">
                  <c:v>0.1495648687780346</c:v>
                </c:pt>
                <c:pt idx="430">
                  <c:v>0.1495648687780346</c:v>
                </c:pt>
                <c:pt idx="431">
                  <c:v>0.1495648687780346</c:v>
                </c:pt>
                <c:pt idx="432">
                  <c:v>0.1495648687780346</c:v>
                </c:pt>
                <c:pt idx="433">
                  <c:v>0.1495648687780346</c:v>
                </c:pt>
                <c:pt idx="434">
                  <c:v>0.1495648687780346</c:v>
                </c:pt>
                <c:pt idx="435">
                  <c:v>0.1495648687780346</c:v>
                </c:pt>
                <c:pt idx="436">
                  <c:v>0.1495648687780346</c:v>
                </c:pt>
                <c:pt idx="437">
                  <c:v>0.1495648687780346</c:v>
                </c:pt>
                <c:pt idx="438">
                  <c:v>0.1495648687780346</c:v>
                </c:pt>
                <c:pt idx="439">
                  <c:v>0.1495648687780346</c:v>
                </c:pt>
                <c:pt idx="440">
                  <c:v>0.1495648687780346</c:v>
                </c:pt>
                <c:pt idx="441">
                  <c:v>0.1495648687780346</c:v>
                </c:pt>
                <c:pt idx="442">
                  <c:v>0.1495648687780346</c:v>
                </c:pt>
                <c:pt idx="443">
                  <c:v>0.1495648687780346</c:v>
                </c:pt>
                <c:pt idx="444">
                  <c:v>0.1495648687780346</c:v>
                </c:pt>
                <c:pt idx="445">
                  <c:v>0.1495648687780346</c:v>
                </c:pt>
                <c:pt idx="446">
                  <c:v>0.1495648687780346</c:v>
                </c:pt>
                <c:pt idx="447">
                  <c:v>0.1495648687780346</c:v>
                </c:pt>
                <c:pt idx="448">
                  <c:v>0.1495648687780346</c:v>
                </c:pt>
                <c:pt idx="449">
                  <c:v>0.1495648687780346</c:v>
                </c:pt>
                <c:pt idx="450">
                  <c:v>0.1495648687780346</c:v>
                </c:pt>
                <c:pt idx="451">
                  <c:v>0.1495648687780346</c:v>
                </c:pt>
                <c:pt idx="452">
                  <c:v>0.1495648687780346</c:v>
                </c:pt>
                <c:pt idx="453">
                  <c:v>0.1495648687780346</c:v>
                </c:pt>
                <c:pt idx="454">
                  <c:v>0.1495648687780346</c:v>
                </c:pt>
                <c:pt idx="455">
                  <c:v>0.1495648687780346</c:v>
                </c:pt>
                <c:pt idx="456">
                  <c:v>0.1495648687780346</c:v>
                </c:pt>
                <c:pt idx="457">
                  <c:v>0.1495648687780346</c:v>
                </c:pt>
                <c:pt idx="458">
                  <c:v>0.1495648687780346</c:v>
                </c:pt>
                <c:pt idx="459">
                  <c:v>0.1495648687780346</c:v>
                </c:pt>
                <c:pt idx="460">
                  <c:v>0.1495648687780346</c:v>
                </c:pt>
                <c:pt idx="461">
                  <c:v>0.1495648687780346</c:v>
                </c:pt>
                <c:pt idx="462">
                  <c:v>0.1495648687780346</c:v>
                </c:pt>
                <c:pt idx="463">
                  <c:v>0.1495648687780346</c:v>
                </c:pt>
                <c:pt idx="464">
                  <c:v>0.1495648687780346</c:v>
                </c:pt>
                <c:pt idx="465">
                  <c:v>0.1495648687780346</c:v>
                </c:pt>
                <c:pt idx="466">
                  <c:v>0.1495648687780346</c:v>
                </c:pt>
                <c:pt idx="467">
                  <c:v>0.1495648687780346</c:v>
                </c:pt>
                <c:pt idx="468">
                  <c:v>0.1495648687780346</c:v>
                </c:pt>
                <c:pt idx="469">
                  <c:v>0.1495648687780346</c:v>
                </c:pt>
                <c:pt idx="470">
                  <c:v>0.1495648687780346</c:v>
                </c:pt>
                <c:pt idx="471">
                  <c:v>0.1495648687780346</c:v>
                </c:pt>
                <c:pt idx="472">
                  <c:v>0.1495648687780346</c:v>
                </c:pt>
                <c:pt idx="473">
                  <c:v>0.1495648687780346</c:v>
                </c:pt>
                <c:pt idx="474">
                  <c:v>0.1495648687780346</c:v>
                </c:pt>
                <c:pt idx="475">
                  <c:v>0.1495648687780346</c:v>
                </c:pt>
                <c:pt idx="476">
                  <c:v>0.1495648687780346</c:v>
                </c:pt>
                <c:pt idx="477">
                  <c:v>0.1495648687780346</c:v>
                </c:pt>
                <c:pt idx="478">
                  <c:v>0.1495648687780346</c:v>
                </c:pt>
                <c:pt idx="479">
                  <c:v>0.1495648687780346</c:v>
                </c:pt>
                <c:pt idx="480">
                  <c:v>0.1495648687780346</c:v>
                </c:pt>
                <c:pt idx="481">
                  <c:v>0.1495648687780346</c:v>
                </c:pt>
                <c:pt idx="482">
                  <c:v>0.1495648687780346</c:v>
                </c:pt>
                <c:pt idx="483">
                  <c:v>0.1495648687780346</c:v>
                </c:pt>
                <c:pt idx="484">
                  <c:v>0.1495648687780346</c:v>
                </c:pt>
                <c:pt idx="485">
                  <c:v>0.1495648687780346</c:v>
                </c:pt>
                <c:pt idx="486">
                  <c:v>0.1495648687780346</c:v>
                </c:pt>
                <c:pt idx="487">
                  <c:v>0.1495648687780346</c:v>
                </c:pt>
                <c:pt idx="488">
                  <c:v>0.1495648687780346</c:v>
                </c:pt>
                <c:pt idx="489">
                  <c:v>0.1495648687780346</c:v>
                </c:pt>
                <c:pt idx="490">
                  <c:v>0.1495648687780346</c:v>
                </c:pt>
                <c:pt idx="491">
                  <c:v>0.1495648687780346</c:v>
                </c:pt>
                <c:pt idx="492">
                  <c:v>0.1495648687780346</c:v>
                </c:pt>
                <c:pt idx="493">
                  <c:v>0.1495648687780346</c:v>
                </c:pt>
                <c:pt idx="494">
                  <c:v>0.1495648687780346</c:v>
                </c:pt>
                <c:pt idx="495">
                  <c:v>0.1495648687780346</c:v>
                </c:pt>
                <c:pt idx="496">
                  <c:v>0.1495648687780346</c:v>
                </c:pt>
                <c:pt idx="497">
                  <c:v>0.1495648687780346</c:v>
                </c:pt>
                <c:pt idx="498">
                  <c:v>0.1495648687780346</c:v>
                </c:pt>
                <c:pt idx="499">
                  <c:v>0.1495648687780346</c:v>
                </c:pt>
                <c:pt idx="500">
                  <c:v>0.1495648687780346</c:v>
                </c:pt>
                <c:pt idx="501">
                  <c:v>0.1495648687780346</c:v>
                </c:pt>
                <c:pt idx="502">
                  <c:v>0.1495648687780346</c:v>
                </c:pt>
                <c:pt idx="503">
                  <c:v>0.1495648687780346</c:v>
                </c:pt>
                <c:pt idx="504">
                  <c:v>0.1495648687780346</c:v>
                </c:pt>
                <c:pt idx="505">
                  <c:v>0.1495648687780346</c:v>
                </c:pt>
                <c:pt idx="506">
                  <c:v>0.1495648687780346</c:v>
                </c:pt>
                <c:pt idx="507">
                  <c:v>0.1495648687780346</c:v>
                </c:pt>
                <c:pt idx="508">
                  <c:v>0.1495648687780346</c:v>
                </c:pt>
                <c:pt idx="509">
                  <c:v>0.1495648687780346</c:v>
                </c:pt>
                <c:pt idx="510">
                  <c:v>0.1495648687780346</c:v>
                </c:pt>
                <c:pt idx="511">
                  <c:v>0.1495648687780346</c:v>
                </c:pt>
                <c:pt idx="512">
                  <c:v>0.1495648687780346</c:v>
                </c:pt>
                <c:pt idx="513">
                  <c:v>0.1495648687780346</c:v>
                </c:pt>
                <c:pt idx="514">
                  <c:v>0.1495648687780346</c:v>
                </c:pt>
                <c:pt idx="515">
                  <c:v>0.1495648687780346</c:v>
                </c:pt>
                <c:pt idx="516">
                  <c:v>0.1495648687780346</c:v>
                </c:pt>
                <c:pt idx="517">
                  <c:v>0.1495648687780346</c:v>
                </c:pt>
                <c:pt idx="518">
                  <c:v>0.1495648687780346</c:v>
                </c:pt>
                <c:pt idx="519">
                  <c:v>0.1495648687780346</c:v>
                </c:pt>
                <c:pt idx="520">
                  <c:v>0.1495648687780346</c:v>
                </c:pt>
                <c:pt idx="521">
                  <c:v>0.1495648687780346</c:v>
                </c:pt>
                <c:pt idx="522">
                  <c:v>0.1495648687780346</c:v>
                </c:pt>
                <c:pt idx="523">
                  <c:v>0.1495648687780346</c:v>
                </c:pt>
                <c:pt idx="524">
                  <c:v>0.1495648687780346</c:v>
                </c:pt>
                <c:pt idx="525">
                  <c:v>0.1495648687780346</c:v>
                </c:pt>
                <c:pt idx="526">
                  <c:v>0.1495648687780346</c:v>
                </c:pt>
                <c:pt idx="527">
                  <c:v>0.1495648687780346</c:v>
                </c:pt>
                <c:pt idx="528">
                  <c:v>0.1495648687780346</c:v>
                </c:pt>
                <c:pt idx="529">
                  <c:v>0.1495648687780346</c:v>
                </c:pt>
                <c:pt idx="530">
                  <c:v>0.1495648687780346</c:v>
                </c:pt>
                <c:pt idx="531">
                  <c:v>0.1495648687780346</c:v>
                </c:pt>
                <c:pt idx="532">
                  <c:v>0.1495648687780346</c:v>
                </c:pt>
                <c:pt idx="533">
                  <c:v>0.1495648687780346</c:v>
                </c:pt>
                <c:pt idx="534">
                  <c:v>0.1495648687780346</c:v>
                </c:pt>
                <c:pt idx="535">
                  <c:v>0.1495648687780346</c:v>
                </c:pt>
                <c:pt idx="536">
                  <c:v>0.1495648687780346</c:v>
                </c:pt>
                <c:pt idx="537">
                  <c:v>0.1495648687780346</c:v>
                </c:pt>
                <c:pt idx="538">
                  <c:v>0.1495648687780346</c:v>
                </c:pt>
                <c:pt idx="539">
                  <c:v>0.1495648687780346</c:v>
                </c:pt>
                <c:pt idx="540">
                  <c:v>0.1495648687780346</c:v>
                </c:pt>
                <c:pt idx="541">
                  <c:v>0.1495648687780346</c:v>
                </c:pt>
                <c:pt idx="542">
                  <c:v>0.1495648687780346</c:v>
                </c:pt>
                <c:pt idx="543">
                  <c:v>0.1495648687780346</c:v>
                </c:pt>
                <c:pt idx="544">
                  <c:v>0.1495648687780346</c:v>
                </c:pt>
                <c:pt idx="545">
                  <c:v>0.1495648687780346</c:v>
                </c:pt>
                <c:pt idx="546">
                  <c:v>0.1495648687780346</c:v>
                </c:pt>
                <c:pt idx="547">
                  <c:v>0.1495648687780346</c:v>
                </c:pt>
                <c:pt idx="548">
                  <c:v>0.1495648687780346</c:v>
                </c:pt>
                <c:pt idx="549">
                  <c:v>0.1495648687780346</c:v>
                </c:pt>
                <c:pt idx="550">
                  <c:v>0.1495648687780346</c:v>
                </c:pt>
                <c:pt idx="551">
                  <c:v>0.1495648687780346</c:v>
                </c:pt>
                <c:pt idx="552">
                  <c:v>0.1495648687780346</c:v>
                </c:pt>
                <c:pt idx="553">
                  <c:v>0.1495648687780346</c:v>
                </c:pt>
                <c:pt idx="554">
                  <c:v>0.1495648687780346</c:v>
                </c:pt>
                <c:pt idx="555">
                  <c:v>0.1495648687780346</c:v>
                </c:pt>
                <c:pt idx="556">
                  <c:v>0.1495648687780346</c:v>
                </c:pt>
                <c:pt idx="557">
                  <c:v>0.1495648687780346</c:v>
                </c:pt>
                <c:pt idx="558">
                  <c:v>0.1495648687780346</c:v>
                </c:pt>
                <c:pt idx="559">
                  <c:v>0.1495648687780346</c:v>
                </c:pt>
                <c:pt idx="560">
                  <c:v>0.1495648687780346</c:v>
                </c:pt>
                <c:pt idx="561">
                  <c:v>0.1495648687780346</c:v>
                </c:pt>
                <c:pt idx="562">
                  <c:v>0.1495648687780346</c:v>
                </c:pt>
                <c:pt idx="563">
                  <c:v>0.1495648687780346</c:v>
                </c:pt>
                <c:pt idx="564">
                  <c:v>0.1495648687780346</c:v>
                </c:pt>
                <c:pt idx="565">
                  <c:v>0.1495648687780346</c:v>
                </c:pt>
                <c:pt idx="566">
                  <c:v>0.1495648687780346</c:v>
                </c:pt>
                <c:pt idx="567">
                  <c:v>0.1495648687780346</c:v>
                </c:pt>
                <c:pt idx="568">
                  <c:v>0.1495648687780346</c:v>
                </c:pt>
                <c:pt idx="569">
                  <c:v>0.1495648687780346</c:v>
                </c:pt>
                <c:pt idx="570">
                  <c:v>0.1495648687780346</c:v>
                </c:pt>
                <c:pt idx="571">
                  <c:v>0.1495648687780346</c:v>
                </c:pt>
                <c:pt idx="572">
                  <c:v>0.1495648687780346</c:v>
                </c:pt>
                <c:pt idx="573">
                  <c:v>0.1495648687780346</c:v>
                </c:pt>
                <c:pt idx="574">
                  <c:v>0.1495648687780346</c:v>
                </c:pt>
                <c:pt idx="575">
                  <c:v>0.1495648687780346</c:v>
                </c:pt>
                <c:pt idx="576">
                  <c:v>0.1495648687780346</c:v>
                </c:pt>
                <c:pt idx="577">
                  <c:v>0.1495648687780346</c:v>
                </c:pt>
                <c:pt idx="578">
                  <c:v>0.1495648687780346</c:v>
                </c:pt>
                <c:pt idx="579">
                  <c:v>0.1495648687780346</c:v>
                </c:pt>
                <c:pt idx="580">
                  <c:v>0.1495648687780346</c:v>
                </c:pt>
                <c:pt idx="581">
                  <c:v>0.1495648687780346</c:v>
                </c:pt>
                <c:pt idx="582">
                  <c:v>0.1495648687780346</c:v>
                </c:pt>
                <c:pt idx="583">
                  <c:v>0.1495648687780346</c:v>
                </c:pt>
                <c:pt idx="584">
                  <c:v>0.1495648687780346</c:v>
                </c:pt>
                <c:pt idx="585">
                  <c:v>0.1495648687780346</c:v>
                </c:pt>
                <c:pt idx="586">
                  <c:v>0.1495648687780346</c:v>
                </c:pt>
                <c:pt idx="587">
                  <c:v>0.1495648687780346</c:v>
                </c:pt>
                <c:pt idx="588">
                  <c:v>0.1495648687780346</c:v>
                </c:pt>
                <c:pt idx="589">
                  <c:v>0.1495648687780346</c:v>
                </c:pt>
                <c:pt idx="590">
                  <c:v>0.1495648687780346</c:v>
                </c:pt>
                <c:pt idx="591">
                  <c:v>0.1495648687780346</c:v>
                </c:pt>
                <c:pt idx="592">
                  <c:v>0.1495648687780346</c:v>
                </c:pt>
                <c:pt idx="593">
                  <c:v>0.1495648687780346</c:v>
                </c:pt>
                <c:pt idx="594">
                  <c:v>0.1495648687780346</c:v>
                </c:pt>
                <c:pt idx="595">
                  <c:v>0.1495648687780346</c:v>
                </c:pt>
                <c:pt idx="596">
                  <c:v>0.1495648687780346</c:v>
                </c:pt>
                <c:pt idx="597">
                  <c:v>0.1495648687780346</c:v>
                </c:pt>
                <c:pt idx="598">
                  <c:v>0.1495648687780346</c:v>
                </c:pt>
                <c:pt idx="599">
                  <c:v>0.1495648687780346</c:v>
                </c:pt>
                <c:pt idx="600">
                  <c:v>0.1495648687780346</c:v>
                </c:pt>
                <c:pt idx="601">
                  <c:v>0.1495648687780346</c:v>
                </c:pt>
                <c:pt idx="602">
                  <c:v>0.1495648687780346</c:v>
                </c:pt>
                <c:pt idx="603">
                  <c:v>0.1495648687780346</c:v>
                </c:pt>
                <c:pt idx="604">
                  <c:v>0.1495648687780346</c:v>
                </c:pt>
                <c:pt idx="605">
                  <c:v>0.1495648687780346</c:v>
                </c:pt>
                <c:pt idx="606">
                  <c:v>0.1495648687780346</c:v>
                </c:pt>
                <c:pt idx="607">
                  <c:v>0.1495648687780346</c:v>
                </c:pt>
                <c:pt idx="608">
                  <c:v>0.1495648687780346</c:v>
                </c:pt>
                <c:pt idx="609">
                  <c:v>0.1495648687780346</c:v>
                </c:pt>
                <c:pt idx="610">
                  <c:v>0.1495648687780346</c:v>
                </c:pt>
                <c:pt idx="611">
                  <c:v>0.1495648687780346</c:v>
                </c:pt>
                <c:pt idx="612">
                  <c:v>0.1495648687780346</c:v>
                </c:pt>
                <c:pt idx="613">
                  <c:v>0.1495648687780346</c:v>
                </c:pt>
                <c:pt idx="614">
                  <c:v>0.1495648687780346</c:v>
                </c:pt>
                <c:pt idx="615">
                  <c:v>0.1495648687780346</c:v>
                </c:pt>
                <c:pt idx="616">
                  <c:v>0.1495648687780346</c:v>
                </c:pt>
                <c:pt idx="617">
                  <c:v>0.1495648687780346</c:v>
                </c:pt>
                <c:pt idx="618">
                  <c:v>0.1495648687780346</c:v>
                </c:pt>
                <c:pt idx="619">
                  <c:v>0.1495648687780346</c:v>
                </c:pt>
                <c:pt idx="620">
                  <c:v>0.1495648687780346</c:v>
                </c:pt>
                <c:pt idx="621">
                  <c:v>0.1495648687780346</c:v>
                </c:pt>
                <c:pt idx="622">
                  <c:v>0.1495648687780346</c:v>
                </c:pt>
                <c:pt idx="623">
                  <c:v>0.1495648687780346</c:v>
                </c:pt>
                <c:pt idx="624">
                  <c:v>0.1495648687780346</c:v>
                </c:pt>
                <c:pt idx="625">
                  <c:v>0.1495648687780346</c:v>
                </c:pt>
                <c:pt idx="626">
                  <c:v>0.1495648687780346</c:v>
                </c:pt>
                <c:pt idx="627">
                  <c:v>0.1495648687780346</c:v>
                </c:pt>
                <c:pt idx="628">
                  <c:v>0.1495648687780346</c:v>
                </c:pt>
                <c:pt idx="629">
                  <c:v>0.1495648687780346</c:v>
                </c:pt>
                <c:pt idx="630">
                  <c:v>0.1495648687780346</c:v>
                </c:pt>
                <c:pt idx="631">
                  <c:v>0.1495648687780346</c:v>
                </c:pt>
                <c:pt idx="632">
                  <c:v>0.1495648687780346</c:v>
                </c:pt>
                <c:pt idx="633">
                  <c:v>0.1495648687780346</c:v>
                </c:pt>
                <c:pt idx="634">
                  <c:v>0.1495648687780346</c:v>
                </c:pt>
                <c:pt idx="635">
                  <c:v>0.1495648687780346</c:v>
                </c:pt>
                <c:pt idx="636">
                  <c:v>0.1495648687780346</c:v>
                </c:pt>
                <c:pt idx="637">
                  <c:v>0.1495648687780346</c:v>
                </c:pt>
                <c:pt idx="638">
                  <c:v>0.1495648687780346</c:v>
                </c:pt>
                <c:pt idx="639">
                  <c:v>0.1495648687780346</c:v>
                </c:pt>
                <c:pt idx="640">
                  <c:v>0.1495648687780346</c:v>
                </c:pt>
                <c:pt idx="641">
                  <c:v>0.1495648687780346</c:v>
                </c:pt>
                <c:pt idx="642">
                  <c:v>0.1495648687780346</c:v>
                </c:pt>
                <c:pt idx="643">
                  <c:v>0.1495648687780346</c:v>
                </c:pt>
                <c:pt idx="644">
                  <c:v>0.1495648687780346</c:v>
                </c:pt>
                <c:pt idx="645">
                  <c:v>0.1495648687780346</c:v>
                </c:pt>
                <c:pt idx="646">
                  <c:v>0.1495648687780346</c:v>
                </c:pt>
                <c:pt idx="647">
                  <c:v>0.1495648687780346</c:v>
                </c:pt>
                <c:pt idx="648">
                  <c:v>0.1495648687780346</c:v>
                </c:pt>
                <c:pt idx="649">
                  <c:v>0.1495648687780346</c:v>
                </c:pt>
                <c:pt idx="650">
                  <c:v>0.1495648687780346</c:v>
                </c:pt>
                <c:pt idx="651">
                  <c:v>0.1495648687780346</c:v>
                </c:pt>
                <c:pt idx="652">
                  <c:v>0.1495648687780346</c:v>
                </c:pt>
                <c:pt idx="653">
                  <c:v>0.1495648687780346</c:v>
                </c:pt>
                <c:pt idx="654">
                  <c:v>0.1495648687780346</c:v>
                </c:pt>
                <c:pt idx="655">
                  <c:v>0.1495648687780346</c:v>
                </c:pt>
                <c:pt idx="656">
                  <c:v>0.1495648687780346</c:v>
                </c:pt>
                <c:pt idx="657">
                  <c:v>0.1495648687780346</c:v>
                </c:pt>
                <c:pt idx="658">
                  <c:v>0.1495648687780346</c:v>
                </c:pt>
                <c:pt idx="659">
                  <c:v>0.1495648687780346</c:v>
                </c:pt>
                <c:pt idx="660">
                  <c:v>0.1495648687780346</c:v>
                </c:pt>
                <c:pt idx="661">
                  <c:v>0.1495648687780346</c:v>
                </c:pt>
                <c:pt idx="662">
                  <c:v>0.1495648687780346</c:v>
                </c:pt>
                <c:pt idx="663">
                  <c:v>0.1495648687780346</c:v>
                </c:pt>
                <c:pt idx="664">
                  <c:v>0.1495648687780346</c:v>
                </c:pt>
                <c:pt idx="665">
                  <c:v>0.1495648687780346</c:v>
                </c:pt>
                <c:pt idx="666">
                  <c:v>0.1495648687780346</c:v>
                </c:pt>
                <c:pt idx="667">
                  <c:v>0.1495648687780346</c:v>
                </c:pt>
                <c:pt idx="668">
                  <c:v>0.1495648687780346</c:v>
                </c:pt>
                <c:pt idx="669">
                  <c:v>0.1495648687780346</c:v>
                </c:pt>
                <c:pt idx="670">
                  <c:v>0.1495648687780346</c:v>
                </c:pt>
                <c:pt idx="671">
                  <c:v>0.1495648687780346</c:v>
                </c:pt>
                <c:pt idx="672">
                  <c:v>0.1495648687780346</c:v>
                </c:pt>
                <c:pt idx="673">
                  <c:v>0.1495648687780346</c:v>
                </c:pt>
                <c:pt idx="674">
                  <c:v>0.1495648687780346</c:v>
                </c:pt>
                <c:pt idx="675">
                  <c:v>0.1495648687780346</c:v>
                </c:pt>
                <c:pt idx="676">
                  <c:v>0.1495648687780346</c:v>
                </c:pt>
                <c:pt idx="677">
                  <c:v>0.1495648687780346</c:v>
                </c:pt>
                <c:pt idx="678">
                  <c:v>0.1495648687780346</c:v>
                </c:pt>
                <c:pt idx="679">
                  <c:v>0.1495648687780346</c:v>
                </c:pt>
                <c:pt idx="680">
                  <c:v>0.1495648687780346</c:v>
                </c:pt>
                <c:pt idx="681">
                  <c:v>0.1495648687780346</c:v>
                </c:pt>
                <c:pt idx="682">
                  <c:v>0.1495648687780346</c:v>
                </c:pt>
                <c:pt idx="683">
                  <c:v>0.1495648687780346</c:v>
                </c:pt>
                <c:pt idx="684">
                  <c:v>0.1495648687780346</c:v>
                </c:pt>
                <c:pt idx="685">
                  <c:v>0.1495648687780346</c:v>
                </c:pt>
                <c:pt idx="686">
                  <c:v>0.1495648687780346</c:v>
                </c:pt>
                <c:pt idx="687">
                  <c:v>0.1495648687780346</c:v>
                </c:pt>
                <c:pt idx="688">
                  <c:v>0.1495648687780346</c:v>
                </c:pt>
                <c:pt idx="689">
                  <c:v>0.1495648687780346</c:v>
                </c:pt>
                <c:pt idx="690">
                  <c:v>0.1495648687780346</c:v>
                </c:pt>
                <c:pt idx="691">
                  <c:v>0.1495648687780346</c:v>
                </c:pt>
                <c:pt idx="692">
                  <c:v>0.1495648687780346</c:v>
                </c:pt>
                <c:pt idx="693">
                  <c:v>0.1495648687780346</c:v>
                </c:pt>
                <c:pt idx="694">
                  <c:v>0.1495648687780346</c:v>
                </c:pt>
                <c:pt idx="695">
                  <c:v>0.1495648687780346</c:v>
                </c:pt>
                <c:pt idx="696">
                  <c:v>0.1495648687780346</c:v>
                </c:pt>
                <c:pt idx="697">
                  <c:v>0.1495648687780346</c:v>
                </c:pt>
                <c:pt idx="698">
                  <c:v>0.1495648687780346</c:v>
                </c:pt>
                <c:pt idx="699">
                  <c:v>0.1495648687780346</c:v>
                </c:pt>
                <c:pt idx="700">
                  <c:v>0.1495648687780346</c:v>
                </c:pt>
                <c:pt idx="701">
                  <c:v>0.1495648687780346</c:v>
                </c:pt>
                <c:pt idx="702">
                  <c:v>0.1495648687780346</c:v>
                </c:pt>
                <c:pt idx="703">
                  <c:v>0.1495648687780346</c:v>
                </c:pt>
                <c:pt idx="704">
                  <c:v>0.1495648687780346</c:v>
                </c:pt>
                <c:pt idx="705">
                  <c:v>0.1495648687780346</c:v>
                </c:pt>
                <c:pt idx="706">
                  <c:v>0.1495648687780346</c:v>
                </c:pt>
                <c:pt idx="707">
                  <c:v>0.1495648687780346</c:v>
                </c:pt>
                <c:pt idx="708">
                  <c:v>0.1495648687780346</c:v>
                </c:pt>
                <c:pt idx="709">
                  <c:v>0.1495648687780346</c:v>
                </c:pt>
                <c:pt idx="710">
                  <c:v>0.1495648687780346</c:v>
                </c:pt>
                <c:pt idx="711">
                  <c:v>0.1495648687780346</c:v>
                </c:pt>
                <c:pt idx="712">
                  <c:v>0.1495648687780346</c:v>
                </c:pt>
                <c:pt idx="713">
                  <c:v>0.1495648687780346</c:v>
                </c:pt>
                <c:pt idx="714">
                  <c:v>0.1495648687780346</c:v>
                </c:pt>
                <c:pt idx="715">
                  <c:v>0.1495648687780346</c:v>
                </c:pt>
                <c:pt idx="716">
                  <c:v>0.1495648687780346</c:v>
                </c:pt>
                <c:pt idx="717">
                  <c:v>0.1495648687780346</c:v>
                </c:pt>
                <c:pt idx="718">
                  <c:v>0.1495648687780346</c:v>
                </c:pt>
                <c:pt idx="719">
                  <c:v>0.1495648687780346</c:v>
                </c:pt>
                <c:pt idx="720">
                  <c:v>0.1495648687780346</c:v>
                </c:pt>
                <c:pt idx="721">
                  <c:v>0.1495648687780346</c:v>
                </c:pt>
                <c:pt idx="722">
                  <c:v>0.1495648687780346</c:v>
                </c:pt>
                <c:pt idx="723">
                  <c:v>0.1495648687780346</c:v>
                </c:pt>
                <c:pt idx="724">
                  <c:v>0.1495648687780346</c:v>
                </c:pt>
                <c:pt idx="725">
                  <c:v>0.1495648687780346</c:v>
                </c:pt>
                <c:pt idx="726">
                  <c:v>0.1495648687780346</c:v>
                </c:pt>
                <c:pt idx="727">
                  <c:v>0.1495648687780346</c:v>
                </c:pt>
                <c:pt idx="728">
                  <c:v>0.1495648687780346</c:v>
                </c:pt>
                <c:pt idx="729">
                  <c:v>0.1495648687780346</c:v>
                </c:pt>
                <c:pt idx="730">
                  <c:v>0.1495648687780346</c:v>
                </c:pt>
                <c:pt idx="731">
                  <c:v>0.1495648687780346</c:v>
                </c:pt>
                <c:pt idx="732">
                  <c:v>0.1495648687780346</c:v>
                </c:pt>
                <c:pt idx="733">
                  <c:v>0.1495648687780346</c:v>
                </c:pt>
                <c:pt idx="734">
                  <c:v>0.1495648687780346</c:v>
                </c:pt>
                <c:pt idx="735">
                  <c:v>0.1495648687780346</c:v>
                </c:pt>
                <c:pt idx="736">
                  <c:v>0.1495648687780346</c:v>
                </c:pt>
                <c:pt idx="737">
                  <c:v>0.1495648687780346</c:v>
                </c:pt>
                <c:pt idx="738">
                  <c:v>0.1495648687780346</c:v>
                </c:pt>
                <c:pt idx="739">
                  <c:v>0.1495648687780346</c:v>
                </c:pt>
                <c:pt idx="740">
                  <c:v>0.1495648687780346</c:v>
                </c:pt>
                <c:pt idx="741">
                  <c:v>0.1495648687780346</c:v>
                </c:pt>
                <c:pt idx="742">
                  <c:v>0.1495648687780346</c:v>
                </c:pt>
                <c:pt idx="743">
                  <c:v>0.1495648687780346</c:v>
                </c:pt>
                <c:pt idx="744">
                  <c:v>0.1495648687780346</c:v>
                </c:pt>
                <c:pt idx="745">
                  <c:v>0.1495648687780346</c:v>
                </c:pt>
                <c:pt idx="746">
                  <c:v>0.1495648687780346</c:v>
                </c:pt>
                <c:pt idx="747">
                  <c:v>0.1495648687780346</c:v>
                </c:pt>
                <c:pt idx="748">
                  <c:v>0.1495648687780346</c:v>
                </c:pt>
                <c:pt idx="749">
                  <c:v>0.1495648687780346</c:v>
                </c:pt>
                <c:pt idx="750">
                  <c:v>0.1495648687780346</c:v>
                </c:pt>
                <c:pt idx="751">
                  <c:v>0.1495648687780346</c:v>
                </c:pt>
                <c:pt idx="752">
                  <c:v>0.1495648687780346</c:v>
                </c:pt>
                <c:pt idx="753">
                  <c:v>0.1495648687780346</c:v>
                </c:pt>
                <c:pt idx="754">
                  <c:v>0.1495648687780346</c:v>
                </c:pt>
                <c:pt idx="755">
                  <c:v>0.1495648687780346</c:v>
                </c:pt>
                <c:pt idx="756">
                  <c:v>0.1495648687780346</c:v>
                </c:pt>
                <c:pt idx="757">
                  <c:v>0.1495648687780346</c:v>
                </c:pt>
                <c:pt idx="758">
                  <c:v>0.1495648687780346</c:v>
                </c:pt>
                <c:pt idx="759">
                  <c:v>0.1495648687780346</c:v>
                </c:pt>
                <c:pt idx="760">
                  <c:v>0.1495648687780346</c:v>
                </c:pt>
                <c:pt idx="761">
                  <c:v>0.1495648687780346</c:v>
                </c:pt>
                <c:pt idx="762">
                  <c:v>0.1495648687780346</c:v>
                </c:pt>
                <c:pt idx="763">
                  <c:v>0.1495648687780346</c:v>
                </c:pt>
                <c:pt idx="764">
                  <c:v>0.1495648687780346</c:v>
                </c:pt>
                <c:pt idx="765">
                  <c:v>0.1495648687780346</c:v>
                </c:pt>
                <c:pt idx="766">
                  <c:v>0.1495648687780346</c:v>
                </c:pt>
                <c:pt idx="767">
                  <c:v>0.1495648687780346</c:v>
                </c:pt>
                <c:pt idx="768">
                  <c:v>0.1495648687780346</c:v>
                </c:pt>
                <c:pt idx="769">
                  <c:v>0.1495648687780346</c:v>
                </c:pt>
                <c:pt idx="770">
                  <c:v>0.1495648687780346</c:v>
                </c:pt>
                <c:pt idx="771">
                  <c:v>0.1495648687780346</c:v>
                </c:pt>
                <c:pt idx="772">
                  <c:v>0.1495648687780346</c:v>
                </c:pt>
                <c:pt idx="773">
                  <c:v>0.1495648687780346</c:v>
                </c:pt>
                <c:pt idx="774">
                  <c:v>0.1495648687780346</c:v>
                </c:pt>
                <c:pt idx="775">
                  <c:v>0.1495648687780346</c:v>
                </c:pt>
                <c:pt idx="776">
                  <c:v>0.1495648687780346</c:v>
                </c:pt>
                <c:pt idx="777">
                  <c:v>0.1495648687780346</c:v>
                </c:pt>
                <c:pt idx="778">
                  <c:v>0.1495648687780346</c:v>
                </c:pt>
                <c:pt idx="779">
                  <c:v>0.1495648687780346</c:v>
                </c:pt>
                <c:pt idx="780">
                  <c:v>0.1495648687780346</c:v>
                </c:pt>
                <c:pt idx="781">
                  <c:v>0.1495648687780346</c:v>
                </c:pt>
                <c:pt idx="782">
                  <c:v>0.1495648687780346</c:v>
                </c:pt>
                <c:pt idx="783">
                  <c:v>0.1495648687780346</c:v>
                </c:pt>
                <c:pt idx="784">
                  <c:v>0.1495648687780346</c:v>
                </c:pt>
                <c:pt idx="785">
                  <c:v>0.1495648687780346</c:v>
                </c:pt>
                <c:pt idx="786">
                  <c:v>0.1495648687780346</c:v>
                </c:pt>
                <c:pt idx="787">
                  <c:v>0.1495648687780346</c:v>
                </c:pt>
                <c:pt idx="788">
                  <c:v>0.1495648687780346</c:v>
                </c:pt>
                <c:pt idx="789">
                  <c:v>0.1495648687780346</c:v>
                </c:pt>
                <c:pt idx="790">
                  <c:v>0.1495648687780346</c:v>
                </c:pt>
                <c:pt idx="791">
                  <c:v>0.1495648687780346</c:v>
                </c:pt>
                <c:pt idx="792">
                  <c:v>0.1495648687780346</c:v>
                </c:pt>
                <c:pt idx="793">
                  <c:v>0.1495648687780346</c:v>
                </c:pt>
                <c:pt idx="794">
                  <c:v>0.1495648687780346</c:v>
                </c:pt>
                <c:pt idx="795">
                  <c:v>0.1495648687780346</c:v>
                </c:pt>
                <c:pt idx="796">
                  <c:v>0.1495648687780346</c:v>
                </c:pt>
                <c:pt idx="797">
                  <c:v>0.1495648687780346</c:v>
                </c:pt>
                <c:pt idx="798">
                  <c:v>0.1495648687780346</c:v>
                </c:pt>
                <c:pt idx="799">
                  <c:v>0.1495648687780346</c:v>
                </c:pt>
                <c:pt idx="800">
                  <c:v>0.1495648687780346</c:v>
                </c:pt>
                <c:pt idx="801">
                  <c:v>0.1495648687780346</c:v>
                </c:pt>
                <c:pt idx="802">
                  <c:v>0.1495648687780346</c:v>
                </c:pt>
                <c:pt idx="803">
                  <c:v>0.1495648687780346</c:v>
                </c:pt>
                <c:pt idx="804">
                  <c:v>0.1495648687780346</c:v>
                </c:pt>
                <c:pt idx="805">
                  <c:v>0.1495648687780346</c:v>
                </c:pt>
                <c:pt idx="806">
                  <c:v>0.1495648687780346</c:v>
                </c:pt>
                <c:pt idx="807">
                  <c:v>0.1495648687780346</c:v>
                </c:pt>
                <c:pt idx="808">
                  <c:v>0.1495648687780346</c:v>
                </c:pt>
                <c:pt idx="809">
                  <c:v>0.1495648687780346</c:v>
                </c:pt>
                <c:pt idx="810">
                  <c:v>0.1495648687780346</c:v>
                </c:pt>
                <c:pt idx="811">
                  <c:v>0.1495648687780346</c:v>
                </c:pt>
                <c:pt idx="812">
                  <c:v>0.1495648687780346</c:v>
                </c:pt>
                <c:pt idx="813">
                  <c:v>0.1495648687780346</c:v>
                </c:pt>
                <c:pt idx="814">
                  <c:v>0.1495648687780346</c:v>
                </c:pt>
                <c:pt idx="815">
                  <c:v>0.1495648687780346</c:v>
                </c:pt>
                <c:pt idx="816">
                  <c:v>0.1495648687780346</c:v>
                </c:pt>
                <c:pt idx="817">
                  <c:v>0.1495648687780346</c:v>
                </c:pt>
                <c:pt idx="818">
                  <c:v>0.1495648687780346</c:v>
                </c:pt>
                <c:pt idx="819">
                  <c:v>0.1495648687780346</c:v>
                </c:pt>
                <c:pt idx="820">
                  <c:v>0.1495648687780346</c:v>
                </c:pt>
                <c:pt idx="821">
                  <c:v>0.1495648687780346</c:v>
                </c:pt>
                <c:pt idx="822">
                  <c:v>0.1495648687780346</c:v>
                </c:pt>
                <c:pt idx="823">
                  <c:v>0.1495648687780346</c:v>
                </c:pt>
                <c:pt idx="824">
                  <c:v>0.1495648687780346</c:v>
                </c:pt>
                <c:pt idx="825">
                  <c:v>0.1495648687780346</c:v>
                </c:pt>
                <c:pt idx="826">
                  <c:v>0.1495648687780346</c:v>
                </c:pt>
                <c:pt idx="827">
                  <c:v>0.1495648687780346</c:v>
                </c:pt>
                <c:pt idx="828">
                  <c:v>0.1495648687780346</c:v>
                </c:pt>
                <c:pt idx="829">
                  <c:v>0.1495648687780346</c:v>
                </c:pt>
                <c:pt idx="830">
                  <c:v>0.1495648687780346</c:v>
                </c:pt>
                <c:pt idx="831">
                  <c:v>0.1495648687780346</c:v>
                </c:pt>
                <c:pt idx="832">
                  <c:v>0.1495648687780346</c:v>
                </c:pt>
                <c:pt idx="833">
                  <c:v>0.1495648687780346</c:v>
                </c:pt>
                <c:pt idx="834">
                  <c:v>0.1495648687780346</c:v>
                </c:pt>
                <c:pt idx="835">
                  <c:v>0.1495648687780346</c:v>
                </c:pt>
                <c:pt idx="836">
                  <c:v>0.1495648687780346</c:v>
                </c:pt>
                <c:pt idx="837">
                  <c:v>0.1495648687780346</c:v>
                </c:pt>
                <c:pt idx="838">
                  <c:v>0.1495648687780346</c:v>
                </c:pt>
                <c:pt idx="839">
                  <c:v>0.1495648687780346</c:v>
                </c:pt>
                <c:pt idx="840">
                  <c:v>0.1495648687780346</c:v>
                </c:pt>
                <c:pt idx="841">
                  <c:v>0.1495648687780346</c:v>
                </c:pt>
                <c:pt idx="842">
                  <c:v>0.1495648687780346</c:v>
                </c:pt>
                <c:pt idx="843">
                  <c:v>0.1495648687780346</c:v>
                </c:pt>
                <c:pt idx="844">
                  <c:v>0.1495648687780346</c:v>
                </c:pt>
                <c:pt idx="845">
                  <c:v>0.1495648687780346</c:v>
                </c:pt>
                <c:pt idx="846">
                  <c:v>0.1495648687780346</c:v>
                </c:pt>
                <c:pt idx="847">
                  <c:v>0.1495648687780346</c:v>
                </c:pt>
                <c:pt idx="848">
                  <c:v>0.1495648687780346</c:v>
                </c:pt>
                <c:pt idx="849">
                  <c:v>0.1495648687780346</c:v>
                </c:pt>
                <c:pt idx="850">
                  <c:v>0.1495648687780346</c:v>
                </c:pt>
                <c:pt idx="851">
                  <c:v>0.1495648687780346</c:v>
                </c:pt>
                <c:pt idx="852">
                  <c:v>0.1495648687780346</c:v>
                </c:pt>
                <c:pt idx="853">
                  <c:v>0.1495648687780346</c:v>
                </c:pt>
                <c:pt idx="854">
                  <c:v>0.1495648687780346</c:v>
                </c:pt>
                <c:pt idx="855">
                  <c:v>0.1495648687780346</c:v>
                </c:pt>
                <c:pt idx="856">
                  <c:v>0.1495648687780346</c:v>
                </c:pt>
                <c:pt idx="857">
                  <c:v>0.1495648687780346</c:v>
                </c:pt>
                <c:pt idx="858">
                  <c:v>0.1495648687780346</c:v>
                </c:pt>
                <c:pt idx="859">
                  <c:v>0.1495648687780346</c:v>
                </c:pt>
                <c:pt idx="860">
                  <c:v>0.1495648687780346</c:v>
                </c:pt>
                <c:pt idx="861">
                  <c:v>0.1495648687780346</c:v>
                </c:pt>
                <c:pt idx="862">
                  <c:v>0.1495648687780346</c:v>
                </c:pt>
                <c:pt idx="863">
                  <c:v>0.1495648687780346</c:v>
                </c:pt>
                <c:pt idx="864">
                  <c:v>0.1495648687780346</c:v>
                </c:pt>
                <c:pt idx="865">
                  <c:v>0.1495648687780346</c:v>
                </c:pt>
                <c:pt idx="866">
                  <c:v>0.1495648687780346</c:v>
                </c:pt>
                <c:pt idx="867">
                  <c:v>0.1495648687780346</c:v>
                </c:pt>
                <c:pt idx="868">
                  <c:v>0.1495648687780346</c:v>
                </c:pt>
                <c:pt idx="869">
                  <c:v>0.1495648687780346</c:v>
                </c:pt>
                <c:pt idx="870">
                  <c:v>0.1495648687780346</c:v>
                </c:pt>
                <c:pt idx="871">
                  <c:v>0.1495648687780346</c:v>
                </c:pt>
                <c:pt idx="872">
                  <c:v>0.1495648687780346</c:v>
                </c:pt>
                <c:pt idx="873">
                  <c:v>0.1495648687780346</c:v>
                </c:pt>
                <c:pt idx="874">
                  <c:v>0.1495648687780346</c:v>
                </c:pt>
                <c:pt idx="875">
                  <c:v>0.1495648687780346</c:v>
                </c:pt>
                <c:pt idx="876">
                  <c:v>0.1495648687780346</c:v>
                </c:pt>
                <c:pt idx="877">
                  <c:v>0.1495648687780346</c:v>
                </c:pt>
                <c:pt idx="878">
                  <c:v>0.1495648687780346</c:v>
                </c:pt>
                <c:pt idx="879">
                  <c:v>0.1495648687780346</c:v>
                </c:pt>
                <c:pt idx="880">
                  <c:v>0.1495648687780346</c:v>
                </c:pt>
                <c:pt idx="881">
                  <c:v>0.1495648687780346</c:v>
                </c:pt>
                <c:pt idx="882">
                  <c:v>0.1495648687780346</c:v>
                </c:pt>
                <c:pt idx="883">
                  <c:v>0.1495648687780346</c:v>
                </c:pt>
                <c:pt idx="884">
                  <c:v>0.1495648687780346</c:v>
                </c:pt>
                <c:pt idx="885">
                  <c:v>0.1495648687780346</c:v>
                </c:pt>
                <c:pt idx="886">
                  <c:v>0.1495648687780346</c:v>
                </c:pt>
                <c:pt idx="887">
                  <c:v>0.1495648687780346</c:v>
                </c:pt>
                <c:pt idx="888">
                  <c:v>0.1495648687780346</c:v>
                </c:pt>
                <c:pt idx="889">
                  <c:v>0.1495648687780346</c:v>
                </c:pt>
                <c:pt idx="890">
                  <c:v>0.1495648687780346</c:v>
                </c:pt>
                <c:pt idx="891">
                  <c:v>0.1495648687780346</c:v>
                </c:pt>
                <c:pt idx="892">
                  <c:v>0.1495648687780346</c:v>
                </c:pt>
                <c:pt idx="893">
                  <c:v>0.1495648687780346</c:v>
                </c:pt>
                <c:pt idx="894">
                  <c:v>0.1495648687780346</c:v>
                </c:pt>
                <c:pt idx="895">
                  <c:v>0.1495648687780346</c:v>
                </c:pt>
                <c:pt idx="896">
                  <c:v>0.1495648687780346</c:v>
                </c:pt>
                <c:pt idx="897">
                  <c:v>0.1495648687780346</c:v>
                </c:pt>
                <c:pt idx="898">
                  <c:v>0.1495648687780346</c:v>
                </c:pt>
                <c:pt idx="899">
                  <c:v>0.1495648687780346</c:v>
                </c:pt>
                <c:pt idx="900">
                  <c:v>0.1495648687780346</c:v>
                </c:pt>
                <c:pt idx="901">
                  <c:v>0.1495648687780346</c:v>
                </c:pt>
                <c:pt idx="902">
                  <c:v>0.1495648687780346</c:v>
                </c:pt>
                <c:pt idx="903">
                  <c:v>0.1495648687780346</c:v>
                </c:pt>
                <c:pt idx="904">
                  <c:v>0.1495648687780346</c:v>
                </c:pt>
                <c:pt idx="905">
                  <c:v>0.1495648687780346</c:v>
                </c:pt>
                <c:pt idx="906">
                  <c:v>0.1495648687780346</c:v>
                </c:pt>
                <c:pt idx="907">
                  <c:v>0.1495648687780346</c:v>
                </c:pt>
                <c:pt idx="908">
                  <c:v>0.1495648687780346</c:v>
                </c:pt>
                <c:pt idx="909">
                  <c:v>0.1495648687780346</c:v>
                </c:pt>
                <c:pt idx="910">
                  <c:v>0.1495648687780346</c:v>
                </c:pt>
                <c:pt idx="911">
                  <c:v>0.1495648687780346</c:v>
                </c:pt>
                <c:pt idx="912">
                  <c:v>0.1495648687780346</c:v>
                </c:pt>
                <c:pt idx="913">
                  <c:v>0.1495648687780346</c:v>
                </c:pt>
                <c:pt idx="914">
                  <c:v>0.1495648687780346</c:v>
                </c:pt>
                <c:pt idx="915">
                  <c:v>0.1495648687780346</c:v>
                </c:pt>
                <c:pt idx="916">
                  <c:v>0.1495648687780346</c:v>
                </c:pt>
                <c:pt idx="917">
                  <c:v>0.1495648687780346</c:v>
                </c:pt>
                <c:pt idx="918">
                  <c:v>0.1495648687780346</c:v>
                </c:pt>
                <c:pt idx="919">
                  <c:v>0.1495648687780346</c:v>
                </c:pt>
                <c:pt idx="920">
                  <c:v>0.1495648687780346</c:v>
                </c:pt>
                <c:pt idx="921">
                  <c:v>0.1495648687780346</c:v>
                </c:pt>
                <c:pt idx="922">
                  <c:v>0.1495648687780346</c:v>
                </c:pt>
                <c:pt idx="923">
                  <c:v>0.1495648687780346</c:v>
                </c:pt>
                <c:pt idx="924">
                  <c:v>0.1495648687780346</c:v>
                </c:pt>
                <c:pt idx="925">
                  <c:v>0.1495648687780346</c:v>
                </c:pt>
                <c:pt idx="926">
                  <c:v>0.1495648687780346</c:v>
                </c:pt>
                <c:pt idx="927">
                  <c:v>0.1495648687780346</c:v>
                </c:pt>
                <c:pt idx="928">
                  <c:v>0.1495648687780346</c:v>
                </c:pt>
                <c:pt idx="929">
                  <c:v>0.1495648687780346</c:v>
                </c:pt>
                <c:pt idx="930">
                  <c:v>0.1495648687780346</c:v>
                </c:pt>
                <c:pt idx="931">
                  <c:v>0.1495648687780346</c:v>
                </c:pt>
                <c:pt idx="932">
                  <c:v>0.1495648687780346</c:v>
                </c:pt>
                <c:pt idx="933">
                  <c:v>0.1495648687780346</c:v>
                </c:pt>
                <c:pt idx="934">
                  <c:v>0.1495648687780346</c:v>
                </c:pt>
                <c:pt idx="935">
                  <c:v>0.1495648687780346</c:v>
                </c:pt>
                <c:pt idx="936">
                  <c:v>0.1495648687780346</c:v>
                </c:pt>
                <c:pt idx="937">
                  <c:v>0.1495648687780346</c:v>
                </c:pt>
                <c:pt idx="938">
                  <c:v>0.1495648687780346</c:v>
                </c:pt>
                <c:pt idx="939">
                  <c:v>0.1495648687780346</c:v>
                </c:pt>
                <c:pt idx="940">
                  <c:v>0.1495648687780346</c:v>
                </c:pt>
                <c:pt idx="941">
                  <c:v>0.1495648687780346</c:v>
                </c:pt>
                <c:pt idx="942">
                  <c:v>0.1495648687780346</c:v>
                </c:pt>
                <c:pt idx="943">
                  <c:v>0.1495648687780346</c:v>
                </c:pt>
                <c:pt idx="944">
                  <c:v>0.1495648687780346</c:v>
                </c:pt>
                <c:pt idx="945">
                  <c:v>0.1495648687780346</c:v>
                </c:pt>
                <c:pt idx="946">
                  <c:v>0.1495648687780346</c:v>
                </c:pt>
                <c:pt idx="947">
                  <c:v>0.1495648687780346</c:v>
                </c:pt>
                <c:pt idx="948">
                  <c:v>0.1495648687780346</c:v>
                </c:pt>
                <c:pt idx="949">
                  <c:v>0.1495648687780346</c:v>
                </c:pt>
                <c:pt idx="950">
                  <c:v>0.1495648687780346</c:v>
                </c:pt>
                <c:pt idx="951">
                  <c:v>0.1495648687780346</c:v>
                </c:pt>
                <c:pt idx="952">
                  <c:v>0.1495648687780346</c:v>
                </c:pt>
                <c:pt idx="953">
                  <c:v>0.1495648687780346</c:v>
                </c:pt>
                <c:pt idx="954">
                  <c:v>0.1495648687780346</c:v>
                </c:pt>
                <c:pt idx="955">
                  <c:v>0.1495648687780346</c:v>
                </c:pt>
                <c:pt idx="956">
                  <c:v>0.1495648687780346</c:v>
                </c:pt>
                <c:pt idx="957">
                  <c:v>0.1495648687780346</c:v>
                </c:pt>
                <c:pt idx="958">
                  <c:v>0.1495648687780346</c:v>
                </c:pt>
                <c:pt idx="959">
                  <c:v>0.1495648687780346</c:v>
                </c:pt>
                <c:pt idx="960">
                  <c:v>0.1495648687780346</c:v>
                </c:pt>
                <c:pt idx="961">
                  <c:v>0.1495648687780346</c:v>
                </c:pt>
                <c:pt idx="962">
                  <c:v>0.1495648687780346</c:v>
                </c:pt>
                <c:pt idx="963">
                  <c:v>0.1495648687780346</c:v>
                </c:pt>
                <c:pt idx="964">
                  <c:v>0.1495648687780346</c:v>
                </c:pt>
                <c:pt idx="965">
                  <c:v>0.1495648687780346</c:v>
                </c:pt>
                <c:pt idx="966">
                  <c:v>0.1495648687780346</c:v>
                </c:pt>
                <c:pt idx="967">
                  <c:v>0.1495648687780346</c:v>
                </c:pt>
                <c:pt idx="968">
                  <c:v>0.1495648687780346</c:v>
                </c:pt>
                <c:pt idx="969">
                  <c:v>0.1495648687780346</c:v>
                </c:pt>
                <c:pt idx="970">
                  <c:v>0.1495648687780346</c:v>
                </c:pt>
                <c:pt idx="971">
                  <c:v>0.1495648687780346</c:v>
                </c:pt>
                <c:pt idx="972">
                  <c:v>0.1495648687780346</c:v>
                </c:pt>
                <c:pt idx="973">
                  <c:v>0.1495648687780346</c:v>
                </c:pt>
                <c:pt idx="974">
                  <c:v>0.1495648687780346</c:v>
                </c:pt>
                <c:pt idx="975">
                  <c:v>0.1495648687780346</c:v>
                </c:pt>
                <c:pt idx="976">
                  <c:v>0.1495648687780346</c:v>
                </c:pt>
                <c:pt idx="977">
                  <c:v>0.1495648687780346</c:v>
                </c:pt>
                <c:pt idx="978">
                  <c:v>0.1495648687780346</c:v>
                </c:pt>
                <c:pt idx="979">
                  <c:v>0.1495648687780346</c:v>
                </c:pt>
                <c:pt idx="980">
                  <c:v>0.1495648687780346</c:v>
                </c:pt>
                <c:pt idx="981">
                  <c:v>0.1495648687780346</c:v>
                </c:pt>
                <c:pt idx="982">
                  <c:v>0.1495648687780346</c:v>
                </c:pt>
                <c:pt idx="983">
                  <c:v>0.1495648687780346</c:v>
                </c:pt>
                <c:pt idx="984">
                  <c:v>0.1495648687780346</c:v>
                </c:pt>
                <c:pt idx="985">
                  <c:v>0.1495648687780346</c:v>
                </c:pt>
                <c:pt idx="986">
                  <c:v>0.1495648687780346</c:v>
                </c:pt>
                <c:pt idx="987">
                  <c:v>0.1495648687780346</c:v>
                </c:pt>
                <c:pt idx="988">
                  <c:v>0.1495648687780346</c:v>
                </c:pt>
                <c:pt idx="989">
                  <c:v>0.1495648687780346</c:v>
                </c:pt>
                <c:pt idx="990">
                  <c:v>0.1495648687780346</c:v>
                </c:pt>
                <c:pt idx="991">
                  <c:v>0.1495648687780346</c:v>
                </c:pt>
                <c:pt idx="992">
                  <c:v>0.1495648687780346</c:v>
                </c:pt>
                <c:pt idx="993">
                  <c:v>0.1495648687780346</c:v>
                </c:pt>
                <c:pt idx="994">
                  <c:v>0.1495648687780346</c:v>
                </c:pt>
                <c:pt idx="995">
                  <c:v>0.1495648687780346</c:v>
                </c:pt>
                <c:pt idx="996">
                  <c:v>0.1495648687780346</c:v>
                </c:pt>
                <c:pt idx="997">
                  <c:v>0.1495648687780346</c:v>
                </c:pt>
                <c:pt idx="998">
                  <c:v>0.1495648687780346</c:v>
                </c:pt>
                <c:pt idx="999">
                  <c:v>0.1495648687780346</c:v>
                </c:pt>
                <c:pt idx="1000">
                  <c:v>0.1495648687780346</c:v>
                </c:pt>
                <c:pt idx="1001">
                  <c:v>0.1495648687780346</c:v>
                </c:pt>
                <c:pt idx="1002">
                  <c:v>0.1495648687780346</c:v>
                </c:pt>
                <c:pt idx="1003">
                  <c:v>0.1495648687780346</c:v>
                </c:pt>
                <c:pt idx="1004">
                  <c:v>0.1495648687780346</c:v>
                </c:pt>
                <c:pt idx="1005">
                  <c:v>0.1495648687780346</c:v>
                </c:pt>
                <c:pt idx="1006">
                  <c:v>0.1495648687780346</c:v>
                </c:pt>
                <c:pt idx="1007">
                  <c:v>0.1495648687780346</c:v>
                </c:pt>
                <c:pt idx="1008">
                  <c:v>0.1495648687780346</c:v>
                </c:pt>
                <c:pt idx="1009">
                  <c:v>0.1495648687780346</c:v>
                </c:pt>
                <c:pt idx="1010">
                  <c:v>0.1495648687780346</c:v>
                </c:pt>
                <c:pt idx="1011">
                  <c:v>0.1495648687780346</c:v>
                </c:pt>
                <c:pt idx="1012">
                  <c:v>0.1495648687780346</c:v>
                </c:pt>
                <c:pt idx="1013">
                  <c:v>0.1495648687780346</c:v>
                </c:pt>
                <c:pt idx="1014">
                  <c:v>0.1495648687780346</c:v>
                </c:pt>
                <c:pt idx="1015">
                  <c:v>0.1495648687780346</c:v>
                </c:pt>
                <c:pt idx="1016">
                  <c:v>0.1495648687780346</c:v>
                </c:pt>
                <c:pt idx="1017">
                  <c:v>0.1495648687780346</c:v>
                </c:pt>
                <c:pt idx="1018">
                  <c:v>0.1495648687780346</c:v>
                </c:pt>
                <c:pt idx="1019">
                  <c:v>0.1495648687780346</c:v>
                </c:pt>
                <c:pt idx="1020">
                  <c:v>0.1495648687780346</c:v>
                </c:pt>
                <c:pt idx="1021">
                  <c:v>0.1495648687780346</c:v>
                </c:pt>
                <c:pt idx="1022">
                  <c:v>0.1495648687780346</c:v>
                </c:pt>
                <c:pt idx="1023">
                  <c:v>0.1495648687780346</c:v>
                </c:pt>
                <c:pt idx="1024">
                  <c:v>0.1495648687780346</c:v>
                </c:pt>
                <c:pt idx="1025">
                  <c:v>0.1495648687780346</c:v>
                </c:pt>
                <c:pt idx="1026">
                  <c:v>0.1495648687780346</c:v>
                </c:pt>
                <c:pt idx="1027">
                  <c:v>0.1495648687780346</c:v>
                </c:pt>
                <c:pt idx="1028">
                  <c:v>0.1495648687780346</c:v>
                </c:pt>
                <c:pt idx="1029">
                  <c:v>0.1495648687780346</c:v>
                </c:pt>
                <c:pt idx="1030">
                  <c:v>0.1495648687780346</c:v>
                </c:pt>
                <c:pt idx="1031">
                  <c:v>0.1495648687780346</c:v>
                </c:pt>
                <c:pt idx="1032">
                  <c:v>0.1495648687780346</c:v>
                </c:pt>
                <c:pt idx="1033">
                  <c:v>0.1495648687780346</c:v>
                </c:pt>
                <c:pt idx="1034">
                  <c:v>0.1495648687780346</c:v>
                </c:pt>
                <c:pt idx="1035">
                  <c:v>0.1495648687780346</c:v>
                </c:pt>
                <c:pt idx="1036">
                  <c:v>0.1495648687780346</c:v>
                </c:pt>
                <c:pt idx="1037">
                  <c:v>0.1495648687780346</c:v>
                </c:pt>
                <c:pt idx="1038">
                  <c:v>0.1495648687780346</c:v>
                </c:pt>
                <c:pt idx="1039">
                  <c:v>0.1495648687780346</c:v>
                </c:pt>
                <c:pt idx="1040">
                  <c:v>0.1495648687780346</c:v>
                </c:pt>
                <c:pt idx="1041">
                  <c:v>0.1495648687780346</c:v>
                </c:pt>
                <c:pt idx="1042">
                  <c:v>0.1495648687780346</c:v>
                </c:pt>
                <c:pt idx="1043">
                  <c:v>0.1495648687780346</c:v>
                </c:pt>
                <c:pt idx="1044">
                  <c:v>0.1495648687780346</c:v>
                </c:pt>
                <c:pt idx="1045">
                  <c:v>0.1495648687780346</c:v>
                </c:pt>
                <c:pt idx="1046">
                  <c:v>0.1495648687780346</c:v>
                </c:pt>
                <c:pt idx="1047">
                  <c:v>0.1495648687780346</c:v>
                </c:pt>
                <c:pt idx="1048">
                  <c:v>0.1495648687780346</c:v>
                </c:pt>
                <c:pt idx="1049">
                  <c:v>0.1495648687780346</c:v>
                </c:pt>
                <c:pt idx="1050">
                  <c:v>0.1495648687780346</c:v>
                </c:pt>
                <c:pt idx="1051">
                  <c:v>0.1495648687780346</c:v>
                </c:pt>
                <c:pt idx="1052">
                  <c:v>0.1495648687780346</c:v>
                </c:pt>
                <c:pt idx="1053">
                  <c:v>0.1495648687780346</c:v>
                </c:pt>
                <c:pt idx="1054">
                  <c:v>0.1495648687780346</c:v>
                </c:pt>
                <c:pt idx="1055">
                  <c:v>0.1495648687780346</c:v>
                </c:pt>
                <c:pt idx="1056">
                  <c:v>0.1495648687780346</c:v>
                </c:pt>
                <c:pt idx="1057">
                  <c:v>0.1495648687780346</c:v>
                </c:pt>
                <c:pt idx="1058">
                  <c:v>0.1495648687780346</c:v>
                </c:pt>
                <c:pt idx="1059">
                  <c:v>0.1495648687780346</c:v>
                </c:pt>
                <c:pt idx="1060">
                  <c:v>0.1495648687780346</c:v>
                </c:pt>
                <c:pt idx="1061">
                  <c:v>0.1495648687780346</c:v>
                </c:pt>
                <c:pt idx="1062">
                  <c:v>0.1495648687780346</c:v>
                </c:pt>
                <c:pt idx="1063">
                  <c:v>0.1495648687780346</c:v>
                </c:pt>
                <c:pt idx="1064">
                  <c:v>0.1495648687780346</c:v>
                </c:pt>
                <c:pt idx="1065">
                  <c:v>0.1495648687780346</c:v>
                </c:pt>
                <c:pt idx="1066">
                  <c:v>0.1495648687780346</c:v>
                </c:pt>
                <c:pt idx="1067">
                  <c:v>0.1495648687780346</c:v>
                </c:pt>
                <c:pt idx="1068">
                  <c:v>0.1495648687780346</c:v>
                </c:pt>
                <c:pt idx="1069">
                  <c:v>0.1495648687780346</c:v>
                </c:pt>
                <c:pt idx="1070">
                  <c:v>0.1495648687780346</c:v>
                </c:pt>
                <c:pt idx="1071">
                  <c:v>0.1495648687780346</c:v>
                </c:pt>
                <c:pt idx="1072">
                  <c:v>0.1495648687780346</c:v>
                </c:pt>
                <c:pt idx="1073">
                  <c:v>0.1495648687780346</c:v>
                </c:pt>
                <c:pt idx="1074">
                  <c:v>0.1495648687780346</c:v>
                </c:pt>
                <c:pt idx="1075">
                  <c:v>0.1495648687780346</c:v>
                </c:pt>
                <c:pt idx="1076">
                  <c:v>0.1495648687780346</c:v>
                </c:pt>
                <c:pt idx="1077">
                  <c:v>0.1495648687780346</c:v>
                </c:pt>
                <c:pt idx="1078">
                  <c:v>0.1495648687780346</c:v>
                </c:pt>
                <c:pt idx="1079">
                  <c:v>0.1495648687780346</c:v>
                </c:pt>
                <c:pt idx="1080">
                  <c:v>0.1495648687780346</c:v>
                </c:pt>
                <c:pt idx="1081">
                  <c:v>0.1495648687780346</c:v>
                </c:pt>
                <c:pt idx="1082">
                  <c:v>0.1495648687780346</c:v>
                </c:pt>
                <c:pt idx="1083">
                  <c:v>0.1495648687780346</c:v>
                </c:pt>
                <c:pt idx="1084">
                  <c:v>0.1495648687780346</c:v>
                </c:pt>
                <c:pt idx="1085">
                  <c:v>0.1495648687780346</c:v>
                </c:pt>
                <c:pt idx="1086">
                  <c:v>0.1495648687780346</c:v>
                </c:pt>
                <c:pt idx="1087">
                  <c:v>0.1495648687780346</c:v>
                </c:pt>
                <c:pt idx="1088">
                  <c:v>0.1495648687780346</c:v>
                </c:pt>
                <c:pt idx="1089">
                  <c:v>0.1495648687780346</c:v>
                </c:pt>
                <c:pt idx="1090">
                  <c:v>0.1495648687780346</c:v>
                </c:pt>
                <c:pt idx="1091">
                  <c:v>0.1495648687780346</c:v>
                </c:pt>
                <c:pt idx="1092">
                  <c:v>0.1495648687780346</c:v>
                </c:pt>
                <c:pt idx="1093">
                  <c:v>0.1495648687780346</c:v>
                </c:pt>
                <c:pt idx="1094">
                  <c:v>0.1495648687780346</c:v>
                </c:pt>
                <c:pt idx="1095">
                  <c:v>0.1495648687780346</c:v>
                </c:pt>
                <c:pt idx="1096">
                  <c:v>0.1495648687780346</c:v>
                </c:pt>
                <c:pt idx="1097">
                  <c:v>0.1495648687780346</c:v>
                </c:pt>
                <c:pt idx="1098">
                  <c:v>0.1495648687780346</c:v>
                </c:pt>
                <c:pt idx="1099">
                  <c:v>0.1495648687780346</c:v>
                </c:pt>
                <c:pt idx="1100">
                  <c:v>0.1495648687780346</c:v>
                </c:pt>
                <c:pt idx="1101">
                  <c:v>0.1495648687780346</c:v>
                </c:pt>
                <c:pt idx="1102">
                  <c:v>0.1495648687780346</c:v>
                </c:pt>
                <c:pt idx="1103">
                  <c:v>0.1495648687780346</c:v>
                </c:pt>
                <c:pt idx="1104">
                  <c:v>0.1495648687780346</c:v>
                </c:pt>
                <c:pt idx="1105">
                  <c:v>0.1495648687780346</c:v>
                </c:pt>
                <c:pt idx="1106">
                  <c:v>0.1495648687780346</c:v>
                </c:pt>
                <c:pt idx="1107">
                  <c:v>0.1495648687780346</c:v>
                </c:pt>
                <c:pt idx="1108">
                  <c:v>0.1495648687780346</c:v>
                </c:pt>
                <c:pt idx="1109">
                  <c:v>0.1495648687780346</c:v>
                </c:pt>
                <c:pt idx="1110">
                  <c:v>0.1495648687780346</c:v>
                </c:pt>
                <c:pt idx="1111">
                  <c:v>0.1495648687780346</c:v>
                </c:pt>
                <c:pt idx="1112">
                  <c:v>0.1495648687780346</c:v>
                </c:pt>
                <c:pt idx="1113">
                  <c:v>0.1495648687780346</c:v>
                </c:pt>
                <c:pt idx="1114">
                  <c:v>0.1495648687780346</c:v>
                </c:pt>
                <c:pt idx="1115">
                  <c:v>0.1495648687780346</c:v>
                </c:pt>
                <c:pt idx="1116">
                  <c:v>0.1495648687780346</c:v>
                </c:pt>
                <c:pt idx="1117">
                  <c:v>0.1495648687780346</c:v>
                </c:pt>
                <c:pt idx="1118">
                  <c:v>0.1495648687780346</c:v>
                </c:pt>
                <c:pt idx="1119">
                  <c:v>0.1495648687780346</c:v>
                </c:pt>
                <c:pt idx="1120">
                  <c:v>0.1495648687780346</c:v>
                </c:pt>
                <c:pt idx="1121">
                  <c:v>0.1495648687780346</c:v>
                </c:pt>
                <c:pt idx="1122">
                  <c:v>0.1495648687780346</c:v>
                </c:pt>
                <c:pt idx="1123">
                  <c:v>0.1495648687780346</c:v>
                </c:pt>
                <c:pt idx="1124">
                  <c:v>0.1495648687780346</c:v>
                </c:pt>
                <c:pt idx="1125">
                  <c:v>0.1495648687780346</c:v>
                </c:pt>
                <c:pt idx="1126">
                  <c:v>0.1495648687780346</c:v>
                </c:pt>
                <c:pt idx="1127">
                  <c:v>0.1495648687780346</c:v>
                </c:pt>
                <c:pt idx="1128">
                  <c:v>0.1495648687780346</c:v>
                </c:pt>
                <c:pt idx="1129">
                  <c:v>0.1495648687780346</c:v>
                </c:pt>
                <c:pt idx="1130">
                  <c:v>0.1495648687780346</c:v>
                </c:pt>
                <c:pt idx="1131">
                  <c:v>0.1495648687780346</c:v>
                </c:pt>
                <c:pt idx="1132">
                  <c:v>0.1495648687780346</c:v>
                </c:pt>
                <c:pt idx="1133">
                  <c:v>0.1495648687780346</c:v>
                </c:pt>
                <c:pt idx="1134">
                  <c:v>0.1495648687780346</c:v>
                </c:pt>
                <c:pt idx="1135">
                  <c:v>0.1495648687780346</c:v>
                </c:pt>
                <c:pt idx="1136">
                  <c:v>0.1495648687780346</c:v>
                </c:pt>
                <c:pt idx="1137">
                  <c:v>0.1495648687780346</c:v>
                </c:pt>
                <c:pt idx="1138">
                  <c:v>0.1495648687780346</c:v>
                </c:pt>
                <c:pt idx="1139">
                  <c:v>0.1495648687780346</c:v>
                </c:pt>
                <c:pt idx="1140">
                  <c:v>0.1495648687780346</c:v>
                </c:pt>
                <c:pt idx="1141">
                  <c:v>0.1495648687780346</c:v>
                </c:pt>
                <c:pt idx="1142">
                  <c:v>0.1495648687780346</c:v>
                </c:pt>
                <c:pt idx="1143">
                  <c:v>0.1495648687780346</c:v>
                </c:pt>
                <c:pt idx="1144">
                  <c:v>0.1495648687780346</c:v>
                </c:pt>
                <c:pt idx="1145">
                  <c:v>0.1495648687780346</c:v>
                </c:pt>
                <c:pt idx="1146">
                  <c:v>0.1495648687780346</c:v>
                </c:pt>
                <c:pt idx="1147">
                  <c:v>0.1495648687780346</c:v>
                </c:pt>
                <c:pt idx="1148">
                  <c:v>0.1495648687780346</c:v>
                </c:pt>
                <c:pt idx="1149">
                  <c:v>0.1495648687780346</c:v>
                </c:pt>
                <c:pt idx="1150">
                  <c:v>0.1495648687780346</c:v>
                </c:pt>
                <c:pt idx="1151">
                  <c:v>0.1495648687780346</c:v>
                </c:pt>
                <c:pt idx="1152">
                  <c:v>0.1495648687780346</c:v>
                </c:pt>
                <c:pt idx="1153">
                  <c:v>0.1495648687780346</c:v>
                </c:pt>
                <c:pt idx="1154">
                  <c:v>0.1495648687780346</c:v>
                </c:pt>
                <c:pt idx="1155">
                  <c:v>0.1495648687780346</c:v>
                </c:pt>
                <c:pt idx="1156">
                  <c:v>0.1495648687780346</c:v>
                </c:pt>
                <c:pt idx="1157">
                  <c:v>0.1495648687780346</c:v>
                </c:pt>
                <c:pt idx="1158">
                  <c:v>0.1495648687780346</c:v>
                </c:pt>
                <c:pt idx="1159">
                  <c:v>0.1495648687780346</c:v>
                </c:pt>
                <c:pt idx="1160">
                  <c:v>0.1495648687780346</c:v>
                </c:pt>
                <c:pt idx="1161">
                  <c:v>0.1495648687780346</c:v>
                </c:pt>
                <c:pt idx="1162">
                  <c:v>0.1495648687780346</c:v>
                </c:pt>
                <c:pt idx="1163">
                  <c:v>0.1495648687780346</c:v>
                </c:pt>
                <c:pt idx="1164">
                  <c:v>0.1495648687780346</c:v>
                </c:pt>
                <c:pt idx="1165">
                  <c:v>0.1495648687780346</c:v>
                </c:pt>
                <c:pt idx="1166">
                  <c:v>0.1495648687780346</c:v>
                </c:pt>
                <c:pt idx="1167">
                  <c:v>0.1495648687780346</c:v>
                </c:pt>
                <c:pt idx="1168">
                  <c:v>0.1495648687780346</c:v>
                </c:pt>
                <c:pt idx="1169">
                  <c:v>0.1495648687780346</c:v>
                </c:pt>
                <c:pt idx="1170">
                  <c:v>0.1495648687780346</c:v>
                </c:pt>
                <c:pt idx="1171">
                  <c:v>0.1495648687780346</c:v>
                </c:pt>
                <c:pt idx="1172">
                  <c:v>0.1495648687780346</c:v>
                </c:pt>
                <c:pt idx="1173">
                  <c:v>0.1495648687780346</c:v>
                </c:pt>
                <c:pt idx="1174">
                  <c:v>0.1495648687780346</c:v>
                </c:pt>
                <c:pt idx="1175">
                  <c:v>0.1495648687780346</c:v>
                </c:pt>
                <c:pt idx="1176">
                  <c:v>0.1495648687780346</c:v>
                </c:pt>
                <c:pt idx="1177">
                  <c:v>0.1495648687780346</c:v>
                </c:pt>
                <c:pt idx="1178">
                  <c:v>0.1495648687780346</c:v>
                </c:pt>
                <c:pt idx="1179">
                  <c:v>0.1495648687780346</c:v>
                </c:pt>
                <c:pt idx="1180">
                  <c:v>0.1495648687780346</c:v>
                </c:pt>
                <c:pt idx="1181">
                  <c:v>0.1495648687780346</c:v>
                </c:pt>
                <c:pt idx="1182">
                  <c:v>0.1495648687780346</c:v>
                </c:pt>
                <c:pt idx="1183">
                  <c:v>0.1495648687780346</c:v>
                </c:pt>
                <c:pt idx="1184">
                  <c:v>0.1495648687780346</c:v>
                </c:pt>
                <c:pt idx="1185">
                  <c:v>0.1495648687780346</c:v>
                </c:pt>
                <c:pt idx="1186">
                  <c:v>0.1495648687780346</c:v>
                </c:pt>
                <c:pt idx="1187">
                  <c:v>0.1495648687780346</c:v>
                </c:pt>
                <c:pt idx="1188">
                  <c:v>0.1495648687780346</c:v>
                </c:pt>
                <c:pt idx="1189">
                  <c:v>0.1495648687780346</c:v>
                </c:pt>
                <c:pt idx="1190">
                  <c:v>0.1495648687780346</c:v>
                </c:pt>
                <c:pt idx="1191">
                  <c:v>0.1495648687780346</c:v>
                </c:pt>
                <c:pt idx="1192">
                  <c:v>0.1495648687780346</c:v>
                </c:pt>
                <c:pt idx="1193">
                  <c:v>0.1495648687780346</c:v>
                </c:pt>
                <c:pt idx="1194">
                  <c:v>0.1495648687780346</c:v>
                </c:pt>
                <c:pt idx="1195">
                  <c:v>0.1495648687780346</c:v>
                </c:pt>
                <c:pt idx="1196">
                  <c:v>0.1495648687780346</c:v>
                </c:pt>
                <c:pt idx="1197">
                  <c:v>0.1495648687780346</c:v>
                </c:pt>
                <c:pt idx="1198">
                  <c:v>0.1495648687780346</c:v>
                </c:pt>
                <c:pt idx="1199">
                  <c:v>0.1495648687780346</c:v>
                </c:pt>
                <c:pt idx="1200">
                  <c:v>0.1495648687780346</c:v>
                </c:pt>
                <c:pt idx="1201">
                  <c:v>0.1495648687780346</c:v>
                </c:pt>
                <c:pt idx="1202">
                  <c:v>0.1495648687780346</c:v>
                </c:pt>
                <c:pt idx="1203">
                  <c:v>0.1495648687780346</c:v>
                </c:pt>
                <c:pt idx="1204">
                  <c:v>0.1495648687780346</c:v>
                </c:pt>
                <c:pt idx="1205">
                  <c:v>0.1495648687780346</c:v>
                </c:pt>
                <c:pt idx="1206">
                  <c:v>0.1495648687780346</c:v>
                </c:pt>
                <c:pt idx="1207">
                  <c:v>0.1495648687780346</c:v>
                </c:pt>
                <c:pt idx="1208">
                  <c:v>0.1495648687780346</c:v>
                </c:pt>
                <c:pt idx="1209">
                  <c:v>0.1495648687780346</c:v>
                </c:pt>
                <c:pt idx="1210">
                  <c:v>0.1495648687780346</c:v>
                </c:pt>
                <c:pt idx="1211">
                  <c:v>0.1495648687780346</c:v>
                </c:pt>
                <c:pt idx="1212">
                  <c:v>0.1495648687780346</c:v>
                </c:pt>
                <c:pt idx="1213">
                  <c:v>0.1495648687780346</c:v>
                </c:pt>
                <c:pt idx="1214">
                  <c:v>0.1495648687780346</c:v>
                </c:pt>
                <c:pt idx="1215">
                  <c:v>0.1495648687780346</c:v>
                </c:pt>
                <c:pt idx="1216">
                  <c:v>0.1495648687780346</c:v>
                </c:pt>
                <c:pt idx="1217">
                  <c:v>0.1495648687780346</c:v>
                </c:pt>
                <c:pt idx="1218">
                  <c:v>0.1495648687780346</c:v>
                </c:pt>
                <c:pt idx="1219">
                  <c:v>0.1495648687780346</c:v>
                </c:pt>
                <c:pt idx="1220">
                  <c:v>0.1495648687780346</c:v>
                </c:pt>
                <c:pt idx="1221">
                  <c:v>0.1495648687780346</c:v>
                </c:pt>
                <c:pt idx="1222">
                  <c:v>0.1495648687780346</c:v>
                </c:pt>
                <c:pt idx="1223">
                  <c:v>0.1495648687780346</c:v>
                </c:pt>
                <c:pt idx="1224">
                  <c:v>0.1495648687780346</c:v>
                </c:pt>
                <c:pt idx="1225">
                  <c:v>0.1495648687780346</c:v>
                </c:pt>
                <c:pt idx="1226">
                  <c:v>0.1495648687780346</c:v>
                </c:pt>
                <c:pt idx="1227">
                  <c:v>0.1495648687780346</c:v>
                </c:pt>
                <c:pt idx="1228">
                  <c:v>0.1495648687780346</c:v>
                </c:pt>
                <c:pt idx="1229">
                  <c:v>0.1495648687780346</c:v>
                </c:pt>
                <c:pt idx="1230">
                  <c:v>0.1495648687780346</c:v>
                </c:pt>
                <c:pt idx="1231">
                  <c:v>0.1495648687780346</c:v>
                </c:pt>
                <c:pt idx="1232">
                  <c:v>0.1495648687780346</c:v>
                </c:pt>
                <c:pt idx="1233">
                  <c:v>0.1495648687780346</c:v>
                </c:pt>
                <c:pt idx="1234">
                  <c:v>0.1495648687780346</c:v>
                </c:pt>
                <c:pt idx="1235">
                  <c:v>0.1495648687780346</c:v>
                </c:pt>
                <c:pt idx="1236">
                  <c:v>0.1495648687780346</c:v>
                </c:pt>
                <c:pt idx="1237">
                  <c:v>0.1495648687780346</c:v>
                </c:pt>
                <c:pt idx="1238">
                  <c:v>0.1495648687780346</c:v>
                </c:pt>
                <c:pt idx="1239">
                  <c:v>0.1495648687780346</c:v>
                </c:pt>
                <c:pt idx="1240">
                  <c:v>0.1495648687780346</c:v>
                </c:pt>
                <c:pt idx="1241">
                  <c:v>0.1495648687780346</c:v>
                </c:pt>
                <c:pt idx="1242">
                  <c:v>0.1495648687780346</c:v>
                </c:pt>
                <c:pt idx="1243">
                  <c:v>0.1495648687780346</c:v>
                </c:pt>
                <c:pt idx="1244">
                  <c:v>0.1495648687780346</c:v>
                </c:pt>
                <c:pt idx="1245">
                  <c:v>0.1495648687780346</c:v>
                </c:pt>
                <c:pt idx="1246">
                  <c:v>0.1495648687780346</c:v>
                </c:pt>
                <c:pt idx="1247">
                  <c:v>0.1495648687780346</c:v>
                </c:pt>
                <c:pt idx="1248">
                  <c:v>0.1495648687780346</c:v>
                </c:pt>
                <c:pt idx="1249">
                  <c:v>0.1495648687780346</c:v>
                </c:pt>
                <c:pt idx="1250">
                  <c:v>0.1495648687780346</c:v>
                </c:pt>
                <c:pt idx="1251">
                  <c:v>0.1495648687780346</c:v>
                </c:pt>
                <c:pt idx="1252">
                  <c:v>0.1495648687780346</c:v>
                </c:pt>
                <c:pt idx="1253">
                  <c:v>0.1495648687780346</c:v>
                </c:pt>
                <c:pt idx="1254">
                  <c:v>0.1495648687780346</c:v>
                </c:pt>
                <c:pt idx="1255">
                  <c:v>0.1495648687780346</c:v>
                </c:pt>
                <c:pt idx="1256">
                  <c:v>0.1495648687780346</c:v>
                </c:pt>
                <c:pt idx="1257">
                  <c:v>0.1495648687780346</c:v>
                </c:pt>
                <c:pt idx="1258">
                  <c:v>0.1495648687780346</c:v>
                </c:pt>
                <c:pt idx="1259">
                  <c:v>0.1495648687780346</c:v>
                </c:pt>
                <c:pt idx="1260">
                  <c:v>0.1495648687780346</c:v>
                </c:pt>
                <c:pt idx="1261">
                  <c:v>0.1495648687780346</c:v>
                </c:pt>
                <c:pt idx="1262">
                  <c:v>0.1495648687780346</c:v>
                </c:pt>
                <c:pt idx="1263">
                  <c:v>0.1495648687780346</c:v>
                </c:pt>
                <c:pt idx="1264">
                  <c:v>0.1495648687780346</c:v>
                </c:pt>
                <c:pt idx="1265">
                  <c:v>0.1495648687780346</c:v>
                </c:pt>
                <c:pt idx="1266">
                  <c:v>0.1495648687780346</c:v>
                </c:pt>
                <c:pt idx="1267">
                  <c:v>0.1495648687780346</c:v>
                </c:pt>
                <c:pt idx="1268">
                  <c:v>0.1495648687780346</c:v>
                </c:pt>
                <c:pt idx="1269">
                  <c:v>0.1495648687780346</c:v>
                </c:pt>
                <c:pt idx="1270">
                  <c:v>0.1495648687780346</c:v>
                </c:pt>
                <c:pt idx="1271">
                  <c:v>0.1495648687780346</c:v>
                </c:pt>
                <c:pt idx="1272">
                  <c:v>0.1495648687780346</c:v>
                </c:pt>
                <c:pt idx="1273">
                  <c:v>0.1495648687780346</c:v>
                </c:pt>
                <c:pt idx="1274">
                  <c:v>0.1495648687780346</c:v>
                </c:pt>
                <c:pt idx="1275">
                  <c:v>0.1495648687780346</c:v>
                </c:pt>
                <c:pt idx="1276">
                  <c:v>0.1495648687780346</c:v>
                </c:pt>
                <c:pt idx="1277">
                  <c:v>0.1495648687780346</c:v>
                </c:pt>
                <c:pt idx="1278">
                  <c:v>0.1495648687780346</c:v>
                </c:pt>
                <c:pt idx="1279">
                  <c:v>0.1495648687780346</c:v>
                </c:pt>
                <c:pt idx="1280">
                  <c:v>0.1495648687780346</c:v>
                </c:pt>
                <c:pt idx="1281">
                  <c:v>0.1495648687780346</c:v>
                </c:pt>
                <c:pt idx="1282">
                  <c:v>0.1495648687780346</c:v>
                </c:pt>
                <c:pt idx="1283">
                  <c:v>0.1495648687780346</c:v>
                </c:pt>
                <c:pt idx="1284">
                  <c:v>0.1495648687780346</c:v>
                </c:pt>
                <c:pt idx="1285">
                  <c:v>0.1495648687780346</c:v>
                </c:pt>
                <c:pt idx="1286">
                  <c:v>0.1495648687780346</c:v>
                </c:pt>
                <c:pt idx="1287">
                  <c:v>0.1495648687780346</c:v>
                </c:pt>
                <c:pt idx="1288">
                  <c:v>0.1495648687780346</c:v>
                </c:pt>
                <c:pt idx="1289">
                  <c:v>0.1495648687780346</c:v>
                </c:pt>
                <c:pt idx="1290">
                  <c:v>0.1495648687780346</c:v>
                </c:pt>
                <c:pt idx="1291">
                  <c:v>0.1495648687780346</c:v>
                </c:pt>
                <c:pt idx="1292">
                  <c:v>0.1495648687780346</c:v>
                </c:pt>
                <c:pt idx="1293">
                  <c:v>0.1495648687780346</c:v>
                </c:pt>
                <c:pt idx="1294">
                  <c:v>0.1495648687780346</c:v>
                </c:pt>
                <c:pt idx="1295">
                  <c:v>0.1495648687780346</c:v>
                </c:pt>
                <c:pt idx="1296">
                  <c:v>0.1495648687780346</c:v>
                </c:pt>
                <c:pt idx="1297">
                  <c:v>0.1495648687780346</c:v>
                </c:pt>
                <c:pt idx="1298">
                  <c:v>0.1495648687780346</c:v>
                </c:pt>
                <c:pt idx="1299">
                  <c:v>0.1495648687780346</c:v>
                </c:pt>
                <c:pt idx="1300">
                  <c:v>0.1495648687780346</c:v>
                </c:pt>
                <c:pt idx="1301">
                  <c:v>0.1495648687780346</c:v>
                </c:pt>
                <c:pt idx="1302">
                  <c:v>0.1495648687780346</c:v>
                </c:pt>
                <c:pt idx="1303">
                  <c:v>0.1495648687780346</c:v>
                </c:pt>
                <c:pt idx="1304">
                  <c:v>0.1495648687780346</c:v>
                </c:pt>
                <c:pt idx="1305">
                  <c:v>0.1495648687780346</c:v>
                </c:pt>
                <c:pt idx="1306">
                  <c:v>0.1495648687780346</c:v>
                </c:pt>
                <c:pt idx="1307">
                  <c:v>0.1495648687780346</c:v>
                </c:pt>
                <c:pt idx="1308">
                  <c:v>0.1495648687780346</c:v>
                </c:pt>
                <c:pt idx="1309">
                  <c:v>0.1495648687780346</c:v>
                </c:pt>
                <c:pt idx="1310">
                  <c:v>0.1495648687780346</c:v>
                </c:pt>
                <c:pt idx="1311">
                  <c:v>0.1495648687780346</c:v>
                </c:pt>
                <c:pt idx="1312">
                  <c:v>0.1495648687780346</c:v>
                </c:pt>
                <c:pt idx="1313">
                  <c:v>0.1495648687780346</c:v>
                </c:pt>
                <c:pt idx="1314">
                  <c:v>0.1495648687780346</c:v>
                </c:pt>
                <c:pt idx="1315">
                  <c:v>0.1495648687780346</c:v>
                </c:pt>
                <c:pt idx="1316">
                  <c:v>0.1495648687780346</c:v>
                </c:pt>
                <c:pt idx="1317">
                  <c:v>0.1495648687780346</c:v>
                </c:pt>
                <c:pt idx="1318">
                  <c:v>0.1495648687780346</c:v>
                </c:pt>
                <c:pt idx="1319">
                  <c:v>0.1495648687780346</c:v>
                </c:pt>
                <c:pt idx="1320">
                  <c:v>0.1495648687780346</c:v>
                </c:pt>
                <c:pt idx="1321">
                  <c:v>0.1495648687780346</c:v>
                </c:pt>
                <c:pt idx="1322">
                  <c:v>0.1495648687780346</c:v>
                </c:pt>
                <c:pt idx="1323">
                  <c:v>0.1495648687780346</c:v>
                </c:pt>
                <c:pt idx="1324">
                  <c:v>0.1495648687780346</c:v>
                </c:pt>
                <c:pt idx="1325">
                  <c:v>0.1495648687780346</c:v>
                </c:pt>
                <c:pt idx="1326">
                  <c:v>0.1495648687780346</c:v>
                </c:pt>
                <c:pt idx="1327">
                  <c:v>0.1495648687780346</c:v>
                </c:pt>
                <c:pt idx="1328">
                  <c:v>0.1495648687780346</c:v>
                </c:pt>
                <c:pt idx="1329">
                  <c:v>0.1495648687780346</c:v>
                </c:pt>
                <c:pt idx="1330">
                  <c:v>0.1495648687780346</c:v>
                </c:pt>
                <c:pt idx="1331">
                  <c:v>0.1495648687780346</c:v>
                </c:pt>
                <c:pt idx="1332">
                  <c:v>0.1495648687780346</c:v>
                </c:pt>
                <c:pt idx="1333">
                  <c:v>0.1495648687780346</c:v>
                </c:pt>
                <c:pt idx="1334">
                  <c:v>0.1495648687780346</c:v>
                </c:pt>
                <c:pt idx="1335">
                  <c:v>0.1495648687780346</c:v>
                </c:pt>
                <c:pt idx="1336">
                  <c:v>0.1495648687780346</c:v>
                </c:pt>
                <c:pt idx="1337">
                  <c:v>0.1495648687780346</c:v>
                </c:pt>
                <c:pt idx="1338">
                  <c:v>0.1495648687780346</c:v>
                </c:pt>
                <c:pt idx="1339">
                  <c:v>0.1495648687780346</c:v>
                </c:pt>
                <c:pt idx="1340">
                  <c:v>0.1495648687780346</c:v>
                </c:pt>
                <c:pt idx="1341">
                  <c:v>0.1495648687780346</c:v>
                </c:pt>
                <c:pt idx="1342">
                  <c:v>0.1495648687780346</c:v>
                </c:pt>
                <c:pt idx="1343">
                  <c:v>0.1495648687780346</c:v>
                </c:pt>
                <c:pt idx="1344">
                  <c:v>0.1495648687780346</c:v>
                </c:pt>
                <c:pt idx="1345">
                  <c:v>0.1495648687780346</c:v>
                </c:pt>
                <c:pt idx="1346">
                  <c:v>0.1495648687780346</c:v>
                </c:pt>
                <c:pt idx="1347">
                  <c:v>0.1495648687780346</c:v>
                </c:pt>
                <c:pt idx="1348">
                  <c:v>0.1495648687780346</c:v>
                </c:pt>
                <c:pt idx="1349">
                  <c:v>0.1495648687780346</c:v>
                </c:pt>
                <c:pt idx="1350">
                  <c:v>0.1495648687780346</c:v>
                </c:pt>
                <c:pt idx="1351">
                  <c:v>0.1495648687780346</c:v>
                </c:pt>
                <c:pt idx="1352">
                  <c:v>0.1495648687780346</c:v>
                </c:pt>
                <c:pt idx="1353">
                  <c:v>0.1495648687780346</c:v>
                </c:pt>
                <c:pt idx="1354">
                  <c:v>0.1495648687780346</c:v>
                </c:pt>
                <c:pt idx="1355">
                  <c:v>0.1495648687780346</c:v>
                </c:pt>
                <c:pt idx="1356">
                  <c:v>0.1495648687780346</c:v>
                </c:pt>
                <c:pt idx="1357">
                  <c:v>0.1495648687780346</c:v>
                </c:pt>
                <c:pt idx="1358">
                  <c:v>0.1495648687780346</c:v>
                </c:pt>
                <c:pt idx="1359">
                  <c:v>0.1495648687780346</c:v>
                </c:pt>
                <c:pt idx="1360">
                  <c:v>0.1495648687780346</c:v>
                </c:pt>
                <c:pt idx="1361">
                  <c:v>0.1495648687780346</c:v>
                </c:pt>
                <c:pt idx="1362">
                  <c:v>0.1495648687780346</c:v>
                </c:pt>
                <c:pt idx="1363">
                  <c:v>0.1495648687780346</c:v>
                </c:pt>
                <c:pt idx="1364">
                  <c:v>0.1495648687780346</c:v>
                </c:pt>
                <c:pt idx="1365">
                  <c:v>0.1495648687780346</c:v>
                </c:pt>
                <c:pt idx="1366">
                  <c:v>0.1495648687780346</c:v>
                </c:pt>
                <c:pt idx="1367">
                  <c:v>0.1495648687780346</c:v>
                </c:pt>
                <c:pt idx="1368">
                  <c:v>0.1495648687780346</c:v>
                </c:pt>
                <c:pt idx="1369">
                  <c:v>0.1495648687780346</c:v>
                </c:pt>
                <c:pt idx="1370">
                  <c:v>0.1495648687780346</c:v>
                </c:pt>
                <c:pt idx="1371">
                  <c:v>0.1495648687780346</c:v>
                </c:pt>
                <c:pt idx="1372">
                  <c:v>0.1495648687780346</c:v>
                </c:pt>
                <c:pt idx="1373">
                  <c:v>0.1495648687780346</c:v>
                </c:pt>
                <c:pt idx="1374">
                  <c:v>0.1495648687780346</c:v>
                </c:pt>
                <c:pt idx="1375">
                  <c:v>0.1495648687780346</c:v>
                </c:pt>
                <c:pt idx="1376">
                  <c:v>0.1495648687780346</c:v>
                </c:pt>
                <c:pt idx="1377">
                  <c:v>0.1495648687780346</c:v>
                </c:pt>
                <c:pt idx="1378">
                  <c:v>0.1495648687780346</c:v>
                </c:pt>
                <c:pt idx="1379">
                  <c:v>0.1495648687780346</c:v>
                </c:pt>
                <c:pt idx="1380">
                  <c:v>0.1495648687780346</c:v>
                </c:pt>
                <c:pt idx="1381">
                  <c:v>0.1495648687780346</c:v>
                </c:pt>
                <c:pt idx="1382">
                  <c:v>0.1495648687780346</c:v>
                </c:pt>
                <c:pt idx="1383">
                  <c:v>0.1495648687780346</c:v>
                </c:pt>
                <c:pt idx="1384">
                  <c:v>0.1495648687780346</c:v>
                </c:pt>
                <c:pt idx="1385">
                  <c:v>0.1495648687780346</c:v>
                </c:pt>
                <c:pt idx="1386">
                  <c:v>0.1495648687780346</c:v>
                </c:pt>
                <c:pt idx="1387">
                  <c:v>0.1495648687780346</c:v>
                </c:pt>
                <c:pt idx="1388">
                  <c:v>0.1495648687780346</c:v>
                </c:pt>
                <c:pt idx="1389">
                  <c:v>0.1495648687780346</c:v>
                </c:pt>
                <c:pt idx="1390">
                  <c:v>0.1495648687780346</c:v>
                </c:pt>
                <c:pt idx="1391">
                  <c:v>0.1495648687780346</c:v>
                </c:pt>
                <c:pt idx="1392">
                  <c:v>0.1495648687780346</c:v>
                </c:pt>
                <c:pt idx="1393">
                  <c:v>0.1495648687780346</c:v>
                </c:pt>
                <c:pt idx="1394">
                  <c:v>0.1495648687780346</c:v>
                </c:pt>
                <c:pt idx="1395">
                  <c:v>0.1495648687780346</c:v>
                </c:pt>
                <c:pt idx="1396">
                  <c:v>0.1495648687780346</c:v>
                </c:pt>
                <c:pt idx="1397">
                  <c:v>0.1495648687780346</c:v>
                </c:pt>
                <c:pt idx="1398">
                  <c:v>0.1495648687780346</c:v>
                </c:pt>
                <c:pt idx="1399">
                  <c:v>0.1495648687780346</c:v>
                </c:pt>
                <c:pt idx="1400">
                  <c:v>0.1495648687780346</c:v>
                </c:pt>
                <c:pt idx="1401">
                  <c:v>0.1495648687780346</c:v>
                </c:pt>
                <c:pt idx="1402">
                  <c:v>0.1495648687780346</c:v>
                </c:pt>
                <c:pt idx="1403">
                  <c:v>0.1495648687780346</c:v>
                </c:pt>
                <c:pt idx="1404">
                  <c:v>0.1495648687780346</c:v>
                </c:pt>
                <c:pt idx="1405">
                  <c:v>0.1495648687780346</c:v>
                </c:pt>
                <c:pt idx="1406">
                  <c:v>0.1495648687780346</c:v>
                </c:pt>
                <c:pt idx="1407">
                  <c:v>0.1495648687780346</c:v>
                </c:pt>
                <c:pt idx="1408">
                  <c:v>0.1495648687780346</c:v>
                </c:pt>
                <c:pt idx="1409">
                  <c:v>0.1495648687780346</c:v>
                </c:pt>
                <c:pt idx="1410">
                  <c:v>0.1495648687780346</c:v>
                </c:pt>
                <c:pt idx="1411">
                  <c:v>0.1495648687780346</c:v>
                </c:pt>
                <c:pt idx="1412">
                  <c:v>0.1495648687780346</c:v>
                </c:pt>
                <c:pt idx="1413">
                  <c:v>0.1495648687780346</c:v>
                </c:pt>
                <c:pt idx="1414">
                  <c:v>0.1495648687780346</c:v>
                </c:pt>
                <c:pt idx="1415">
                  <c:v>0.1495648687780346</c:v>
                </c:pt>
                <c:pt idx="1416">
                  <c:v>0.1495648687780346</c:v>
                </c:pt>
                <c:pt idx="1417">
                  <c:v>0.1495648687780346</c:v>
                </c:pt>
                <c:pt idx="1418">
                  <c:v>0.1495648687780346</c:v>
                </c:pt>
                <c:pt idx="1419">
                  <c:v>0.1495648687780346</c:v>
                </c:pt>
                <c:pt idx="1420">
                  <c:v>0.1495648687780346</c:v>
                </c:pt>
                <c:pt idx="1421">
                  <c:v>0.1495648687780346</c:v>
                </c:pt>
                <c:pt idx="1422">
                  <c:v>0.1495648687780346</c:v>
                </c:pt>
                <c:pt idx="1423">
                  <c:v>0.1495648687780346</c:v>
                </c:pt>
                <c:pt idx="1424">
                  <c:v>0.1495648687780346</c:v>
                </c:pt>
                <c:pt idx="1425">
                  <c:v>0.1495648687780346</c:v>
                </c:pt>
                <c:pt idx="1426">
                  <c:v>0.1495648687780346</c:v>
                </c:pt>
                <c:pt idx="1427">
                  <c:v>0.1495648687780346</c:v>
                </c:pt>
                <c:pt idx="1428">
                  <c:v>0.1495648687780346</c:v>
                </c:pt>
                <c:pt idx="1429">
                  <c:v>0.1495648687780346</c:v>
                </c:pt>
                <c:pt idx="1430">
                  <c:v>0.1495648687780346</c:v>
                </c:pt>
                <c:pt idx="1431">
                  <c:v>0.1495648687780346</c:v>
                </c:pt>
                <c:pt idx="1432">
                  <c:v>0.1495648687780346</c:v>
                </c:pt>
                <c:pt idx="1433">
                  <c:v>0.1495648687780346</c:v>
                </c:pt>
                <c:pt idx="1434">
                  <c:v>0.1495648687780346</c:v>
                </c:pt>
                <c:pt idx="1435">
                  <c:v>0.1495648687780346</c:v>
                </c:pt>
                <c:pt idx="1436">
                  <c:v>0.1495648687780346</c:v>
                </c:pt>
                <c:pt idx="1437">
                  <c:v>0.1495648687780346</c:v>
                </c:pt>
                <c:pt idx="1438">
                  <c:v>0.1495648687780346</c:v>
                </c:pt>
                <c:pt idx="1439">
                  <c:v>0.1495648687780346</c:v>
                </c:pt>
                <c:pt idx="1440">
                  <c:v>0.1495648687780346</c:v>
                </c:pt>
                <c:pt idx="1441">
                  <c:v>0.1495648687780346</c:v>
                </c:pt>
                <c:pt idx="1442">
                  <c:v>0.1495648687780346</c:v>
                </c:pt>
                <c:pt idx="1443">
                  <c:v>0.1495648687780346</c:v>
                </c:pt>
                <c:pt idx="1444">
                  <c:v>0.1495648687780346</c:v>
                </c:pt>
                <c:pt idx="1445">
                  <c:v>0.1495648687780346</c:v>
                </c:pt>
                <c:pt idx="1446">
                  <c:v>0.1495648687780346</c:v>
                </c:pt>
                <c:pt idx="1447">
                  <c:v>0.1495648687780346</c:v>
                </c:pt>
                <c:pt idx="1448">
                  <c:v>0.1495648687780346</c:v>
                </c:pt>
                <c:pt idx="1449">
                  <c:v>0.1495648687780346</c:v>
                </c:pt>
                <c:pt idx="1450">
                  <c:v>0.1495648687780346</c:v>
                </c:pt>
                <c:pt idx="1451">
                  <c:v>0.1495648687780346</c:v>
                </c:pt>
                <c:pt idx="1452">
                  <c:v>0.1495648687780346</c:v>
                </c:pt>
                <c:pt idx="1453">
                  <c:v>0.1495648687780346</c:v>
                </c:pt>
                <c:pt idx="1454">
                  <c:v>0.1495648687780346</c:v>
                </c:pt>
                <c:pt idx="1455">
                  <c:v>0.1495648687780346</c:v>
                </c:pt>
                <c:pt idx="1456">
                  <c:v>0.1495648687780346</c:v>
                </c:pt>
                <c:pt idx="1457">
                  <c:v>0.1495648687780346</c:v>
                </c:pt>
                <c:pt idx="1458">
                  <c:v>0.1495648687780346</c:v>
                </c:pt>
                <c:pt idx="1459">
                  <c:v>0.1495648687780346</c:v>
                </c:pt>
                <c:pt idx="1460">
                  <c:v>0.1495648687780346</c:v>
                </c:pt>
                <c:pt idx="1461">
                  <c:v>0.1495648687780346</c:v>
                </c:pt>
                <c:pt idx="1462">
                  <c:v>0.1495648687780346</c:v>
                </c:pt>
                <c:pt idx="1463">
                  <c:v>0.1495648687780346</c:v>
                </c:pt>
                <c:pt idx="1464">
                  <c:v>0.1495648687780346</c:v>
                </c:pt>
                <c:pt idx="1465">
                  <c:v>0.1495648687780346</c:v>
                </c:pt>
                <c:pt idx="1466">
                  <c:v>0.1495648687780346</c:v>
                </c:pt>
                <c:pt idx="1467">
                  <c:v>0.1495648687780346</c:v>
                </c:pt>
                <c:pt idx="1468">
                  <c:v>0.1495648687780346</c:v>
                </c:pt>
                <c:pt idx="1469">
                  <c:v>0.1495648687780346</c:v>
                </c:pt>
                <c:pt idx="1470">
                  <c:v>0.1495648687780346</c:v>
                </c:pt>
                <c:pt idx="1471">
                  <c:v>0.1495648687780346</c:v>
                </c:pt>
                <c:pt idx="1472">
                  <c:v>0.1495648687780346</c:v>
                </c:pt>
                <c:pt idx="1473">
                  <c:v>0.1495648687780346</c:v>
                </c:pt>
                <c:pt idx="1474">
                  <c:v>0.1495648687780346</c:v>
                </c:pt>
                <c:pt idx="1475">
                  <c:v>0.1495648687780346</c:v>
                </c:pt>
                <c:pt idx="1476">
                  <c:v>0.1495648687780346</c:v>
                </c:pt>
                <c:pt idx="1477">
                  <c:v>0.1495648687780346</c:v>
                </c:pt>
                <c:pt idx="1478">
                  <c:v>0.1495648687780346</c:v>
                </c:pt>
                <c:pt idx="1479">
                  <c:v>0.1495648687780346</c:v>
                </c:pt>
                <c:pt idx="1480">
                  <c:v>0.1495648687780346</c:v>
                </c:pt>
                <c:pt idx="1481">
                  <c:v>0.1495648687780346</c:v>
                </c:pt>
                <c:pt idx="1482">
                  <c:v>0.1495648687780346</c:v>
                </c:pt>
                <c:pt idx="1483">
                  <c:v>0.1495648687780346</c:v>
                </c:pt>
                <c:pt idx="1484">
                  <c:v>0.1495648687780346</c:v>
                </c:pt>
                <c:pt idx="1485">
                  <c:v>0.1495648687780346</c:v>
                </c:pt>
                <c:pt idx="1486">
                  <c:v>0.1495648687780346</c:v>
                </c:pt>
                <c:pt idx="1487">
                  <c:v>0.1495648687780346</c:v>
                </c:pt>
                <c:pt idx="1488">
                  <c:v>0.1495648687780346</c:v>
                </c:pt>
                <c:pt idx="1489">
                  <c:v>0.1495648687780346</c:v>
                </c:pt>
                <c:pt idx="1490">
                  <c:v>0.1495648687780346</c:v>
                </c:pt>
                <c:pt idx="1491">
                  <c:v>0.1495648687780346</c:v>
                </c:pt>
                <c:pt idx="1492">
                  <c:v>0.1495648687780346</c:v>
                </c:pt>
                <c:pt idx="1493">
                  <c:v>0.1495648687780346</c:v>
                </c:pt>
                <c:pt idx="1494">
                  <c:v>0.1495648687780346</c:v>
                </c:pt>
                <c:pt idx="1495">
                  <c:v>0.1495648687780346</c:v>
                </c:pt>
                <c:pt idx="1496">
                  <c:v>0.1495648687780346</c:v>
                </c:pt>
                <c:pt idx="1497">
                  <c:v>0.1495648687780346</c:v>
                </c:pt>
                <c:pt idx="1498">
                  <c:v>0.1495648687780346</c:v>
                </c:pt>
                <c:pt idx="1499">
                  <c:v>0.1495648687780346</c:v>
                </c:pt>
                <c:pt idx="1500">
                  <c:v>0.1495648687780346</c:v>
                </c:pt>
                <c:pt idx="1501">
                  <c:v>0.1495648687780346</c:v>
                </c:pt>
                <c:pt idx="1502">
                  <c:v>0.1495648687780346</c:v>
                </c:pt>
                <c:pt idx="1503">
                  <c:v>0.1495648687780346</c:v>
                </c:pt>
                <c:pt idx="1504">
                  <c:v>0.1495648687780346</c:v>
                </c:pt>
                <c:pt idx="1505">
                  <c:v>0.1495648687780346</c:v>
                </c:pt>
                <c:pt idx="1506">
                  <c:v>0.1495648687780346</c:v>
                </c:pt>
                <c:pt idx="1507">
                  <c:v>0.1495648687780346</c:v>
                </c:pt>
                <c:pt idx="1508">
                  <c:v>0.1495648687780346</c:v>
                </c:pt>
                <c:pt idx="1509">
                  <c:v>0.1495648687780346</c:v>
                </c:pt>
                <c:pt idx="1510">
                  <c:v>0.1495648687780346</c:v>
                </c:pt>
                <c:pt idx="1511">
                  <c:v>0.1495648687780346</c:v>
                </c:pt>
                <c:pt idx="1512">
                  <c:v>0.1495648687780346</c:v>
                </c:pt>
                <c:pt idx="1513">
                  <c:v>0.1495648687780346</c:v>
                </c:pt>
                <c:pt idx="1514">
                  <c:v>0.1495648687780346</c:v>
                </c:pt>
                <c:pt idx="1515">
                  <c:v>0.1495648687780346</c:v>
                </c:pt>
                <c:pt idx="1516">
                  <c:v>0.1495648687780346</c:v>
                </c:pt>
                <c:pt idx="1517">
                  <c:v>0.1495648687780346</c:v>
                </c:pt>
                <c:pt idx="1518">
                  <c:v>0.1495648687780346</c:v>
                </c:pt>
                <c:pt idx="1519">
                  <c:v>0.1495648687780346</c:v>
                </c:pt>
                <c:pt idx="1520">
                  <c:v>0.1495648687780346</c:v>
                </c:pt>
                <c:pt idx="1521">
                  <c:v>0.1495648687780346</c:v>
                </c:pt>
                <c:pt idx="1522">
                  <c:v>0.1495648687780346</c:v>
                </c:pt>
                <c:pt idx="1523">
                  <c:v>0.1495648687780346</c:v>
                </c:pt>
                <c:pt idx="1524">
                  <c:v>0.1495648687780346</c:v>
                </c:pt>
                <c:pt idx="1525">
                  <c:v>0.1495648687780346</c:v>
                </c:pt>
                <c:pt idx="1526">
                  <c:v>0.1495648687780346</c:v>
                </c:pt>
                <c:pt idx="1527">
                  <c:v>0.1495648687780346</c:v>
                </c:pt>
                <c:pt idx="1528">
                  <c:v>0.1495648687780346</c:v>
                </c:pt>
                <c:pt idx="1529">
                  <c:v>0.1495648687780346</c:v>
                </c:pt>
                <c:pt idx="1530">
                  <c:v>0.1495648687780346</c:v>
                </c:pt>
                <c:pt idx="1531">
                  <c:v>0.1495648687780346</c:v>
                </c:pt>
                <c:pt idx="1532">
                  <c:v>0.1495648687780346</c:v>
                </c:pt>
                <c:pt idx="1533">
                  <c:v>0.1495648687780346</c:v>
                </c:pt>
                <c:pt idx="1534">
                  <c:v>0.1495648687780346</c:v>
                </c:pt>
                <c:pt idx="1535">
                  <c:v>0.1495648687780346</c:v>
                </c:pt>
                <c:pt idx="1536">
                  <c:v>0.1495648687780346</c:v>
                </c:pt>
                <c:pt idx="1537">
                  <c:v>0.1495648687780346</c:v>
                </c:pt>
                <c:pt idx="1538">
                  <c:v>0.1495648687780346</c:v>
                </c:pt>
                <c:pt idx="1539">
                  <c:v>0.1495648687780346</c:v>
                </c:pt>
                <c:pt idx="1540">
                  <c:v>0.1495648687780346</c:v>
                </c:pt>
                <c:pt idx="1541">
                  <c:v>0.1495648687780346</c:v>
                </c:pt>
                <c:pt idx="1542">
                  <c:v>0.1495648687780346</c:v>
                </c:pt>
                <c:pt idx="1543">
                  <c:v>0.1495648687780346</c:v>
                </c:pt>
                <c:pt idx="1544">
                  <c:v>0.1495648687780346</c:v>
                </c:pt>
                <c:pt idx="1545">
                  <c:v>0.1495648687780346</c:v>
                </c:pt>
                <c:pt idx="1546">
                  <c:v>0.1495648687780346</c:v>
                </c:pt>
                <c:pt idx="1547">
                  <c:v>0.1495648687780346</c:v>
                </c:pt>
                <c:pt idx="1548">
                  <c:v>0.1495648687780346</c:v>
                </c:pt>
                <c:pt idx="1549">
                  <c:v>0.1495648687780346</c:v>
                </c:pt>
                <c:pt idx="1550">
                  <c:v>0.1495648687780346</c:v>
                </c:pt>
                <c:pt idx="1551">
                  <c:v>0.1495648687780346</c:v>
                </c:pt>
                <c:pt idx="1552">
                  <c:v>0.1495648687780346</c:v>
                </c:pt>
                <c:pt idx="1553">
                  <c:v>0.1495648687780346</c:v>
                </c:pt>
                <c:pt idx="1554">
                  <c:v>0.1495648687780346</c:v>
                </c:pt>
                <c:pt idx="1555">
                  <c:v>0.1495648687780346</c:v>
                </c:pt>
                <c:pt idx="1556">
                  <c:v>0.1495648687780346</c:v>
                </c:pt>
                <c:pt idx="1557">
                  <c:v>0.1495648687780346</c:v>
                </c:pt>
                <c:pt idx="1558">
                  <c:v>0.1495648687780346</c:v>
                </c:pt>
                <c:pt idx="1559">
                  <c:v>0.1495648687780346</c:v>
                </c:pt>
                <c:pt idx="1560">
                  <c:v>0.1495648687780346</c:v>
                </c:pt>
                <c:pt idx="1561">
                  <c:v>0.1495648687780346</c:v>
                </c:pt>
                <c:pt idx="1562">
                  <c:v>0.1495648687780346</c:v>
                </c:pt>
                <c:pt idx="1563">
                  <c:v>0.1495648687780346</c:v>
                </c:pt>
                <c:pt idx="1564">
                  <c:v>0.1495648687780346</c:v>
                </c:pt>
                <c:pt idx="1565">
                  <c:v>0.1495648687780346</c:v>
                </c:pt>
                <c:pt idx="1566">
                  <c:v>0.1495648687780346</c:v>
                </c:pt>
                <c:pt idx="1567">
                  <c:v>0.1495648687780346</c:v>
                </c:pt>
                <c:pt idx="1568">
                  <c:v>0.1495648687780346</c:v>
                </c:pt>
                <c:pt idx="1569">
                  <c:v>0.1495648687780346</c:v>
                </c:pt>
                <c:pt idx="1570">
                  <c:v>0.1495648687780346</c:v>
                </c:pt>
                <c:pt idx="1571">
                  <c:v>0.1495648687780346</c:v>
                </c:pt>
                <c:pt idx="1572">
                  <c:v>0.1495648687780346</c:v>
                </c:pt>
                <c:pt idx="1573">
                  <c:v>0.1495648687780346</c:v>
                </c:pt>
                <c:pt idx="1574">
                  <c:v>0.1495648687780346</c:v>
                </c:pt>
                <c:pt idx="1575">
                  <c:v>0.1495648687780346</c:v>
                </c:pt>
                <c:pt idx="1576">
                  <c:v>0.1495648687780346</c:v>
                </c:pt>
                <c:pt idx="1577">
                  <c:v>0.1495648687780346</c:v>
                </c:pt>
                <c:pt idx="1578">
                  <c:v>0.1495648687780346</c:v>
                </c:pt>
                <c:pt idx="1579">
                  <c:v>0.1495648687780346</c:v>
                </c:pt>
                <c:pt idx="1580">
                  <c:v>0.1495648687780346</c:v>
                </c:pt>
                <c:pt idx="1581">
                  <c:v>0.1495648687780346</c:v>
                </c:pt>
                <c:pt idx="1582">
                  <c:v>0.1495648687780346</c:v>
                </c:pt>
                <c:pt idx="1583">
                  <c:v>0.1495648687780346</c:v>
                </c:pt>
                <c:pt idx="1584">
                  <c:v>0.1495648687780346</c:v>
                </c:pt>
                <c:pt idx="1585">
                  <c:v>0.1495648687780346</c:v>
                </c:pt>
                <c:pt idx="1586">
                  <c:v>0.1495648687780346</c:v>
                </c:pt>
                <c:pt idx="1587">
                  <c:v>0.1495648687780346</c:v>
                </c:pt>
                <c:pt idx="1588">
                  <c:v>0.1495648687780346</c:v>
                </c:pt>
                <c:pt idx="1589">
                  <c:v>0.1495648687780346</c:v>
                </c:pt>
                <c:pt idx="1590">
                  <c:v>0.1495648687780346</c:v>
                </c:pt>
                <c:pt idx="1591">
                  <c:v>0.1495648687780346</c:v>
                </c:pt>
                <c:pt idx="1592">
                  <c:v>0.1495648687780346</c:v>
                </c:pt>
                <c:pt idx="1593">
                  <c:v>0.1495648687780346</c:v>
                </c:pt>
                <c:pt idx="1594">
                  <c:v>0.1495648687780346</c:v>
                </c:pt>
                <c:pt idx="1595">
                  <c:v>0.1495648687780346</c:v>
                </c:pt>
                <c:pt idx="1596">
                  <c:v>0.1495648687780346</c:v>
                </c:pt>
                <c:pt idx="1597">
                  <c:v>0.1495648687780346</c:v>
                </c:pt>
                <c:pt idx="1598">
                  <c:v>0.1495648687780346</c:v>
                </c:pt>
                <c:pt idx="1599">
                  <c:v>0.1495648687780346</c:v>
                </c:pt>
                <c:pt idx="1600">
                  <c:v>0.1495648687780346</c:v>
                </c:pt>
                <c:pt idx="1601">
                  <c:v>0.1495648687780346</c:v>
                </c:pt>
                <c:pt idx="1602">
                  <c:v>0.1495648687780346</c:v>
                </c:pt>
                <c:pt idx="1603">
                  <c:v>0.1495648687780346</c:v>
                </c:pt>
                <c:pt idx="1604">
                  <c:v>0.1495648687780346</c:v>
                </c:pt>
                <c:pt idx="1605">
                  <c:v>0.1495648687780346</c:v>
                </c:pt>
                <c:pt idx="1606">
                  <c:v>0.1495648687780346</c:v>
                </c:pt>
                <c:pt idx="1607">
                  <c:v>0.1495648687780346</c:v>
                </c:pt>
                <c:pt idx="1608">
                  <c:v>0.1495648687780346</c:v>
                </c:pt>
                <c:pt idx="1609">
                  <c:v>0.1495648687780346</c:v>
                </c:pt>
                <c:pt idx="1610">
                  <c:v>0.1495648687780346</c:v>
                </c:pt>
                <c:pt idx="1611">
                  <c:v>0.1495648687780346</c:v>
                </c:pt>
                <c:pt idx="1612">
                  <c:v>0.1495648687780346</c:v>
                </c:pt>
                <c:pt idx="1613">
                  <c:v>0.1495648687780346</c:v>
                </c:pt>
                <c:pt idx="1614">
                  <c:v>0.1495648687780346</c:v>
                </c:pt>
                <c:pt idx="1615">
                  <c:v>0.1495648687780346</c:v>
                </c:pt>
                <c:pt idx="1616">
                  <c:v>0.1495648687780346</c:v>
                </c:pt>
                <c:pt idx="1617">
                  <c:v>0.1495648687780346</c:v>
                </c:pt>
                <c:pt idx="1618">
                  <c:v>0.1495648687780346</c:v>
                </c:pt>
                <c:pt idx="1619">
                  <c:v>0.1495648687780346</c:v>
                </c:pt>
                <c:pt idx="1620">
                  <c:v>0.1495648687780346</c:v>
                </c:pt>
                <c:pt idx="1621">
                  <c:v>0.1495648687780346</c:v>
                </c:pt>
                <c:pt idx="1622">
                  <c:v>0.1495648687780346</c:v>
                </c:pt>
                <c:pt idx="1623">
                  <c:v>0.1495648687780346</c:v>
                </c:pt>
                <c:pt idx="1624">
                  <c:v>0.1495648687780346</c:v>
                </c:pt>
                <c:pt idx="1625">
                  <c:v>0.1495648687780346</c:v>
                </c:pt>
                <c:pt idx="1626">
                  <c:v>0.1495648687780346</c:v>
                </c:pt>
                <c:pt idx="1627">
                  <c:v>0.1495648687780346</c:v>
                </c:pt>
                <c:pt idx="1628">
                  <c:v>0.1495648687780346</c:v>
                </c:pt>
                <c:pt idx="1629">
                  <c:v>0.1495648687780346</c:v>
                </c:pt>
                <c:pt idx="1630">
                  <c:v>0.1495648687780346</c:v>
                </c:pt>
                <c:pt idx="1631">
                  <c:v>0.1495648687780346</c:v>
                </c:pt>
                <c:pt idx="1632">
                  <c:v>0.1495648687780346</c:v>
                </c:pt>
                <c:pt idx="1633">
                  <c:v>0.1495648687780346</c:v>
                </c:pt>
                <c:pt idx="1634">
                  <c:v>0.1495648687780346</c:v>
                </c:pt>
                <c:pt idx="1635">
                  <c:v>0.1495648687780346</c:v>
                </c:pt>
                <c:pt idx="1636">
                  <c:v>0.1495648687780346</c:v>
                </c:pt>
                <c:pt idx="1637">
                  <c:v>0.1495648687780346</c:v>
                </c:pt>
                <c:pt idx="1638">
                  <c:v>0.1495648687780346</c:v>
                </c:pt>
                <c:pt idx="1639">
                  <c:v>0.1495648687780346</c:v>
                </c:pt>
                <c:pt idx="1640">
                  <c:v>0.1495648687780346</c:v>
                </c:pt>
                <c:pt idx="1641">
                  <c:v>0.1495648687780346</c:v>
                </c:pt>
                <c:pt idx="1642">
                  <c:v>0.1495648687780346</c:v>
                </c:pt>
                <c:pt idx="1643">
                  <c:v>0.1495648687780346</c:v>
                </c:pt>
                <c:pt idx="1644">
                  <c:v>0.1495648687780346</c:v>
                </c:pt>
                <c:pt idx="1645">
                  <c:v>0.1495648687780346</c:v>
                </c:pt>
                <c:pt idx="1646">
                  <c:v>0.1495648687780346</c:v>
                </c:pt>
                <c:pt idx="1647">
                  <c:v>0.1495648687780346</c:v>
                </c:pt>
                <c:pt idx="1648">
                  <c:v>0.1495648687780346</c:v>
                </c:pt>
                <c:pt idx="1649">
                  <c:v>0.1495648687780346</c:v>
                </c:pt>
                <c:pt idx="1650">
                  <c:v>0.1495648687780346</c:v>
                </c:pt>
                <c:pt idx="1651">
                  <c:v>0.1495648687780346</c:v>
                </c:pt>
                <c:pt idx="1652">
                  <c:v>0.1495648687780346</c:v>
                </c:pt>
                <c:pt idx="1653">
                  <c:v>0.1495648687780346</c:v>
                </c:pt>
                <c:pt idx="1654">
                  <c:v>0.1495648687780346</c:v>
                </c:pt>
                <c:pt idx="1655">
                  <c:v>0.1495648687780346</c:v>
                </c:pt>
                <c:pt idx="1656">
                  <c:v>0.1495648687780346</c:v>
                </c:pt>
                <c:pt idx="1657">
                  <c:v>0.1495648687780346</c:v>
                </c:pt>
                <c:pt idx="1658">
                  <c:v>0.1495648687780346</c:v>
                </c:pt>
                <c:pt idx="1659">
                  <c:v>0.1495648687780346</c:v>
                </c:pt>
                <c:pt idx="1660">
                  <c:v>0.1495648687780346</c:v>
                </c:pt>
                <c:pt idx="1661">
                  <c:v>0.1495648687780346</c:v>
                </c:pt>
                <c:pt idx="1662">
                  <c:v>0.1495648687780346</c:v>
                </c:pt>
                <c:pt idx="1663">
                  <c:v>0.1495648687780346</c:v>
                </c:pt>
                <c:pt idx="1664">
                  <c:v>0.1495648687780346</c:v>
                </c:pt>
                <c:pt idx="1665">
                  <c:v>0.1495648687780346</c:v>
                </c:pt>
                <c:pt idx="1666">
                  <c:v>0.1495648687780346</c:v>
                </c:pt>
                <c:pt idx="1667">
                  <c:v>0.1495648687780346</c:v>
                </c:pt>
                <c:pt idx="1668">
                  <c:v>0.1495648687780346</c:v>
                </c:pt>
                <c:pt idx="1669">
                  <c:v>0.1495648687780346</c:v>
                </c:pt>
                <c:pt idx="1670">
                  <c:v>0.1495648687780346</c:v>
                </c:pt>
                <c:pt idx="1671">
                  <c:v>0.1495648687780346</c:v>
                </c:pt>
                <c:pt idx="1672">
                  <c:v>0.1495648687780346</c:v>
                </c:pt>
                <c:pt idx="1673">
                  <c:v>0.1495648687780346</c:v>
                </c:pt>
                <c:pt idx="1674">
                  <c:v>0.1495648687780346</c:v>
                </c:pt>
                <c:pt idx="1675">
                  <c:v>0.1495648687780346</c:v>
                </c:pt>
                <c:pt idx="1676">
                  <c:v>0.1495648687780346</c:v>
                </c:pt>
                <c:pt idx="1677">
                  <c:v>0.1495648687780346</c:v>
                </c:pt>
                <c:pt idx="1678">
                  <c:v>0.1495648687780346</c:v>
                </c:pt>
                <c:pt idx="1679">
                  <c:v>0.1495648687780346</c:v>
                </c:pt>
                <c:pt idx="1680">
                  <c:v>0.1495648687780346</c:v>
                </c:pt>
                <c:pt idx="1681">
                  <c:v>0.1495648687780346</c:v>
                </c:pt>
                <c:pt idx="1682">
                  <c:v>0.1495648687780346</c:v>
                </c:pt>
                <c:pt idx="1683">
                  <c:v>0.1495648687780346</c:v>
                </c:pt>
                <c:pt idx="1684">
                  <c:v>0.1495648687780346</c:v>
                </c:pt>
                <c:pt idx="1685">
                  <c:v>0.1495648687780346</c:v>
                </c:pt>
                <c:pt idx="1686">
                  <c:v>0.1495648687780346</c:v>
                </c:pt>
                <c:pt idx="1687">
                  <c:v>0.1495648687780346</c:v>
                </c:pt>
                <c:pt idx="1688">
                  <c:v>0.1495648687780346</c:v>
                </c:pt>
                <c:pt idx="1689">
                  <c:v>0.1495648687780346</c:v>
                </c:pt>
                <c:pt idx="1690">
                  <c:v>0.1495648687780346</c:v>
                </c:pt>
                <c:pt idx="1691">
                  <c:v>0.1495648687780346</c:v>
                </c:pt>
                <c:pt idx="1692">
                  <c:v>0.1495648687780346</c:v>
                </c:pt>
                <c:pt idx="1693">
                  <c:v>0.1495648687780346</c:v>
                </c:pt>
                <c:pt idx="1694">
                  <c:v>0.1495648687780346</c:v>
                </c:pt>
                <c:pt idx="1695">
                  <c:v>0.1495648687780346</c:v>
                </c:pt>
                <c:pt idx="1696">
                  <c:v>0.1495648687780346</c:v>
                </c:pt>
                <c:pt idx="1697">
                  <c:v>0.1495648687780346</c:v>
                </c:pt>
                <c:pt idx="1698">
                  <c:v>0.1495648687780346</c:v>
                </c:pt>
                <c:pt idx="1699">
                  <c:v>0.1495648687780346</c:v>
                </c:pt>
                <c:pt idx="1700">
                  <c:v>0.1495648687780346</c:v>
                </c:pt>
                <c:pt idx="1701">
                  <c:v>0.1495648687780346</c:v>
                </c:pt>
                <c:pt idx="1702">
                  <c:v>0.1495648687780346</c:v>
                </c:pt>
                <c:pt idx="1703">
                  <c:v>0.1495648687780346</c:v>
                </c:pt>
                <c:pt idx="1704">
                  <c:v>0.1495648687780346</c:v>
                </c:pt>
                <c:pt idx="1705">
                  <c:v>0.1495648687780346</c:v>
                </c:pt>
                <c:pt idx="1706">
                  <c:v>0.1495648687780346</c:v>
                </c:pt>
                <c:pt idx="1707">
                  <c:v>0.1495648687780346</c:v>
                </c:pt>
                <c:pt idx="1708">
                  <c:v>0.1495648687780346</c:v>
                </c:pt>
                <c:pt idx="1709">
                  <c:v>0.1495648687780346</c:v>
                </c:pt>
                <c:pt idx="1710">
                  <c:v>0.1495648687780346</c:v>
                </c:pt>
                <c:pt idx="1711">
                  <c:v>0.1495648687780346</c:v>
                </c:pt>
                <c:pt idx="1712">
                  <c:v>0.1495648687780346</c:v>
                </c:pt>
                <c:pt idx="1713">
                  <c:v>0.1495648687780346</c:v>
                </c:pt>
                <c:pt idx="1714">
                  <c:v>0.1495648687780346</c:v>
                </c:pt>
                <c:pt idx="1715">
                  <c:v>0.1495648687780346</c:v>
                </c:pt>
                <c:pt idx="1716">
                  <c:v>0.1495648687780346</c:v>
                </c:pt>
                <c:pt idx="1717">
                  <c:v>0.1495648687780346</c:v>
                </c:pt>
                <c:pt idx="1718">
                  <c:v>0.1495648687780346</c:v>
                </c:pt>
                <c:pt idx="1719">
                  <c:v>0.1495648687780346</c:v>
                </c:pt>
                <c:pt idx="1720">
                  <c:v>0.1495648687780346</c:v>
                </c:pt>
                <c:pt idx="1721">
                  <c:v>0.1495648687780346</c:v>
                </c:pt>
                <c:pt idx="1722">
                  <c:v>0.1495648687780346</c:v>
                </c:pt>
                <c:pt idx="1723">
                  <c:v>0.1495648687780346</c:v>
                </c:pt>
                <c:pt idx="1724">
                  <c:v>0.1495648687780346</c:v>
                </c:pt>
                <c:pt idx="1725">
                  <c:v>0.1495648687780346</c:v>
                </c:pt>
                <c:pt idx="1726">
                  <c:v>0.1495648687780346</c:v>
                </c:pt>
                <c:pt idx="1727">
                  <c:v>0.1495648687780346</c:v>
                </c:pt>
                <c:pt idx="1728">
                  <c:v>0.1495648687780346</c:v>
                </c:pt>
                <c:pt idx="1729">
                  <c:v>0.1495648687780346</c:v>
                </c:pt>
                <c:pt idx="1730">
                  <c:v>0.1495648687780346</c:v>
                </c:pt>
                <c:pt idx="1731">
                  <c:v>0.1495648687780346</c:v>
                </c:pt>
                <c:pt idx="1732">
                  <c:v>0.1495648687780346</c:v>
                </c:pt>
                <c:pt idx="1733">
                  <c:v>0.1495648687780346</c:v>
                </c:pt>
                <c:pt idx="1734">
                  <c:v>0.1495648687780346</c:v>
                </c:pt>
                <c:pt idx="1735">
                  <c:v>0.1495648687780346</c:v>
                </c:pt>
                <c:pt idx="1736">
                  <c:v>0.1495648687780346</c:v>
                </c:pt>
                <c:pt idx="1737">
                  <c:v>0.1495648687780346</c:v>
                </c:pt>
                <c:pt idx="1738">
                  <c:v>0.1495648687780346</c:v>
                </c:pt>
                <c:pt idx="1739">
                  <c:v>0.1495648687780346</c:v>
                </c:pt>
                <c:pt idx="1740">
                  <c:v>0.1495648687780346</c:v>
                </c:pt>
                <c:pt idx="1741">
                  <c:v>0.1495648687780346</c:v>
                </c:pt>
                <c:pt idx="1742">
                  <c:v>0.1495648687780346</c:v>
                </c:pt>
                <c:pt idx="1743">
                  <c:v>0.1495648687780346</c:v>
                </c:pt>
                <c:pt idx="1744">
                  <c:v>0.1495648687780346</c:v>
                </c:pt>
                <c:pt idx="1745">
                  <c:v>0.1495648687780346</c:v>
                </c:pt>
                <c:pt idx="1746">
                  <c:v>0.1495648687780346</c:v>
                </c:pt>
                <c:pt idx="1747">
                  <c:v>0.1495648687780346</c:v>
                </c:pt>
                <c:pt idx="1748">
                  <c:v>0.1495648687780346</c:v>
                </c:pt>
                <c:pt idx="1749">
                  <c:v>0.1495648687780346</c:v>
                </c:pt>
                <c:pt idx="1750">
                  <c:v>0.1495648687780346</c:v>
                </c:pt>
                <c:pt idx="1751">
                  <c:v>0.1495648687780346</c:v>
                </c:pt>
                <c:pt idx="1752">
                  <c:v>0.1495648687780346</c:v>
                </c:pt>
                <c:pt idx="1753">
                  <c:v>0.1495648687780346</c:v>
                </c:pt>
                <c:pt idx="1754">
                  <c:v>0.1495648687780346</c:v>
                </c:pt>
                <c:pt idx="1755">
                  <c:v>0.1495648687780346</c:v>
                </c:pt>
                <c:pt idx="1756">
                  <c:v>0.1495648687780346</c:v>
                </c:pt>
                <c:pt idx="1757">
                  <c:v>0.1495648687780346</c:v>
                </c:pt>
                <c:pt idx="1758">
                  <c:v>0.1495648687780346</c:v>
                </c:pt>
                <c:pt idx="1759">
                  <c:v>0.1495648687780346</c:v>
                </c:pt>
                <c:pt idx="1760">
                  <c:v>0.1495648687780346</c:v>
                </c:pt>
                <c:pt idx="1761">
                  <c:v>0.1495648687780346</c:v>
                </c:pt>
                <c:pt idx="1762">
                  <c:v>0.1495648687780346</c:v>
                </c:pt>
                <c:pt idx="1763">
                  <c:v>0.1495648687780346</c:v>
                </c:pt>
                <c:pt idx="1764">
                  <c:v>0.1495648687780346</c:v>
                </c:pt>
                <c:pt idx="1765">
                  <c:v>0.1495648687780346</c:v>
                </c:pt>
                <c:pt idx="1766">
                  <c:v>0.1495648687780346</c:v>
                </c:pt>
                <c:pt idx="1767">
                  <c:v>0.1495648687780346</c:v>
                </c:pt>
                <c:pt idx="1768">
                  <c:v>0.1495648687780346</c:v>
                </c:pt>
                <c:pt idx="1769">
                  <c:v>0.1495648687780346</c:v>
                </c:pt>
                <c:pt idx="1770">
                  <c:v>0.1495648687780346</c:v>
                </c:pt>
                <c:pt idx="1771">
                  <c:v>0.1495648687780346</c:v>
                </c:pt>
                <c:pt idx="1772">
                  <c:v>0.1495648687780346</c:v>
                </c:pt>
                <c:pt idx="1773">
                  <c:v>0.1495648687780346</c:v>
                </c:pt>
                <c:pt idx="1774">
                  <c:v>0.1495648687780346</c:v>
                </c:pt>
                <c:pt idx="1775">
                  <c:v>0.1495648687780346</c:v>
                </c:pt>
                <c:pt idx="1776">
                  <c:v>0.1495648687780346</c:v>
                </c:pt>
                <c:pt idx="1777">
                  <c:v>0.1495648687780346</c:v>
                </c:pt>
                <c:pt idx="1778">
                  <c:v>0.1495648687780346</c:v>
                </c:pt>
                <c:pt idx="1779">
                  <c:v>0.1495648687780346</c:v>
                </c:pt>
                <c:pt idx="1780">
                  <c:v>0.1495648687780346</c:v>
                </c:pt>
                <c:pt idx="1781">
                  <c:v>0.1495648687780346</c:v>
                </c:pt>
                <c:pt idx="1782">
                  <c:v>0.1495648687780346</c:v>
                </c:pt>
                <c:pt idx="1783">
                  <c:v>0.1495648687780346</c:v>
                </c:pt>
                <c:pt idx="1784">
                  <c:v>0.1495648687780346</c:v>
                </c:pt>
                <c:pt idx="1785">
                  <c:v>0.1495648687780346</c:v>
                </c:pt>
                <c:pt idx="1786">
                  <c:v>0.1495648687780346</c:v>
                </c:pt>
                <c:pt idx="1787">
                  <c:v>0.1495648687780346</c:v>
                </c:pt>
                <c:pt idx="1788">
                  <c:v>0.1495648687780346</c:v>
                </c:pt>
                <c:pt idx="1789">
                  <c:v>0.1495648687780346</c:v>
                </c:pt>
                <c:pt idx="1790">
                  <c:v>0.1495648687780346</c:v>
                </c:pt>
                <c:pt idx="1791">
                  <c:v>0.1495648687780346</c:v>
                </c:pt>
                <c:pt idx="1792">
                  <c:v>0.1495648687780346</c:v>
                </c:pt>
                <c:pt idx="1793">
                  <c:v>0.1495648687780346</c:v>
                </c:pt>
                <c:pt idx="1794">
                  <c:v>0.1495648687780346</c:v>
                </c:pt>
                <c:pt idx="1795">
                  <c:v>0.1495648687780346</c:v>
                </c:pt>
                <c:pt idx="1796">
                  <c:v>0.1495648687780346</c:v>
                </c:pt>
                <c:pt idx="1797">
                  <c:v>0.1495648687780346</c:v>
                </c:pt>
                <c:pt idx="1798">
                  <c:v>0.1495648687780346</c:v>
                </c:pt>
                <c:pt idx="1799">
                  <c:v>0.1495648687780346</c:v>
                </c:pt>
                <c:pt idx="1800">
                  <c:v>0.1495648687780346</c:v>
                </c:pt>
                <c:pt idx="1801">
                  <c:v>0.1495648687780346</c:v>
                </c:pt>
                <c:pt idx="1802">
                  <c:v>0.1495648687780346</c:v>
                </c:pt>
                <c:pt idx="1803">
                  <c:v>0.1495648687780346</c:v>
                </c:pt>
                <c:pt idx="1804">
                  <c:v>0.1495648687780346</c:v>
                </c:pt>
                <c:pt idx="1805">
                  <c:v>0.1495648687780346</c:v>
                </c:pt>
                <c:pt idx="1806">
                  <c:v>0.1495648687780346</c:v>
                </c:pt>
                <c:pt idx="1807">
                  <c:v>0.1495648687780346</c:v>
                </c:pt>
                <c:pt idx="1808">
                  <c:v>0.1495648687780346</c:v>
                </c:pt>
                <c:pt idx="1809">
                  <c:v>0.1495648687780346</c:v>
                </c:pt>
                <c:pt idx="1810">
                  <c:v>0.1495648687780346</c:v>
                </c:pt>
                <c:pt idx="1811">
                  <c:v>0.1495648687780346</c:v>
                </c:pt>
                <c:pt idx="1812">
                  <c:v>0.1495648687780346</c:v>
                </c:pt>
                <c:pt idx="1813">
                  <c:v>0.1495648687780346</c:v>
                </c:pt>
                <c:pt idx="1814">
                  <c:v>0.1495648687780346</c:v>
                </c:pt>
                <c:pt idx="1815">
                  <c:v>0.1495648687780346</c:v>
                </c:pt>
                <c:pt idx="1816">
                  <c:v>0.1495648687780346</c:v>
                </c:pt>
                <c:pt idx="1817">
                  <c:v>0.1495648687780346</c:v>
                </c:pt>
                <c:pt idx="1818">
                  <c:v>0.1495648687780346</c:v>
                </c:pt>
                <c:pt idx="1819">
                  <c:v>0.1495648687780346</c:v>
                </c:pt>
                <c:pt idx="1820">
                  <c:v>0.1495648687780346</c:v>
                </c:pt>
                <c:pt idx="1821">
                  <c:v>0.1495648687780346</c:v>
                </c:pt>
                <c:pt idx="1822">
                  <c:v>0.1495648687780346</c:v>
                </c:pt>
                <c:pt idx="1823">
                  <c:v>0.1495648687780346</c:v>
                </c:pt>
                <c:pt idx="1824">
                  <c:v>0.1495648687780346</c:v>
                </c:pt>
                <c:pt idx="1825">
                  <c:v>0.1495648687780346</c:v>
                </c:pt>
                <c:pt idx="1826">
                  <c:v>0.1495648687780346</c:v>
                </c:pt>
                <c:pt idx="1827">
                  <c:v>0.1495648687780346</c:v>
                </c:pt>
                <c:pt idx="1828">
                  <c:v>0.1495648687780346</c:v>
                </c:pt>
                <c:pt idx="1829">
                  <c:v>0.1495648687780346</c:v>
                </c:pt>
                <c:pt idx="1830">
                  <c:v>0.1495648687780346</c:v>
                </c:pt>
                <c:pt idx="1831">
                  <c:v>0.1495648687780346</c:v>
                </c:pt>
                <c:pt idx="1832">
                  <c:v>0.1495648687780346</c:v>
                </c:pt>
                <c:pt idx="1833">
                  <c:v>0.1495648687780346</c:v>
                </c:pt>
                <c:pt idx="1834">
                  <c:v>0.1495648687780346</c:v>
                </c:pt>
                <c:pt idx="1835">
                  <c:v>0.1495648687780346</c:v>
                </c:pt>
                <c:pt idx="1836">
                  <c:v>0.1495648687780346</c:v>
                </c:pt>
                <c:pt idx="1837">
                  <c:v>0.1495648687780346</c:v>
                </c:pt>
                <c:pt idx="1838">
                  <c:v>0.1495648687780346</c:v>
                </c:pt>
                <c:pt idx="1839">
                  <c:v>0.1495648687780346</c:v>
                </c:pt>
                <c:pt idx="1840">
                  <c:v>0.1495648687780346</c:v>
                </c:pt>
                <c:pt idx="1841">
                  <c:v>0.1495648687780346</c:v>
                </c:pt>
                <c:pt idx="1842">
                  <c:v>0.1495648687780346</c:v>
                </c:pt>
                <c:pt idx="1843">
                  <c:v>0.1495648687780346</c:v>
                </c:pt>
                <c:pt idx="1844">
                  <c:v>0.1495648687780346</c:v>
                </c:pt>
                <c:pt idx="1845">
                  <c:v>0.1495648687780346</c:v>
                </c:pt>
                <c:pt idx="1846">
                  <c:v>0.1495648687780346</c:v>
                </c:pt>
                <c:pt idx="1847">
                  <c:v>0.1495648687780346</c:v>
                </c:pt>
                <c:pt idx="1848">
                  <c:v>0.1495648687780346</c:v>
                </c:pt>
                <c:pt idx="1849">
                  <c:v>0.1495648687780346</c:v>
                </c:pt>
                <c:pt idx="1850">
                  <c:v>0.1495648687780346</c:v>
                </c:pt>
                <c:pt idx="1851">
                  <c:v>0.1495648687780346</c:v>
                </c:pt>
                <c:pt idx="1852">
                  <c:v>0.1495648687780346</c:v>
                </c:pt>
                <c:pt idx="1853">
                  <c:v>0.1495648687780346</c:v>
                </c:pt>
                <c:pt idx="1854">
                  <c:v>0.1495648687780346</c:v>
                </c:pt>
                <c:pt idx="1855">
                  <c:v>0.1495648687780346</c:v>
                </c:pt>
                <c:pt idx="1856">
                  <c:v>0.1495648687780346</c:v>
                </c:pt>
                <c:pt idx="1857">
                  <c:v>0.1495648687780346</c:v>
                </c:pt>
                <c:pt idx="1858">
                  <c:v>0.1495648687780346</c:v>
                </c:pt>
                <c:pt idx="1859">
                  <c:v>0.1495648687780346</c:v>
                </c:pt>
                <c:pt idx="1860">
                  <c:v>0.1495648687780346</c:v>
                </c:pt>
                <c:pt idx="1861">
                  <c:v>0.1495648687780346</c:v>
                </c:pt>
                <c:pt idx="1862">
                  <c:v>0.1495648687780346</c:v>
                </c:pt>
                <c:pt idx="1863">
                  <c:v>0.1495648687780346</c:v>
                </c:pt>
                <c:pt idx="1864">
                  <c:v>0.1495648687780346</c:v>
                </c:pt>
                <c:pt idx="1865">
                  <c:v>0.1495648687780346</c:v>
                </c:pt>
                <c:pt idx="1866">
                  <c:v>0.1495648687780346</c:v>
                </c:pt>
                <c:pt idx="1867">
                  <c:v>0.1495648687780346</c:v>
                </c:pt>
                <c:pt idx="1868">
                  <c:v>0.1495648687780346</c:v>
                </c:pt>
                <c:pt idx="1869">
                  <c:v>0.1495648687780346</c:v>
                </c:pt>
                <c:pt idx="1870">
                  <c:v>0.1495648687780346</c:v>
                </c:pt>
                <c:pt idx="1871">
                  <c:v>0.1495648687780346</c:v>
                </c:pt>
                <c:pt idx="1872">
                  <c:v>0.1495648687780346</c:v>
                </c:pt>
                <c:pt idx="1873">
                  <c:v>0.1495648687780346</c:v>
                </c:pt>
                <c:pt idx="1874">
                  <c:v>0.1495648687780346</c:v>
                </c:pt>
                <c:pt idx="1875">
                  <c:v>0.1495648687780346</c:v>
                </c:pt>
                <c:pt idx="1876">
                  <c:v>0.1495648687780346</c:v>
                </c:pt>
                <c:pt idx="1877">
                  <c:v>0.1495648687780346</c:v>
                </c:pt>
                <c:pt idx="1878">
                  <c:v>0.1495648687780346</c:v>
                </c:pt>
                <c:pt idx="1879">
                  <c:v>0.1495648687780346</c:v>
                </c:pt>
                <c:pt idx="1880">
                  <c:v>0.1495648687780346</c:v>
                </c:pt>
                <c:pt idx="1881">
                  <c:v>0.1495648687780346</c:v>
                </c:pt>
                <c:pt idx="1882">
                  <c:v>0.1495648687780346</c:v>
                </c:pt>
                <c:pt idx="1883">
                  <c:v>0.1495648687780346</c:v>
                </c:pt>
                <c:pt idx="1884">
                  <c:v>0.1495648687780346</c:v>
                </c:pt>
                <c:pt idx="1885">
                  <c:v>0.1495648687780346</c:v>
                </c:pt>
                <c:pt idx="1886">
                  <c:v>0.1495648687780346</c:v>
                </c:pt>
                <c:pt idx="1887">
                  <c:v>0.1495648687780346</c:v>
                </c:pt>
                <c:pt idx="1888">
                  <c:v>0.1495648687780346</c:v>
                </c:pt>
                <c:pt idx="1889">
                  <c:v>0.1495648687780346</c:v>
                </c:pt>
                <c:pt idx="1890">
                  <c:v>0.1495648687780346</c:v>
                </c:pt>
                <c:pt idx="1891">
                  <c:v>0.1495648687780346</c:v>
                </c:pt>
                <c:pt idx="1892">
                  <c:v>0.1495648687780346</c:v>
                </c:pt>
                <c:pt idx="1893">
                  <c:v>0.1495648687780346</c:v>
                </c:pt>
                <c:pt idx="1894">
                  <c:v>0.1495648687780346</c:v>
                </c:pt>
                <c:pt idx="1895">
                  <c:v>0.1495648687780346</c:v>
                </c:pt>
                <c:pt idx="1896">
                  <c:v>0.1495648687780346</c:v>
                </c:pt>
                <c:pt idx="1897">
                  <c:v>0.1495648687780346</c:v>
                </c:pt>
                <c:pt idx="1898">
                  <c:v>0.1495648687780346</c:v>
                </c:pt>
                <c:pt idx="1899">
                  <c:v>0.1495648687780346</c:v>
                </c:pt>
                <c:pt idx="1900">
                  <c:v>0.1495648687780346</c:v>
                </c:pt>
                <c:pt idx="1901">
                  <c:v>0.1495648687780346</c:v>
                </c:pt>
                <c:pt idx="1902">
                  <c:v>0.1495648687780346</c:v>
                </c:pt>
                <c:pt idx="1903">
                  <c:v>0.1495648687780346</c:v>
                </c:pt>
                <c:pt idx="1904">
                  <c:v>0.1495648687780346</c:v>
                </c:pt>
                <c:pt idx="1905">
                  <c:v>0.1495648687780346</c:v>
                </c:pt>
                <c:pt idx="1906">
                  <c:v>0.1495648687780346</c:v>
                </c:pt>
                <c:pt idx="1907">
                  <c:v>0.1495648687780346</c:v>
                </c:pt>
                <c:pt idx="1908">
                  <c:v>0.1495648687780346</c:v>
                </c:pt>
                <c:pt idx="1909">
                  <c:v>0.1495648687780346</c:v>
                </c:pt>
                <c:pt idx="1910">
                  <c:v>0.1495648687780346</c:v>
                </c:pt>
                <c:pt idx="1911">
                  <c:v>0.1495648687780346</c:v>
                </c:pt>
                <c:pt idx="1912">
                  <c:v>0.1495648687780346</c:v>
                </c:pt>
                <c:pt idx="1913">
                  <c:v>0.1495648687780346</c:v>
                </c:pt>
                <c:pt idx="1914">
                  <c:v>0.1495648687780346</c:v>
                </c:pt>
                <c:pt idx="1915">
                  <c:v>0.1495648687780346</c:v>
                </c:pt>
                <c:pt idx="1916">
                  <c:v>0.1495648687780346</c:v>
                </c:pt>
                <c:pt idx="1917">
                  <c:v>0.1495648687780346</c:v>
                </c:pt>
                <c:pt idx="1918">
                  <c:v>0.1495648687780346</c:v>
                </c:pt>
                <c:pt idx="1919">
                  <c:v>0.1495648687780346</c:v>
                </c:pt>
                <c:pt idx="1920">
                  <c:v>0.1495648687780346</c:v>
                </c:pt>
                <c:pt idx="1921">
                  <c:v>0.1495648687780346</c:v>
                </c:pt>
                <c:pt idx="1922">
                  <c:v>0.1495648687780346</c:v>
                </c:pt>
                <c:pt idx="1923">
                  <c:v>0.1495648687780346</c:v>
                </c:pt>
                <c:pt idx="1924">
                  <c:v>0.1495648687780346</c:v>
                </c:pt>
                <c:pt idx="1925">
                  <c:v>0.1495648687780346</c:v>
                </c:pt>
                <c:pt idx="1926">
                  <c:v>0.1495648687780346</c:v>
                </c:pt>
                <c:pt idx="1927">
                  <c:v>0.1495648687780346</c:v>
                </c:pt>
                <c:pt idx="1928">
                  <c:v>0.1495648687780346</c:v>
                </c:pt>
                <c:pt idx="1929">
                  <c:v>0.1495648687780346</c:v>
                </c:pt>
                <c:pt idx="1930">
                  <c:v>0.1495648687780346</c:v>
                </c:pt>
                <c:pt idx="1931">
                  <c:v>0.1495648687780346</c:v>
                </c:pt>
                <c:pt idx="1932">
                  <c:v>0.1495648687780346</c:v>
                </c:pt>
                <c:pt idx="1933">
                  <c:v>0.1495648687780346</c:v>
                </c:pt>
                <c:pt idx="1934">
                  <c:v>0.1495648687780346</c:v>
                </c:pt>
                <c:pt idx="1935">
                  <c:v>0.1495648687780346</c:v>
                </c:pt>
                <c:pt idx="1936">
                  <c:v>0.1495648687780346</c:v>
                </c:pt>
                <c:pt idx="1937">
                  <c:v>0.1495648687780346</c:v>
                </c:pt>
                <c:pt idx="1938">
                  <c:v>0.1495648687780346</c:v>
                </c:pt>
                <c:pt idx="1939">
                  <c:v>0.1495648687780346</c:v>
                </c:pt>
                <c:pt idx="1940">
                  <c:v>0.1495648687780346</c:v>
                </c:pt>
                <c:pt idx="1941">
                  <c:v>0.1495648687780346</c:v>
                </c:pt>
                <c:pt idx="1942">
                  <c:v>0.1495648687780346</c:v>
                </c:pt>
                <c:pt idx="1943">
                  <c:v>0.1495648687780346</c:v>
                </c:pt>
                <c:pt idx="1944">
                  <c:v>0.1495648687780346</c:v>
                </c:pt>
                <c:pt idx="1945">
                  <c:v>0.1495648687780346</c:v>
                </c:pt>
                <c:pt idx="1946">
                  <c:v>0.1495648687780346</c:v>
                </c:pt>
                <c:pt idx="1947">
                  <c:v>0.1495648687780346</c:v>
                </c:pt>
                <c:pt idx="1948">
                  <c:v>0.1495648687780346</c:v>
                </c:pt>
                <c:pt idx="1949">
                  <c:v>0.1495648687780346</c:v>
                </c:pt>
                <c:pt idx="1950">
                  <c:v>0.1495648687780346</c:v>
                </c:pt>
                <c:pt idx="1951">
                  <c:v>0.1495648687780346</c:v>
                </c:pt>
                <c:pt idx="1952">
                  <c:v>0.1495648687780346</c:v>
                </c:pt>
                <c:pt idx="1953">
                  <c:v>0.1495648687780346</c:v>
                </c:pt>
                <c:pt idx="1954">
                  <c:v>0.1495648687780346</c:v>
                </c:pt>
                <c:pt idx="1955">
                  <c:v>0.1495648687780346</c:v>
                </c:pt>
                <c:pt idx="1956">
                  <c:v>0.1495648687780346</c:v>
                </c:pt>
                <c:pt idx="1957">
                  <c:v>0.1495648687780346</c:v>
                </c:pt>
                <c:pt idx="1958">
                  <c:v>0.1495648687780346</c:v>
                </c:pt>
                <c:pt idx="1959">
                  <c:v>0.1495648687780346</c:v>
                </c:pt>
                <c:pt idx="1960">
                  <c:v>0.1495648687780346</c:v>
                </c:pt>
                <c:pt idx="1961">
                  <c:v>0.1495648687780346</c:v>
                </c:pt>
                <c:pt idx="1962">
                  <c:v>0.1495648687780346</c:v>
                </c:pt>
                <c:pt idx="1963">
                  <c:v>0.1495648687780346</c:v>
                </c:pt>
                <c:pt idx="1964">
                  <c:v>0.1495648687780346</c:v>
                </c:pt>
                <c:pt idx="1965">
                  <c:v>0.1495648687780346</c:v>
                </c:pt>
                <c:pt idx="1966">
                  <c:v>0.1495648687780346</c:v>
                </c:pt>
                <c:pt idx="1967">
                  <c:v>0.1495648687780346</c:v>
                </c:pt>
                <c:pt idx="1968">
                  <c:v>0.1495648687780346</c:v>
                </c:pt>
                <c:pt idx="1969">
                  <c:v>0.1495648687780346</c:v>
                </c:pt>
                <c:pt idx="1970">
                  <c:v>0.1495648687780346</c:v>
                </c:pt>
                <c:pt idx="1971">
                  <c:v>0.1495648687780346</c:v>
                </c:pt>
                <c:pt idx="1972">
                  <c:v>0.1495648687780346</c:v>
                </c:pt>
                <c:pt idx="1973">
                  <c:v>0.1495648687780346</c:v>
                </c:pt>
                <c:pt idx="1974">
                  <c:v>0.1495648687780346</c:v>
                </c:pt>
                <c:pt idx="1975">
                  <c:v>0.1495648687780346</c:v>
                </c:pt>
                <c:pt idx="1976">
                  <c:v>0.1495648687780346</c:v>
                </c:pt>
                <c:pt idx="1977">
                  <c:v>0.1495648687780346</c:v>
                </c:pt>
                <c:pt idx="1978">
                  <c:v>0.1495648687780346</c:v>
                </c:pt>
                <c:pt idx="1979">
                  <c:v>0.1495648687780346</c:v>
                </c:pt>
                <c:pt idx="1980">
                  <c:v>0.1495648687780346</c:v>
                </c:pt>
                <c:pt idx="1981">
                  <c:v>0.1495648687780346</c:v>
                </c:pt>
                <c:pt idx="1982">
                  <c:v>0.1495648687780346</c:v>
                </c:pt>
                <c:pt idx="1983">
                  <c:v>0.1495648687780346</c:v>
                </c:pt>
                <c:pt idx="1984">
                  <c:v>0.1495648687780346</c:v>
                </c:pt>
                <c:pt idx="1985">
                  <c:v>0.1495648687780346</c:v>
                </c:pt>
                <c:pt idx="1986">
                  <c:v>0.1495648687780346</c:v>
                </c:pt>
                <c:pt idx="1987">
                  <c:v>0.1495648687780346</c:v>
                </c:pt>
                <c:pt idx="1988">
                  <c:v>0.1495648687780346</c:v>
                </c:pt>
                <c:pt idx="1989">
                  <c:v>0.1495648687780346</c:v>
                </c:pt>
                <c:pt idx="1990">
                  <c:v>0.1495648687780346</c:v>
                </c:pt>
                <c:pt idx="1991">
                  <c:v>0.1495648687780346</c:v>
                </c:pt>
                <c:pt idx="1992">
                  <c:v>0.1495648687780346</c:v>
                </c:pt>
                <c:pt idx="1993">
                  <c:v>0.1495648687780346</c:v>
                </c:pt>
                <c:pt idx="1994">
                  <c:v>0.1495648687780346</c:v>
                </c:pt>
                <c:pt idx="1995">
                  <c:v>0.1495648687780346</c:v>
                </c:pt>
                <c:pt idx="1996">
                  <c:v>0.1495648687780346</c:v>
                </c:pt>
                <c:pt idx="1997">
                  <c:v>0.1495648687780346</c:v>
                </c:pt>
                <c:pt idx="1998">
                  <c:v>0.1495648687780346</c:v>
                </c:pt>
                <c:pt idx="1999">
                  <c:v>0.1495648687780346</c:v>
                </c:pt>
                <c:pt idx="2000">
                  <c:v>0.1495648687780346</c:v>
                </c:pt>
                <c:pt idx="2001">
                  <c:v>0.1495648687780346</c:v>
                </c:pt>
                <c:pt idx="2002">
                  <c:v>0.1495648687780346</c:v>
                </c:pt>
                <c:pt idx="2003">
                  <c:v>0.1495648687780346</c:v>
                </c:pt>
                <c:pt idx="2004">
                  <c:v>0.1495648687780346</c:v>
                </c:pt>
                <c:pt idx="2005">
                  <c:v>0.1495648687780346</c:v>
                </c:pt>
                <c:pt idx="2006">
                  <c:v>0.1495648687780346</c:v>
                </c:pt>
                <c:pt idx="2007">
                  <c:v>0.1495648687780346</c:v>
                </c:pt>
                <c:pt idx="2008">
                  <c:v>0.1495648687780346</c:v>
                </c:pt>
                <c:pt idx="2009">
                  <c:v>0.1495648687780346</c:v>
                </c:pt>
                <c:pt idx="2010">
                  <c:v>0.1495648687780346</c:v>
                </c:pt>
                <c:pt idx="2011">
                  <c:v>0.1495648687780346</c:v>
                </c:pt>
                <c:pt idx="2012">
                  <c:v>0.1495648687780346</c:v>
                </c:pt>
                <c:pt idx="2013">
                  <c:v>0.1495648687780346</c:v>
                </c:pt>
                <c:pt idx="2014">
                  <c:v>0.1495648687780346</c:v>
                </c:pt>
                <c:pt idx="2015">
                  <c:v>0.1495648687780346</c:v>
                </c:pt>
                <c:pt idx="2016">
                  <c:v>0.1495648687780346</c:v>
                </c:pt>
                <c:pt idx="2017">
                  <c:v>0.1495648687780346</c:v>
                </c:pt>
                <c:pt idx="2018">
                  <c:v>0.1495648687780346</c:v>
                </c:pt>
                <c:pt idx="2019">
                  <c:v>0.1495648687780346</c:v>
                </c:pt>
                <c:pt idx="2020">
                  <c:v>0.1495648687780346</c:v>
                </c:pt>
                <c:pt idx="2021">
                  <c:v>0.1495648687780346</c:v>
                </c:pt>
                <c:pt idx="2022">
                  <c:v>0.1495648687780346</c:v>
                </c:pt>
                <c:pt idx="2023">
                  <c:v>0.1495648687780346</c:v>
                </c:pt>
                <c:pt idx="2024">
                  <c:v>0.1495648687780346</c:v>
                </c:pt>
                <c:pt idx="2025">
                  <c:v>0.1495648687780346</c:v>
                </c:pt>
                <c:pt idx="2026">
                  <c:v>0.1495648687780346</c:v>
                </c:pt>
                <c:pt idx="2027">
                  <c:v>0.1495648687780346</c:v>
                </c:pt>
                <c:pt idx="2028">
                  <c:v>0.1495648687780346</c:v>
                </c:pt>
                <c:pt idx="2029">
                  <c:v>0.1495648687780346</c:v>
                </c:pt>
                <c:pt idx="2030">
                  <c:v>0.1495648687780346</c:v>
                </c:pt>
                <c:pt idx="2031">
                  <c:v>0.1495648687780346</c:v>
                </c:pt>
                <c:pt idx="2032">
                  <c:v>0.1495648687780346</c:v>
                </c:pt>
                <c:pt idx="2033">
                  <c:v>0.1495648687780346</c:v>
                </c:pt>
                <c:pt idx="2034">
                  <c:v>0.1495648687780346</c:v>
                </c:pt>
                <c:pt idx="2035">
                  <c:v>0.1495648687780346</c:v>
                </c:pt>
                <c:pt idx="2036">
                  <c:v>0.1495648687780346</c:v>
                </c:pt>
                <c:pt idx="2037">
                  <c:v>0.1495648687780346</c:v>
                </c:pt>
                <c:pt idx="2038">
                  <c:v>0.1495648687780346</c:v>
                </c:pt>
                <c:pt idx="2039">
                  <c:v>0.1495648687780346</c:v>
                </c:pt>
                <c:pt idx="2040">
                  <c:v>0.1495648687780346</c:v>
                </c:pt>
                <c:pt idx="2041">
                  <c:v>0.1495648687780346</c:v>
                </c:pt>
                <c:pt idx="2042">
                  <c:v>0.1495648687780346</c:v>
                </c:pt>
                <c:pt idx="2043">
                  <c:v>0.1495648687780346</c:v>
                </c:pt>
                <c:pt idx="2044">
                  <c:v>0.1495648687780346</c:v>
                </c:pt>
                <c:pt idx="2045">
                  <c:v>0.1495648687780346</c:v>
                </c:pt>
                <c:pt idx="2046">
                  <c:v>0.1495648687780346</c:v>
                </c:pt>
                <c:pt idx="2047">
                  <c:v>0.1495648687780346</c:v>
                </c:pt>
                <c:pt idx="2048">
                  <c:v>0.1495648687780346</c:v>
                </c:pt>
                <c:pt idx="2049">
                  <c:v>0.1495648687780346</c:v>
                </c:pt>
                <c:pt idx="2050">
                  <c:v>0.1495648687780346</c:v>
                </c:pt>
                <c:pt idx="2051">
                  <c:v>0.1495648687780346</c:v>
                </c:pt>
                <c:pt idx="2052">
                  <c:v>0.1495648687780346</c:v>
                </c:pt>
                <c:pt idx="2053">
                  <c:v>0.1495648687780346</c:v>
                </c:pt>
                <c:pt idx="2054">
                  <c:v>0.1495648687780346</c:v>
                </c:pt>
                <c:pt idx="2055">
                  <c:v>0.1495648687780346</c:v>
                </c:pt>
                <c:pt idx="2056">
                  <c:v>0.1495648687780346</c:v>
                </c:pt>
                <c:pt idx="2057">
                  <c:v>0.1495648687780346</c:v>
                </c:pt>
                <c:pt idx="2058">
                  <c:v>0.1495648687780346</c:v>
                </c:pt>
                <c:pt idx="2059">
                  <c:v>0.1495648687780346</c:v>
                </c:pt>
                <c:pt idx="2060">
                  <c:v>0.1495648687780346</c:v>
                </c:pt>
                <c:pt idx="2061">
                  <c:v>0.1495648687780346</c:v>
                </c:pt>
                <c:pt idx="2062">
                  <c:v>0.1495648687780346</c:v>
                </c:pt>
                <c:pt idx="2063">
                  <c:v>0.1495648687780346</c:v>
                </c:pt>
                <c:pt idx="2064">
                  <c:v>0.1495648687780346</c:v>
                </c:pt>
                <c:pt idx="2065">
                  <c:v>0.1495648687780346</c:v>
                </c:pt>
                <c:pt idx="2066">
                  <c:v>0.1495648687780346</c:v>
                </c:pt>
                <c:pt idx="2067">
                  <c:v>0.1495648687780346</c:v>
                </c:pt>
                <c:pt idx="2068">
                  <c:v>0.1495648687780346</c:v>
                </c:pt>
                <c:pt idx="2069">
                  <c:v>0.1495648687780346</c:v>
                </c:pt>
                <c:pt idx="2070">
                  <c:v>0.1495648687780346</c:v>
                </c:pt>
                <c:pt idx="2071">
                  <c:v>0.1495648687780346</c:v>
                </c:pt>
                <c:pt idx="2072">
                  <c:v>0.1495648687780346</c:v>
                </c:pt>
                <c:pt idx="2073">
                  <c:v>0.1495648687780346</c:v>
                </c:pt>
                <c:pt idx="2074">
                  <c:v>0.1495648687780346</c:v>
                </c:pt>
                <c:pt idx="2075">
                  <c:v>0.1495648687780346</c:v>
                </c:pt>
                <c:pt idx="2076">
                  <c:v>0.1495648687780346</c:v>
                </c:pt>
                <c:pt idx="2077">
                  <c:v>0.1495648687780346</c:v>
                </c:pt>
                <c:pt idx="2078">
                  <c:v>0.1495648687780346</c:v>
                </c:pt>
                <c:pt idx="2079">
                  <c:v>0.1495648687780346</c:v>
                </c:pt>
                <c:pt idx="2080">
                  <c:v>0.1495648687780346</c:v>
                </c:pt>
                <c:pt idx="2081">
                  <c:v>0.1495648687780346</c:v>
                </c:pt>
                <c:pt idx="2082">
                  <c:v>0.1495648687780346</c:v>
                </c:pt>
                <c:pt idx="2083">
                  <c:v>0.1495648687780346</c:v>
                </c:pt>
                <c:pt idx="2084">
                  <c:v>0.1495648687780346</c:v>
                </c:pt>
                <c:pt idx="2085">
                  <c:v>0.1495648687780346</c:v>
                </c:pt>
                <c:pt idx="2086">
                  <c:v>0.1495648687780346</c:v>
                </c:pt>
                <c:pt idx="2087">
                  <c:v>0.1495648687780346</c:v>
                </c:pt>
                <c:pt idx="2088">
                  <c:v>0.1495648687780346</c:v>
                </c:pt>
                <c:pt idx="2089">
                  <c:v>0.1495648687780346</c:v>
                </c:pt>
                <c:pt idx="2090">
                  <c:v>0.1495648687780346</c:v>
                </c:pt>
                <c:pt idx="2091">
                  <c:v>0.1495648687780346</c:v>
                </c:pt>
                <c:pt idx="2092">
                  <c:v>0.1495648687780346</c:v>
                </c:pt>
                <c:pt idx="2093">
                  <c:v>0.1495648687780346</c:v>
                </c:pt>
                <c:pt idx="2094">
                  <c:v>0.1495648687780346</c:v>
                </c:pt>
                <c:pt idx="2095">
                  <c:v>0.1495648687780346</c:v>
                </c:pt>
                <c:pt idx="2096">
                  <c:v>0.1495648687780346</c:v>
                </c:pt>
                <c:pt idx="2097">
                  <c:v>0.1495648687780346</c:v>
                </c:pt>
                <c:pt idx="2098">
                  <c:v>0.1495648687780346</c:v>
                </c:pt>
                <c:pt idx="2099">
                  <c:v>0.1495648687780346</c:v>
                </c:pt>
                <c:pt idx="2100">
                  <c:v>0.1495648687780346</c:v>
                </c:pt>
                <c:pt idx="2101">
                  <c:v>0.1495648687780346</c:v>
                </c:pt>
                <c:pt idx="2102">
                  <c:v>0.1495648687780346</c:v>
                </c:pt>
                <c:pt idx="2103">
                  <c:v>0.1495648687780346</c:v>
                </c:pt>
                <c:pt idx="2104">
                  <c:v>0.1495648687780346</c:v>
                </c:pt>
                <c:pt idx="2105">
                  <c:v>0.1495648687780346</c:v>
                </c:pt>
                <c:pt idx="2106">
                  <c:v>0.1495648687780346</c:v>
                </c:pt>
                <c:pt idx="2107">
                  <c:v>0.1495648687780346</c:v>
                </c:pt>
                <c:pt idx="2108">
                  <c:v>0.1495648687780346</c:v>
                </c:pt>
                <c:pt idx="2109">
                  <c:v>0.1495648687780346</c:v>
                </c:pt>
                <c:pt idx="2110">
                  <c:v>0.1495648687780346</c:v>
                </c:pt>
                <c:pt idx="2111">
                  <c:v>0.1495648687780346</c:v>
                </c:pt>
                <c:pt idx="2112">
                  <c:v>0.1495648687780346</c:v>
                </c:pt>
                <c:pt idx="2113">
                  <c:v>0.1495648687780346</c:v>
                </c:pt>
                <c:pt idx="2114">
                  <c:v>0.1495648687780346</c:v>
                </c:pt>
                <c:pt idx="2115">
                  <c:v>0.1495648687780346</c:v>
                </c:pt>
                <c:pt idx="2116">
                  <c:v>0.1495648687780346</c:v>
                </c:pt>
                <c:pt idx="2117">
                  <c:v>0.1495648687780346</c:v>
                </c:pt>
                <c:pt idx="2118">
                  <c:v>0.1495648687780346</c:v>
                </c:pt>
                <c:pt idx="2119">
                  <c:v>0.1495648687780346</c:v>
                </c:pt>
                <c:pt idx="2120">
                  <c:v>0.1495648687780346</c:v>
                </c:pt>
                <c:pt idx="2121">
                  <c:v>0.1495648687780346</c:v>
                </c:pt>
                <c:pt idx="2122">
                  <c:v>0.1495648687780346</c:v>
                </c:pt>
                <c:pt idx="2123">
                  <c:v>0.1495648687780346</c:v>
                </c:pt>
                <c:pt idx="2124">
                  <c:v>0.1495648687780346</c:v>
                </c:pt>
                <c:pt idx="2125">
                  <c:v>0.1495648687780346</c:v>
                </c:pt>
                <c:pt idx="2126">
                  <c:v>0.1495648687780346</c:v>
                </c:pt>
                <c:pt idx="2127">
                  <c:v>0.1495648687780346</c:v>
                </c:pt>
                <c:pt idx="2128">
                  <c:v>0.1495648687780346</c:v>
                </c:pt>
                <c:pt idx="2129">
                  <c:v>0.1495648687780346</c:v>
                </c:pt>
                <c:pt idx="2130">
                  <c:v>0.1495648687780346</c:v>
                </c:pt>
                <c:pt idx="2131">
                  <c:v>0.1495648687780346</c:v>
                </c:pt>
                <c:pt idx="2132">
                  <c:v>0.1495648687780346</c:v>
                </c:pt>
                <c:pt idx="2133">
                  <c:v>0.1495648687780346</c:v>
                </c:pt>
                <c:pt idx="2134">
                  <c:v>0.1495648687780346</c:v>
                </c:pt>
                <c:pt idx="2135">
                  <c:v>0.1495648687780346</c:v>
                </c:pt>
                <c:pt idx="2136">
                  <c:v>0.1495648687780346</c:v>
                </c:pt>
                <c:pt idx="2137">
                  <c:v>0.1495648687780346</c:v>
                </c:pt>
                <c:pt idx="2138">
                  <c:v>0.1495648687780346</c:v>
                </c:pt>
                <c:pt idx="2139">
                  <c:v>0.1495648687780346</c:v>
                </c:pt>
                <c:pt idx="2140">
                  <c:v>0.1495648687780346</c:v>
                </c:pt>
                <c:pt idx="2141">
                  <c:v>0.1495648687780346</c:v>
                </c:pt>
                <c:pt idx="2142">
                  <c:v>0.1495648687780346</c:v>
                </c:pt>
                <c:pt idx="2143">
                  <c:v>0.1495648687780346</c:v>
                </c:pt>
                <c:pt idx="2144">
                  <c:v>0.1495648687780346</c:v>
                </c:pt>
                <c:pt idx="2145">
                  <c:v>0.1495648687780346</c:v>
                </c:pt>
                <c:pt idx="2146">
                  <c:v>0.1495648687780346</c:v>
                </c:pt>
                <c:pt idx="2147">
                  <c:v>0.1495648687780346</c:v>
                </c:pt>
                <c:pt idx="2148">
                  <c:v>0.1495648687780346</c:v>
                </c:pt>
                <c:pt idx="2149">
                  <c:v>0.1495648687780346</c:v>
                </c:pt>
                <c:pt idx="2150">
                  <c:v>0.1495648687780346</c:v>
                </c:pt>
                <c:pt idx="2151">
                  <c:v>0.1495648687780346</c:v>
                </c:pt>
                <c:pt idx="2152">
                  <c:v>0.1495648687780346</c:v>
                </c:pt>
                <c:pt idx="2153">
                  <c:v>0.1495648687780346</c:v>
                </c:pt>
                <c:pt idx="2154">
                  <c:v>0.1495648687780346</c:v>
                </c:pt>
                <c:pt idx="2155">
                  <c:v>0.1495648687780346</c:v>
                </c:pt>
                <c:pt idx="2156">
                  <c:v>0.1495648687780346</c:v>
                </c:pt>
                <c:pt idx="2157">
                  <c:v>0.1495648687780346</c:v>
                </c:pt>
                <c:pt idx="2158">
                  <c:v>0.1495648687780346</c:v>
                </c:pt>
                <c:pt idx="2159">
                  <c:v>0.1495648687780346</c:v>
                </c:pt>
                <c:pt idx="2160">
                  <c:v>0.1495648687780346</c:v>
                </c:pt>
                <c:pt idx="2161">
                  <c:v>0.1495648687780346</c:v>
                </c:pt>
                <c:pt idx="2162">
                  <c:v>0.1495648687780346</c:v>
                </c:pt>
                <c:pt idx="2163">
                  <c:v>0.1495648687780346</c:v>
                </c:pt>
                <c:pt idx="2164">
                  <c:v>0.1495648687780346</c:v>
                </c:pt>
                <c:pt idx="2165">
                  <c:v>0.1495648687780346</c:v>
                </c:pt>
                <c:pt idx="2166">
                  <c:v>0.1495648687780346</c:v>
                </c:pt>
                <c:pt idx="2167">
                  <c:v>0.1495648687780346</c:v>
                </c:pt>
                <c:pt idx="2168">
                  <c:v>0.1495648687780346</c:v>
                </c:pt>
                <c:pt idx="2169">
                  <c:v>0.1495648687780346</c:v>
                </c:pt>
                <c:pt idx="2170">
                  <c:v>0.1495648687780346</c:v>
                </c:pt>
                <c:pt idx="2171">
                  <c:v>0.1495648687780346</c:v>
                </c:pt>
                <c:pt idx="2172">
                  <c:v>0.1495648687780346</c:v>
                </c:pt>
                <c:pt idx="2173">
                  <c:v>0.1495648687780346</c:v>
                </c:pt>
                <c:pt idx="2174">
                  <c:v>0.1495648687780346</c:v>
                </c:pt>
                <c:pt idx="2175">
                  <c:v>0.1495648687780346</c:v>
                </c:pt>
                <c:pt idx="2176">
                  <c:v>0.1495648687780346</c:v>
                </c:pt>
                <c:pt idx="2177">
                  <c:v>0.1495648687780346</c:v>
                </c:pt>
                <c:pt idx="2178">
                  <c:v>0.1495648687780346</c:v>
                </c:pt>
                <c:pt idx="2179">
                  <c:v>0.1495648687780346</c:v>
                </c:pt>
                <c:pt idx="2180">
                  <c:v>0.1495648687780346</c:v>
                </c:pt>
                <c:pt idx="2181">
                  <c:v>0.1495648687780346</c:v>
                </c:pt>
                <c:pt idx="2182">
                  <c:v>0.1495648687780346</c:v>
                </c:pt>
                <c:pt idx="2183">
                  <c:v>0.1495648687780346</c:v>
                </c:pt>
                <c:pt idx="2184">
                  <c:v>0.1495648687780346</c:v>
                </c:pt>
                <c:pt idx="2185">
                  <c:v>0.1495648687780346</c:v>
                </c:pt>
                <c:pt idx="2186">
                  <c:v>0.1495648687780346</c:v>
                </c:pt>
                <c:pt idx="2187">
                  <c:v>0.1495648687780346</c:v>
                </c:pt>
                <c:pt idx="2188">
                  <c:v>0.1495648687780346</c:v>
                </c:pt>
                <c:pt idx="2189">
                  <c:v>0.1495648687780346</c:v>
                </c:pt>
                <c:pt idx="2190">
                  <c:v>0.1495648687780346</c:v>
                </c:pt>
                <c:pt idx="2191">
                  <c:v>0.1495648687780346</c:v>
                </c:pt>
                <c:pt idx="2192">
                  <c:v>0.1495648687780346</c:v>
                </c:pt>
                <c:pt idx="2193">
                  <c:v>0.1495648687780346</c:v>
                </c:pt>
                <c:pt idx="2194">
                  <c:v>0.1495648687780346</c:v>
                </c:pt>
                <c:pt idx="2195">
                  <c:v>0.1495648687780346</c:v>
                </c:pt>
                <c:pt idx="2196">
                  <c:v>0.1495648687780346</c:v>
                </c:pt>
                <c:pt idx="2197">
                  <c:v>0.1495648687780346</c:v>
                </c:pt>
                <c:pt idx="2198">
                  <c:v>0.1495648687780346</c:v>
                </c:pt>
                <c:pt idx="2199">
                  <c:v>0.1495648687780346</c:v>
                </c:pt>
                <c:pt idx="2200">
                  <c:v>0.1495648687780346</c:v>
                </c:pt>
                <c:pt idx="2201">
                  <c:v>0.1495648687780346</c:v>
                </c:pt>
                <c:pt idx="2202">
                  <c:v>0.1495648687780346</c:v>
                </c:pt>
                <c:pt idx="2203">
                  <c:v>0.1495648687780346</c:v>
                </c:pt>
                <c:pt idx="2204">
                  <c:v>0.1495648687780346</c:v>
                </c:pt>
                <c:pt idx="2205">
                  <c:v>0.1495648687780346</c:v>
                </c:pt>
                <c:pt idx="2206">
                  <c:v>0.1495648687780346</c:v>
                </c:pt>
                <c:pt idx="2207">
                  <c:v>0.1495648687780346</c:v>
                </c:pt>
                <c:pt idx="2208">
                  <c:v>0.1495648687780346</c:v>
                </c:pt>
                <c:pt idx="2209">
                  <c:v>0.1495648687780346</c:v>
                </c:pt>
                <c:pt idx="2210">
                  <c:v>0.1495648687780346</c:v>
                </c:pt>
                <c:pt idx="2211">
                  <c:v>0.1495648687780346</c:v>
                </c:pt>
                <c:pt idx="2212">
                  <c:v>0.1495648687780346</c:v>
                </c:pt>
                <c:pt idx="2213">
                  <c:v>0.1495648687780346</c:v>
                </c:pt>
                <c:pt idx="2214">
                  <c:v>0.1495648687780346</c:v>
                </c:pt>
                <c:pt idx="2215">
                  <c:v>0.1495648687780346</c:v>
                </c:pt>
                <c:pt idx="2216">
                  <c:v>0.1495648687780346</c:v>
                </c:pt>
                <c:pt idx="2217">
                  <c:v>0.1495648687780346</c:v>
                </c:pt>
                <c:pt idx="2218">
                  <c:v>0.1495648687780346</c:v>
                </c:pt>
                <c:pt idx="2219">
                  <c:v>0.1495648687780346</c:v>
                </c:pt>
                <c:pt idx="2220">
                  <c:v>0.1495648687780346</c:v>
                </c:pt>
                <c:pt idx="2221">
                  <c:v>0.1495648687780346</c:v>
                </c:pt>
                <c:pt idx="2222">
                  <c:v>0.1495648687780346</c:v>
                </c:pt>
                <c:pt idx="2223">
                  <c:v>0.1495648687780346</c:v>
                </c:pt>
                <c:pt idx="2224">
                  <c:v>0.1495648687780346</c:v>
                </c:pt>
                <c:pt idx="2225">
                  <c:v>0.1495648687780346</c:v>
                </c:pt>
                <c:pt idx="2226">
                  <c:v>0.1495648687780346</c:v>
                </c:pt>
                <c:pt idx="2227">
                  <c:v>0.1495648687780346</c:v>
                </c:pt>
                <c:pt idx="2228">
                  <c:v>0.1495648687780346</c:v>
                </c:pt>
                <c:pt idx="2229">
                  <c:v>0.1495648687780346</c:v>
                </c:pt>
                <c:pt idx="2230">
                  <c:v>0.1495648687780346</c:v>
                </c:pt>
                <c:pt idx="2231">
                  <c:v>0.1495648687780346</c:v>
                </c:pt>
                <c:pt idx="2232">
                  <c:v>0.1495648687780346</c:v>
                </c:pt>
                <c:pt idx="2233">
                  <c:v>0.1495648687780346</c:v>
                </c:pt>
                <c:pt idx="2234">
                  <c:v>0.1495648687780346</c:v>
                </c:pt>
                <c:pt idx="2235">
                  <c:v>0.1495648687780346</c:v>
                </c:pt>
                <c:pt idx="2236">
                  <c:v>0.1495648687780346</c:v>
                </c:pt>
                <c:pt idx="2237">
                  <c:v>0.1495648687780346</c:v>
                </c:pt>
                <c:pt idx="2238">
                  <c:v>0.1495648687780346</c:v>
                </c:pt>
                <c:pt idx="2239">
                  <c:v>0.1495648687780346</c:v>
                </c:pt>
                <c:pt idx="2240">
                  <c:v>0.1495648687780346</c:v>
                </c:pt>
                <c:pt idx="2241">
                  <c:v>0.1495648687780346</c:v>
                </c:pt>
                <c:pt idx="2242">
                  <c:v>0.1495648687780346</c:v>
                </c:pt>
                <c:pt idx="2243">
                  <c:v>0.1495648687780346</c:v>
                </c:pt>
                <c:pt idx="2244">
                  <c:v>0.1495648687780346</c:v>
                </c:pt>
                <c:pt idx="2245">
                  <c:v>0.1495648687780346</c:v>
                </c:pt>
                <c:pt idx="2246">
                  <c:v>0.1495648687780346</c:v>
                </c:pt>
                <c:pt idx="2247">
                  <c:v>0.1495648687780346</c:v>
                </c:pt>
                <c:pt idx="2248">
                  <c:v>0.1495648687780346</c:v>
                </c:pt>
                <c:pt idx="2249">
                  <c:v>0.1495648687780346</c:v>
                </c:pt>
                <c:pt idx="2250">
                  <c:v>0.1495648687780346</c:v>
                </c:pt>
                <c:pt idx="2251">
                  <c:v>0.1495648687780346</c:v>
                </c:pt>
                <c:pt idx="2252">
                  <c:v>0.1495648687780346</c:v>
                </c:pt>
                <c:pt idx="2253">
                  <c:v>0.1495648687780346</c:v>
                </c:pt>
                <c:pt idx="2254">
                  <c:v>0.1495648687780346</c:v>
                </c:pt>
                <c:pt idx="2255">
                  <c:v>0.1495648687780346</c:v>
                </c:pt>
                <c:pt idx="2256">
                  <c:v>0.1495648687780346</c:v>
                </c:pt>
                <c:pt idx="2257">
                  <c:v>0.1495648687780346</c:v>
                </c:pt>
                <c:pt idx="2258">
                  <c:v>0.1495648687780346</c:v>
                </c:pt>
                <c:pt idx="2259">
                  <c:v>0.1495648687780346</c:v>
                </c:pt>
                <c:pt idx="2260">
                  <c:v>0.1495648687780346</c:v>
                </c:pt>
                <c:pt idx="2261">
                  <c:v>0.1495648687780346</c:v>
                </c:pt>
                <c:pt idx="2262">
                  <c:v>0.1495648687780346</c:v>
                </c:pt>
                <c:pt idx="2263">
                  <c:v>0.1495648687780346</c:v>
                </c:pt>
                <c:pt idx="2264">
                  <c:v>0.1495648687780346</c:v>
                </c:pt>
                <c:pt idx="2265">
                  <c:v>0.1495648687780346</c:v>
                </c:pt>
                <c:pt idx="2266">
                  <c:v>0.1495648687780346</c:v>
                </c:pt>
                <c:pt idx="2267">
                  <c:v>0.1495648687780346</c:v>
                </c:pt>
                <c:pt idx="2268">
                  <c:v>0.1495648687780346</c:v>
                </c:pt>
                <c:pt idx="2269">
                  <c:v>0.1495648687780346</c:v>
                </c:pt>
                <c:pt idx="2270">
                  <c:v>0.1495648687780346</c:v>
                </c:pt>
                <c:pt idx="2271">
                  <c:v>0.1495648687780346</c:v>
                </c:pt>
                <c:pt idx="2272">
                  <c:v>0.1495648687780346</c:v>
                </c:pt>
                <c:pt idx="2273">
                  <c:v>0.1495648687780346</c:v>
                </c:pt>
                <c:pt idx="2274">
                  <c:v>0.1495648687780346</c:v>
                </c:pt>
                <c:pt idx="2275">
                  <c:v>0.1495648687780346</c:v>
                </c:pt>
                <c:pt idx="2276">
                  <c:v>0.1495648687780346</c:v>
                </c:pt>
                <c:pt idx="2277">
                  <c:v>0.1495648687780346</c:v>
                </c:pt>
                <c:pt idx="2278">
                  <c:v>0.1495648687780346</c:v>
                </c:pt>
                <c:pt idx="2279">
                  <c:v>0.1495648687780346</c:v>
                </c:pt>
                <c:pt idx="2280">
                  <c:v>0.1495648687780346</c:v>
                </c:pt>
                <c:pt idx="2281">
                  <c:v>0.1495648687780346</c:v>
                </c:pt>
                <c:pt idx="2282">
                  <c:v>0.1495648687780346</c:v>
                </c:pt>
                <c:pt idx="2283">
                  <c:v>0.1495648687780346</c:v>
                </c:pt>
                <c:pt idx="2284">
                  <c:v>0.1495648687780346</c:v>
                </c:pt>
                <c:pt idx="2285">
                  <c:v>0.1495648687780346</c:v>
                </c:pt>
                <c:pt idx="2286">
                  <c:v>0.1495648687780346</c:v>
                </c:pt>
                <c:pt idx="2287">
                  <c:v>0.1495648687780346</c:v>
                </c:pt>
                <c:pt idx="2288">
                  <c:v>0.1495648687780346</c:v>
                </c:pt>
                <c:pt idx="2289">
                  <c:v>0.1495648687780346</c:v>
                </c:pt>
                <c:pt idx="2290">
                  <c:v>0.1495648687780346</c:v>
                </c:pt>
                <c:pt idx="2291">
                  <c:v>0.1495648687780346</c:v>
                </c:pt>
                <c:pt idx="2292">
                  <c:v>0.1495648687780346</c:v>
                </c:pt>
                <c:pt idx="2293">
                  <c:v>0.1495648687780346</c:v>
                </c:pt>
                <c:pt idx="2294">
                  <c:v>0.1495648687780346</c:v>
                </c:pt>
                <c:pt idx="2295">
                  <c:v>0.1495648687780346</c:v>
                </c:pt>
                <c:pt idx="2296">
                  <c:v>0.1495648687780346</c:v>
                </c:pt>
                <c:pt idx="2297">
                  <c:v>0.1495648687780346</c:v>
                </c:pt>
                <c:pt idx="2298">
                  <c:v>0.1495648687780346</c:v>
                </c:pt>
                <c:pt idx="2299">
                  <c:v>0.1495648687780346</c:v>
                </c:pt>
                <c:pt idx="2300">
                  <c:v>0.1495648687780346</c:v>
                </c:pt>
                <c:pt idx="2301">
                  <c:v>0.1495648687780346</c:v>
                </c:pt>
                <c:pt idx="2302">
                  <c:v>0.1495648687780346</c:v>
                </c:pt>
                <c:pt idx="2303">
                  <c:v>0.1495648687780346</c:v>
                </c:pt>
                <c:pt idx="2304">
                  <c:v>0.1495648687780346</c:v>
                </c:pt>
                <c:pt idx="2305">
                  <c:v>0.1495648687780346</c:v>
                </c:pt>
                <c:pt idx="2306">
                  <c:v>0.1495648687780346</c:v>
                </c:pt>
                <c:pt idx="2307">
                  <c:v>0.1495648687780346</c:v>
                </c:pt>
                <c:pt idx="2308">
                  <c:v>0.1495648687780346</c:v>
                </c:pt>
                <c:pt idx="2309">
                  <c:v>0.1495648687780346</c:v>
                </c:pt>
                <c:pt idx="2310">
                  <c:v>0.1495648687780346</c:v>
                </c:pt>
                <c:pt idx="2311">
                  <c:v>0.1495648687780346</c:v>
                </c:pt>
                <c:pt idx="2312">
                  <c:v>0.1495648687780346</c:v>
                </c:pt>
                <c:pt idx="2313">
                  <c:v>0.1495648687780346</c:v>
                </c:pt>
                <c:pt idx="2314">
                  <c:v>0.1495648687780346</c:v>
                </c:pt>
                <c:pt idx="2315">
                  <c:v>0.1495648687780346</c:v>
                </c:pt>
                <c:pt idx="2316">
                  <c:v>0.1495648687780346</c:v>
                </c:pt>
                <c:pt idx="2317">
                  <c:v>0.1495648687780346</c:v>
                </c:pt>
                <c:pt idx="2318">
                  <c:v>0.1495648687780346</c:v>
                </c:pt>
                <c:pt idx="2319">
                  <c:v>0.1495648687780346</c:v>
                </c:pt>
                <c:pt idx="2320">
                  <c:v>0.1495648687780346</c:v>
                </c:pt>
                <c:pt idx="2321">
                  <c:v>0.1495648687780346</c:v>
                </c:pt>
                <c:pt idx="2322">
                  <c:v>0.1495648687780346</c:v>
                </c:pt>
                <c:pt idx="2323">
                  <c:v>0.1495648687780346</c:v>
                </c:pt>
                <c:pt idx="2324">
                  <c:v>0.1495648687780346</c:v>
                </c:pt>
                <c:pt idx="2325">
                  <c:v>0.1495648687780346</c:v>
                </c:pt>
                <c:pt idx="2326">
                  <c:v>0.1495648687780346</c:v>
                </c:pt>
                <c:pt idx="2327">
                  <c:v>0.1495648687780346</c:v>
                </c:pt>
                <c:pt idx="2328">
                  <c:v>0.1495648687780346</c:v>
                </c:pt>
                <c:pt idx="2329">
                  <c:v>0.1495648687780346</c:v>
                </c:pt>
                <c:pt idx="2330">
                  <c:v>0.1495648687780346</c:v>
                </c:pt>
                <c:pt idx="2331">
                  <c:v>0.1495648687780346</c:v>
                </c:pt>
                <c:pt idx="2332">
                  <c:v>0.1495648687780346</c:v>
                </c:pt>
                <c:pt idx="2333">
                  <c:v>0.1495648687780346</c:v>
                </c:pt>
                <c:pt idx="2334">
                  <c:v>0.1495648687780346</c:v>
                </c:pt>
                <c:pt idx="2335">
                  <c:v>0.1495648687780346</c:v>
                </c:pt>
                <c:pt idx="2336">
                  <c:v>0.1495648687780346</c:v>
                </c:pt>
                <c:pt idx="2337">
                  <c:v>0.1495648687780346</c:v>
                </c:pt>
                <c:pt idx="2338">
                  <c:v>0.1495648687780346</c:v>
                </c:pt>
                <c:pt idx="2339">
                  <c:v>0.1495648687780346</c:v>
                </c:pt>
                <c:pt idx="2340">
                  <c:v>0.1495648687780346</c:v>
                </c:pt>
                <c:pt idx="2341">
                  <c:v>0.1495648687780346</c:v>
                </c:pt>
                <c:pt idx="2342">
                  <c:v>0.1495648687780346</c:v>
                </c:pt>
                <c:pt idx="2343">
                  <c:v>0.1495648687780346</c:v>
                </c:pt>
                <c:pt idx="2344">
                  <c:v>0.1495648687780346</c:v>
                </c:pt>
                <c:pt idx="2345">
                  <c:v>0.1495648687780346</c:v>
                </c:pt>
                <c:pt idx="2346">
                  <c:v>0.1495648687780346</c:v>
                </c:pt>
                <c:pt idx="2347">
                  <c:v>0.1495648687780346</c:v>
                </c:pt>
                <c:pt idx="2348">
                  <c:v>0.1495648687780346</c:v>
                </c:pt>
                <c:pt idx="2349">
                  <c:v>0.1495648687780346</c:v>
                </c:pt>
                <c:pt idx="2350">
                  <c:v>0.1495648687780346</c:v>
                </c:pt>
                <c:pt idx="2351">
                  <c:v>0.1495648687780346</c:v>
                </c:pt>
                <c:pt idx="2352">
                  <c:v>0.1495648687780346</c:v>
                </c:pt>
                <c:pt idx="2353">
                  <c:v>0.1495648687780346</c:v>
                </c:pt>
                <c:pt idx="2354">
                  <c:v>0.1495648687780346</c:v>
                </c:pt>
                <c:pt idx="2355">
                  <c:v>0.1495648687780346</c:v>
                </c:pt>
                <c:pt idx="2356">
                  <c:v>0.1495648687780346</c:v>
                </c:pt>
                <c:pt idx="2357">
                  <c:v>0.1495648687780346</c:v>
                </c:pt>
                <c:pt idx="2358">
                  <c:v>0.1495648687780346</c:v>
                </c:pt>
                <c:pt idx="2359">
                  <c:v>0.1495648687780346</c:v>
                </c:pt>
                <c:pt idx="2360">
                  <c:v>0.1495648687780346</c:v>
                </c:pt>
                <c:pt idx="2361">
                  <c:v>0.1495648687780346</c:v>
                </c:pt>
                <c:pt idx="2362">
                  <c:v>0.1495648687780346</c:v>
                </c:pt>
                <c:pt idx="2363">
                  <c:v>0.1495648687780346</c:v>
                </c:pt>
                <c:pt idx="2364">
                  <c:v>0.1495648687780346</c:v>
                </c:pt>
                <c:pt idx="2365">
                  <c:v>0.1495648687780346</c:v>
                </c:pt>
                <c:pt idx="2366">
                  <c:v>0.1495648687780346</c:v>
                </c:pt>
                <c:pt idx="2367">
                  <c:v>0.1495648687780346</c:v>
                </c:pt>
                <c:pt idx="2368">
                  <c:v>0.1495648687780346</c:v>
                </c:pt>
                <c:pt idx="2369">
                  <c:v>0.1495648687780346</c:v>
                </c:pt>
                <c:pt idx="2370">
                  <c:v>0.1495648687780346</c:v>
                </c:pt>
                <c:pt idx="2371">
                  <c:v>0.1495648687780346</c:v>
                </c:pt>
                <c:pt idx="2372">
                  <c:v>0.1495648687780346</c:v>
                </c:pt>
                <c:pt idx="2373">
                  <c:v>0.1495648687780346</c:v>
                </c:pt>
                <c:pt idx="2374">
                  <c:v>0.1495648687780346</c:v>
                </c:pt>
                <c:pt idx="2375">
                  <c:v>0.1495648687780346</c:v>
                </c:pt>
                <c:pt idx="2376">
                  <c:v>0.1495648687780346</c:v>
                </c:pt>
                <c:pt idx="2377">
                  <c:v>0.1495648687780346</c:v>
                </c:pt>
                <c:pt idx="2378">
                  <c:v>0.1495648687780346</c:v>
                </c:pt>
                <c:pt idx="2379">
                  <c:v>0.1495648687780346</c:v>
                </c:pt>
                <c:pt idx="2380">
                  <c:v>0.1495648687780346</c:v>
                </c:pt>
                <c:pt idx="2381">
                  <c:v>0.1495648687780346</c:v>
                </c:pt>
                <c:pt idx="2382">
                  <c:v>0.1495648687780346</c:v>
                </c:pt>
                <c:pt idx="2383">
                  <c:v>0.1495648687780346</c:v>
                </c:pt>
                <c:pt idx="2384">
                  <c:v>0.1495648687780346</c:v>
                </c:pt>
                <c:pt idx="2385">
                  <c:v>0.1495648687780346</c:v>
                </c:pt>
                <c:pt idx="2386">
                  <c:v>0.1495648687780346</c:v>
                </c:pt>
                <c:pt idx="2387">
                  <c:v>0.1495648687780346</c:v>
                </c:pt>
                <c:pt idx="2388">
                  <c:v>0.1495648687780346</c:v>
                </c:pt>
                <c:pt idx="2389">
                  <c:v>0.1495648687780346</c:v>
                </c:pt>
                <c:pt idx="2390">
                  <c:v>0.1495648687780346</c:v>
                </c:pt>
                <c:pt idx="2391">
                  <c:v>0.1495648687780346</c:v>
                </c:pt>
                <c:pt idx="2392">
                  <c:v>0.1495648687780346</c:v>
                </c:pt>
                <c:pt idx="2393">
                  <c:v>0.1495648687780346</c:v>
                </c:pt>
                <c:pt idx="2394">
                  <c:v>0.1495648687780346</c:v>
                </c:pt>
                <c:pt idx="2395">
                  <c:v>0.1495648687780346</c:v>
                </c:pt>
                <c:pt idx="2396">
                  <c:v>0.1495648687780346</c:v>
                </c:pt>
                <c:pt idx="2397">
                  <c:v>0.1495648687780346</c:v>
                </c:pt>
                <c:pt idx="2398">
                  <c:v>0.1495648687780346</c:v>
                </c:pt>
                <c:pt idx="2399">
                  <c:v>0.1495648687780346</c:v>
                </c:pt>
                <c:pt idx="2400">
                  <c:v>0.1495648687780346</c:v>
                </c:pt>
                <c:pt idx="2401">
                  <c:v>0.1495648687780346</c:v>
                </c:pt>
                <c:pt idx="2402">
                  <c:v>0.1495648687780346</c:v>
                </c:pt>
                <c:pt idx="2403">
                  <c:v>0.1495648687780346</c:v>
                </c:pt>
                <c:pt idx="2404">
                  <c:v>0.1495648687780346</c:v>
                </c:pt>
                <c:pt idx="2405">
                  <c:v>0.1495648687780346</c:v>
                </c:pt>
                <c:pt idx="2406">
                  <c:v>0.1495648687780346</c:v>
                </c:pt>
                <c:pt idx="2407">
                  <c:v>0.1495648687780346</c:v>
                </c:pt>
                <c:pt idx="2408">
                  <c:v>0.1495648687780346</c:v>
                </c:pt>
                <c:pt idx="2409">
                  <c:v>0.1495648687780346</c:v>
                </c:pt>
                <c:pt idx="2410">
                  <c:v>0.1495648687780346</c:v>
                </c:pt>
                <c:pt idx="2411">
                  <c:v>0.1495648687780346</c:v>
                </c:pt>
                <c:pt idx="2412">
                  <c:v>0.1495648687780346</c:v>
                </c:pt>
                <c:pt idx="2413">
                  <c:v>0.1495648687780346</c:v>
                </c:pt>
                <c:pt idx="2414">
                  <c:v>0.1495648687780346</c:v>
                </c:pt>
                <c:pt idx="2415">
                  <c:v>0.1495648687780346</c:v>
                </c:pt>
                <c:pt idx="2416">
                  <c:v>0.1495648687780346</c:v>
                </c:pt>
                <c:pt idx="2417">
                  <c:v>0.1495648687780346</c:v>
                </c:pt>
                <c:pt idx="2418">
                  <c:v>0.1495648687780346</c:v>
                </c:pt>
                <c:pt idx="2419">
                  <c:v>0.1495648687780346</c:v>
                </c:pt>
                <c:pt idx="2420">
                  <c:v>0.1495648687780346</c:v>
                </c:pt>
                <c:pt idx="2421">
                  <c:v>0.1495648687780346</c:v>
                </c:pt>
                <c:pt idx="2422">
                  <c:v>0.1495648687780346</c:v>
                </c:pt>
                <c:pt idx="2423">
                  <c:v>0.1495648687780346</c:v>
                </c:pt>
                <c:pt idx="2424">
                  <c:v>0.1495648687780346</c:v>
                </c:pt>
                <c:pt idx="2425">
                  <c:v>0.1495648687780346</c:v>
                </c:pt>
                <c:pt idx="2426">
                  <c:v>0.1495648687780346</c:v>
                </c:pt>
                <c:pt idx="2427">
                  <c:v>0.1495648687780346</c:v>
                </c:pt>
                <c:pt idx="2428">
                  <c:v>0.1495648687780346</c:v>
                </c:pt>
                <c:pt idx="2429">
                  <c:v>0.1495648687780346</c:v>
                </c:pt>
                <c:pt idx="2430">
                  <c:v>0.1495648687780346</c:v>
                </c:pt>
                <c:pt idx="2431">
                  <c:v>0.1495648687780346</c:v>
                </c:pt>
                <c:pt idx="2432">
                  <c:v>0.1495648687780346</c:v>
                </c:pt>
                <c:pt idx="2433">
                  <c:v>0.1495648687780346</c:v>
                </c:pt>
                <c:pt idx="2434">
                  <c:v>0.1495648687780346</c:v>
                </c:pt>
                <c:pt idx="2435">
                  <c:v>0.1495648687780346</c:v>
                </c:pt>
                <c:pt idx="2436">
                  <c:v>0.1495648687780346</c:v>
                </c:pt>
                <c:pt idx="2437">
                  <c:v>0.1495648687780346</c:v>
                </c:pt>
                <c:pt idx="2438">
                  <c:v>0.1495648687780346</c:v>
                </c:pt>
                <c:pt idx="2439">
                  <c:v>0.1495648687780346</c:v>
                </c:pt>
                <c:pt idx="2440">
                  <c:v>0.1495648687780346</c:v>
                </c:pt>
                <c:pt idx="2441">
                  <c:v>0.1495648687780346</c:v>
                </c:pt>
                <c:pt idx="2442">
                  <c:v>0.1495648687780346</c:v>
                </c:pt>
                <c:pt idx="2443">
                  <c:v>0.1495648687780346</c:v>
                </c:pt>
                <c:pt idx="2444">
                  <c:v>0.1495648687780346</c:v>
                </c:pt>
                <c:pt idx="2445">
                  <c:v>0.1495648687780346</c:v>
                </c:pt>
                <c:pt idx="2446">
                  <c:v>0.1495648687780346</c:v>
                </c:pt>
                <c:pt idx="2447">
                  <c:v>0.1495648687780346</c:v>
                </c:pt>
                <c:pt idx="2448">
                  <c:v>0.1495648687780346</c:v>
                </c:pt>
                <c:pt idx="2449">
                  <c:v>0.1495648687780346</c:v>
                </c:pt>
                <c:pt idx="2450">
                  <c:v>0.1495648687780346</c:v>
                </c:pt>
                <c:pt idx="2451">
                  <c:v>0.1495648687780346</c:v>
                </c:pt>
                <c:pt idx="2452">
                  <c:v>0.1495648687780346</c:v>
                </c:pt>
                <c:pt idx="2453">
                  <c:v>0.1495648687780346</c:v>
                </c:pt>
                <c:pt idx="2454">
                  <c:v>0.1495648687780346</c:v>
                </c:pt>
                <c:pt idx="2455">
                  <c:v>0.1495648687780346</c:v>
                </c:pt>
                <c:pt idx="2456">
                  <c:v>0.1495648687780346</c:v>
                </c:pt>
                <c:pt idx="2457">
                  <c:v>0.1495648687780346</c:v>
                </c:pt>
                <c:pt idx="2458">
                  <c:v>0.1495648687780346</c:v>
                </c:pt>
                <c:pt idx="2459">
                  <c:v>0.1495648687780346</c:v>
                </c:pt>
                <c:pt idx="2460">
                  <c:v>0.1495648687780346</c:v>
                </c:pt>
                <c:pt idx="2461">
                  <c:v>0.1495648687780346</c:v>
                </c:pt>
                <c:pt idx="2462">
                  <c:v>0.1495648687780346</c:v>
                </c:pt>
                <c:pt idx="2463">
                  <c:v>0.1495648687780346</c:v>
                </c:pt>
                <c:pt idx="2464">
                  <c:v>0.1495648687780346</c:v>
                </c:pt>
                <c:pt idx="2465">
                  <c:v>0.1495648687780346</c:v>
                </c:pt>
                <c:pt idx="2466">
                  <c:v>0.1495648687780346</c:v>
                </c:pt>
                <c:pt idx="2467">
                  <c:v>0.1495648687780346</c:v>
                </c:pt>
                <c:pt idx="2468">
                  <c:v>0.1495648687780346</c:v>
                </c:pt>
                <c:pt idx="2469">
                  <c:v>0.1495648687780346</c:v>
                </c:pt>
                <c:pt idx="2470">
                  <c:v>0.1495648687780346</c:v>
                </c:pt>
                <c:pt idx="2471">
                  <c:v>0.1495648687780346</c:v>
                </c:pt>
                <c:pt idx="2472">
                  <c:v>0.1495648687780346</c:v>
                </c:pt>
                <c:pt idx="2473">
                  <c:v>0.1495648687780346</c:v>
                </c:pt>
                <c:pt idx="2474">
                  <c:v>0.1495648687780346</c:v>
                </c:pt>
                <c:pt idx="2475">
                  <c:v>0.1495648687780346</c:v>
                </c:pt>
                <c:pt idx="2476">
                  <c:v>0.1495648687780346</c:v>
                </c:pt>
                <c:pt idx="2477">
                  <c:v>0.1495648687780346</c:v>
                </c:pt>
                <c:pt idx="2478">
                  <c:v>0.1495648687780346</c:v>
                </c:pt>
                <c:pt idx="2479">
                  <c:v>0.1495648687780346</c:v>
                </c:pt>
                <c:pt idx="2480">
                  <c:v>0.1495648687780346</c:v>
                </c:pt>
                <c:pt idx="2481">
                  <c:v>0.1495648687780346</c:v>
                </c:pt>
                <c:pt idx="2482">
                  <c:v>0.1495648687780346</c:v>
                </c:pt>
                <c:pt idx="2483">
                  <c:v>0.1495648687780346</c:v>
                </c:pt>
                <c:pt idx="2484">
                  <c:v>0.1495648687780346</c:v>
                </c:pt>
                <c:pt idx="2485">
                  <c:v>0.1495648687780346</c:v>
                </c:pt>
                <c:pt idx="2486">
                  <c:v>0.1495648687780346</c:v>
                </c:pt>
                <c:pt idx="2487">
                  <c:v>0.1495648687780346</c:v>
                </c:pt>
                <c:pt idx="2488">
                  <c:v>0.1495648687780346</c:v>
                </c:pt>
                <c:pt idx="2489">
                  <c:v>0.1495648687780346</c:v>
                </c:pt>
                <c:pt idx="2490">
                  <c:v>0.1495648687780346</c:v>
                </c:pt>
                <c:pt idx="2491">
                  <c:v>0.1495648687780346</c:v>
                </c:pt>
                <c:pt idx="2492">
                  <c:v>0.1495648687780346</c:v>
                </c:pt>
                <c:pt idx="2493">
                  <c:v>0.1495648687780346</c:v>
                </c:pt>
                <c:pt idx="2494">
                  <c:v>0.1495648687780346</c:v>
                </c:pt>
                <c:pt idx="2495">
                  <c:v>0.1495648687780346</c:v>
                </c:pt>
                <c:pt idx="2496">
                  <c:v>0.1495648687780346</c:v>
                </c:pt>
                <c:pt idx="2497">
                  <c:v>0.1495648687780346</c:v>
                </c:pt>
                <c:pt idx="2498">
                  <c:v>0.1495648687780346</c:v>
                </c:pt>
                <c:pt idx="2499">
                  <c:v>0.1495648687780346</c:v>
                </c:pt>
                <c:pt idx="2500">
                  <c:v>0.1495648687780346</c:v>
                </c:pt>
                <c:pt idx="2501">
                  <c:v>0.1495648687780346</c:v>
                </c:pt>
                <c:pt idx="2502">
                  <c:v>0.1495648687780346</c:v>
                </c:pt>
                <c:pt idx="2503">
                  <c:v>0.1495648687780346</c:v>
                </c:pt>
                <c:pt idx="2504">
                  <c:v>0.1495648687780346</c:v>
                </c:pt>
                <c:pt idx="2505">
                  <c:v>0.1495648687780346</c:v>
                </c:pt>
                <c:pt idx="2506">
                  <c:v>0.1495648687780346</c:v>
                </c:pt>
                <c:pt idx="2507">
                  <c:v>0.1495648687780346</c:v>
                </c:pt>
                <c:pt idx="2508">
                  <c:v>0.1495648687780346</c:v>
                </c:pt>
                <c:pt idx="2509">
                  <c:v>0.1495648687780346</c:v>
                </c:pt>
                <c:pt idx="2510">
                  <c:v>0.1495648687780346</c:v>
                </c:pt>
                <c:pt idx="2511">
                  <c:v>0.1495648687780346</c:v>
                </c:pt>
                <c:pt idx="2512">
                  <c:v>0.1495648687780346</c:v>
                </c:pt>
                <c:pt idx="2513">
                  <c:v>0.1495648687780346</c:v>
                </c:pt>
                <c:pt idx="2514">
                  <c:v>0.1495648687780346</c:v>
                </c:pt>
                <c:pt idx="2515">
                  <c:v>0.1495648687780346</c:v>
                </c:pt>
                <c:pt idx="2516">
                  <c:v>0.1495648687780346</c:v>
                </c:pt>
                <c:pt idx="2517">
                  <c:v>0.1495648687780346</c:v>
                </c:pt>
                <c:pt idx="2518">
                  <c:v>0.1495648687780346</c:v>
                </c:pt>
                <c:pt idx="2519">
                  <c:v>0.1495648687780346</c:v>
                </c:pt>
                <c:pt idx="2520">
                  <c:v>0.1495648687780346</c:v>
                </c:pt>
                <c:pt idx="2521">
                  <c:v>0.1495648687780346</c:v>
                </c:pt>
                <c:pt idx="2522">
                  <c:v>0.1495648687780346</c:v>
                </c:pt>
                <c:pt idx="2523">
                  <c:v>0.1495648687780346</c:v>
                </c:pt>
                <c:pt idx="2524">
                  <c:v>0.1495648687780346</c:v>
                </c:pt>
                <c:pt idx="2525">
                  <c:v>0.1495648687780346</c:v>
                </c:pt>
                <c:pt idx="2526">
                  <c:v>0.1495648687780346</c:v>
                </c:pt>
                <c:pt idx="2527">
                  <c:v>0.1495648687780346</c:v>
                </c:pt>
                <c:pt idx="2528">
                  <c:v>0.1495648687780346</c:v>
                </c:pt>
                <c:pt idx="2529">
                  <c:v>0.1495648687780346</c:v>
                </c:pt>
                <c:pt idx="2530">
                  <c:v>0.1495648687780346</c:v>
                </c:pt>
                <c:pt idx="2531">
                  <c:v>0.1495648687780346</c:v>
                </c:pt>
                <c:pt idx="2532">
                  <c:v>0.1495648687780346</c:v>
                </c:pt>
                <c:pt idx="2533">
                  <c:v>0.1495648687780346</c:v>
                </c:pt>
                <c:pt idx="2534">
                  <c:v>0.1495648687780346</c:v>
                </c:pt>
                <c:pt idx="2535">
                  <c:v>0.1495648687780346</c:v>
                </c:pt>
                <c:pt idx="2536">
                  <c:v>0.1495648687780346</c:v>
                </c:pt>
                <c:pt idx="2537">
                  <c:v>0.1495648687780346</c:v>
                </c:pt>
                <c:pt idx="2538">
                  <c:v>0.1495648687780346</c:v>
                </c:pt>
                <c:pt idx="2539">
                  <c:v>0.1495648687780346</c:v>
                </c:pt>
                <c:pt idx="2540">
                  <c:v>0.1495648687780346</c:v>
                </c:pt>
                <c:pt idx="2541">
                  <c:v>0.1495648687780346</c:v>
                </c:pt>
                <c:pt idx="2542">
                  <c:v>0.1495648687780346</c:v>
                </c:pt>
                <c:pt idx="2543">
                  <c:v>0.1495648687780346</c:v>
                </c:pt>
                <c:pt idx="2544">
                  <c:v>0.1495648687780346</c:v>
                </c:pt>
                <c:pt idx="2545">
                  <c:v>0.1495648687780346</c:v>
                </c:pt>
                <c:pt idx="2546">
                  <c:v>0.1495648687780346</c:v>
                </c:pt>
                <c:pt idx="2547">
                  <c:v>0.1495648687780346</c:v>
                </c:pt>
                <c:pt idx="2548">
                  <c:v>0.1495648687780346</c:v>
                </c:pt>
                <c:pt idx="2549">
                  <c:v>0.1495648687780346</c:v>
                </c:pt>
                <c:pt idx="2550">
                  <c:v>0.1495648687780346</c:v>
                </c:pt>
                <c:pt idx="2551">
                  <c:v>0.1495648687780346</c:v>
                </c:pt>
                <c:pt idx="2552">
                  <c:v>0.1495648687780346</c:v>
                </c:pt>
                <c:pt idx="2553">
                  <c:v>0.1495648687780346</c:v>
                </c:pt>
                <c:pt idx="2554">
                  <c:v>0.1495648687780346</c:v>
                </c:pt>
                <c:pt idx="2555">
                  <c:v>0.1495648687780346</c:v>
                </c:pt>
                <c:pt idx="2556">
                  <c:v>0.1495648687780346</c:v>
                </c:pt>
                <c:pt idx="2557">
                  <c:v>0.1495648687780346</c:v>
                </c:pt>
                <c:pt idx="2558">
                  <c:v>0.1495648687780346</c:v>
                </c:pt>
                <c:pt idx="2559">
                  <c:v>0.1495648687780346</c:v>
                </c:pt>
                <c:pt idx="2560">
                  <c:v>0.1495648687780346</c:v>
                </c:pt>
                <c:pt idx="2561">
                  <c:v>0.1495648687780346</c:v>
                </c:pt>
                <c:pt idx="2562">
                  <c:v>0.1495648687780346</c:v>
                </c:pt>
                <c:pt idx="2563">
                  <c:v>0.1495648687780346</c:v>
                </c:pt>
                <c:pt idx="2564">
                  <c:v>0.1495648687780346</c:v>
                </c:pt>
                <c:pt idx="2565">
                  <c:v>0.1495648687780346</c:v>
                </c:pt>
                <c:pt idx="2566">
                  <c:v>0.1495648687780346</c:v>
                </c:pt>
                <c:pt idx="2567">
                  <c:v>0.1495648687780346</c:v>
                </c:pt>
                <c:pt idx="2568">
                  <c:v>0.1495648687780346</c:v>
                </c:pt>
                <c:pt idx="2569">
                  <c:v>0.1495648687780346</c:v>
                </c:pt>
                <c:pt idx="2570">
                  <c:v>0.1495648687780346</c:v>
                </c:pt>
                <c:pt idx="2571">
                  <c:v>0.1495648687780346</c:v>
                </c:pt>
                <c:pt idx="2572">
                  <c:v>0.1495648687780346</c:v>
                </c:pt>
                <c:pt idx="2573">
                  <c:v>0.1495648687780346</c:v>
                </c:pt>
                <c:pt idx="2574">
                  <c:v>0.1495648687780346</c:v>
                </c:pt>
                <c:pt idx="2575">
                  <c:v>0.1495648687780346</c:v>
                </c:pt>
                <c:pt idx="2576">
                  <c:v>0.1495648687780346</c:v>
                </c:pt>
                <c:pt idx="2577">
                  <c:v>0.1495648687780346</c:v>
                </c:pt>
                <c:pt idx="2578">
                  <c:v>0.1495648687780346</c:v>
                </c:pt>
                <c:pt idx="2579">
                  <c:v>0.1495648687780346</c:v>
                </c:pt>
                <c:pt idx="2580">
                  <c:v>0.1495648687780346</c:v>
                </c:pt>
                <c:pt idx="2581">
                  <c:v>0.1495648687780346</c:v>
                </c:pt>
                <c:pt idx="2582">
                  <c:v>0.1495648687780346</c:v>
                </c:pt>
                <c:pt idx="2583">
                  <c:v>0.1495648687780346</c:v>
                </c:pt>
                <c:pt idx="2584">
                  <c:v>0.1495648687780346</c:v>
                </c:pt>
                <c:pt idx="2585">
                  <c:v>0.1495648687780346</c:v>
                </c:pt>
                <c:pt idx="2586">
                  <c:v>0.1495648687780346</c:v>
                </c:pt>
                <c:pt idx="2587">
                  <c:v>0.1495648687780346</c:v>
                </c:pt>
                <c:pt idx="2588">
                  <c:v>0.1495648687780346</c:v>
                </c:pt>
                <c:pt idx="2589">
                  <c:v>0.1495648687780346</c:v>
                </c:pt>
                <c:pt idx="2590">
                  <c:v>0.1495648687780346</c:v>
                </c:pt>
                <c:pt idx="2591">
                  <c:v>0.1495648687780346</c:v>
                </c:pt>
                <c:pt idx="2592">
                  <c:v>0.1495648687780346</c:v>
                </c:pt>
                <c:pt idx="2593">
                  <c:v>0.1495648687780346</c:v>
                </c:pt>
                <c:pt idx="2594">
                  <c:v>0.1495648687780346</c:v>
                </c:pt>
                <c:pt idx="2595">
                  <c:v>0.1495648687780346</c:v>
                </c:pt>
                <c:pt idx="2596">
                  <c:v>0.1495648687780346</c:v>
                </c:pt>
                <c:pt idx="2597">
                  <c:v>0.1495648687780346</c:v>
                </c:pt>
                <c:pt idx="2598">
                  <c:v>0.1495648687780346</c:v>
                </c:pt>
                <c:pt idx="2599">
                  <c:v>0.1495648687780346</c:v>
                </c:pt>
                <c:pt idx="2600">
                  <c:v>0.1495648687780346</c:v>
                </c:pt>
                <c:pt idx="2601">
                  <c:v>0.1495648687780346</c:v>
                </c:pt>
                <c:pt idx="2602">
                  <c:v>0.1495648687780346</c:v>
                </c:pt>
                <c:pt idx="2603">
                  <c:v>0.1495648687780346</c:v>
                </c:pt>
                <c:pt idx="2604">
                  <c:v>0.1495648687780346</c:v>
                </c:pt>
                <c:pt idx="2605">
                  <c:v>0.1495648687780346</c:v>
                </c:pt>
                <c:pt idx="2606">
                  <c:v>0.1495648687780346</c:v>
                </c:pt>
                <c:pt idx="2607">
                  <c:v>0.1495648687780346</c:v>
                </c:pt>
                <c:pt idx="2608">
                  <c:v>0.1495648687780346</c:v>
                </c:pt>
                <c:pt idx="2609">
                  <c:v>0.1495648687780346</c:v>
                </c:pt>
                <c:pt idx="2610">
                  <c:v>0.1495648687780346</c:v>
                </c:pt>
                <c:pt idx="2611">
                  <c:v>0.1495648687780346</c:v>
                </c:pt>
                <c:pt idx="2612">
                  <c:v>0.1495648687780346</c:v>
                </c:pt>
                <c:pt idx="2613">
                  <c:v>0.1495648687780346</c:v>
                </c:pt>
                <c:pt idx="2614">
                  <c:v>0.1495648687780346</c:v>
                </c:pt>
                <c:pt idx="2615">
                  <c:v>0.1495648687780346</c:v>
                </c:pt>
                <c:pt idx="2616">
                  <c:v>0.1495648687780346</c:v>
                </c:pt>
                <c:pt idx="2617">
                  <c:v>0.1495648687780346</c:v>
                </c:pt>
                <c:pt idx="2618">
                  <c:v>0.1495648687780346</c:v>
                </c:pt>
                <c:pt idx="2619">
                  <c:v>0.1495648687780346</c:v>
                </c:pt>
                <c:pt idx="2620">
                  <c:v>0.1495648687780346</c:v>
                </c:pt>
                <c:pt idx="2621">
                  <c:v>0.1495648687780346</c:v>
                </c:pt>
                <c:pt idx="2622">
                  <c:v>0.1495648687780346</c:v>
                </c:pt>
                <c:pt idx="2623">
                  <c:v>0.1495648687780346</c:v>
                </c:pt>
                <c:pt idx="2624">
                  <c:v>0.1495648687780346</c:v>
                </c:pt>
                <c:pt idx="2625">
                  <c:v>0.1495648687780346</c:v>
                </c:pt>
                <c:pt idx="2626">
                  <c:v>0.1495648687780346</c:v>
                </c:pt>
                <c:pt idx="2627">
                  <c:v>0.1495648687780346</c:v>
                </c:pt>
                <c:pt idx="2628">
                  <c:v>0.1495648687780346</c:v>
                </c:pt>
                <c:pt idx="2629">
                  <c:v>0.1495648687780346</c:v>
                </c:pt>
                <c:pt idx="2630">
                  <c:v>0.1495648687780346</c:v>
                </c:pt>
                <c:pt idx="2631">
                  <c:v>0.1495648687780346</c:v>
                </c:pt>
                <c:pt idx="2632">
                  <c:v>0.1495648687780346</c:v>
                </c:pt>
                <c:pt idx="2633">
                  <c:v>0.1495648687780346</c:v>
                </c:pt>
                <c:pt idx="2634">
                  <c:v>0.1495648687780346</c:v>
                </c:pt>
                <c:pt idx="2635">
                  <c:v>0.1495648687780346</c:v>
                </c:pt>
                <c:pt idx="2636">
                  <c:v>0.1495648687780346</c:v>
                </c:pt>
                <c:pt idx="2637">
                  <c:v>0.1495648687780346</c:v>
                </c:pt>
                <c:pt idx="2638">
                  <c:v>0.1495648687780346</c:v>
                </c:pt>
                <c:pt idx="2639">
                  <c:v>0.1495648687780346</c:v>
                </c:pt>
                <c:pt idx="2640">
                  <c:v>0.1495648687780346</c:v>
                </c:pt>
                <c:pt idx="2641">
                  <c:v>0.1495648687780346</c:v>
                </c:pt>
                <c:pt idx="2642">
                  <c:v>0.1495648687780346</c:v>
                </c:pt>
                <c:pt idx="2643">
                  <c:v>0.1495648687780346</c:v>
                </c:pt>
                <c:pt idx="2644">
                  <c:v>0.1495648687780346</c:v>
                </c:pt>
                <c:pt idx="2645">
                  <c:v>0.1495648687780346</c:v>
                </c:pt>
                <c:pt idx="2646">
                  <c:v>0.1495648687780346</c:v>
                </c:pt>
                <c:pt idx="2647">
                  <c:v>0.1495648687780346</c:v>
                </c:pt>
                <c:pt idx="2648">
                  <c:v>0.1495648687780346</c:v>
                </c:pt>
                <c:pt idx="2649">
                  <c:v>0.1495648687780346</c:v>
                </c:pt>
                <c:pt idx="2650">
                  <c:v>0.1495648687780346</c:v>
                </c:pt>
                <c:pt idx="2651">
                  <c:v>0.1495648687780346</c:v>
                </c:pt>
                <c:pt idx="2652">
                  <c:v>0.1495648687780346</c:v>
                </c:pt>
                <c:pt idx="2653">
                  <c:v>0.1495648687780346</c:v>
                </c:pt>
                <c:pt idx="2654">
                  <c:v>0.1495648687780346</c:v>
                </c:pt>
                <c:pt idx="2655">
                  <c:v>0.1495648687780346</c:v>
                </c:pt>
                <c:pt idx="2656">
                  <c:v>0.1495648687780346</c:v>
                </c:pt>
                <c:pt idx="2657">
                  <c:v>0.1495648687780346</c:v>
                </c:pt>
                <c:pt idx="2658">
                  <c:v>0.1495648687780346</c:v>
                </c:pt>
                <c:pt idx="2659">
                  <c:v>0.1495648687780346</c:v>
                </c:pt>
                <c:pt idx="2660">
                  <c:v>0.1495648687780346</c:v>
                </c:pt>
                <c:pt idx="2661">
                  <c:v>0.1495648687780346</c:v>
                </c:pt>
                <c:pt idx="2662">
                  <c:v>0.1495648687780346</c:v>
                </c:pt>
                <c:pt idx="2663">
                  <c:v>0.1495648687780346</c:v>
                </c:pt>
                <c:pt idx="2664">
                  <c:v>0.1495648687780346</c:v>
                </c:pt>
                <c:pt idx="2665">
                  <c:v>0.1495648687780346</c:v>
                </c:pt>
                <c:pt idx="2666">
                  <c:v>0.1495648687780346</c:v>
                </c:pt>
                <c:pt idx="2667">
                  <c:v>0.1495648687780346</c:v>
                </c:pt>
                <c:pt idx="2668">
                  <c:v>0.1495648687780346</c:v>
                </c:pt>
                <c:pt idx="2669">
                  <c:v>0.1495648687780346</c:v>
                </c:pt>
                <c:pt idx="2670">
                  <c:v>0.1495648687780346</c:v>
                </c:pt>
                <c:pt idx="2671">
                  <c:v>0.1495648687780346</c:v>
                </c:pt>
                <c:pt idx="2672">
                  <c:v>0.1495648687780346</c:v>
                </c:pt>
                <c:pt idx="2673">
                  <c:v>0.1495648687780346</c:v>
                </c:pt>
                <c:pt idx="2674">
                  <c:v>0.1495648687780346</c:v>
                </c:pt>
                <c:pt idx="2675">
                  <c:v>0.1495648687780346</c:v>
                </c:pt>
                <c:pt idx="2676">
                  <c:v>0.1495648687780346</c:v>
                </c:pt>
                <c:pt idx="2677">
                  <c:v>0.1495648687780346</c:v>
                </c:pt>
                <c:pt idx="2678">
                  <c:v>0.1495648687780346</c:v>
                </c:pt>
                <c:pt idx="2679">
                  <c:v>0.1495648687780346</c:v>
                </c:pt>
                <c:pt idx="2680">
                  <c:v>0.1495648687780346</c:v>
                </c:pt>
                <c:pt idx="2681">
                  <c:v>0.1495648687780346</c:v>
                </c:pt>
                <c:pt idx="2682">
                  <c:v>0.1495648687780346</c:v>
                </c:pt>
                <c:pt idx="2683">
                  <c:v>0.1495648687780346</c:v>
                </c:pt>
                <c:pt idx="2684">
                  <c:v>0.1495648687780346</c:v>
                </c:pt>
                <c:pt idx="2685">
                  <c:v>0.1495648687780346</c:v>
                </c:pt>
                <c:pt idx="2686">
                  <c:v>0.1495648687780346</c:v>
                </c:pt>
                <c:pt idx="2687">
                  <c:v>0.1495648687780346</c:v>
                </c:pt>
                <c:pt idx="2688">
                  <c:v>0.1495648687780346</c:v>
                </c:pt>
                <c:pt idx="2689">
                  <c:v>0.1495648687780346</c:v>
                </c:pt>
                <c:pt idx="2690">
                  <c:v>0.1495648687780346</c:v>
                </c:pt>
                <c:pt idx="2691">
                  <c:v>0.1495648687780346</c:v>
                </c:pt>
                <c:pt idx="2692">
                  <c:v>0.1495648687780346</c:v>
                </c:pt>
                <c:pt idx="2693">
                  <c:v>0.1495648687780346</c:v>
                </c:pt>
                <c:pt idx="2694">
                  <c:v>0.1495648687780346</c:v>
                </c:pt>
                <c:pt idx="2695">
                  <c:v>0.1495648687780346</c:v>
                </c:pt>
                <c:pt idx="2696">
                  <c:v>0.1495648687780346</c:v>
                </c:pt>
                <c:pt idx="2697">
                  <c:v>0.1495648687780346</c:v>
                </c:pt>
                <c:pt idx="2698">
                  <c:v>0.1495648687780346</c:v>
                </c:pt>
                <c:pt idx="2699">
                  <c:v>0.1495648687780346</c:v>
                </c:pt>
                <c:pt idx="2700">
                  <c:v>0.1495648687780346</c:v>
                </c:pt>
                <c:pt idx="2701">
                  <c:v>0.1495648687780346</c:v>
                </c:pt>
                <c:pt idx="2702">
                  <c:v>0.1495648687780346</c:v>
                </c:pt>
                <c:pt idx="2703">
                  <c:v>0.1495648687780346</c:v>
                </c:pt>
                <c:pt idx="2704">
                  <c:v>0.1495648687780346</c:v>
                </c:pt>
                <c:pt idx="2705">
                  <c:v>0.1495648687780346</c:v>
                </c:pt>
                <c:pt idx="2706">
                  <c:v>0.1495648687780346</c:v>
                </c:pt>
                <c:pt idx="2707">
                  <c:v>0.1495648687780346</c:v>
                </c:pt>
                <c:pt idx="2708">
                  <c:v>0.1495648687780346</c:v>
                </c:pt>
                <c:pt idx="2709">
                  <c:v>0.1495648687780346</c:v>
                </c:pt>
                <c:pt idx="2710">
                  <c:v>0.1495648687780346</c:v>
                </c:pt>
                <c:pt idx="2711">
                  <c:v>0.1495648687780346</c:v>
                </c:pt>
                <c:pt idx="2712">
                  <c:v>0.1495648687780346</c:v>
                </c:pt>
                <c:pt idx="2713">
                  <c:v>0.1495648687780346</c:v>
                </c:pt>
                <c:pt idx="2714">
                  <c:v>0.1495648687780346</c:v>
                </c:pt>
                <c:pt idx="2715">
                  <c:v>0.1495648687780346</c:v>
                </c:pt>
                <c:pt idx="2716">
                  <c:v>0.1495648687780346</c:v>
                </c:pt>
                <c:pt idx="2717">
                  <c:v>0.1495648687780346</c:v>
                </c:pt>
                <c:pt idx="2718">
                  <c:v>0.1495648687780346</c:v>
                </c:pt>
                <c:pt idx="2719">
                  <c:v>0.1495648687780346</c:v>
                </c:pt>
                <c:pt idx="2720">
                  <c:v>0.1495648687780346</c:v>
                </c:pt>
                <c:pt idx="2721">
                  <c:v>0.1495648687780346</c:v>
                </c:pt>
                <c:pt idx="2722">
                  <c:v>0.1495648687780346</c:v>
                </c:pt>
                <c:pt idx="2723">
                  <c:v>0.1495648687780346</c:v>
                </c:pt>
                <c:pt idx="2724">
                  <c:v>0.1495648687780346</c:v>
                </c:pt>
                <c:pt idx="2725">
                  <c:v>0.1495648687780346</c:v>
                </c:pt>
                <c:pt idx="2726">
                  <c:v>0.1495648687780346</c:v>
                </c:pt>
                <c:pt idx="2727">
                  <c:v>0.1495648687780346</c:v>
                </c:pt>
                <c:pt idx="2728">
                  <c:v>0.1495648687780346</c:v>
                </c:pt>
                <c:pt idx="2729">
                  <c:v>0.1495648687780346</c:v>
                </c:pt>
                <c:pt idx="2730">
                  <c:v>0.1495648687780346</c:v>
                </c:pt>
                <c:pt idx="2731">
                  <c:v>0.1495648687780346</c:v>
                </c:pt>
                <c:pt idx="2732">
                  <c:v>0.1495648687780346</c:v>
                </c:pt>
                <c:pt idx="2733">
                  <c:v>0.1495648687780346</c:v>
                </c:pt>
                <c:pt idx="2734">
                  <c:v>0.1495648687780346</c:v>
                </c:pt>
                <c:pt idx="2735">
                  <c:v>0.1495648687780346</c:v>
                </c:pt>
                <c:pt idx="2736">
                  <c:v>0.1495648687780346</c:v>
                </c:pt>
                <c:pt idx="2737">
                  <c:v>0.1495648687780346</c:v>
                </c:pt>
                <c:pt idx="2738">
                  <c:v>0.1495648687780346</c:v>
                </c:pt>
                <c:pt idx="2739">
                  <c:v>0.1495648687780346</c:v>
                </c:pt>
                <c:pt idx="2740">
                  <c:v>0.1495648687780346</c:v>
                </c:pt>
                <c:pt idx="2741">
                  <c:v>0.1495648687780346</c:v>
                </c:pt>
                <c:pt idx="2742">
                  <c:v>0.1495648687780346</c:v>
                </c:pt>
                <c:pt idx="2743">
                  <c:v>0.1495648687780346</c:v>
                </c:pt>
                <c:pt idx="2744">
                  <c:v>0.1495648687780346</c:v>
                </c:pt>
                <c:pt idx="2745">
                  <c:v>0.1495648687780346</c:v>
                </c:pt>
                <c:pt idx="2746">
                  <c:v>0.1495648687780346</c:v>
                </c:pt>
                <c:pt idx="2747">
                  <c:v>0.1495648687780346</c:v>
                </c:pt>
                <c:pt idx="2748">
                  <c:v>0.1495648687780346</c:v>
                </c:pt>
                <c:pt idx="2749">
                  <c:v>0.1495648687780346</c:v>
                </c:pt>
                <c:pt idx="2750">
                  <c:v>0.1495648687780346</c:v>
                </c:pt>
                <c:pt idx="2751">
                  <c:v>0.1495648687780346</c:v>
                </c:pt>
                <c:pt idx="2752">
                  <c:v>0.1495648687780346</c:v>
                </c:pt>
                <c:pt idx="2753">
                  <c:v>0.1495648687780346</c:v>
                </c:pt>
                <c:pt idx="2754">
                  <c:v>0.1495648687780346</c:v>
                </c:pt>
                <c:pt idx="2755">
                  <c:v>0.1495648687780346</c:v>
                </c:pt>
                <c:pt idx="2756">
                  <c:v>0.1495648687780346</c:v>
                </c:pt>
                <c:pt idx="2757">
                  <c:v>0.1495648687780346</c:v>
                </c:pt>
                <c:pt idx="2758">
                  <c:v>0.1495648687780346</c:v>
                </c:pt>
                <c:pt idx="2759">
                  <c:v>0.1495648687780346</c:v>
                </c:pt>
                <c:pt idx="2760">
                  <c:v>0.1495648687780346</c:v>
                </c:pt>
                <c:pt idx="2761">
                  <c:v>0.1495648687780346</c:v>
                </c:pt>
                <c:pt idx="2762">
                  <c:v>0.1495648687780346</c:v>
                </c:pt>
                <c:pt idx="2763">
                  <c:v>0.1495648687780346</c:v>
                </c:pt>
                <c:pt idx="2764">
                  <c:v>0.1495648687780346</c:v>
                </c:pt>
                <c:pt idx="2765">
                  <c:v>0.1495648687780346</c:v>
                </c:pt>
                <c:pt idx="2766">
                  <c:v>0.1495648687780346</c:v>
                </c:pt>
                <c:pt idx="2767">
                  <c:v>0.1495648687780346</c:v>
                </c:pt>
                <c:pt idx="2768">
                  <c:v>0.1495648687780346</c:v>
                </c:pt>
                <c:pt idx="2769">
                  <c:v>0.1495648687780346</c:v>
                </c:pt>
                <c:pt idx="2770">
                  <c:v>0.1495648687780346</c:v>
                </c:pt>
                <c:pt idx="2771">
                  <c:v>0.1495648687780346</c:v>
                </c:pt>
                <c:pt idx="2772">
                  <c:v>0.1495648687780346</c:v>
                </c:pt>
                <c:pt idx="2773">
                  <c:v>0.1495648687780346</c:v>
                </c:pt>
                <c:pt idx="2774">
                  <c:v>0.1495648687780346</c:v>
                </c:pt>
                <c:pt idx="2775">
                  <c:v>0.1495648687780346</c:v>
                </c:pt>
                <c:pt idx="2776">
                  <c:v>0.1495648687780346</c:v>
                </c:pt>
                <c:pt idx="2777">
                  <c:v>0.1495648687780346</c:v>
                </c:pt>
                <c:pt idx="2778">
                  <c:v>0.1495648687780346</c:v>
                </c:pt>
                <c:pt idx="2779">
                  <c:v>0.1495648687780346</c:v>
                </c:pt>
                <c:pt idx="2780">
                  <c:v>0.1495648687780346</c:v>
                </c:pt>
                <c:pt idx="2781">
                  <c:v>0.1495648687780346</c:v>
                </c:pt>
                <c:pt idx="2782">
                  <c:v>0.1495648687780346</c:v>
                </c:pt>
                <c:pt idx="2783">
                  <c:v>0.1495648687780346</c:v>
                </c:pt>
                <c:pt idx="2784">
                  <c:v>0.1495648687780346</c:v>
                </c:pt>
                <c:pt idx="2785">
                  <c:v>0.1495648687780346</c:v>
                </c:pt>
                <c:pt idx="2786">
                  <c:v>0.1495648687780346</c:v>
                </c:pt>
                <c:pt idx="2787">
                  <c:v>0.1495648687780346</c:v>
                </c:pt>
                <c:pt idx="2788">
                  <c:v>0.1495648687780346</c:v>
                </c:pt>
                <c:pt idx="2789">
                  <c:v>0.1495648687780346</c:v>
                </c:pt>
                <c:pt idx="2790">
                  <c:v>0.1495648687780346</c:v>
                </c:pt>
                <c:pt idx="2791">
                  <c:v>0.1495648687780346</c:v>
                </c:pt>
                <c:pt idx="2792">
                  <c:v>0.1495648687780346</c:v>
                </c:pt>
                <c:pt idx="2793">
                  <c:v>0.1495648687780346</c:v>
                </c:pt>
                <c:pt idx="2794">
                  <c:v>0.1495648687780346</c:v>
                </c:pt>
                <c:pt idx="2795">
                  <c:v>0.1495648687780346</c:v>
                </c:pt>
                <c:pt idx="2796">
                  <c:v>0.1495648687780346</c:v>
                </c:pt>
                <c:pt idx="2797">
                  <c:v>0.1495648687780346</c:v>
                </c:pt>
                <c:pt idx="2798">
                  <c:v>0.1495648687780346</c:v>
                </c:pt>
                <c:pt idx="2799">
                  <c:v>0.1495648687780346</c:v>
                </c:pt>
                <c:pt idx="2800">
                  <c:v>0.1495648687780346</c:v>
                </c:pt>
                <c:pt idx="2801">
                  <c:v>0.1495648687780346</c:v>
                </c:pt>
                <c:pt idx="2802">
                  <c:v>0.1495648687780346</c:v>
                </c:pt>
                <c:pt idx="2803">
                  <c:v>0.1495648687780346</c:v>
                </c:pt>
                <c:pt idx="2804">
                  <c:v>0.1495648687780346</c:v>
                </c:pt>
                <c:pt idx="2805">
                  <c:v>0.1495648687780346</c:v>
                </c:pt>
                <c:pt idx="2806">
                  <c:v>0.1495648687780346</c:v>
                </c:pt>
                <c:pt idx="2807">
                  <c:v>0.1495648687780346</c:v>
                </c:pt>
                <c:pt idx="2808">
                  <c:v>0.1495648687780346</c:v>
                </c:pt>
                <c:pt idx="2809">
                  <c:v>0.1495648687780346</c:v>
                </c:pt>
                <c:pt idx="2810">
                  <c:v>0.1495648687780346</c:v>
                </c:pt>
                <c:pt idx="2811">
                  <c:v>0.1495648687780346</c:v>
                </c:pt>
                <c:pt idx="2812">
                  <c:v>0.1495648687780346</c:v>
                </c:pt>
                <c:pt idx="2813">
                  <c:v>0.1495648687780346</c:v>
                </c:pt>
                <c:pt idx="2814">
                  <c:v>0.1495648687780346</c:v>
                </c:pt>
                <c:pt idx="2815">
                  <c:v>0.1495648687780346</c:v>
                </c:pt>
                <c:pt idx="2816">
                  <c:v>0.1495648687780346</c:v>
                </c:pt>
                <c:pt idx="2817">
                  <c:v>0.1495648687780346</c:v>
                </c:pt>
                <c:pt idx="2818">
                  <c:v>0.1495648687780346</c:v>
                </c:pt>
                <c:pt idx="2819">
                  <c:v>0.1495648687780346</c:v>
                </c:pt>
                <c:pt idx="2820">
                  <c:v>0.1495648687780346</c:v>
                </c:pt>
                <c:pt idx="2821">
                  <c:v>0.1495648687780346</c:v>
                </c:pt>
                <c:pt idx="2822">
                  <c:v>0.1495648687780346</c:v>
                </c:pt>
                <c:pt idx="2823">
                  <c:v>0.1495648687780346</c:v>
                </c:pt>
                <c:pt idx="2824">
                  <c:v>0.1495648687780346</c:v>
                </c:pt>
                <c:pt idx="2825">
                  <c:v>0.1495648687780346</c:v>
                </c:pt>
                <c:pt idx="2826">
                  <c:v>0.1495648687780346</c:v>
                </c:pt>
                <c:pt idx="2827">
                  <c:v>0.1495648687780346</c:v>
                </c:pt>
                <c:pt idx="2828">
                  <c:v>0.1495648687780346</c:v>
                </c:pt>
                <c:pt idx="2829">
                  <c:v>0.1495648687780346</c:v>
                </c:pt>
                <c:pt idx="2830">
                  <c:v>0.1495648687780346</c:v>
                </c:pt>
                <c:pt idx="2831">
                  <c:v>0.1495648687780346</c:v>
                </c:pt>
                <c:pt idx="2832">
                  <c:v>0.1495648687780346</c:v>
                </c:pt>
                <c:pt idx="2833">
                  <c:v>0.1495648687780346</c:v>
                </c:pt>
                <c:pt idx="2834">
                  <c:v>0.1495648687780346</c:v>
                </c:pt>
                <c:pt idx="2835">
                  <c:v>0.1495648687780346</c:v>
                </c:pt>
                <c:pt idx="2836">
                  <c:v>0.1495648687780346</c:v>
                </c:pt>
                <c:pt idx="2837">
                  <c:v>0.1495648687780346</c:v>
                </c:pt>
                <c:pt idx="2838">
                  <c:v>0.1495648687780346</c:v>
                </c:pt>
                <c:pt idx="2839">
                  <c:v>0.1495648687780346</c:v>
                </c:pt>
                <c:pt idx="2840">
                  <c:v>0.1495648687780346</c:v>
                </c:pt>
                <c:pt idx="2841">
                  <c:v>0.1495648687780346</c:v>
                </c:pt>
                <c:pt idx="2842">
                  <c:v>0.1495648687780346</c:v>
                </c:pt>
                <c:pt idx="2843">
                  <c:v>0.1495648687780346</c:v>
                </c:pt>
                <c:pt idx="2844">
                  <c:v>0.1495648687780346</c:v>
                </c:pt>
                <c:pt idx="2845">
                  <c:v>0.1495648687780346</c:v>
                </c:pt>
                <c:pt idx="2846">
                  <c:v>0.1495648687780346</c:v>
                </c:pt>
                <c:pt idx="2847">
                  <c:v>0.1495648687780346</c:v>
                </c:pt>
                <c:pt idx="2848">
                  <c:v>0.1495648687780346</c:v>
                </c:pt>
                <c:pt idx="2849">
                  <c:v>0.1495648687780346</c:v>
                </c:pt>
                <c:pt idx="2850">
                  <c:v>0.1495648687780346</c:v>
                </c:pt>
                <c:pt idx="2851">
                  <c:v>0.1495648687780346</c:v>
                </c:pt>
                <c:pt idx="2852">
                  <c:v>0.1495648687780346</c:v>
                </c:pt>
                <c:pt idx="2853">
                  <c:v>0.1495648687780346</c:v>
                </c:pt>
                <c:pt idx="2854">
                  <c:v>0.1495648687780346</c:v>
                </c:pt>
                <c:pt idx="2855">
                  <c:v>0.1495648687780346</c:v>
                </c:pt>
                <c:pt idx="2856">
                  <c:v>0.1495648687780346</c:v>
                </c:pt>
                <c:pt idx="2857">
                  <c:v>0.1495648687780346</c:v>
                </c:pt>
                <c:pt idx="2858">
                  <c:v>0.1495648687780346</c:v>
                </c:pt>
                <c:pt idx="2859">
                  <c:v>0.1495648687780346</c:v>
                </c:pt>
                <c:pt idx="2860">
                  <c:v>0.1495648687780346</c:v>
                </c:pt>
                <c:pt idx="2861">
                  <c:v>0.1495648687780346</c:v>
                </c:pt>
                <c:pt idx="2862">
                  <c:v>0.1495648687780346</c:v>
                </c:pt>
                <c:pt idx="2863">
                  <c:v>0.1495648687780346</c:v>
                </c:pt>
                <c:pt idx="2864">
                  <c:v>0.1495648687780346</c:v>
                </c:pt>
                <c:pt idx="2865">
                  <c:v>0.1495648687780346</c:v>
                </c:pt>
                <c:pt idx="2866">
                  <c:v>0.1495648687780346</c:v>
                </c:pt>
                <c:pt idx="2867">
                  <c:v>0.1495648687780346</c:v>
                </c:pt>
                <c:pt idx="2868">
                  <c:v>0.1495648687780346</c:v>
                </c:pt>
                <c:pt idx="2869">
                  <c:v>0.1495648687780346</c:v>
                </c:pt>
                <c:pt idx="2870">
                  <c:v>0.1495648687780346</c:v>
                </c:pt>
                <c:pt idx="2871">
                  <c:v>0.1495648687780346</c:v>
                </c:pt>
                <c:pt idx="2872">
                  <c:v>0.1495648687780346</c:v>
                </c:pt>
                <c:pt idx="2873">
                  <c:v>0.1495648687780346</c:v>
                </c:pt>
                <c:pt idx="2874">
                  <c:v>0.1495648687780346</c:v>
                </c:pt>
                <c:pt idx="2875">
                  <c:v>0.1495648687780346</c:v>
                </c:pt>
                <c:pt idx="2876">
                  <c:v>0.1495648687780346</c:v>
                </c:pt>
                <c:pt idx="2877">
                  <c:v>0.1495648687780346</c:v>
                </c:pt>
                <c:pt idx="2878">
                  <c:v>0.1495648687780346</c:v>
                </c:pt>
                <c:pt idx="2879">
                  <c:v>0.1495648687780346</c:v>
                </c:pt>
                <c:pt idx="2880">
                  <c:v>0.1495648687780346</c:v>
                </c:pt>
                <c:pt idx="2881">
                  <c:v>0.1495648687780346</c:v>
                </c:pt>
                <c:pt idx="2882">
                  <c:v>0.1495648687780346</c:v>
                </c:pt>
                <c:pt idx="2883">
                  <c:v>0.1495648687780346</c:v>
                </c:pt>
                <c:pt idx="2884">
                  <c:v>0.1495648687780346</c:v>
                </c:pt>
                <c:pt idx="2885">
                  <c:v>0.1495648687780346</c:v>
                </c:pt>
                <c:pt idx="2886">
                  <c:v>0.1495648687780346</c:v>
                </c:pt>
                <c:pt idx="2887">
                  <c:v>0.1495648687780346</c:v>
                </c:pt>
                <c:pt idx="2888">
                  <c:v>0.1495648687780346</c:v>
                </c:pt>
                <c:pt idx="2889">
                  <c:v>0.1495648687780346</c:v>
                </c:pt>
                <c:pt idx="2890">
                  <c:v>0.1495648687780346</c:v>
                </c:pt>
                <c:pt idx="2891">
                  <c:v>0.1495648687780346</c:v>
                </c:pt>
                <c:pt idx="2892">
                  <c:v>0.1495648687780346</c:v>
                </c:pt>
                <c:pt idx="2893">
                  <c:v>0.1495648687780346</c:v>
                </c:pt>
                <c:pt idx="2894">
                  <c:v>0.1495648687780346</c:v>
                </c:pt>
                <c:pt idx="2895">
                  <c:v>0.1495648687780346</c:v>
                </c:pt>
                <c:pt idx="2896">
                  <c:v>0.1495648687780346</c:v>
                </c:pt>
                <c:pt idx="2897">
                  <c:v>0.1495648687780346</c:v>
                </c:pt>
                <c:pt idx="2898">
                  <c:v>0.1495648687780346</c:v>
                </c:pt>
                <c:pt idx="2899">
                  <c:v>0.1495648687780346</c:v>
                </c:pt>
                <c:pt idx="2900">
                  <c:v>0.1495648687780346</c:v>
                </c:pt>
                <c:pt idx="2901">
                  <c:v>0.1495648687780346</c:v>
                </c:pt>
                <c:pt idx="2902">
                  <c:v>0.1495648687780346</c:v>
                </c:pt>
                <c:pt idx="2903">
                  <c:v>0.1495648687780346</c:v>
                </c:pt>
                <c:pt idx="2904">
                  <c:v>0.1495648687780346</c:v>
                </c:pt>
                <c:pt idx="2905">
                  <c:v>0.1495648687780346</c:v>
                </c:pt>
                <c:pt idx="2906">
                  <c:v>0.1495648687780346</c:v>
                </c:pt>
                <c:pt idx="2907">
                  <c:v>0.1495648687780346</c:v>
                </c:pt>
                <c:pt idx="2908">
                  <c:v>0.1495648687780346</c:v>
                </c:pt>
                <c:pt idx="2909">
                  <c:v>0.1495648687780346</c:v>
                </c:pt>
                <c:pt idx="2910">
                  <c:v>0.1495648687780346</c:v>
                </c:pt>
                <c:pt idx="2911">
                  <c:v>0.1495648687780346</c:v>
                </c:pt>
                <c:pt idx="2912">
                  <c:v>0.1495648687780346</c:v>
                </c:pt>
                <c:pt idx="2913">
                  <c:v>0.1495648687780346</c:v>
                </c:pt>
                <c:pt idx="2914">
                  <c:v>0.1495648687780346</c:v>
                </c:pt>
                <c:pt idx="2915">
                  <c:v>0.1495648687780346</c:v>
                </c:pt>
                <c:pt idx="2916">
                  <c:v>0.1495648687780346</c:v>
                </c:pt>
                <c:pt idx="2917">
                  <c:v>0.1495648687780346</c:v>
                </c:pt>
                <c:pt idx="2918">
                  <c:v>0.1495648687780346</c:v>
                </c:pt>
                <c:pt idx="2919">
                  <c:v>0.1495648687780346</c:v>
                </c:pt>
                <c:pt idx="2920">
                  <c:v>0.1495648687780346</c:v>
                </c:pt>
                <c:pt idx="2921">
                  <c:v>0.1495648687780346</c:v>
                </c:pt>
                <c:pt idx="2922">
                  <c:v>0.1495648687780346</c:v>
                </c:pt>
                <c:pt idx="2923">
                  <c:v>0.1495648687780346</c:v>
                </c:pt>
                <c:pt idx="2924">
                  <c:v>0.1495648687780346</c:v>
                </c:pt>
                <c:pt idx="2925">
                  <c:v>0.1495648687780346</c:v>
                </c:pt>
                <c:pt idx="2926">
                  <c:v>0.1495648687780346</c:v>
                </c:pt>
                <c:pt idx="2927">
                  <c:v>0.1495648687780346</c:v>
                </c:pt>
                <c:pt idx="2928">
                  <c:v>0.1495648687780346</c:v>
                </c:pt>
                <c:pt idx="2929">
                  <c:v>0.1495648687780346</c:v>
                </c:pt>
                <c:pt idx="2930">
                  <c:v>0.1495648687780346</c:v>
                </c:pt>
                <c:pt idx="2931">
                  <c:v>0.1495648687780346</c:v>
                </c:pt>
                <c:pt idx="2932">
                  <c:v>0.1495648687780346</c:v>
                </c:pt>
                <c:pt idx="2933">
                  <c:v>0.1495648687780346</c:v>
                </c:pt>
                <c:pt idx="2934">
                  <c:v>0.1495648687780346</c:v>
                </c:pt>
                <c:pt idx="2935">
                  <c:v>0.1495648687780346</c:v>
                </c:pt>
                <c:pt idx="2936">
                  <c:v>0.1495648687780346</c:v>
                </c:pt>
                <c:pt idx="2937">
                  <c:v>0.1495648687780346</c:v>
                </c:pt>
                <c:pt idx="2938">
                  <c:v>0.1495648687780346</c:v>
                </c:pt>
                <c:pt idx="2939">
                  <c:v>0.1495648687780346</c:v>
                </c:pt>
                <c:pt idx="2940">
                  <c:v>0.1495648687780346</c:v>
                </c:pt>
                <c:pt idx="2941">
                  <c:v>0.1495648687780346</c:v>
                </c:pt>
                <c:pt idx="2942">
                  <c:v>0.1495648687780346</c:v>
                </c:pt>
                <c:pt idx="2943">
                  <c:v>0.1495648687780346</c:v>
                </c:pt>
                <c:pt idx="2944">
                  <c:v>0.1495648687780346</c:v>
                </c:pt>
                <c:pt idx="2945">
                  <c:v>0.1495648687780346</c:v>
                </c:pt>
                <c:pt idx="2946">
                  <c:v>0.1495648687780346</c:v>
                </c:pt>
                <c:pt idx="2947">
                  <c:v>0.1495648687780346</c:v>
                </c:pt>
                <c:pt idx="2948">
                  <c:v>0.1495648687780346</c:v>
                </c:pt>
                <c:pt idx="2949">
                  <c:v>0.1495648687780346</c:v>
                </c:pt>
                <c:pt idx="2950">
                  <c:v>0.1495648687780346</c:v>
                </c:pt>
                <c:pt idx="2951">
                  <c:v>0.1495648687780346</c:v>
                </c:pt>
                <c:pt idx="2952">
                  <c:v>0.1495648687780346</c:v>
                </c:pt>
                <c:pt idx="2953">
                  <c:v>0.1495648687780346</c:v>
                </c:pt>
                <c:pt idx="2954">
                  <c:v>0.1495648687780346</c:v>
                </c:pt>
                <c:pt idx="2955">
                  <c:v>0.1495648687780346</c:v>
                </c:pt>
                <c:pt idx="2956">
                  <c:v>0.1495648687780346</c:v>
                </c:pt>
                <c:pt idx="2957">
                  <c:v>0.1495648687780346</c:v>
                </c:pt>
                <c:pt idx="2958">
                  <c:v>0.1495648687780346</c:v>
                </c:pt>
                <c:pt idx="2959">
                  <c:v>0.1495648687780346</c:v>
                </c:pt>
                <c:pt idx="2960">
                  <c:v>0.1495648687780346</c:v>
                </c:pt>
                <c:pt idx="2961">
                  <c:v>0.1495648687780346</c:v>
                </c:pt>
                <c:pt idx="2962">
                  <c:v>0.1495648687780346</c:v>
                </c:pt>
                <c:pt idx="2963">
                  <c:v>0.1495648687780346</c:v>
                </c:pt>
                <c:pt idx="2964">
                  <c:v>0.1495648687780346</c:v>
                </c:pt>
                <c:pt idx="2965">
                  <c:v>0.1495648687780346</c:v>
                </c:pt>
                <c:pt idx="2966">
                  <c:v>0.1495648687780346</c:v>
                </c:pt>
                <c:pt idx="2967">
                  <c:v>0.1495648687780346</c:v>
                </c:pt>
                <c:pt idx="2968">
                  <c:v>0.1495648687780346</c:v>
                </c:pt>
                <c:pt idx="2969">
                  <c:v>0.1495648687780346</c:v>
                </c:pt>
                <c:pt idx="2970">
                  <c:v>0.1495648687780346</c:v>
                </c:pt>
                <c:pt idx="2971">
                  <c:v>0.1495648687780346</c:v>
                </c:pt>
                <c:pt idx="2972">
                  <c:v>0.1495648687780346</c:v>
                </c:pt>
                <c:pt idx="2973">
                  <c:v>0.1495648687780346</c:v>
                </c:pt>
                <c:pt idx="2974">
                  <c:v>0.1495648687780346</c:v>
                </c:pt>
                <c:pt idx="2975">
                  <c:v>0.1495648687780346</c:v>
                </c:pt>
                <c:pt idx="2976">
                  <c:v>0.1495648687780346</c:v>
                </c:pt>
                <c:pt idx="2977">
                  <c:v>0.1495648687780346</c:v>
                </c:pt>
                <c:pt idx="2978">
                  <c:v>0.1495648687780346</c:v>
                </c:pt>
                <c:pt idx="2979">
                  <c:v>0.1495648687780346</c:v>
                </c:pt>
                <c:pt idx="2980">
                  <c:v>0.1495648687780346</c:v>
                </c:pt>
                <c:pt idx="2981">
                  <c:v>0.1495648687780346</c:v>
                </c:pt>
                <c:pt idx="2982">
                  <c:v>0.1495648687780346</c:v>
                </c:pt>
                <c:pt idx="2983">
                  <c:v>0.1495648687780346</c:v>
                </c:pt>
                <c:pt idx="2984">
                  <c:v>0.1495648687780346</c:v>
                </c:pt>
                <c:pt idx="2985">
                  <c:v>0.1495648687780346</c:v>
                </c:pt>
                <c:pt idx="2986">
                  <c:v>0.1495648687780346</c:v>
                </c:pt>
                <c:pt idx="2987">
                  <c:v>0.1495648687780346</c:v>
                </c:pt>
                <c:pt idx="2988">
                  <c:v>0.1495648687780346</c:v>
                </c:pt>
                <c:pt idx="2989">
                  <c:v>0.1495648687780346</c:v>
                </c:pt>
                <c:pt idx="2990">
                  <c:v>0.1495648687780346</c:v>
                </c:pt>
                <c:pt idx="2991">
                  <c:v>0.1495648687780346</c:v>
                </c:pt>
                <c:pt idx="2992">
                  <c:v>0.1495648687780346</c:v>
                </c:pt>
                <c:pt idx="2993">
                  <c:v>0.1495648687780346</c:v>
                </c:pt>
                <c:pt idx="2994">
                  <c:v>0.1495648687780346</c:v>
                </c:pt>
                <c:pt idx="2995">
                  <c:v>0.1495648687780346</c:v>
                </c:pt>
                <c:pt idx="2996">
                  <c:v>0.1495648687780346</c:v>
                </c:pt>
                <c:pt idx="2997">
                  <c:v>0.1495648687780346</c:v>
                </c:pt>
                <c:pt idx="2998">
                  <c:v>0.1495648687780346</c:v>
                </c:pt>
                <c:pt idx="2999">
                  <c:v>0.1495648687780346</c:v>
                </c:pt>
                <c:pt idx="3000">
                  <c:v>0.1495648687780346</c:v>
                </c:pt>
                <c:pt idx="3001">
                  <c:v>0.1495648687780346</c:v>
                </c:pt>
                <c:pt idx="3002">
                  <c:v>0.1495648687780346</c:v>
                </c:pt>
                <c:pt idx="3003">
                  <c:v>0.1495648687780346</c:v>
                </c:pt>
                <c:pt idx="3004">
                  <c:v>0.1495648687780346</c:v>
                </c:pt>
                <c:pt idx="3005">
                  <c:v>0.1495648687780346</c:v>
                </c:pt>
                <c:pt idx="3006">
                  <c:v>0.1495648687780346</c:v>
                </c:pt>
                <c:pt idx="3007">
                  <c:v>0.1495648687780346</c:v>
                </c:pt>
                <c:pt idx="3008">
                  <c:v>0.1495648687780346</c:v>
                </c:pt>
                <c:pt idx="3009">
                  <c:v>0.1495648687780346</c:v>
                </c:pt>
                <c:pt idx="3010">
                  <c:v>0.1495648687780346</c:v>
                </c:pt>
                <c:pt idx="3011">
                  <c:v>0.1495648687780346</c:v>
                </c:pt>
                <c:pt idx="3012">
                  <c:v>0.1495648687780346</c:v>
                </c:pt>
                <c:pt idx="3013">
                  <c:v>0.1495648687780346</c:v>
                </c:pt>
                <c:pt idx="3014">
                  <c:v>0.1495648687780346</c:v>
                </c:pt>
                <c:pt idx="3015">
                  <c:v>0.1495648687780346</c:v>
                </c:pt>
                <c:pt idx="3016">
                  <c:v>0.1495648687780346</c:v>
                </c:pt>
                <c:pt idx="3017">
                  <c:v>0.1495648687780346</c:v>
                </c:pt>
                <c:pt idx="3018">
                  <c:v>0.1495648687780346</c:v>
                </c:pt>
                <c:pt idx="3019">
                  <c:v>0.1495648687780346</c:v>
                </c:pt>
                <c:pt idx="3020">
                  <c:v>0.1495648687780346</c:v>
                </c:pt>
                <c:pt idx="3021">
                  <c:v>0.1495648687780346</c:v>
                </c:pt>
                <c:pt idx="3022">
                  <c:v>0.1495648687780346</c:v>
                </c:pt>
                <c:pt idx="3023">
                  <c:v>0.1495648687780346</c:v>
                </c:pt>
                <c:pt idx="3024">
                  <c:v>0.1495648687780346</c:v>
                </c:pt>
                <c:pt idx="3025">
                  <c:v>0.1495648687780346</c:v>
                </c:pt>
                <c:pt idx="3026">
                  <c:v>0.1495648687780346</c:v>
                </c:pt>
                <c:pt idx="3027">
                  <c:v>0.1495648687780346</c:v>
                </c:pt>
                <c:pt idx="3028">
                  <c:v>0.1495648687780346</c:v>
                </c:pt>
                <c:pt idx="3029">
                  <c:v>0.1495648687780346</c:v>
                </c:pt>
                <c:pt idx="3030">
                  <c:v>0.1495648687780346</c:v>
                </c:pt>
                <c:pt idx="3031">
                  <c:v>0.1495648687780346</c:v>
                </c:pt>
                <c:pt idx="3032">
                  <c:v>0.1495648687780346</c:v>
                </c:pt>
                <c:pt idx="3033">
                  <c:v>0.1495648687780346</c:v>
                </c:pt>
                <c:pt idx="3034">
                  <c:v>0.1495648687780346</c:v>
                </c:pt>
                <c:pt idx="3035">
                  <c:v>0.1495648687780346</c:v>
                </c:pt>
                <c:pt idx="3036">
                  <c:v>0.1495648687780346</c:v>
                </c:pt>
                <c:pt idx="3037">
                  <c:v>0.1495648687780346</c:v>
                </c:pt>
                <c:pt idx="3038">
                  <c:v>0.1495648687780346</c:v>
                </c:pt>
                <c:pt idx="3039">
                  <c:v>0.1495648687780346</c:v>
                </c:pt>
                <c:pt idx="3040">
                  <c:v>0.1495648687780346</c:v>
                </c:pt>
                <c:pt idx="3041">
                  <c:v>0.1495648687780346</c:v>
                </c:pt>
                <c:pt idx="3042">
                  <c:v>0.1495648687780346</c:v>
                </c:pt>
                <c:pt idx="3043">
                  <c:v>0.1495648687780346</c:v>
                </c:pt>
                <c:pt idx="3044">
                  <c:v>0.1495648687780346</c:v>
                </c:pt>
                <c:pt idx="3045">
                  <c:v>0.1495648687780346</c:v>
                </c:pt>
                <c:pt idx="3046">
                  <c:v>0.1495648687780346</c:v>
                </c:pt>
                <c:pt idx="3047">
                  <c:v>0.1495648687780346</c:v>
                </c:pt>
                <c:pt idx="3048">
                  <c:v>0.1495648687780346</c:v>
                </c:pt>
                <c:pt idx="3049">
                  <c:v>0.1495648687780346</c:v>
                </c:pt>
                <c:pt idx="3050">
                  <c:v>0.1495648687780346</c:v>
                </c:pt>
                <c:pt idx="3051">
                  <c:v>0.1495648687780346</c:v>
                </c:pt>
                <c:pt idx="3052">
                  <c:v>0.1495648687780346</c:v>
                </c:pt>
                <c:pt idx="3053">
                  <c:v>0.1495648687780346</c:v>
                </c:pt>
                <c:pt idx="3054">
                  <c:v>0.1495648687780346</c:v>
                </c:pt>
                <c:pt idx="3055">
                  <c:v>0.1495648687780346</c:v>
                </c:pt>
                <c:pt idx="3056">
                  <c:v>0.1495648687780346</c:v>
                </c:pt>
                <c:pt idx="3057">
                  <c:v>0.1495648687780346</c:v>
                </c:pt>
                <c:pt idx="3058">
                  <c:v>0.1495648687780346</c:v>
                </c:pt>
                <c:pt idx="3059">
                  <c:v>0.1495648687780346</c:v>
                </c:pt>
                <c:pt idx="3060">
                  <c:v>0.1495648687780346</c:v>
                </c:pt>
                <c:pt idx="3061">
                  <c:v>0.1495648687780346</c:v>
                </c:pt>
                <c:pt idx="3062">
                  <c:v>0.1495648687780346</c:v>
                </c:pt>
                <c:pt idx="3063">
                  <c:v>0.1495648687780346</c:v>
                </c:pt>
                <c:pt idx="3064">
                  <c:v>0.1495648687780346</c:v>
                </c:pt>
                <c:pt idx="3065">
                  <c:v>0.1495648687780346</c:v>
                </c:pt>
                <c:pt idx="3066">
                  <c:v>0.1495648687780346</c:v>
                </c:pt>
                <c:pt idx="3067">
                  <c:v>0.1495648687780346</c:v>
                </c:pt>
                <c:pt idx="3068">
                  <c:v>0.1495648687780346</c:v>
                </c:pt>
                <c:pt idx="3069">
                  <c:v>0.1495648687780346</c:v>
                </c:pt>
                <c:pt idx="3070">
                  <c:v>0.1495648687780346</c:v>
                </c:pt>
                <c:pt idx="3071">
                  <c:v>0.1495648687780346</c:v>
                </c:pt>
                <c:pt idx="3072">
                  <c:v>0.1495648687780346</c:v>
                </c:pt>
                <c:pt idx="3073">
                  <c:v>0.1495648687780346</c:v>
                </c:pt>
                <c:pt idx="3074">
                  <c:v>0.1495648687780346</c:v>
                </c:pt>
                <c:pt idx="3075">
                  <c:v>0.1495648687780346</c:v>
                </c:pt>
                <c:pt idx="3076">
                  <c:v>0.1495648687780346</c:v>
                </c:pt>
                <c:pt idx="3077">
                  <c:v>0.1495648687780346</c:v>
                </c:pt>
                <c:pt idx="3078">
                  <c:v>0.1495648687780346</c:v>
                </c:pt>
                <c:pt idx="3079">
                  <c:v>0.1495648687780346</c:v>
                </c:pt>
                <c:pt idx="3080">
                  <c:v>0.1495648687780346</c:v>
                </c:pt>
                <c:pt idx="3081">
                  <c:v>0.1495648687780346</c:v>
                </c:pt>
                <c:pt idx="3082">
                  <c:v>0.1495648687780346</c:v>
                </c:pt>
                <c:pt idx="3083">
                  <c:v>0.1495648687780346</c:v>
                </c:pt>
                <c:pt idx="3084">
                  <c:v>0.1495648687780346</c:v>
                </c:pt>
                <c:pt idx="3085">
                  <c:v>0.1495648687780346</c:v>
                </c:pt>
                <c:pt idx="3086">
                  <c:v>0.1495648687780346</c:v>
                </c:pt>
                <c:pt idx="3087">
                  <c:v>0.1495648687780346</c:v>
                </c:pt>
                <c:pt idx="3088">
                  <c:v>0.1495648687780346</c:v>
                </c:pt>
                <c:pt idx="3089">
                  <c:v>0.1495648687780346</c:v>
                </c:pt>
                <c:pt idx="3090">
                  <c:v>0.1495648687780346</c:v>
                </c:pt>
                <c:pt idx="3091">
                  <c:v>0.1495648687780346</c:v>
                </c:pt>
                <c:pt idx="3092">
                  <c:v>0.1495648687780346</c:v>
                </c:pt>
                <c:pt idx="3093">
                  <c:v>0.1495648687780346</c:v>
                </c:pt>
                <c:pt idx="3094">
                  <c:v>0.1495648687780346</c:v>
                </c:pt>
                <c:pt idx="3095">
                  <c:v>0.1495648687780346</c:v>
                </c:pt>
                <c:pt idx="3096">
                  <c:v>0.1495648687780346</c:v>
                </c:pt>
                <c:pt idx="3097">
                  <c:v>0.1495648687780346</c:v>
                </c:pt>
                <c:pt idx="3098">
                  <c:v>0.1495648687780346</c:v>
                </c:pt>
                <c:pt idx="3099">
                  <c:v>0.1495648687780346</c:v>
                </c:pt>
                <c:pt idx="3100">
                  <c:v>0.1495648687780346</c:v>
                </c:pt>
                <c:pt idx="3101">
                  <c:v>0.1495648687780346</c:v>
                </c:pt>
                <c:pt idx="3102">
                  <c:v>0.1495648687780346</c:v>
                </c:pt>
                <c:pt idx="3103">
                  <c:v>0.1495648687780346</c:v>
                </c:pt>
                <c:pt idx="3104">
                  <c:v>0.1495648687780346</c:v>
                </c:pt>
                <c:pt idx="3105">
                  <c:v>0.1495648687780346</c:v>
                </c:pt>
                <c:pt idx="3106">
                  <c:v>0.1495648687780346</c:v>
                </c:pt>
                <c:pt idx="3107">
                  <c:v>0.1495648687780346</c:v>
                </c:pt>
                <c:pt idx="3108">
                  <c:v>0.1495648687780346</c:v>
                </c:pt>
                <c:pt idx="3109">
                  <c:v>0.1495648687780346</c:v>
                </c:pt>
                <c:pt idx="3110">
                  <c:v>0.1495648687780346</c:v>
                </c:pt>
                <c:pt idx="3111">
                  <c:v>0.1495648687780346</c:v>
                </c:pt>
                <c:pt idx="3112">
                  <c:v>0.1495648687780346</c:v>
                </c:pt>
                <c:pt idx="3113">
                  <c:v>0.1495648687780346</c:v>
                </c:pt>
                <c:pt idx="3114">
                  <c:v>0.1495648687780346</c:v>
                </c:pt>
                <c:pt idx="3115">
                  <c:v>0.1495648687780346</c:v>
                </c:pt>
                <c:pt idx="3116">
                  <c:v>0.1495648687780346</c:v>
                </c:pt>
                <c:pt idx="3117">
                  <c:v>0.1495648687780346</c:v>
                </c:pt>
                <c:pt idx="3118">
                  <c:v>0.1495648687780346</c:v>
                </c:pt>
                <c:pt idx="3119">
                  <c:v>0.1495648687780346</c:v>
                </c:pt>
                <c:pt idx="3120">
                  <c:v>0.1495648687780346</c:v>
                </c:pt>
                <c:pt idx="3121">
                  <c:v>0.1495648687780346</c:v>
                </c:pt>
                <c:pt idx="3122">
                  <c:v>0.1495648687780346</c:v>
                </c:pt>
                <c:pt idx="3123">
                  <c:v>0.1495648687780346</c:v>
                </c:pt>
                <c:pt idx="3124">
                  <c:v>0.1495648687780346</c:v>
                </c:pt>
                <c:pt idx="3125">
                  <c:v>0.1495648687780346</c:v>
                </c:pt>
                <c:pt idx="3126">
                  <c:v>0.1495648687780346</c:v>
                </c:pt>
                <c:pt idx="3127">
                  <c:v>0.1495648687780346</c:v>
                </c:pt>
                <c:pt idx="3128">
                  <c:v>0.1495648687780346</c:v>
                </c:pt>
                <c:pt idx="3129">
                  <c:v>0.1495648687780346</c:v>
                </c:pt>
                <c:pt idx="3130">
                  <c:v>0.1495648687780346</c:v>
                </c:pt>
                <c:pt idx="3131">
                  <c:v>0.1495648687780346</c:v>
                </c:pt>
                <c:pt idx="3132">
                  <c:v>0.1495648687780346</c:v>
                </c:pt>
                <c:pt idx="3133">
                  <c:v>0.1495648687780346</c:v>
                </c:pt>
                <c:pt idx="3134">
                  <c:v>0.1495648687780346</c:v>
                </c:pt>
                <c:pt idx="3135">
                  <c:v>0.1495648687780346</c:v>
                </c:pt>
                <c:pt idx="3136">
                  <c:v>0.1495648687780346</c:v>
                </c:pt>
                <c:pt idx="3137">
                  <c:v>0.1495648687780346</c:v>
                </c:pt>
                <c:pt idx="3138">
                  <c:v>0.1495648687780346</c:v>
                </c:pt>
                <c:pt idx="3139">
                  <c:v>0.1495648687780346</c:v>
                </c:pt>
                <c:pt idx="3140">
                  <c:v>0.1495648687780346</c:v>
                </c:pt>
                <c:pt idx="3141">
                  <c:v>0.1495648687780346</c:v>
                </c:pt>
                <c:pt idx="3142">
                  <c:v>0.1495648687780346</c:v>
                </c:pt>
                <c:pt idx="3143">
                  <c:v>0.1495648687780346</c:v>
                </c:pt>
                <c:pt idx="3144">
                  <c:v>0.1495648687780346</c:v>
                </c:pt>
                <c:pt idx="3145">
                  <c:v>0.1495648687780346</c:v>
                </c:pt>
                <c:pt idx="3146">
                  <c:v>0.1495648687780346</c:v>
                </c:pt>
                <c:pt idx="3147">
                  <c:v>0.1495648687780346</c:v>
                </c:pt>
                <c:pt idx="3148">
                  <c:v>0.1495648687780346</c:v>
                </c:pt>
                <c:pt idx="3149">
                  <c:v>0.1495648687780346</c:v>
                </c:pt>
                <c:pt idx="3150">
                  <c:v>0.1495648687780346</c:v>
                </c:pt>
                <c:pt idx="3151">
                  <c:v>0.1495648687780346</c:v>
                </c:pt>
                <c:pt idx="3152">
                  <c:v>0.1495648687780346</c:v>
                </c:pt>
                <c:pt idx="3153">
                  <c:v>0.1495648687780346</c:v>
                </c:pt>
                <c:pt idx="3154">
                  <c:v>0.1495648687780346</c:v>
                </c:pt>
                <c:pt idx="3155">
                  <c:v>0.1495648687780346</c:v>
                </c:pt>
                <c:pt idx="3156">
                  <c:v>0.1495648687780346</c:v>
                </c:pt>
                <c:pt idx="3157">
                  <c:v>0.1495648687780346</c:v>
                </c:pt>
                <c:pt idx="3158">
                  <c:v>0.1495648687780346</c:v>
                </c:pt>
                <c:pt idx="3159">
                  <c:v>0.1495648687780346</c:v>
                </c:pt>
                <c:pt idx="3160">
                  <c:v>0.1495648687780346</c:v>
                </c:pt>
                <c:pt idx="3161">
                  <c:v>0.1495648687780346</c:v>
                </c:pt>
                <c:pt idx="3162">
                  <c:v>0.1495648687780346</c:v>
                </c:pt>
                <c:pt idx="3163">
                  <c:v>0.1495648687780346</c:v>
                </c:pt>
                <c:pt idx="3164">
                  <c:v>0.1495648687780346</c:v>
                </c:pt>
                <c:pt idx="3165">
                  <c:v>0.1495648687780346</c:v>
                </c:pt>
                <c:pt idx="3166">
                  <c:v>0.1495648687780346</c:v>
                </c:pt>
                <c:pt idx="3167">
                  <c:v>0.1495648687780346</c:v>
                </c:pt>
                <c:pt idx="3168">
                  <c:v>0.1495648687780346</c:v>
                </c:pt>
                <c:pt idx="3169">
                  <c:v>0.1495648687780346</c:v>
                </c:pt>
                <c:pt idx="3170">
                  <c:v>0.1495648687780346</c:v>
                </c:pt>
                <c:pt idx="3171">
                  <c:v>0.1495648687780346</c:v>
                </c:pt>
                <c:pt idx="3172">
                  <c:v>0.1495648687780346</c:v>
                </c:pt>
                <c:pt idx="3173">
                  <c:v>0.1495648687780346</c:v>
                </c:pt>
                <c:pt idx="3174">
                  <c:v>0.1495648687780346</c:v>
                </c:pt>
                <c:pt idx="3175">
                  <c:v>0.1495648687780346</c:v>
                </c:pt>
                <c:pt idx="3176">
                  <c:v>0.1495648687780346</c:v>
                </c:pt>
                <c:pt idx="3177">
                  <c:v>0.1495648687780346</c:v>
                </c:pt>
                <c:pt idx="3178">
                  <c:v>0.1495648687780346</c:v>
                </c:pt>
                <c:pt idx="3179">
                  <c:v>0.1495648687780346</c:v>
                </c:pt>
                <c:pt idx="3180">
                  <c:v>0.1495648687780346</c:v>
                </c:pt>
                <c:pt idx="3181">
                  <c:v>0.1495648687780346</c:v>
                </c:pt>
                <c:pt idx="3182">
                  <c:v>0.1495648687780346</c:v>
                </c:pt>
                <c:pt idx="3183">
                  <c:v>0.1495648687780346</c:v>
                </c:pt>
                <c:pt idx="3184">
                  <c:v>0.1495648687780346</c:v>
                </c:pt>
                <c:pt idx="3185">
                  <c:v>0.1495648687780346</c:v>
                </c:pt>
                <c:pt idx="3186">
                  <c:v>0.1495648687780346</c:v>
                </c:pt>
                <c:pt idx="3187">
                  <c:v>0.1495648687780346</c:v>
                </c:pt>
                <c:pt idx="3188">
                  <c:v>0.1495648687780346</c:v>
                </c:pt>
                <c:pt idx="3189">
                  <c:v>0.1495648687780346</c:v>
                </c:pt>
                <c:pt idx="3190">
                  <c:v>0.1495648687780346</c:v>
                </c:pt>
                <c:pt idx="3191">
                  <c:v>0.1495648687780346</c:v>
                </c:pt>
                <c:pt idx="3192">
                  <c:v>0.1495648687780346</c:v>
                </c:pt>
                <c:pt idx="3193">
                  <c:v>0.1495648687780346</c:v>
                </c:pt>
                <c:pt idx="3194">
                  <c:v>0.1495648687780346</c:v>
                </c:pt>
                <c:pt idx="3195">
                  <c:v>0.1495648687780346</c:v>
                </c:pt>
                <c:pt idx="3196">
                  <c:v>0.1495648687780346</c:v>
                </c:pt>
                <c:pt idx="3197">
                  <c:v>0.1495648687780346</c:v>
                </c:pt>
                <c:pt idx="3198">
                  <c:v>0.1495648687780346</c:v>
                </c:pt>
                <c:pt idx="3199">
                  <c:v>0.1495648687780346</c:v>
                </c:pt>
                <c:pt idx="3200">
                  <c:v>0.1495648687780346</c:v>
                </c:pt>
                <c:pt idx="3201">
                  <c:v>0.1495648687780346</c:v>
                </c:pt>
                <c:pt idx="3202">
                  <c:v>0.1495648687780346</c:v>
                </c:pt>
                <c:pt idx="3203">
                  <c:v>0.1495648687780346</c:v>
                </c:pt>
                <c:pt idx="3204">
                  <c:v>0.1495648687780346</c:v>
                </c:pt>
                <c:pt idx="3205">
                  <c:v>0.1495648687780346</c:v>
                </c:pt>
                <c:pt idx="3206">
                  <c:v>0.1495648687780346</c:v>
                </c:pt>
                <c:pt idx="3207">
                  <c:v>0.1495648687780346</c:v>
                </c:pt>
                <c:pt idx="3208">
                  <c:v>0.1495648687780346</c:v>
                </c:pt>
                <c:pt idx="3209">
                  <c:v>0.1495648687780346</c:v>
                </c:pt>
                <c:pt idx="3210">
                  <c:v>0.1495648687780346</c:v>
                </c:pt>
                <c:pt idx="3211">
                  <c:v>0.1495648687780346</c:v>
                </c:pt>
                <c:pt idx="3212">
                  <c:v>0.1495648687780346</c:v>
                </c:pt>
                <c:pt idx="3213">
                  <c:v>0.1495648687780346</c:v>
                </c:pt>
                <c:pt idx="3214">
                  <c:v>0.1495648687780346</c:v>
                </c:pt>
                <c:pt idx="3215">
                  <c:v>0.1495648687780346</c:v>
                </c:pt>
                <c:pt idx="3216">
                  <c:v>0.1495648687780346</c:v>
                </c:pt>
                <c:pt idx="3217">
                  <c:v>0.1495648687780346</c:v>
                </c:pt>
                <c:pt idx="3218">
                  <c:v>0.1495648687780346</c:v>
                </c:pt>
                <c:pt idx="3219">
                  <c:v>0.1495648687780346</c:v>
                </c:pt>
                <c:pt idx="3220">
                  <c:v>0.1495648687780346</c:v>
                </c:pt>
                <c:pt idx="3221">
                  <c:v>0.1495648687780346</c:v>
                </c:pt>
                <c:pt idx="3222">
                  <c:v>0.1495648687780346</c:v>
                </c:pt>
                <c:pt idx="3223">
                  <c:v>0.1495648687780346</c:v>
                </c:pt>
                <c:pt idx="3224">
                  <c:v>0.1495648687780346</c:v>
                </c:pt>
                <c:pt idx="3225">
                  <c:v>0.1495648687780346</c:v>
                </c:pt>
                <c:pt idx="3226">
                  <c:v>0.1495648687780346</c:v>
                </c:pt>
                <c:pt idx="3227">
                  <c:v>0.1495648687780346</c:v>
                </c:pt>
                <c:pt idx="3228">
                  <c:v>0.1495648687780346</c:v>
                </c:pt>
                <c:pt idx="3229">
                  <c:v>0.1495648687780346</c:v>
                </c:pt>
                <c:pt idx="3230">
                  <c:v>0.1495648687780346</c:v>
                </c:pt>
                <c:pt idx="3231">
                  <c:v>0.1495648687780346</c:v>
                </c:pt>
                <c:pt idx="3232">
                  <c:v>0.1495648687780346</c:v>
                </c:pt>
                <c:pt idx="3233">
                  <c:v>0.1495648687780346</c:v>
                </c:pt>
                <c:pt idx="3234">
                  <c:v>0.1495648687780346</c:v>
                </c:pt>
                <c:pt idx="3235">
                  <c:v>0.1495648687780346</c:v>
                </c:pt>
                <c:pt idx="3236">
                  <c:v>0.1495648687780346</c:v>
                </c:pt>
                <c:pt idx="3237">
                  <c:v>0.1495648687780346</c:v>
                </c:pt>
                <c:pt idx="3238">
                  <c:v>0.1495648687780346</c:v>
                </c:pt>
                <c:pt idx="3239">
                  <c:v>0.1495648687780346</c:v>
                </c:pt>
                <c:pt idx="3240">
                  <c:v>0.1495648687780346</c:v>
                </c:pt>
                <c:pt idx="3241">
                  <c:v>0.1495648687780346</c:v>
                </c:pt>
                <c:pt idx="3242">
                  <c:v>0.1495648687780346</c:v>
                </c:pt>
                <c:pt idx="3243">
                  <c:v>0.1495648687780346</c:v>
                </c:pt>
                <c:pt idx="3244">
                  <c:v>0.1495648687780346</c:v>
                </c:pt>
                <c:pt idx="3245">
                  <c:v>0.1495648687780346</c:v>
                </c:pt>
                <c:pt idx="3246">
                  <c:v>0.1495648687780346</c:v>
                </c:pt>
                <c:pt idx="3247">
                  <c:v>0.1495648687780346</c:v>
                </c:pt>
                <c:pt idx="3248">
                  <c:v>0.1495648687780346</c:v>
                </c:pt>
                <c:pt idx="3249">
                  <c:v>0.1495648687780346</c:v>
                </c:pt>
                <c:pt idx="3250">
                  <c:v>0.1495648687780346</c:v>
                </c:pt>
                <c:pt idx="3251">
                  <c:v>0.1495648687780346</c:v>
                </c:pt>
                <c:pt idx="3252">
                  <c:v>0.1495648687780346</c:v>
                </c:pt>
                <c:pt idx="3253">
                  <c:v>0.1495648687780346</c:v>
                </c:pt>
                <c:pt idx="3254">
                  <c:v>0.1495648687780346</c:v>
                </c:pt>
                <c:pt idx="3255">
                  <c:v>0.1495648687780346</c:v>
                </c:pt>
                <c:pt idx="3256">
                  <c:v>0.1495648687780346</c:v>
                </c:pt>
                <c:pt idx="3257">
                  <c:v>0.1495648687780346</c:v>
                </c:pt>
                <c:pt idx="3258">
                  <c:v>0.1495648687780346</c:v>
                </c:pt>
                <c:pt idx="3259">
                  <c:v>0.1495648687780346</c:v>
                </c:pt>
                <c:pt idx="3260">
                  <c:v>0.1495648687780346</c:v>
                </c:pt>
                <c:pt idx="3261">
                  <c:v>0.1495648687780346</c:v>
                </c:pt>
                <c:pt idx="3262">
                  <c:v>0.1495648687780346</c:v>
                </c:pt>
                <c:pt idx="3263">
                  <c:v>0.1495648687780346</c:v>
                </c:pt>
                <c:pt idx="3264">
                  <c:v>0.1495648687780346</c:v>
                </c:pt>
                <c:pt idx="3265">
                  <c:v>0.1495648687780346</c:v>
                </c:pt>
                <c:pt idx="3266">
                  <c:v>0.1495648687780346</c:v>
                </c:pt>
                <c:pt idx="3267">
                  <c:v>0.1495648687780346</c:v>
                </c:pt>
                <c:pt idx="3268">
                  <c:v>0.1495648687780346</c:v>
                </c:pt>
                <c:pt idx="3269">
                  <c:v>0.1495648687780346</c:v>
                </c:pt>
                <c:pt idx="3270">
                  <c:v>0.1495648687780346</c:v>
                </c:pt>
                <c:pt idx="3271">
                  <c:v>0.1495648687780346</c:v>
                </c:pt>
                <c:pt idx="3272">
                  <c:v>0.1495648687780346</c:v>
                </c:pt>
                <c:pt idx="3273">
                  <c:v>0.1495648687780346</c:v>
                </c:pt>
                <c:pt idx="3274">
                  <c:v>0.1495648687780346</c:v>
                </c:pt>
                <c:pt idx="3275">
                  <c:v>0.1495648687780346</c:v>
                </c:pt>
                <c:pt idx="3276">
                  <c:v>0.1495648687780346</c:v>
                </c:pt>
                <c:pt idx="3277">
                  <c:v>0.1495648687780346</c:v>
                </c:pt>
                <c:pt idx="3278">
                  <c:v>0.1495648687780346</c:v>
                </c:pt>
                <c:pt idx="3279">
                  <c:v>0.1495648687780346</c:v>
                </c:pt>
                <c:pt idx="3280">
                  <c:v>0.1495648687780346</c:v>
                </c:pt>
                <c:pt idx="3281">
                  <c:v>0.1495648687780346</c:v>
                </c:pt>
                <c:pt idx="3282">
                  <c:v>0.1495648687780346</c:v>
                </c:pt>
                <c:pt idx="3283">
                  <c:v>0.1495648687780346</c:v>
                </c:pt>
                <c:pt idx="3284">
                  <c:v>0.1495648687780346</c:v>
                </c:pt>
                <c:pt idx="3285">
                  <c:v>0.1495648687780346</c:v>
                </c:pt>
                <c:pt idx="3286">
                  <c:v>0.1495648687780346</c:v>
                </c:pt>
                <c:pt idx="3287">
                  <c:v>0.1495648687780346</c:v>
                </c:pt>
                <c:pt idx="3288">
                  <c:v>0.1495648687780346</c:v>
                </c:pt>
                <c:pt idx="3289">
                  <c:v>0.1495648687780346</c:v>
                </c:pt>
                <c:pt idx="3290">
                  <c:v>0.1495648687780346</c:v>
                </c:pt>
                <c:pt idx="3291">
                  <c:v>0.1495648687780346</c:v>
                </c:pt>
                <c:pt idx="3292">
                  <c:v>0.1495648687780346</c:v>
                </c:pt>
                <c:pt idx="3293">
                  <c:v>0.1495648687780346</c:v>
                </c:pt>
                <c:pt idx="3294">
                  <c:v>0.1495648687780346</c:v>
                </c:pt>
                <c:pt idx="3295">
                  <c:v>0.1495648687780346</c:v>
                </c:pt>
                <c:pt idx="3296">
                  <c:v>0.1495648687780346</c:v>
                </c:pt>
                <c:pt idx="3297">
                  <c:v>0.1495648687780346</c:v>
                </c:pt>
                <c:pt idx="3298">
                  <c:v>0.1495648687780346</c:v>
                </c:pt>
                <c:pt idx="3299">
                  <c:v>0.1495648687780346</c:v>
                </c:pt>
                <c:pt idx="3300">
                  <c:v>0.1495648687780346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96-4FA6-8EB5-50B23F57D9DD}"/>
            </c:ext>
          </c:extLst>
        </c:ser>
        <c:ser>
          <c:idx val="2"/>
          <c:order val="2"/>
          <c:tx>
            <c:strRef>
              <c:f>'Component treatment'!$W$4</c:f>
              <c:strCache>
                <c:ptCount val="1"/>
                <c:pt idx="0">
                  <c:v>Otimista</c:v>
                </c:pt>
              </c:strCache>
            </c:strRef>
          </c:tx>
          <c:spPr>
            <a:ln w="19050" cap="rnd">
              <a:solidFill>
                <a:srgbClr val="8EB3DF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'Component treatment'!$T$5:$T$50000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treatment'!$W$5:$W$50000</c:f>
              <c:numCache>
                <c:formatCode>0.0</c:formatCode>
                <c:ptCount val="49996"/>
                <c:pt idx="0">
                  <c:v>-0.03782804338259138</c:v>
                </c:pt>
                <c:pt idx="1">
                  <c:v>-0.03782804338259138</c:v>
                </c:pt>
                <c:pt idx="2">
                  <c:v>-0.03782804338259138</c:v>
                </c:pt>
                <c:pt idx="3">
                  <c:v>-0.03782804338259138</c:v>
                </c:pt>
                <c:pt idx="4">
                  <c:v>-0.03782804338259138</c:v>
                </c:pt>
                <c:pt idx="5">
                  <c:v>-0.03782804338259138</c:v>
                </c:pt>
                <c:pt idx="6">
                  <c:v>-0.03782804338259138</c:v>
                </c:pt>
                <c:pt idx="7">
                  <c:v>-0.03782804338259138</c:v>
                </c:pt>
                <c:pt idx="8">
                  <c:v>-0.03782804338259138</c:v>
                </c:pt>
                <c:pt idx="9">
                  <c:v>-0.03782804338259138</c:v>
                </c:pt>
                <c:pt idx="10">
                  <c:v>-0.03782804338259138</c:v>
                </c:pt>
                <c:pt idx="11">
                  <c:v>-0.03782804338259138</c:v>
                </c:pt>
                <c:pt idx="12">
                  <c:v>-0.03782804338259138</c:v>
                </c:pt>
                <c:pt idx="13">
                  <c:v>-0.03782804338259138</c:v>
                </c:pt>
                <c:pt idx="14">
                  <c:v>-0.03782804338259138</c:v>
                </c:pt>
                <c:pt idx="15">
                  <c:v>-0.03782804338259138</c:v>
                </c:pt>
                <c:pt idx="16">
                  <c:v>-0.03782804338259138</c:v>
                </c:pt>
                <c:pt idx="17">
                  <c:v>-0.03782804338259138</c:v>
                </c:pt>
                <c:pt idx="18">
                  <c:v>-0.03782804338259138</c:v>
                </c:pt>
                <c:pt idx="19">
                  <c:v>-0.03782804338259138</c:v>
                </c:pt>
                <c:pt idx="20">
                  <c:v>-0.03782804338259138</c:v>
                </c:pt>
                <c:pt idx="21">
                  <c:v>-0.03782804338259138</c:v>
                </c:pt>
                <c:pt idx="22">
                  <c:v>-0.03782804338259138</c:v>
                </c:pt>
                <c:pt idx="23">
                  <c:v>-0.03782804338259138</c:v>
                </c:pt>
                <c:pt idx="24">
                  <c:v>-0.03782804338259138</c:v>
                </c:pt>
                <c:pt idx="25">
                  <c:v>-0.03782804338259138</c:v>
                </c:pt>
                <c:pt idx="26">
                  <c:v>-0.03782804338259138</c:v>
                </c:pt>
                <c:pt idx="27">
                  <c:v>-0.03782804338259138</c:v>
                </c:pt>
                <c:pt idx="28">
                  <c:v>-0.03782804338259138</c:v>
                </c:pt>
                <c:pt idx="29">
                  <c:v>-0.03782804338259138</c:v>
                </c:pt>
                <c:pt idx="30">
                  <c:v>-0.03782804338259138</c:v>
                </c:pt>
                <c:pt idx="31">
                  <c:v>-0.03782804338259138</c:v>
                </c:pt>
                <c:pt idx="32">
                  <c:v>-0.03782804338259138</c:v>
                </c:pt>
                <c:pt idx="33">
                  <c:v>-0.03782804338259138</c:v>
                </c:pt>
                <c:pt idx="34">
                  <c:v>-0.03782804338259138</c:v>
                </c:pt>
                <c:pt idx="35">
                  <c:v>-0.03782804338259138</c:v>
                </c:pt>
                <c:pt idx="36">
                  <c:v>-0.03782804338259138</c:v>
                </c:pt>
                <c:pt idx="37">
                  <c:v>-0.03782804338259138</c:v>
                </c:pt>
                <c:pt idx="38">
                  <c:v>-0.03782804338259138</c:v>
                </c:pt>
                <c:pt idx="39">
                  <c:v>-0.03782804338259138</c:v>
                </c:pt>
                <c:pt idx="40">
                  <c:v>-0.03782804338259138</c:v>
                </c:pt>
                <c:pt idx="41">
                  <c:v>-0.03782804338259138</c:v>
                </c:pt>
                <c:pt idx="42">
                  <c:v>-0.03782804338259138</c:v>
                </c:pt>
                <c:pt idx="43">
                  <c:v>-0.03782804338259138</c:v>
                </c:pt>
                <c:pt idx="44">
                  <c:v>-0.03782804338259138</c:v>
                </c:pt>
                <c:pt idx="45">
                  <c:v>-0.03782804338259138</c:v>
                </c:pt>
                <c:pt idx="46">
                  <c:v>-0.03782804338259138</c:v>
                </c:pt>
                <c:pt idx="47">
                  <c:v>-0.03782804338259138</c:v>
                </c:pt>
                <c:pt idx="48">
                  <c:v>-0.03782804338259138</c:v>
                </c:pt>
                <c:pt idx="49">
                  <c:v>-0.03782804338259138</c:v>
                </c:pt>
                <c:pt idx="50">
                  <c:v>-0.03782804338259138</c:v>
                </c:pt>
                <c:pt idx="51">
                  <c:v>-0.03782804338259138</c:v>
                </c:pt>
                <c:pt idx="52">
                  <c:v>-0.03782804338259138</c:v>
                </c:pt>
                <c:pt idx="53">
                  <c:v>-0.03782804338259138</c:v>
                </c:pt>
                <c:pt idx="54">
                  <c:v>-0.03782804338259138</c:v>
                </c:pt>
                <c:pt idx="55">
                  <c:v>-0.03782804338259138</c:v>
                </c:pt>
                <c:pt idx="56">
                  <c:v>-0.03782804338259138</c:v>
                </c:pt>
                <c:pt idx="57">
                  <c:v>-0.03782804338259138</c:v>
                </c:pt>
                <c:pt idx="58">
                  <c:v>-0.03782804338259138</c:v>
                </c:pt>
                <c:pt idx="59">
                  <c:v>-0.03782804338259138</c:v>
                </c:pt>
                <c:pt idx="60">
                  <c:v>-0.03782804338259138</c:v>
                </c:pt>
                <c:pt idx="61">
                  <c:v>-0.03782804338259138</c:v>
                </c:pt>
                <c:pt idx="62">
                  <c:v>-0.03782804338259138</c:v>
                </c:pt>
                <c:pt idx="63">
                  <c:v>-0.03782804338259138</c:v>
                </c:pt>
                <c:pt idx="64">
                  <c:v>-0.03782804338259138</c:v>
                </c:pt>
                <c:pt idx="65">
                  <c:v>-0.03782804338259138</c:v>
                </c:pt>
                <c:pt idx="66">
                  <c:v>-0.03782804338259138</c:v>
                </c:pt>
                <c:pt idx="67">
                  <c:v>-0.03782804338259138</c:v>
                </c:pt>
                <c:pt idx="68">
                  <c:v>-0.03782804338259138</c:v>
                </c:pt>
                <c:pt idx="69">
                  <c:v>-0.03782804338259138</c:v>
                </c:pt>
                <c:pt idx="70">
                  <c:v>-0.03782804338259138</c:v>
                </c:pt>
                <c:pt idx="71">
                  <c:v>-0.03782804338259138</c:v>
                </c:pt>
                <c:pt idx="72">
                  <c:v>-0.03782804338259138</c:v>
                </c:pt>
                <c:pt idx="73">
                  <c:v>-0.03782804338259138</c:v>
                </c:pt>
                <c:pt idx="74">
                  <c:v>-0.03782804338259138</c:v>
                </c:pt>
                <c:pt idx="75">
                  <c:v>-0.03782804338259138</c:v>
                </c:pt>
                <c:pt idx="76">
                  <c:v>-0.03782804338259138</c:v>
                </c:pt>
                <c:pt idx="77">
                  <c:v>-0.03782804338259138</c:v>
                </c:pt>
                <c:pt idx="78">
                  <c:v>-0.03782804338259138</c:v>
                </c:pt>
                <c:pt idx="79">
                  <c:v>-0.03782804338259138</c:v>
                </c:pt>
                <c:pt idx="80">
                  <c:v>-0.03782804338259138</c:v>
                </c:pt>
                <c:pt idx="81">
                  <c:v>-0.03782804338259138</c:v>
                </c:pt>
                <c:pt idx="82">
                  <c:v>-0.03782804338259138</c:v>
                </c:pt>
                <c:pt idx="83">
                  <c:v>-0.03782804338259138</c:v>
                </c:pt>
                <c:pt idx="84">
                  <c:v>-0.03782804338259138</c:v>
                </c:pt>
                <c:pt idx="85">
                  <c:v>-0.03782804338259138</c:v>
                </c:pt>
                <c:pt idx="86">
                  <c:v>-0.03782804338259138</c:v>
                </c:pt>
                <c:pt idx="87">
                  <c:v>-0.03782804338259138</c:v>
                </c:pt>
                <c:pt idx="88">
                  <c:v>-0.03782804338259138</c:v>
                </c:pt>
                <c:pt idx="89">
                  <c:v>-0.03782804338259138</c:v>
                </c:pt>
                <c:pt idx="90">
                  <c:v>-0.03782804338259138</c:v>
                </c:pt>
                <c:pt idx="91">
                  <c:v>-0.03782804338259138</c:v>
                </c:pt>
                <c:pt idx="92">
                  <c:v>-0.03782804338259138</c:v>
                </c:pt>
                <c:pt idx="93">
                  <c:v>-0.03782804338259138</c:v>
                </c:pt>
                <c:pt idx="94">
                  <c:v>-0.03782804338259138</c:v>
                </c:pt>
                <c:pt idx="95">
                  <c:v>-0.03782804338259138</c:v>
                </c:pt>
                <c:pt idx="96">
                  <c:v>-0.03782804338259138</c:v>
                </c:pt>
                <c:pt idx="97">
                  <c:v>-0.03782804338259138</c:v>
                </c:pt>
                <c:pt idx="98">
                  <c:v>-0.03782804338259138</c:v>
                </c:pt>
                <c:pt idx="99">
                  <c:v>-0.03782804338259138</c:v>
                </c:pt>
                <c:pt idx="100">
                  <c:v>-0.03782804338259138</c:v>
                </c:pt>
                <c:pt idx="101">
                  <c:v>-0.03782804338259138</c:v>
                </c:pt>
                <c:pt idx="102">
                  <c:v>-0.03782804338259138</c:v>
                </c:pt>
                <c:pt idx="103">
                  <c:v>-0.03782804338259138</c:v>
                </c:pt>
                <c:pt idx="104">
                  <c:v>-0.03782804338259138</c:v>
                </c:pt>
                <c:pt idx="105">
                  <c:v>-0.03782804338259138</c:v>
                </c:pt>
                <c:pt idx="106">
                  <c:v>-0.03782804338259138</c:v>
                </c:pt>
                <c:pt idx="107">
                  <c:v>-0.03782804338259138</c:v>
                </c:pt>
                <c:pt idx="108">
                  <c:v>-0.03782804338259138</c:v>
                </c:pt>
                <c:pt idx="109">
                  <c:v>-0.03782804338259138</c:v>
                </c:pt>
                <c:pt idx="110">
                  <c:v>-0.03782804338259138</c:v>
                </c:pt>
                <c:pt idx="111">
                  <c:v>-0.03782804338259138</c:v>
                </c:pt>
                <c:pt idx="112">
                  <c:v>-0.03782804338259138</c:v>
                </c:pt>
                <c:pt idx="113">
                  <c:v>-0.03782804338259138</c:v>
                </c:pt>
                <c:pt idx="114">
                  <c:v>-0.03782804338259138</c:v>
                </c:pt>
                <c:pt idx="115">
                  <c:v>-0.03782804338259138</c:v>
                </c:pt>
                <c:pt idx="116">
                  <c:v>-0.03782804338259138</c:v>
                </c:pt>
                <c:pt idx="117">
                  <c:v>-0.03782804338259138</c:v>
                </c:pt>
                <c:pt idx="118">
                  <c:v>-0.03782804338259138</c:v>
                </c:pt>
                <c:pt idx="119">
                  <c:v>-0.03782804338259138</c:v>
                </c:pt>
                <c:pt idx="120">
                  <c:v>-0.03782804338259138</c:v>
                </c:pt>
                <c:pt idx="121">
                  <c:v>-0.03782804338259138</c:v>
                </c:pt>
                <c:pt idx="122">
                  <c:v>-0.03782804338259138</c:v>
                </c:pt>
                <c:pt idx="123">
                  <c:v>-0.03782804338259138</c:v>
                </c:pt>
                <c:pt idx="124">
                  <c:v>-0.03782804338259138</c:v>
                </c:pt>
                <c:pt idx="125">
                  <c:v>-0.03782804338259138</c:v>
                </c:pt>
                <c:pt idx="126">
                  <c:v>-0.03782804338259138</c:v>
                </c:pt>
                <c:pt idx="127">
                  <c:v>-0.03782804338259138</c:v>
                </c:pt>
                <c:pt idx="128">
                  <c:v>-0.03782804338259138</c:v>
                </c:pt>
                <c:pt idx="129">
                  <c:v>-0.03782804338259138</c:v>
                </c:pt>
                <c:pt idx="130">
                  <c:v>-0.03782804338259138</c:v>
                </c:pt>
                <c:pt idx="131">
                  <c:v>-0.03782804338259138</c:v>
                </c:pt>
                <c:pt idx="132">
                  <c:v>-0.03782804338259138</c:v>
                </c:pt>
                <c:pt idx="133">
                  <c:v>-0.03782804338259138</c:v>
                </c:pt>
                <c:pt idx="134">
                  <c:v>-0.03782804338259138</c:v>
                </c:pt>
                <c:pt idx="135">
                  <c:v>-0.03782804338259138</c:v>
                </c:pt>
                <c:pt idx="136">
                  <c:v>-0.03782804338259138</c:v>
                </c:pt>
                <c:pt idx="137">
                  <c:v>-0.03782804338259138</c:v>
                </c:pt>
                <c:pt idx="138">
                  <c:v>-0.03782804338259138</c:v>
                </c:pt>
                <c:pt idx="139">
                  <c:v>-0.03782804338259138</c:v>
                </c:pt>
                <c:pt idx="140">
                  <c:v>-0.03782804338259138</c:v>
                </c:pt>
                <c:pt idx="141">
                  <c:v>-0.03782804338259138</c:v>
                </c:pt>
                <c:pt idx="142">
                  <c:v>-0.03782804338259138</c:v>
                </c:pt>
                <c:pt idx="143">
                  <c:v>-0.03782804338259138</c:v>
                </c:pt>
                <c:pt idx="144">
                  <c:v>-0.03782804338259138</c:v>
                </c:pt>
                <c:pt idx="145">
                  <c:v>-0.03782804338259138</c:v>
                </c:pt>
                <c:pt idx="146">
                  <c:v>-0.03782804338259138</c:v>
                </c:pt>
                <c:pt idx="147">
                  <c:v>-0.03782804338259138</c:v>
                </c:pt>
                <c:pt idx="148">
                  <c:v>-0.03782804338259138</c:v>
                </c:pt>
                <c:pt idx="149">
                  <c:v>-0.03782804338259138</c:v>
                </c:pt>
                <c:pt idx="150">
                  <c:v>-0.03782804338259138</c:v>
                </c:pt>
                <c:pt idx="151">
                  <c:v>-0.03782804338259138</c:v>
                </c:pt>
                <c:pt idx="152">
                  <c:v>-0.03782804338259138</c:v>
                </c:pt>
                <c:pt idx="153">
                  <c:v>-0.03782804338259138</c:v>
                </c:pt>
                <c:pt idx="154">
                  <c:v>-0.03782804338259138</c:v>
                </c:pt>
                <c:pt idx="155">
                  <c:v>-0.03782804338259138</c:v>
                </c:pt>
                <c:pt idx="156">
                  <c:v>-0.03782804338259138</c:v>
                </c:pt>
                <c:pt idx="157">
                  <c:v>-0.03782804338259138</c:v>
                </c:pt>
                <c:pt idx="158">
                  <c:v>-0.03782804338259138</c:v>
                </c:pt>
                <c:pt idx="159">
                  <c:v>-0.03782804338259138</c:v>
                </c:pt>
                <c:pt idx="160">
                  <c:v>-0.03782804338259138</c:v>
                </c:pt>
                <c:pt idx="161">
                  <c:v>-0.03782804338259138</c:v>
                </c:pt>
                <c:pt idx="162">
                  <c:v>-0.03782804338259138</c:v>
                </c:pt>
                <c:pt idx="163">
                  <c:v>-0.03782804338259138</c:v>
                </c:pt>
                <c:pt idx="164">
                  <c:v>-0.03782804338259138</c:v>
                </c:pt>
                <c:pt idx="165">
                  <c:v>-0.03782804338259138</c:v>
                </c:pt>
                <c:pt idx="166">
                  <c:v>-0.03782804338259138</c:v>
                </c:pt>
                <c:pt idx="167">
                  <c:v>-0.03782804338259138</c:v>
                </c:pt>
                <c:pt idx="168">
                  <c:v>-0.03782804338259138</c:v>
                </c:pt>
                <c:pt idx="169">
                  <c:v>-0.03782804338259138</c:v>
                </c:pt>
                <c:pt idx="170">
                  <c:v>-0.03782804338259138</c:v>
                </c:pt>
                <c:pt idx="171">
                  <c:v>-0.03782804338259138</c:v>
                </c:pt>
                <c:pt idx="172">
                  <c:v>-0.03782804338259138</c:v>
                </c:pt>
                <c:pt idx="173">
                  <c:v>-0.03782804338259138</c:v>
                </c:pt>
                <c:pt idx="174">
                  <c:v>-0.03782804338259138</c:v>
                </c:pt>
                <c:pt idx="175">
                  <c:v>-0.03782804338259138</c:v>
                </c:pt>
                <c:pt idx="176">
                  <c:v>-0.03782804338259138</c:v>
                </c:pt>
                <c:pt idx="177">
                  <c:v>-0.03782804338259138</c:v>
                </c:pt>
                <c:pt idx="178">
                  <c:v>-0.03782804338259138</c:v>
                </c:pt>
                <c:pt idx="179">
                  <c:v>-0.03782804338259138</c:v>
                </c:pt>
                <c:pt idx="180">
                  <c:v>-0.03782804338259138</c:v>
                </c:pt>
                <c:pt idx="181">
                  <c:v>-0.03782804338259138</c:v>
                </c:pt>
                <c:pt idx="182">
                  <c:v>-0.03782804338259138</c:v>
                </c:pt>
                <c:pt idx="183">
                  <c:v>-0.03782804338259138</c:v>
                </c:pt>
                <c:pt idx="184">
                  <c:v>-0.03782804338259138</c:v>
                </c:pt>
                <c:pt idx="185">
                  <c:v>-0.03782804338259138</c:v>
                </c:pt>
                <c:pt idx="186">
                  <c:v>-0.03782804338259138</c:v>
                </c:pt>
                <c:pt idx="187">
                  <c:v>-0.03782804338259138</c:v>
                </c:pt>
                <c:pt idx="188">
                  <c:v>-0.03782804338259138</c:v>
                </c:pt>
                <c:pt idx="189">
                  <c:v>-0.03782804338259138</c:v>
                </c:pt>
                <c:pt idx="190">
                  <c:v>-0.03782804338259138</c:v>
                </c:pt>
                <c:pt idx="191">
                  <c:v>-0.03782804338259138</c:v>
                </c:pt>
                <c:pt idx="192">
                  <c:v>-0.03782804338259138</c:v>
                </c:pt>
                <c:pt idx="193">
                  <c:v>-0.03782804338259138</c:v>
                </c:pt>
                <c:pt idx="194">
                  <c:v>-0.03782804338259138</c:v>
                </c:pt>
                <c:pt idx="195">
                  <c:v>-0.03782804338259138</c:v>
                </c:pt>
                <c:pt idx="196">
                  <c:v>-0.03782804338259138</c:v>
                </c:pt>
                <c:pt idx="197">
                  <c:v>-0.03782804338259138</c:v>
                </c:pt>
                <c:pt idx="198">
                  <c:v>-0.03782804338259138</c:v>
                </c:pt>
                <c:pt idx="199">
                  <c:v>-0.03782804338259138</c:v>
                </c:pt>
                <c:pt idx="200">
                  <c:v>-0.03782804338259138</c:v>
                </c:pt>
                <c:pt idx="201">
                  <c:v>-0.03782804338259138</c:v>
                </c:pt>
                <c:pt idx="202">
                  <c:v>-0.03782804338259138</c:v>
                </c:pt>
                <c:pt idx="203">
                  <c:v>-0.03782804338259138</c:v>
                </c:pt>
                <c:pt idx="204">
                  <c:v>-0.03782804338259138</c:v>
                </c:pt>
                <c:pt idx="205">
                  <c:v>-0.03782804338259138</c:v>
                </c:pt>
                <c:pt idx="206">
                  <c:v>-0.03782804338259138</c:v>
                </c:pt>
                <c:pt idx="207">
                  <c:v>-0.03782804338259138</c:v>
                </c:pt>
                <c:pt idx="208">
                  <c:v>-0.03782804338259138</c:v>
                </c:pt>
                <c:pt idx="209">
                  <c:v>-0.03782804338259138</c:v>
                </c:pt>
                <c:pt idx="210">
                  <c:v>-0.03782804338259138</c:v>
                </c:pt>
                <c:pt idx="211">
                  <c:v>-0.03782804338259138</c:v>
                </c:pt>
                <c:pt idx="212">
                  <c:v>-0.03782804338259138</c:v>
                </c:pt>
                <c:pt idx="213">
                  <c:v>-0.03782804338259138</c:v>
                </c:pt>
                <c:pt idx="214">
                  <c:v>-0.03782804338259138</c:v>
                </c:pt>
                <c:pt idx="215">
                  <c:v>-0.03782804338259138</c:v>
                </c:pt>
                <c:pt idx="216">
                  <c:v>-0.03782804338259138</c:v>
                </c:pt>
                <c:pt idx="217">
                  <c:v>-0.03782804338259138</c:v>
                </c:pt>
                <c:pt idx="218">
                  <c:v>-0.03782804338259138</c:v>
                </c:pt>
                <c:pt idx="219">
                  <c:v>-0.03782804338259138</c:v>
                </c:pt>
                <c:pt idx="220">
                  <c:v>-0.03782804338259138</c:v>
                </c:pt>
                <c:pt idx="221">
                  <c:v>-0.03782804338259138</c:v>
                </c:pt>
                <c:pt idx="222">
                  <c:v>-0.03782804338259138</c:v>
                </c:pt>
                <c:pt idx="223">
                  <c:v>-0.03782804338259138</c:v>
                </c:pt>
                <c:pt idx="224">
                  <c:v>-0.03782804338259138</c:v>
                </c:pt>
                <c:pt idx="225">
                  <c:v>-0.03782804338259138</c:v>
                </c:pt>
                <c:pt idx="226">
                  <c:v>-0.03782804338259138</c:v>
                </c:pt>
                <c:pt idx="227">
                  <c:v>-0.03782804338259138</c:v>
                </c:pt>
                <c:pt idx="228">
                  <c:v>-0.03782804338259138</c:v>
                </c:pt>
                <c:pt idx="229">
                  <c:v>-0.03782804338259138</c:v>
                </c:pt>
                <c:pt idx="230">
                  <c:v>-0.03782804338259138</c:v>
                </c:pt>
                <c:pt idx="231">
                  <c:v>-0.03782804338259138</c:v>
                </c:pt>
                <c:pt idx="232">
                  <c:v>-0.03782804338259138</c:v>
                </c:pt>
                <c:pt idx="233">
                  <c:v>-0.03782804338259138</c:v>
                </c:pt>
                <c:pt idx="234">
                  <c:v>-0.03782804338259138</c:v>
                </c:pt>
                <c:pt idx="235">
                  <c:v>-0.03782804338259138</c:v>
                </c:pt>
                <c:pt idx="236">
                  <c:v>-0.03782804338259138</c:v>
                </c:pt>
                <c:pt idx="237">
                  <c:v>-0.03782804338259138</c:v>
                </c:pt>
                <c:pt idx="238">
                  <c:v>-0.03782804338259138</c:v>
                </c:pt>
                <c:pt idx="239">
                  <c:v>-0.03782804338259138</c:v>
                </c:pt>
                <c:pt idx="240">
                  <c:v>-0.03782804338259138</c:v>
                </c:pt>
                <c:pt idx="241">
                  <c:v>-0.03782804338259138</c:v>
                </c:pt>
                <c:pt idx="242">
                  <c:v>-0.03782804338259138</c:v>
                </c:pt>
                <c:pt idx="243">
                  <c:v>-0.03782804338259138</c:v>
                </c:pt>
                <c:pt idx="244">
                  <c:v>-0.03782804338259138</c:v>
                </c:pt>
                <c:pt idx="245">
                  <c:v>-0.03782804338259138</c:v>
                </c:pt>
                <c:pt idx="246">
                  <c:v>-0.03782804338259138</c:v>
                </c:pt>
                <c:pt idx="247">
                  <c:v>-0.03782804338259138</c:v>
                </c:pt>
                <c:pt idx="248">
                  <c:v>-0.03782804338259138</c:v>
                </c:pt>
                <c:pt idx="249">
                  <c:v>-0.03782804338259138</c:v>
                </c:pt>
                <c:pt idx="250">
                  <c:v>-0.03782804338259138</c:v>
                </c:pt>
                <c:pt idx="251">
                  <c:v>-0.03782804338259138</c:v>
                </c:pt>
                <c:pt idx="252">
                  <c:v>-0.03782804338259138</c:v>
                </c:pt>
                <c:pt idx="253">
                  <c:v>-0.03782804338259138</c:v>
                </c:pt>
                <c:pt idx="254">
                  <c:v>-0.03782804338259138</c:v>
                </c:pt>
                <c:pt idx="255">
                  <c:v>-0.03782804338259138</c:v>
                </c:pt>
                <c:pt idx="256">
                  <c:v>-0.03782804338259138</c:v>
                </c:pt>
                <c:pt idx="257">
                  <c:v>-0.03782804338259138</c:v>
                </c:pt>
                <c:pt idx="258">
                  <c:v>-0.03782804338259138</c:v>
                </c:pt>
                <c:pt idx="259">
                  <c:v>-0.03782804338259138</c:v>
                </c:pt>
                <c:pt idx="260">
                  <c:v>-0.03782804338259138</c:v>
                </c:pt>
                <c:pt idx="261">
                  <c:v>-0.03782804338259138</c:v>
                </c:pt>
                <c:pt idx="262">
                  <c:v>-0.03782804338259138</c:v>
                </c:pt>
                <c:pt idx="263">
                  <c:v>-0.03782804338259138</c:v>
                </c:pt>
                <c:pt idx="264">
                  <c:v>-0.03782804338259138</c:v>
                </c:pt>
                <c:pt idx="265">
                  <c:v>-0.03782804338259138</c:v>
                </c:pt>
                <c:pt idx="266">
                  <c:v>-0.03782804338259138</c:v>
                </c:pt>
                <c:pt idx="267">
                  <c:v>-0.03782804338259138</c:v>
                </c:pt>
                <c:pt idx="268">
                  <c:v>-0.03782804338259138</c:v>
                </c:pt>
                <c:pt idx="269">
                  <c:v>-0.03782804338259138</c:v>
                </c:pt>
                <c:pt idx="270">
                  <c:v>-0.03782804338259138</c:v>
                </c:pt>
                <c:pt idx="271">
                  <c:v>-0.03782804338259138</c:v>
                </c:pt>
                <c:pt idx="272">
                  <c:v>-0.03782804338259138</c:v>
                </c:pt>
                <c:pt idx="273">
                  <c:v>-0.03782804338259138</c:v>
                </c:pt>
                <c:pt idx="274">
                  <c:v>-0.03782804338259138</c:v>
                </c:pt>
                <c:pt idx="275">
                  <c:v>-0.03782804338259138</c:v>
                </c:pt>
                <c:pt idx="276">
                  <c:v>-0.03782804338259138</c:v>
                </c:pt>
                <c:pt idx="277">
                  <c:v>-0.03782804338259138</c:v>
                </c:pt>
                <c:pt idx="278">
                  <c:v>-0.03782804338259138</c:v>
                </c:pt>
                <c:pt idx="279">
                  <c:v>-0.03782804338259138</c:v>
                </c:pt>
                <c:pt idx="280">
                  <c:v>-0.03782804338259138</c:v>
                </c:pt>
                <c:pt idx="281">
                  <c:v>-0.03782804338259138</c:v>
                </c:pt>
                <c:pt idx="282">
                  <c:v>-0.03782804338259138</c:v>
                </c:pt>
                <c:pt idx="283">
                  <c:v>-0.03782804338259138</c:v>
                </c:pt>
                <c:pt idx="284">
                  <c:v>-0.03782804338259138</c:v>
                </c:pt>
                <c:pt idx="285">
                  <c:v>-0.03782804338259138</c:v>
                </c:pt>
                <c:pt idx="286">
                  <c:v>-0.03782804338259138</c:v>
                </c:pt>
                <c:pt idx="287">
                  <c:v>-0.03782804338259138</c:v>
                </c:pt>
                <c:pt idx="288">
                  <c:v>-0.03782804338259138</c:v>
                </c:pt>
                <c:pt idx="289">
                  <c:v>-0.03782804338259138</c:v>
                </c:pt>
                <c:pt idx="290">
                  <c:v>-0.03782804338259138</c:v>
                </c:pt>
                <c:pt idx="291">
                  <c:v>-0.03782804338259138</c:v>
                </c:pt>
                <c:pt idx="292">
                  <c:v>-0.03782804338259138</c:v>
                </c:pt>
                <c:pt idx="293">
                  <c:v>-0.03782804338259138</c:v>
                </c:pt>
                <c:pt idx="294">
                  <c:v>-0.03782804338259138</c:v>
                </c:pt>
                <c:pt idx="295">
                  <c:v>-0.03782804338259138</c:v>
                </c:pt>
                <c:pt idx="296">
                  <c:v>-0.03782804338259138</c:v>
                </c:pt>
                <c:pt idx="297">
                  <c:v>-0.03782804338259138</c:v>
                </c:pt>
                <c:pt idx="298">
                  <c:v>-0.03782804338259138</c:v>
                </c:pt>
                <c:pt idx="299">
                  <c:v>-0.03782804338259138</c:v>
                </c:pt>
                <c:pt idx="300">
                  <c:v>-0.03782804338259138</c:v>
                </c:pt>
                <c:pt idx="301">
                  <c:v>-0.03782804338259138</c:v>
                </c:pt>
                <c:pt idx="302">
                  <c:v>-0.03782804338259138</c:v>
                </c:pt>
                <c:pt idx="303">
                  <c:v>-0.03782804338259138</c:v>
                </c:pt>
                <c:pt idx="304">
                  <c:v>-0.03782804338259138</c:v>
                </c:pt>
                <c:pt idx="305">
                  <c:v>-0.03782804338259138</c:v>
                </c:pt>
                <c:pt idx="306">
                  <c:v>-0.03782804338259138</c:v>
                </c:pt>
                <c:pt idx="307">
                  <c:v>-0.03782804338259138</c:v>
                </c:pt>
                <c:pt idx="308">
                  <c:v>-0.03782804338259138</c:v>
                </c:pt>
                <c:pt idx="309">
                  <c:v>-0.03782804338259138</c:v>
                </c:pt>
                <c:pt idx="310">
                  <c:v>-0.03782804338259138</c:v>
                </c:pt>
                <c:pt idx="311">
                  <c:v>-0.03782804338259138</c:v>
                </c:pt>
                <c:pt idx="312">
                  <c:v>-0.03782804338259138</c:v>
                </c:pt>
                <c:pt idx="313">
                  <c:v>-0.03782804338259138</c:v>
                </c:pt>
                <c:pt idx="314">
                  <c:v>-0.03782804338259138</c:v>
                </c:pt>
                <c:pt idx="315">
                  <c:v>-0.03782804338259138</c:v>
                </c:pt>
                <c:pt idx="316">
                  <c:v>-0.03782804338259138</c:v>
                </c:pt>
                <c:pt idx="317">
                  <c:v>-0.03782804338259138</c:v>
                </c:pt>
                <c:pt idx="318">
                  <c:v>-0.03782804338259138</c:v>
                </c:pt>
                <c:pt idx="319">
                  <c:v>-0.03782804338259138</c:v>
                </c:pt>
                <c:pt idx="320">
                  <c:v>-0.03782804338259138</c:v>
                </c:pt>
                <c:pt idx="321">
                  <c:v>-0.03782804338259138</c:v>
                </c:pt>
                <c:pt idx="322">
                  <c:v>-0.03782804338259138</c:v>
                </c:pt>
                <c:pt idx="323">
                  <c:v>-0.03782804338259138</c:v>
                </c:pt>
                <c:pt idx="324">
                  <c:v>-0.03782804338259138</c:v>
                </c:pt>
                <c:pt idx="325">
                  <c:v>-0.03782804338259138</c:v>
                </c:pt>
                <c:pt idx="326">
                  <c:v>-0.03782804338259138</c:v>
                </c:pt>
                <c:pt idx="327">
                  <c:v>-0.03782804338259138</c:v>
                </c:pt>
                <c:pt idx="328">
                  <c:v>-0.03782804338259138</c:v>
                </c:pt>
                <c:pt idx="329">
                  <c:v>-0.03782804338259138</c:v>
                </c:pt>
                <c:pt idx="330">
                  <c:v>-0.03782804338259138</c:v>
                </c:pt>
                <c:pt idx="331">
                  <c:v>-0.03782804338259138</c:v>
                </c:pt>
                <c:pt idx="332">
                  <c:v>-0.03782804338259138</c:v>
                </c:pt>
                <c:pt idx="333">
                  <c:v>-0.03782804338259138</c:v>
                </c:pt>
                <c:pt idx="334">
                  <c:v>-0.03782804338259138</c:v>
                </c:pt>
                <c:pt idx="335">
                  <c:v>-0.03782804338259138</c:v>
                </c:pt>
                <c:pt idx="336">
                  <c:v>-0.03782804338259138</c:v>
                </c:pt>
                <c:pt idx="337">
                  <c:v>-0.03782804338259138</c:v>
                </c:pt>
                <c:pt idx="338">
                  <c:v>-0.03782804338259138</c:v>
                </c:pt>
                <c:pt idx="339">
                  <c:v>-0.03782804338259138</c:v>
                </c:pt>
                <c:pt idx="340">
                  <c:v>-0.03782804338259138</c:v>
                </c:pt>
                <c:pt idx="341">
                  <c:v>-0.03782804338259138</c:v>
                </c:pt>
                <c:pt idx="342">
                  <c:v>-0.03782804338259138</c:v>
                </c:pt>
                <c:pt idx="343">
                  <c:v>-0.03782804338259138</c:v>
                </c:pt>
                <c:pt idx="344">
                  <c:v>-0.03782804338259138</c:v>
                </c:pt>
                <c:pt idx="345">
                  <c:v>-0.03782804338259138</c:v>
                </c:pt>
                <c:pt idx="346">
                  <c:v>-0.03782804338259138</c:v>
                </c:pt>
                <c:pt idx="347">
                  <c:v>-0.03782804338259138</c:v>
                </c:pt>
                <c:pt idx="348">
                  <c:v>-0.03782804338259138</c:v>
                </c:pt>
                <c:pt idx="349">
                  <c:v>-0.03782804338259138</c:v>
                </c:pt>
                <c:pt idx="350">
                  <c:v>-0.03782804338259138</c:v>
                </c:pt>
                <c:pt idx="351">
                  <c:v>-0.03782804338259138</c:v>
                </c:pt>
                <c:pt idx="352">
                  <c:v>-0.03782804338259138</c:v>
                </c:pt>
                <c:pt idx="353">
                  <c:v>-0.03782804338259138</c:v>
                </c:pt>
                <c:pt idx="354">
                  <c:v>-0.03782804338259138</c:v>
                </c:pt>
                <c:pt idx="355">
                  <c:v>-0.03782804338259138</c:v>
                </c:pt>
                <c:pt idx="356">
                  <c:v>-0.03782804338259138</c:v>
                </c:pt>
                <c:pt idx="357">
                  <c:v>-0.03782804338259138</c:v>
                </c:pt>
                <c:pt idx="358">
                  <c:v>-0.03782804338259138</c:v>
                </c:pt>
                <c:pt idx="359">
                  <c:v>-0.03782804338259138</c:v>
                </c:pt>
                <c:pt idx="360">
                  <c:v>-0.03782804338259138</c:v>
                </c:pt>
                <c:pt idx="361">
                  <c:v>-0.03782804338259138</c:v>
                </c:pt>
                <c:pt idx="362">
                  <c:v>-0.03782804338259138</c:v>
                </c:pt>
                <c:pt idx="363">
                  <c:v>-0.03782804338259138</c:v>
                </c:pt>
                <c:pt idx="364">
                  <c:v>-0.03782804338259138</c:v>
                </c:pt>
                <c:pt idx="365">
                  <c:v>-0.03782804338259138</c:v>
                </c:pt>
                <c:pt idx="366">
                  <c:v>-0.03782804338259138</c:v>
                </c:pt>
                <c:pt idx="367">
                  <c:v>-0.03782804338259138</c:v>
                </c:pt>
                <c:pt idx="368">
                  <c:v>-0.03782804338259138</c:v>
                </c:pt>
                <c:pt idx="369">
                  <c:v>-0.03782804338259138</c:v>
                </c:pt>
                <c:pt idx="370">
                  <c:v>-0.03782804338259138</c:v>
                </c:pt>
                <c:pt idx="371">
                  <c:v>-0.03782804338259138</c:v>
                </c:pt>
                <c:pt idx="372">
                  <c:v>-0.03782804338259138</c:v>
                </c:pt>
                <c:pt idx="373">
                  <c:v>-0.03782804338259138</c:v>
                </c:pt>
                <c:pt idx="374">
                  <c:v>-0.03782804338259138</c:v>
                </c:pt>
                <c:pt idx="375">
                  <c:v>-0.03782804338259138</c:v>
                </c:pt>
                <c:pt idx="376">
                  <c:v>-0.03782804338259138</c:v>
                </c:pt>
                <c:pt idx="377">
                  <c:v>-0.03782804338259138</c:v>
                </c:pt>
                <c:pt idx="378">
                  <c:v>-0.03782804338259138</c:v>
                </c:pt>
                <c:pt idx="379">
                  <c:v>-0.03782804338259138</c:v>
                </c:pt>
                <c:pt idx="380">
                  <c:v>-0.03782804338259138</c:v>
                </c:pt>
                <c:pt idx="381">
                  <c:v>-0.03782804338259138</c:v>
                </c:pt>
                <c:pt idx="382">
                  <c:v>-0.03782804338259138</c:v>
                </c:pt>
                <c:pt idx="383">
                  <c:v>-0.03782804338259138</c:v>
                </c:pt>
                <c:pt idx="384">
                  <c:v>-0.03782804338259138</c:v>
                </c:pt>
                <c:pt idx="385">
                  <c:v>-0.03782804338259138</c:v>
                </c:pt>
                <c:pt idx="386">
                  <c:v>-0.03782804338259138</c:v>
                </c:pt>
                <c:pt idx="387">
                  <c:v>-0.03782804338259138</c:v>
                </c:pt>
                <c:pt idx="388">
                  <c:v>-0.03782804338259138</c:v>
                </c:pt>
                <c:pt idx="389">
                  <c:v>-0.03782804338259138</c:v>
                </c:pt>
                <c:pt idx="390">
                  <c:v>-0.03782804338259138</c:v>
                </c:pt>
                <c:pt idx="391">
                  <c:v>-0.03782804338259138</c:v>
                </c:pt>
                <c:pt idx="392">
                  <c:v>-0.03782804338259138</c:v>
                </c:pt>
                <c:pt idx="393">
                  <c:v>-0.03782804338259138</c:v>
                </c:pt>
                <c:pt idx="394">
                  <c:v>-0.03782804338259138</c:v>
                </c:pt>
                <c:pt idx="395">
                  <c:v>-0.03782804338259138</c:v>
                </c:pt>
                <c:pt idx="396">
                  <c:v>-0.03782804338259138</c:v>
                </c:pt>
                <c:pt idx="397">
                  <c:v>-0.03782804338259138</c:v>
                </c:pt>
                <c:pt idx="398">
                  <c:v>-0.03782804338259138</c:v>
                </c:pt>
                <c:pt idx="399">
                  <c:v>-0.03782804338259138</c:v>
                </c:pt>
                <c:pt idx="400">
                  <c:v>-0.03782804338259138</c:v>
                </c:pt>
                <c:pt idx="401">
                  <c:v>-0.03782804338259138</c:v>
                </c:pt>
                <c:pt idx="402">
                  <c:v>-0.03782804338259138</c:v>
                </c:pt>
                <c:pt idx="403">
                  <c:v>-0.03782804338259138</c:v>
                </c:pt>
                <c:pt idx="404">
                  <c:v>-0.03782804338259138</c:v>
                </c:pt>
                <c:pt idx="405">
                  <c:v>-0.03782804338259138</c:v>
                </c:pt>
                <c:pt idx="406">
                  <c:v>-0.03782804338259138</c:v>
                </c:pt>
                <c:pt idx="407">
                  <c:v>-0.03782804338259138</c:v>
                </c:pt>
                <c:pt idx="408">
                  <c:v>-0.03782804338259138</c:v>
                </c:pt>
                <c:pt idx="409">
                  <c:v>-0.03782804338259138</c:v>
                </c:pt>
                <c:pt idx="410">
                  <c:v>-0.03782804338259138</c:v>
                </c:pt>
                <c:pt idx="411">
                  <c:v>-0.03782804338259138</c:v>
                </c:pt>
                <c:pt idx="412">
                  <c:v>-0.03782804338259138</c:v>
                </c:pt>
                <c:pt idx="413">
                  <c:v>-0.03782804338259138</c:v>
                </c:pt>
                <c:pt idx="414">
                  <c:v>-0.03782804338259138</c:v>
                </c:pt>
                <c:pt idx="415">
                  <c:v>-0.03782804338259138</c:v>
                </c:pt>
                <c:pt idx="416">
                  <c:v>-0.03782804338259138</c:v>
                </c:pt>
                <c:pt idx="417">
                  <c:v>-0.03782804338259138</c:v>
                </c:pt>
                <c:pt idx="418">
                  <c:v>-0.03782804338259138</c:v>
                </c:pt>
                <c:pt idx="419">
                  <c:v>-0.03782804338259138</c:v>
                </c:pt>
                <c:pt idx="420">
                  <c:v>-0.03782804338259138</c:v>
                </c:pt>
                <c:pt idx="421">
                  <c:v>-0.03782804338259138</c:v>
                </c:pt>
                <c:pt idx="422">
                  <c:v>-0.03782804338259138</c:v>
                </c:pt>
                <c:pt idx="423">
                  <c:v>-0.03782804338259138</c:v>
                </c:pt>
                <c:pt idx="424">
                  <c:v>-0.03782804338259138</c:v>
                </c:pt>
                <c:pt idx="425">
                  <c:v>-0.03782804338259138</c:v>
                </c:pt>
                <c:pt idx="426">
                  <c:v>-0.03782804338259138</c:v>
                </c:pt>
                <c:pt idx="427">
                  <c:v>-0.03782804338259138</c:v>
                </c:pt>
                <c:pt idx="428">
                  <c:v>-0.03782804338259138</c:v>
                </c:pt>
                <c:pt idx="429">
                  <c:v>-0.03782804338259138</c:v>
                </c:pt>
                <c:pt idx="430">
                  <c:v>-0.03782804338259138</c:v>
                </c:pt>
                <c:pt idx="431">
                  <c:v>-0.03782804338259138</c:v>
                </c:pt>
                <c:pt idx="432">
                  <c:v>-0.03782804338259138</c:v>
                </c:pt>
                <c:pt idx="433">
                  <c:v>-0.03782804338259138</c:v>
                </c:pt>
                <c:pt idx="434">
                  <c:v>-0.03782804338259138</c:v>
                </c:pt>
                <c:pt idx="435">
                  <c:v>-0.03782804338259138</c:v>
                </c:pt>
                <c:pt idx="436">
                  <c:v>-0.03782804338259138</c:v>
                </c:pt>
                <c:pt idx="437">
                  <c:v>-0.03782804338259138</c:v>
                </c:pt>
                <c:pt idx="438">
                  <c:v>-0.03782804338259138</c:v>
                </c:pt>
                <c:pt idx="439">
                  <c:v>-0.03782804338259138</c:v>
                </c:pt>
                <c:pt idx="440">
                  <c:v>-0.03782804338259138</c:v>
                </c:pt>
                <c:pt idx="441">
                  <c:v>-0.03782804338259138</c:v>
                </c:pt>
                <c:pt idx="442">
                  <c:v>-0.03782804338259138</c:v>
                </c:pt>
                <c:pt idx="443">
                  <c:v>-0.03782804338259138</c:v>
                </c:pt>
                <c:pt idx="444">
                  <c:v>-0.03782804338259138</c:v>
                </c:pt>
                <c:pt idx="445">
                  <c:v>-0.03782804338259138</c:v>
                </c:pt>
                <c:pt idx="446">
                  <c:v>-0.03782804338259138</c:v>
                </c:pt>
                <c:pt idx="447">
                  <c:v>-0.03782804338259138</c:v>
                </c:pt>
                <c:pt idx="448">
                  <c:v>-0.03782804338259138</c:v>
                </c:pt>
                <c:pt idx="449">
                  <c:v>-0.03782804338259138</c:v>
                </c:pt>
                <c:pt idx="450">
                  <c:v>-0.03782804338259138</c:v>
                </c:pt>
                <c:pt idx="451">
                  <c:v>-0.03782804338259138</c:v>
                </c:pt>
                <c:pt idx="452">
                  <c:v>-0.03782804338259138</c:v>
                </c:pt>
                <c:pt idx="453">
                  <c:v>-0.03782804338259138</c:v>
                </c:pt>
                <c:pt idx="454">
                  <c:v>-0.03782804338259138</c:v>
                </c:pt>
                <c:pt idx="455">
                  <c:v>-0.03782804338259138</c:v>
                </c:pt>
                <c:pt idx="456">
                  <c:v>-0.03782804338259138</c:v>
                </c:pt>
                <c:pt idx="457">
                  <c:v>-0.03782804338259138</c:v>
                </c:pt>
                <c:pt idx="458">
                  <c:v>-0.03782804338259138</c:v>
                </c:pt>
                <c:pt idx="459">
                  <c:v>-0.03782804338259138</c:v>
                </c:pt>
                <c:pt idx="460">
                  <c:v>-0.03782804338259138</c:v>
                </c:pt>
                <c:pt idx="461">
                  <c:v>-0.03782804338259138</c:v>
                </c:pt>
                <c:pt idx="462">
                  <c:v>-0.03782804338259138</c:v>
                </c:pt>
                <c:pt idx="463">
                  <c:v>-0.03782804338259138</c:v>
                </c:pt>
                <c:pt idx="464">
                  <c:v>-0.03782804338259138</c:v>
                </c:pt>
                <c:pt idx="465">
                  <c:v>-0.03782804338259138</c:v>
                </c:pt>
                <c:pt idx="466">
                  <c:v>-0.03782804338259138</c:v>
                </c:pt>
                <c:pt idx="467">
                  <c:v>-0.03782804338259138</c:v>
                </c:pt>
                <c:pt idx="468">
                  <c:v>-0.03782804338259138</c:v>
                </c:pt>
                <c:pt idx="469">
                  <c:v>-0.03782804338259138</c:v>
                </c:pt>
                <c:pt idx="470">
                  <c:v>-0.03782804338259138</c:v>
                </c:pt>
                <c:pt idx="471">
                  <c:v>-0.03782804338259138</c:v>
                </c:pt>
                <c:pt idx="472">
                  <c:v>-0.03782804338259138</c:v>
                </c:pt>
                <c:pt idx="473">
                  <c:v>-0.03782804338259138</c:v>
                </c:pt>
                <c:pt idx="474">
                  <c:v>-0.03782804338259138</c:v>
                </c:pt>
                <c:pt idx="475">
                  <c:v>-0.03782804338259138</c:v>
                </c:pt>
                <c:pt idx="476">
                  <c:v>-0.03782804338259138</c:v>
                </c:pt>
                <c:pt idx="477">
                  <c:v>-0.03782804338259138</c:v>
                </c:pt>
                <c:pt idx="478">
                  <c:v>-0.03782804338259138</c:v>
                </c:pt>
                <c:pt idx="479">
                  <c:v>-0.03782804338259138</c:v>
                </c:pt>
                <c:pt idx="480">
                  <c:v>-0.03782804338259138</c:v>
                </c:pt>
                <c:pt idx="481">
                  <c:v>-0.03782804338259138</c:v>
                </c:pt>
                <c:pt idx="482">
                  <c:v>-0.03782804338259138</c:v>
                </c:pt>
                <c:pt idx="483">
                  <c:v>-0.03782804338259138</c:v>
                </c:pt>
                <c:pt idx="484">
                  <c:v>-0.03782804338259138</c:v>
                </c:pt>
                <c:pt idx="485">
                  <c:v>-0.03782804338259138</c:v>
                </c:pt>
                <c:pt idx="486">
                  <c:v>-0.03782804338259138</c:v>
                </c:pt>
                <c:pt idx="487">
                  <c:v>-0.03782804338259138</c:v>
                </c:pt>
                <c:pt idx="488">
                  <c:v>-0.03782804338259138</c:v>
                </c:pt>
                <c:pt idx="489">
                  <c:v>-0.03782804338259138</c:v>
                </c:pt>
                <c:pt idx="490">
                  <c:v>-0.03782804338259138</c:v>
                </c:pt>
                <c:pt idx="491">
                  <c:v>-0.03782804338259138</c:v>
                </c:pt>
                <c:pt idx="492">
                  <c:v>-0.03782804338259138</c:v>
                </c:pt>
                <c:pt idx="493">
                  <c:v>-0.03782804338259138</c:v>
                </c:pt>
                <c:pt idx="494">
                  <c:v>-0.03782804338259138</c:v>
                </c:pt>
                <c:pt idx="495">
                  <c:v>-0.03782804338259138</c:v>
                </c:pt>
                <c:pt idx="496">
                  <c:v>-0.03782804338259138</c:v>
                </c:pt>
                <c:pt idx="497">
                  <c:v>-0.03782804338259138</c:v>
                </c:pt>
                <c:pt idx="498">
                  <c:v>-0.03782804338259138</c:v>
                </c:pt>
                <c:pt idx="499">
                  <c:v>-0.03782804338259138</c:v>
                </c:pt>
                <c:pt idx="500">
                  <c:v>-0.03782804338259138</c:v>
                </c:pt>
                <c:pt idx="501">
                  <c:v>-0.03782804338259138</c:v>
                </c:pt>
                <c:pt idx="502">
                  <c:v>-0.03782804338259138</c:v>
                </c:pt>
                <c:pt idx="503">
                  <c:v>-0.03782804338259138</c:v>
                </c:pt>
                <c:pt idx="504">
                  <c:v>-0.03782804338259138</c:v>
                </c:pt>
                <c:pt idx="505">
                  <c:v>-0.03782804338259138</c:v>
                </c:pt>
                <c:pt idx="506">
                  <c:v>-0.03782804338259138</c:v>
                </c:pt>
                <c:pt idx="507">
                  <c:v>-0.03782804338259138</c:v>
                </c:pt>
                <c:pt idx="508">
                  <c:v>-0.03782804338259138</c:v>
                </c:pt>
                <c:pt idx="509">
                  <c:v>-0.03782804338259138</c:v>
                </c:pt>
                <c:pt idx="510">
                  <c:v>-0.03782804338259138</c:v>
                </c:pt>
                <c:pt idx="511">
                  <c:v>-0.03782804338259138</c:v>
                </c:pt>
                <c:pt idx="512">
                  <c:v>-0.03782804338259138</c:v>
                </c:pt>
                <c:pt idx="513">
                  <c:v>-0.03782804338259138</c:v>
                </c:pt>
                <c:pt idx="514">
                  <c:v>-0.03782804338259138</c:v>
                </c:pt>
                <c:pt idx="515">
                  <c:v>-0.03782804338259138</c:v>
                </c:pt>
                <c:pt idx="516">
                  <c:v>-0.03782804338259138</c:v>
                </c:pt>
                <c:pt idx="517">
                  <c:v>-0.03782804338259138</c:v>
                </c:pt>
                <c:pt idx="518">
                  <c:v>-0.03782804338259138</c:v>
                </c:pt>
                <c:pt idx="519">
                  <c:v>-0.03782804338259138</c:v>
                </c:pt>
                <c:pt idx="520">
                  <c:v>-0.03782804338259138</c:v>
                </c:pt>
                <c:pt idx="521">
                  <c:v>-0.03782804338259138</c:v>
                </c:pt>
                <c:pt idx="522">
                  <c:v>-0.03782804338259138</c:v>
                </c:pt>
                <c:pt idx="523">
                  <c:v>-0.03782804338259138</c:v>
                </c:pt>
                <c:pt idx="524">
                  <c:v>-0.03782804338259138</c:v>
                </c:pt>
                <c:pt idx="525">
                  <c:v>-0.03782804338259138</c:v>
                </c:pt>
                <c:pt idx="526">
                  <c:v>-0.03782804338259138</c:v>
                </c:pt>
                <c:pt idx="527">
                  <c:v>-0.03782804338259138</c:v>
                </c:pt>
                <c:pt idx="528">
                  <c:v>-0.03782804338259138</c:v>
                </c:pt>
                <c:pt idx="529">
                  <c:v>-0.03782804338259138</c:v>
                </c:pt>
                <c:pt idx="530">
                  <c:v>-0.03782804338259138</c:v>
                </c:pt>
                <c:pt idx="531">
                  <c:v>-0.03782804338259138</c:v>
                </c:pt>
                <c:pt idx="532">
                  <c:v>-0.03782804338259138</c:v>
                </c:pt>
                <c:pt idx="533">
                  <c:v>-0.03782804338259138</c:v>
                </c:pt>
                <c:pt idx="534">
                  <c:v>-0.03782804338259138</c:v>
                </c:pt>
                <c:pt idx="535">
                  <c:v>-0.03782804338259138</c:v>
                </c:pt>
                <c:pt idx="536">
                  <c:v>-0.03782804338259138</c:v>
                </c:pt>
                <c:pt idx="537">
                  <c:v>-0.03782804338259138</c:v>
                </c:pt>
                <c:pt idx="538">
                  <c:v>-0.03782804338259138</c:v>
                </c:pt>
                <c:pt idx="539">
                  <c:v>-0.03782804338259138</c:v>
                </c:pt>
                <c:pt idx="540">
                  <c:v>-0.03782804338259138</c:v>
                </c:pt>
                <c:pt idx="541">
                  <c:v>-0.03782804338259138</c:v>
                </c:pt>
                <c:pt idx="542">
                  <c:v>-0.03782804338259138</c:v>
                </c:pt>
                <c:pt idx="543">
                  <c:v>-0.03782804338259138</c:v>
                </c:pt>
                <c:pt idx="544">
                  <c:v>-0.03782804338259138</c:v>
                </c:pt>
                <c:pt idx="545">
                  <c:v>-0.03782804338259138</c:v>
                </c:pt>
                <c:pt idx="546">
                  <c:v>-0.03782804338259138</c:v>
                </c:pt>
                <c:pt idx="547">
                  <c:v>-0.03782804338259138</c:v>
                </c:pt>
                <c:pt idx="548">
                  <c:v>-0.03782804338259138</c:v>
                </c:pt>
                <c:pt idx="549">
                  <c:v>-0.03782804338259138</c:v>
                </c:pt>
                <c:pt idx="550">
                  <c:v>-0.03782804338259138</c:v>
                </c:pt>
                <c:pt idx="551">
                  <c:v>-0.03782804338259138</c:v>
                </c:pt>
                <c:pt idx="552">
                  <c:v>-0.03782804338259138</c:v>
                </c:pt>
                <c:pt idx="553">
                  <c:v>-0.03782804338259138</c:v>
                </c:pt>
                <c:pt idx="554">
                  <c:v>-0.03782804338259138</c:v>
                </c:pt>
                <c:pt idx="555">
                  <c:v>-0.03782804338259138</c:v>
                </c:pt>
                <c:pt idx="556">
                  <c:v>-0.03782804338259138</c:v>
                </c:pt>
                <c:pt idx="557">
                  <c:v>-0.03782804338259138</c:v>
                </c:pt>
                <c:pt idx="558">
                  <c:v>-0.03782804338259138</c:v>
                </c:pt>
                <c:pt idx="559">
                  <c:v>-0.03782804338259138</c:v>
                </c:pt>
                <c:pt idx="560">
                  <c:v>-0.03782804338259138</c:v>
                </c:pt>
                <c:pt idx="561">
                  <c:v>-0.03782804338259138</c:v>
                </c:pt>
                <c:pt idx="562">
                  <c:v>-0.03782804338259138</c:v>
                </c:pt>
                <c:pt idx="563">
                  <c:v>-0.03782804338259138</c:v>
                </c:pt>
                <c:pt idx="564">
                  <c:v>-0.03782804338259138</c:v>
                </c:pt>
                <c:pt idx="565">
                  <c:v>-0.03782804338259138</c:v>
                </c:pt>
                <c:pt idx="566">
                  <c:v>-0.03782804338259138</c:v>
                </c:pt>
                <c:pt idx="567">
                  <c:v>-0.03782804338259138</c:v>
                </c:pt>
                <c:pt idx="568">
                  <c:v>-0.03782804338259138</c:v>
                </c:pt>
                <c:pt idx="569">
                  <c:v>-0.03782804338259138</c:v>
                </c:pt>
                <c:pt idx="570">
                  <c:v>-0.03782804338259138</c:v>
                </c:pt>
                <c:pt idx="571">
                  <c:v>-0.03782804338259138</c:v>
                </c:pt>
                <c:pt idx="572">
                  <c:v>-0.03782804338259138</c:v>
                </c:pt>
                <c:pt idx="573">
                  <c:v>-0.03782804338259138</c:v>
                </c:pt>
                <c:pt idx="574">
                  <c:v>-0.03782804338259138</c:v>
                </c:pt>
                <c:pt idx="575">
                  <c:v>-0.03782804338259138</c:v>
                </c:pt>
                <c:pt idx="576">
                  <c:v>-0.03782804338259138</c:v>
                </c:pt>
                <c:pt idx="577">
                  <c:v>-0.03782804338259138</c:v>
                </c:pt>
                <c:pt idx="578">
                  <c:v>-0.03782804338259138</c:v>
                </c:pt>
                <c:pt idx="579">
                  <c:v>-0.03782804338259138</c:v>
                </c:pt>
                <c:pt idx="580">
                  <c:v>-0.03782804338259138</c:v>
                </c:pt>
                <c:pt idx="581">
                  <c:v>-0.03782804338259138</c:v>
                </c:pt>
                <c:pt idx="582">
                  <c:v>-0.03782804338259138</c:v>
                </c:pt>
                <c:pt idx="583">
                  <c:v>-0.03782804338259138</c:v>
                </c:pt>
                <c:pt idx="584">
                  <c:v>-0.03782804338259138</c:v>
                </c:pt>
                <c:pt idx="585">
                  <c:v>-0.03782804338259138</c:v>
                </c:pt>
                <c:pt idx="586">
                  <c:v>-0.03782804338259138</c:v>
                </c:pt>
                <c:pt idx="587">
                  <c:v>-0.03782804338259138</c:v>
                </c:pt>
                <c:pt idx="588">
                  <c:v>-0.03782804338259138</c:v>
                </c:pt>
                <c:pt idx="589">
                  <c:v>-0.03782804338259138</c:v>
                </c:pt>
                <c:pt idx="590">
                  <c:v>-0.03782804338259138</c:v>
                </c:pt>
                <c:pt idx="591">
                  <c:v>-0.03782804338259138</c:v>
                </c:pt>
                <c:pt idx="592">
                  <c:v>-0.03782804338259138</c:v>
                </c:pt>
                <c:pt idx="593">
                  <c:v>-0.03782804338259138</c:v>
                </c:pt>
                <c:pt idx="594">
                  <c:v>-0.03782804338259138</c:v>
                </c:pt>
                <c:pt idx="595">
                  <c:v>-0.03782804338259138</c:v>
                </c:pt>
                <c:pt idx="596">
                  <c:v>-0.03782804338259138</c:v>
                </c:pt>
                <c:pt idx="597">
                  <c:v>-0.03782804338259138</c:v>
                </c:pt>
                <c:pt idx="598">
                  <c:v>-0.03782804338259138</c:v>
                </c:pt>
                <c:pt idx="599">
                  <c:v>-0.03782804338259138</c:v>
                </c:pt>
                <c:pt idx="600">
                  <c:v>-0.03782804338259138</c:v>
                </c:pt>
                <c:pt idx="601">
                  <c:v>-0.03782804338259138</c:v>
                </c:pt>
                <c:pt idx="602">
                  <c:v>-0.03782804338259138</c:v>
                </c:pt>
                <c:pt idx="603">
                  <c:v>-0.03782804338259138</c:v>
                </c:pt>
                <c:pt idx="604">
                  <c:v>-0.03782804338259138</c:v>
                </c:pt>
                <c:pt idx="605">
                  <c:v>-0.03782804338259138</c:v>
                </c:pt>
                <c:pt idx="606">
                  <c:v>-0.03782804338259138</c:v>
                </c:pt>
                <c:pt idx="607">
                  <c:v>-0.03782804338259138</c:v>
                </c:pt>
                <c:pt idx="608">
                  <c:v>-0.03782804338259138</c:v>
                </c:pt>
                <c:pt idx="609">
                  <c:v>-0.03782804338259138</c:v>
                </c:pt>
                <c:pt idx="610">
                  <c:v>-0.03782804338259138</c:v>
                </c:pt>
                <c:pt idx="611">
                  <c:v>-0.03782804338259138</c:v>
                </c:pt>
                <c:pt idx="612">
                  <c:v>-0.03782804338259138</c:v>
                </c:pt>
                <c:pt idx="613">
                  <c:v>-0.03782804338259138</c:v>
                </c:pt>
                <c:pt idx="614">
                  <c:v>-0.03782804338259138</c:v>
                </c:pt>
                <c:pt idx="615">
                  <c:v>-0.03782804338259138</c:v>
                </c:pt>
                <c:pt idx="616">
                  <c:v>-0.03782804338259138</c:v>
                </c:pt>
                <c:pt idx="617">
                  <c:v>-0.03782804338259138</c:v>
                </c:pt>
                <c:pt idx="618">
                  <c:v>-0.03782804338259138</c:v>
                </c:pt>
                <c:pt idx="619">
                  <c:v>-0.03782804338259138</c:v>
                </c:pt>
                <c:pt idx="620">
                  <c:v>-0.03782804338259138</c:v>
                </c:pt>
                <c:pt idx="621">
                  <c:v>-0.03782804338259138</c:v>
                </c:pt>
                <c:pt idx="622">
                  <c:v>-0.03782804338259138</c:v>
                </c:pt>
                <c:pt idx="623">
                  <c:v>-0.03782804338259138</c:v>
                </c:pt>
                <c:pt idx="624">
                  <c:v>-0.03782804338259138</c:v>
                </c:pt>
                <c:pt idx="625">
                  <c:v>-0.03782804338259138</c:v>
                </c:pt>
                <c:pt idx="626">
                  <c:v>-0.03782804338259138</c:v>
                </c:pt>
                <c:pt idx="627">
                  <c:v>-0.03782804338259138</c:v>
                </c:pt>
                <c:pt idx="628">
                  <c:v>-0.03782804338259138</c:v>
                </c:pt>
                <c:pt idx="629">
                  <c:v>-0.03782804338259138</c:v>
                </c:pt>
                <c:pt idx="630">
                  <c:v>-0.03782804338259138</c:v>
                </c:pt>
                <c:pt idx="631">
                  <c:v>-0.03782804338259138</c:v>
                </c:pt>
                <c:pt idx="632">
                  <c:v>-0.03782804338259138</c:v>
                </c:pt>
                <c:pt idx="633">
                  <c:v>-0.03782804338259138</c:v>
                </c:pt>
                <c:pt idx="634">
                  <c:v>-0.03782804338259138</c:v>
                </c:pt>
                <c:pt idx="635">
                  <c:v>-0.03782804338259138</c:v>
                </c:pt>
                <c:pt idx="636">
                  <c:v>-0.03782804338259138</c:v>
                </c:pt>
                <c:pt idx="637">
                  <c:v>-0.03782804338259138</c:v>
                </c:pt>
                <c:pt idx="638">
                  <c:v>-0.03782804338259138</c:v>
                </c:pt>
                <c:pt idx="639">
                  <c:v>-0.03782804338259138</c:v>
                </c:pt>
                <c:pt idx="640">
                  <c:v>-0.03782804338259138</c:v>
                </c:pt>
                <c:pt idx="641">
                  <c:v>-0.03782804338259138</c:v>
                </c:pt>
                <c:pt idx="642">
                  <c:v>-0.03782804338259138</c:v>
                </c:pt>
                <c:pt idx="643">
                  <c:v>-0.03782804338259138</c:v>
                </c:pt>
                <c:pt idx="644">
                  <c:v>-0.03782804338259138</c:v>
                </c:pt>
                <c:pt idx="645">
                  <c:v>-0.03782804338259138</c:v>
                </c:pt>
                <c:pt idx="646">
                  <c:v>-0.03782804338259138</c:v>
                </c:pt>
                <c:pt idx="647">
                  <c:v>-0.03782804338259138</c:v>
                </c:pt>
                <c:pt idx="648">
                  <c:v>-0.03782804338259138</c:v>
                </c:pt>
                <c:pt idx="649">
                  <c:v>-0.03782804338259138</c:v>
                </c:pt>
                <c:pt idx="650">
                  <c:v>-0.03782804338259138</c:v>
                </c:pt>
                <c:pt idx="651">
                  <c:v>-0.03782804338259138</c:v>
                </c:pt>
                <c:pt idx="652">
                  <c:v>-0.03782804338259138</c:v>
                </c:pt>
                <c:pt idx="653">
                  <c:v>-0.03782804338259138</c:v>
                </c:pt>
                <c:pt idx="654">
                  <c:v>-0.03782804338259138</c:v>
                </c:pt>
                <c:pt idx="655">
                  <c:v>-0.03782804338259138</c:v>
                </c:pt>
                <c:pt idx="656">
                  <c:v>-0.03782804338259138</c:v>
                </c:pt>
                <c:pt idx="657">
                  <c:v>-0.03782804338259138</c:v>
                </c:pt>
                <c:pt idx="658">
                  <c:v>-0.03782804338259138</c:v>
                </c:pt>
                <c:pt idx="659">
                  <c:v>-0.03782804338259138</c:v>
                </c:pt>
                <c:pt idx="660">
                  <c:v>-0.03782804338259138</c:v>
                </c:pt>
                <c:pt idx="661">
                  <c:v>-0.03782804338259138</c:v>
                </c:pt>
                <c:pt idx="662">
                  <c:v>-0.03782804338259138</c:v>
                </c:pt>
                <c:pt idx="663">
                  <c:v>-0.03782804338259138</c:v>
                </c:pt>
                <c:pt idx="664">
                  <c:v>-0.03782804338259138</c:v>
                </c:pt>
                <c:pt idx="665">
                  <c:v>-0.03782804338259138</c:v>
                </c:pt>
                <c:pt idx="666">
                  <c:v>-0.03782804338259138</c:v>
                </c:pt>
                <c:pt idx="667">
                  <c:v>-0.03782804338259138</c:v>
                </c:pt>
                <c:pt idx="668">
                  <c:v>-0.03782804338259138</c:v>
                </c:pt>
                <c:pt idx="669">
                  <c:v>-0.03782804338259138</c:v>
                </c:pt>
                <c:pt idx="670">
                  <c:v>-0.03782804338259138</c:v>
                </c:pt>
                <c:pt idx="671">
                  <c:v>-0.03782804338259138</c:v>
                </c:pt>
                <c:pt idx="672">
                  <c:v>-0.03782804338259138</c:v>
                </c:pt>
                <c:pt idx="673">
                  <c:v>-0.03782804338259138</c:v>
                </c:pt>
                <c:pt idx="674">
                  <c:v>-0.03782804338259138</c:v>
                </c:pt>
                <c:pt idx="675">
                  <c:v>-0.03782804338259138</c:v>
                </c:pt>
                <c:pt idx="676">
                  <c:v>-0.03782804338259138</c:v>
                </c:pt>
                <c:pt idx="677">
                  <c:v>-0.03782804338259138</c:v>
                </c:pt>
                <c:pt idx="678">
                  <c:v>-0.03782804338259138</c:v>
                </c:pt>
                <c:pt idx="679">
                  <c:v>-0.03782804338259138</c:v>
                </c:pt>
                <c:pt idx="680">
                  <c:v>-0.03782804338259138</c:v>
                </c:pt>
                <c:pt idx="681">
                  <c:v>-0.03782804338259138</c:v>
                </c:pt>
                <c:pt idx="682">
                  <c:v>-0.03782804338259138</c:v>
                </c:pt>
                <c:pt idx="683">
                  <c:v>-0.03782804338259138</c:v>
                </c:pt>
                <c:pt idx="684">
                  <c:v>-0.03782804338259138</c:v>
                </c:pt>
                <c:pt idx="685">
                  <c:v>-0.03782804338259138</c:v>
                </c:pt>
                <c:pt idx="686">
                  <c:v>-0.03782804338259138</c:v>
                </c:pt>
                <c:pt idx="687">
                  <c:v>-0.03782804338259138</c:v>
                </c:pt>
                <c:pt idx="688">
                  <c:v>-0.03782804338259138</c:v>
                </c:pt>
                <c:pt idx="689">
                  <c:v>-0.03782804338259138</c:v>
                </c:pt>
                <c:pt idx="690">
                  <c:v>-0.03782804338259138</c:v>
                </c:pt>
                <c:pt idx="691">
                  <c:v>-0.03782804338259138</c:v>
                </c:pt>
                <c:pt idx="692">
                  <c:v>-0.03782804338259138</c:v>
                </c:pt>
                <c:pt idx="693">
                  <c:v>-0.03782804338259138</c:v>
                </c:pt>
                <c:pt idx="694">
                  <c:v>-0.03782804338259138</c:v>
                </c:pt>
                <c:pt idx="695">
                  <c:v>-0.03782804338259138</c:v>
                </c:pt>
                <c:pt idx="696">
                  <c:v>-0.03782804338259138</c:v>
                </c:pt>
                <c:pt idx="697">
                  <c:v>-0.03782804338259138</c:v>
                </c:pt>
                <c:pt idx="698">
                  <c:v>-0.03782804338259138</c:v>
                </c:pt>
                <c:pt idx="699">
                  <c:v>-0.03782804338259138</c:v>
                </c:pt>
                <c:pt idx="700">
                  <c:v>-0.03782804338259138</c:v>
                </c:pt>
                <c:pt idx="701">
                  <c:v>-0.03782804338259138</c:v>
                </c:pt>
                <c:pt idx="702">
                  <c:v>-0.03782804338259138</c:v>
                </c:pt>
                <c:pt idx="703">
                  <c:v>-0.03782804338259138</c:v>
                </c:pt>
                <c:pt idx="704">
                  <c:v>-0.03782804338259138</c:v>
                </c:pt>
                <c:pt idx="705">
                  <c:v>-0.03782804338259138</c:v>
                </c:pt>
                <c:pt idx="706">
                  <c:v>-0.03782804338259138</c:v>
                </c:pt>
                <c:pt idx="707">
                  <c:v>-0.03782804338259138</c:v>
                </c:pt>
                <c:pt idx="708">
                  <c:v>-0.03782804338259138</c:v>
                </c:pt>
                <c:pt idx="709">
                  <c:v>-0.03782804338259138</c:v>
                </c:pt>
                <c:pt idx="710">
                  <c:v>-0.03782804338259138</c:v>
                </c:pt>
                <c:pt idx="711">
                  <c:v>-0.03782804338259138</c:v>
                </c:pt>
                <c:pt idx="712">
                  <c:v>-0.03782804338259138</c:v>
                </c:pt>
                <c:pt idx="713">
                  <c:v>-0.03782804338259138</c:v>
                </c:pt>
                <c:pt idx="714">
                  <c:v>-0.03782804338259138</c:v>
                </c:pt>
                <c:pt idx="715">
                  <c:v>-0.03782804338259138</c:v>
                </c:pt>
                <c:pt idx="716">
                  <c:v>-0.03782804338259138</c:v>
                </c:pt>
                <c:pt idx="717">
                  <c:v>-0.03782804338259138</c:v>
                </c:pt>
                <c:pt idx="718">
                  <c:v>-0.03782804338259138</c:v>
                </c:pt>
                <c:pt idx="719">
                  <c:v>-0.03782804338259138</c:v>
                </c:pt>
                <c:pt idx="720">
                  <c:v>-0.03782804338259138</c:v>
                </c:pt>
                <c:pt idx="721">
                  <c:v>-0.03782804338259138</c:v>
                </c:pt>
                <c:pt idx="722">
                  <c:v>-0.03782804338259138</c:v>
                </c:pt>
                <c:pt idx="723">
                  <c:v>-0.03782804338259138</c:v>
                </c:pt>
                <c:pt idx="724">
                  <c:v>-0.03782804338259138</c:v>
                </c:pt>
                <c:pt idx="725">
                  <c:v>-0.03782804338259138</c:v>
                </c:pt>
                <c:pt idx="726">
                  <c:v>-0.03782804338259138</c:v>
                </c:pt>
                <c:pt idx="727">
                  <c:v>-0.03782804338259138</c:v>
                </c:pt>
                <c:pt idx="728">
                  <c:v>-0.03782804338259138</c:v>
                </c:pt>
                <c:pt idx="729">
                  <c:v>-0.03782804338259138</c:v>
                </c:pt>
                <c:pt idx="730">
                  <c:v>-0.03782804338259138</c:v>
                </c:pt>
                <c:pt idx="731">
                  <c:v>-0.03782804338259138</c:v>
                </c:pt>
                <c:pt idx="732">
                  <c:v>-0.03782804338259138</c:v>
                </c:pt>
                <c:pt idx="733">
                  <c:v>-0.03782804338259138</c:v>
                </c:pt>
                <c:pt idx="734">
                  <c:v>-0.03782804338259138</c:v>
                </c:pt>
                <c:pt idx="735">
                  <c:v>-0.03782804338259138</c:v>
                </c:pt>
                <c:pt idx="736">
                  <c:v>-0.03782804338259138</c:v>
                </c:pt>
                <c:pt idx="737">
                  <c:v>-0.03782804338259138</c:v>
                </c:pt>
                <c:pt idx="738">
                  <c:v>-0.03782804338259138</c:v>
                </c:pt>
                <c:pt idx="739">
                  <c:v>-0.03782804338259138</c:v>
                </c:pt>
                <c:pt idx="740">
                  <c:v>-0.03782804338259138</c:v>
                </c:pt>
                <c:pt idx="741">
                  <c:v>-0.03782804338259138</c:v>
                </c:pt>
                <c:pt idx="742">
                  <c:v>-0.03782804338259138</c:v>
                </c:pt>
                <c:pt idx="743">
                  <c:v>-0.03782804338259138</c:v>
                </c:pt>
                <c:pt idx="744">
                  <c:v>-0.03782804338259138</c:v>
                </c:pt>
                <c:pt idx="745">
                  <c:v>-0.03782804338259138</c:v>
                </c:pt>
                <c:pt idx="746">
                  <c:v>-0.03782804338259138</c:v>
                </c:pt>
                <c:pt idx="747">
                  <c:v>-0.03782804338259138</c:v>
                </c:pt>
                <c:pt idx="748">
                  <c:v>-0.03782804338259138</c:v>
                </c:pt>
                <c:pt idx="749">
                  <c:v>-0.03782804338259138</c:v>
                </c:pt>
                <c:pt idx="750">
                  <c:v>-0.03782804338259138</c:v>
                </c:pt>
                <c:pt idx="751">
                  <c:v>-0.03782804338259138</c:v>
                </c:pt>
                <c:pt idx="752">
                  <c:v>-0.03782804338259138</c:v>
                </c:pt>
                <c:pt idx="753">
                  <c:v>-0.03782804338259138</c:v>
                </c:pt>
                <c:pt idx="754">
                  <c:v>-0.03782804338259138</c:v>
                </c:pt>
                <c:pt idx="755">
                  <c:v>-0.03782804338259138</c:v>
                </c:pt>
                <c:pt idx="756">
                  <c:v>-0.03782804338259138</c:v>
                </c:pt>
                <c:pt idx="757">
                  <c:v>-0.03782804338259138</c:v>
                </c:pt>
                <c:pt idx="758">
                  <c:v>-0.03782804338259138</c:v>
                </c:pt>
                <c:pt idx="759">
                  <c:v>-0.03782804338259138</c:v>
                </c:pt>
                <c:pt idx="760">
                  <c:v>-0.03782804338259138</c:v>
                </c:pt>
                <c:pt idx="761">
                  <c:v>-0.03782804338259138</c:v>
                </c:pt>
                <c:pt idx="762">
                  <c:v>-0.03782804338259138</c:v>
                </c:pt>
                <c:pt idx="763">
                  <c:v>-0.03782804338259138</c:v>
                </c:pt>
                <c:pt idx="764">
                  <c:v>-0.03782804338259138</c:v>
                </c:pt>
                <c:pt idx="765">
                  <c:v>-0.03782804338259138</c:v>
                </c:pt>
                <c:pt idx="766">
                  <c:v>-0.03782804338259138</c:v>
                </c:pt>
                <c:pt idx="767">
                  <c:v>-0.03782804338259138</c:v>
                </c:pt>
                <c:pt idx="768">
                  <c:v>-0.03782804338259138</c:v>
                </c:pt>
                <c:pt idx="769">
                  <c:v>-0.03782804338259138</c:v>
                </c:pt>
                <c:pt idx="770">
                  <c:v>-0.03782804338259138</c:v>
                </c:pt>
                <c:pt idx="771">
                  <c:v>-0.03782804338259138</c:v>
                </c:pt>
                <c:pt idx="772">
                  <c:v>-0.03782804338259138</c:v>
                </c:pt>
                <c:pt idx="773">
                  <c:v>-0.03782804338259138</c:v>
                </c:pt>
                <c:pt idx="774">
                  <c:v>-0.03782804338259138</c:v>
                </c:pt>
                <c:pt idx="775">
                  <c:v>-0.03782804338259138</c:v>
                </c:pt>
                <c:pt idx="776">
                  <c:v>-0.03782804338259138</c:v>
                </c:pt>
                <c:pt idx="777">
                  <c:v>-0.03782804338259138</c:v>
                </c:pt>
                <c:pt idx="778">
                  <c:v>-0.03782804338259138</c:v>
                </c:pt>
                <c:pt idx="779">
                  <c:v>-0.03782804338259138</c:v>
                </c:pt>
                <c:pt idx="780">
                  <c:v>-0.03782804338259138</c:v>
                </c:pt>
                <c:pt idx="781">
                  <c:v>-0.03782804338259138</c:v>
                </c:pt>
                <c:pt idx="782">
                  <c:v>-0.03782804338259138</c:v>
                </c:pt>
                <c:pt idx="783">
                  <c:v>-0.03782804338259138</c:v>
                </c:pt>
                <c:pt idx="784">
                  <c:v>-0.03782804338259138</c:v>
                </c:pt>
                <c:pt idx="785">
                  <c:v>-0.03782804338259138</c:v>
                </c:pt>
                <c:pt idx="786">
                  <c:v>-0.03782804338259138</c:v>
                </c:pt>
                <c:pt idx="787">
                  <c:v>-0.03782804338259138</c:v>
                </c:pt>
                <c:pt idx="788">
                  <c:v>-0.03782804338259138</c:v>
                </c:pt>
                <c:pt idx="789">
                  <c:v>-0.03782804338259138</c:v>
                </c:pt>
                <c:pt idx="790">
                  <c:v>-0.03782804338259138</c:v>
                </c:pt>
                <c:pt idx="791">
                  <c:v>-0.03782804338259138</c:v>
                </c:pt>
                <c:pt idx="792">
                  <c:v>-0.03782804338259138</c:v>
                </c:pt>
                <c:pt idx="793">
                  <c:v>-0.03782804338259138</c:v>
                </c:pt>
                <c:pt idx="794">
                  <c:v>-0.03782804338259138</c:v>
                </c:pt>
                <c:pt idx="795">
                  <c:v>-0.03782804338259138</c:v>
                </c:pt>
                <c:pt idx="796">
                  <c:v>-0.03782804338259138</c:v>
                </c:pt>
                <c:pt idx="797">
                  <c:v>-0.03782804338259138</c:v>
                </c:pt>
                <c:pt idx="798">
                  <c:v>-0.03782804338259138</c:v>
                </c:pt>
                <c:pt idx="799">
                  <c:v>-0.03782804338259138</c:v>
                </c:pt>
                <c:pt idx="800">
                  <c:v>-0.03782804338259138</c:v>
                </c:pt>
                <c:pt idx="801">
                  <c:v>-0.03782804338259138</c:v>
                </c:pt>
                <c:pt idx="802">
                  <c:v>-0.03782804338259138</c:v>
                </c:pt>
                <c:pt idx="803">
                  <c:v>-0.03782804338259138</c:v>
                </c:pt>
                <c:pt idx="804">
                  <c:v>-0.03782804338259138</c:v>
                </c:pt>
                <c:pt idx="805">
                  <c:v>-0.03782804338259138</c:v>
                </c:pt>
                <c:pt idx="806">
                  <c:v>-0.03782804338259138</c:v>
                </c:pt>
                <c:pt idx="807">
                  <c:v>-0.03782804338259138</c:v>
                </c:pt>
                <c:pt idx="808">
                  <c:v>-0.03782804338259138</c:v>
                </c:pt>
                <c:pt idx="809">
                  <c:v>-0.03782804338259138</c:v>
                </c:pt>
                <c:pt idx="810">
                  <c:v>-0.03782804338259138</c:v>
                </c:pt>
                <c:pt idx="811">
                  <c:v>-0.03782804338259138</c:v>
                </c:pt>
                <c:pt idx="812">
                  <c:v>-0.03782804338259138</c:v>
                </c:pt>
                <c:pt idx="813">
                  <c:v>-0.03782804338259138</c:v>
                </c:pt>
                <c:pt idx="814">
                  <c:v>-0.03782804338259138</c:v>
                </c:pt>
                <c:pt idx="815">
                  <c:v>-0.03782804338259138</c:v>
                </c:pt>
                <c:pt idx="816">
                  <c:v>-0.03782804338259138</c:v>
                </c:pt>
                <c:pt idx="817">
                  <c:v>-0.03782804338259138</c:v>
                </c:pt>
                <c:pt idx="818">
                  <c:v>-0.03782804338259138</c:v>
                </c:pt>
                <c:pt idx="819">
                  <c:v>-0.03782804338259138</c:v>
                </c:pt>
                <c:pt idx="820">
                  <c:v>-0.03782804338259138</c:v>
                </c:pt>
                <c:pt idx="821">
                  <c:v>-0.03782804338259138</c:v>
                </c:pt>
                <c:pt idx="822">
                  <c:v>-0.03782804338259138</c:v>
                </c:pt>
                <c:pt idx="823">
                  <c:v>-0.03782804338259138</c:v>
                </c:pt>
                <c:pt idx="824">
                  <c:v>-0.03782804338259138</c:v>
                </c:pt>
                <c:pt idx="825">
                  <c:v>-0.03782804338259138</c:v>
                </c:pt>
                <c:pt idx="826">
                  <c:v>-0.03782804338259138</c:v>
                </c:pt>
                <c:pt idx="827">
                  <c:v>-0.03782804338259138</c:v>
                </c:pt>
                <c:pt idx="828">
                  <c:v>-0.03782804338259138</c:v>
                </c:pt>
                <c:pt idx="829">
                  <c:v>-0.03782804338259138</c:v>
                </c:pt>
                <c:pt idx="830">
                  <c:v>-0.03782804338259138</c:v>
                </c:pt>
                <c:pt idx="831">
                  <c:v>-0.03782804338259138</c:v>
                </c:pt>
                <c:pt idx="832">
                  <c:v>-0.03782804338259138</c:v>
                </c:pt>
                <c:pt idx="833">
                  <c:v>-0.03782804338259138</c:v>
                </c:pt>
                <c:pt idx="834">
                  <c:v>-0.03782804338259138</c:v>
                </c:pt>
                <c:pt idx="835">
                  <c:v>-0.03782804338259138</c:v>
                </c:pt>
                <c:pt idx="836">
                  <c:v>-0.03782804338259138</c:v>
                </c:pt>
                <c:pt idx="837">
                  <c:v>-0.03782804338259138</c:v>
                </c:pt>
                <c:pt idx="838">
                  <c:v>-0.03782804338259138</c:v>
                </c:pt>
                <c:pt idx="839">
                  <c:v>-0.03782804338259138</c:v>
                </c:pt>
                <c:pt idx="840">
                  <c:v>-0.03782804338259138</c:v>
                </c:pt>
                <c:pt idx="841">
                  <c:v>-0.03782804338259138</c:v>
                </c:pt>
                <c:pt idx="842">
                  <c:v>-0.03782804338259138</c:v>
                </c:pt>
                <c:pt idx="843">
                  <c:v>-0.03782804338259138</c:v>
                </c:pt>
                <c:pt idx="844">
                  <c:v>-0.03782804338259138</c:v>
                </c:pt>
                <c:pt idx="845">
                  <c:v>-0.03782804338259138</c:v>
                </c:pt>
                <c:pt idx="846">
                  <c:v>-0.03782804338259138</c:v>
                </c:pt>
                <c:pt idx="847">
                  <c:v>-0.03782804338259138</c:v>
                </c:pt>
                <c:pt idx="848">
                  <c:v>-0.03782804338259138</c:v>
                </c:pt>
                <c:pt idx="849">
                  <c:v>-0.03782804338259138</c:v>
                </c:pt>
                <c:pt idx="850">
                  <c:v>-0.03782804338259138</c:v>
                </c:pt>
                <c:pt idx="851">
                  <c:v>-0.03782804338259138</c:v>
                </c:pt>
                <c:pt idx="852">
                  <c:v>-0.03782804338259138</c:v>
                </c:pt>
                <c:pt idx="853">
                  <c:v>-0.03782804338259138</c:v>
                </c:pt>
                <c:pt idx="854">
                  <c:v>-0.03782804338259138</c:v>
                </c:pt>
                <c:pt idx="855">
                  <c:v>-0.03782804338259138</c:v>
                </c:pt>
                <c:pt idx="856">
                  <c:v>-0.03782804338259138</c:v>
                </c:pt>
                <c:pt idx="857">
                  <c:v>-0.03782804338259138</c:v>
                </c:pt>
                <c:pt idx="858">
                  <c:v>-0.03782804338259138</c:v>
                </c:pt>
                <c:pt idx="859">
                  <c:v>-0.03782804338259138</c:v>
                </c:pt>
                <c:pt idx="860">
                  <c:v>-0.03782804338259138</c:v>
                </c:pt>
                <c:pt idx="861">
                  <c:v>-0.03782804338259138</c:v>
                </c:pt>
                <c:pt idx="862">
                  <c:v>-0.03782804338259138</c:v>
                </c:pt>
                <c:pt idx="863">
                  <c:v>-0.03782804338259138</c:v>
                </c:pt>
                <c:pt idx="864">
                  <c:v>-0.03782804338259138</c:v>
                </c:pt>
                <c:pt idx="865">
                  <c:v>-0.03782804338259138</c:v>
                </c:pt>
                <c:pt idx="866">
                  <c:v>-0.03782804338259138</c:v>
                </c:pt>
                <c:pt idx="867">
                  <c:v>-0.03782804338259138</c:v>
                </c:pt>
                <c:pt idx="868">
                  <c:v>-0.03782804338259138</c:v>
                </c:pt>
                <c:pt idx="869">
                  <c:v>-0.03782804338259138</c:v>
                </c:pt>
                <c:pt idx="870">
                  <c:v>-0.03782804338259138</c:v>
                </c:pt>
                <c:pt idx="871">
                  <c:v>-0.03782804338259138</c:v>
                </c:pt>
                <c:pt idx="872">
                  <c:v>-0.03782804338259138</c:v>
                </c:pt>
                <c:pt idx="873">
                  <c:v>-0.03782804338259138</c:v>
                </c:pt>
                <c:pt idx="874">
                  <c:v>-0.03782804338259138</c:v>
                </c:pt>
                <c:pt idx="875">
                  <c:v>-0.03782804338259138</c:v>
                </c:pt>
                <c:pt idx="876">
                  <c:v>-0.03782804338259138</c:v>
                </c:pt>
                <c:pt idx="877">
                  <c:v>-0.03782804338259138</c:v>
                </c:pt>
                <c:pt idx="878">
                  <c:v>-0.03782804338259138</c:v>
                </c:pt>
                <c:pt idx="879">
                  <c:v>-0.03782804338259138</c:v>
                </c:pt>
                <c:pt idx="880">
                  <c:v>-0.03782804338259138</c:v>
                </c:pt>
                <c:pt idx="881">
                  <c:v>-0.03782804338259138</c:v>
                </c:pt>
                <c:pt idx="882">
                  <c:v>-0.03782804338259138</c:v>
                </c:pt>
                <c:pt idx="883">
                  <c:v>-0.03782804338259138</c:v>
                </c:pt>
                <c:pt idx="884">
                  <c:v>-0.03782804338259138</c:v>
                </c:pt>
                <c:pt idx="885">
                  <c:v>-0.03782804338259138</c:v>
                </c:pt>
                <c:pt idx="886">
                  <c:v>-0.03782804338259138</c:v>
                </c:pt>
                <c:pt idx="887">
                  <c:v>-0.03782804338259138</c:v>
                </c:pt>
                <c:pt idx="888">
                  <c:v>-0.03782804338259138</c:v>
                </c:pt>
                <c:pt idx="889">
                  <c:v>-0.03782804338259138</c:v>
                </c:pt>
                <c:pt idx="890">
                  <c:v>-0.03782804338259138</c:v>
                </c:pt>
                <c:pt idx="891">
                  <c:v>-0.03782804338259138</c:v>
                </c:pt>
                <c:pt idx="892">
                  <c:v>-0.03782804338259138</c:v>
                </c:pt>
                <c:pt idx="893">
                  <c:v>-0.03782804338259138</c:v>
                </c:pt>
                <c:pt idx="894">
                  <c:v>-0.03782804338259138</c:v>
                </c:pt>
                <c:pt idx="895">
                  <c:v>-0.03782804338259138</c:v>
                </c:pt>
                <c:pt idx="896">
                  <c:v>-0.03782804338259138</c:v>
                </c:pt>
                <c:pt idx="897">
                  <c:v>-0.03782804338259138</c:v>
                </c:pt>
                <c:pt idx="898">
                  <c:v>-0.03782804338259138</c:v>
                </c:pt>
                <c:pt idx="899">
                  <c:v>-0.03782804338259138</c:v>
                </c:pt>
                <c:pt idx="900">
                  <c:v>-0.03782804338259138</c:v>
                </c:pt>
                <c:pt idx="901">
                  <c:v>-0.03782804338259138</c:v>
                </c:pt>
                <c:pt idx="902">
                  <c:v>-0.03782804338259138</c:v>
                </c:pt>
                <c:pt idx="903">
                  <c:v>-0.03782804338259138</c:v>
                </c:pt>
                <c:pt idx="904">
                  <c:v>-0.03782804338259138</c:v>
                </c:pt>
                <c:pt idx="905">
                  <c:v>-0.03782804338259138</c:v>
                </c:pt>
                <c:pt idx="906">
                  <c:v>-0.03782804338259138</c:v>
                </c:pt>
                <c:pt idx="907">
                  <c:v>-0.03782804338259138</c:v>
                </c:pt>
                <c:pt idx="908">
                  <c:v>-0.03782804338259138</c:v>
                </c:pt>
                <c:pt idx="909">
                  <c:v>-0.03782804338259138</c:v>
                </c:pt>
                <c:pt idx="910">
                  <c:v>-0.03782804338259138</c:v>
                </c:pt>
                <c:pt idx="911">
                  <c:v>-0.03782804338259138</c:v>
                </c:pt>
                <c:pt idx="912">
                  <c:v>-0.03782804338259138</c:v>
                </c:pt>
                <c:pt idx="913">
                  <c:v>-0.03782804338259138</c:v>
                </c:pt>
                <c:pt idx="914">
                  <c:v>-0.03782804338259138</c:v>
                </c:pt>
                <c:pt idx="915">
                  <c:v>-0.03782804338259138</c:v>
                </c:pt>
                <c:pt idx="916">
                  <c:v>-0.03782804338259138</c:v>
                </c:pt>
                <c:pt idx="917">
                  <c:v>-0.03782804338259138</c:v>
                </c:pt>
                <c:pt idx="918">
                  <c:v>-0.03782804338259138</c:v>
                </c:pt>
                <c:pt idx="919">
                  <c:v>-0.03782804338259138</c:v>
                </c:pt>
                <c:pt idx="920">
                  <c:v>-0.03782804338259138</c:v>
                </c:pt>
                <c:pt idx="921">
                  <c:v>-0.03782804338259138</c:v>
                </c:pt>
                <c:pt idx="922">
                  <c:v>-0.03782804338259138</c:v>
                </c:pt>
                <c:pt idx="923">
                  <c:v>-0.03782804338259138</c:v>
                </c:pt>
                <c:pt idx="924">
                  <c:v>-0.03782804338259138</c:v>
                </c:pt>
                <c:pt idx="925">
                  <c:v>-0.03782804338259138</c:v>
                </c:pt>
                <c:pt idx="926">
                  <c:v>-0.03782804338259138</c:v>
                </c:pt>
                <c:pt idx="927">
                  <c:v>-0.03782804338259138</c:v>
                </c:pt>
                <c:pt idx="928">
                  <c:v>-0.03782804338259138</c:v>
                </c:pt>
                <c:pt idx="929">
                  <c:v>-0.03782804338259138</c:v>
                </c:pt>
                <c:pt idx="930">
                  <c:v>-0.03782804338259138</c:v>
                </c:pt>
                <c:pt idx="931">
                  <c:v>-0.03782804338259138</c:v>
                </c:pt>
                <c:pt idx="932">
                  <c:v>-0.03782804338259138</c:v>
                </c:pt>
                <c:pt idx="933">
                  <c:v>-0.03782804338259138</c:v>
                </c:pt>
                <c:pt idx="934">
                  <c:v>-0.03782804338259138</c:v>
                </c:pt>
                <c:pt idx="935">
                  <c:v>-0.03782804338259138</c:v>
                </c:pt>
                <c:pt idx="936">
                  <c:v>-0.03782804338259138</c:v>
                </c:pt>
                <c:pt idx="937">
                  <c:v>-0.03782804338259138</c:v>
                </c:pt>
                <c:pt idx="938">
                  <c:v>-0.03782804338259138</c:v>
                </c:pt>
                <c:pt idx="939">
                  <c:v>-0.03782804338259138</c:v>
                </c:pt>
                <c:pt idx="940">
                  <c:v>-0.03782804338259138</c:v>
                </c:pt>
                <c:pt idx="941">
                  <c:v>-0.03782804338259138</c:v>
                </c:pt>
                <c:pt idx="942">
                  <c:v>-0.03782804338259138</c:v>
                </c:pt>
                <c:pt idx="943">
                  <c:v>-0.03782804338259138</c:v>
                </c:pt>
                <c:pt idx="944">
                  <c:v>-0.03782804338259138</c:v>
                </c:pt>
                <c:pt idx="945">
                  <c:v>-0.03782804338259138</c:v>
                </c:pt>
                <c:pt idx="946">
                  <c:v>-0.03782804338259138</c:v>
                </c:pt>
                <c:pt idx="947">
                  <c:v>-0.03782804338259138</c:v>
                </c:pt>
                <c:pt idx="948">
                  <c:v>-0.03782804338259138</c:v>
                </c:pt>
                <c:pt idx="949">
                  <c:v>-0.03782804338259138</c:v>
                </c:pt>
                <c:pt idx="950">
                  <c:v>-0.03782804338259138</c:v>
                </c:pt>
                <c:pt idx="951">
                  <c:v>-0.03782804338259138</c:v>
                </c:pt>
                <c:pt idx="952">
                  <c:v>-0.03782804338259138</c:v>
                </c:pt>
                <c:pt idx="953">
                  <c:v>-0.03782804338259138</c:v>
                </c:pt>
                <c:pt idx="954">
                  <c:v>-0.03782804338259138</c:v>
                </c:pt>
                <c:pt idx="955">
                  <c:v>-0.03782804338259138</c:v>
                </c:pt>
                <c:pt idx="956">
                  <c:v>-0.03782804338259138</c:v>
                </c:pt>
                <c:pt idx="957">
                  <c:v>-0.03782804338259138</c:v>
                </c:pt>
                <c:pt idx="958">
                  <c:v>-0.03782804338259138</c:v>
                </c:pt>
                <c:pt idx="959">
                  <c:v>-0.03782804338259138</c:v>
                </c:pt>
                <c:pt idx="960">
                  <c:v>-0.03782804338259138</c:v>
                </c:pt>
                <c:pt idx="961">
                  <c:v>-0.03782804338259138</c:v>
                </c:pt>
                <c:pt idx="962">
                  <c:v>-0.03782804338259138</c:v>
                </c:pt>
                <c:pt idx="963">
                  <c:v>-0.03782804338259138</c:v>
                </c:pt>
                <c:pt idx="964">
                  <c:v>-0.03782804338259138</c:v>
                </c:pt>
                <c:pt idx="965">
                  <c:v>-0.03782804338259138</c:v>
                </c:pt>
                <c:pt idx="966">
                  <c:v>-0.03782804338259138</c:v>
                </c:pt>
                <c:pt idx="967">
                  <c:v>-0.03782804338259138</c:v>
                </c:pt>
                <c:pt idx="968">
                  <c:v>-0.03782804338259138</c:v>
                </c:pt>
                <c:pt idx="969">
                  <c:v>-0.03782804338259138</c:v>
                </c:pt>
                <c:pt idx="970">
                  <c:v>-0.03782804338259138</c:v>
                </c:pt>
                <c:pt idx="971">
                  <c:v>-0.03782804338259138</c:v>
                </c:pt>
                <c:pt idx="972">
                  <c:v>-0.03782804338259138</c:v>
                </c:pt>
                <c:pt idx="973">
                  <c:v>-0.03782804338259138</c:v>
                </c:pt>
                <c:pt idx="974">
                  <c:v>-0.03782804338259138</c:v>
                </c:pt>
                <c:pt idx="975">
                  <c:v>-0.03782804338259138</c:v>
                </c:pt>
                <c:pt idx="976">
                  <c:v>-0.03782804338259138</c:v>
                </c:pt>
                <c:pt idx="977">
                  <c:v>-0.03782804338259138</c:v>
                </c:pt>
                <c:pt idx="978">
                  <c:v>-0.03782804338259138</c:v>
                </c:pt>
                <c:pt idx="979">
                  <c:v>-0.03782804338259138</c:v>
                </c:pt>
                <c:pt idx="980">
                  <c:v>-0.03782804338259138</c:v>
                </c:pt>
                <c:pt idx="981">
                  <c:v>-0.03782804338259138</c:v>
                </c:pt>
                <c:pt idx="982">
                  <c:v>-0.03782804338259138</c:v>
                </c:pt>
                <c:pt idx="983">
                  <c:v>-0.03782804338259138</c:v>
                </c:pt>
                <c:pt idx="984">
                  <c:v>-0.03782804338259138</c:v>
                </c:pt>
                <c:pt idx="985">
                  <c:v>-0.03782804338259138</c:v>
                </c:pt>
                <c:pt idx="986">
                  <c:v>-0.03782804338259138</c:v>
                </c:pt>
                <c:pt idx="987">
                  <c:v>-0.03782804338259138</c:v>
                </c:pt>
                <c:pt idx="988">
                  <c:v>-0.03782804338259138</c:v>
                </c:pt>
                <c:pt idx="989">
                  <c:v>-0.03782804338259138</c:v>
                </c:pt>
                <c:pt idx="990">
                  <c:v>-0.03782804338259138</c:v>
                </c:pt>
                <c:pt idx="991">
                  <c:v>-0.03782804338259138</c:v>
                </c:pt>
                <c:pt idx="992">
                  <c:v>-0.03782804338259138</c:v>
                </c:pt>
                <c:pt idx="993">
                  <c:v>-0.03782804338259138</c:v>
                </c:pt>
                <c:pt idx="994">
                  <c:v>-0.03782804338259138</c:v>
                </c:pt>
                <c:pt idx="995">
                  <c:v>-0.03782804338259138</c:v>
                </c:pt>
                <c:pt idx="996">
                  <c:v>-0.03782804338259138</c:v>
                </c:pt>
                <c:pt idx="997">
                  <c:v>-0.03782804338259138</c:v>
                </c:pt>
                <c:pt idx="998">
                  <c:v>-0.03782804338259138</c:v>
                </c:pt>
                <c:pt idx="999">
                  <c:v>-0.03782804338259138</c:v>
                </c:pt>
                <c:pt idx="1000">
                  <c:v>-0.03782804338259138</c:v>
                </c:pt>
                <c:pt idx="1001">
                  <c:v>-0.03782804338259138</c:v>
                </c:pt>
                <c:pt idx="1002">
                  <c:v>-0.03782804338259138</c:v>
                </c:pt>
                <c:pt idx="1003">
                  <c:v>-0.03782804338259138</c:v>
                </c:pt>
                <c:pt idx="1004">
                  <c:v>-0.03782804338259138</c:v>
                </c:pt>
                <c:pt idx="1005">
                  <c:v>-0.03782804338259138</c:v>
                </c:pt>
                <c:pt idx="1006">
                  <c:v>-0.03782804338259138</c:v>
                </c:pt>
                <c:pt idx="1007">
                  <c:v>-0.03782804338259138</c:v>
                </c:pt>
                <c:pt idx="1008">
                  <c:v>-0.03782804338259138</c:v>
                </c:pt>
                <c:pt idx="1009">
                  <c:v>-0.03782804338259138</c:v>
                </c:pt>
                <c:pt idx="1010">
                  <c:v>-0.03782804338259138</c:v>
                </c:pt>
                <c:pt idx="1011">
                  <c:v>-0.03782804338259138</c:v>
                </c:pt>
                <c:pt idx="1012">
                  <c:v>-0.03782804338259138</c:v>
                </c:pt>
                <c:pt idx="1013">
                  <c:v>-0.03782804338259138</c:v>
                </c:pt>
                <c:pt idx="1014">
                  <c:v>-0.03782804338259138</c:v>
                </c:pt>
                <c:pt idx="1015">
                  <c:v>-0.03782804338259138</c:v>
                </c:pt>
                <c:pt idx="1016">
                  <c:v>-0.03782804338259138</c:v>
                </c:pt>
                <c:pt idx="1017">
                  <c:v>-0.03782804338259138</c:v>
                </c:pt>
                <c:pt idx="1018">
                  <c:v>-0.03782804338259138</c:v>
                </c:pt>
                <c:pt idx="1019">
                  <c:v>-0.03782804338259138</c:v>
                </c:pt>
                <c:pt idx="1020">
                  <c:v>-0.03782804338259138</c:v>
                </c:pt>
                <c:pt idx="1021">
                  <c:v>-0.03782804338259138</c:v>
                </c:pt>
                <c:pt idx="1022">
                  <c:v>-0.03782804338259138</c:v>
                </c:pt>
                <c:pt idx="1023">
                  <c:v>-0.03782804338259138</c:v>
                </c:pt>
                <c:pt idx="1024">
                  <c:v>-0.03782804338259138</c:v>
                </c:pt>
                <c:pt idx="1025">
                  <c:v>-0.03782804338259138</c:v>
                </c:pt>
                <c:pt idx="1026">
                  <c:v>-0.03782804338259138</c:v>
                </c:pt>
                <c:pt idx="1027">
                  <c:v>-0.03782804338259138</c:v>
                </c:pt>
                <c:pt idx="1028">
                  <c:v>-0.03782804338259138</c:v>
                </c:pt>
                <c:pt idx="1029">
                  <c:v>-0.03782804338259138</c:v>
                </c:pt>
                <c:pt idx="1030">
                  <c:v>-0.03782804338259138</c:v>
                </c:pt>
                <c:pt idx="1031">
                  <c:v>-0.03782804338259138</c:v>
                </c:pt>
                <c:pt idx="1032">
                  <c:v>-0.03782804338259138</c:v>
                </c:pt>
                <c:pt idx="1033">
                  <c:v>-0.03782804338259138</c:v>
                </c:pt>
                <c:pt idx="1034">
                  <c:v>-0.03782804338259138</c:v>
                </c:pt>
                <c:pt idx="1035">
                  <c:v>-0.03782804338259138</c:v>
                </c:pt>
                <c:pt idx="1036">
                  <c:v>-0.03782804338259138</c:v>
                </c:pt>
                <c:pt idx="1037">
                  <c:v>-0.03782804338259138</c:v>
                </c:pt>
                <c:pt idx="1038">
                  <c:v>-0.03782804338259138</c:v>
                </c:pt>
                <c:pt idx="1039">
                  <c:v>-0.03782804338259138</c:v>
                </c:pt>
                <c:pt idx="1040">
                  <c:v>-0.03782804338259138</c:v>
                </c:pt>
                <c:pt idx="1041">
                  <c:v>-0.03782804338259138</c:v>
                </c:pt>
                <c:pt idx="1042">
                  <c:v>-0.03782804338259138</c:v>
                </c:pt>
                <c:pt idx="1043">
                  <c:v>-0.03782804338259138</c:v>
                </c:pt>
                <c:pt idx="1044">
                  <c:v>-0.03782804338259138</c:v>
                </c:pt>
                <c:pt idx="1045">
                  <c:v>-0.03782804338259138</c:v>
                </c:pt>
                <c:pt idx="1046">
                  <c:v>-0.03782804338259138</c:v>
                </c:pt>
                <c:pt idx="1047">
                  <c:v>-0.03782804338259138</c:v>
                </c:pt>
                <c:pt idx="1048">
                  <c:v>-0.03782804338259138</c:v>
                </c:pt>
                <c:pt idx="1049">
                  <c:v>-0.03782804338259138</c:v>
                </c:pt>
                <c:pt idx="1050">
                  <c:v>-0.03782804338259138</c:v>
                </c:pt>
                <c:pt idx="1051">
                  <c:v>-0.03782804338259138</c:v>
                </c:pt>
                <c:pt idx="1052">
                  <c:v>-0.03782804338259138</c:v>
                </c:pt>
                <c:pt idx="1053">
                  <c:v>-0.03782804338259138</c:v>
                </c:pt>
                <c:pt idx="1054">
                  <c:v>-0.03782804338259138</c:v>
                </c:pt>
                <c:pt idx="1055">
                  <c:v>-0.03782804338259138</c:v>
                </c:pt>
                <c:pt idx="1056">
                  <c:v>-0.03782804338259138</c:v>
                </c:pt>
                <c:pt idx="1057">
                  <c:v>-0.03782804338259138</c:v>
                </c:pt>
                <c:pt idx="1058">
                  <c:v>-0.03782804338259138</c:v>
                </c:pt>
                <c:pt idx="1059">
                  <c:v>-0.03782804338259138</c:v>
                </c:pt>
                <c:pt idx="1060">
                  <c:v>-0.03782804338259138</c:v>
                </c:pt>
                <c:pt idx="1061">
                  <c:v>-0.03782804338259138</c:v>
                </c:pt>
                <c:pt idx="1062">
                  <c:v>-0.03782804338259138</c:v>
                </c:pt>
                <c:pt idx="1063">
                  <c:v>-0.03782804338259138</c:v>
                </c:pt>
                <c:pt idx="1064">
                  <c:v>-0.03782804338259138</c:v>
                </c:pt>
                <c:pt idx="1065">
                  <c:v>-0.03782804338259138</c:v>
                </c:pt>
                <c:pt idx="1066">
                  <c:v>-0.03782804338259138</c:v>
                </c:pt>
                <c:pt idx="1067">
                  <c:v>-0.03782804338259138</c:v>
                </c:pt>
                <c:pt idx="1068">
                  <c:v>-0.03782804338259138</c:v>
                </c:pt>
                <c:pt idx="1069">
                  <c:v>-0.03782804338259138</c:v>
                </c:pt>
                <c:pt idx="1070">
                  <c:v>-0.03782804338259138</c:v>
                </c:pt>
                <c:pt idx="1071">
                  <c:v>-0.03782804338259138</c:v>
                </c:pt>
                <c:pt idx="1072">
                  <c:v>-0.03782804338259138</c:v>
                </c:pt>
                <c:pt idx="1073">
                  <c:v>-0.03782804338259138</c:v>
                </c:pt>
                <c:pt idx="1074">
                  <c:v>-0.03782804338259138</c:v>
                </c:pt>
                <c:pt idx="1075">
                  <c:v>-0.03782804338259138</c:v>
                </c:pt>
                <c:pt idx="1076">
                  <c:v>-0.03782804338259138</c:v>
                </c:pt>
                <c:pt idx="1077">
                  <c:v>-0.03782804338259138</c:v>
                </c:pt>
                <c:pt idx="1078">
                  <c:v>-0.03782804338259138</c:v>
                </c:pt>
                <c:pt idx="1079">
                  <c:v>-0.03782804338259138</c:v>
                </c:pt>
                <c:pt idx="1080">
                  <c:v>-0.03782804338259138</c:v>
                </c:pt>
                <c:pt idx="1081">
                  <c:v>-0.03782804338259138</c:v>
                </c:pt>
                <c:pt idx="1082">
                  <c:v>-0.03782804338259138</c:v>
                </c:pt>
                <c:pt idx="1083">
                  <c:v>-0.03782804338259138</c:v>
                </c:pt>
                <c:pt idx="1084">
                  <c:v>-0.03782804338259138</c:v>
                </c:pt>
                <c:pt idx="1085">
                  <c:v>-0.03782804338259138</c:v>
                </c:pt>
                <c:pt idx="1086">
                  <c:v>-0.03782804338259138</c:v>
                </c:pt>
                <c:pt idx="1087">
                  <c:v>-0.03782804338259138</c:v>
                </c:pt>
                <c:pt idx="1088">
                  <c:v>-0.03782804338259138</c:v>
                </c:pt>
                <c:pt idx="1089">
                  <c:v>-0.03782804338259138</c:v>
                </c:pt>
                <c:pt idx="1090">
                  <c:v>-0.03782804338259138</c:v>
                </c:pt>
                <c:pt idx="1091">
                  <c:v>-0.03782804338259138</c:v>
                </c:pt>
                <c:pt idx="1092">
                  <c:v>-0.03782804338259138</c:v>
                </c:pt>
                <c:pt idx="1093">
                  <c:v>-0.03782804338259138</c:v>
                </c:pt>
                <c:pt idx="1094">
                  <c:v>-0.03782804338259138</c:v>
                </c:pt>
                <c:pt idx="1095">
                  <c:v>-0.03782804338259138</c:v>
                </c:pt>
                <c:pt idx="1096">
                  <c:v>-0.03782804338259138</c:v>
                </c:pt>
                <c:pt idx="1097">
                  <c:v>-0.03782804338259138</c:v>
                </c:pt>
                <c:pt idx="1098">
                  <c:v>-0.03782804338259138</c:v>
                </c:pt>
                <c:pt idx="1099">
                  <c:v>-0.03782804338259138</c:v>
                </c:pt>
                <c:pt idx="1100">
                  <c:v>-0.03782804338259138</c:v>
                </c:pt>
                <c:pt idx="1101">
                  <c:v>-0.03782804338259138</c:v>
                </c:pt>
                <c:pt idx="1102">
                  <c:v>-0.03782804338259138</c:v>
                </c:pt>
                <c:pt idx="1103">
                  <c:v>-0.03782804338259138</c:v>
                </c:pt>
                <c:pt idx="1104">
                  <c:v>-0.03782804338259138</c:v>
                </c:pt>
                <c:pt idx="1105">
                  <c:v>-0.03782804338259138</c:v>
                </c:pt>
                <c:pt idx="1106">
                  <c:v>-0.03782804338259138</c:v>
                </c:pt>
                <c:pt idx="1107">
                  <c:v>-0.03782804338259138</c:v>
                </c:pt>
                <c:pt idx="1108">
                  <c:v>-0.03782804338259138</c:v>
                </c:pt>
                <c:pt idx="1109">
                  <c:v>-0.03782804338259138</c:v>
                </c:pt>
                <c:pt idx="1110">
                  <c:v>-0.03782804338259138</c:v>
                </c:pt>
                <c:pt idx="1111">
                  <c:v>-0.03782804338259138</c:v>
                </c:pt>
                <c:pt idx="1112">
                  <c:v>-0.03782804338259138</c:v>
                </c:pt>
                <c:pt idx="1113">
                  <c:v>-0.03782804338259138</c:v>
                </c:pt>
                <c:pt idx="1114">
                  <c:v>-0.03782804338259138</c:v>
                </c:pt>
                <c:pt idx="1115">
                  <c:v>-0.03782804338259138</c:v>
                </c:pt>
                <c:pt idx="1116">
                  <c:v>-0.03782804338259138</c:v>
                </c:pt>
                <c:pt idx="1117">
                  <c:v>-0.03782804338259138</c:v>
                </c:pt>
                <c:pt idx="1118">
                  <c:v>-0.03782804338259138</c:v>
                </c:pt>
                <c:pt idx="1119">
                  <c:v>-0.03782804338259138</c:v>
                </c:pt>
                <c:pt idx="1120">
                  <c:v>-0.03782804338259138</c:v>
                </c:pt>
                <c:pt idx="1121">
                  <c:v>-0.03782804338259138</c:v>
                </c:pt>
                <c:pt idx="1122">
                  <c:v>-0.03782804338259138</c:v>
                </c:pt>
                <c:pt idx="1123">
                  <c:v>-0.03782804338259138</c:v>
                </c:pt>
                <c:pt idx="1124">
                  <c:v>-0.03782804338259138</c:v>
                </c:pt>
                <c:pt idx="1125">
                  <c:v>-0.03782804338259138</c:v>
                </c:pt>
                <c:pt idx="1126">
                  <c:v>-0.03782804338259138</c:v>
                </c:pt>
                <c:pt idx="1127">
                  <c:v>-0.03782804338259138</c:v>
                </c:pt>
                <c:pt idx="1128">
                  <c:v>-0.03782804338259138</c:v>
                </c:pt>
                <c:pt idx="1129">
                  <c:v>-0.03782804338259138</c:v>
                </c:pt>
                <c:pt idx="1130">
                  <c:v>-0.03782804338259138</c:v>
                </c:pt>
                <c:pt idx="1131">
                  <c:v>-0.03782804338259138</c:v>
                </c:pt>
                <c:pt idx="1132">
                  <c:v>-0.03782804338259138</c:v>
                </c:pt>
                <c:pt idx="1133">
                  <c:v>-0.03782804338259138</c:v>
                </c:pt>
                <c:pt idx="1134">
                  <c:v>-0.03782804338259138</c:v>
                </c:pt>
                <c:pt idx="1135">
                  <c:v>-0.03782804338259138</c:v>
                </c:pt>
                <c:pt idx="1136">
                  <c:v>-0.03782804338259138</c:v>
                </c:pt>
                <c:pt idx="1137">
                  <c:v>-0.03782804338259138</c:v>
                </c:pt>
                <c:pt idx="1138">
                  <c:v>-0.03782804338259138</c:v>
                </c:pt>
                <c:pt idx="1139">
                  <c:v>-0.03782804338259138</c:v>
                </c:pt>
                <c:pt idx="1140">
                  <c:v>-0.03782804338259138</c:v>
                </c:pt>
                <c:pt idx="1141">
                  <c:v>-0.03782804338259138</c:v>
                </c:pt>
                <c:pt idx="1142">
                  <c:v>-0.03782804338259138</c:v>
                </c:pt>
                <c:pt idx="1143">
                  <c:v>-0.03782804338259138</c:v>
                </c:pt>
                <c:pt idx="1144">
                  <c:v>-0.03782804338259138</c:v>
                </c:pt>
                <c:pt idx="1145">
                  <c:v>-0.03782804338259138</c:v>
                </c:pt>
                <c:pt idx="1146">
                  <c:v>-0.03782804338259138</c:v>
                </c:pt>
                <c:pt idx="1147">
                  <c:v>-0.03782804338259138</c:v>
                </c:pt>
                <c:pt idx="1148">
                  <c:v>-0.03782804338259138</c:v>
                </c:pt>
                <c:pt idx="1149">
                  <c:v>-0.03782804338259138</c:v>
                </c:pt>
                <c:pt idx="1150">
                  <c:v>-0.03782804338259138</c:v>
                </c:pt>
                <c:pt idx="1151">
                  <c:v>-0.03782804338259138</c:v>
                </c:pt>
                <c:pt idx="1152">
                  <c:v>-0.03782804338259138</c:v>
                </c:pt>
                <c:pt idx="1153">
                  <c:v>-0.03782804338259138</c:v>
                </c:pt>
                <c:pt idx="1154">
                  <c:v>-0.03782804338259138</c:v>
                </c:pt>
                <c:pt idx="1155">
                  <c:v>-0.03782804338259138</c:v>
                </c:pt>
                <c:pt idx="1156">
                  <c:v>-0.03782804338259138</c:v>
                </c:pt>
                <c:pt idx="1157">
                  <c:v>-0.03782804338259138</c:v>
                </c:pt>
                <c:pt idx="1158">
                  <c:v>-0.03782804338259138</c:v>
                </c:pt>
                <c:pt idx="1159">
                  <c:v>-0.03782804338259138</c:v>
                </c:pt>
                <c:pt idx="1160">
                  <c:v>-0.03782804338259138</c:v>
                </c:pt>
                <c:pt idx="1161">
                  <c:v>-0.03782804338259138</c:v>
                </c:pt>
                <c:pt idx="1162">
                  <c:v>-0.03782804338259138</c:v>
                </c:pt>
                <c:pt idx="1163">
                  <c:v>-0.03782804338259138</c:v>
                </c:pt>
                <c:pt idx="1164">
                  <c:v>-0.03782804338259138</c:v>
                </c:pt>
                <c:pt idx="1165">
                  <c:v>-0.03782804338259138</c:v>
                </c:pt>
                <c:pt idx="1166">
                  <c:v>-0.03782804338259138</c:v>
                </c:pt>
                <c:pt idx="1167">
                  <c:v>-0.03782804338259138</c:v>
                </c:pt>
                <c:pt idx="1168">
                  <c:v>-0.03782804338259138</c:v>
                </c:pt>
                <c:pt idx="1169">
                  <c:v>-0.03782804338259138</c:v>
                </c:pt>
                <c:pt idx="1170">
                  <c:v>-0.03782804338259138</c:v>
                </c:pt>
                <c:pt idx="1171">
                  <c:v>-0.03782804338259138</c:v>
                </c:pt>
                <c:pt idx="1172">
                  <c:v>-0.03782804338259138</c:v>
                </c:pt>
                <c:pt idx="1173">
                  <c:v>-0.03782804338259138</c:v>
                </c:pt>
                <c:pt idx="1174">
                  <c:v>-0.03782804338259138</c:v>
                </c:pt>
                <c:pt idx="1175">
                  <c:v>-0.03782804338259138</c:v>
                </c:pt>
                <c:pt idx="1176">
                  <c:v>-0.03782804338259138</c:v>
                </c:pt>
                <c:pt idx="1177">
                  <c:v>-0.03782804338259138</c:v>
                </c:pt>
                <c:pt idx="1178">
                  <c:v>-0.03782804338259138</c:v>
                </c:pt>
                <c:pt idx="1179">
                  <c:v>-0.03782804338259138</c:v>
                </c:pt>
                <c:pt idx="1180">
                  <c:v>-0.03782804338259138</c:v>
                </c:pt>
                <c:pt idx="1181">
                  <c:v>-0.03782804338259138</c:v>
                </c:pt>
                <c:pt idx="1182">
                  <c:v>-0.03782804338259138</c:v>
                </c:pt>
                <c:pt idx="1183">
                  <c:v>-0.03782804338259138</c:v>
                </c:pt>
                <c:pt idx="1184">
                  <c:v>-0.03782804338259138</c:v>
                </c:pt>
                <c:pt idx="1185">
                  <c:v>-0.03782804338259138</c:v>
                </c:pt>
                <c:pt idx="1186">
                  <c:v>-0.03782804338259138</c:v>
                </c:pt>
                <c:pt idx="1187">
                  <c:v>-0.03782804338259138</c:v>
                </c:pt>
                <c:pt idx="1188">
                  <c:v>-0.03782804338259138</c:v>
                </c:pt>
                <c:pt idx="1189">
                  <c:v>-0.03782804338259138</c:v>
                </c:pt>
                <c:pt idx="1190">
                  <c:v>-0.03782804338259138</c:v>
                </c:pt>
                <c:pt idx="1191">
                  <c:v>-0.03782804338259138</c:v>
                </c:pt>
                <c:pt idx="1192">
                  <c:v>-0.03782804338259138</c:v>
                </c:pt>
                <c:pt idx="1193">
                  <c:v>-0.03782804338259138</c:v>
                </c:pt>
                <c:pt idx="1194">
                  <c:v>-0.03782804338259138</c:v>
                </c:pt>
                <c:pt idx="1195">
                  <c:v>-0.03782804338259138</c:v>
                </c:pt>
                <c:pt idx="1196">
                  <c:v>-0.03782804338259138</c:v>
                </c:pt>
                <c:pt idx="1197">
                  <c:v>-0.03782804338259138</c:v>
                </c:pt>
                <c:pt idx="1198">
                  <c:v>-0.03782804338259138</c:v>
                </c:pt>
                <c:pt idx="1199">
                  <c:v>-0.03782804338259138</c:v>
                </c:pt>
                <c:pt idx="1200">
                  <c:v>-0.03782804338259138</c:v>
                </c:pt>
                <c:pt idx="1201">
                  <c:v>-0.03782804338259138</c:v>
                </c:pt>
                <c:pt idx="1202">
                  <c:v>-0.03782804338259138</c:v>
                </c:pt>
                <c:pt idx="1203">
                  <c:v>-0.03782804338259138</c:v>
                </c:pt>
                <c:pt idx="1204">
                  <c:v>-0.03782804338259138</c:v>
                </c:pt>
                <c:pt idx="1205">
                  <c:v>-0.03782804338259138</c:v>
                </c:pt>
                <c:pt idx="1206">
                  <c:v>-0.03782804338259138</c:v>
                </c:pt>
                <c:pt idx="1207">
                  <c:v>-0.03782804338259138</c:v>
                </c:pt>
                <c:pt idx="1208">
                  <c:v>-0.03782804338259138</c:v>
                </c:pt>
                <c:pt idx="1209">
                  <c:v>-0.03782804338259138</c:v>
                </c:pt>
                <c:pt idx="1210">
                  <c:v>-0.03782804338259138</c:v>
                </c:pt>
                <c:pt idx="1211">
                  <c:v>-0.03782804338259138</c:v>
                </c:pt>
                <c:pt idx="1212">
                  <c:v>-0.03782804338259138</c:v>
                </c:pt>
                <c:pt idx="1213">
                  <c:v>-0.03782804338259138</c:v>
                </c:pt>
                <c:pt idx="1214">
                  <c:v>-0.03782804338259138</c:v>
                </c:pt>
                <c:pt idx="1215">
                  <c:v>-0.03782804338259138</c:v>
                </c:pt>
                <c:pt idx="1216">
                  <c:v>-0.03782804338259138</c:v>
                </c:pt>
                <c:pt idx="1217">
                  <c:v>-0.03782804338259138</c:v>
                </c:pt>
                <c:pt idx="1218">
                  <c:v>-0.03782804338259138</c:v>
                </c:pt>
                <c:pt idx="1219">
                  <c:v>-0.03782804338259138</c:v>
                </c:pt>
                <c:pt idx="1220">
                  <c:v>-0.03782804338259138</c:v>
                </c:pt>
                <c:pt idx="1221">
                  <c:v>-0.03782804338259138</c:v>
                </c:pt>
                <c:pt idx="1222">
                  <c:v>-0.03782804338259138</c:v>
                </c:pt>
                <c:pt idx="1223">
                  <c:v>-0.03782804338259138</c:v>
                </c:pt>
                <c:pt idx="1224">
                  <c:v>-0.03782804338259138</c:v>
                </c:pt>
                <c:pt idx="1225">
                  <c:v>-0.03782804338259138</c:v>
                </c:pt>
                <c:pt idx="1226">
                  <c:v>-0.03782804338259138</c:v>
                </c:pt>
                <c:pt idx="1227">
                  <c:v>-0.03782804338259138</c:v>
                </c:pt>
                <c:pt idx="1228">
                  <c:v>-0.03782804338259138</c:v>
                </c:pt>
                <c:pt idx="1229">
                  <c:v>-0.03782804338259138</c:v>
                </c:pt>
                <c:pt idx="1230">
                  <c:v>-0.03782804338259138</c:v>
                </c:pt>
                <c:pt idx="1231">
                  <c:v>-0.03782804338259138</c:v>
                </c:pt>
                <c:pt idx="1232">
                  <c:v>-0.03782804338259138</c:v>
                </c:pt>
                <c:pt idx="1233">
                  <c:v>-0.03782804338259138</c:v>
                </c:pt>
                <c:pt idx="1234">
                  <c:v>-0.03782804338259138</c:v>
                </c:pt>
                <c:pt idx="1235">
                  <c:v>-0.03782804338259138</c:v>
                </c:pt>
                <c:pt idx="1236">
                  <c:v>-0.03782804338259138</c:v>
                </c:pt>
                <c:pt idx="1237">
                  <c:v>-0.03782804338259138</c:v>
                </c:pt>
                <c:pt idx="1238">
                  <c:v>-0.03782804338259138</c:v>
                </c:pt>
                <c:pt idx="1239">
                  <c:v>-0.03782804338259138</c:v>
                </c:pt>
                <c:pt idx="1240">
                  <c:v>-0.03782804338259138</c:v>
                </c:pt>
                <c:pt idx="1241">
                  <c:v>-0.03782804338259138</c:v>
                </c:pt>
                <c:pt idx="1242">
                  <c:v>-0.03782804338259138</c:v>
                </c:pt>
                <c:pt idx="1243">
                  <c:v>-0.03782804338259138</c:v>
                </c:pt>
                <c:pt idx="1244">
                  <c:v>-0.03782804338259138</c:v>
                </c:pt>
                <c:pt idx="1245">
                  <c:v>-0.03782804338259138</c:v>
                </c:pt>
                <c:pt idx="1246">
                  <c:v>-0.03782804338259138</c:v>
                </c:pt>
                <c:pt idx="1247">
                  <c:v>-0.03782804338259138</c:v>
                </c:pt>
                <c:pt idx="1248">
                  <c:v>-0.03782804338259138</c:v>
                </c:pt>
                <c:pt idx="1249">
                  <c:v>-0.03782804338259138</c:v>
                </c:pt>
                <c:pt idx="1250">
                  <c:v>-0.03782804338259138</c:v>
                </c:pt>
                <c:pt idx="1251">
                  <c:v>-0.03782804338259138</c:v>
                </c:pt>
                <c:pt idx="1252">
                  <c:v>-0.03782804338259138</c:v>
                </c:pt>
                <c:pt idx="1253">
                  <c:v>-0.03782804338259138</c:v>
                </c:pt>
                <c:pt idx="1254">
                  <c:v>-0.03782804338259138</c:v>
                </c:pt>
                <c:pt idx="1255">
                  <c:v>-0.03782804338259138</c:v>
                </c:pt>
                <c:pt idx="1256">
                  <c:v>-0.03782804338259138</c:v>
                </c:pt>
                <c:pt idx="1257">
                  <c:v>-0.03782804338259138</c:v>
                </c:pt>
                <c:pt idx="1258">
                  <c:v>-0.03782804338259138</c:v>
                </c:pt>
                <c:pt idx="1259">
                  <c:v>-0.03782804338259138</c:v>
                </c:pt>
                <c:pt idx="1260">
                  <c:v>-0.03782804338259138</c:v>
                </c:pt>
                <c:pt idx="1261">
                  <c:v>-0.03782804338259138</c:v>
                </c:pt>
                <c:pt idx="1262">
                  <c:v>-0.03782804338259138</c:v>
                </c:pt>
                <c:pt idx="1263">
                  <c:v>-0.03782804338259138</c:v>
                </c:pt>
                <c:pt idx="1264">
                  <c:v>-0.03782804338259138</c:v>
                </c:pt>
                <c:pt idx="1265">
                  <c:v>-0.03782804338259138</c:v>
                </c:pt>
                <c:pt idx="1266">
                  <c:v>-0.03782804338259138</c:v>
                </c:pt>
                <c:pt idx="1267">
                  <c:v>-0.03782804338259138</c:v>
                </c:pt>
                <c:pt idx="1268">
                  <c:v>-0.03782804338259138</c:v>
                </c:pt>
                <c:pt idx="1269">
                  <c:v>-0.03782804338259138</c:v>
                </c:pt>
                <c:pt idx="1270">
                  <c:v>-0.03782804338259138</c:v>
                </c:pt>
                <c:pt idx="1271">
                  <c:v>-0.03782804338259138</c:v>
                </c:pt>
                <c:pt idx="1272">
                  <c:v>-0.03782804338259138</c:v>
                </c:pt>
                <c:pt idx="1273">
                  <c:v>-0.03782804338259138</c:v>
                </c:pt>
                <c:pt idx="1274">
                  <c:v>-0.03782804338259138</c:v>
                </c:pt>
                <c:pt idx="1275">
                  <c:v>-0.03782804338259138</c:v>
                </c:pt>
                <c:pt idx="1276">
                  <c:v>-0.03782804338259138</c:v>
                </c:pt>
                <c:pt idx="1277">
                  <c:v>-0.03782804338259138</c:v>
                </c:pt>
                <c:pt idx="1278">
                  <c:v>-0.03782804338259138</c:v>
                </c:pt>
                <c:pt idx="1279">
                  <c:v>-0.03782804338259138</c:v>
                </c:pt>
                <c:pt idx="1280">
                  <c:v>-0.03782804338259138</c:v>
                </c:pt>
                <c:pt idx="1281">
                  <c:v>-0.03782804338259138</c:v>
                </c:pt>
                <c:pt idx="1282">
                  <c:v>-0.03782804338259138</c:v>
                </c:pt>
                <c:pt idx="1283">
                  <c:v>-0.03782804338259138</c:v>
                </c:pt>
                <c:pt idx="1284">
                  <c:v>-0.03782804338259138</c:v>
                </c:pt>
                <c:pt idx="1285">
                  <c:v>-0.03782804338259138</c:v>
                </c:pt>
                <c:pt idx="1286">
                  <c:v>-0.03782804338259138</c:v>
                </c:pt>
                <c:pt idx="1287">
                  <c:v>-0.03782804338259138</c:v>
                </c:pt>
                <c:pt idx="1288">
                  <c:v>-0.03782804338259138</c:v>
                </c:pt>
                <c:pt idx="1289">
                  <c:v>-0.03782804338259138</c:v>
                </c:pt>
                <c:pt idx="1290">
                  <c:v>-0.03782804338259138</c:v>
                </c:pt>
                <c:pt idx="1291">
                  <c:v>-0.03782804338259138</c:v>
                </c:pt>
                <c:pt idx="1292">
                  <c:v>-0.03782804338259138</c:v>
                </c:pt>
                <c:pt idx="1293">
                  <c:v>-0.03782804338259138</c:v>
                </c:pt>
                <c:pt idx="1294">
                  <c:v>-0.03782804338259138</c:v>
                </c:pt>
                <c:pt idx="1295">
                  <c:v>-0.03782804338259138</c:v>
                </c:pt>
                <c:pt idx="1296">
                  <c:v>-0.03782804338259138</c:v>
                </c:pt>
                <c:pt idx="1297">
                  <c:v>-0.03782804338259138</c:v>
                </c:pt>
                <c:pt idx="1298">
                  <c:v>-0.03782804338259138</c:v>
                </c:pt>
                <c:pt idx="1299">
                  <c:v>-0.03782804338259138</c:v>
                </c:pt>
                <c:pt idx="1300">
                  <c:v>-0.03782804338259138</c:v>
                </c:pt>
                <c:pt idx="1301">
                  <c:v>-0.03782804338259138</c:v>
                </c:pt>
                <c:pt idx="1302">
                  <c:v>-0.03782804338259138</c:v>
                </c:pt>
                <c:pt idx="1303">
                  <c:v>-0.03782804338259138</c:v>
                </c:pt>
                <c:pt idx="1304">
                  <c:v>-0.03782804338259138</c:v>
                </c:pt>
                <c:pt idx="1305">
                  <c:v>-0.03782804338259138</c:v>
                </c:pt>
                <c:pt idx="1306">
                  <c:v>-0.03782804338259138</c:v>
                </c:pt>
                <c:pt idx="1307">
                  <c:v>-0.03782804338259138</c:v>
                </c:pt>
                <c:pt idx="1308">
                  <c:v>-0.03782804338259138</c:v>
                </c:pt>
                <c:pt idx="1309">
                  <c:v>-0.03782804338259138</c:v>
                </c:pt>
                <c:pt idx="1310">
                  <c:v>-0.03782804338259138</c:v>
                </c:pt>
                <c:pt idx="1311">
                  <c:v>-0.03782804338259138</c:v>
                </c:pt>
                <c:pt idx="1312">
                  <c:v>-0.03782804338259138</c:v>
                </c:pt>
                <c:pt idx="1313">
                  <c:v>-0.03782804338259138</c:v>
                </c:pt>
                <c:pt idx="1314">
                  <c:v>-0.03782804338259138</c:v>
                </c:pt>
                <c:pt idx="1315">
                  <c:v>-0.03782804338259138</c:v>
                </c:pt>
                <c:pt idx="1316">
                  <c:v>-0.03782804338259138</c:v>
                </c:pt>
                <c:pt idx="1317">
                  <c:v>-0.03782804338259138</c:v>
                </c:pt>
                <c:pt idx="1318">
                  <c:v>-0.03782804338259138</c:v>
                </c:pt>
                <c:pt idx="1319">
                  <c:v>-0.03782804338259138</c:v>
                </c:pt>
                <c:pt idx="1320">
                  <c:v>-0.03782804338259138</c:v>
                </c:pt>
                <c:pt idx="1321">
                  <c:v>-0.03782804338259138</c:v>
                </c:pt>
                <c:pt idx="1322">
                  <c:v>-0.03782804338259138</c:v>
                </c:pt>
                <c:pt idx="1323">
                  <c:v>-0.03782804338259138</c:v>
                </c:pt>
                <c:pt idx="1324">
                  <c:v>-0.03782804338259138</c:v>
                </c:pt>
                <c:pt idx="1325">
                  <c:v>-0.03782804338259138</c:v>
                </c:pt>
                <c:pt idx="1326">
                  <c:v>-0.03782804338259138</c:v>
                </c:pt>
                <c:pt idx="1327">
                  <c:v>-0.03782804338259138</c:v>
                </c:pt>
                <c:pt idx="1328">
                  <c:v>-0.03782804338259138</c:v>
                </c:pt>
                <c:pt idx="1329">
                  <c:v>-0.03782804338259138</c:v>
                </c:pt>
                <c:pt idx="1330">
                  <c:v>-0.03782804338259138</c:v>
                </c:pt>
                <c:pt idx="1331">
                  <c:v>-0.03782804338259138</c:v>
                </c:pt>
                <c:pt idx="1332">
                  <c:v>-0.03782804338259138</c:v>
                </c:pt>
                <c:pt idx="1333">
                  <c:v>-0.03782804338259138</c:v>
                </c:pt>
                <c:pt idx="1334">
                  <c:v>-0.03782804338259138</c:v>
                </c:pt>
                <c:pt idx="1335">
                  <c:v>-0.03782804338259138</c:v>
                </c:pt>
                <c:pt idx="1336">
                  <c:v>-0.03782804338259138</c:v>
                </c:pt>
                <c:pt idx="1337">
                  <c:v>-0.03782804338259138</c:v>
                </c:pt>
                <c:pt idx="1338">
                  <c:v>-0.03782804338259138</c:v>
                </c:pt>
                <c:pt idx="1339">
                  <c:v>-0.03782804338259138</c:v>
                </c:pt>
                <c:pt idx="1340">
                  <c:v>-0.03782804338259138</c:v>
                </c:pt>
                <c:pt idx="1341">
                  <c:v>-0.03782804338259138</c:v>
                </c:pt>
                <c:pt idx="1342">
                  <c:v>-0.03782804338259138</c:v>
                </c:pt>
                <c:pt idx="1343">
                  <c:v>-0.03782804338259138</c:v>
                </c:pt>
                <c:pt idx="1344">
                  <c:v>-0.03782804338259138</c:v>
                </c:pt>
                <c:pt idx="1345">
                  <c:v>-0.03782804338259138</c:v>
                </c:pt>
                <c:pt idx="1346">
                  <c:v>-0.03782804338259138</c:v>
                </c:pt>
                <c:pt idx="1347">
                  <c:v>-0.03782804338259138</c:v>
                </c:pt>
                <c:pt idx="1348">
                  <c:v>-0.03782804338259138</c:v>
                </c:pt>
                <c:pt idx="1349">
                  <c:v>-0.03782804338259138</c:v>
                </c:pt>
                <c:pt idx="1350">
                  <c:v>-0.03782804338259138</c:v>
                </c:pt>
                <c:pt idx="1351">
                  <c:v>-0.03782804338259138</c:v>
                </c:pt>
                <c:pt idx="1352">
                  <c:v>-0.03782804338259138</c:v>
                </c:pt>
                <c:pt idx="1353">
                  <c:v>-0.03782804338259138</c:v>
                </c:pt>
                <c:pt idx="1354">
                  <c:v>-0.03782804338259138</c:v>
                </c:pt>
                <c:pt idx="1355">
                  <c:v>-0.03782804338259138</c:v>
                </c:pt>
                <c:pt idx="1356">
                  <c:v>-0.03782804338259138</c:v>
                </c:pt>
                <c:pt idx="1357">
                  <c:v>-0.03782804338259138</c:v>
                </c:pt>
                <c:pt idx="1358">
                  <c:v>-0.03782804338259138</c:v>
                </c:pt>
                <c:pt idx="1359">
                  <c:v>-0.03782804338259138</c:v>
                </c:pt>
                <c:pt idx="1360">
                  <c:v>-0.03782804338259138</c:v>
                </c:pt>
                <c:pt idx="1361">
                  <c:v>-0.03782804338259138</c:v>
                </c:pt>
                <c:pt idx="1362">
                  <c:v>-0.03782804338259138</c:v>
                </c:pt>
                <c:pt idx="1363">
                  <c:v>-0.03782804338259138</c:v>
                </c:pt>
                <c:pt idx="1364">
                  <c:v>-0.03782804338259138</c:v>
                </c:pt>
                <c:pt idx="1365">
                  <c:v>-0.03782804338259138</c:v>
                </c:pt>
                <c:pt idx="1366">
                  <c:v>-0.03782804338259138</c:v>
                </c:pt>
                <c:pt idx="1367">
                  <c:v>-0.03782804338259138</c:v>
                </c:pt>
                <c:pt idx="1368">
                  <c:v>-0.03782804338259138</c:v>
                </c:pt>
                <c:pt idx="1369">
                  <c:v>-0.03782804338259138</c:v>
                </c:pt>
                <c:pt idx="1370">
                  <c:v>-0.03782804338259138</c:v>
                </c:pt>
                <c:pt idx="1371">
                  <c:v>-0.03782804338259138</c:v>
                </c:pt>
                <c:pt idx="1372">
                  <c:v>-0.03782804338259138</c:v>
                </c:pt>
                <c:pt idx="1373">
                  <c:v>-0.03782804338259138</c:v>
                </c:pt>
                <c:pt idx="1374">
                  <c:v>-0.03782804338259138</c:v>
                </c:pt>
                <c:pt idx="1375">
                  <c:v>-0.03782804338259138</c:v>
                </c:pt>
                <c:pt idx="1376">
                  <c:v>-0.03782804338259138</c:v>
                </c:pt>
                <c:pt idx="1377">
                  <c:v>-0.03782804338259138</c:v>
                </c:pt>
                <c:pt idx="1378">
                  <c:v>-0.03782804338259138</c:v>
                </c:pt>
                <c:pt idx="1379">
                  <c:v>-0.03782804338259138</c:v>
                </c:pt>
                <c:pt idx="1380">
                  <c:v>-0.03782804338259138</c:v>
                </c:pt>
                <c:pt idx="1381">
                  <c:v>-0.03782804338259138</c:v>
                </c:pt>
                <c:pt idx="1382">
                  <c:v>-0.03782804338259138</c:v>
                </c:pt>
                <c:pt idx="1383">
                  <c:v>-0.03782804338259138</c:v>
                </c:pt>
                <c:pt idx="1384">
                  <c:v>-0.03782804338259138</c:v>
                </c:pt>
                <c:pt idx="1385">
                  <c:v>-0.03782804338259138</c:v>
                </c:pt>
                <c:pt idx="1386">
                  <c:v>-0.03782804338259138</c:v>
                </c:pt>
                <c:pt idx="1387">
                  <c:v>-0.03782804338259138</c:v>
                </c:pt>
                <c:pt idx="1388">
                  <c:v>-0.03782804338259138</c:v>
                </c:pt>
                <c:pt idx="1389">
                  <c:v>-0.03782804338259138</c:v>
                </c:pt>
                <c:pt idx="1390">
                  <c:v>-0.03782804338259138</c:v>
                </c:pt>
                <c:pt idx="1391">
                  <c:v>-0.03782804338259138</c:v>
                </c:pt>
                <c:pt idx="1392">
                  <c:v>-0.03782804338259138</c:v>
                </c:pt>
                <c:pt idx="1393">
                  <c:v>-0.03782804338259138</c:v>
                </c:pt>
                <c:pt idx="1394">
                  <c:v>-0.03782804338259138</c:v>
                </c:pt>
                <c:pt idx="1395">
                  <c:v>-0.03782804338259138</c:v>
                </c:pt>
                <c:pt idx="1396">
                  <c:v>-0.03782804338259138</c:v>
                </c:pt>
                <c:pt idx="1397">
                  <c:v>-0.03782804338259138</c:v>
                </c:pt>
                <c:pt idx="1398">
                  <c:v>-0.03782804338259138</c:v>
                </c:pt>
                <c:pt idx="1399">
                  <c:v>-0.03782804338259138</c:v>
                </c:pt>
                <c:pt idx="1400">
                  <c:v>-0.03782804338259138</c:v>
                </c:pt>
                <c:pt idx="1401">
                  <c:v>-0.03782804338259138</c:v>
                </c:pt>
                <c:pt idx="1402">
                  <c:v>-0.03782804338259138</c:v>
                </c:pt>
                <c:pt idx="1403">
                  <c:v>-0.03782804338259138</c:v>
                </c:pt>
                <c:pt idx="1404">
                  <c:v>-0.03782804338259138</c:v>
                </c:pt>
                <c:pt idx="1405">
                  <c:v>-0.03782804338259138</c:v>
                </c:pt>
                <c:pt idx="1406">
                  <c:v>-0.03782804338259138</c:v>
                </c:pt>
                <c:pt idx="1407">
                  <c:v>-0.03782804338259138</c:v>
                </c:pt>
                <c:pt idx="1408">
                  <c:v>-0.03782804338259138</c:v>
                </c:pt>
                <c:pt idx="1409">
                  <c:v>-0.03782804338259138</c:v>
                </c:pt>
                <c:pt idx="1410">
                  <c:v>-0.03782804338259138</c:v>
                </c:pt>
                <c:pt idx="1411">
                  <c:v>-0.03782804338259138</c:v>
                </c:pt>
                <c:pt idx="1412">
                  <c:v>-0.03782804338259138</c:v>
                </c:pt>
                <c:pt idx="1413">
                  <c:v>-0.03782804338259138</c:v>
                </c:pt>
                <c:pt idx="1414">
                  <c:v>-0.03782804338259138</c:v>
                </c:pt>
                <c:pt idx="1415">
                  <c:v>-0.03782804338259138</c:v>
                </c:pt>
                <c:pt idx="1416">
                  <c:v>-0.03782804338259138</c:v>
                </c:pt>
                <c:pt idx="1417">
                  <c:v>-0.03782804338259138</c:v>
                </c:pt>
                <c:pt idx="1418">
                  <c:v>-0.03782804338259138</c:v>
                </c:pt>
                <c:pt idx="1419">
                  <c:v>-0.03782804338259138</c:v>
                </c:pt>
                <c:pt idx="1420">
                  <c:v>-0.03782804338259138</c:v>
                </c:pt>
                <c:pt idx="1421">
                  <c:v>-0.03782804338259138</c:v>
                </c:pt>
                <c:pt idx="1422">
                  <c:v>-0.03782804338259138</c:v>
                </c:pt>
                <c:pt idx="1423">
                  <c:v>-0.03782804338259138</c:v>
                </c:pt>
                <c:pt idx="1424">
                  <c:v>-0.03782804338259138</c:v>
                </c:pt>
                <c:pt idx="1425">
                  <c:v>-0.03782804338259138</c:v>
                </c:pt>
                <c:pt idx="1426">
                  <c:v>-0.03782804338259138</c:v>
                </c:pt>
                <c:pt idx="1427">
                  <c:v>-0.03782804338259138</c:v>
                </c:pt>
                <c:pt idx="1428">
                  <c:v>-0.03782804338259138</c:v>
                </c:pt>
                <c:pt idx="1429">
                  <c:v>-0.03782804338259138</c:v>
                </c:pt>
                <c:pt idx="1430">
                  <c:v>-0.03782804338259138</c:v>
                </c:pt>
                <c:pt idx="1431">
                  <c:v>-0.03782804338259138</c:v>
                </c:pt>
                <c:pt idx="1432">
                  <c:v>-0.03782804338259138</c:v>
                </c:pt>
                <c:pt idx="1433">
                  <c:v>-0.03782804338259138</c:v>
                </c:pt>
                <c:pt idx="1434">
                  <c:v>-0.03782804338259138</c:v>
                </c:pt>
                <c:pt idx="1435">
                  <c:v>-0.03782804338259138</c:v>
                </c:pt>
                <c:pt idx="1436">
                  <c:v>-0.03782804338259138</c:v>
                </c:pt>
                <c:pt idx="1437">
                  <c:v>-0.03782804338259138</c:v>
                </c:pt>
                <c:pt idx="1438">
                  <c:v>-0.03782804338259138</c:v>
                </c:pt>
                <c:pt idx="1439">
                  <c:v>-0.03782804338259138</c:v>
                </c:pt>
                <c:pt idx="1440">
                  <c:v>-0.03782804338259138</c:v>
                </c:pt>
                <c:pt idx="1441">
                  <c:v>-0.03782804338259138</c:v>
                </c:pt>
                <c:pt idx="1442">
                  <c:v>-0.03782804338259138</c:v>
                </c:pt>
                <c:pt idx="1443">
                  <c:v>-0.03782804338259138</c:v>
                </c:pt>
                <c:pt idx="1444">
                  <c:v>-0.03782804338259138</c:v>
                </c:pt>
                <c:pt idx="1445">
                  <c:v>-0.03782804338259138</c:v>
                </c:pt>
                <c:pt idx="1446">
                  <c:v>-0.03782804338259138</c:v>
                </c:pt>
                <c:pt idx="1447">
                  <c:v>-0.03782804338259138</c:v>
                </c:pt>
                <c:pt idx="1448">
                  <c:v>-0.03782804338259138</c:v>
                </c:pt>
                <c:pt idx="1449">
                  <c:v>-0.03782804338259138</c:v>
                </c:pt>
                <c:pt idx="1450">
                  <c:v>-0.03782804338259138</c:v>
                </c:pt>
                <c:pt idx="1451">
                  <c:v>-0.03782804338259138</c:v>
                </c:pt>
                <c:pt idx="1452">
                  <c:v>-0.03782804338259138</c:v>
                </c:pt>
                <c:pt idx="1453">
                  <c:v>-0.03782804338259138</c:v>
                </c:pt>
                <c:pt idx="1454">
                  <c:v>-0.03782804338259138</c:v>
                </c:pt>
                <c:pt idx="1455">
                  <c:v>-0.03782804338259138</c:v>
                </c:pt>
                <c:pt idx="1456">
                  <c:v>-0.03782804338259138</c:v>
                </c:pt>
                <c:pt idx="1457">
                  <c:v>-0.03782804338259138</c:v>
                </c:pt>
                <c:pt idx="1458">
                  <c:v>-0.03782804338259138</c:v>
                </c:pt>
                <c:pt idx="1459">
                  <c:v>-0.03782804338259138</c:v>
                </c:pt>
                <c:pt idx="1460">
                  <c:v>-0.03782804338259138</c:v>
                </c:pt>
                <c:pt idx="1461">
                  <c:v>-0.03782804338259138</c:v>
                </c:pt>
                <c:pt idx="1462">
                  <c:v>-0.03782804338259138</c:v>
                </c:pt>
                <c:pt idx="1463">
                  <c:v>-0.03782804338259138</c:v>
                </c:pt>
                <c:pt idx="1464">
                  <c:v>-0.03782804338259138</c:v>
                </c:pt>
                <c:pt idx="1465">
                  <c:v>-0.03782804338259138</c:v>
                </c:pt>
                <c:pt idx="1466">
                  <c:v>-0.03782804338259138</c:v>
                </c:pt>
                <c:pt idx="1467">
                  <c:v>-0.03782804338259138</c:v>
                </c:pt>
                <c:pt idx="1468">
                  <c:v>-0.03782804338259138</c:v>
                </c:pt>
                <c:pt idx="1469">
                  <c:v>-0.03782804338259138</c:v>
                </c:pt>
                <c:pt idx="1470">
                  <c:v>-0.03782804338259138</c:v>
                </c:pt>
                <c:pt idx="1471">
                  <c:v>-0.03782804338259138</c:v>
                </c:pt>
                <c:pt idx="1472">
                  <c:v>-0.03782804338259138</c:v>
                </c:pt>
                <c:pt idx="1473">
                  <c:v>-0.03782804338259138</c:v>
                </c:pt>
                <c:pt idx="1474">
                  <c:v>-0.03782804338259138</c:v>
                </c:pt>
                <c:pt idx="1475">
                  <c:v>-0.03782804338259138</c:v>
                </c:pt>
                <c:pt idx="1476">
                  <c:v>-0.03782804338259138</c:v>
                </c:pt>
                <c:pt idx="1477">
                  <c:v>-0.03782804338259138</c:v>
                </c:pt>
                <c:pt idx="1478">
                  <c:v>-0.03782804338259138</c:v>
                </c:pt>
                <c:pt idx="1479">
                  <c:v>-0.03782804338259138</c:v>
                </c:pt>
                <c:pt idx="1480">
                  <c:v>-0.03782804338259138</c:v>
                </c:pt>
                <c:pt idx="1481">
                  <c:v>-0.03782804338259138</c:v>
                </c:pt>
                <c:pt idx="1482">
                  <c:v>-0.03782804338259138</c:v>
                </c:pt>
                <c:pt idx="1483">
                  <c:v>-0.03782804338259138</c:v>
                </c:pt>
                <c:pt idx="1484">
                  <c:v>-0.03782804338259138</c:v>
                </c:pt>
                <c:pt idx="1485">
                  <c:v>-0.03782804338259138</c:v>
                </c:pt>
                <c:pt idx="1486">
                  <c:v>-0.03782804338259138</c:v>
                </c:pt>
                <c:pt idx="1487">
                  <c:v>-0.03782804338259138</c:v>
                </c:pt>
                <c:pt idx="1488">
                  <c:v>-0.03782804338259138</c:v>
                </c:pt>
                <c:pt idx="1489">
                  <c:v>-0.03782804338259138</c:v>
                </c:pt>
                <c:pt idx="1490">
                  <c:v>-0.03782804338259138</c:v>
                </c:pt>
                <c:pt idx="1491">
                  <c:v>-0.03782804338259138</c:v>
                </c:pt>
                <c:pt idx="1492">
                  <c:v>-0.03782804338259138</c:v>
                </c:pt>
                <c:pt idx="1493">
                  <c:v>-0.03782804338259138</c:v>
                </c:pt>
                <c:pt idx="1494">
                  <c:v>-0.03782804338259138</c:v>
                </c:pt>
                <c:pt idx="1495">
                  <c:v>-0.03782804338259138</c:v>
                </c:pt>
                <c:pt idx="1496">
                  <c:v>-0.03782804338259138</c:v>
                </c:pt>
                <c:pt idx="1497">
                  <c:v>-0.03782804338259138</c:v>
                </c:pt>
                <c:pt idx="1498">
                  <c:v>-0.03782804338259138</c:v>
                </c:pt>
                <c:pt idx="1499">
                  <c:v>-0.03782804338259138</c:v>
                </c:pt>
                <c:pt idx="1500">
                  <c:v>-0.03782804338259138</c:v>
                </c:pt>
                <c:pt idx="1501">
                  <c:v>-0.03782804338259138</c:v>
                </c:pt>
                <c:pt idx="1502">
                  <c:v>-0.03782804338259138</c:v>
                </c:pt>
                <c:pt idx="1503">
                  <c:v>-0.03782804338259138</c:v>
                </c:pt>
                <c:pt idx="1504">
                  <c:v>-0.03782804338259138</c:v>
                </c:pt>
                <c:pt idx="1505">
                  <c:v>-0.03782804338259138</c:v>
                </c:pt>
                <c:pt idx="1506">
                  <c:v>-0.03782804338259138</c:v>
                </c:pt>
                <c:pt idx="1507">
                  <c:v>-0.03782804338259138</c:v>
                </c:pt>
                <c:pt idx="1508">
                  <c:v>-0.03782804338259138</c:v>
                </c:pt>
                <c:pt idx="1509">
                  <c:v>-0.03782804338259138</c:v>
                </c:pt>
                <c:pt idx="1510">
                  <c:v>-0.03782804338259138</c:v>
                </c:pt>
                <c:pt idx="1511">
                  <c:v>-0.03782804338259138</c:v>
                </c:pt>
                <c:pt idx="1512">
                  <c:v>-0.03782804338259138</c:v>
                </c:pt>
                <c:pt idx="1513">
                  <c:v>-0.03782804338259138</c:v>
                </c:pt>
                <c:pt idx="1514">
                  <c:v>-0.03782804338259138</c:v>
                </c:pt>
                <c:pt idx="1515">
                  <c:v>-0.03782804338259138</c:v>
                </c:pt>
                <c:pt idx="1516">
                  <c:v>-0.03782804338259138</c:v>
                </c:pt>
                <c:pt idx="1517">
                  <c:v>-0.03782804338259138</c:v>
                </c:pt>
                <c:pt idx="1518">
                  <c:v>-0.03782804338259138</c:v>
                </c:pt>
                <c:pt idx="1519">
                  <c:v>-0.03782804338259138</c:v>
                </c:pt>
                <c:pt idx="1520">
                  <c:v>-0.03782804338259138</c:v>
                </c:pt>
                <c:pt idx="1521">
                  <c:v>-0.03782804338259138</c:v>
                </c:pt>
                <c:pt idx="1522">
                  <c:v>-0.03782804338259138</c:v>
                </c:pt>
                <c:pt idx="1523">
                  <c:v>-0.03782804338259138</c:v>
                </c:pt>
                <c:pt idx="1524">
                  <c:v>-0.03782804338259138</c:v>
                </c:pt>
                <c:pt idx="1525">
                  <c:v>-0.03782804338259138</c:v>
                </c:pt>
                <c:pt idx="1526">
                  <c:v>-0.03782804338259138</c:v>
                </c:pt>
                <c:pt idx="1527">
                  <c:v>-0.03782804338259138</c:v>
                </c:pt>
                <c:pt idx="1528">
                  <c:v>-0.03782804338259138</c:v>
                </c:pt>
                <c:pt idx="1529">
                  <c:v>-0.03782804338259138</c:v>
                </c:pt>
                <c:pt idx="1530">
                  <c:v>-0.03782804338259138</c:v>
                </c:pt>
                <c:pt idx="1531">
                  <c:v>-0.03782804338259138</c:v>
                </c:pt>
                <c:pt idx="1532">
                  <c:v>-0.03782804338259138</c:v>
                </c:pt>
                <c:pt idx="1533">
                  <c:v>-0.03782804338259138</c:v>
                </c:pt>
                <c:pt idx="1534">
                  <c:v>-0.03782804338259138</c:v>
                </c:pt>
                <c:pt idx="1535">
                  <c:v>-0.03782804338259138</c:v>
                </c:pt>
                <c:pt idx="1536">
                  <c:v>-0.03782804338259138</c:v>
                </c:pt>
                <c:pt idx="1537">
                  <c:v>-0.03782804338259138</c:v>
                </c:pt>
                <c:pt idx="1538">
                  <c:v>-0.03782804338259138</c:v>
                </c:pt>
                <c:pt idx="1539">
                  <c:v>-0.03782804338259138</c:v>
                </c:pt>
                <c:pt idx="1540">
                  <c:v>-0.03782804338259138</c:v>
                </c:pt>
                <c:pt idx="1541">
                  <c:v>-0.03782804338259138</c:v>
                </c:pt>
                <c:pt idx="1542">
                  <c:v>-0.03782804338259138</c:v>
                </c:pt>
                <c:pt idx="1543">
                  <c:v>-0.03782804338259138</c:v>
                </c:pt>
                <c:pt idx="1544">
                  <c:v>-0.03782804338259138</c:v>
                </c:pt>
                <c:pt idx="1545">
                  <c:v>-0.03782804338259138</c:v>
                </c:pt>
                <c:pt idx="1546">
                  <c:v>-0.03782804338259138</c:v>
                </c:pt>
                <c:pt idx="1547">
                  <c:v>-0.03782804338259138</c:v>
                </c:pt>
                <c:pt idx="1548">
                  <c:v>-0.03782804338259138</c:v>
                </c:pt>
                <c:pt idx="1549">
                  <c:v>-0.03782804338259138</c:v>
                </c:pt>
                <c:pt idx="1550">
                  <c:v>-0.03782804338259138</c:v>
                </c:pt>
                <c:pt idx="1551">
                  <c:v>-0.03782804338259138</c:v>
                </c:pt>
                <c:pt idx="1552">
                  <c:v>-0.03782804338259138</c:v>
                </c:pt>
                <c:pt idx="1553">
                  <c:v>-0.03782804338259138</c:v>
                </c:pt>
                <c:pt idx="1554">
                  <c:v>-0.03782804338259138</c:v>
                </c:pt>
                <c:pt idx="1555">
                  <c:v>-0.03782804338259138</c:v>
                </c:pt>
                <c:pt idx="1556">
                  <c:v>-0.03782804338259138</c:v>
                </c:pt>
                <c:pt idx="1557">
                  <c:v>-0.03782804338259138</c:v>
                </c:pt>
                <c:pt idx="1558">
                  <c:v>-0.03782804338259138</c:v>
                </c:pt>
                <c:pt idx="1559">
                  <c:v>-0.03782804338259138</c:v>
                </c:pt>
                <c:pt idx="1560">
                  <c:v>-0.03782804338259138</c:v>
                </c:pt>
                <c:pt idx="1561">
                  <c:v>-0.03782804338259138</c:v>
                </c:pt>
                <c:pt idx="1562">
                  <c:v>-0.03782804338259138</c:v>
                </c:pt>
                <c:pt idx="1563">
                  <c:v>-0.03782804338259138</c:v>
                </c:pt>
                <c:pt idx="1564">
                  <c:v>-0.03782804338259138</c:v>
                </c:pt>
                <c:pt idx="1565">
                  <c:v>-0.03782804338259138</c:v>
                </c:pt>
                <c:pt idx="1566">
                  <c:v>-0.03782804338259138</c:v>
                </c:pt>
                <c:pt idx="1567">
                  <c:v>-0.03782804338259138</c:v>
                </c:pt>
                <c:pt idx="1568">
                  <c:v>-0.03782804338259138</c:v>
                </c:pt>
                <c:pt idx="1569">
                  <c:v>-0.03782804338259138</c:v>
                </c:pt>
                <c:pt idx="1570">
                  <c:v>-0.03782804338259138</c:v>
                </c:pt>
                <c:pt idx="1571">
                  <c:v>-0.03782804338259138</c:v>
                </c:pt>
                <c:pt idx="1572">
                  <c:v>-0.03782804338259138</c:v>
                </c:pt>
                <c:pt idx="1573">
                  <c:v>-0.03782804338259138</c:v>
                </c:pt>
                <c:pt idx="1574">
                  <c:v>-0.03782804338259138</c:v>
                </c:pt>
                <c:pt idx="1575">
                  <c:v>-0.03782804338259138</c:v>
                </c:pt>
                <c:pt idx="1576">
                  <c:v>-0.03782804338259138</c:v>
                </c:pt>
                <c:pt idx="1577">
                  <c:v>-0.03782804338259138</c:v>
                </c:pt>
                <c:pt idx="1578">
                  <c:v>-0.03782804338259138</c:v>
                </c:pt>
                <c:pt idx="1579">
                  <c:v>-0.03782804338259138</c:v>
                </c:pt>
                <c:pt idx="1580">
                  <c:v>-0.03782804338259138</c:v>
                </c:pt>
                <c:pt idx="1581">
                  <c:v>-0.03782804338259138</c:v>
                </c:pt>
                <c:pt idx="1582">
                  <c:v>-0.03782804338259138</c:v>
                </c:pt>
                <c:pt idx="1583">
                  <c:v>-0.03782804338259138</c:v>
                </c:pt>
                <c:pt idx="1584">
                  <c:v>-0.03782804338259138</c:v>
                </c:pt>
                <c:pt idx="1585">
                  <c:v>-0.03782804338259138</c:v>
                </c:pt>
                <c:pt idx="1586">
                  <c:v>-0.03782804338259138</c:v>
                </c:pt>
                <c:pt idx="1587">
                  <c:v>-0.03782804338259138</c:v>
                </c:pt>
                <c:pt idx="1588">
                  <c:v>-0.03782804338259138</c:v>
                </c:pt>
                <c:pt idx="1589">
                  <c:v>-0.03782804338259138</c:v>
                </c:pt>
                <c:pt idx="1590">
                  <c:v>-0.03782804338259138</c:v>
                </c:pt>
                <c:pt idx="1591">
                  <c:v>-0.03782804338259138</c:v>
                </c:pt>
                <c:pt idx="1592">
                  <c:v>-0.03782804338259138</c:v>
                </c:pt>
                <c:pt idx="1593">
                  <c:v>-0.03782804338259138</c:v>
                </c:pt>
                <c:pt idx="1594">
                  <c:v>-0.03782804338259138</c:v>
                </c:pt>
                <c:pt idx="1595">
                  <c:v>-0.03782804338259138</c:v>
                </c:pt>
                <c:pt idx="1596">
                  <c:v>-0.03782804338259138</c:v>
                </c:pt>
                <c:pt idx="1597">
                  <c:v>-0.03782804338259138</c:v>
                </c:pt>
                <c:pt idx="1598">
                  <c:v>-0.03782804338259138</c:v>
                </c:pt>
                <c:pt idx="1599">
                  <c:v>-0.03782804338259138</c:v>
                </c:pt>
                <c:pt idx="1600">
                  <c:v>-0.03782804338259138</c:v>
                </c:pt>
                <c:pt idx="1601">
                  <c:v>-0.03782804338259138</c:v>
                </c:pt>
                <c:pt idx="1602">
                  <c:v>-0.03782804338259138</c:v>
                </c:pt>
                <c:pt idx="1603">
                  <c:v>-0.03782804338259138</c:v>
                </c:pt>
                <c:pt idx="1604">
                  <c:v>-0.03782804338259138</c:v>
                </c:pt>
                <c:pt idx="1605">
                  <c:v>-0.03782804338259138</c:v>
                </c:pt>
                <c:pt idx="1606">
                  <c:v>-0.03782804338259138</c:v>
                </c:pt>
                <c:pt idx="1607">
                  <c:v>-0.03782804338259138</c:v>
                </c:pt>
                <c:pt idx="1608">
                  <c:v>-0.03782804338259138</c:v>
                </c:pt>
                <c:pt idx="1609">
                  <c:v>-0.03782804338259138</c:v>
                </c:pt>
                <c:pt idx="1610">
                  <c:v>-0.03782804338259138</c:v>
                </c:pt>
                <c:pt idx="1611">
                  <c:v>-0.03782804338259138</c:v>
                </c:pt>
                <c:pt idx="1612">
                  <c:v>-0.03782804338259138</c:v>
                </c:pt>
                <c:pt idx="1613">
                  <c:v>-0.03782804338259138</c:v>
                </c:pt>
                <c:pt idx="1614">
                  <c:v>-0.03782804338259138</c:v>
                </c:pt>
                <c:pt idx="1615">
                  <c:v>-0.03782804338259138</c:v>
                </c:pt>
                <c:pt idx="1616">
                  <c:v>-0.03782804338259138</c:v>
                </c:pt>
                <c:pt idx="1617">
                  <c:v>-0.03782804338259138</c:v>
                </c:pt>
                <c:pt idx="1618">
                  <c:v>-0.03782804338259138</c:v>
                </c:pt>
                <c:pt idx="1619">
                  <c:v>-0.03782804338259138</c:v>
                </c:pt>
                <c:pt idx="1620">
                  <c:v>-0.03782804338259138</c:v>
                </c:pt>
                <c:pt idx="1621">
                  <c:v>-0.03782804338259138</c:v>
                </c:pt>
                <c:pt idx="1622">
                  <c:v>-0.03782804338259138</c:v>
                </c:pt>
                <c:pt idx="1623">
                  <c:v>-0.03782804338259138</c:v>
                </c:pt>
                <c:pt idx="1624">
                  <c:v>-0.03782804338259138</c:v>
                </c:pt>
                <c:pt idx="1625">
                  <c:v>-0.03782804338259138</c:v>
                </c:pt>
                <c:pt idx="1626">
                  <c:v>-0.03782804338259138</c:v>
                </c:pt>
                <c:pt idx="1627">
                  <c:v>-0.03782804338259138</c:v>
                </c:pt>
                <c:pt idx="1628">
                  <c:v>-0.03782804338259138</c:v>
                </c:pt>
                <c:pt idx="1629">
                  <c:v>-0.03782804338259138</c:v>
                </c:pt>
                <c:pt idx="1630">
                  <c:v>-0.03782804338259138</c:v>
                </c:pt>
                <c:pt idx="1631">
                  <c:v>-0.03782804338259138</c:v>
                </c:pt>
                <c:pt idx="1632">
                  <c:v>-0.03782804338259138</c:v>
                </c:pt>
                <c:pt idx="1633">
                  <c:v>-0.03782804338259138</c:v>
                </c:pt>
                <c:pt idx="1634">
                  <c:v>-0.03782804338259138</c:v>
                </c:pt>
                <c:pt idx="1635">
                  <c:v>-0.03782804338259138</c:v>
                </c:pt>
                <c:pt idx="1636">
                  <c:v>-0.03782804338259138</c:v>
                </c:pt>
                <c:pt idx="1637">
                  <c:v>-0.03782804338259138</c:v>
                </c:pt>
                <c:pt idx="1638">
                  <c:v>-0.03782804338259138</c:v>
                </c:pt>
                <c:pt idx="1639">
                  <c:v>-0.03782804338259138</c:v>
                </c:pt>
                <c:pt idx="1640">
                  <c:v>-0.03782804338259138</c:v>
                </c:pt>
                <c:pt idx="1641">
                  <c:v>-0.03782804338259138</c:v>
                </c:pt>
                <c:pt idx="1642">
                  <c:v>-0.03782804338259138</c:v>
                </c:pt>
                <c:pt idx="1643">
                  <c:v>-0.03782804338259138</c:v>
                </c:pt>
                <c:pt idx="1644">
                  <c:v>-0.03782804338259138</c:v>
                </c:pt>
                <c:pt idx="1645">
                  <c:v>-0.03782804338259138</c:v>
                </c:pt>
                <c:pt idx="1646">
                  <c:v>-0.03782804338259138</c:v>
                </c:pt>
                <c:pt idx="1647">
                  <c:v>-0.03782804338259138</c:v>
                </c:pt>
                <c:pt idx="1648">
                  <c:v>-0.03782804338259138</c:v>
                </c:pt>
                <c:pt idx="1649">
                  <c:v>-0.03782804338259138</c:v>
                </c:pt>
                <c:pt idx="1650">
                  <c:v>-0.03782804338259138</c:v>
                </c:pt>
                <c:pt idx="1651">
                  <c:v>-0.03782804338259138</c:v>
                </c:pt>
                <c:pt idx="1652">
                  <c:v>-0.03782804338259138</c:v>
                </c:pt>
                <c:pt idx="1653">
                  <c:v>-0.03782804338259138</c:v>
                </c:pt>
                <c:pt idx="1654">
                  <c:v>-0.03782804338259138</c:v>
                </c:pt>
                <c:pt idx="1655">
                  <c:v>-0.03782804338259138</c:v>
                </c:pt>
                <c:pt idx="1656">
                  <c:v>-0.03782804338259138</c:v>
                </c:pt>
                <c:pt idx="1657">
                  <c:v>-0.03782804338259138</c:v>
                </c:pt>
                <c:pt idx="1658">
                  <c:v>-0.03782804338259138</c:v>
                </c:pt>
                <c:pt idx="1659">
                  <c:v>-0.03782804338259138</c:v>
                </c:pt>
                <c:pt idx="1660">
                  <c:v>-0.03782804338259138</c:v>
                </c:pt>
                <c:pt idx="1661">
                  <c:v>-0.03782804338259138</c:v>
                </c:pt>
                <c:pt idx="1662">
                  <c:v>-0.03782804338259138</c:v>
                </c:pt>
                <c:pt idx="1663">
                  <c:v>-0.03782804338259138</c:v>
                </c:pt>
                <c:pt idx="1664">
                  <c:v>-0.03782804338259138</c:v>
                </c:pt>
                <c:pt idx="1665">
                  <c:v>-0.03782804338259138</c:v>
                </c:pt>
                <c:pt idx="1666">
                  <c:v>-0.03782804338259138</c:v>
                </c:pt>
                <c:pt idx="1667">
                  <c:v>-0.03782804338259138</c:v>
                </c:pt>
                <c:pt idx="1668">
                  <c:v>-0.03782804338259138</c:v>
                </c:pt>
                <c:pt idx="1669">
                  <c:v>-0.03782804338259138</c:v>
                </c:pt>
                <c:pt idx="1670">
                  <c:v>-0.03782804338259138</c:v>
                </c:pt>
                <c:pt idx="1671">
                  <c:v>-0.03782804338259138</c:v>
                </c:pt>
                <c:pt idx="1672">
                  <c:v>-0.03782804338259138</c:v>
                </c:pt>
                <c:pt idx="1673">
                  <c:v>-0.03782804338259138</c:v>
                </c:pt>
                <c:pt idx="1674">
                  <c:v>-0.03782804338259138</c:v>
                </c:pt>
                <c:pt idx="1675">
                  <c:v>-0.03782804338259138</c:v>
                </c:pt>
                <c:pt idx="1676">
                  <c:v>-0.03782804338259138</c:v>
                </c:pt>
                <c:pt idx="1677">
                  <c:v>-0.03782804338259138</c:v>
                </c:pt>
                <c:pt idx="1678">
                  <c:v>-0.03782804338259138</c:v>
                </c:pt>
                <c:pt idx="1679">
                  <c:v>-0.03782804338259138</c:v>
                </c:pt>
                <c:pt idx="1680">
                  <c:v>-0.03782804338259138</c:v>
                </c:pt>
                <c:pt idx="1681">
                  <c:v>-0.03782804338259138</c:v>
                </c:pt>
                <c:pt idx="1682">
                  <c:v>-0.03782804338259138</c:v>
                </c:pt>
                <c:pt idx="1683">
                  <c:v>-0.03782804338259138</c:v>
                </c:pt>
                <c:pt idx="1684">
                  <c:v>-0.03782804338259138</c:v>
                </c:pt>
                <c:pt idx="1685">
                  <c:v>-0.03782804338259138</c:v>
                </c:pt>
                <c:pt idx="1686">
                  <c:v>-0.03782804338259138</c:v>
                </c:pt>
                <c:pt idx="1687">
                  <c:v>-0.03782804338259138</c:v>
                </c:pt>
                <c:pt idx="1688">
                  <c:v>-0.03782804338259138</c:v>
                </c:pt>
                <c:pt idx="1689">
                  <c:v>-0.03782804338259138</c:v>
                </c:pt>
                <c:pt idx="1690">
                  <c:v>-0.03782804338259138</c:v>
                </c:pt>
                <c:pt idx="1691">
                  <c:v>-0.03782804338259138</c:v>
                </c:pt>
                <c:pt idx="1692">
                  <c:v>-0.03782804338259138</c:v>
                </c:pt>
                <c:pt idx="1693">
                  <c:v>-0.03782804338259138</c:v>
                </c:pt>
                <c:pt idx="1694">
                  <c:v>-0.03782804338259138</c:v>
                </c:pt>
                <c:pt idx="1695">
                  <c:v>-0.03782804338259138</c:v>
                </c:pt>
                <c:pt idx="1696">
                  <c:v>-0.03782804338259138</c:v>
                </c:pt>
                <c:pt idx="1697">
                  <c:v>-0.03782804338259138</c:v>
                </c:pt>
                <c:pt idx="1698">
                  <c:v>-0.03782804338259138</c:v>
                </c:pt>
                <c:pt idx="1699">
                  <c:v>-0.03782804338259138</c:v>
                </c:pt>
                <c:pt idx="1700">
                  <c:v>-0.03782804338259138</c:v>
                </c:pt>
                <c:pt idx="1701">
                  <c:v>-0.03782804338259138</c:v>
                </c:pt>
                <c:pt idx="1702">
                  <c:v>-0.03782804338259138</c:v>
                </c:pt>
                <c:pt idx="1703">
                  <c:v>-0.03782804338259138</c:v>
                </c:pt>
                <c:pt idx="1704">
                  <c:v>-0.03782804338259138</c:v>
                </c:pt>
                <c:pt idx="1705">
                  <c:v>-0.03782804338259138</c:v>
                </c:pt>
                <c:pt idx="1706">
                  <c:v>-0.03782804338259138</c:v>
                </c:pt>
                <c:pt idx="1707">
                  <c:v>-0.03782804338259138</c:v>
                </c:pt>
                <c:pt idx="1708">
                  <c:v>-0.03782804338259138</c:v>
                </c:pt>
                <c:pt idx="1709">
                  <c:v>-0.03782804338259138</c:v>
                </c:pt>
                <c:pt idx="1710">
                  <c:v>-0.03782804338259138</c:v>
                </c:pt>
                <c:pt idx="1711">
                  <c:v>-0.03782804338259138</c:v>
                </c:pt>
                <c:pt idx="1712">
                  <c:v>-0.03782804338259138</c:v>
                </c:pt>
                <c:pt idx="1713">
                  <c:v>-0.03782804338259138</c:v>
                </c:pt>
                <c:pt idx="1714">
                  <c:v>-0.03782804338259138</c:v>
                </c:pt>
                <c:pt idx="1715">
                  <c:v>-0.03782804338259138</c:v>
                </c:pt>
                <c:pt idx="1716">
                  <c:v>-0.03782804338259138</c:v>
                </c:pt>
                <c:pt idx="1717">
                  <c:v>-0.03782804338259138</c:v>
                </c:pt>
                <c:pt idx="1718">
                  <c:v>-0.03782804338259138</c:v>
                </c:pt>
                <c:pt idx="1719">
                  <c:v>-0.03782804338259138</c:v>
                </c:pt>
                <c:pt idx="1720">
                  <c:v>-0.03782804338259138</c:v>
                </c:pt>
                <c:pt idx="1721">
                  <c:v>-0.03782804338259138</c:v>
                </c:pt>
                <c:pt idx="1722">
                  <c:v>-0.03782804338259138</c:v>
                </c:pt>
                <c:pt idx="1723">
                  <c:v>-0.03782804338259138</c:v>
                </c:pt>
                <c:pt idx="1724">
                  <c:v>-0.03782804338259138</c:v>
                </c:pt>
                <c:pt idx="1725">
                  <c:v>-0.03782804338259138</c:v>
                </c:pt>
                <c:pt idx="1726">
                  <c:v>-0.03782804338259138</c:v>
                </c:pt>
                <c:pt idx="1727">
                  <c:v>-0.03782804338259138</c:v>
                </c:pt>
                <c:pt idx="1728">
                  <c:v>-0.03782804338259138</c:v>
                </c:pt>
                <c:pt idx="1729">
                  <c:v>-0.03782804338259138</c:v>
                </c:pt>
                <c:pt idx="1730">
                  <c:v>-0.03782804338259138</c:v>
                </c:pt>
                <c:pt idx="1731">
                  <c:v>-0.03782804338259138</c:v>
                </c:pt>
                <c:pt idx="1732">
                  <c:v>-0.03782804338259138</c:v>
                </c:pt>
                <c:pt idx="1733">
                  <c:v>-0.03782804338259138</c:v>
                </c:pt>
                <c:pt idx="1734">
                  <c:v>-0.03782804338259138</c:v>
                </c:pt>
                <c:pt idx="1735">
                  <c:v>-0.03782804338259138</c:v>
                </c:pt>
                <c:pt idx="1736">
                  <c:v>-0.03782804338259138</c:v>
                </c:pt>
                <c:pt idx="1737">
                  <c:v>-0.03782804338259138</c:v>
                </c:pt>
                <c:pt idx="1738">
                  <c:v>-0.03782804338259138</c:v>
                </c:pt>
                <c:pt idx="1739">
                  <c:v>-0.03782804338259138</c:v>
                </c:pt>
                <c:pt idx="1740">
                  <c:v>-0.03782804338259138</c:v>
                </c:pt>
                <c:pt idx="1741">
                  <c:v>-0.03782804338259138</c:v>
                </c:pt>
                <c:pt idx="1742">
                  <c:v>-0.03782804338259138</c:v>
                </c:pt>
                <c:pt idx="1743">
                  <c:v>-0.03782804338259138</c:v>
                </c:pt>
                <c:pt idx="1744">
                  <c:v>-0.03782804338259138</c:v>
                </c:pt>
                <c:pt idx="1745">
                  <c:v>-0.03782804338259138</c:v>
                </c:pt>
                <c:pt idx="1746">
                  <c:v>-0.03782804338259138</c:v>
                </c:pt>
                <c:pt idx="1747">
                  <c:v>-0.03782804338259138</c:v>
                </c:pt>
                <c:pt idx="1748">
                  <c:v>-0.03782804338259138</c:v>
                </c:pt>
                <c:pt idx="1749">
                  <c:v>-0.03782804338259138</c:v>
                </c:pt>
                <c:pt idx="1750">
                  <c:v>-0.03782804338259138</c:v>
                </c:pt>
                <c:pt idx="1751">
                  <c:v>-0.03782804338259138</c:v>
                </c:pt>
                <c:pt idx="1752">
                  <c:v>-0.03782804338259138</c:v>
                </c:pt>
                <c:pt idx="1753">
                  <c:v>-0.03782804338259138</c:v>
                </c:pt>
                <c:pt idx="1754">
                  <c:v>-0.03782804338259138</c:v>
                </c:pt>
                <c:pt idx="1755">
                  <c:v>-0.03782804338259138</c:v>
                </c:pt>
                <c:pt idx="1756">
                  <c:v>-0.03782804338259138</c:v>
                </c:pt>
                <c:pt idx="1757">
                  <c:v>-0.03782804338259138</c:v>
                </c:pt>
                <c:pt idx="1758">
                  <c:v>-0.03782804338259138</c:v>
                </c:pt>
                <c:pt idx="1759">
                  <c:v>-0.03782804338259138</c:v>
                </c:pt>
                <c:pt idx="1760">
                  <c:v>-0.03782804338259138</c:v>
                </c:pt>
                <c:pt idx="1761">
                  <c:v>-0.03782804338259138</c:v>
                </c:pt>
                <c:pt idx="1762">
                  <c:v>-0.03782804338259138</c:v>
                </c:pt>
                <c:pt idx="1763">
                  <c:v>-0.03782804338259138</c:v>
                </c:pt>
                <c:pt idx="1764">
                  <c:v>-0.03782804338259138</c:v>
                </c:pt>
                <c:pt idx="1765">
                  <c:v>-0.03782804338259138</c:v>
                </c:pt>
                <c:pt idx="1766">
                  <c:v>-0.03782804338259138</c:v>
                </c:pt>
                <c:pt idx="1767">
                  <c:v>-0.03782804338259138</c:v>
                </c:pt>
                <c:pt idx="1768">
                  <c:v>-0.03782804338259138</c:v>
                </c:pt>
                <c:pt idx="1769">
                  <c:v>-0.03782804338259138</c:v>
                </c:pt>
                <c:pt idx="1770">
                  <c:v>-0.03782804338259138</c:v>
                </c:pt>
                <c:pt idx="1771">
                  <c:v>-0.03782804338259138</c:v>
                </c:pt>
                <c:pt idx="1772">
                  <c:v>-0.03782804338259138</c:v>
                </c:pt>
                <c:pt idx="1773">
                  <c:v>-0.03782804338259138</c:v>
                </c:pt>
                <c:pt idx="1774">
                  <c:v>-0.03782804338259138</c:v>
                </c:pt>
                <c:pt idx="1775">
                  <c:v>-0.03782804338259138</c:v>
                </c:pt>
                <c:pt idx="1776">
                  <c:v>-0.03782804338259138</c:v>
                </c:pt>
                <c:pt idx="1777">
                  <c:v>-0.03782804338259138</c:v>
                </c:pt>
                <c:pt idx="1778">
                  <c:v>-0.03782804338259138</c:v>
                </c:pt>
                <c:pt idx="1779">
                  <c:v>-0.03782804338259138</c:v>
                </c:pt>
                <c:pt idx="1780">
                  <c:v>-0.03782804338259138</c:v>
                </c:pt>
                <c:pt idx="1781">
                  <c:v>-0.03782804338259138</c:v>
                </c:pt>
                <c:pt idx="1782">
                  <c:v>-0.03782804338259138</c:v>
                </c:pt>
                <c:pt idx="1783">
                  <c:v>-0.03782804338259138</c:v>
                </c:pt>
                <c:pt idx="1784">
                  <c:v>-0.03782804338259138</c:v>
                </c:pt>
                <c:pt idx="1785">
                  <c:v>-0.03782804338259138</c:v>
                </c:pt>
                <c:pt idx="1786">
                  <c:v>-0.03782804338259138</c:v>
                </c:pt>
                <c:pt idx="1787">
                  <c:v>-0.03782804338259138</c:v>
                </c:pt>
                <c:pt idx="1788">
                  <c:v>-0.03782804338259138</c:v>
                </c:pt>
                <c:pt idx="1789">
                  <c:v>-0.03782804338259138</c:v>
                </c:pt>
                <c:pt idx="1790">
                  <c:v>-0.03782804338259138</c:v>
                </c:pt>
                <c:pt idx="1791">
                  <c:v>-0.03782804338259138</c:v>
                </c:pt>
                <c:pt idx="1792">
                  <c:v>-0.03782804338259138</c:v>
                </c:pt>
                <c:pt idx="1793">
                  <c:v>-0.03782804338259138</c:v>
                </c:pt>
                <c:pt idx="1794">
                  <c:v>-0.03782804338259138</c:v>
                </c:pt>
                <c:pt idx="1795">
                  <c:v>-0.03782804338259138</c:v>
                </c:pt>
                <c:pt idx="1796">
                  <c:v>-0.03782804338259138</c:v>
                </c:pt>
                <c:pt idx="1797">
                  <c:v>-0.03782804338259138</c:v>
                </c:pt>
                <c:pt idx="1798">
                  <c:v>-0.03782804338259138</c:v>
                </c:pt>
                <c:pt idx="1799">
                  <c:v>-0.03782804338259138</c:v>
                </c:pt>
                <c:pt idx="1800">
                  <c:v>-0.03782804338259138</c:v>
                </c:pt>
                <c:pt idx="1801">
                  <c:v>-0.03782804338259138</c:v>
                </c:pt>
                <c:pt idx="1802">
                  <c:v>-0.03782804338259138</c:v>
                </c:pt>
                <c:pt idx="1803">
                  <c:v>-0.03782804338259138</c:v>
                </c:pt>
                <c:pt idx="1804">
                  <c:v>-0.03782804338259138</c:v>
                </c:pt>
                <c:pt idx="1805">
                  <c:v>-0.03782804338259138</c:v>
                </c:pt>
                <c:pt idx="1806">
                  <c:v>-0.03782804338259138</c:v>
                </c:pt>
                <c:pt idx="1807">
                  <c:v>-0.03782804338259138</c:v>
                </c:pt>
                <c:pt idx="1808">
                  <c:v>-0.03782804338259138</c:v>
                </c:pt>
                <c:pt idx="1809">
                  <c:v>-0.03782804338259138</c:v>
                </c:pt>
                <c:pt idx="1810">
                  <c:v>-0.03782804338259138</c:v>
                </c:pt>
                <c:pt idx="1811">
                  <c:v>-0.03782804338259138</c:v>
                </c:pt>
                <c:pt idx="1812">
                  <c:v>-0.03782804338259138</c:v>
                </c:pt>
                <c:pt idx="1813">
                  <c:v>-0.03782804338259138</c:v>
                </c:pt>
                <c:pt idx="1814">
                  <c:v>-0.03782804338259138</c:v>
                </c:pt>
                <c:pt idx="1815">
                  <c:v>-0.03782804338259138</c:v>
                </c:pt>
                <c:pt idx="1816">
                  <c:v>-0.03782804338259138</c:v>
                </c:pt>
                <c:pt idx="1817">
                  <c:v>-0.03782804338259138</c:v>
                </c:pt>
                <c:pt idx="1818">
                  <c:v>-0.03782804338259138</c:v>
                </c:pt>
                <c:pt idx="1819">
                  <c:v>-0.03782804338259138</c:v>
                </c:pt>
                <c:pt idx="1820">
                  <c:v>-0.03782804338259138</c:v>
                </c:pt>
                <c:pt idx="1821">
                  <c:v>-0.03782804338259138</c:v>
                </c:pt>
                <c:pt idx="1822">
                  <c:v>-0.03782804338259138</c:v>
                </c:pt>
                <c:pt idx="1823">
                  <c:v>-0.03782804338259138</c:v>
                </c:pt>
                <c:pt idx="1824">
                  <c:v>-0.03782804338259138</c:v>
                </c:pt>
                <c:pt idx="1825">
                  <c:v>-0.03782804338259138</c:v>
                </c:pt>
                <c:pt idx="1826">
                  <c:v>-0.03782804338259138</c:v>
                </c:pt>
                <c:pt idx="1827">
                  <c:v>-0.03782804338259138</c:v>
                </c:pt>
                <c:pt idx="1828">
                  <c:v>-0.03782804338259138</c:v>
                </c:pt>
                <c:pt idx="1829">
                  <c:v>-0.03782804338259138</c:v>
                </c:pt>
                <c:pt idx="1830">
                  <c:v>-0.03782804338259138</c:v>
                </c:pt>
                <c:pt idx="1831">
                  <c:v>-0.03782804338259138</c:v>
                </c:pt>
                <c:pt idx="1832">
                  <c:v>-0.03782804338259138</c:v>
                </c:pt>
                <c:pt idx="1833">
                  <c:v>-0.03782804338259138</c:v>
                </c:pt>
                <c:pt idx="1834">
                  <c:v>-0.03782804338259138</c:v>
                </c:pt>
                <c:pt idx="1835">
                  <c:v>-0.03782804338259138</c:v>
                </c:pt>
                <c:pt idx="1836">
                  <c:v>-0.03782804338259138</c:v>
                </c:pt>
                <c:pt idx="1837">
                  <c:v>-0.03782804338259138</c:v>
                </c:pt>
                <c:pt idx="1838">
                  <c:v>-0.03782804338259138</c:v>
                </c:pt>
                <c:pt idx="1839">
                  <c:v>-0.03782804338259138</c:v>
                </c:pt>
                <c:pt idx="1840">
                  <c:v>-0.03782804338259138</c:v>
                </c:pt>
                <c:pt idx="1841">
                  <c:v>-0.03782804338259138</c:v>
                </c:pt>
                <c:pt idx="1842">
                  <c:v>-0.03782804338259138</c:v>
                </c:pt>
                <c:pt idx="1843">
                  <c:v>-0.03782804338259138</c:v>
                </c:pt>
                <c:pt idx="1844">
                  <c:v>-0.03782804338259138</c:v>
                </c:pt>
                <c:pt idx="1845">
                  <c:v>-0.03782804338259138</c:v>
                </c:pt>
                <c:pt idx="1846">
                  <c:v>-0.03782804338259138</c:v>
                </c:pt>
                <c:pt idx="1847">
                  <c:v>-0.03782804338259138</c:v>
                </c:pt>
                <c:pt idx="1848">
                  <c:v>-0.03782804338259138</c:v>
                </c:pt>
                <c:pt idx="1849">
                  <c:v>-0.03782804338259138</c:v>
                </c:pt>
                <c:pt idx="1850">
                  <c:v>-0.03782804338259138</c:v>
                </c:pt>
                <c:pt idx="1851">
                  <c:v>-0.03782804338259138</c:v>
                </c:pt>
                <c:pt idx="1852">
                  <c:v>-0.03782804338259138</c:v>
                </c:pt>
                <c:pt idx="1853">
                  <c:v>-0.03782804338259138</c:v>
                </c:pt>
                <c:pt idx="1854">
                  <c:v>-0.03782804338259138</c:v>
                </c:pt>
                <c:pt idx="1855">
                  <c:v>-0.03782804338259138</c:v>
                </c:pt>
                <c:pt idx="1856">
                  <c:v>-0.03782804338259138</c:v>
                </c:pt>
                <c:pt idx="1857">
                  <c:v>-0.03782804338259138</c:v>
                </c:pt>
                <c:pt idx="1858">
                  <c:v>-0.03782804338259138</c:v>
                </c:pt>
                <c:pt idx="1859">
                  <c:v>-0.03782804338259138</c:v>
                </c:pt>
                <c:pt idx="1860">
                  <c:v>-0.03782804338259138</c:v>
                </c:pt>
                <c:pt idx="1861">
                  <c:v>-0.03782804338259138</c:v>
                </c:pt>
                <c:pt idx="1862">
                  <c:v>-0.03782804338259138</c:v>
                </c:pt>
                <c:pt idx="1863">
                  <c:v>-0.03782804338259138</c:v>
                </c:pt>
                <c:pt idx="1864">
                  <c:v>-0.03782804338259138</c:v>
                </c:pt>
                <c:pt idx="1865">
                  <c:v>-0.03782804338259138</c:v>
                </c:pt>
                <c:pt idx="1866">
                  <c:v>-0.03782804338259138</c:v>
                </c:pt>
                <c:pt idx="1867">
                  <c:v>-0.03782804338259138</c:v>
                </c:pt>
                <c:pt idx="1868">
                  <c:v>-0.03782804338259138</c:v>
                </c:pt>
                <c:pt idx="1869">
                  <c:v>-0.03782804338259138</c:v>
                </c:pt>
                <c:pt idx="1870">
                  <c:v>-0.03782804338259138</c:v>
                </c:pt>
                <c:pt idx="1871">
                  <c:v>-0.03782804338259138</c:v>
                </c:pt>
                <c:pt idx="1872">
                  <c:v>-0.03782804338259138</c:v>
                </c:pt>
                <c:pt idx="1873">
                  <c:v>-0.03782804338259138</c:v>
                </c:pt>
                <c:pt idx="1874">
                  <c:v>-0.03782804338259138</c:v>
                </c:pt>
                <c:pt idx="1875">
                  <c:v>-0.03782804338259138</c:v>
                </c:pt>
                <c:pt idx="1876">
                  <c:v>-0.03782804338259138</c:v>
                </c:pt>
                <c:pt idx="1877">
                  <c:v>-0.03782804338259138</c:v>
                </c:pt>
                <c:pt idx="1878">
                  <c:v>-0.03782804338259138</c:v>
                </c:pt>
                <c:pt idx="1879">
                  <c:v>-0.03782804338259138</c:v>
                </c:pt>
                <c:pt idx="1880">
                  <c:v>-0.03782804338259138</c:v>
                </c:pt>
                <c:pt idx="1881">
                  <c:v>-0.03782804338259138</c:v>
                </c:pt>
                <c:pt idx="1882">
                  <c:v>-0.03782804338259138</c:v>
                </c:pt>
                <c:pt idx="1883">
                  <c:v>-0.03782804338259138</c:v>
                </c:pt>
                <c:pt idx="1884">
                  <c:v>-0.03782804338259138</c:v>
                </c:pt>
                <c:pt idx="1885">
                  <c:v>-0.03782804338259138</c:v>
                </c:pt>
                <c:pt idx="1886">
                  <c:v>-0.03782804338259138</c:v>
                </c:pt>
                <c:pt idx="1887">
                  <c:v>-0.03782804338259138</c:v>
                </c:pt>
                <c:pt idx="1888">
                  <c:v>-0.03782804338259138</c:v>
                </c:pt>
                <c:pt idx="1889">
                  <c:v>-0.03782804338259138</c:v>
                </c:pt>
                <c:pt idx="1890">
                  <c:v>-0.03782804338259138</c:v>
                </c:pt>
                <c:pt idx="1891">
                  <c:v>-0.03782804338259138</c:v>
                </c:pt>
                <c:pt idx="1892">
                  <c:v>-0.03782804338259138</c:v>
                </c:pt>
                <c:pt idx="1893">
                  <c:v>-0.03782804338259138</c:v>
                </c:pt>
                <c:pt idx="1894">
                  <c:v>-0.03782804338259138</c:v>
                </c:pt>
                <c:pt idx="1895">
                  <c:v>-0.03782804338259138</c:v>
                </c:pt>
                <c:pt idx="1896">
                  <c:v>-0.03782804338259138</c:v>
                </c:pt>
                <c:pt idx="1897">
                  <c:v>-0.03782804338259138</c:v>
                </c:pt>
                <c:pt idx="1898">
                  <c:v>-0.03782804338259138</c:v>
                </c:pt>
                <c:pt idx="1899">
                  <c:v>-0.03782804338259138</c:v>
                </c:pt>
                <c:pt idx="1900">
                  <c:v>-0.03782804338259138</c:v>
                </c:pt>
                <c:pt idx="1901">
                  <c:v>-0.03782804338259138</c:v>
                </c:pt>
                <c:pt idx="1902">
                  <c:v>-0.03782804338259138</c:v>
                </c:pt>
                <c:pt idx="1903">
                  <c:v>-0.03782804338259138</c:v>
                </c:pt>
                <c:pt idx="1904">
                  <c:v>-0.03782804338259138</c:v>
                </c:pt>
                <c:pt idx="1905">
                  <c:v>-0.03782804338259138</c:v>
                </c:pt>
                <c:pt idx="1906">
                  <c:v>-0.03782804338259138</c:v>
                </c:pt>
                <c:pt idx="1907">
                  <c:v>-0.03782804338259138</c:v>
                </c:pt>
                <c:pt idx="1908">
                  <c:v>-0.03782804338259138</c:v>
                </c:pt>
                <c:pt idx="1909">
                  <c:v>-0.03782804338259138</c:v>
                </c:pt>
                <c:pt idx="1910">
                  <c:v>-0.03782804338259138</c:v>
                </c:pt>
                <c:pt idx="1911">
                  <c:v>-0.03782804338259138</c:v>
                </c:pt>
                <c:pt idx="1912">
                  <c:v>-0.03782804338259138</c:v>
                </c:pt>
                <c:pt idx="1913">
                  <c:v>-0.03782804338259138</c:v>
                </c:pt>
                <c:pt idx="1914">
                  <c:v>-0.03782804338259138</c:v>
                </c:pt>
                <c:pt idx="1915">
                  <c:v>-0.03782804338259138</c:v>
                </c:pt>
                <c:pt idx="1916">
                  <c:v>-0.03782804338259138</c:v>
                </c:pt>
                <c:pt idx="1917">
                  <c:v>-0.03782804338259138</c:v>
                </c:pt>
                <c:pt idx="1918">
                  <c:v>-0.03782804338259138</c:v>
                </c:pt>
                <c:pt idx="1919">
                  <c:v>-0.03782804338259138</c:v>
                </c:pt>
                <c:pt idx="1920">
                  <c:v>-0.03782804338259138</c:v>
                </c:pt>
                <c:pt idx="1921">
                  <c:v>-0.03782804338259138</c:v>
                </c:pt>
                <c:pt idx="1922">
                  <c:v>-0.03782804338259138</c:v>
                </c:pt>
                <c:pt idx="1923">
                  <c:v>-0.03782804338259138</c:v>
                </c:pt>
                <c:pt idx="1924">
                  <c:v>-0.03782804338259138</c:v>
                </c:pt>
                <c:pt idx="1925">
                  <c:v>-0.03782804338259138</c:v>
                </c:pt>
                <c:pt idx="1926">
                  <c:v>-0.03782804338259138</c:v>
                </c:pt>
                <c:pt idx="1927">
                  <c:v>-0.03782804338259138</c:v>
                </c:pt>
                <c:pt idx="1928">
                  <c:v>-0.03782804338259138</c:v>
                </c:pt>
                <c:pt idx="1929">
                  <c:v>-0.03782804338259138</c:v>
                </c:pt>
                <c:pt idx="1930">
                  <c:v>-0.03782804338259138</c:v>
                </c:pt>
                <c:pt idx="1931">
                  <c:v>-0.03782804338259138</c:v>
                </c:pt>
                <c:pt idx="1932">
                  <c:v>-0.03782804338259138</c:v>
                </c:pt>
                <c:pt idx="1933">
                  <c:v>-0.03782804338259138</c:v>
                </c:pt>
                <c:pt idx="1934">
                  <c:v>-0.03782804338259138</c:v>
                </c:pt>
                <c:pt idx="1935">
                  <c:v>-0.03782804338259138</c:v>
                </c:pt>
                <c:pt idx="1936">
                  <c:v>-0.03782804338259138</c:v>
                </c:pt>
                <c:pt idx="1937">
                  <c:v>-0.03782804338259138</c:v>
                </c:pt>
                <c:pt idx="1938">
                  <c:v>-0.03782804338259138</c:v>
                </c:pt>
                <c:pt idx="1939">
                  <c:v>-0.03782804338259138</c:v>
                </c:pt>
                <c:pt idx="1940">
                  <c:v>-0.03782804338259138</c:v>
                </c:pt>
                <c:pt idx="1941">
                  <c:v>-0.03782804338259138</c:v>
                </c:pt>
                <c:pt idx="1942">
                  <c:v>-0.03782804338259138</c:v>
                </c:pt>
                <c:pt idx="1943">
                  <c:v>-0.03782804338259138</c:v>
                </c:pt>
                <c:pt idx="1944">
                  <c:v>-0.03782804338259138</c:v>
                </c:pt>
                <c:pt idx="1945">
                  <c:v>-0.03782804338259138</c:v>
                </c:pt>
                <c:pt idx="1946">
                  <c:v>-0.03782804338259138</c:v>
                </c:pt>
                <c:pt idx="1947">
                  <c:v>-0.03782804338259138</c:v>
                </c:pt>
                <c:pt idx="1948">
                  <c:v>-0.03782804338259138</c:v>
                </c:pt>
                <c:pt idx="1949">
                  <c:v>-0.03782804338259138</c:v>
                </c:pt>
                <c:pt idx="1950">
                  <c:v>-0.03782804338259138</c:v>
                </c:pt>
                <c:pt idx="1951">
                  <c:v>-0.03782804338259138</c:v>
                </c:pt>
                <c:pt idx="1952">
                  <c:v>-0.03782804338259138</c:v>
                </c:pt>
                <c:pt idx="1953">
                  <c:v>-0.03782804338259138</c:v>
                </c:pt>
                <c:pt idx="1954">
                  <c:v>-0.03782804338259138</c:v>
                </c:pt>
                <c:pt idx="1955">
                  <c:v>-0.03782804338259138</c:v>
                </c:pt>
                <c:pt idx="1956">
                  <c:v>-0.03782804338259138</c:v>
                </c:pt>
                <c:pt idx="1957">
                  <c:v>-0.03782804338259138</c:v>
                </c:pt>
                <c:pt idx="1958">
                  <c:v>-0.03782804338259138</c:v>
                </c:pt>
                <c:pt idx="1959">
                  <c:v>-0.03782804338259138</c:v>
                </c:pt>
                <c:pt idx="1960">
                  <c:v>-0.03782804338259138</c:v>
                </c:pt>
                <c:pt idx="1961">
                  <c:v>-0.03782804338259138</c:v>
                </c:pt>
                <c:pt idx="1962">
                  <c:v>-0.03782804338259138</c:v>
                </c:pt>
                <c:pt idx="1963">
                  <c:v>-0.03782804338259138</c:v>
                </c:pt>
                <c:pt idx="1964">
                  <c:v>-0.03782804338259138</c:v>
                </c:pt>
                <c:pt idx="1965">
                  <c:v>-0.03782804338259138</c:v>
                </c:pt>
                <c:pt idx="1966">
                  <c:v>-0.03782804338259138</c:v>
                </c:pt>
                <c:pt idx="1967">
                  <c:v>-0.03782804338259138</c:v>
                </c:pt>
                <c:pt idx="1968">
                  <c:v>-0.03782804338259138</c:v>
                </c:pt>
                <c:pt idx="1969">
                  <c:v>-0.03782804338259138</c:v>
                </c:pt>
                <c:pt idx="1970">
                  <c:v>-0.03782804338259138</c:v>
                </c:pt>
                <c:pt idx="1971">
                  <c:v>-0.03782804338259138</c:v>
                </c:pt>
                <c:pt idx="1972">
                  <c:v>-0.03782804338259138</c:v>
                </c:pt>
                <c:pt idx="1973">
                  <c:v>-0.03782804338259138</c:v>
                </c:pt>
                <c:pt idx="1974">
                  <c:v>-0.03782804338259138</c:v>
                </c:pt>
                <c:pt idx="1975">
                  <c:v>-0.03782804338259138</c:v>
                </c:pt>
                <c:pt idx="1976">
                  <c:v>-0.03782804338259138</c:v>
                </c:pt>
                <c:pt idx="1977">
                  <c:v>-0.03782804338259138</c:v>
                </c:pt>
                <c:pt idx="1978">
                  <c:v>-0.03782804338259138</c:v>
                </c:pt>
                <c:pt idx="1979">
                  <c:v>-0.03782804338259138</c:v>
                </c:pt>
                <c:pt idx="1980">
                  <c:v>-0.03782804338259138</c:v>
                </c:pt>
                <c:pt idx="1981">
                  <c:v>-0.03782804338259138</c:v>
                </c:pt>
                <c:pt idx="1982">
                  <c:v>-0.03782804338259138</c:v>
                </c:pt>
                <c:pt idx="1983">
                  <c:v>-0.03782804338259138</c:v>
                </c:pt>
                <c:pt idx="1984">
                  <c:v>-0.03782804338259138</c:v>
                </c:pt>
                <c:pt idx="1985">
                  <c:v>-0.03782804338259138</c:v>
                </c:pt>
                <c:pt idx="1986">
                  <c:v>-0.03782804338259138</c:v>
                </c:pt>
                <c:pt idx="1987">
                  <c:v>-0.03782804338259138</c:v>
                </c:pt>
                <c:pt idx="1988">
                  <c:v>-0.03782804338259138</c:v>
                </c:pt>
                <c:pt idx="1989">
                  <c:v>-0.03782804338259138</c:v>
                </c:pt>
                <c:pt idx="1990">
                  <c:v>-0.03782804338259138</c:v>
                </c:pt>
                <c:pt idx="1991">
                  <c:v>-0.03782804338259138</c:v>
                </c:pt>
                <c:pt idx="1992">
                  <c:v>-0.03782804338259138</c:v>
                </c:pt>
                <c:pt idx="1993">
                  <c:v>-0.03782804338259138</c:v>
                </c:pt>
                <c:pt idx="1994">
                  <c:v>-0.03782804338259138</c:v>
                </c:pt>
                <c:pt idx="1995">
                  <c:v>-0.03782804338259138</c:v>
                </c:pt>
                <c:pt idx="1996">
                  <c:v>-0.03782804338259138</c:v>
                </c:pt>
                <c:pt idx="1997">
                  <c:v>-0.03782804338259138</c:v>
                </c:pt>
                <c:pt idx="1998">
                  <c:v>-0.03782804338259138</c:v>
                </c:pt>
                <c:pt idx="1999">
                  <c:v>-0.03782804338259138</c:v>
                </c:pt>
                <c:pt idx="2000">
                  <c:v>-0.03782804338259138</c:v>
                </c:pt>
                <c:pt idx="2001">
                  <c:v>-0.03782804338259138</c:v>
                </c:pt>
                <c:pt idx="2002">
                  <c:v>-0.03782804338259138</c:v>
                </c:pt>
                <c:pt idx="2003">
                  <c:v>-0.03782804338259138</c:v>
                </c:pt>
                <c:pt idx="2004">
                  <c:v>-0.03782804338259138</c:v>
                </c:pt>
                <c:pt idx="2005">
                  <c:v>-0.03782804338259138</c:v>
                </c:pt>
                <c:pt idx="2006">
                  <c:v>-0.03782804338259138</c:v>
                </c:pt>
                <c:pt idx="2007">
                  <c:v>-0.03782804338259138</c:v>
                </c:pt>
                <c:pt idx="2008">
                  <c:v>-0.03782804338259138</c:v>
                </c:pt>
                <c:pt idx="2009">
                  <c:v>-0.03782804338259138</c:v>
                </c:pt>
                <c:pt idx="2010">
                  <c:v>-0.03782804338259138</c:v>
                </c:pt>
                <c:pt idx="2011">
                  <c:v>-0.03782804338259138</c:v>
                </c:pt>
                <c:pt idx="2012">
                  <c:v>-0.03782804338259138</c:v>
                </c:pt>
                <c:pt idx="2013">
                  <c:v>-0.03782804338259138</c:v>
                </c:pt>
                <c:pt idx="2014">
                  <c:v>-0.03782804338259138</c:v>
                </c:pt>
                <c:pt idx="2015">
                  <c:v>-0.03782804338259138</c:v>
                </c:pt>
                <c:pt idx="2016">
                  <c:v>-0.03782804338259138</c:v>
                </c:pt>
                <c:pt idx="2017">
                  <c:v>-0.03782804338259138</c:v>
                </c:pt>
                <c:pt idx="2018">
                  <c:v>-0.03782804338259138</c:v>
                </c:pt>
                <c:pt idx="2019">
                  <c:v>-0.03782804338259138</c:v>
                </c:pt>
                <c:pt idx="2020">
                  <c:v>-0.03782804338259138</c:v>
                </c:pt>
                <c:pt idx="2021">
                  <c:v>-0.03782804338259138</c:v>
                </c:pt>
                <c:pt idx="2022">
                  <c:v>-0.03782804338259138</c:v>
                </c:pt>
                <c:pt idx="2023">
                  <c:v>-0.03782804338259138</c:v>
                </c:pt>
                <c:pt idx="2024">
                  <c:v>-0.03782804338259138</c:v>
                </c:pt>
                <c:pt idx="2025">
                  <c:v>-0.03782804338259138</c:v>
                </c:pt>
                <c:pt idx="2026">
                  <c:v>-0.03782804338259138</c:v>
                </c:pt>
                <c:pt idx="2027">
                  <c:v>-0.03782804338259138</c:v>
                </c:pt>
                <c:pt idx="2028">
                  <c:v>-0.03782804338259138</c:v>
                </c:pt>
                <c:pt idx="2029">
                  <c:v>-0.03782804338259138</c:v>
                </c:pt>
                <c:pt idx="2030">
                  <c:v>-0.03782804338259138</c:v>
                </c:pt>
                <c:pt idx="2031">
                  <c:v>-0.03782804338259138</c:v>
                </c:pt>
                <c:pt idx="2032">
                  <c:v>-0.03782804338259138</c:v>
                </c:pt>
                <c:pt idx="2033">
                  <c:v>-0.03782804338259138</c:v>
                </c:pt>
                <c:pt idx="2034">
                  <c:v>-0.03782804338259138</c:v>
                </c:pt>
                <c:pt idx="2035">
                  <c:v>-0.03782804338259138</c:v>
                </c:pt>
                <c:pt idx="2036">
                  <c:v>-0.03782804338259138</c:v>
                </c:pt>
                <c:pt idx="2037">
                  <c:v>-0.03782804338259138</c:v>
                </c:pt>
                <c:pt idx="2038">
                  <c:v>-0.03782804338259138</c:v>
                </c:pt>
                <c:pt idx="2039">
                  <c:v>-0.03782804338259138</c:v>
                </c:pt>
                <c:pt idx="2040">
                  <c:v>-0.03782804338259138</c:v>
                </c:pt>
                <c:pt idx="2041">
                  <c:v>-0.03782804338259138</c:v>
                </c:pt>
                <c:pt idx="2042">
                  <c:v>-0.03782804338259138</c:v>
                </c:pt>
                <c:pt idx="2043">
                  <c:v>-0.03782804338259138</c:v>
                </c:pt>
                <c:pt idx="2044">
                  <c:v>-0.03782804338259138</c:v>
                </c:pt>
                <c:pt idx="2045">
                  <c:v>-0.03782804338259138</c:v>
                </c:pt>
                <c:pt idx="2046">
                  <c:v>-0.03782804338259138</c:v>
                </c:pt>
                <c:pt idx="2047">
                  <c:v>-0.03782804338259138</c:v>
                </c:pt>
                <c:pt idx="2048">
                  <c:v>-0.03782804338259138</c:v>
                </c:pt>
                <c:pt idx="2049">
                  <c:v>-0.03782804338259138</c:v>
                </c:pt>
                <c:pt idx="2050">
                  <c:v>-0.03782804338259138</c:v>
                </c:pt>
                <c:pt idx="2051">
                  <c:v>-0.03782804338259138</c:v>
                </c:pt>
                <c:pt idx="2052">
                  <c:v>-0.03782804338259138</c:v>
                </c:pt>
                <c:pt idx="2053">
                  <c:v>-0.03782804338259138</c:v>
                </c:pt>
                <c:pt idx="2054">
                  <c:v>-0.03782804338259138</c:v>
                </c:pt>
                <c:pt idx="2055">
                  <c:v>-0.03782804338259138</c:v>
                </c:pt>
                <c:pt idx="2056">
                  <c:v>-0.03782804338259138</c:v>
                </c:pt>
                <c:pt idx="2057">
                  <c:v>-0.03782804338259138</c:v>
                </c:pt>
                <c:pt idx="2058">
                  <c:v>-0.03782804338259138</c:v>
                </c:pt>
                <c:pt idx="2059">
                  <c:v>-0.03782804338259138</c:v>
                </c:pt>
                <c:pt idx="2060">
                  <c:v>-0.03782804338259138</c:v>
                </c:pt>
                <c:pt idx="2061">
                  <c:v>-0.03782804338259138</c:v>
                </c:pt>
                <c:pt idx="2062">
                  <c:v>-0.03782804338259138</c:v>
                </c:pt>
                <c:pt idx="2063">
                  <c:v>-0.03782804338259138</c:v>
                </c:pt>
                <c:pt idx="2064">
                  <c:v>-0.03782804338259138</c:v>
                </c:pt>
                <c:pt idx="2065">
                  <c:v>-0.03782804338259138</c:v>
                </c:pt>
                <c:pt idx="2066">
                  <c:v>-0.03782804338259138</c:v>
                </c:pt>
                <c:pt idx="2067">
                  <c:v>-0.03782804338259138</c:v>
                </c:pt>
                <c:pt idx="2068">
                  <c:v>-0.03782804338259138</c:v>
                </c:pt>
                <c:pt idx="2069">
                  <c:v>-0.03782804338259138</c:v>
                </c:pt>
                <c:pt idx="2070">
                  <c:v>-0.03782804338259138</c:v>
                </c:pt>
                <c:pt idx="2071">
                  <c:v>-0.03782804338259138</c:v>
                </c:pt>
                <c:pt idx="2072">
                  <c:v>-0.03782804338259138</c:v>
                </c:pt>
                <c:pt idx="2073">
                  <c:v>-0.03782804338259138</c:v>
                </c:pt>
                <c:pt idx="2074">
                  <c:v>-0.03782804338259138</c:v>
                </c:pt>
                <c:pt idx="2075">
                  <c:v>-0.03782804338259138</c:v>
                </c:pt>
                <c:pt idx="2076">
                  <c:v>-0.03782804338259138</c:v>
                </c:pt>
                <c:pt idx="2077">
                  <c:v>-0.03782804338259138</c:v>
                </c:pt>
                <c:pt idx="2078">
                  <c:v>-0.03782804338259138</c:v>
                </c:pt>
                <c:pt idx="2079">
                  <c:v>-0.03782804338259138</c:v>
                </c:pt>
                <c:pt idx="2080">
                  <c:v>-0.03782804338259138</c:v>
                </c:pt>
                <c:pt idx="2081">
                  <c:v>-0.03782804338259138</c:v>
                </c:pt>
                <c:pt idx="2082">
                  <c:v>-0.03782804338259138</c:v>
                </c:pt>
                <c:pt idx="2083">
                  <c:v>-0.03782804338259138</c:v>
                </c:pt>
                <c:pt idx="2084">
                  <c:v>-0.03782804338259138</c:v>
                </c:pt>
                <c:pt idx="2085">
                  <c:v>-0.03782804338259138</c:v>
                </c:pt>
                <c:pt idx="2086">
                  <c:v>-0.03782804338259138</c:v>
                </c:pt>
                <c:pt idx="2087">
                  <c:v>-0.03782804338259138</c:v>
                </c:pt>
                <c:pt idx="2088">
                  <c:v>-0.03782804338259138</c:v>
                </c:pt>
                <c:pt idx="2089">
                  <c:v>-0.03782804338259138</c:v>
                </c:pt>
                <c:pt idx="2090">
                  <c:v>-0.03782804338259138</c:v>
                </c:pt>
                <c:pt idx="2091">
                  <c:v>-0.03782804338259138</c:v>
                </c:pt>
                <c:pt idx="2092">
                  <c:v>-0.03782804338259138</c:v>
                </c:pt>
                <c:pt idx="2093">
                  <c:v>-0.03782804338259138</c:v>
                </c:pt>
                <c:pt idx="2094">
                  <c:v>-0.03782804338259138</c:v>
                </c:pt>
                <c:pt idx="2095">
                  <c:v>-0.03782804338259138</c:v>
                </c:pt>
                <c:pt idx="2096">
                  <c:v>-0.03782804338259138</c:v>
                </c:pt>
                <c:pt idx="2097">
                  <c:v>-0.03782804338259138</c:v>
                </c:pt>
                <c:pt idx="2098">
                  <c:v>-0.03782804338259138</c:v>
                </c:pt>
                <c:pt idx="2099">
                  <c:v>-0.03782804338259138</c:v>
                </c:pt>
                <c:pt idx="2100">
                  <c:v>-0.03782804338259138</c:v>
                </c:pt>
                <c:pt idx="2101">
                  <c:v>-0.03782804338259138</c:v>
                </c:pt>
                <c:pt idx="2102">
                  <c:v>-0.03782804338259138</c:v>
                </c:pt>
                <c:pt idx="2103">
                  <c:v>-0.03782804338259138</c:v>
                </c:pt>
                <c:pt idx="2104">
                  <c:v>-0.03782804338259138</c:v>
                </c:pt>
                <c:pt idx="2105">
                  <c:v>-0.03782804338259138</c:v>
                </c:pt>
                <c:pt idx="2106">
                  <c:v>-0.03782804338259138</c:v>
                </c:pt>
                <c:pt idx="2107">
                  <c:v>-0.03782804338259138</c:v>
                </c:pt>
                <c:pt idx="2108">
                  <c:v>-0.03782804338259138</c:v>
                </c:pt>
                <c:pt idx="2109">
                  <c:v>-0.03782804338259138</c:v>
                </c:pt>
                <c:pt idx="2110">
                  <c:v>-0.03782804338259138</c:v>
                </c:pt>
                <c:pt idx="2111">
                  <c:v>-0.03782804338259138</c:v>
                </c:pt>
                <c:pt idx="2112">
                  <c:v>-0.03782804338259138</c:v>
                </c:pt>
                <c:pt idx="2113">
                  <c:v>-0.03782804338259138</c:v>
                </c:pt>
                <c:pt idx="2114">
                  <c:v>-0.03782804338259138</c:v>
                </c:pt>
                <c:pt idx="2115">
                  <c:v>-0.03782804338259138</c:v>
                </c:pt>
                <c:pt idx="2116">
                  <c:v>-0.03782804338259138</c:v>
                </c:pt>
                <c:pt idx="2117">
                  <c:v>-0.03782804338259138</c:v>
                </c:pt>
                <c:pt idx="2118">
                  <c:v>-0.03782804338259138</c:v>
                </c:pt>
                <c:pt idx="2119">
                  <c:v>-0.03782804338259138</c:v>
                </c:pt>
                <c:pt idx="2120">
                  <c:v>-0.03782804338259138</c:v>
                </c:pt>
                <c:pt idx="2121">
                  <c:v>-0.03782804338259138</c:v>
                </c:pt>
                <c:pt idx="2122">
                  <c:v>-0.03782804338259138</c:v>
                </c:pt>
                <c:pt idx="2123">
                  <c:v>-0.03782804338259138</c:v>
                </c:pt>
                <c:pt idx="2124">
                  <c:v>-0.03782804338259138</c:v>
                </c:pt>
                <c:pt idx="2125">
                  <c:v>-0.03782804338259138</c:v>
                </c:pt>
                <c:pt idx="2126">
                  <c:v>-0.03782804338259138</c:v>
                </c:pt>
                <c:pt idx="2127">
                  <c:v>-0.03782804338259138</c:v>
                </c:pt>
                <c:pt idx="2128">
                  <c:v>-0.03782804338259138</c:v>
                </c:pt>
                <c:pt idx="2129">
                  <c:v>-0.03782804338259138</c:v>
                </c:pt>
                <c:pt idx="2130">
                  <c:v>-0.03782804338259138</c:v>
                </c:pt>
                <c:pt idx="2131">
                  <c:v>-0.03782804338259138</c:v>
                </c:pt>
                <c:pt idx="2132">
                  <c:v>-0.03782804338259138</c:v>
                </c:pt>
                <c:pt idx="2133">
                  <c:v>-0.03782804338259138</c:v>
                </c:pt>
                <c:pt idx="2134">
                  <c:v>-0.03782804338259138</c:v>
                </c:pt>
                <c:pt idx="2135">
                  <c:v>-0.03782804338259138</c:v>
                </c:pt>
                <c:pt idx="2136">
                  <c:v>-0.03782804338259138</c:v>
                </c:pt>
                <c:pt idx="2137">
                  <c:v>-0.03782804338259138</c:v>
                </c:pt>
                <c:pt idx="2138">
                  <c:v>-0.03782804338259138</c:v>
                </c:pt>
                <c:pt idx="2139">
                  <c:v>-0.03782804338259138</c:v>
                </c:pt>
                <c:pt idx="2140">
                  <c:v>-0.03782804338259138</c:v>
                </c:pt>
                <c:pt idx="2141">
                  <c:v>-0.03782804338259138</c:v>
                </c:pt>
                <c:pt idx="2142">
                  <c:v>-0.03782804338259138</c:v>
                </c:pt>
                <c:pt idx="2143">
                  <c:v>-0.03782804338259138</c:v>
                </c:pt>
                <c:pt idx="2144">
                  <c:v>-0.03782804338259138</c:v>
                </c:pt>
                <c:pt idx="2145">
                  <c:v>-0.03782804338259138</c:v>
                </c:pt>
                <c:pt idx="2146">
                  <c:v>-0.03782804338259138</c:v>
                </c:pt>
                <c:pt idx="2147">
                  <c:v>-0.03782804338259138</c:v>
                </c:pt>
                <c:pt idx="2148">
                  <c:v>-0.03782804338259138</c:v>
                </c:pt>
                <c:pt idx="2149">
                  <c:v>-0.03782804338259138</c:v>
                </c:pt>
                <c:pt idx="2150">
                  <c:v>-0.03782804338259138</c:v>
                </c:pt>
                <c:pt idx="2151">
                  <c:v>-0.03782804338259138</c:v>
                </c:pt>
                <c:pt idx="2152">
                  <c:v>-0.03782804338259138</c:v>
                </c:pt>
                <c:pt idx="2153">
                  <c:v>-0.03782804338259138</c:v>
                </c:pt>
                <c:pt idx="2154">
                  <c:v>-0.03782804338259138</c:v>
                </c:pt>
                <c:pt idx="2155">
                  <c:v>-0.03782804338259138</c:v>
                </c:pt>
                <c:pt idx="2156">
                  <c:v>-0.03782804338259138</c:v>
                </c:pt>
                <c:pt idx="2157">
                  <c:v>-0.03782804338259138</c:v>
                </c:pt>
                <c:pt idx="2158">
                  <c:v>-0.03782804338259138</c:v>
                </c:pt>
                <c:pt idx="2159">
                  <c:v>-0.03782804338259138</c:v>
                </c:pt>
                <c:pt idx="2160">
                  <c:v>-0.03782804338259138</c:v>
                </c:pt>
                <c:pt idx="2161">
                  <c:v>-0.03782804338259138</c:v>
                </c:pt>
                <c:pt idx="2162">
                  <c:v>-0.03782804338259138</c:v>
                </c:pt>
                <c:pt idx="2163">
                  <c:v>-0.03782804338259138</c:v>
                </c:pt>
                <c:pt idx="2164">
                  <c:v>-0.03782804338259138</c:v>
                </c:pt>
                <c:pt idx="2165">
                  <c:v>-0.03782804338259138</c:v>
                </c:pt>
                <c:pt idx="2166">
                  <c:v>-0.03782804338259138</c:v>
                </c:pt>
                <c:pt idx="2167">
                  <c:v>-0.03782804338259138</c:v>
                </c:pt>
                <c:pt idx="2168">
                  <c:v>-0.03782804338259138</c:v>
                </c:pt>
                <c:pt idx="2169">
                  <c:v>-0.03782804338259138</c:v>
                </c:pt>
                <c:pt idx="2170">
                  <c:v>-0.03782804338259138</c:v>
                </c:pt>
                <c:pt idx="2171">
                  <c:v>-0.03782804338259138</c:v>
                </c:pt>
                <c:pt idx="2172">
                  <c:v>-0.03782804338259138</c:v>
                </c:pt>
                <c:pt idx="2173">
                  <c:v>-0.03782804338259138</c:v>
                </c:pt>
                <c:pt idx="2174">
                  <c:v>-0.03782804338259138</c:v>
                </c:pt>
                <c:pt idx="2175">
                  <c:v>-0.03782804338259138</c:v>
                </c:pt>
                <c:pt idx="2176">
                  <c:v>-0.03782804338259138</c:v>
                </c:pt>
                <c:pt idx="2177">
                  <c:v>-0.03782804338259138</c:v>
                </c:pt>
                <c:pt idx="2178">
                  <c:v>-0.03782804338259138</c:v>
                </c:pt>
                <c:pt idx="2179">
                  <c:v>-0.03782804338259138</c:v>
                </c:pt>
                <c:pt idx="2180">
                  <c:v>-0.03782804338259138</c:v>
                </c:pt>
                <c:pt idx="2181">
                  <c:v>-0.03782804338259138</c:v>
                </c:pt>
                <c:pt idx="2182">
                  <c:v>-0.03782804338259138</c:v>
                </c:pt>
                <c:pt idx="2183">
                  <c:v>-0.03782804338259138</c:v>
                </c:pt>
                <c:pt idx="2184">
                  <c:v>-0.03782804338259138</c:v>
                </c:pt>
                <c:pt idx="2185">
                  <c:v>-0.03782804338259138</c:v>
                </c:pt>
                <c:pt idx="2186">
                  <c:v>-0.03782804338259138</c:v>
                </c:pt>
                <c:pt idx="2187">
                  <c:v>-0.03782804338259138</c:v>
                </c:pt>
                <c:pt idx="2188">
                  <c:v>-0.03782804338259138</c:v>
                </c:pt>
                <c:pt idx="2189">
                  <c:v>-0.03782804338259138</c:v>
                </c:pt>
                <c:pt idx="2190">
                  <c:v>-0.03782804338259138</c:v>
                </c:pt>
                <c:pt idx="2191">
                  <c:v>-0.03782804338259138</c:v>
                </c:pt>
                <c:pt idx="2192">
                  <c:v>-0.03782804338259138</c:v>
                </c:pt>
                <c:pt idx="2193">
                  <c:v>-0.03782804338259138</c:v>
                </c:pt>
                <c:pt idx="2194">
                  <c:v>-0.03782804338259138</c:v>
                </c:pt>
                <c:pt idx="2195">
                  <c:v>-0.03782804338259138</c:v>
                </c:pt>
                <c:pt idx="2196">
                  <c:v>-0.03782804338259138</c:v>
                </c:pt>
                <c:pt idx="2197">
                  <c:v>-0.03782804338259138</c:v>
                </c:pt>
                <c:pt idx="2198">
                  <c:v>-0.03782804338259138</c:v>
                </c:pt>
                <c:pt idx="2199">
                  <c:v>-0.03782804338259138</c:v>
                </c:pt>
                <c:pt idx="2200">
                  <c:v>-0.03782804338259138</c:v>
                </c:pt>
                <c:pt idx="2201">
                  <c:v>-0.03782804338259138</c:v>
                </c:pt>
                <c:pt idx="2202">
                  <c:v>-0.03782804338259138</c:v>
                </c:pt>
                <c:pt idx="2203">
                  <c:v>-0.03782804338259138</c:v>
                </c:pt>
                <c:pt idx="2204">
                  <c:v>-0.03782804338259138</c:v>
                </c:pt>
                <c:pt idx="2205">
                  <c:v>-0.03782804338259138</c:v>
                </c:pt>
                <c:pt idx="2206">
                  <c:v>-0.03782804338259138</c:v>
                </c:pt>
                <c:pt idx="2207">
                  <c:v>-0.03782804338259138</c:v>
                </c:pt>
                <c:pt idx="2208">
                  <c:v>-0.03782804338259138</c:v>
                </c:pt>
                <c:pt idx="2209">
                  <c:v>-0.03782804338259138</c:v>
                </c:pt>
                <c:pt idx="2210">
                  <c:v>-0.03782804338259138</c:v>
                </c:pt>
                <c:pt idx="2211">
                  <c:v>-0.03782804338259138</c:v>
                </c:pt>
                <c:pt idx="2212">
                  <c:v>-0.03782804338259138</c:v>
                </c:pt>
                <c:pt idx="2213">
                  <c:v>-0.03782804338259138</c:v>
                </c:pt>
                <c:pt idx="2214">
                  <c:v>-0.03782804338259138</c:v>
                </c:pt>
                <c:pt idx="2215">
                  <c:v>-0.03782804338259138</c:v>
                </c:pt>
                <c:pt idx="2216">
                  <c:v>-0.03782804338259138</c:v>
                </c:pt>
                <c:pt idx="2217">
                  <c:v>-0.03782804338259138</c:v>
                </c:pt>
                <c:pt idx="2218">
                  <c:v>-0.03782804338259138</c:v>
                </c:pt>
                <c:pt idx="2219">
                  <c:v>-0.03782804338259138</c:v>
                </c:pt>
                <c:pt idx="2220">
                  <c:v>-0.03782804338259138</c:v>
                </c:pt>
                <c:pt idx="2221">
                  <c:v>-0.03782804338259138</c:v>
                </c:pt>
                <c:pt idx="2222">
                  <c:v>-0.03782804338259138</c:v>
                </c:pt>
                <c:pt idx="2223">
                  <c:v>-0.03782804338259138</c:v>
                </c:pt>
                <c:pt idx="2224">
                  <c:v>-0.03782804338259138</c:v>
                </c:pt>
                <c:pt idx="2225">
                  <c:v>-0.03782804338259138</c:v>
                </c:pt>
                <c:pt idx="2226">
                  <c:v>-0.03782804338259138</c:v>
                </c:pt>
                <c:pt idx="2227">
                  <c:v>-0.03782804338259138</c:v>
                </c:pt>
                <c:pt idx="2228">
                  <c:v>-0.03782804338259138</c:v>
                </c:pt>
                <c:pt idx="2229">
                  <c:v>-0.03782804338259138</c:v>
                </c:pt>
                <c:pt idx="2230">
                  <c:v>-0.03782804338259138</c:v>
                </c:pt>
                <c:pt idx="2231">
                  <c:v>-0.03782804338259138</c:v>
                </c:pt>
                <c:pt idx="2232">
                  <c:v>-0.03782804338259138</c:v>
                </c:pt>
                <c:pt idx="2233">
                  <c:v>-0.03782804338259138</c:v>
                </c:pt>
                <c:pt idx="2234">
                  <c:v>-0.03782804338259138</c:v>
                </c:pt>
                <c:pt idx="2235">
                  <c:v>-0.03782804338259138</c:v>
                </c:pt>
                <c:pt idx="2236">
                  <c:v>-0.03782804338259138</c:v>
                </c:pt>
                <c:pt idx="2237">
                  <c:v>-0.03782804338259138</c:v>
                </c:pt>
                <c:pt idx="2238">
                  <c:v>-0.03782804338259138</c:v>
                </c:pt>
                <c:pt idx="2239">
                  <c:v>-0.03782804338259138</c:v>
                </c:pt>
                <c:pt idx="2240">
                  <c:v>-0.03782804338259138</c:v>
                </c:pt>
                <c:pt idx="2241">
                  <c:v>-0.03782804338259138</c:v>
                </c:pt>
                <c:pt idx="2242">
                  <c:v>-0.03782804338259138</c:v>
                </c:pt>
                <c:pt idx="2243">
                  <c:v>-0.03782804338259138</c:v>
                </c:pt>
                <c:pt idx="2244">
                  <c:v>-0.03782804338259138</c:v>
                </c:pt>
                <c:pt idx="2245">
                  <c:v>-0.03782804338259138</c:v>
                </c:pt>
                <c:pt idx="2246">
                  <c:v>-0.03782804338259138</c:v>
                </c:pt>
                <c:pt idx="2247">
                  <c:v>-0.03782804338259138</c:v>
                </c:pt>
                <c:pt idx="2248">
                  <c:v>-0.03782804338259138</c:v>
                </c:pt>
                <c:pt idx="2249">
                  <c:v>-0.03782804338259138</c:v>
                </c:pt>
                <c:pt idx="2250">
                  <c:v>-0.03782804338259138</c:v>
                </c:pt>
                <c:pt idx="2251">
                  <c:v>-0.03782804338259138</c:v>
                </c:pt>
                <c:pt idx="2252">
                  <c:v>-0.03782804338259138</c:v>
                </c:pt>
                <c:pt idx="2253">
                  <c:v>-0.03782804338259138</c:v>
                </c:pt>
                <c:pt idx="2254">
                  <c:v>-0.03782804338259138</c:v>
                </c:pt>
                <c:pt idx="2255">
                  <c:v>-0.03782804338259138</c:v>
                </c:pt>
                <c:pt idx="2256">
                  <c:v>-0.03782804338259138</c:v>
                </c:pt>
                <c:pt idx="2257">
                  <c:v>-0.03782804338259138</c:v>
                </c:pt>
                <c:pt idx="2258">
                  <c:v>-0.03782804338259138</c:v>
                </c:pt>
                <c:pt idx="2259">
                  <c:v>-0.03782804338259138</c:v>
                </c:pt>
                <c:pt idx="2260">
                  <c:v>-0.03782804338259138</c:v>
                </c:pt>
                <c:pt idx="2261">
                  <c:v>-0.03782804338259138</c:v>
                </c:pt>
                <c:pt idx="2262">
                  <c:v>-0.03782804338259138</c:v>
                </c:pt>
                <c:pt idx="2263">
                  <c:v>-0.03782804338259138</c:v>
                </c:pt>
                <c:pt idx="2264">
                  <c:v>-0.03782804338259138</c:v>
                </c:pt>
                <c:pt idx="2265">
                  <c:v>-0.03782804338259138</c:v>
                </c:pt>
                <c:pt idx="2266">
                  <c:v>-0.03782804338259138</c:v>
                </c:pt>
                <c:pt idx="2267">
                  <c:v>-0.03782804338259138</c:v>
                </c:pt>
                <c:pt idx="2268">
                  <c:v>-0.03782804338259138</c:v>
                </c:pt>
                <c:pt idx="2269">
                  <c:v>-0.03782804338259138</c:v>
                </c:pt>
                <c:pt idx="2270">
                  <c:v>-0.03782804338259138</c:v>
                </c:pt>
                <c:pt idx="2271">
                  <c:v>-0.03782804338259138</c:v>
                </c:pt>
                <c:pt idx="2272">
                  <c:v>-0.03782804338259138</c:v>
                </c:pt>
                <c:pt idx="2273">
                  <c:v>-0.03782804338259138</c:v>
                </c:pt>
                <c:pt idx="2274">
                  <c:v>-0.03782804338259138</c:v>
                </c:pt>
                <c:pt idx="2275">
                  <c:v>-0.03782804338259138</c:v>
                </c:pt>
                <c:pt idx="2276">
                  <c:v>-0.03782804338259138</c:v>
                </c:pt>
                <c:pt idx="2277">
                  <c:v>-0.03782804338259138</c:v>
                </c:pt>
                <c:pt idx="2278">
                  <c:v>-0.03782804338259138</c:v>
                </c:pt>
                <c:pt idx="2279">
                  <c:v>-0.03782804338259138</c:v>
                </c:pt>
                <c:pt idx="2280">
                  <c:v>-0.03782804338259138</c:v>
                </c:pt>
                <c:pt idx="2281">
                  <c:v>-0.03782804338259138</c:v>
                </c:pt>
                <c:pt idx="2282">
                  <c:v>-0.03782804338259138</c:v>
                </c:pt>
                <c:pt idx="2283">
                  <c:v>-0.03782804338259138</c:v>
                </c:pt>
                <c:pt idx="2284">
                  <c:v>-0.03782804338259138</c:v>
                </c:pt>
                <c:pt idx="2285">
                  <c:v>-0.03782804338259138</c:v>
                </c:pt>
                <c:pt idx="2286">
                  <c:v>-0.03782804338259138</c:v>
                </c:pt>
                <c:pt idx="2287">
                  <c:v>-0.03782804338259138</c:v>
                </c:pt>
                <c:pt idx="2288">
                  <c:v>-0.03782804338259138</c:v>
                </c:pt>
                <c:pt idx="2289">
                  <c:v>-0.03782804338259138</c:v>
                </c:pt>
                <c:pt idx="2290">
                  <c:v>-0.03782804338259138</c:v>
                </c:pt>
                <c:pt idx="2291">
                  <c:v>-0.03782804338259138</c:v>
                </c:pt>
                <c:pt idx="2292">
                  <c:v>-0.03782804338259138</c:v>
                </c:pt>
                <c:pt idx="2293">
                  <c:v>-0.03782804338259138</c:v>
                </c:pt>
                <c:pt idx="2294">
                  <c:v>-0.03782804338259138</c:v>
                </c:pt>
                <c:pt idx="2295">
                  <c:v>-0.03782804338259138</c:v>
                </c:pt>
                <c:pt idx="2296">
                  <c:v>-0.03782804338259138</c:v>
                </c:pt>
                <c:pt idx="2297">
                  <c:v>-0.03782804338259138</c:v>
                </c:pt>
                <c:pt idx="2298">
                  <c:v>-0.03782804338259138</c:v>
                </c:pt>
                <c:pt idx="2299">
                  <c:v>-0.03782804338259138</c:v>
                </c:pt>
                <c:pt idx="2300">
                  <c:v>-0.03782804338259138</c:v>
                </c:pt>
                <c:pt idx="2301">
                  <c:v>-0.03782804338259138</c:v>
                </c:pt>
                <c:pt idx="2302">
                  <c:v>-0.03782804338259138</c:v>
                </c:pt>
                <c:pt idx="2303">
                  <c:v>-0.03782804338259138</c:v>
                </c:pt>
                <c:pt idx="2304">
                  <c:v>-0.03782804338259138</c:v>
                </c:pt>
                <c:pt idx="2305">
                  <c:v>-0.03782804338259138</c:v>
                </c:pt>
                <c:pt idx="2306">
                  <c:v>-0.03782804338259138</c:v>
                </c:pt>
                <c:pt idx="2307">
                  <c:v>-0.03782804338259138</c:v>
                </c:pt>
                <c:pt idx="2308">
                  <c:v>-0.03782804338259138</c:v>
                </c:pt>
                <c:pt idx="2309">
                  <c:v>-0.03782804338259138</c:v>
                </c:pt>
                <c:pt idx="2310">
                  <c:v>-0.03782804338259138</c:v>
                </c:pt>
                <c:pt idx="2311">
                  <c:v>-0.03782804338259138</c:v>
                </c:pt>
                <c:pt idx="2312">
                  <c:v>-0.03782804338259138</c:v>
                </c:pt>
                <c:pt idx="2313">
                  <c:v>-0.03782804338259138</c:v>
                </c:pt>
                <c:pt idx="2314">
                  <c:v>-0.03782804338259138</c:v>
                </c:pt>
                <c:pt idx="2315">
                  <c:v>-0.03782804338259138</c:v>
                </c:pt>
                <c:pt idx="2316">
                  <c:v>-0.03782804338259138</c:v>
                </c:pt>
                <c:pt idx="2317">
                  <c:v>-0.03782804338259138</c:v>
                </c:pt>
                <c:pt idx="2318">
                  <c:v>-0.03782804338259138</c:v>
                </c:pt>
                <c:pt idx="2319">
                  <c:v>-0.03782804338259138</c:v>
                </c:pt>
                <c:pt idx="2320">
                  <c:v>-0.03782804338259138</c:v>
                </c:pt>
                <c:pt idx="2321">
                  <c:v>-0.03782804338259138</c:v>
                </c:pt>
                <c:pt idx="2322">
                  <c:v>-0.03782804338259138</c:v>
                </c:pt>
                <c:pt idx="2323">
                  <c:v>-0.03782804338259138</c:v>
                </c:pt>
                <c:pt idx="2324">
                  <c:v>-0.03782804338259138</c:v>
                </c:pt>
                <c:pt idx="2325">
                  <c:v>-0.03782804338259138</c:v>
                </c:pt>
                <c:pt idx="2326">
                  <c:v>-0.03782804338259138</c:v>
                </c:pt>
                <c:pt idx="2327">
                  <c:v>-0.03782804338259138</c:v>
                </c:pt>
                <c:pt idx="2328">
                  <c:v>-0.03782804338259138</c:v>
                </c:pt>
                <c:pt idx="2329">
                  <c:v>-0.03782804338259138</c:v>
                </c:pt>
                <c:pt idx="2330">
                  <c:v>-0.03782804338259138</c:v>
                </c:pt>
                <c:pt idx="2331">
                  <c:v>-0.03782804338259138</c:v>
                </c:pt>
                <c:pt idx="2332">
                  <c:v>-0.03782804338259138</c:v>
                </c:pt>
                <c:pt idx="2333">
                  <c:v>-0.03782804338259138</c:v>
                </c:pt>
                <c:pt idx="2334">
                  <c:v>-0.03782804338259138</c:v>
                </c:pt>
                <c:pt idx="2335">
                  <c:v>-0.03782804338259138</c:v>
                </c:pt>
                <c:pt idx="2336">
                  <c:v>-0.03782804338259138</c:v>
                </c:pt>
                <c:pt idx="2337">
                  <c:v>-0.03782804338259138</c:v>
                </c:pt>
                <c:pt idx="2338">
                  <c:v>-0.03782804338259138</c:v>
                </c:pt>
                <c:pt idx="2339">
                  <c:v>-0.03782804338259138</c:v>
                </c:pt>
                <c:pt idx="2340">
                  <c:v>-0.03782804338259138</c:v>
                </c:pt>
                <c:pt idx="2341">
                  <c:v>-0.03782804338259138</c:v>
                </c:pt>
                <c:pt idx="2342">
                  <c:v>-0.03782804338259138</c:v>
                </c:pt>
                <c:pt idx="2343">
                  <c:v>-0.03782804338259138</c:v>
                </c:pt>
                <c:pt idx="2344">
                  <c:v>-0.03782804338259138</c:v>
                </c:pt>
                <c:pt idx="2345">
                  <c:v>-0.03782804338259138</c:v>
                </c:pt>
                <c:pt idx="2346">
                  <c:v>-0.03782804338259138</c:v>
                </c:pt>
                <c:pt idx="2347">
                  <c:v>-0.03782804338259138</c:v>
                </c:pt>
                <c:pt idx="2348">
                  <c:v>-0.03782804338259138</c:v>
                </c:pt>
                <c:pt idx="2349">
                  <c:v>-0.03782804338259138</c:v>
                </c:pt>
                <c:pt idx="2350">
                  <c:v>-0.03782804338259138</c:v>
                </c:pt>
                <c:pt idx="2351">
                  <c:v>-0.03782804338259138</c:v>
                </c:pt>
                <c:pt idx="2352">
                  <c:v>-0.03782804338259138</c:v>
                </c:pt>
                <c:pt idx="2353">
                  <c:v>-0.03782804338259138</c:v>
                </c:pt>
                <c:pt idx="2354">
                  <c:v>-0.03782804338259138</c:v>
                </c:pt>
                <c:pt idx="2355">
                  <c:v>-0.03782804338259138</c:v>
                </c:pt>
                <c:pt idx="2356">
                  <c:v>-0.03782804338259138</c:v>
                </c:pt>
                <c:pt idx="2357">
                  <c:v>-0.03782804338259138</c:v>
                </c:pt>
                <c:pt idx="2358">
                  <c:v>-0.03782804338259138</c:v>
                </c:pt>
                <c:pt idx="2359">
                  <c:v>-0.03782804338259138</c:v>
                </c:pt>
                <c:pt idx="2360">
                  <c:v>-0.03782804338259138</c:v>
                </c:pt>
                <c:pt idx="2361">
                  <c:v>-0.03782804338259138</c:v>
                </c:pt>
                <c:pt idx="2362">
                  <c:v>-0.03782804338259138</c:v>
                </c:pt>
                <c:pt idx="2363">
                  <c:v>-0.03782804338259138</c:v>
                </c:pt>
                <c:pt idx="2364">
                  <c:v>-0.03782804338259138</c:v>
                </c:pt>
                <c:pt idx="2365">
                  <c:v>-0.03782804338259138</c:v>
                </c:pt>
                <c:pt idx="2366">
                  <c:v>-0.03782804338259138</c:v>
                </c:pt>
                <c:pt idx="2367">
                  <c:v>-0.03782804338259138</c:v>
                </c:pt>
                <c:pt idx="2368">
                  <c:v>-0.03782804338259138</c:v>
                </c:pt>
                <c:pt idx="2369">
                  <c:v>-0.03782804338259138</c:v>
                </c:pt>
                <c:pt idx="2370">
                  <c:v>-0.03782804338259138</c:v>
                </c:pt>
                <c:pt idx="2371">
                  <c:v>-0.03782804338259138</c:v>
                </c:pt>
                <c:pt idx="2372">
                  <c:v>-0.03782804338259138</c:v>
                </c:pt>
                <c:pt idx="2373">
                  <c:v>-0.03782804338259138</c:v>
                </c:pt>
                <c:pt idx="2374">
                  <c:v>-0.03782804338259138</c:v>
                </c:pt>
                <c:pt idx="2375">
                  <c:v>-0.03782804338259138</c:v>
                </c:pt>
                <c:pt idx="2376">
                  <c:v>-0.03782804338259138</c:v>
                </c:pt>
                <c:pt idx="2377">
                  <c:v>-0.03782804338259138</c:v>
                </c:pt>
                <c:pt idx="2378">
                  <c:v>-0.03782804338259138</c:v>
                </c:pt>
                <c:pt idx="2379">
                  <c:v>-0.03782804338259138</c:v>
                </c:pt>
                <c:pt idx="2380">
                  <c:v>-0.03782804338259138</c:v>
                </c:pt>
                <c:pt idx="2381">
                  <c:v>-0.03782804338259138</c:v>
                </c:pt>
                <c:pt idx="2382">
                  <c:v>-0.03782804338259138</c:v>
                </c:pt>
                <c:pt idx="2383">
                  <c:v>-0.03782804338259138</c:v>
                </c:pt>
                <c:pt idx="2384">
                  <c:v>-0.03782804338259138</c:v>
                </c:pt>
                <c:pt idx="2385">
                  <c:v>-0.03782804338259138</c:v>
                </c:pt>
                <c:pt idx="2386">
                  <c:v>-0.03782804338259138</c:v>
                </c:pt>
                <c:pt idx="2387">
                  <c:v>-0.03782804338259138</c:v>
                </c:pt>
                <c:pt idx="2388">
                  <c:v>-0.03782804338259138</c:v>
                </c:pt>
                <c:pt idx="2389">
                  <c:v>-0.03782804338259138</c:v>
                </c:pt>
                <c:pt idx="2390">
                  <c:v>-0.03782804338259138</c:v>
                </c:pt>
                <c:pt idx="2391">
                  <c:v>-0.03782804338259138</c:v>
                </c:pt>
                <c:pt idx="2392">
                  <c:v>-0.03782804338259138</c:v>
                </c:pt>
                <c:pt idx="2393">
                  <c:v>-0.03782804338259138</c:v>
                </c:pt>
                <c:pt idx="2394">
                  <c:v>-0.03782804338259138</c:v>
                </c:pt>
                <c:pt idx="2395">
                  <c:v>-0.03782804338259138</c:v>
                </c:pt>
                <c:pt idx="2396">
                  <c:v>-0.03782804338259138</c:v>
                </c:pt>
                <c:pt idx="2397">
                  <c:v>-0.03782804338259138</c:v>
                </c:pt>
                <c:pt idx="2398">
                  <c:v>-0.03782804338259138</c:v>
                </c:pt>
                <c:pt idx="2399">
                  <c:v>-0.03782804338259138</c:v>
                </c:pt>
                <c:pt idx="2400">
                  <c:v>-0.03782804338259138</c:v>
                </c:pt>
                <c:pt idx="2401">
                  <c:v>-0.03782804338259138</c:v>
                </c:pt>
                <c:pt idx="2402">
                  <c:v>-0.03782804338259138</c:v>
                </c:pt>
                <c:pt idx="2403">
                  <c:v>-0.03782804338259138</c:v>
                </c:pt>
                <c:pt idx="2404">
                  <c:v>-0.03782804338259138</c:v>
                </c:pt>
                <c:pt idx="2405">
                  <c:v>-0.03782804338259138</c:v>
                </c:pt>
                <c:pt idx="2406">
                  <c:v>-0.03782804338259138</c:v>
                </c:pt>
                <c:pt idx="2407">
                  <c:v>-0.03782804338259138</c:v>
                </c:pt>
                <c:pt idx="2408">
                  <c:v>-0.03782804338259138</c:v>
                </c:pt>
                <c:pt idx="2409">
                  <c:v>-0.03782804338259138</c:v>
                </c:pt>
                <c:pt idx="2410">
                  <c:v>-0.03782804338259138</c:v>
                </c:pt>
                <c:pt idx="2411">
                  <c:v>-0.03782804338259138</c:v>
                </c:pt>
                <c:pt idx="2412">
                  <c:v>-0.03782804338259138</c:v>
                </c:pt>
                <c:pt idx="2413">
                  <c:v>-0.03782804338259138</c:v>
                </c:pt>
                <c:pt idx="2414">
                  <c:v>-0.03782804338259138</c:v>
                </c:pt>
                <c:pt idx="2415">
                  <c:v>-0.03782804338259138</c:v>
                </c:pt>
                <c:pt idx="2416">
                  <c:v>-0.03782804338259138</c:v>
                </c:pt>
                <c:pt idx="2417">
                  <c:v>-0.03782804338259138</c:v>
                </c:pt>
                <c:pt idx="2418">
                  <c:v>-0.03782804338259138</c:v>
                </c:pt>
                <c:pt idx="2419">
                  <c:v>-0.03782804338259138</c:v>
                </c:pt>
                <c:pt idx="2420">
                  <c:v>-0.03782804338259138</c:v>
                </c:pt>
                <c:pt idx="2421">
                  <c:v>-0.03782804338259138</c:v>
                </c:pt>
                <c:pt idx="2422">
                  <c:v>-0.03782804338259138</c:v>
                </c:pt>
                <c:pt idx="2423">
                  <c:v>-0.03782804338259138</c:v>
                </c:pt>
                <c:pt idx="2424">
                  <c:v>-0.03782804338259138</c:v>
                </c:pt>
                <c:pt idx="2425">
                  <c:v>-0.03782804338259138</c:v>
                </c:pt>
                <c:pt idx="2426">
                  <c:v>-0.03782804338259138</c:v>
                </c:pt>
                <c:pt idx="2427">
                  <c:v>-0.03782804338259138</c:v>
                </c:pt>
                <c:pt idx="2428">
                  <c:v>-0.03782804338259138</c:v>
                </c:pt>
                <c:pt idx="2429">
                  <c:v>-0.03782804338259138</c:v>
                </c:pt>
                <c:pt idx="2430">
                  <c:v>-0.03782804338259138</c:v>
                </c:pt>
                <c:pt idx="2431">
                  <c:v>-0.03782804338259138</c:v>
                </c:pt>
                <c:pt idx="2432">
                  <c:v>-0.03782804338259138</c:v>
                </c:pt>
                <c:pt idx="2433">
                  <c:v>-0.03782804338259138</c:v>
                </c:pt>
                <c:pt idx="2434">
                  <c:v>-0.03782804338259138</c:v>
                </c:pt>
                <c:pt idx="2435">
                  <c:v>-0.03782804338259138</c:v>
                </c:pt>
                <c:pt idx="2436">
                  <c:v>-0.03782804338259138</c:v>
                </c:pt>
                <c:pt idx="2437">
                  <c:v>-0.03782804338259138</c:v>
                </c:pt>
                <c:pt idx="2438">
                  <c:v>-0.03782804338259138</c:v>
                </c:pt>
                <c:pt idx="2439">
                  <c:v>-0.03782804338259138</c:v>
                </c:pt>
                <c:pt idx="2440">
                  <c:v>-0.03782804338259138</c:v>
                </c:pt>
                <c:pt idx="2441">
                  <c:v>-0.03782804338259138</c:v>
                </c:pt>
                <c:pt idx="2442">
                  <c:v>-0.03782804338259138</c:v>
                </c:pt>
                <c:pt idx="2443">
                  <c:v>-0.03782804338259138</c:v>
                </c:pt>
                <c:pt idx="2444">
                  <c:v>-0.03782804338259138</c:v>
                </c:pt>
                <c:pt idx="2445">
                  <c:v>-0.03782804338259138</c:v>
                </c:pt>
                <c:pt idx="2446">
                  <c:v>-0.03782804338259138</c:v>
                </c:pt>
                <c:pt idx="2447">
                  <c:v>-0.03782804338259138</c:v>
                </c:pt>
                <c:pt idx="2448">
                  <c:v>-0.03782804338259138</c:v>
                </c:pt>
                <c:pt idx="2449">
                  <c:v>-0.03782804338259138</c:v>
                </c:pt>
                <c:pt idx="2450">
                  <c:v>-0.03782804338259138</c:v>
                </c:pt>
                <c:pt idx="2451">
                  <c:v>-0.03782804338259138</c:v>
                </c:pt>
                <c:pt idx="2452">
                  <c:v>-0.03782804338259138</c:v>
                </c:pt>
                <c:pt idx="2453">
                  <c:v>-0.03782804338259138</c:v>
                </c:pt>
                <c:pt idx="2454">
                  <c:v>-0.03782804338259138</c:v>
                </c:pt>
                <c:pt idx="2455">
                  <c:v>-0.03782804338259138</c:v>
                </c:pt>
                <c:pt idx="2456">
                  <c:v>-0.03782804338259138</c:v>
                </c:pt>
                <c:pt idx="2457">
                  <c:v>-0.03782804338259138</c:v>
                </c:pt>
                <c:pt idx="2458">
                  <c:v>-0.03782804338259138</c:v>
                </c:pt>
                <c:pt idx="2459">
                  <c:v>-0.03782804338259138</c:v>
                </c:pt>
                <c:pt idx="2460">
                  <c:v>-0.03782804338259138</c:v>
                </c:pt>
                <c:pt idx="2461">
                  <c:v>-0.03782804338259138</c:v>
                </c:pt>
                <c:pt idx="2462">
                  <c:v>-0.03782804338259138</c:v>
                </c:pt>
                <c:pt idx="2463">
                  <c:v>-0.03782804338259138</c:v>
                </c:pt>
                <c:pt idx="2464">
                  <c:v>-0.03782804338259138</c:v>
                </c:pt>
                <c:pt idx="2465">
                  <c:v>-0.03782804338259138</c:v>
                </c:pt>
                <c:pt idx="2466">
                  <c:v>-0.03782804338259138</c:v>
                </c:pt>
                <c:pt idx="2467">
                  <c:v>-0.03782804338259138</c:v>
                </c:pt>
                <c:pt idx="2468">
                  <c:v>-0.03782804338259138</c:v>
                </c:pt>
                <c:pt idx="2469">
                  <c:v>-0.03782804338259138</c:v>
                </c:pt>
                <c:pt idx="2470">
                  <c:v>-0.03782804338259138</c:v>
                </c:pt>
                <c:pt idx="2471">
                  <c:v>-0.03782804338259138</c:v>
                </c:pt>
                <c:pt idx="2472">
                  <c:v>-0.03782804338259138</c:v>
                </c:pt>
                <c:pt idx="2473">
                  <c:v>-0.03782804338259138</c:v>
                </c:pt>
                <c:pt idx="2474">
                  <c:v>-0.03782804338259138</c:v>
                </c:pt>
                <c:pt idx="2475">
                  <c:v>-0.03782804338259138</c:v>
                </c:pt>
                <c:pt idx="2476">
                  <c:v>-0.03782804338259138</c:v>
                </c:pt>
                <c:pt idx="2477">
                  <c:v>-0.03782804338259138</c:v>
                </c:pt>
                <c:pt idx="2478">
                  <c:v>-0.03782804338259138</c:v>
                </c:pt>
                <c:pt idx="2479">
                  <c:v>-0.03782804338259138</c:v>
                </c:pt>
                <c:pt idx="2480">
                  <c:v>-0.03782804338259138</c:v>
                </c:pt>
                <c:pt idx="2481">
                  <c:v>-0.03782804338259138</c:v>
                </c:pt>
                <c:pt idx="2482">
                  <c:v>-0.03782804338259138</c:v>
                </c:pt>
                <c:pt idx="2483">
                  <c:v>-0.03782804338259138</c:v>
                </c:pt>
                <c:pt idx="2484">
                  <c:v>-0.03782804338259138</c:v>
                </c:pt>
                <c:pt idx="2485">
                  <c:v>-0.03782804338259138</c:v>
                </c:pt>
                <c:pt idx="2486">
                  <c:v>-0.03782804338259138</c:v>
                </c:pt>
                <c:pt idx="2487">
                  <c:v>-0.03782804338259138</c:v>
                </c:pt>
                <c:pt idx="2488">
                  <c:v>-0.03782804338259138</c:v>
                </c:pt>
                <c:pt idx="2489">
                  <c:v>-0.03782804338259138</c:v>
                </c:pt>
                <c:pt idx="2490">
                  <c:v>-0.03782804338259138</c:v>
                </c:pt>
                <c:pt idx="2491">
                  <c:v>-0.03782804338259138</c:v>
                </c:pt>
                <c:pt idx="2492">
                  <c:v>-0.03782804338259138</c:v>
                </c:pt>
                <c:pt idx="2493">
                  <c:v>-0.03782804338259138</c:v>
                </c:pt>
                <c:pt idx="2494">
                  <c:v>-0.03782804338259138</c:v>
                </c:pt>
                <c:pt idx="2495">
                  <c:v>-0.03782804338259138</c:v>
                </c:pt>
                <c:pt idx="2496">
                  <c:v>-0.03782804338259138</c:v>
                </c:pt>
                <c:pt idx="2497">
                  <c:v>-0.03782804338259138</c:v>
                </c:pt>
                <c:pt idx="2498">
                  <c:v>-0.03782804338259138</c:v>
                </c:pt>
                <c:pt idx="2499">
                  <c:v>-0.03782804338259138</c:v>
                </c:pt>
                <c:pt idx="2500">
                  <c:v>-0.03782804338259138</c:v>
                </c:pt>
                <c:pt idx="2501">
                  <c:v>-0.03782804338259138</c:v>
                </c:pt>
                <c:pt idx="2502">
                  <c:v>-0.03782804338259138</c:v>
                </c:pt>
                <c:pt idx="2503">
                  <c:v>-0.03782804338259138</c:v>
                </c:pt>
                <c:pt idx="2504">
                  <c:v>-0.03782804338259138</c:v>
                </c:pt>
                <c:pt idx="2505">
                  <c:v>-0.03782804338259138</c:v>
                </c:pt>
                <c:pt idx="2506">
                  <c:v>-0.03782804338259138</c:v>
                </c:pt>
                <c:pt idx="2507">
                  <c:v>-0.03782804338259138</c:v>
                </c:pt>
                <c:pt idx="2508">
                  <c:v>-0.03782804338259138</c:v>
                </c:pt>
                <c:pt idx="2509">
                  <c:v>-0.03782804338259138</c:v>
                </c:pt>
                <c:pt idx="2510">
                  <c:v>-0.03782804338259138</c:v>
                </c:pt>
                <c:pt idx="2511">
                  <c:v>-0.03782804338259138</c:v>
                </c:pt>
                <c:pt idx="2512">
                  <c:v>-0.03782804338259138</c:v>
                </c:pt>
                <c:pt idx="2513">
                  <c:v>-0.03782804338259138</c:v>
                </c:pt>
                <c:pt idx="2514">
                  <c:v>-0.03782804338259138</c:v>
                </c:pt>
                <c:pt idx="2515">
                  <c:v>-0.03782804338259138</c:v>
                </c:pt>
                <c:pt idx="2516">
                  <c:v>-0.03782804338259138</c:v>
                </c:pt>
                <c:pt idx="2517">
                  <c:v>-0.03782804338259138</c:v>
                </c:pt>
                <c:pt idx="2518">
                  <c:v>-0.03782804338259138</c:v>
                </c:pt>
                <c:pt idx="2519">
                  <c:v>-0.03782804338259138</c:v>
                </c:pt>
                <c:pt idx="2520">
                  <c:v>-0.03782804338259138</c:v>
                </c:pt>
                <c:pt idx="2521">
                  <c:v>-0.03782804338259138</c:v>
                </c:pt>
                <c:pt idx="2522">
                  <c:v>-0.03782804338259138</c:v>
                </c:pt>
                <c:pt idx="2523">
                  <c:v>-0.03782804338259138</c:v>
                </c:pt>
                <c:pt idx="2524">
                  <c:v>-0.03782804338259138</c:v>
                </c:pt>
                <c:pt idx="2525">
                  <c:v>-0.03782804338259138</c:v>
                </c:pt>
                <c:pt idx="2526">
                  <c:v>-0.03782804338259138</c:v>
                </c:pt>
                <c:pt idx="2527">
                  <c:v>-0.03782804338259138</c:v>
                </c:pt>
                <c:pt idx="2528">
                  <c:v>-0.03782804338259138</c:v>
                </c:pt>
                <c:pt idx="2529">
                  <c:v>-0.03782804338259138</c:v>
                </c:pt>
                <c:pt idx="2530">
                  <c:v>-0.03782804338259138</c:v>
                </c:pt>
                <c:pt idx="2531">
                  <c:v>-0.03782804338259138</c:v>
                </c:pt>
                <c:pt idx="2532">
                  <c:v>-0.03782804338259138</c:v>
                </c:pt>
                <c:pt idx="2533">
                  <c:v>-0.03782804338259138</c:v>
                </c:pt>
                <c:pt idx="2534">
                  <c:v>-0.03782804338259138</c:v>
                </c:pt>
                <c:pt idx="2535">
                  <c:v>-0.03782804338259138</c:v>
                </c:pt>
                <c:pt idx="2536">
                  <c:v>-0.03782804338259138</c:v>
                </c:pt>
                <c:pt idx="2537">
                  <c:v>-0.03782804338259138</c:v>
                </c:pt>
                <c:pt idx="2538">
                  <c:v>-0.03782804338259138</c:v>
                </c:pt>
                <c:pt idx="2539">
                  <c:v>-0.03782804338259138</c:v>
                </c:pt>
                <c:pt idx="2540">
                  <c:v>-0.03782804338259138</c:v>
                </c:pt>
                <c:pt idx="2541">
                  <c:v>-0.03782804338259138</c:v>
                </c:pt>
                <c:pt idx="2542">
                  <c:v>-0.03782804338259138</c:v>
                </c:pt>
                <c:pt idx="2543">
                  <c:v>-0.03782804338259138</c:v>
                </c:pt>
                <c:pt idx="2544">
                  <c:v>-0.03782804338259138</c:v>
                </c:pt>
                <c:pt idx="2545">
                  <c:v>-0.03782804338259138</c:v>
                </c:pt>
                <c:pt idx="2546">
                  <c:v>-0.03782804338259138</c:v>
                </c:pt>
                <c:pt idx="2547">
                  <c:v>-0.03782804338259138</c:v>
                </c:pt>
                <c:pt idx="2548">
                  <c:v>-0.03782804338259138</c:v>
                </c:pt>
                <c:pt idx="2549">
                  <c:v>-0.03782804338259138</c:v>
                </c:pt>
                <c:pt idx="2550">
                  <c:v>-0.03782804338259138</c:v>
                </c:pt>
                <c:pt idx="2551">
                  <c:v>-0.03782804338259138</c:v>
                </c:pt>
                <c:pt idx="2552">
                  <c:v>-0.03782804338259138</c:v>
                </c:pt>
                <c:pt idx="2553">
                  <c:v>-0.03782804338259138</c:v>
                </c:pt>
                <c:pt idx="2554">
                  <c:v>-0.03782804338259138</c:v>
                </c:pt>
                <c:pt idx="2555">
                  <c:v>-0.03782804338259138</c:v>
                </c:pt>
                <c:pt idx="2556">
                  <c:v>-0.03782804338259138</c:v>
                </c:pt>
                <c:pt idx="2557">
                  <c:v>-0.03782804338259138</c:v>
                </c:pt>
                <c:pt idx="2558">
                  <c:v>-0.03782804338259138</c:v>
                </c:pt>
                <c:pt idx="2559">
                  <c:v>-0.03782804338259138</c:v>
                </c:pt>
                <c:pt idx="2560">
                  <c:v>-0.03782804338259138</c:v>
                </c:pt>
                <c:pt idx="2561">
                  <c:v>-0.03782804338259138</c:v>
                </c:pt>
                <c:pt idx="2562">
                  <c:v>-0.03782804338259138</c:v>
                </c:pt>
                <c:pt idx="2563">
                  <c:v>-0.03782804338259138</c:v>
                </c:pt>
                <c:pt idx="2564">
                  <c:v>-0.03782804338259138</c:v>
                </c:pt>
                <c:pt idx="2565">
                  <c:v>-0.03782804338259138</c:v>
                </c:pt>
                <c:pt idx="2566">
                  <c:v>-0.03782804338259138</c:v>
                </c:pt>
                <c:pt idx="2567">
                  <c:v>-0.03782804338259138</c:v>
                </c:pt>
                <c:pt idx="2568">
                  <c:v>-0.03782804338259138</c:v>
                </c:pt>
                <c:pt idx="2569">
                  <c:v>-0.03782804338259138</c:v>
                </c:pt>
                <c:pt idx="2570">
                  <c:v>-0.03782804338259138</c:v>
                </c:pt>
                <c:pt idx="2571">
                  <c:v>-0.03782804338259138</c:v>
                </c:pt>
                <c:pt idx="2572">
                  <c:v>-0.03782804338259138</c:v>
                </c:pt>
                <c:pt idx="2573">
                  <c:v>-0.03782804338259138</c:v>
                </c:pt>
                <c:pt idx="2574">
                  <c:v>-0.03782804338259138</c:v>
                </c:pt>
                <c:pt idx="2575">
                  <c:v>-0.03782804338259138</c:v>
                </c:pt>
                <c:pt idx="2576">
                  <c:v>-0.03782804338259138</c:v>
                </c:pt>
                <c:pt idx="2577">
                  <c:v>-0.03782804338259138</c:v>
                </c:pt>
                <c:pt idx="2578">
                  <c:v>-0.03782804338259138</c:v>
                </c:pt>
                <c:pt idx="2579">
                  <c:v>-0.03782804338259138</c:v>
                </c:pt>
                <c:pt idx="2580">
                  <c:v>-0.03782804338259138</c:v>
                </c:pt>
                <c:pt idx="2581">
                  <c:v>-0.03782804338259138</c:v>
                </c:pt>
                <c:pt idx="2582">
                  <c:v>-0.03782804338259138</c:v>
                </c:pt>
                <c:pt idx="2583">
                  <c:v>-0.03782804338259138</c:v>
                </c:pt>
                <c:pt idx="2584">
                  <c:v>-0.03782804338259138</c:v>
                </c:pt>
                <c:pt idx="2585">
                  <c:v>-0.03782804338259138</c:v>
                </c:pt>
                <c:pt idx="2586">
                  <c:v>-0.03782804338259138</c:v>
                </c:pt>
                <c:pt idx="2587">
                  <c:v>-0.03782804338259138</c:v>
                </c:pt>
                <c:pt idx="2588">
                  <c:v>-0.03782804338259138</c:v>
                </c:pt>
                <c:pt idx="2589">
                  <c:v>-0.03782804338259138</c:v>
                </c:pt>
                <c:pt idx="2590">
                  <c:v>-0.03782804338259138</c:v>
                </c:pt>
                <c:pt idx="2591">
                  <c:v>-0.03782804338259138</c:v>
                </c:pt>
                <c:pt idx="2592">
                  <c:v>-0.03782804338259138</c:v>
                </c:pt>
                <c:pt idx="2593">
                  <c:v>-0.03782804338259138</c:v>
                </c:pt>
                <c:pt idx="2594">
                  <c:v>-0.03782804338259138</c:v>
                </c:pt>
                <c:pt idx="2595">
                  <c:v>-0.03782804338259138</c:v>
                </c:pt>
                <c:pt idx="2596">
                  <c:v>-0.03782804338259138</c:v>
                </c:pt>
                <c:pt idx="2597">
                  <c:v>-0.03782804338259138</c:v>
                </c:pt>
                <c:pt idx="2598">
                  <c:v>-0.03782804338259138</c:v>
                </c:pt>
                <c:pt idx="2599">
                  <c:v>-0.03782804338259138</c:v>
                </c:pt>
                <c:pt idx="2600">
                  <c:v>-0.03782804338259138</c:v>
                </c:pt>
                <c:pt idx="2601">
                  <c:v>-0.03782804338259138</c:v>
                </c:pt>
                <c:pt idx="2602">
                  <c:v>-0.03782804338259138</c:v>
                </c:pt>
                <c:pt idx="2603">
                  <c:v>-0.03782804338259138</c:v>
                </c:pt>
                <c:pt idx="2604">
                  <c:v>-0.03782804338259138</c:v>
                </c:pt>
                <c:pt idx="2605">
                  <c:v>-0.03782804338259138</c:v>
                </c:pt>
                <c:pt idx="2606">
                  <c:v>-0.03782804338259138</c:v>
                </c:pt>
                <c:pt idx="2607">
                  <c:v>-0.03782804338259138</c:v>
                </c:pt>
                <c:pt idx="2608">
                  <c:v>-0.03782804338259138</c:v>
                </c:pt>
                <c:pt idx="2609">
                  <c:v>-0.03782804338259138</c:v>
                </c:pt>
                <c:pt idx="2610">
                  <c:v>-0.03782804338259138</c:v>
                </c:pt>
                <c:pt idx="2611">
                  <c:v>-0.03782804338259138</c:v>
                </c:pt>
                <c:pt idx="2612">
                  <c:v>-0.03782804338259138</c:v>
                </c:pt>
                <c:pt idx="2613">
                  <c:v>-0.03782804338259138</c:v>
                </c:pt>
                <c:pt idx="2614">
                  <c:v>-0.03782804338259138</c:v>
                </c:pt>
                <c:pt idx="2615">
                  <c:v>-0.03782804338259138</c:v>
                </c:pt>
                <c:pt idx="2616">
                  <c:v>-0.03782804338259138</c:v>
                </c:pt>
                <c:pt idx="2617">
                  <c:v>-0.03782804338259138</c:v>
                </c:pt>
                <c:pt idx="2618">
                  <c:v>-0.03782804338259138</c:v>
                </c:pt>
                <c:pt idx="2619">
                  <c:v>-0.03782804338259138</c:v>
                </c:pt>
                <c:pt idx="2620">
                  <c:v>-0.03782804338259138</c:v>
                </c:pt>
                <c:pt idx="2621">
                  <c:v>-0.03782804338259138</c:v>
                </c:pt>
                <c:pt idx="2622">
                  <c:v>-0.03782804338259138</c:v>
                </c:pt>
                <c:pt idx="2623">
                  <c:v>-0.03782804338259138</c:v>
                </c:pt>
                <c:pt idx="2624">
                  <c:v>-0.03782804338259138</c:v>
                </c:pt>
                <c:pt idx="2625">
                  <c:v>-0.03782804338259138</c:v>
                </c:pt>
                <c:pt idx="2626">
                  <c:v>-0.03782804338259138</c:v>
                </c:pt>
                <c:pt idx="2627">
                  <c:v>-0.03782804338259138</c:v>
                </c:pt>
                <c:pt idx="2628">
                  <c:v>-0.03782804338259138</c:v>
                </c:pt>
                <c:pt idx="2629">
                  <c:v>-0.03782804338259138</c:v>
                </c:pt>
                <c:pt idx="2630">
                  <c:v>-0.03782804338259138</c:v>
                </c:pt>
                <c:pt idx="2631">
                  <c:v>-0.03782804338259138</c:v>
                </c:pt>
                <c:pt idx="2632">
                  <c:v>-0.03782804338259138</c:v>
                </c:pt>
                <c:pt idx="2633">
                  <c:v>-0.03782804338259138</c:v>
                </c:pt>
                <c:pt idx="2634">
                  <c:v>-0.03782804338259138</c:v>
                </c:pt>
                <c:pt idx="2635">
                  <c:v>-0.03782804338259138</c:v>
                </c:pt>
                <c:pt idx="2636">
                  <c:v>-0.03782804338259138</c:v>
                </c:pt>
                <c:pt idx="2637">
                  <c:v>-0.03782804338259138</c:v>
                </c:pt>
                <c:pt idx="2638">
                  <c:v>-0.03782804338259138</c:v>
                </c:pt>
                <c:pt idx="2639">
                  <c:v>-0.03782804338259138</c:v>
                </c:pt>
                <c:pt idx="2640">
                  <c:v>-0.03782804338259138</c:v>
                </c:pt>
                <c:pt idx="2641">
                  <c:v>-0.03782804338259138</c:v>
                </c:pt>
                <c:pt idx="2642">
                  <c:v>-0.03782804338259138</c:v>
                </c:pt>
                <c:pt idx="2643">
                  <c:v>-0.03782804338259138</c:v>
                </c:pt>
                <c:pt idx="2644">
                  <c:v>-0.03782804338259138</c:v>
                </c:pt>
                <c:pt idx="2645">
                  <c:v>-0.03782804338259138</c:v>
                </c:pt>
                <c:pt idx="2646">
                  <c:v>-0.03782804338259138</c:v>
                </c:pt>
                <c:pt idx="2647">
                  <c:v>-0.03782804338259138</c:v>
                </c:pt>
                <c:pt idx="2648">
                  <c:v>-0.03782804338259138</c:v>
                </c:pt>
                <c:pt idx="2649">
                  <c:v>-0.03782804338259138</c:v>
                </c:pt>
                <c:pt idx="2650">
                  <c:v>-0.03782804338259138</c:v>
                </c:pt>
                <c:pt idx="2651">
                  <c:v>-0.03782804338259138</c:v>
                </c:pt>
                <c:pt idx="2652">
                  <c:v>-0.03782804338259138</c:v>
                </c:pt>
                <c:pt idx="2653">
                  <c:v>-0.03782804338259138</c:v>
                </c:pt>
                <c:pt idx="2654">
                  <c:v>-0.03782804338259138</c:v>
                </c:pt>
                <c:pt idx="2655">
                  <c:v>-0.03782804338259138</c:v>
                </c:pt>
                <c:pt idx="2656">
                  <c:v>-0.03782804338259138</c:v>
                </c:pt>
                <c:pt idx="2657">
                  <c:v>-0.03782804338259138</c:v>
                </c:pt>
                <c:pt idx="2658">
                  <c:v>-0.03782804338259138</c:v>
                </c:pt>
                <c:pt idx="2659">
                  <c:v>-0.03782804338259138</c:v>
                </c:pt>
                <c:pt idx="2660">
                  <c:v>-0.03782804338259138</c:v>
                </c:pt>
                <c:pt idx="2661">
                  <c:v>-0.03782804338259138</c:v>
                </c:pt>
                <c:pt idx="2662">
                  <c:v>-0.03782804338259138</c:v>
                </c:pt>
                <c:pt idx="2663">
                  <c:v>-0.03782804338259138</c:v>
                </c:pt>
                <c:pt idx="2664">
                  <c:v>-0.03782804338259138</c:v>
                </c:pt>
                <c:pt idx="2665">
                  <c:v>-0.03782804338259138</c:v>
                </c:pt>
                <c:pt idx="2666">
                  <c:v>-0.03782804338259138</c:v>
                </c:pt>
                <c:pt idx="2667">
                  <c:v>-0.03782804338259138</c:v>
                </c:pt>
                <c:pt idx="2668">
                  <c:v>-0.03782804338259138</c:v>
                </c:pt>
                <c:pt idx="2669">
                  <c:v>-0.03782804338259138</c:v>
                </c:pt>
                <c:pt idx="2670">
                  <c:v>-0.03782804338259138</c:v>
                </c:pt>
                <c:pt idx="2671">
                  <c:v>-0.03782804338259138</c:v>
                </c:pt>
                <c:pt idx="2672">
                  <c:v>-0.03782804338259138</c:v>
                </c:pt>
                <c:pt idx="2673">
                  <c:v>-0.03782804338259138</c:v>
                </c:pt>
                <c:pt idx="2674">
                  <c:v>-0.03782804338259138</c:v>
                </c:pt>
                <c:pt idx="2675">
                  <c:v>-0.03782804338259138</c:v>
                </c:pt>
                <c:pt idx="2676">
                  <c:v>-0.03782804338259138</c:v>
                </c:pt>
                <c:pt idx="2677">
                  <c:v>-0.03782804338259138</c:v>
                </c:pt>
                <c:pt idx="2678">
                  <c:v>-0.03782804338259138</c:v>
                </c:pt>
                <c:pt idx="2679">
                  <c:v>-0.03782804338259138</c:v>
                </c:pt>
                <c:pt idx="2680">
                  <c:v>-0.03782804338259138</c:v>
                </c:pt>
                <c:pt idx="2681">
                  <c:v>-0.03782804338259138</c:v>
                </c:pt>
                <c:pt idx="2682">
                  <c:v>-0.03782804338259138</c:v>
                </c:pt>
                <c:pt idx="2683">
                  <c:v>-0.03782804338259138</c:v>
                </c:pt>
                <c:pt idx="2684">
                  <c:v>-0.03782804338259138</c:v>
                </c:pt>
                <c:pt idx="2685">
                  <c:v>-0.03782804338259138</c:v>
                </c:pt>
                <c:pt idx="2686">
                  <c:v>-0.03782804338259138</c:v>
                </c:pt>
                <c:pt idx="2687">
                  <c:v>-0.03782804338259138</c:v>
                </c:pt>
                <c:pt idx="2688">
                  <c:v>-0.03782804338259138</c:v>
                </c:pt>
                <c:pt idx="2689">
                  <c:v>-0.03782804338259138</c:v>
                </c:pt>
                <c:pt idx="2690">
                  <c:v>-0.03782804338259138</c:v>
                </c:pt>
                <c:pt idx="2691">
                  <c:v>-0.03782804338259138</c:v>
                </c:pt>
                <c:pt idx="2692">
                  <c:v>-0.03782804338259138</c:v>
                </c:pt>
                <c:pt idx="2693">
                  <c:v>-0.03782804338259138</c:v>
                </c:pt>
                <c:pt idx="2694">
                  <c:v>-0.03782804338259138</c:v>
                </c:pt>
                <c:pt idx="2695">
                  <c:v>-0.03782804338259138</c:v>
                </c:pt>
                <c:pt idx="2696">
                  <c:v>-0.03782804338259138</c:v>
                </c:pt>
                <c:pt idx="2697">
                  <c:v>-0.03782804338259138</c:v>
                </c:pt>
                <c:pt idx="2698">
                  <c:v>-0.03782804338259138</c:v>
                </c:pt>
                <c:pt idx="2699">
                  <c:v>-0.03782804338259138</c:v>
                </c:pt>
                <c:pt idx="2700">
                  <c:v>-0.03782804338259138</c:v>
                </c:pt>
                <c:pt idx="2701">
                  <c:v>-0.03782804338259138</c:v>
                </c:pt>
                <c:pt idx="2702">
                  <c:v>-0.03782804338259138</c:v>
                </c:pt>
                <c:pt idx="2703">
                  <c:v>-0.03782804338259138</c:v>
                </c:pt>
                <c:pt idx="2704">
                  <c:v>-0.03782804338259138</c:v>
                </c:pt>
                <c:pt idx="2705">
                  <c:v>-0.03782804338259138</c:v>
                </c:pt>
                <c:pt idx="2706">
                  <c:v>-0.03782804338259138</c:v>
                </c:pt>
                <c:pt idx="2707">
                  <c:v>-0.03782804338259138</c:v>
                </c:pt>
                <c:pt idx="2708">
                  <c:v>-0.03782804338259138</c:v>
                </c:pt>
                <c:pt idx="2709">
                  <c:v>-0.03782804338259138</c:v>
                </c:pt>
                <c:pt idx="2710">
                  <c:v>-0.03782804338259138</c:v>
                </c:pt>
                <c:pt idx="2711">
                  <c:v>-0.03782804338259138</c:v>
                </c:pt>
                <c:pt idx="2712">
                  <c:v>-0.03782804338259138</c:v>
                </c:pt>
                <c:pt idx="2713">
                  <c:v>-0.03782804338259138</c:v>
                </c:pt>
                <c:pt idx="2714">
                  <c:v>-0.03782804338259138</c:v>
                </c:pt>
                <c:pt idx="2715">
                  <c:v>-0.03782804338259138</c:v>
                </c:pt>
                <c:pt idx="2716">
                  <c:v>-0.03782804338259138</c:v>
                </c:pt>
                <c:pt idx="2717">
                  <c:v>-0.03782804338259138</c:v>
                </c:pt>
                <c:pt idx="2718">
                  <c:v>-0.03782804338259138</c:v>
                </c:pt>
                <c:pt idx="2719">
                  <c:v>-0.03782804338259138</c:v>
                </c:pt>
                <c:pt idx="2720">
                  <c:v>-0.03782804338259138</c:v>
                </c:pt>
                <c:pt idx="2721">
                  <c:v>-0.03782804338259138</c:v>
                </c:pt>
                <c:pt idx="2722">
                  <c:v>-0.03782804338259138</c:v>
                </c:pt>
                <c:pt idx="2723">
                  <c:v>-0.03782804338259138</c:v>
                </c:pt>
                <c:pt idx="2724">
                  <c:v>-0.03782804338259138</c:v>
                </c:pt>
                <c:pt idx="2725">
                  <c:v>-0.03782804338259138</c:v>
                </c:pt>
                <c:pt idx="2726">
                  <c:v>-0.03782804338259138</c:v>
                </c:pt>
                <c:pt idx="2727">
                  <c:v>-0.03782804338259138</c:v>
                </c:pt>
                <c:pt idx="2728">
                  <c:v>-0.03782804338259138</c:v>
                </c:pt>
                <c:pt idx="2729">
                  <c:v>-0.03782804338259138</c:v>
                </c:pt>
                <c:pt idx="2730">
                  <c:v>-0.03782804338259138</c:v>
                </c:pt>
                <c:pt idx="2731">
                  <c:v>-0.03782804338259138</c:v>
                </c:pt>
                <c:pt idx="2732">
                  <c:v>-0.03782804338259138</c:v>
                </c:pt>
                <c:pt idx="2733">
                  <c:v>-0.03782804338259138</c:v>
                </c:pt>
                <c:pt idx="2734">
                  <c:v>-0.03782804338259138</c:v>
                </c:pt>
                <c:pt idx="2735">
                  <c:v>-0.03782804338259138</c:v>
                </c:pt>
                <c:pt idx="2736">
                  <c:v>-0.03782804338259138</c:v>
                </c:pt>
                <c:pt idx="2737">
                  <c:v>-0.03782804338259138</c:v>
                </c:pt>
                <c:pt idx="2738">
                  <c:v>-0.03782804338259138</c:v>
                </c:pt>
                <c:pt idx="2739">
                  <c:v>-0.03782804338259138</c:v>
                </c:pt>
                <c:pt idx="2740">
                  <c:v>-0.03782804338259138</c:v>
                </c:pt>
                <c:pt idx="2741">
                  <c:v>-0.03782804338259138</c:v>
                </c:pt>
                <c:pt idx="2742">
                  <c:v>-0.03782804338259138</c:v>
                </c:pt>
                <c:pt idx="2743">
                  <c:v>-0.03782804338259138</c:v>
                </c:pt>
                <c:pt idx="2744">
                  <c:v>-0.03782804338259138</c:v>
                </c:pt>
                <c:pt idx="2745">
                  <c:v>-0.03782804338259138</c:v>
                </c:pt>
                <c:pt idx="2746">
                  <c:v>-0.03782804338259138</c:v>
                </c:pt>
                <c:pt idx="2747">
                  <c:v>-0.03782804338259138</c:v>
                </c:pt>
                <c:pt idx="2748">
                  <c:v>-0.03782804338259138</c:v>
                </c:pt>
                <c:pt idx="2749">
                  <c:v>-0.03782804338259138</c:v>
                </c:pt>
                <c:pt idx="2750">
                  <c:v>-0.03782804338259138</c:v>
                </c:pt>
                <c:pt idx="2751">
                  <c:v>-0.03782804338259138</c:v>
                </c:pt>
                <c:pt idx="2752">
                  <c:v>-0.03782804338259138</c:v>
                </c:pt>
                <c:pt idx="2753">
                  <c:v>-0.03782804338259138</c:v>
                </c:pt>
                <c:pt idx="2754">
                  <c:v>-0.03782804338259138</c:v>
                </c:pt>
                <c:pt idx="2755">
                  <c:v>-0.03782804338259138</c:v>
                </c:pt>
                <c:pt idx="2756">
                  <c:v>-0.03782804338259138</c:v>
                </c:pt>
                <c:pt idx="2757">
                  <c:v>-0.03782804338259138</c:v>
                </c:pt>
                <c:pt idx="2758">
                  <c:v>-0.03782804338259138</c:v>
                </c:pt>
                <c:pt idx="2759">
                  <c:v>-0.03782804338259138</c:v>
                </c:pt>
                <c:pt idx="2760">
                  <c:v>-0.03782804338259138</c:v>
                </c:pt>
                <c:pt idx="2761">
                  <c:v>-0.03782804338259138</c:v>
                </c:pt>
                <c:pt idx="2762">
                  <c:v>-0.03782804338259138</c:v>
                </c:pt>
                <c:pt idx="2763">
                  <c:v>-0.03782804338259138</c:v>
                </c:pt>
                <c:pt idx="2764">
                  <c:v>-0.03782804338259138</c:v>
                </c:pt>
                <c:pt idx="2765">
                  <c:v>-0.03782804338259138</c:v>
                </c:pt>
                <c:pt idx="2766">
                  <c:v>-0.03782804338259138</c:v>
                </c:pt>
                <c:pt idx="2767">
                  <c:v>-0.03782804338259138</c:v>
                </c:pt>
                <c:pt idx="2768">
                  <c:v>-0.03782804338259138</c:v>
                </c:pt>
                <c:pt idx="2769">
                  <c:v>-0.03782804338259138</c:v>
                </c:pt>
                <c:pt idx="2770">
                  <c:v>-0.03782804338259138</c:v>
                </c:pt>
                <c:pt idx="2771">
                  <c:v>-0.03782804338259138</c:v>
                </c:pt>
                <c:pt idx="2772">
                  <c:v>-0.03782804338259138</c:v>
                </c:pt>
                <c:pt idx="2773">
                  <c:v>-0.03782804338259138</c:v>
                </c:pt>
                <c:pt idx="2774">
                  <c:v>-0.03782804338259138</c:v>
                </c:pt>
                <c:pt idx="2775">
                  <c:v>-0.03782804338259138</c:v>
                </c:pt>
                <c:pt idx="2776">
                  <c:v>-0.03782804338259138</c:v>
                </c:pt>
                <c:pt idx="2777">
                  <c:v>-0.03782804338259138</c:v>
                </c:pt>
                <c:pt idx="2778">
                  <c:v>-0.03782804338259138</c:v>
                </c:pt>
                <c:pt idx="2779">
                  <c:v>-0.03782804338259138</c:v>
                </c:pt>
                <c:pt idx="2780">
                  <c:v>-0.03782804338259138</c:v>
                </c:pt>
                <c:pt idx="2781">
                  <c:v>-0.03782804338259138</c:v>
                </c:pt>
                <c:pt idx="2782">
                  <c:v>-0.03782804338259138</c:v>
                </c:pt>
                <c:pt idx="2783">
                  <c:v>-0.03782804338259138</c:v>
                </c:pt>
                <c:pt idx="2784">
                  <c:v>-0.03782804338259138</c:v>
                </c:pt>
                <c:pt idx="2785">
                  <c:v>-0.03782804338259138</c:v>
                </c:pt>
                <c:pt idx="2786">
                  <c:v>-0.03782804338259138</c:v>
                </c:pt>
                <c:pt idx="2787">
                  <c:v>-0.03782804338259138</c:v>
                </c:pt>
                <c:pt idx="2788">
                  <c:v>-0.03782804338259138</c:v>
                </c:pt>
                <c:pt idx="2789">
                  <c:v>-0.03782804338259138</c:v>
                </c:pt>
                <c:pt idx="2790">
                  <c:v>-0.03782804338259138</c:v>
                </c:pt>
                <c:pt idx="2791">
                  <c:v>-0.03782804338259138</c:v>
                </c:pt>
                <c:pt idx="2792">
                  <c:v>-0.03782804338259138</c:v>
                </c:pt>
                <c:pt idx="2793">
                  <c:v>-0.03782804338259138</c:v>
                </c:pt>
                <c:pt idx="2794">
                  <c:v>-0.03782804338259138</c:v>
                </c:pt>
                <c:pt idx="2795">
                  <c:v>-0.03782804338259138</c:v>
                </c:pt>
                <c:pt idx="2796">
                  <c:v>-0.03782804338259138</c:v>
                </c:pt>
                <c:pt idx="2797">
                  <c:v>-0.03782804338259138</c:v>
                </c:pt>
                <c:pt idx="2798">
                  <c:v>-0.03782804338259138</c:v>
                </c:pt>
                <c:pt idx="2799">
                  <c:v>-0.03782804338259138</c:v>
                </c:pt>
                <c:pt idx="2800">
                  <c:v>-0.03782804338259138</c:v>
                </c:pt>
                <c:pt idx="2801">
                  <c:v>-0.03782804338259138</c:v>
                </c:pt>
                <c:pt idx="2802">
                  <c:v>-0.03782804338259138</c:v>
                </c:pt>
                <c:pt idx="2803">
                  <c:v>-0.03782804338259138</c:v>
                </c:pt>
                <c:pt idx="2804">
                  <c:v>-0.03782804338259138</c:v>
                </c:pt>
                <c:pt idx="2805">
                  <c:v>-0.03782804338259138</c:v>
                </c:pt>
                <c:pt idx="2806">
                  <c:v>-0.03782804338259138</c:v>
                </c:pt>
                <c:pt idx="2807">
                  <c:v>-0.03782804338259138</c:v>
                </c:pt>
                <c:pt idx="2808">
                  <c:v>-0.03782804338259138</c:v>
                </c:pt>
                <c:pt idx="2809">
                  <c:v>-0.03782804338259138</c:v>
                </c:pt>
                <c:pt idx="2810">
                  <c:v>-0.03782804338259138</c:v>
                </c:pt>
                <c:pt idx="2811">
                  <c:v>-0.03782804338259138</c:v>
                </c:pt>
                <c:pt idx="2812">
                  <c:v>-0.03782804338259138</c:v>
                </c:pt>
                <c:pt idx="2813">
                  <c:v>-0.03782804338259138</c:v>
                </c:pt>
                <c:pt idx="2814">
                  <c:v>-0.03782804338259138</c:v>
                </c:pt>
                <c:pt idx="2815">
                  <c:v>-0.03782804338259138</c:v>
                </c:pt>
                <c:pt idx="2816">
                  <c:v>-0.03782804338259138</c:v>
                </c:pt>
                <c:pt idx="2817">
                  <c:v>-0.03782804338259138</c:v>
                </c:pt>
                <c:pt idx="2818">
                  <c:v>-0.03782804338259138</c:v>
                </c:pt>
                <c:pt idx="2819">
                  <c:v>-0.03782804338259138</c:v>
                </c:pt>
                <c:pt idx="2820">
                  <c:v>-0.03782804338259138</c:v>
                </c:pt>
                <c:pt idx="2821">
                  <c:v>-0.03782804338259138</c:v>
                </c:pt>
                <c:pt idx="2822">
                  <c:v>-0.03782804338259138</c:v>
                </c:pt>
                <c:pt idx="2823">
                  <c:v>-0.03782804338259138</c:v>
                </c:pt>
                <c:pt idx="2824">
                  <c:v>-0.03782804338259138</c:v>
                </c:pt>
                <c:pt idx="2825">
                  <c:v>-0.03782804338259138</c:v>
                </c:pt>
                <c:pt idx="2826">
                  <c:v>-0.03782804338259138</c:v>
                </c:pt>
                <c:pt idx="2827">
                  <c:v>-0.03782804338259138</c:v>
                </c:pt>
                <c:pt idx="2828">
                  <c:v>-0.03782804338259138</c:v>
                </c:pt>
                <c:pt idx="2829">
                  <c:v>-0.03782804338259138</c:v>
                </c:pt>
                <c:pt idx="2830">
                  <c:v>-0.03782804338259138</c:v>
                </c:pt>
                <c:pt idx="2831">
                  <c:v>-0.03782804338259138</c:v>
                </c:pt>
                <c:pt idx="2832">
                  <c:v>-0.03782804338259138</c:v>
                </c:pt>
                <c:pt idx="2833">
                  <c:v>-0.03782804338259138</c:v>
                </c:pt>
                <c:pt idx="2834">
                  <c:v>-0.03782804338259138</c:v>
                </c:pt>
                <c:pt idx="2835">
                  <c:v>-0.03782804338259138</c:v>
                </c:pt>
                <c:pt idx="2836">
                  <c:v>-0.03782804338259138</c:v>
                </c:pt>
                <c:pt idx="2837">
                  <c:v>-0.03782804338259138</c:v>
                </c:pt>
                <c:pt idx="2838">
                  <c:v>-0.03782804338259138</c:v>
                </c:pt>
                <c:pt idx="2839">
                  <c:v>-0.03782804338259138</c:v>
                </c:pt>
                <c:pt idx="2840">
                  <c:v>-0.03782804338259138</c:v>
                </c:pt>
                <c:pt idx="2841">
                  <c:v>-0.03782804338259138</c:v>
                </c:pt>
                <c:pt idx="2842">
                  <c:v>-0.03782804338259138</c:v>
                </c:pt>
                <c:pt idx="2843">
                  <c:v>-0.03782804338259138</c:v>
                </c:pt>
                <c:pt idx="2844">
                  <c:v>-0.03782804338259138</c:v>
                </c:pt>
                <c:pt idx="2845">
                  <c:v>-0.03782804338259138</c:v>
                </c:pt>
                <c:pt idx="2846">
                  <c:v>-0.03782804338259138</c:v>
                </c:pt>
                <c:pt idx="2847">
                  <c:v>-0.03782804338259138</c:v>
                </c:pt>
                <c:pt idx="2848">
                  <c:v>-0.03782804338259138</c:v>
                </c:pt>
                <c:pt idx="2849">
                  <c:v>-0.03782804338259138</c:v>
                </c:pt>
                <c:pt idx="2850">
                  <c:v>-0.03782804338259138</c:v>
                </c:pt>
                <c:pt idx="2851">
                  <c:v>-0.03782804338259138</c:v>
                </c:pt>
                <c:pt idx="2852">
                  <c:v>-0.03782804338259138</c:v>
                </c:pt>
                <c:pt idx="2853">
                  <c:v>-0.03782804338259138</c:v>
                </c:pt>
                <c:pt idx="2854">
                  <c:v>-0.03782804338259138</c:v>
                </c:pt>
                <c:pt idx="2855">
                  <c:v>-0.03782804338259138</c:v>
                </c:pt>
                <c:pt idx="2856">
                  <c:v>-0.03782804338259138</c:v>
                </c:pt>
                <c:pt idx="2857">
                  <c:v>-0.03782804338259138</c:v>
                </c:pt>
                <c:pt idx="2858">
                  <c:v>-0.03782804338259138</c:v>
                </c:pt>
                <c:pt idx="2859">
                  <c:v>-0.03782804338259138</c:v>
                </c:pt>
                <c:pt idx="2860">
                  <c:v>-0.03782804338259138</c:v>
                </c:pt>
                <c:pt idx="2861">
                  <c:v>-0.03782804338259138</c:v>
                </c:pt>
                <c:pt idx="2862">
                  <c:v>-0.03782804338259138</c:v>
                </c:pt>
                <c:pt idx="2863">
                  <c:v>-0.03782804338259138</c:v>
                </c:pt>
                <c:pt idx="2864">
                  <c:v>-0.03782804338259138</c:v>
                </c:pt>
                <c:pt idx="2865">
                  <c:v>-0.03782804338259138</c:v>
                </c:pt>
                <c:pt idx="2866">
                  <c:v>-0.03782804338259138</c:v>
                </c:pt>
                <c:pt idx="2867">
                  <c:v>-0.03782804338259138</c:v>
                </c:pt>
                <c:pt idx="2868">
                  <c:v>-0.03782804338259138</c:v>
                </c:pt>
                <c:pt idx="2869">
                  <c:v>-0.03782804338259138</c:v>
                </c:pt>
                <c:pt idx="2870">
                  <c:v>-0.03782804338259138</c:v>
                </c:pt>
                <c:pt idx="2871">
                  <c:v>-0.03782804338259138</c:v>
                </c:pt>
                <c:pt idx="2872">
                  <c:v>-0.03782804338259138</c:v>
                </c:pt>
                <c:pt idx="2873">
                  <c:v>-0.03782804338259138</c:v>
                </c:pt>
                <c:pt idx="2874">
                  <c:v>-0.03782804338259138</c:v>
                </c:pt>
                <c:pt idx="2875">
                  <c:v>-0.03782804338259138</c:v>
                </c:pt>
                <c:pt idx="2876">
                  <c:v>-0.03782804338259138</c:v>
                </c:pt>
                <c:pt idx="2877">
                  <c:v>-0.03782804338259138</c:v>
                </c:pt>
                <c:pt idx="2878">
                  <c:v>-0.03782804338259138</c:v>
                </c:pt>
                <c:pt idx="2879">
                  <c:v>-0.03782804338259138</c:v>
                </c:pt>
                <c:pt idx="2880">
                  <c:v>-0.03782804338259138</c:v>
                </c:pt>
                <c:pt idx="2881">
                  <c:v>-0.03782804338259138</c:v>
                </c:pt>
                <c:pt idx="2882">
                  <c:v>-0.03782804338259138</c:v>
                </c:pt>
                <c:pt idx="2883">
                  <c:v>-0.03782804338259138</c:v>
                </c:pt>
                <c:pt idx="2884">
                  <c:v>-0.03782804338259138</c:v>
                </c:pt>
                <c:pt idx="2885">
                  <c:v>-0.03782804338259138</c:v>
                </c:pt>
                <c:pt idx="2886">
                  <c:v>-0.03782804338259138</c:v>
                </c:pt>
                <c:pt idx="2887">
                  <c:v>-0.03782804338259138</c:v>
                </c:pt>
                <c:pt idx="2888">
                  <c:v>-0.03782804338259138</c:v>
                </c:pt>
                <c:pt idx="2889">
                  <c:v>-0.03782804338259138</c:v>
                </c:pt>
                <c:pt idx="2890">
                  <c:v>-0.03782804338259138</c:v>
                </c:pt>
                <c:pt idx="2891">
                  <c:v>-0.03782804338259138</c:v>
                </c:pt>
                <c:pt idx="2892">
                  <c:v>-0.03782804338259138</c:v>
                </c:pt>
                <c:pt idx="2893">
                  <c:v>-0.03782804338259138</c:v>
                </c:pt>
                <c:pt idx="2894">
                  <c:v>-0.03782804338259138</c:v>
                </c:pt>
                <c:pt idx="2895">
                  <c:v>-0.03782804338259138</c:v>
                </c:pt>
                <c:pt idx="2896">
                  <c:v>-0.03782804338259138</c:v>
                </c:pt>
                <c:pt idx="2897">
                  <c:v>-0.03782804338259138</c:v>
                </c:pt>
                <c:pt idx="2898">
                  <c:v>-0.03782804338259138</c:v>
                </c:pt>
                <c:pt idx="2899">
                  <c:v>-0.03782804338259138</c:v>
                </c:pt>
                <c:pt idx="2900">
                  <c:v>-0.03782804338259138</c:v>
                </c:pt>
                <c:pt idx="2901">
                  <c:v>-0.03782804338259138</c:v>
                </c:pt>
                <c:pt idx="2902">
                  <c:v>-0.03782804338259138</c:v>
                </c:pt>
                <c:pt idx="2903">
                  <c:v>-0.03782804338259138</c:v>
                </c:pt>
                <c:pt idx="2904">
                  <c:v>-0.03782804338259138</c:v>
                </c:pt>
                <c:pt idx="2905">
                  <c:v>-0.03782804338259138</c:v>
                </c:pt>
                <c:pt idx="2906">
                  <c:v>-0.03782804338259138</c:v>
                </c:pt>
                <c:pt idx="2907">
                  <c:v>-0.03782804338259138</c:v>
                </c:pt>
                <c:pt idx="2908">
                  <c:v>-0.03782804338259138</c:v>
                </c:pt>
                <c:pt idx="2909">
                  <c:v>-0.03782804338259138</c:v>
                </c:pt>
                <c:pt idx="2910">
                  <c:v>-0.03782804338259138</c:v>
                </c:pt>
                <c:pt idx="2911">
                  <c:v>-0.03782804338259138</c:v>
                </c:pt>
                <c:pt idx="2912">
                  <c:v>-0.03782804338259138</c:v>
                </c:pt>
                <c:pt idx="2913">
                  <c:v>-0.03782804338259138</c:v>
                </c:pt>
                <c:pt idx="2914">
                  <c:v>-0.03782804338259138</c:v>
                </c:pt>
                <c:pt idx="2915">
                  <c:v>-0.03782804338259138</c:v>
                </c:pt>
                <c:pt idx="2916">
                  <c:v>-0.03782804338259138</c:v>
                </c:pt>
                <c:pt idx="2917">
                  <c:v>-0.03782804338259138</c:v>
                </c:pt>
                <c:pt idx="2918">
                  <c:v>-0.03782804338259138</c:v>
                </c:pt>
                <c:pt idx="2919">
                  <c:v>-0.03782804338259138</c:v>
                </c:pt>
                <c:pt idx="2920">
                  <c:v>-0.03782804338259138</c:v>
                </c:pt>
                <c:pt idx="2921">
                  <c:v>-0.03782804338259138</c:v>
                </c:pt>
                <c:pt idx="2922">
                  <c:v>-0.03782804338259138</c:v>
                </c:pt>
                <c:pt idx="2923">
                  <c:v>-0.03782804338259138</c:v>
                </c:pt>
                <c:pt idx="2924">
                  <c:v>-0.03782804338259138</c:v>
                </c:pt>
                <c:pt idx="2925">
                  <c:v>-0.03782804338259138</c:v>
                </c:pt>
                <c:pt idx="2926">
                  <c:v>-0.03782804338259138</c:v>
                </c:pt>
                <c:pt idx="2927">
                  <c:v>-0.03782804338259138</c:v>
                </c:pt>
                <c:pt idx="2928">
                  <c:v>-0.03782804338259138</c:v>
                </c:pt>
                <c:pt idx="2929">
                  <c:v>-0.03782804338259138</c:v>
                </c:pt>
                <c:pt idx="2930">
                  <c:v>-0.03782804338259138</c:v>
                </c:pt>
                <c:pt idx="2931">
                  <c:v>-0.03782804338259138</c:v>
                </c:pt>
                <c:pt idx="2932">
                  <c:v>-0.03782804338259138</c:v>
                </c:pt>
                <c:pt idx="2933">
                  <c:v>-0.03782804338259138</c:v>
                </c:pt>
                <c:pt idx="2934">
                  <c:v>-0.03782804338259138</c:v>
                </c:pt>
                <c:pt idx="2935">
                  <c:v>-0.03782804338259138</c:v>
                </c:pt>
                <c:pt idx="2936">
                  <c:v>-0.03782804338259138</c:v>
                </c:pt>
                <c:pt idx="2937">
                  <c:v>-0.03782804338259138</c:v>
                </c:pt>
                <c:pt idx="2938">
                  <c:v>-0.03782804338259138</c:v>
                </c:pt>
                <c:pt idx="2939">
                  <c:v>-0.03782804338259138</c:v>
                </c:pt>
                <c:pt idx="2940">
                  <c:v>-0.03782804338259138</c:v>
                </c:pt>
                <c:pt idx="2941">
                  <c:v>-0.03782804338259138</c:v>
                </c:pt>
                <c:pt idx="2942">
                  <c:v>-0.03782804338259138</c:v>
                </c:pt>
                <c:pt idx="2943">
                  <c:v>-0.03782804338259138</c:v>
                </c:pt>
                <c:pt idx="2944">
                  <c:v>-0.03782804338259138</c:v>
                </c:pt>
                <c:pt idx="2945">
                  <c:v>-0.03782804338259138</c:v>
                </c:pt>
                <c:pt idx="2946">
                  <c:v>-0.03782804338259138</c:v>
                </c:pt>
                <c:pt idx="2947">
                  <c:v>-0.03782804338259138</c:v>
                </c:pt>
                <c:pt idx="2948">
                  <c:v>-0.03782804338259138</c:v>
                </c:pt>
                <c:pt idx="2949">
                  <c:v>-0.03782804338259138</c:v>
                </c:pt>
                <c:pt idx="2950">
                  <c:v>-0.03782804338259138</c:v>
                </c:pt>
                <c:pt idx="2951">
                  <c:v>-0.03782804338259138</c:v>
                </c:pt>
                <c:pt idx="2952">
                  <c:v>-0.03782804338259138</c:v>
                </c:pt>
                <c:pt idx="2953">
                  <c:v>-0.03782804338259138</c:v>
                </c:pt>
                <c:pt idx="2954">
                  <c:v>-0.03782804338259138</c:v>
                </c:pt>
                <c:pt idx="2955">
                  <c:v>-0.03782804338259138</c:v>
                </c:pt>
                <c:pt idx="2956">
                  <c:v>-0.03782804338259138</c:v>
                </c:pt>
                <c:pt idx="2957">
                  <c:v>-0.03782804338259138</c:v>
                </c:pt>
                <c:pt idx="2958">
                  <c:v>-0.03782804338259138</c:v>
                </c:pt>
                <c:pt idx="2959">
                  <c:v>-0.03782804338259138</c:v>
                </c:pt>
                <c:pt idx="2960">
                  <c:v>-0.03782804338259138</c:v>
                </c:pt>
                <c:pt idx="2961">
                  <c:v>-0.03782804338259138</c:v>
                </c:pt>
                <c:pt idx="2962">
                  <c:v>-0.03782804338259138</c:v>
                </c:pt>
                <c:pt idx="2963">
                  <c:v>-0.03782804338259138</c:v>
                </c:pt>
                <c:pt idx="2964">
                  <c:v>-0.03782804338259138</c:v>
                </c:pt>
                <c:pt idx="2965">
                  <c:v>-0.03782804338259138</c:v>
                </c:pt>
                <c:pt idx="2966">
                  <c:v>-0.03782804338259138</c:v>
                </c:pt>
                <c:pt idx="2967">
                  <c:v>-0.03782804338259138</c:v>
                </c:pt>
                <c:pt idx="2968">
                  <c:v>-0.03782804338259138</c:v>
                </c:pt>
                <c:pt idx="2969">
                  <c:v>-0.03782804338259138</c:v>
                </c:pt>
                <c:pt idx="2970">
                  <c:v>-0.03782804338259138</c:v>
                </c:pt>
                <c:pt idx="2971">
                  <c:v>-0.03782804338259138</c:v>
                </c:pt>
                <c:pt idx="2972">
                  <c:v>-0.03782804338259138</c:v>
                </c:pt>
                <c:pt idx="2973">
                  <c:v>-0.03782804338259138</c:v>
                </c:pt>
                <c:pt idx="2974">
                  <c:v>-0.03782804338259138</c:v>
                </c:pt>
                <c:pt idx="2975">
                  <c:v>-0.03782804338259138</c:v>
                </c:pt>
                <c:pt idx="2976">
                  <c:v>-0.03782804338259138</c:v>
                </c:pt>
                <c:pt idx="2977">
                  <c:v>-0.03782804338259138</c:v>
                </c:pt>
                <c:pt idx="2978">
                  <c:v>-0.03782804338259138</c:v>
                </c:pt>
                <c:pt idx="2979">
                  <c:v>-0.03782804338259138</c:v>
                </c:pt>
                <c:pt idx="2980">
                  <c:v>-0.03782804338259138</c:v>
                </c:pt>
                <c:pt idx="2981">
                  <c:v>-0.03782804338259138</c:v>
                </c:pt>
                <c:pt idx="2982">
                  <c:v>-0.03782804338259138</c:v>
                </c:pt>
                <c:pt idx="2983">
                  <c:v>-0.03782804338259138</c:v>
                </c:pt>
                <c:pt idx="2984">
                  <c:v>-0.03782804338259138</c:v>
                </c:pt>
                <c:pt idx="2985">
                  <c:v>-0.03782804338259138</c:v>
                </c:pt>
                <c:pt idx="2986">
                  <c:v>-0.03782804338259138</c:v>
                </c:pt>
                <c:pt idx="2987">
                  <c:v>-0.03782804338259138</c:v>
                </c:pt>
                <c:pt idx="2988">
                  <c:v>-0.03782804338259138</c:v>
                </c:pt>
                <c:pt idx="2989">
                  <c:v>-0.03782804338259138</c:v>
                </c:pt>
                <c:pt idx="2990">
                  <c:v>-0.03782804338259138</c:v>
                </c:pt>
                <c:pt idx="2991">
                  <c:v>-0.03782804338259138</c:v>
                </c:pt>
                <c:pt idx="2992">
                  <c:v>-0.03782804338259138</c:v>
                </c:pt>
                <c:pt idx="2993">
                  <c:v>-0.03782804338259138</c:v>
                </c:pt>
                <c:pt idx="2994">
                  <c:v>-0.03782804338259138</c:v>
                </c:pt>
                <c:pt idx="2995">
                  <c:v>-0.03782804338259138</c:v>
                </c:pt>
                <c:pt idx="2996">
                  <c:v>-0.03782804338259138</c:v>
                </c:pt>
                <c:pt idx="2997">
                  <c:v>-0.03782804338259138</c:v>
                </c:pt>
                <c:pt idx="2998">
                  <c:v>-0.03782804338259138</c:v>
                </c:pt>
                <c:pt idx="2999">
                  <c:v>-0.03782804338259138</c:v>
                </c:pt>
                <c:pt idx="3000">
                  <c:v>-0.03782804338259138</c:v>
                </c:pt>
                <c:pt idx="3001">
                  <c:v>-0.03782804338259138</c:v>
                </c:pt>
                <c:pt idx="3002">
                  <c:v>-0.03782804338259138</c:v>
                </c:pt>
                <c:pt idx="3003">
                  <c:v>-0.03782804338259138</c:v>
                </c:pt>
                <c:pt idx="3004">
                  <c:v>-0.03782804338259138</c:v>
                </c:pt>
                <c:pt idx="3005">
                  <c:v>-0.03782804338259138</c:v>
                </c:pt>
                <c:pt idx="3006">
                  <c:v>-0.03782804338259138</c:v>
                </c:pt>
                <c:pt idx="3007">
                  <c:v>-0.03782804338259138</c:v>
                </c:pt>
                <c:pt idx="3008">
                  <c:v>-0.03782804338259138</c:v>
                </c:pt>
                <c:pt idx="3009">
                  <c:v>-0.03782804338259138</c:v>
                </c:pt>
                <c:pt idx="3010">
                  <c:v>-0.03782804338259138</c:v>
                </c:pt>
                <c:pt idx="3011">
                  <c:v>-0.03782804338259138</c:v>
                </c:pt>
                <c:pt idx="3012">
                  <c:v>-0.03782804338259138</c:v>
                </c:pt>
                <c:pt idx="3013">
                  <c:v>-0.03782804338259138</c:v>
                </c:pt>
                <c:pt idx="3014">
                  <c:v>-0.03782804338259138</c:v>
                </c:pt>
                <c:pt idx="3015">
                  <c:v>-0.03782804338259138</c:v>
                </c:pt>
                <c:pt idx="3016">
                  <c:v>-0.03782804338259138</c:v>
                </c:pt>
                <c:pt idx="3017">
                  <c:v>-0.03782804338259138</c:v>
                </c:pt>
                <c:pt idx="3018">
                  <c:v>-0.03782804338259138</c:v>
                </c:pt>
                <c:pt idx="3019">
                  <c:v>-0.03782804338259138</c:v>
                </c:pt>
                <c:pt idx="3020">
                  <c:v>-0.03782804338259138</c:v>
                </c:pt>
                <c:pt idx="3021">
                  <c:v>-0.03782804338259138</c:v>
                </c:pt>
                <c:pt idx="3022">
                  <c:v>-0.03782804338259138</c:v>
                </c:pt>
                <c:pt idx="3023">
                  <c:v>-0.03782804338259138</c:v>
                </c:pt>
                <c:pt idx="3024">
                  <c:v>-0.03782804338259138</c:v>
                </c:pt>
                <c:pt idx="3025">
                  <c:v>-0.03782804338259138</c:v>
                </c:pt>
                <c:pt idx="3026">
                  <c:v>-0.03782804338259138</c:v>
                </c:pt>
                <c:pt idx="3027">
                  <c:v>-0.03782804338259138</c:v>
                </c:pt>
                <c:pt idx="3028">
                  <c:v>-0.03782804338259138</c:v>
                </c:pt>
                <c:pt idx="3029">
                  <c:v>-0.03782804338259138</c:v>
                </c:pt>
                <c:pt idx="3030">
                  <c:v>-0.03782804338259138</c:v>
                </c:pt>
                <c:pt idx="3031">
                  <c:v>-0.03782804338259138</c:v>
                </c:pt>
                <c:pt idx="3032">
                  <c:v>-0.03782804338259138</c:v>
                </c:pt>
                <c:pt idx="3033">
                  <c:v>-0.03782804338259138</c:v>
                </c:pt>
                <c:pt idx="3034">
                  <c:v>-0.03782804338259138</c:v>
                </c:pt>
                <c:pt idx="3035">
                  <c:v>-0.03782804338259138</c:v>
                </c:pt>
                <c:pt idx="3036">
                  <c:v>-0.03782804338259138</c:v>
                </c:pt>
                <c:pt idx="3037">
                  <c:v>-0.03782804338259138</c:v>
                </c:pt>
                <c:pt idx="3038">
                  <c:v>-0.03782804338259138</c:v>
                </c:pt>
                <c:pt idx="3039">
                  <c:v>-0.03782804338259138</c:v>
                </c:pt>
                <c:pt idx="3040">
                  <c:v>-0.03782804338259138</c:v>
                </c:pt>
                <c:pt idx="3041">
                  <c:v>-0.03782804338259138</c:v>
                </c:pt>
                <c:pt idx="3042">
                  <c:v>-0.03782804338259138</c:v>
                </c:pt>
                <c:pt idx="3043">
                  <c:v>-0.03782804338259138</c:v>
                </c:pt>
                <c:pt idx="3044">
                  <c:v>-0.03782804338259138</c:v>
                </c:pt>
                <c:pt idx="3045">
                  <c:v>-0.03782804338259138</c:v>
                </c:pt>
                <c:pt idx="3046">
                  <c:v>-0.03782804338259138</c:v>
                </c:pt>
                <c:pt idx="3047">
                  <c:v>-0.03782804338259138</c:v>
                </c:pt>
                <c:pt idx="3048">
                  <c:v>-0.03782804338259138</c:v>
                </c:pt>
                <c:pt idx="3049">
                  <c:v>-0.03782804338259138</c:v>
                </c:pt>
                <c:pt idx="3050">
                  <c:v>-0.03782804338259138</c:v>
                </c:pt>
                <c:pt idx="3051">
                  <c:v>-0.03782804338259138</c:v>
                </c:pt>
                <c:pt idx="3052">
                  <c:v>-0.03782804338259138</c:v>
                </c:pt>
                <c:pt idx="3053">
                  <c:v>-0.03782804338259138</c:v>
                </c:pt>
                <c:pt idx="3054">
                  <c:v>-0.03782804338259138</c:v>
                </c:pt>
                <c:pt idx="3055">
                  <c:v>-0.03782804338259138</c:v>
                </c:pt>
                <c:pt idx="3056">
                  <c:v>-0.03782804338259138</c:v>
                </c:pt>
                <c:pt idx="3057">
                  <c:v>-0.03782804338259138</c:v>
                </c:pt>
                <c:pt idx="3058">
                  <c:v>-0.03782804338259138</c:v>
                </c:pt>
                <c:pt idx="3059">
                  <c:v>-0.03782804338259138</c:v>
                </c:pt>
                <c:pt idx="3060">
                  <c:v>-0.03782804338259138</c:v>
                </c:pt>
                <c:pt idx="3061">
                  <c:v>-0.03782804338259138</c:v>
                </c:pt>
                <c:pt idx="3062">
                  <c:v>-0.03782804338259138</c:v>
                </c:pt>
                <c:pt idx="3063">
                  <c:v>-0.03782804338259138</c:v>
                </c:pt>
                <c:pt idx="3064">
                  <c:v>-0.03782804338259138</c:v>
                </c:pt>
                <c:pt idx="3065">
                  <c:v>-0.03782804338259138</c:v>
                </c:pt>
                <c:pt idx="3066">
                  <c:v>-0.03782804338259138</c:v>
                </c:pt>
                <c:pt idx="3067">
                  <c:v>-0.03782804338259138</c:v>
                </c:pt>
                <c:pt idx="3068">
                  <c:v>-0.03782804338259138</c:v>
                </c:pt>
                <c:pt idx="3069">
                  <c:v>-0.03782804338259138</c:v>
                </c:pt>
                <c:pt idx="3070">
                  <c:v>-0.03782804338259138</c:v>
                </c:pt>
                <c:pt idx="3071">
                  <c:v>-0.03782804338259138</c:v>
                </c:pt>
                <c:pt idx="3072">
                  <c:v>-0.03782804338259138</c:v>
                </c:pt>
                <c:pt idx="3073">
                  <c:v>-0.03782804338259138</c:v>
                </c:pt>
                <c:pt idx="3074">
                  <c:v>-0.03782804338259138</c:v>
                </c:pt>
                <c:pt idx="3075">
                  <c:v>-0.03782804338259138</c:v>
                </c:pt>
                <c:pt idx="3076">
                  <c:v>-0.03782804338259138</c:v>
                </c:pt>
                <c:pt idx="3077">
                  <c:v>-0.03782804338259138</c:v>
                </c:pt>
                <c:pt idx="3078">
                  <c:v>-0.03782804338259138</c:v>
                </c:pt>
                <c:pt idx="3079">
                  <c:v>-0.03782804338259138</c:v>
                </c:pt>
                <c:pt idx="3080">
                  <c:v>-0.03782804338259138</c:v>
                </c:pt>
                <c:pt idx="3081">
                  <c:v>-0.03782804338259138</c:v>
                </c:pt>
                <c:pt idx="3082">
                  <c:v>-0.03782804338259138</c:v>
                </c:pt>
                <c:pt idx="3083">
                  <c:v>-0.03782804338259138</c:v>
                </c:pt>
                <c:pt idx="3084">
                  <c:v>-0.03782804338259138</c:v>
                </c:pt>
                <c:pt idx="3085">
                  <c:v>-0.03782804338259138</c:v>
                </c:pt>
                <c:pt idx="3086">
                  <c:v>-0.03782804338259138</c:v>
                </c:pt>
                <c:pt idx="3087">
                  <c:v>-0.03782804338259138</c:v>
                </c:pt>
                <c:pt idx="3088">
                  <c:v>-0.03782804338259138</c:v>
                </c:pt>
                <c:pt idx="3089">
                  <c:v>-0.03782804338259138</c:v>
                </c:pt>
                <c:pt idx="3090">
                  <c:v>-0.03782804338259138</c:v>
                </c:pt>
                <c:pt idx="3091">
                  <c:v>-0.03782804338259138</c:v>
                </c:pt>
                <c:pt idx="3092">
                  <c:v>-0.03782804338259138</c:v>
                </c:pt>
                <c:pt idx="3093">
                  <c:v>-0.03782804338259138</c:v>
                </c:pt>
                <c:pt idx="3094">
                  <c:v>-0.03782804338259138</c:v>
                </c:pt>
                <c:pt idx="3095">
                  <c:v>-0.03782804338259138</c:v>
                </c:pt>
                <c:pt idx="3096">
                  <c:v>-0.03782804338259138</c:v>
                </c:pt>
                <c:pt idx="3097">
                  <c:v>-0.03782804338259138</c:v>
                </c:pt>
                <c:pt idx="3098">
                  <c:v>-0.03782804338259138</c:v>
                </c:pt>
                <c:pt idx="3099">
                  <c:v>-0.03782804338259138</c:v>
                </c:pt>
                <c:pt idx="3100">
                  <c:v>-0.03782804338259138</c:v>
                </c:pt>
                <c:pt idx="3101">
                  <c:v>-0.03782804338259138</c:v>
                </c:pt>
                <c:pt idx="3102">
                  <c:v>-0.03782804338259138</c:v>
                </c:pt>
                <c:pt idx="3103">
                  <c:v>-0.03782804338259138</c:v>
                </c:pt>
                <c:pt idx="3104">
                  <c:v>-0.03782804338259138</c:v>
                </c:pt>
                <c:pt idx="3105">
                  <c:v>-0.03782804338259138</c:v>
                </c:pt>
                <c:pt idx="3106">
                  <c:v>-0.03782804338259138</c:v>
                </c:pt>
                <c:pt idx="3107">
                  <c:v>-0.03782804338259138</c:v>
                </c:pt>
                <c:pt idx="3108">
                  <c:v>-0.03782804338259138</c:v>
                </c:pt>
                <c:pt idx="3109">
                  <c:v>-0.03782804338259138</c:v>
                </c:pt>
                <c:pt idx="3110">
                  <c:v>-0.03782804338259138</c:v>
                </c:pt>
                <c:pt idx="3111">
                  <c:v>-0.03782804338259138</c:v>
                </c:pt>
                <c:pt idx="3112">
                  <c:v>-0.03782804338259138</c:v>
                </c:pt>
                <c:pt idx="3113">
                  <c:v>-0.03782804338259138</c:v>
                </c:pt>
                <c:pt idx="3114">
                  <c:v>-0.03782804338259138</c:v>
                </c:pt>
                <c:pt idx="3115">
                  <c:v>-0.03782804338259138</c:v>
                </c:pt>
                <c:pt idx="3116">
                  <c:v>-0.03782804338259138</c:v>
                </c:pt>
                <c:pt idx="3117">
                  <c:v>-0.03782804338259138</c:v>
                </c:pt>
                <c:pt idx="3118">
                  <c:v>-0.03782804338259138</c:v>
                </c:pt>
                <c:pt idx="3119">
                  <c:v>-0.03782804338259138</c:v>
                </c:pt>
                <c:pt idx="3120">
                  <c:v>-0.03782804338259138</c:v>
                </c:pt>
                <c:pt idx="3121">
                  <c:v>-0.03782804338259138</c:v>
                </c:pt>
                <c:pt idx="3122">
                  <c:v>-0.03782804338259138</c:v>
                </c:pt>
                <c:pt idx="3123">
                  <c:v>-0.03782804338259138</c:v>
                </c:pt>
                <c:pt idx="3124">
                  <c:v>-0.03782804338259138</c:v>
                </c:pt>
                <c:pt idx="3125">
                  <c:v>-0.03782804338259138</c:v>
                </c:pt>
                <c:pt idx="3126">
                  <c:v>-0.03782804338259138</c:v>
                </c:pt>
                <c:pt idx="3127">
                  <c:v>-0.03782804338259138</c:v>
                </c:pt>
                <c:pt idx="3128">
                  <c:v>-0.03782804338259138</c:v>
                </c:pt>
                <c:pt idx="3129">
                  <c:v>-0.03782804338259138</c:v>
                </c:pt>
                <c:pt idx="3130">
                  <c:v>-0.03782804338259138</c:v>
                </c:pt>
                <c:pt idx="3131">
                  <c:v>-0.03782804338259138</c:v>
                </c:pt>
                <c:pt idx="3132">
                  <c:v>-0.03782804338259138</c:v>
                </c:pt>
                <c:pt idx="3133">
                  <c:v>-0.03782804338259138</c:v>
                </c:pt>
                <c:pt idx="3134">
                  <c:v>-0.03782804338259138</c:v>
                </c:pt>
                <c:pt idx="3135">
                  <c:v>-0.03782804338259138</c:v>
                </c:pt>
                <c:pt idx="3136">
                  <c:v>-0.03782804338259138</c:v>
                </c:pt>
                <c:pt idx="3137">
                  <c:v>-0.03782804338259138</c:v>
                </c:pt>
                <c:pt idx="3138">
                  <c:v>-0.03782804338259138</c:v>
                </c:pt>
                <c:pt idx="3139">
                  <c:v>-0.03782804338259138</c:v>
                </c:pt>
                <c:pt idx="3140">
                  <c:v>-0.03782804338259138</c:v>
                </c:pt>
                <c:pt idx="3141">
                  <c:v>-0.03782804338259138</c:v>
                </c:pt>
                <c:pt idx="3142">
                  <c:v>-0.03782804338259138</c:v>
                </c:pt>
                <c:pt idx="3143">
                  <c:v>-0.03782804338259138</c:v>
                </c:pt>
                <c:pt idx="3144">
                  <c:v>-0.03782804338259138</c:v>
                </c:pt>
                <c:pt idx="3145">
                  <c:v>-0.03782804338259138</c:v>
                </c:pt>
                <c:pt idx="3146">
                  <c:v>-0.03782804338259138</c:v>
                </c:pt>
                <c:pt idx="3147">
                  <c:v>-0.03782804338259138</c:v>
                </c:pt>
                <c:pt idx="3148">
                  <c:v>-0.03782804338259138</c:v>
                </c:pt>
                <c:pt idx="3149">
                  <c:v>-0.03782804338259138</c:v>
                </c:pt>
                <c:pt idx="3150">
                  <c:v>-0.03782804338259138</c:v>
                </c:pt>
                <c:pt idx="3151">
                  <c:v>-0.03782804338259138</c:v>
                </c:pt>
                <c:pt idx="3152">
                  <c:v>-0.03782804338259138</c:v>
                </c:pt>
                <c:pt idx="3153">
                  <c:v>-0.03782804338259138</c:v>
                </c:pt>
                <c:pt idx="3154">
                  <c:v>-0.03782804338259138</c:v>
                </c:pt>
                <c:pt idx="3155">
                  <c:v>-0.03782804338259138</c:v>
                </c:pt>
                <c:pt idx="3156">
                  <c:v>-0.03782804338259138</c:v>
                </c:pt>
                <c:pt idx="3157">
                  <c:v>-0.03782804338259138</c:v>
                </c:pt>
                <c:pt idx="3158">
                  <c:v>-0.03782804338259138</c:v>
                </c:pt>
                <c:pt idx="3159">
                  <c:v>-0.03782804338259138</c:v>
                </c:pt>
                <c:pt idx="3160">
                  <c:v>-0.03782804338259138</c:v>
                </c:pt>
                <c:pt idx="3161">
                  <c:v>-0.03782804338259138</c:v>
                </c:pt>
                <c:pt idx="3162">
                  <c:v>-0.03782804338259138</c:v>
                </c:pt>
                <c:pt idx="3163">
                  <c:v>-0.03782804338259138</c:v>
                </c:pt>
                <c:pt idx="3164">
                  <c:v>-0.03782804338259138</c:v>
                </c:pt>
                <c:pt idx="3165">
                  <c:v>-0.03782804338259138</c:v>
                </c:pt>
                <c:pt idx="3166">
                  <c:v>-0.03782804338259138</c:v>
                </c:pt>
                <c:pt idx="3167">
                  <c:v>-0.03782804338259138</c:v>
                </c:pt>
                <c:pt idx="3168">
                  <c:v>-0.03782804338259138</c:v>
                </c:pt>
                <c:pt idx="3169">
                  <c:v>-0.03782804338259138</c:v>
                </c:pt>
                <c:pt idx="3170">
                  <c:v>-0.03782804338259138</c:v>
                </c:pt>
                <c:pt idx="3171">
                  <c:v>-0.03782804338259138</c:v>
                </c:pt>
                <c:pt idx="3172">
                  <c:v>-0.03782804338259138</c:v>
                </c:pt>
                <c:pt idx="3173">
                  <c:v>-0.03782804338259138</c:v>
                </c:pt>
                <c:pt idx="3174">
                  <c:v>-0.03782804338259138</c:v>
                </c:pt>
                <c:pt idx="3175">
                  <c:v>-0.03782804338259138</c:v>
                </c:pt>
                <c:pt idx="3176">
                  <c:v>-0.03782804338259138</c:v>
                </c:pt>
                <c:pt idx="3177">
                  <c:v>-0.03782804338259138</c:v>
                </c:pt>
                <c:pt idx="3178">
                  <c:v>-0.03782804338259138</c:v>
                </c:pt>
                <c:pt idx="3179">
                  <c:v>-0.03782804338259138</c:v>
                </c:pt>
                <c:pt idx="3180">
                  <c:v>-0.03782804338259138</c:v>
                </c:pt>
                <c:pt idx="3181">
                  <c:v>-0.03782804338259138</c:v>
                </c:pt>
                <c:pt idx="3182">
                  <c:v>-0.03782804338259138</c:v>
                </c:pt>
                <c:pt idx="3183">
                  <c:v>-0.03782804338259138</c:v>
                </c:pt>
                <c:pt idx="3184">
                  <c:v>-0.03782804338259138</c:v>
                </c:pt>
                <c:pt idx="3185">
                  <c:v>-0.03782804338259138</c:v>
                </c:pt>
                <c:pt idx="3186">
                  <c:v>-0.03782804338259138</c:v>
                </c:pt>
                <c:pt idx="3187">
                  <c:v>-0.03782804338259138</c:v>
                </c:pt>
                <c:pt idx="3188">
                  <c:v>-0.03782804338259138</c:v>
                </c:pt>
                <c:pt idx="3189">
                  <c:v>-0.03782804338259138</c:v>
                </c:pt>
                <c:pt idx="3190">
                  <c:v>-0.03782804338259138</c:v>
                </c:pt>
                <c:pt idx="3191">
                  <c:v>-0.03782804338259138</c:v>
                </c:pt>
                <c:pt idx="3192">
                  <c:v>-0.03782804338259138</c:v>
                </c:pt>
                <c:pt idx="3193">
                  <c:v>-0.03782804338259138</c:v>
                </c:pt>
                <c:pt idx="3194">
                  <c:v>-0.03782804338259138</c:v>
                </c:pt>
                <c:pt idx="3195">
                  <c:v>-0.03782804338259138</c:v>
                </c:pt>
                <c:pt idx="3196">
                  <c:v>-0.03782804338259138</c:v>
                </c:pt>
                <c:pt idx="3197">
                  <c:v>-0.03782804338259138</c:v>
                </c:pt>
                <c:pt idx="3198">
                  <c:v>-0.03782804338259138</c:v>
                </c:pt>
                <c:pt idx="3199">
                  <c:v>-0.03782804338259138</c:v>
                </c:pt>
                <c:pt idx="3200">
                  <c:v>-0.03782804338259138</c:v>
                </c:pt>
                <c:pt idx="3201">
                  <c:v>-0.03782804338259138</c:v>
                </c:pt>
                <c:pt idx="3202">
                  <c:v>-0.03782804338259138</c:v>
                </c:pt>
                <c:pt idx="3203">
                  <c:v>-0.03782804338259138</c:v>
                </c:pt>
                <c:pt idx="3204">
                  <c:v>-0.03782804338259138</c:v>
                </c:pt>
                <c:pt idx="3205">
                  <c:v>-0.03782804338259138</c:v>
                </c:pt>
                <c:pt idx="3206">
                  <c:v>-0.03782804338259138</c:v>
                </c:pt>
                <c:pt idx="3207">
                  <c:v>-0.03782804338259138</c:v>
                </c:pt>
                <c:pt idx="3208">
                  <c:v>-0.03782804338259138</c:v>
                </c:pt>
                <c:pt idx="3209">
                  <c:v>-0.03782804338259138</c:v>
                </c:pt>
                <c:pt idx="3210">
                  <c:v>-0.03782804338259138</c:v>
                </c:pt>
                <c:pt idx="3211">
                  <c:v>-0.03782804338259138</c:v>
                </c:pt>
                <c:pt idx="3212">
                  <c:v>-0.03782804338259138</c:v>
                </c:pt>
                <c:pt idx="3213">
                  <c:v>-0.03782804338259138</c:v>
                </c:pt>
                <c:pt idx="3214">
                  <c:v>-0.03782804338259138</c:v>
                </c:pt>
                <c:pt idx="3215">
                  <c:v>-0.03782804338259138</c:v>
                </c:pt>
                <c:pt idx="3216">
                  <c:v>-0.03782804338259138</c:v>
                </c:pt>
                <c:pt idx="3217">
                  <c:v>-0.03782804338259138</c:v>
                </c:pt>
                <c:pt idx="3218">
                  <c:v>-0.03782804338259138</c:v>
                </c:pt>
                <c:pt idx="3219">
                  <c:v>-0.03782804338259138</c:v>
                </c:pt>
                <c:pt idx="3220">
                  <c:v>-0.03782804338259138</c:v>
                </c:pt>
                <c:pt idx="3221">
                  <c:v>-0.03782804338259138</c:v>
                </c:pt>
                <c:pt idx="3222">
                  <c:v>-0.03782804338259138</c:v>
                </c:pt>
                <c:pt idx="3223">
                  <c:v>-0.03782804338259138</c:v>
                </c:pt>
                <c:pt idx="3224">
                  <c:v>-0.03782804338259138</c:v>
                </c:pt>
                <c:pt idx="3225">
                  <c:v>-0.03782804338259138</c:v>
                </c:pt>
                <c:pt idx="3226">
                  <c:v>-0.03782804338259138</c:v>
                </c:pt>
                <c:pt idx="3227">
                  <c:v>-0.03782804338259138</c:v>
                </c:pt>
                <c:pt idx="3228">
                  <c:v>-0.03782804338259138</c:v>
                </c:pt>
                <c:pt idx="3229">
                  <c:v>-0.03782804338259138</c:v>
                </c:pt>
                <c:pt idx="3230">
                  <c:v>-0.03782804338259138</c:v>
                </c:pt>
                <c:pt idx="3231">
                  <c:v>-0.03782804338259138</c:v>
                </c:pt>
                <c:pt idx="3232">
                  <c:v>-0.03782804338259138</c:v>
                </c:pt>
                <c:pt idx="3233">
                  <c:v>-0.03782804338259138</c:v>
                </c:pt>
                <c:pt idx="3234">
                  <c:v>-0.03782804338259138</c:v>
                </c:pt>
                <c:pt idx="3235">
                  <c:v>-0.03782804338259138</c:v>
                </c:pt>
                <c:pt idx="3236">
                  <c:v>-0.03782804338259138</c:v>
                </c:pt>
                <c:pt idx="3237">
                  <c:v>-0.03782804338259138</c:v>
                </c:pt>
                <c:pt idx="3238">
                  <c:v>-0.03782804338259138</c:v>
                </c:pt>
                <c:pt idx="3239">
                  <c:v>-0.03782804338259138</c:v>
                </c:pt>
                <c:pt idx="3240">
                  <c:v>-0.03782804338259138</c:v>
                </c:pt>
                <c:pt idx="3241">
                  <c:v>-0.03782804338259138</c:v>
                </c:pt>
                <c:pt idx="3242">
                  <c:v>-0.03782804338259138</c:v>
                </c:pt>
                <c:pt idx="3243">
                  <c:v>-0.03782804338259138</c:v>
                </c:pt>
                <c:pt idx="3244">
                  <c:v>-0.03782804338259138</c:v>
                </c:pt>
                <c:pt idx="3245">
                  <c:v>-0.03782804338259138</c:v>
                </c:pt>
                <c:pt idx="3246">
                  <c:v>-0.03782804338259138</c:v>
                </c:pt>
                <c:pt idx="3247">
                  <c:v>-0.03782804338259138</c:v>
                </c:pt>
                <c:pt idx="3248">
                  <c:v>-0.03782804338259138</c:v>
                </c:pt>
                <c:pt idx="3249">
                  <c:v>-0.03782804338259138</c:v>
                </c:pt>
                <c:pt idx="3250">
                  <c:v>-0.03782804338259138</c:v>
                </c:pt>
                <c:pt idx="3251">
                  <c:v>-0.03782804338259138</c:v>
                </c:pt>
                <c:pt idx="3252">
                  <c:v>-0.03782804338259138</c:v>
                </c:pt>
                <c:pt idx="3253">
                  <c:v>-0.03782804338259138</c:v>
                </c:pt>
                <c:pt idx="3254">
                  <c:v>-0.03782804338259138</c:v>
                </c:pt>
                <c:pt idx="3255">
                  <c:v>-0.03782804338259138</c:v>
                </c:pt>
                <c:pt idx="3256">
                  <c:v>-0.03782804338259138</c:v>
                </c:pt>
                <c:pt idx="3257">
                  <c:v>-0.03782804338259138</c:v>
                </c:pt>
                <c:pt idx="3258">
                  <c:v>-0.03782804338259138</c:v>
                </c:pt>
                <c:pt idx="3259">
                  <c:v>-0.03782804338259138</c:v>
                </c:pt>
                <c:pt idx="3260">
                  <c:v>-0.03782804338259138</c:v>
                </c:pt>
                <c:pt idx="3261">
                  <c:v>-0.03782804338259138</c:v>
                </c:pt>
                <c:pt idx="3262">
                  <c:v>-0.03782804338259138</c:v>
                </c:pt>
                <c:pt idx="3263">
                  <c:v>-0.03782804338259138</c:v>
                </c:pt>
                <c:pt idx="3264">
                  <c:v>-0.03782804338259138</c:v>
                </c:pt>
                <c:pt idx="3265">
                  <c:v>-0.03782804338259138</c:v>
                </c:pt>
                <c:pt idx="3266">
                  <c:v>-0.03782804338259138</c:v>
                </c:pt>
                <c:pt idx="3267">
                  <c:v>-0.03782804338259138</c:v>
                </c:pt>
                <c:pt idx="3268">
                  <c:v>-0.03782804338259138</c:v>
                </c:pt>
                <c:pt idx="3269">
                  <c:v>-0.03782804338259138</c:v>
                </c:pt>
                <c:pt idx="3270">
                  <c:v>-0.03782804338259138</c:v>
                </c:pt>
                <c:pt idx="3271">
                  <c:v>-0.03782804338259138</c:v>
                </c:pt>
                <c:pt idx="3272">
                  <c:v>-0.03782804338259138</c:v>
                </c:pt>
                <c:pt idx="3273">
                  <c:v>-0.03782804338259138</c:v>
                </c:pt>
                <c:pt idx="3274">
                  <c:v>-0.03782804338259138</c:v>
                </c:pt>
                <c:pt idx="3275">
                  <c:v>-0.03782804338259138</c:v>
                </c:pt>
                <c:pt idx="3276">
                  <c:v>-0.03782804338259138</c:v>
                </c:pt>
                <c:pt idx="3277">
                  <c:v>-0.03782804338259138</c:v>
                </c:pt>
                <c:pt idx="3278">
                  <c:v>-0.03782804338259138</c:v>
                </c:pt>
                <c:pt idx="3279">
                  <c:v>-0.03782804338259138</c:v>
                </c:pt>
                <c:pt idx="3280">
                  <c:v>-0.03782804338259138</c:v>
                </c:pt>
                <c:pt idx="3281">
                  <c:v>-0.03782804338259138</c:v>
                </c:pt>
                <c:pt idx="3282">
                  <c:v>-0.03782804338259138</c:v>
                </c:pt>
                <c:pt idx="3283">
                  <c:v>-0.03782804338259138</c:v>
                </c:pt>
                <c:pt idx="3284">
                  <c:v>-0.03782804338259138</c:v>
                </c:pt>
                <c:pt idx="3285">
                  <c:v>-0.03782804338259138</c:v>
                </c:pt>
                <c:pt idx="3286">
                  <c:v>-0.03782804338259138</c:v>
                </c:pt>
                <c:pt idx="3287">
                  <c:v>-0.03782804338259138</c:v>
                </c:pt>
                <c:pt idx="3288">
                  <c:v>-0.03782804338259138</c:v>
                </c:pt>
                <c:pt idx="3289">
                  <c:v>-0.03782804338259138</c:v>
                </c:pt>
                <c:pt idx="3290">
                  <c:v>-0.03782804338259138</c:v>
                </c:pt>
                <c:pt idx="3291">
                  <c:v>-0.03782804338259138</c:v>
                </c:pt>
                <c:pt idx="3292">
                  <c:v>-0.03782804338259138</c:v>
                </c:pt>
                <c:pt idx="3293">
                  <c:v>-0.03782804338259138</c:v>
                </c:pt>
                <c:pt idx="3294">
                  <c:v>-0.03782804338259138</c:v>
                </c:pt>
                <c:pt idx="3295">
                  <c:v>-0.03782804338259138</c:v>
                </c:pt>
                <c:pt idx="3296">
                  <c:v>-0.03782804338259138</c:v>
                </c:pt>
                <c:pt idx="3297">
                  <c:v>-0.03782804338259138</c:v>
                </c:pt>
                <c:pt idx="3298">
                  <c:v>-0.03782804338259138</c:v>
                </c:pt>
                <c:pt idx="3299">
                  <c:v>-0.03782804338259138</c:v>
                </c:pt>
                <c:pt idx="3300">
                  <c:v>-0.03782804338259138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396-4FA6-8EB5-50B23F57D9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0145295"/>
        <c:axId val="390144335"/>
      </c:lineChart>
      <c:dateAx>
        <c:axId val="390145295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4335"/>
        <c:crosses val="autoZero"/>
        <c:auto val="1"/>
        <c:lblOffset val="100"/>
        <c:baseTimeUnit val="days"/>
      </c:dateAx>
      <c:valAx>
        <c:axId val="39014433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598117799028436E-2"/>
          <c:y val="4.0508428623829799E-2"/>
          <c:w val="0.93074612240041021"/>
          <c:h val="0.75929009205045161"/>
        </c:manualLayout>
      </c:layout>
      <c:areaChart>
        <c:grouping val="standard"/>
        <c:varyColors val="0"/>
        <c:ser>
          <c:idx val="0"/>
          <c:order val="0"/>
          <c:tx>
            <c:strRef>
              <c:f>'Component treatment'!$P$4</c:f>
              <c:strCache>
                <c:ptCount val="1"/>
                <c:pt idx="0">
                  <c:v>Positivo</c:v>
                </c:pt>
              </c:strCache>
            </c:strRef>
          </c:tx>
          <c:spPr>
            <a:solidFill>
              <a:srgbClr val="1F2F44"/>
            </a:solidFill>
            <a:ln>
              <a:noFill/>
            </a:ln>
            <a:effectLst/>
          </c:spPr>
          <c:cat>
            <c:numRef>
              <c:f>'Component treatment'!$N$5:$N$50000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treatment'!$P$5:$P$50000</c:f>
              <c:numCache>
                <c:formatCode>0.0</c:formatCode>
                <c:ptCount val="49996"/>
                <c:pt idx="12">
                  <c:v>1.238435026243021</c:v>
                </c:pt>
                <c:pt idx="19">
                  <c:v>0.05294772540898052</c:v>
                </c:pt>
                <c:pt idx="25">
                  <c:v>21.74402072813982</c:v>
                </c:pt>
                <c:pt idx="26">
                  <c:v>31.15089167600028</c:v>
                </c:pt>
                <c:pt idx="27">
                  <c:v>37.70385639988465</c:v>
                </c:pt>
                <c:pt idx="28">
                  <c:v>17.32703627930817</c:v>
                </c:pt>
                <c:pt idx="29">
                  <c:v>6.494843326696052</c:v>
                </c:pt>
                <c:pt idx="31">
                  <c:v>21.95009364854607</c:v>
                </c:pt>
                <c:pt idx="38">
                  <c:v>20.459513830379</c:v>
                </c:pt>
                <c:pt idx="44">
                  <c:v>3.168795301931759</c:v>
                </c:pt>
                <c:pt idx="45">
                  <c:v>46.02088933026495</c:v>
                </c:pt>
                <c:pt idx="46">
                  <c:v>39.68330320328715</c:v>
                </c:pt>
                <c:pt idx="47">
                  <c:v>6.819321997019006</c:v>
                </c:pt>
                <c:pt idx="48">
                  <c:v>36.36084946605529</c:v>
                </c:pt>
                <c:pt idx="49">
                  <c:v>3.606378746421147</c:v>
                </c:pt>
                <c:pt idx="54">
                  <c:v>22.17326297898302</c:v>
                </c:pt>
                <c:pt idx="56">
                  <c:v>34.83613343009726</c:v>
                </c:pt>
                <c:pt idx="60">
                  <c:v>40.57663217835307</c:v>
                </c:pt>
                <c:pt idx="61">
                  <c:v>86.08091389605529</c:v>
                </c:pt>
                <c:pt idx="62">
                  <c:v>73.90908884217828</c:v>
                </c:pt>
                <c:pt idx="63">
                  <c:v>96.80700180198944</c:v>
                </c:pt>
                <c:pt idx="64">
                  <c:v>85.25214235913384</c:v>
                </c:pt>
                <c:pt idx="65">
                  <c:v>69.92387172732889</c:v>
                </c:pt>
                <c:pt idx="66">
                  <c:v>82.73516476784846</c:v>
                </c:pt>
                <c:pt idx="67">
                  <c:v>57.1704988314828</c:v>
                </c:pt>
                <c:pt idx="68">
                  <c:v>89.13024735796702</c:v>
                </c:pt>
                <c:pt idx="69">
                  <c:v>103.0153335677984</c:v>
                </c:pt>
                <c:pt idx="70">
                  <c:v>75.03352637762238</c:v>
                </c:pt>
                <c:pt idx="71">
                  <c:v>79.12047908169515</c:v>
                </c:pt>
                <c:pt idx="72">
                  <c:v>43.30514351758232</c:v>
                </c:pt>
                <c:pt idx="73">
                  <c:v>47.38683187676096</c:v>
                </c:pt>
                <c:pt idx="74">
                  <c:v>52.56536726400154</c:v>
                </c:pt>
                <c:pt idx="75">
                  <c:v>20.05410313082091</c:v>
                </c:pt>
                <c:pt idx="76">
                  <c:v>17.99328431281319</c:v>
                </c:pt>
                <c:pt idx="77">
                  <c:v>43.44644601139165</c:v>
                </c:pt>
                <c:pt idx="78">
                  <c:v>29.38340166121564</c:v>
                </c:pt>
                <c:pt idx="79">
                  <c:v>48.93081499375688</c:v>
                </c:pt>
                <c:pt idx="80">
                  <c:v>64.0339799458104</c:v>
                </c:pt>
                <c:pt idx="81">
                  <c:v>27.60716783356565</c:v>
                </c:pt>
                <c:pt idx="82">
                  <c:v>33.00728701674377</c:v>
                </c:pt>
                <c:pt idx="83">
                  <c:v>10.80283308067582</c:v>
                </c:pt>
                <c:pt idx="84">
                  <c:v>22.46904091923159</c:v>
                </c:pt>
                <c:pt idx="85">
                  <c:v>32.11459475442037</c:v>
                </c:pt>
                <c:pt idx="86">
                  <c:v>10.19754102610675</c:v>
                </c:pt>
                <c:pt idx="88">
                  <c:v>40.12705539794911</c:v>
                </c:pt>
                <c:pt idx="89">
                  <c:v>54.19616413031769</c:v>
                </c:pt>
                <c:pt idx="90">
                  <c:v>29.92886679906738</c:v>
                </c:pt>
                <c:pt idx="91">
                  <c:v>46.70431367557912</c:v>
                </c:pt>
                <c:pt idx="92">
                  <c:v>54.7926780177262</c:v>
                </c:pt>
                <c:pt idx="93">
                  <c:v>27.59432921652677</c:v>
                </c:pt>
                <c:pt idx="94">
                  <c:v>38.01719031215794</c:v>
                </c:pt>
                <c:pt idx="95">
                  <c:v>54.31362207748639</c:v>
                </c:pt>
                <c:pt idx="96">
                  <c:v>58.90684780666506</c:v>
                </c:pt>
                <c:pt idx="97">
                  <c:v>67.62964341360664</c:v>
                </c:pt>
                <c:pt idx="98">
                  <c:v>43.05844123788233</c:v>
                </c:pt>
                <c:pt idx="99">
                  <c:v>43.05844123788233</c:v>
                </c:pt>
                <c:pt idx="132">
                  <c:v>1.307378171724237</c:v>
                </c:pt>
                <c:pt idx="133">
                  <c:v>33.96957589225646</c:v>
                </c:pt>
                <c:pt idx="134">
                  <c:v>28.04092261518416</c:v>
                </c:pt>
                <c:pt idx="135">
                  <c:v>39.15533924225472</c:v>
                </c:pt>
                <c:pt idx="136">
                  <c:v>6.394204358432014</c:v>
                </c:pt>
                <c:pt idx="137">
                  <c:v>9.335801693944639</c:v>
                </c:pt>
                <c:pt idx="138">
                  <c:v>47.57739780335598</c:v>
                </c:pt>
                <c:pt idx="139">
                  <c:v>24.55451892124301</c:v>
                </c:pt>
                <c:pt idx="141">
                  <c:v>9.540179352668536</c:v>
                </c:pt>
                <c:pt idx="148">
                  <c:v>9.22191381092774</c:v>
                </c:pt>
                <c:pt idx="149">
                  <c:v>18.56824389544801</c:v>
                </c:pt>
                <c:pt idx="150">
                  <c:v>3.353150565372543</c:v>
                </c:pt>
                <c:pt idx="154">
                  <c:v>39.61713904745644</c:v>
                </c:pt>
                <c:pt idx="155">
                  <c:v>16.85231733955046</c:v>
                </c:pt>
                <c:pt idx="159">
                  <c:v>7.024967486909766</c:v>
                </c:pt>
                <c:pt idx="160">
                  <c:v>9.896493097924251</c:v>
                </c:pt>
                <c:pt idx="166">
                  <c:v>11.29954813620232</c:v>
                </c:pt>
                <c:pt idx="167">
                  <c:v>37.32504748268737</c:v>
                </c:pt>
                <c:pt idx="180">
                  <c:v>8.920162435904654</c:v>
                </c:pt>
                <c:pt idx="181">
                  <c:v>27.51041959061865</c:v>
                </c:pt>
                <c:pt idx="183">
                  <c:v>21.97299945486282</c:v>
                </c:pt>
                <c:pt idx="184">
                  <c:v>58.14300870313946</c:v>
                </c:pt>
                <c:pt idx="185">
                  <c:v>38.47719318113873</c:v>
                </c:pt>
                <c:pt idx="186">
                  <c:v>45.34174644977507</c:v>
                </c:pt>
                <c:pt idx="187">
                  <c:v>54.8109188987083</c:v>
                </c:pt>
                <c:pt idx="188">
                  <c:v>21.02872748900252</c:v>
                </c:pt>
                <c:pt idx="190">
                  <c:v>11.18594701445617</c:v>
                </c:pt>
                <c:pt idx="191">
                  <c:v>23.32795637997821</c:v>
                </c:pt>
                <c:pt idx="192">
                  <c:v>29.20110193780003</c:v>
                </c:pt>
                <c:pt idx="193">
                  <c:v>36.76502886424631</c:v>
                </c:pt>
                <c:pt idx="194">
                  <c:v>25.0641460893156</c:v>
                </c:pt>
                <c:pt idx="195">
                  <c:v>28.16370821876968</c:v>
                </c:pt>
                <c:pt idx="196">
                  <c:v>14.62735546672507</c:v>
                </c:pt>
                <c:pt idx="207">
                  <c:v>5.606820261518264</c:v>
                </c:pt>
                <c:pt idx="216">
                  <c:v>19.92027730404546</c:v>
                </c:pt>
                <c:pt idx="217">
                  <c:v>17.84857902275376</c:v>
                </c:pt>
                <c:pt idx="218">
                  <c:v>40.27287056507796</c:v>
                </c:pt>
                <c:pt idx="219">
                  <c:v>78.87111340252913</c:v>
                </c:pt>
                <c:pt idx="220">
                  <c:v>59.55007834878834</c:v>
                </c:pt>
                <c:pt idx="221">
                  <c:v>52.39790130098118</c:v>
                </c:pt>
                <c:pt idx="222">
                  <c:v>82.44419502984104</c:v>
                </c:pt>
                <c:pt idx="223">
                  <c:v>54.44265839153209</c:v>
                </c:pt>
                <c:pt idx="224">
                  <c:v>66.53097044021766</c:v>
                </c:pt>
                <c:pt idx="225">
                  <c:v>59.00827275729412</c:v>
                </c:pt>
                <c:pt idx="226">
                  <c:v>81.77188770504648</c:v>
                </c:pt>
                <c:pt idx="227">
                  <c:v>106.7636303539716</c:v>
                </c:pt>
                <c:pt idx="228">
                  <c:v>115.5895163233547</c:v>
                </c:pt>
                <c:pt idx="229">
                  <c:v>99.10283667229007</c:v>
                </c:pt>
                <c:pt idx="230">
                  <c:v>105.0691125709333</c:v>
                </c:pt>
                <c:pt idx="231">
                  <c:v>98.03538648276461</c:v>
                </c:pt>
                <c:pt idx="232">
                  <c:v>120.8599397746032</c:v>
                </c:pt>
                <c:pt idx="233">
                  <c:v>98.38042340523967</c:v>
                </c:pt>
                <c:pt idx="234">
                  <c:v>101.4403360706329</c:v>
                </c:pt>
                <c:pt idx="235">
                  <c:v>87.4552439217103</c:v>
                </c:pt>
                <c:pt idx="236">
                  <c:v>85.66126485911327</c:v>
                </c:pt>
                <c:pt idx="237">
                  <c:v>29.58238285239215</c:v>
                </c:pt>
                <c:pt idx="238">
                  <c:v>30.07315044233123</c:v>
                </c:pt>
                <c:pt idx="239">
                  <c:v>50.42915456382998</c:v>
                </c:pt>
                <c:pt idx="240">
                  <c:v>15.19860438412508</c:v>
                </c:pt>
                <c:pt idx="251">
                  <c:v>17.36374096326267</c:v>
                </c:pt>
                <c:pt idx="252">
                  <c:v>23.82921514201189</c:v>
                </c:pt>
                <c:pt idx="253">
                  <c:v>46.03642513898526</c:v>
                </c:pt>
                <c:pt idx="254">
                  <c:v>40.41241661688791</c:v>
                </c:pt>
                <c:pt idx="255">
                  <c:v>45.69725442607506</c:v>
                </c:pt>
                <c:pt idx="256">
                  <c:v>42.68962708521757</c:v>
                </c:pt>
                <c:pt idx="257">
                  <c:v>45.30123957023749</c:v>
                </c:pt>
                <c:pt idx="258">
                  <c:v>19.90798733659376</c:v>
                </c:pt>
                <c:pt idx="259">
                  <c:v>50.60848600383441</c:v>
                </c:pt>
                <c:pt idx="260">
                  <c:v>42.39306622191496</c:v>
                </c:pt>
                <c:pt idx="261">
                  <c:v>38.35705424857851</c:v>
                </c:pt>
                <c:pt idx="263">
                  <c:v>20.67976573654776</c:v>
                </c:pt>
                <c:pt idx="264">
                  <c:v>18.91180668322899</c:v>
                </c:pt>
                <c:pt idx="265">
                  <c:v>5.126211184358284</c:v>
                </c:pt>
                <c:pt idx="299">
                  <c:v>13.07017121205548</c:v>
                </c:pt>
                <c:pt idx="300">
                  <c:v>6.888327826705683</c:v>
                </c:pt>
                <c:pt idx="301">
                  <c:v>20.84481537236893</c:v>
                </c:pt>
                <c:pt idx="307">
                  <c:v>12.6338389504654</c:v>
                </c:pt>
                <c:pt idx="309">
                  <c:v>26.71222675783663</c:v>
                </c:pt>
                <c:pt idx="310">
                  <c:v>4.265993420797455</c:v>
                </c:pt>
                <c:pt idx="311">
                  <c:v>18.9978605437427</c:v>
                </c:pt>
                <c:pt idx="314">
                  <c:v>10.73358772159718</c:v>
                </c:pt>
                <c:pt idx="315">
                  <c:v>15.97742895883225</c:v>
                </c:pt>
                <c:pt idx="316">
                  <c:v>9.084693214890148</c:v>
                </c:pt>
                <c:pt idx="324">
                  <c:v>0.392242812977589</c:v>
                </c:pt>
                <c:pt idx="326">
                  <c:v>24.61215381959895</c:v>
                </c:pt>
                <c:pt idx="327">
                  <c:v>46.13555910128672</c:v>
                </c:pt>
                <c:pt idx="328">
                  <c:v>68.37548404474195</c:v>
                </c:pt>
                <c:pt idx="329">
                  <c:v>24.4068539926627</c:v>
                </c:pt>
                <c:pt idx="333">
                  <c:v>11.28722979273203</c:v>
                </c:pt>
                <c:pt idx="334">
                  <c:v>12.37635335260807</c:v>
                </c:pt>
                <c:pt idx="335">
                  <c:v>45.08558206192341</c:v>
                </c:pt>
                <c:pt idx="336">
                  <c:v>10.02220583212568</c:v>
                </c:pt>
                <c:pt idx="337">
                  <c:v>5.890799925886106</c:v>
                </c:pt>
                <c:pt idx="338">
                  <c:v>46.344498438348</c:v>
                </c:pt>
                <c:pt idx="339">
                  <c:v>76.95802541306256</c:v>
                </c:pt>
                <c:pt idx="340">
                  <c:v>18.7873614675058</c:v>
                </c:pt>
                <c:pt idx="346">
                  <c:v>13.50252206221801</c:v>
                </c:pt>
                <c:pt idx="356">
                  <c:v>2.590452772569023</c:v>
                </c:pt>
                <c:pt idx="362">
                  <c:v>44.74544656828313</c:v>
                </c:pt>
                <c:pt idx="363">
                  <c:v>23.67912951397412</c:v>
                </c:pt>
                <c:pt idx="364">
                  <c:v>46.54852387719163</c:v>
                </c:pt>
                <c:pt idx="365">
                  <c:v>56.97324088745341</c:v>
                </c:pt>
                <c:pt idx="366">
                  <c:v>71.05179218105889</c:v>
                </c:pt>
                <c:pt idx="367">
                  <c:v>72.50663892975618</c:v>
                </c:pt>
                <c:pt idx="368">
                  <c:v>38.59105111911405</c:v>
                </c:pt>
                <c:pt idx="369">
                  <c:v>37.86096939830904</c:v>
                </c:pt>
                <c:pt idx="370">
                  <c:v>78.5783918451225</c:v>
                </c:pt>
                <c:pt idx="371">
                  <c:v>42.19291977923215</c:v>
                </c:pt>
                <c:pt idx="372">
                  <c:v>24.48535059721161</c:v>
                </c:pt>
                <c:pt idx="373">
                  <c:v>66.78902515305182</c:v>
                </c:pt>
                <c:pt idx="374">
                  <c:v>42.60464116641744</c:v>
                </c:pt>
                <c:pt idx="375">
                  <c:v>30.02275573945928</c:v>
                </c:pt>
                <c:pt idx="376">
                  <c:v>3.856785383111673</c:v>
                </c:pt>
                <c:pt idx="378">
                  <c:v>28.39212624460575</c:v>
                </c:pt>
                <c:pt idx="380">
                  <c:v>23.84854535077562</c:v>
                </c:pt>
                <c:pt idx="381">
                  <c:v>54.21112650149039</c:v>
                </c:pt>
                <c:pt idx="382">
                  <c:v>12.58223850495393</c:v>
                </c:pt>
                <c:pt idx="383">
                  <c:v>22.09873413014085</c:v>
                </c:pt>
                <c:pt idx="384">
                  <c:v>65.06273321739921</c:v>
                </c:pt>
                <c:pt idx="385">
                  <c:v>80.51855370288574</c:v>
                </c:pt>
                <c:pt idx="386">
                  <c:v>51.01198097448044</c:v>
                </c:pt>
                <c:pt idx="387">
                  <c:v>13.59473353109821</c:v>
                </c:pt>
                <c:pt idx="388">
                  <c:v>3.209916115767882</c:v>
                </c:pt>
                <c:pt idx="397">
                  <c:v>9.042214843484206</c:v>
                </c:pt>
                <c:pt idx="401">
                  <c:v>5.153434896133828</c:v>
                </c:pt>
                <c:pt idx="402">
                  <c:v>40.03174122040993</c:v>
                </c:pt>
                <c:pt idx="403">
                  <c:v>56.75480924736362</c:v>
                </c:pt>
                <c:pt idx="404">
                  <c:v>50.66946114022996</c:v>
                </c:pt>
                <c:pt idx="405">
                  <c:v>76.19577393510143</c:v>
                </c:pt>
                <c:pt idx="406">
                  <c:v>48.3364611237413</c:v>
                </c:pt>
                <c:pt idx="407">
                  <c:v>43.34505977429527</c:v>
                </c:pt>
                <c:pt idx="408">
                  <c:v>20.46175224327557</c:v>
                </c:pt>
                <c:pt idx="409">
                  <c:v>45.79830870470726</c:v>
                </c:pt>
                <c:pt idx="410">
                  <c:v>52.25611239760787</c:v>
                </c:pt>
                <c:pt idx="411">
                  <c:v>57.52935709620711</c:v>
                </c:pt>
                <c:pt idx="412">
                  <c:v>18.60835265027098</c:v>
                </c:pt>
                <c:pt idx="414">
                  <c:v>9.002256822630123</c:v>
                </c:pt>
                <c:pt idx="415">
                  <c:v>13.12367040817686</c:v>
                </c:pt>
                <c:pt idx="416">
                  <c:v>31.23509592898069</c:v>
                </c:pt>
                <c:pt idx="422">
                  <c:v>4.868536575635275</c:v>
                </c:pt>
                <c:pt idx="423">
                  <c:v>24.60742004856815</c:v>
                </c:pt>
                <c:pt idx="424">
                  <c:v>22.25393965159805</c:v>
                </c:pt>
                <c:pt idx="425">
                  <c:v>10.66781826252148</c:v>
                </c:pt>
                <c:pt idx="426">
                  <c:v>42.80598276543526</c:v>
                </c:pt>
                <c:pt idx="427">
                  <c:v>57.20235761684253</c:v>
                </c:pt>
                <c:pt idx="428">
                  <c:v>69.04050680335935</c:v>
                </c:pt>
                <c:pt idx="429">
                  <c:v>81.29247989448366</c:v>
                </c:pt>
                <c:pt idx="430">
                  <c:v>59.10576320668069</c:v>
                </c:pt>
                <c:pt idx="431">
                  <c:v>50.0897531439638</c:v>
                </c:pt>
                <c:pt idx="432">
                  <c:v>33.03720923926305</c:v>
                </c:pt>
                <c:pt idx="433">
                  <c:v>19.80972314415427</c:v>
                </c:pt>
                <c:pt idx="434">
                  <c:v>7.505116704165538</c:v>
                </c:pt>
                <c:pt idx="441">
                  <c:v>19.00110070784139</c:v>
                </c:pt>
                <c:pt idx="442">
                  <c:v>5.046849036487846</c:v>
                </c:pt>
                <c:pt idx="443">
                  <c:v>11.99609128916059</c:v>
                </c:pt>
                <c:pt idx="444">
                  <c:v>21.00482229692327</c:v>
                </c:pt>
                <c:pt idx="445">
                  <c:v>12.84466980064855</c:v>
                </c:pt>
                <c:pt idx="446">
                  <c:v>12.83974944700779</c:v>
                </c:pt>
                <c:pt idx="450">
                  <c:v>7.804323692385561</c:v>
                </c:pt>
                <c:pt idx="451">
                  <c:v>34.96951465999935</c:v>
                </c:pt>
                <c:pt idx="452">
                  <c:v>15.96888879496267</c:v>
                </c:pt>
                <c:pt idx="456">
                  <c:v>1.547399530302772</c:v>
                </c:pt>
                <c:pt idx="465">
                  <c:v>13.05318863607681</c:v>
                </c:pt>
                <c:pt idx="466">
                  <c:v>7.619626235528052</c:v>
                </c:pt>
                <c:pt idx="474">
                  <c:v>9.176113577159265</c:v>
                </c:pt>
                <c:pt idx="475">
                  <c:v>18.59301837738038</c:v>
                </c:pt>
                <c:pt idx="477">
                  <c:v>40.46701624558298</c:v>
                </c:pt>
                <c:pt idx="478">
                  <c:v>50.49404134911065</c:v>
                </c:pt>
                <c:pt idx="479">
                  <c:v>11.83584886587653</c:v>
                </c:pt>
                <c:pt idx="496">
                  <c:v>1.499887576139822</c:v>
                </c:pt>
                <c:pt idx="501">
                  <c:v>29.08940488727447</c:v>
                </c:pt>
                <c:pt idx="502">
                  <c:v>55.83913229033367</c:v>
                </c:pt>
                <c:pt idx="503">
                  <c:v>43.531336035721</c:v>
                </c:pt>
                <c:pt idx="504">
                  <c:v>17.22802800829355</c:v>
                </c:pt>
                <c:pt idx="505">
                  <c:v>47.99464056732298</c:v>
                </c:pt>
                <c:pt idx="506">
                  <c:v>17.63901059476939</c:v>
                </c:pt>
                <c:pt idx="507">
                  <c:v>5.590443044638807</c:v>
                </c:pt>
                <c:pt idx="508">
                  <c:v>9.17409923397561</c:v>
                </c:pt>
                <c:pt idx="509">
                  <c:v>46.38625607979566</c:v>
                </c:pt>
                <c:pt idx="511">
                  <c:v>1.878306535496782</c:v>
                </c:pt>
                <c:pt idx="513">
                  <c:v>41.16278175848221</c:v>
                </c:pt>
                <c:pt idx="514">
                  <c:v>45.62458583667715</c:v>
                </c:pt>
                <c:pt idx="515">
                  <c:v>39.12115976659378</c:v>
                </c:pt>
                <c:pt idx="516">
                  <c:v>71.94318752334017</c:v>
                </c:pt>
                <c:pt idx="517">
                  <c:v>105.0308016071643</c:v>
                </c:pt>
                <c:pt idx="518">
                  <c:v>107.2319014503116</c:v>
                </c:pt>
                <c:pt idx="519">
                  <c:v>95.98817093551274</c:v>
                </c:pt>
                <c:pt idx="520">
                  <c:v>51.99324147670465</c:v>
                </c:pt>
                <c:pt idx="521">
                  <c:v>40.6836649160189</c:v>
                </c:pt>
                <c:pt idx="522">
                  <c:v>68.26317571345022</c:v>
                </c:pt>
                <c:pt idx="523">
                  <c:v>88.24627078983032</c:v>
                </c:pt>
                <c:pt idx="524">
                  <c:v>57.06408022629184</c:v>
                </c:pt>
                <c:pt idx="525">
                  <c:v>39.77229026880602</c:v>
                </c:pt>
                <c:pt idx="526">
                  <c:v>44.11694940306708</c:v>
                </c:pt>
                <c:pt idx="527">
                  <c:v>61.47117124565239</c:v>
                </c:pt>
                <c:pt idx="528">
                  <c:v>36.22413818188852</c:v>
                </c:pt>
                <c:pt idx="529">
                  <c:v>58.04737832471252</c:v>
                </c:pt>
                <c:pt idx="530">
                  <c:v>74.24191717847522</c:v>
                </c:pt>
                <c:pt idx="531">
                  <c:v>93.25122247645292</c:v>
                </c:pt>
                <c:pt idx="532">
                  <c:v>68.06867518850038</c:v>
                </c:pt>
                <c:pt idx="533">
                  <c:v>52.153762740584924</c:v>
                </c:pt>
                <c:pt idx="534">
                  <c:v>11.37197733844854</c:v>
                </c:pt>
                <c:pt idx="535">
                  <c:v>31.91396207353325</c:v>
                </c:pt>
                <c:pt idx="536">
                  <c:v>11.66355587891418</c:v>
                </c:pt>
                <c:pt idx="554">
                  <c:v>17.95523037807079</c:v>
                </c:pt>
                <c:pt idx="555">
                  <c:v>10.00630765310696</c:v>
                </c:pt>
                <c:pt idx="556">
                  <c:v>22.0792716668512</c:v>
                </c:pt>
                <c:pt idx="557">
                  <c:v>44.17381879682634</c:v>
                </c:pt>
                <c:pt idx="558">
                  <c:v>44.38948181229515</c:v>
                </c:pt>
                <c:pt idx="559">
                  <c:v>65.4358096719329</c:v>
                </c:pt>
                <c:pt idx="560">
                  <c:v>58.91327818545532</c:v>
                </c:pt>
                <c:pt idx="561">
                  <c:v>59.69151261178436</c:v>
                </c:pt>
                <c:pt idx="562">
                  <c:v>60.00190437285548</c:v>
                </c:pt>
                <c:pt idx="563">
                  <c:v>76.56226486164088</c:v>
                </c:pt>
                <c:pt idx="564">
                  <c:v>67.91614772687524</c:v>
                </c:pt>
                <c:pt idx="565">
                  <c:v>65.97831114794873</c:v>
                </c:pt>
                <c:pt idx="566">
                  <c:v>85.95728450347279</c:v>
                </c:pt>
                <c:pt idx="567">
                  <c:v>54.40817085459359</c:v>
                </c:pt>
                <c:pt idx="568">
                  <c:v>53.35493055324411</c:v>
                </c:pt>
                <c:pt idx="569">
                  <c:v>72.71409918904934</c:v>
                </c:pt>
                <c:pt idx="570">
                  <c:v>89.50960592460503</c:v>
                </c:pt>
                <c:pt idx="571">
                  <c:v>67.12306189656626</c:v>
                </c:pt>
                <c:pt idx="572">
                  <c:v>42.413438634474</c:v>
                </c:pt>
                <c:pt idx="573">
                  <c:v>35.14380968880892</c:v>
                </c:pt>
                <c:pt idx="574">
                  <c:v>7.775402225394467</c:v>
                </c:pt>
                <c:pt idx="580">
                  <c:v>9.035002726690347</c:v>
                </c:pt>
                <c:pt idx="581">
                  <c:v>13.9941138991392</c:v>
                </c:pt>
                <c:pt idx="582">
                  <c:v>23.29805371106578</c:v>
                </c:pt>
                <c:pt idx="583">
                  <c:v>1.982043332948907</c:v>
                </c:pt>
                <c:pt idx="584">
                  <c:v>34.58138879099432</c:v>
                </c:pt>
                <c:pt idx="585">
                  <c:v>34.85422215863127</c:v>
                </c:pt>
                <c:pt idx="586">
                  <c:v>56.33606548149747</c:v>
                </c:pt>
                <c:pt idx="588">
                  <c:v>8.657925000907868</c:v>
                </c:pt>
                <c:pt idx="592">
                  <c:v>20.84696538184821</c:v>
                </c:pt>
                <c:pt idx="593">
                  <c:v>41.33555984445334</c:v>
                </c:pt>
                <c:pt idx="601">
                  <c:v>19.07026295571981</c:v>
                </c:pt>
                <c:pt idx="602">
                  <c:v>3.108486617082254</c:v>
                </c:pt>
                <c:pt idx="603">
                  <c:v>26.2834969966208</c:v>
                </c:pt>
                <c:pt idx="604">
                  <c:v>26.2834969966208</c:v>
                </c:pt>
                <c:pt idx="606">
                  <c:v>7.36753499623094</c:v>
                </c:pt>
                <c:pt idx="607">
                  <c:v>24.72601436212982</c:v>
                </c:pt>
                <c:pt idx="608">
                  <c:v>0.8365103681028108</c:v>
                </c:pt>
                <c:pt idx="609">
                  <c:v>10.00628965332537</c:v>
                </c:pt>
                <c:pt idx="610">
                  <c:v>21.02597093675926</c:v>
                </c:pt>
                <c:pt idx="611">
                  <c:v>25.27664858413572</c:v>
                </c:pt>
                <c:pt idx="613">
                  <c:v>21.13608435823752</c:v>
                </c:pt>
                <c:pt idx="614">
                  <c:v>10.20863591910878</c:v>
                </c:pt>
                <c:pt idx="618">
                  <c:v>27.13095817916905</c:v>
                </c:pt>
                <c:pt idx="619">
                  <c:v>57.35065744889297</c:v>
                </c:pt>
                <c:pt idx="620">
                  <c:v>82.89898932745245</c:v>
                </c:pt>
                <c:pt idx="621">
                  <c:v>76.04174840840533</c:v>
                </c:pt>
                <c:pt idx="622">
                  <c:v>95.13044540064509</c:v>
                </c:pt>
                <c:pt idx="623">
                  <c:v>104.9108323468877</c:v>
                </c:pt>
                <c:pt idx="624">
                  <c:v>58.29640960735782</c:v>
                </c:pt>
                <c:pt idx="625">
                  <c:v>29.42397596644889</c:v>
                </c:pt>
                <c:pt idx="626">
                  <c:v>32.23148026950046</c:v>
                </c:pt>
                <c:pt idx="627">
                  <c:v>48.9108160862074</c:v>
                </c:pt>
                <c:pt idx="631">
                  <c:v>10.18359518598486</c:v>
                </c:pt>
                <c:pt idx="633">
                  <c:v>20.84955260132099</c:v>
                </c:pt>
                <c:pt idx="638">
                  <c:v>7.085801633799821</c:v>
                </c:pt>
                <c:pt idx="640">
                  <c:v>8.199590808918828</c:v>
                </c:pt>
                <c:pt idx="661">
                  <c:v>10.20880214886485</c:v>
                </c:pt>
                <c:pt idx="665">
                  <c:v>4.232123576939497</c:v>
                </c:pt>
                <c:pt idx="666">
                  <c:v>21.12329467509016</c:v>
                </c:pt>
                <c:pt idx="667">
                  <c:v>7.014061048760762</c:v>
                </c:pt>
                <c:pt idx="668">
                  <c:v>3.231859446045419</c:v>
                </c:pt>
                <c:pt idx="670">
                  <c:v>24.67126908733212</c:v>
                </c:pt>
                <c:pt idx="671">
                  <c:v>60.15049321433869</c:v>
                </c:pt>
                <c:pt idx="672">
                  <c:v>68.45049349837286</c:v>
                </c:pt>
                <c:pt idx="673">
                  <c:v>58.29854161776758</c:v>
                </c:pt>
                <c:pt idx="674">
                  <c:v>66.64585004789095</c:v>
                </c:pt>
                <c:pt idx="675">
                  <c:v>47.08036402725696</c:v>
                </c:pt>
                <c:pt idx="676">
                  <c:v>7.315854347800875</c:v>
                </c:pt>
                <c:pt idx="677">
                  <c:v>10.71170181459705</c:v>
                </c:pt>
                <c:pt idx="678">
                  <c:v>15.13109204203848</c:v>
                </c:pt>
                <c:pt idx="713">
                  <c:v>9.39447942273841</c:v>
                </c:pt>
                <c:pt idx="720">
                  <c:v>33.04477716270063</c:v>
                </c:pt>
                <c:pt idx="721">
                  <c:v>54.90704079795097</c:v>
                </c:pt>
                <c:pt idx="722">
                  <c:v>48.93991335434633</c:v>
                </c:pt>
                <c:pt idx="723">
                  <c:v>61.44744287177141</c:v>
                </c:pt>
                <c:pt idx="724">
                  <c:v>86.9640555201215</c:v>
                </c:pt>
                <c:pt idx="725">
                  <c:v>71.55659089493706</c:v>
                </c:pt>
                <c:pt idx="726">
                  <c:v>34.12930715750521</c:v>
                </c:pt>
                <c:pt idx="727">
                  <c:v>24.40486556157063</c:v>
                </c:pt>
                <c:pt idx="728">
                  <c:v>55.29262971099565</c:v>
                </c:pt>
                <c:pt idx="729">
                  <c:v>84.0203926903719</c:v>
                </c:pt>
                <c:pt idx="730">
                  <c:v>49.5514822332906</c:v>
                </c:pt>
                <c:pt idx="731">
                  <c:v>30.32236926319554</c:v>
                </c:pt>
                <c:pt idx="732">
                  <c:v>11.35320625191019</c:v>
                </c:pt>
                <c:pt idx="733">
                  <c:v>45.96102550111837</c:v>
                </c:pt>
                <c:pt idx="734">
                  <c:v>88.45617423611802</c:v>
                </c:pt>
                <c:pt idx="735">
                  <c:v>58.4598117052737</c:v>
                </c:pt>
                <c:pt idx="736">
                  <c:v>59.637418141736</c:v>
                </c:pt>
                <c:pt idx="737">
                  <c:v>35.65536148931449</c:v>
                </c:pt>
                <c:pt idx="738">
                  <c:v>9.119231673772152</c:v>
                </c:pt>
                <c:pt idx="742">
                  <c:v>24.4321754203506</c:v>
                </c:pt>
                <c:pt idx="745">
                  <c:v>6.377515663837999</c:v>
                </c:pt>
                <c:pt idx="746">
                  <c:v>29.81584786801247</c:v>
                </c:pt>
                <c:pt idx="748">
                  <c:v>33.09677203517968</c:v>
                </c:pt>
                <c:pt idx="749">
                  <c:v>47.75093547327768</c:v>
                </c:pt>
                <c:pt idx="750">
                  <c:v>51.86003169408157</c:v>
                </c:pt>
                <c:pt idx="751">
                  <c:v>37.7740799516517</c:v>
                </c:pt>
                <c:pt idx="752">
                  <c:v>24.64502744240914</c:v>
                </c:pt>
                <c:pt idx="764">
                  <c:v>13.53232250744123</c:v>
                </c:pt>
                <c:pt idx="765">
                  <c:v>33.17399463686489</c:v>
                </c:pt>
                <c:pt idx="766">
                  <c:v>63.99503695654202</c:v>
                </c:pt>
                <c:pt idx="767">
                  <c:v>59.03725558553722</c:v>
                </c:pt>
                <c:pt idx="768">
                  <c:v>53.98769420561003</c:v>
                </c:pt>
                <c:pt idx="769">
                  <c:v>53.98769420561003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C4-431B-80A8-FC9ABBF73A37}"/>
            </c:ext>
          </c:extLst>
        </c:ser>
        <c:ser>
          <c:idx val="1"/>
          <c:order val="1"/>
          <c:tx>
            <c:strRef>
              <c:f>'Component treatment'!$Q$4</c:f>
              <c:strCache>
                <c:ptCount val="1"/>
                <c:pt idx="0">
                  <c:v>Negativo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cat>
            <c:numRef>
              <c:f>'Component treatment'!$N$5:$N$50000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treatment'!$Q$5:$Q$50000</c:f>
              <c:numCache>
                <c:formatCode>0.0</c:formatCode>
                <c:ptCount val="49996"/>
                <c:pt idx="0">
                  <c:v>-42.43870480916954</c:v>
                </c:pt>
                <c:pt idx="1">
                  <c:v>-49.28302233462818</c:v>
                </c:pt>
                <c:pt idx="2">
                  <c:v>-66.19164530693189</c:v>
                </c:pt>
                <c:pt idx="3">
                  <c:v>-49.40218902616155</c:v>
                </c:pt>
                <c:pt idx="4">
                  <c:v>-59.7125024649499</c:v>
                </c:pt>
                <c:pt idx="5">
                  <c:v>-83.20905903257801</c:v>
                </c:pt>
                <c:pt idx="6">
                  <c:v>-87.1703416857049</c:v>
                </c:pt>
                <c:pt idx="7">
                  <c:v>-90.95352698048929</c:v>
                </c:pt>
                <c:pt idx="8">
                  <c:v>-97.91896573586922</c:v>
                </c:pt>
                <c:pt idx="9">
                  <c:v>-55.83478813197126</c:v>
                </c:pt>
                <c:pt idx="10">
                  <c:v>-81.5266585196504</c:v>
                </c:pt>
                <c:pt idx="11">
                  <c:v>-29.55591186799142</c:v>
                </c:pt>
                <c:pt idx="13">
                  <c:v>-27.65779212698351</c:v>
                </c:pt>
                <c:pt idx="14">
                  <c:v>-61.24510181837556</c:v>
                </c:pt>
                <c:pt idx="15">
                  <c:v>-36.91217112066096</c:v>
                </c:pt>
                <c:pt idx="16">
                  <c:v>-4.87994557766009</c:v>
                </c:pt>
                <c:pt idx="17">
                  <c:v>-17.11263468837926</c:v>
                </c:pt>
                <c:pt idx="18">
                  <c:v>-53.42053792058085</c:v>
                </c:pt>
                <c:pt idx="20">
                  <c:v>-6.358673069632406</c:v>
                </c:pt>
                <c:pt idx="21">
                  <c:v>-20.92788664511196</c:v>
                </c:pt>
                <c:pt idx="22">
                  <c:v>-43.23623111581146</c:v>
                </c:pt>
                <c:pt idx="23">
                  <c:v>-54.57244620672941</c:v>
                </c:pt>
                <c:pt idx="24">
                  <c:v>-15.54952063521681</c:v>
                </c:pt>
                <c:pt idx="30">
                  <c:v>-6.606272893292991</c:v>
                </c:pt>
                <c:pt idx="32">
                  <c:v>-19.87022792493802</c:v>
                </c:pt>
                <c:pt idx="33">
                  <c:v>-32.19022137231637</c:v>
                </c:pt>
                <c:pt idx="34">
                  <c:v>-28.12459552923313</c:v>
                </c:pt>
                <c:pt idx="35">
                  <c:v>-58.00917207453621</c:v>
                </c:pt>
                <c:pt idx="36">
                  <c:v>-60.68519135746525</c:v>
                </c:pt>
                <c:pt idx="37">
                  <c:v>-10.9101316462915</c:v>
                </c:pt>
                <c:pt idx="39">
                  <c:v>-14.5604843489259</c:v>
                </c:pt>
                <c:pt idx="40">
                  <c:v>-51.45178905814743</c:v>
                </c:pt>
                <c:pt idx="41">
                  <c:v>-21.70659235178403</c:v>
                </c:pt>
                <c:pt idx="42">
                  <c:v>-30.38225619594791</c:v>
                </c:pt>
                <c:pt idx="43">
                  <c:v>-19.57830926264616</c:v>
                </c:pt>
                <c:pt idx="50">
                  <c:v>-29.73048297371431</c:v>
                </c:pt>
                <c:pt idx="51">
                  <c:v>-20.826442748342</c:v>
                </c:pt>
                <c:pt idx="52">
                  <c:v>-34.83214519406945</c:v>
                </c:pt>
                <c:pt idx="53">
                  <c:v>-7.07894173656165</c:v>
                </c:pt>
                <c:pt idx="55">
                  <c:v>-8.64426853462824</c:v>
                </c:pt>
                <c:pt idx="57">
                  <c:v>-5.151308184706549</c:v>
                </c:pt>
                <c:pt idx="58">
                  <c:v>-29.52971712749354</c:v>
                </c:pt>
                <c:pt idx="59">
                  <c:v>-1.381109430263996</c:v>
                </c:pt>
                <c:pt idx="87">
                  <c:v>-3.778384990510184</c:v>
                </c:pt>
                <c:pt idx="100">
                  <c:v>-8.471478159594106</c:v>
                </c:pt>
                <c:pt idx="101">
                  <c:v>-14.28234241887892</c:v>
                </c:pt>
                <c:pt idx="102">
                  <c:v>-61.26310246339242</c:v>
                </c:pt>
                <c:pt idx="103">
                  <c:v>-30.98457561753777</c:v>
                </c:pt>
                <c:pt idx="104">
                  <c:v>-10.9741483521362</c:v>
                </c:pt>
                <c:pt idx="105">
                  <c:v>-34.09789892581826</c:v>
                </c:pt>
                <c:pt idx="106">
                  <c:v>-54.44557790203988</c:v>
                </c:pt>
                <c:pt idx="107">
                  <c:v>-68.19819221777952</c:v>
                </c:pt>
                <c:pt idx="108">
                  <c:v>-49.98452961530958</c:v>
                </c:pt>
                <c:pt idx="109">
                  <c:v>-30.93646774100996</c:v>
                </c:pt>
                <c:pt idx="110">
                  <c:v>-77.55250082994918</c:v>
                </c:pt>
                <c:pt idx="111">
                  <c:v>-79.04764309010285</c:v>
                </c:pt>
                <c:pt idx="112">
                  <c:v>-99.71700252954606</c:v>
                </c:pt>
                <c:pt idx="113">
                  <c:v>-73.90844978770008</c:v>
                </c:pt>
                <c:pt idx="114">
                  <c:v>-91.82377026591425</c:v>
                </c:pt>
                <c:pt idx="115">
                  <c:v>-41.97406511751988</c:v>
                </c:pt>
                <c:pt idx="116">
                  <c:v>-53.6851092965473</c:v>
                </c:pt>
                <c:pt idx="117">
                  <c:v>-40.81244600694932</c:v>
                </c:pt>
                <c:pt idx="118">
                  <c:v>-30.5232158174713</c:v>
                </c:pt>
                <c:pt idx="119">
                  <c:v>-53.86781085840001</c:v>
                </c:pt>
                <c:pt idx="120">
                  <c:v>-87.68603964792406</c:v>
                </c:pt>
                <c:pt idx="121">
                  <c:v>-46.14679795433387</c:v>
                </c:pt>
                <c:pt idx="122">
                  <c:v>-43.09153370188933</c:v>
                </c:pt>
                <c:pt idx="123">
                  <c:v>-68.94551517513759</c:v>
                </c:pt>
                <c:pt idx="124">
                  <c:v>-64.2469862286392</c:v>
                </c:pt>
                <c:pt idx="125">
                  <c:v>-13.29889950361557</c:v>
                </c:pt>
                <c:pt idx="126">
                  <c:v>-20.80932103318048</c:v>
                </c:pt>
                <c:pt idx="127">
                  <c:v>-52.03656149345544</c:v>
                </c:pt>
                <c:pt idx="128">
                  <c:v>-46.20149268344318</c:v>
                </c:pt>
                <c:pt idx="129">
                  <c:v>-69.67574098515013</c:v>
                </c:pt>
                <c:pt idx="130">
                  <c:v>-45.5283783168651</c:v>
                </c:pt>
                <c:pt idx="131">
                  <c:v>-11.87612665393137</c:v>
                </c:pt>
                <c:pt idx="140">
                  <c:v>-0.6265215968528255</c:v>
                </c:pt>
                <c:pt idx="142">
                  <c:v>-21.32878209971816</c:v>
                </c:pt>
                <c:pt idx="143">
                  <c:v>-18.10432863642739</c:v>
                </c:pt>
                <c:pt idx="144">
                  <c:v>-6.882622167950054</c:v>
                </c:pt>
                <c:pt idx="145">
                  <c:v>-19.33101681683885</c:v>
                </c:pt>
                <c:pt idx="146">
                  <c:v>-14.58099212466012</c:v>
                </c:pt>
                <c:pt idx="147">
                  <c:v>-28.3503391980199</c:v>
                </c:pt>
                <c:pt idx="151">
                  <c:v>-18.04828955471045</c:v>
                </c:pt>
                <c:pt idx="152">
                  <c:v>-7.870550595804798</c:v>
                </c:pt>
                <c:pt idx="153">
                  <c:v>-2.242698523200304</c:v>
                </c:pt>
                <c:pt idx="156">
                  <c:v>-4.682834489112935</c:v>
                </c:pt>
                <c:pt idx="157">
                  <c:v>-13.04562230835521</c:v>
                </c:pt>
                <c:pt idx="158">
                  <c:v>-17.85919423116183</c:v>
                </c:pt>
                <c:pt idx="161">
                  <c:v>-14.88226200359777</c:v>
                </c:pt>
                <c:pt idx="162">
                  <c:v>-13.78063630601529</c:v>
                </c:pt>
                <c:pt idx="163">
                  <c:v>-19.74105998028536</c:v>
                </c:pt>
                <c:pt idx="164">
                  <c:v>-11.24733399828044</c:v>
                </c:pt>
                <c:pt idx="165">
                  <c:v>-30.0346359338178</c:v>
                </c:pt>
                <c:pt idx="168">
                  <c:v>-8.1885996949874</c:v>
                </c:pt>
                <c:pt idx="169">
                  <c:v>-22.78723225456932</c:v>
                </c:pt>
                <c:pt idx="170">
                  <c:v>-61.47393230599146</c:v>
                </c:pt>
                <c:pt idx="171">
                  <c:v>-79.65923344465392</c:v>
                </c:pt>
                <c:pt idx="172">
                  <c:v>-97.28003267884303</c:v>
                </c:pt>
                <c:pt idx="173">
                  <c:v>-88.8383386860441</c:v>
                </c:pt>
                <c:pt idx="174">
                  <c:v>-84.27068006986762</c:v>
                </c:pt>
                <c:pt idx="175">
                  <c:v>-42.42251531911351</c:v>
                </c:pt>
                <c:pt idx="176">
                  <c:v>-19.07722051711599</c:v>
                </c:pt>
                <c:pt idx="177">
                  <c:v>-24.40964307219549</c:v>
                </c:pt>
                <c:pt idx="178">
                  <c:v>-43.85687821019857</c:v>
                </c:pt>
                <c:pt idx="179">
                  <c:v>-41.23066239736002</c:v>
                </c:pt>
                <c:pt idx="182">
                  <c:v>-11.63910997332346</c:v>
                </c:pt>
                <c:pt idx="189">
                  <c:v>-6.174246537468522</c:v>
                </c:pt>
                <c:pt idx="197">
                  <c:v>-21.77446446368451</c:v>
                </c:pt>
                <c:pt idx="198">
                  <c:v>-34.77333454225558</c:v>
                </c:pt>
                <c:pt idx="199">
                  <c:v>-39.43584026797303</c:v>
                </c:pt>
                <c:pt idx="200">
                  <c:v>-27.61226342797814</c:v>
                </c:pt>
                <c:pt idx="201">
                  <c:v>-44.17158935113989</c:v>
                </c:pt>
                <c:pt idx="202">
                  <c:v>-64.62006250088463</c:v>
                </c:pt>
                <c:pt idx="203">
                  <c:v>-71.52354623743015</c:v>
                </c:pt>
                <c:pt idx="204">
                  <c:v>-50.07698842794453</c:v>
                </c:pt>
                <c:pt idx="205">
                  <c:v>-43.5146299283297</c:v>
                </c:pt>
                <c:pt idx="206">
                  <c:v>-45.01096498047514</c:v>
                </c:pt>
                <c:pt idx="208">
                  <c:v>-36.4137266864056</c:v>
                </c:pt>
                <c:pt idx="209">
                  <c:v>-49.91413215919663</c:v>
                </c:pt>
                <c:pt idx="210">
                  <c:v>-4.64327776204286</c:v>
                </c:pt>
                <c:pt idx="211">
                  <c:v>-38.4858662698927</c:v>
                </c:pt>
                <c:pt idx="212">
                  <c:v>-47.65294289320713</c:v>
                </c:pt>
                <c:pt idx="213">
                  <c:v>-18.38898233716074</c:v>
                </c:pt>
                <c:pt idx="214">
                  <c:v>-21.65442962321634</c:v>
                </c:pt>
                <c:pt idx="215">
                  <c:v>-8.646138648347762</c:v>
                </c:pt>
                <c:pt idx="241">
                  <c:v>-7.125473923366029</c:v>
                </c:pt>
                <c:pt idx="242">
                  <c:v>-23.37310304289049</c:v>
                </c:pt>
                <c:pt idx="243">
                  <c:v>-0.1292205163948013</c:v>
                </c:pt>
                <c:pt idx="244">
                  <c:v>-28.05808222799443</c:v>
                </c:pt>
                <c:pt idx="245">
                  <c:v>-44.0497454431442</c:v>
                </c:pt>
                <c:pt idx="246">
                  <c:v>-26.19454567236947</c:v>
                </c:pt>
                <c:pt idx="247">
                  <c:v>-28.69940560120808</c:v>
                </c:pt>
                <c:pt idx="248">
                  <c:v>-21.10108161142906</c:v>
                </c:pt>
                <c:pt idx="249">
                  <c:v>-31.30772400385263</c:v>
                </c:pt>
                <c:pt idx="250">
                  <c:v>-15.81366433563469</c:v>
                </c:pt>
                <c:pt idx="262">
                  <c:v>-7.962151639677645</c:v>
                </c:pt>
                <c:pt idx="266">
                  <c:v>-1.903091495498721</c:v>
                </c:pt>
                <c:pt idx="267">
                  <c:v>-44.44204513131807</c:v>
                </c:pt>
                <c:pt idx="268">
                  <c:v>-46.43587374566786</c:v>
                </c:pt>
                <c:pt idx="269">
                  <c:v>-64.57868997880858</c:v>
                </c:pt>
                <c:pt idx="270">
                  <c:v>-61.31346903188984</c:v>
                </c:pt>
                <c:pt idx="271">
                  <c:v>-14.02606885300784</c:v>
                </c:pt>
                <c:pt idx="272">
                  <c:v>-4.876515085083563</c:v>
                </c:pt>
                <c:pt idx="273">
                  <c:v>-43.95166561012088</c:v>
                </c:pt>
                <c:pt idx="274">
                  <c:v>-48.07512991666687</c:v>
                </c:pt>
                <c:pt idx="275">
                  <c:v>-42.06561586981874</c:v>
                </c:pt>
                <c:pt idx="276">
                  <c:v>-30.45858117264034</c:v>
                </c:pt>
                <c:pt idx="277">
                  <c:v>-56.59235258586371</c:v>
                </c:pt>
                <c:pt idx="278">
                  <c:v>-18.71517952822313</c:v>
                </c:pt>
                <c:pt idx="279">
                  <c:v>-12.15666736814183</c:v>
                </c:pt>
                <c:pt idx="280">
                  <c:v>-9.369671821966925</c:v>
                </c:pt>
                <c:pt idx="281">
                  <c:v>-40.96009824333513</c:v>
                </c:pt>
                <c:pt idx="282">
                  <c:v>-65.43344658601005</c:v>
                </c:pt>
                <c:pt idx="283">
                  <c:v>-99.94532782677524</c:v>
                </c:pt>
                <c:pt idx="284">
                  <c:v>-109.3330516944259</c:v>
                </c:pt>
                <c:pt idx="285">
                  <c:v>-74.04410258529643</c:v>
                </c:pt>
                <c:pt idx="286">
                  <c:v>-80.79304415618596</c:v>
                </c:pt>
                <c:pt idx="287">
                  <c:v>-42.51837031928317</c:v>
                </c:pt>
                <c:pt idx="288">
                  <c:v>-36.3680962883418</c:v>
                </c:pt>
                <c:pt idx="289">
                  <c:v>-53.95426708751072</c:v>
                </c:pt>
                <c:pt idx="290">
                  <c:v>-38.20503162206546</c:v>
                </c:pt>
                <c:pt idx="291">
                  <c:v>-0.8804594705134825</c:v>
                </c:pt>
                <c:pt idx="292">
                  <c:v>-39.7408917767868</c:v>
                </c:pt>
                <c:pt idx="293">
                  <c:v>-23.67878914485864</c:v>
                </c:pt>
                <c:pt idx="294">
                  <c:v>-17.83237561435478</c:v>
                </c:pt>
                <c:pt idx="295">
                  <c:v>-2.652504157218786</c:v>
                </c:pt>
                <c:pt idx="296">
                  <c:v>-39.26132340927871</c:v>
                </c:pt>
                <c:pt idx="297">
                  <c:v>-28.66487069222717</c:v>
                </c:pt>
                <c:pt idx="298">
                  <c:v>-30.70504226215365</c:v>
                </c:pt>
                <c:pt idx="302">
                  <c:v>-2.514506762585092</c:v>
                </c:pt>
                <c:pt idx="303">
                  <c:v>-13.85416509061052</c:v>
                </c:pt>
                <c:pt idx="304">
                  <c:v>-5.408989232696976</c:v>
                </c:pt>
                <c:pt idx="305">
                  <c:v>-23.03962338897236</c:v>
                </c:pt>
                <c:pt idx="306">
                  <c:v>-23.53871211905954</c:v>
                </c:pt>
                <c:pt idx="308">
                  <c:v>-3.738396379173711</c:v>
                </c:pt>
                <c:pt idx="312">
                  <c:v>-10.29496448365953</c:v>
                </c:pt>
                <c:pt idx="313">
                  <c:v>-42.09742701862481</c:v>
                </c:pt>
                <c:pt idx="317">
                  <c:v>-13.73456813320854</c:v>
                </c:pt>
                <c:pt idx="318">
                  <c:v>-42.20295156343458</c:v>
                </c:pt>
                <c:pt idx="319">
                  <c:v>-28.38038513292861</c:v>
                </c:pt>
                <c:pt idx="320">
                  <c:v>-30.7994774039132</c:v>
                </c:pt>
                <c:pt idx="321">
                  <c:v>-26.2373160370029</c:v>
                </c:pt>
                <c:pt idx="322">
                  <c:v>-24.05446569299888</c:v>
                </c:pt>
                <c:pt idx="323">
                  <c:v>-27.3276917846009</c:v>
                </c:pt>
                <c:pt idx="325">
                  <c:v>-29.87157573980598</c:v>
                </c:pt>
                <c:pt idx="330">
                  <c:v>-21.51715557198408</c:v>
                </c:pt>
                <c:pt idx="331">
                  <c:v>-4.691941770435768</c:v>
                </c:pt>
                <c:pt idx="332">
                  <c:v>-10.94627989553995</c:v>
                </c:pt>
                <c:pt idx="341">
                  <c:v>-22.27792139560825</c:v>
                </c:pt>
                <c:pt idx="342">
                  <c:v>-49.52424323979064</c:v>
                </c:pt>
                <c:pt idx="343">
                  <c:v>-14.96602656106996</c:v>
                </c:pt>
                <c:pt idx="344">
                  <c:v>-58.53220735659841</c:v>
                </c:pt>
                <c:pt idx="345">
                  <c:v>-21.93592004534439</c:v>
                </c:pt>
                <c:pt idx="347">
                  <c:v>-16.38468753029131</c:v>
                </c:pt>
                <c:pt idx="348">
                  <c:v>-16.38468753029131</c:v>
                </c:pt>
                <c:pt idx="349">
                  <c:v>-9.977906457312551</c:v>
                </c:pt>
                <c:pt idx="350">
                  <c:v>-23.15218661028724</c:v>
                </c:pt>
                <c:pt idx="351">
                  <c:v>-26.8054695190279</c:v>
                </c:pt>
                <c:pt idx="352">
                  <c:v>-26.8054695190279</c:v>
                </c:pt>
                <c:pt idx="353">
                  <c:v>-42.06610357060579</c:v>
                </c:pt>
                <c:pt idx="354">
                  <c:v>-66.52633662389333</c:v>
                </c:pt>
                <c:pt idx="355">
                  <c:v>-23.00112333956773</c:v>
                </c:pt>
                <c:pt idx="357">
                  <c:v>-33.39657862337669</c:v>
                </c:pt>
                <c:pt idx="358">
                  <c:v>-28.19569624641725</c:v>
                </c:pt>
                <c:pt idx="359">
                  <c:v>-42.22798693333544</c:v>
                </c:pt>
                <c:pt idx="360">
                  <c:v>-33.49244636717873</c:v>
                </c:pt>
                <c:pt idx="361">
                  <c:v>-8.124122327581098</c:v>
                </c:pt>
                <c:pt idx="377">
                  <c:v>-7.605533827386076</c:v>
                </c:pt>
                <c:pt idx="379">
                  <c:v>-10.39001612986655</c:v>
                </c:pt>
                <c:pt idx="389">
                  <c:v>-21.05551089742503</c:v>
                </c:pt>
                <c:pt idx="390">
                  <c:v>-56.6216867839867</c:v>
                </c:pt>
                <c:pt idx="391">
                  <c:v>-40.62029840848751</c:v>
                </c:pt>
                <c:pt idx="392">
                  <c:v>-67.22264474884557</c:v>
                </c:pt>
                <c:pt idx="393">
                  <c:v>-59.28651942503233</c:v>
                </c:pt>
                <c:pt idx="394">
                  <c:v>-89.67424602568394</c:v>
                </c:pt>
                <c:pt idx="395">
                  <c:v>-63.89792166833502</c:v>
                </c:pt>
                <c:pt idx="396">
                  <c:v>-40.46642031752483</c:v>
                </c:pt>
                <c:pt idx="398">
                  <c:v>-7.377395908406266</c:v>
                </c:pt>
                <c:pt idx="399">
                  <c:v>-31.60582297119231</c:v>
                </c:pt>
                <c:pt idx="400">
                  <c:v>-10.76506933035123</c:v>
                </c:pt>
                <c:pt idx="413">
                  <c:v>-22.38887212449708</c:v>
                </c:pt>
                <c:pt idx="417">
                  <c:v>-18.03806932372031</c:v>
                </c:pt>
                <c:pt idx="418">
                  <c:v>-45.63749834735386</c:v>
                </c:pt>
                <c:pt idx="419">
                  <c:v>-64.81388846326794</c:v>
                </c:pt>
                <c:pt idx="420">
                  <c:v>-8.067900834238834</c:v>
                </c:pt>
                <c:pt idx="421">
                  <c:v>-31.35862584326805</c:v>
                </c:pt>
                <c:pt idx="435">
                  <c:v>-30.32973456592877</c:v>
                </c:pt>
                <c:pt idx="436">
                  <c:v>-40.57233077987123</c:v>
                </c:pt>
                <c:pt idx="437">
                  <c:v>-50.50295837932838</c:v>
                </c:pt>
                <c:pt idx="438">
                  <c:v>-8.977647191411128</c:v>
                </c:pt>
                <c:pt idx="439">
                  <c:v>-17.57645403259824</c:v>
                </c:pt>
                <c:pt idx="440">
                  <c:v>-17.01000801259526</c:v>
                </c:pt>
                <c:pt idx="447">
                  <c:v>-28.2103698492796</c:v>
                </c:pt>
                <c:pt idx="448">
                  <c:v>-18.04009238751709</c:v>
                </c:pt>
                <c:pt idx="449">
                  <c:v>-7.050289762829919</c:v>
                </c:pt>
                <c:pt idx="453">
                  <c:v>-4.262335536628164</c:v>
                </c:pt>
                <c:pt idx="454">
                  <c:v>-27.43664086542947</c:v>
                </c:pt>
                <c:pt idx="455">
                  <c:v>-31.033281517099</c:v>
                </c:pt>
                <c:pt idx="457">
                  <c:v>-15.25749806699186</c:v>
                </c:pt>
                <c:pt idx="458">
                  <c:v>-32.21194203360117</c:v>
                </c:pt>
                <c:pt idx="459">
                  <c:v>-45.46918679659944</c:v>
                </c:pt>
                <c:pt idx="460">
                  <c:v>-52.15738794641165</c:v>
                </c:pt>
                <c:pt idx="461">
                  <c:v>-33.0873289495059</c:v>
                </c:pt>
                <c:pt idx="462">
                  <c:v>-18.77373229134483</c:v>
                </c:pt>
                <c:pt idx="463">
                  <c:v>-9.893819409558944</c:v>
                </c:pt>
                <c:pt idx="464">
                  <c:v>-26.83893427887674</c:v>
                </c:pt>
                <c:pt idx="467">
                  <c:v>-5.214226612670531</c:v>
                </c:pt>
                <c:pt idx="468">
                  <c:v>-44.6682476789113</c:v>
                </c:pt>
                <c:pt idx="469">
                  <c:v>-57.34268831732837</c:v>
                </c:pt>
                <c:pt idx="470">
                  <c:v>-32.5553272175183</c:v>
                </c:pt>
                <c:pt idx="471">
                  <c:v>-57.90614142421699</c:v>
                </c:pt>
                <c:pt idx="472">
                  <c:v>-27.07135494746801</c:v>
                </c:pt>
                <c:pt idx="473">
                  <c:v>-34.05760018820175</c:v>
                </c:pt>
                <c:pt idx="476">
                  <c:v>-0.8970063783711041</c:v>
                </c:pt>
                <c:pt idx="480">
                  <c:v>-4.816160845250939</c:v>
                </c:pt>
                <c:pt idx="481">
                  <c:v>-36.75204045592741</c:v>
                </c:pt>
                <c:pt idx="482">
                  <c:v>-48.74760155349235</c:v>
                </c:pt>
                <c:pt idx="483">
                  <c:v>-66.44086855121775</c:v>
                </c:pt>
                <c:pt idx="484">
                  <c:v>-80.53756587981336</c:v>
                </c:pt>
                <c:pt idx="485">
                  <c:v>-54.92336316363099</c:v>
                </c:pt>
                <c:pt idx="486">
                  <c:v>-46.5896907456499</c:v>
                </c:pt>
                <c:pt idx="487">
                  <c:v>-35.31269083764526</c:v>
                </c:pt>
                <c:pt idx="488">
                  <c:v>-71.5815318756802</c:v>
                </c:pt>
                <c:pt idx="489">
                  <c:v>-53.10346238568839</c:v>
                </c:pt>
                <c:pt idx="490">
                  <c:v>-54.41558217216588</c:v>
                </c:pt>
                <c:pt idx="491">
                  <c:v>-8.306403788786255</c:v>
                </c:pt>
                <c:pt idx="492">
                  <c:v>-36.7946596841551</c:v>
                </c:pt>
                <c:pt idx="493">
                  <c:v>-30.8640290231235</c:v>
                </c:pt>
                <c:pt idx="494">
                  <c:v>-60.92324515678116</c:v>
                </c:pt>
                <c:pt idx="495">
                  <c:v>-33.42302166146932</c:v>
                </c:pt>
                <c:pt idx="497">
                  <c:v>-28.84678638365142</c:v>
                </c:pt>
                <c:pt idx="498">
                  <c:v>-22.1344401576301</c:v>
                </c:pt>
                <c:pt idx="499">
                  <c:v>-15.31329506043722</c:v>
                </c:pt>
                <c:pt idx="500">
                  <c:v>-4.848953342649953</c:v>
                </c:pt>
                <c:pt idx="510">
                  <c:v>-1.898728360766384</c:v>
                </c:pt>
                <c:pt idx="512">
                  <c:v>-11.92185294447228</c:v>
                </c:pt>
                <c:pt idx="537">
                  <c:v>-30.7152164297438</c:v>
                </c:pt>
                <c:pt idx="538">
                  <c:v>-14.78523774139351</c:v>
                </c:pt>
                <c:pt idx="539">
                  <c:v>-1.274089146644758</c:v>
                </c:pt>
                <c:pt idx="540">
                  <c:v>-15.2319690473833</c:v>
                </c:pt>
                <c:pt idx="541">
                  <c:v>-36.39567783834178</c:v>
                </c:pt>
                <c:pt idx="542">
                  <c:v>-72.51489942558466</c:v>
                </c:pt>
                <c:pt idx="543">
                  <c:v>-62.31801990722774</c:v>
                </c:pt>
                <c:pt idx="544">
                  <c:v>-82.77206016509274</c:v>
                </c:pt>
                <c:pt idx="545">
                  <c:v>-113.3557550301889</c:v>
                </c:pt>
                <c:pt idx="546">
                  <c:v>-82.72134535106726</c:v>
                </c:pt>
                <c:pt idx="547">
                  <c:v>-87.88508851548075</c:v>
                </c:pt>
                <c:pt idx="548">
                  <c:v>-115.1487896972709</c:v>
                </c:pt>
                <c:pt idx="549">
                  <c:v>-84.13868069335459</c:v>
                </c:pt>
                <c:pt idx="550">
                  <c:v>-79.59007024668993</c:v>
                </c:pt>
                <c:pt idx="551">
                  <c:v>-44.78577762519929</c:v>
                </c:pt>
                <c:pt idx="552">
                  <c:v>-46.71479056007326</c:v>
                </c:pt>
                <c:pt idx="553">
                  <c:v>-8.46430595036822</c:v>
                </c:pt>
                <c:pt idx="575">
                  <c:v>-8.435678472745067</c:v>
                </c:pt>
                <c:pt idx="576">
                  <c:v>-42.28924597625534</c:v>
                </c:pt>
                <c:pt idx="577">
                  <c:v>-48.98622190375637</c:v>
                </c:pt>
                <c:pt idx="578">
                  <c:v>-34.89282356986826</c:v>
                </c:pt>
                <c:pt idx="579">
                  <c:v>-18.45564629684785</c:v>
                </c:pt>
                <c:pt idx="587">
                  <c:v>-2.86155122008272</c:v>
                </c:pt>
                <c:pt idx="589">
                  <c:v>-16.31753969809162</c:v>
                </c:pt>
                <c:pt idx="590">
                  <c:v>-4.387956203076124</c:v>
                </c:pt>
                <c:pt idx="591">
                  <c:v>-6.262592677960352</c:v>
                </c:pt>
                <c:pt idx="594">
                  <c:v>-9.585353080427476</c:v>
                </c:pt>
                <c:pt idx="595">
                  <c:v>-45.62972878036028</c:v>
                </c:pt>
                <c:pt idx="596">
                  <c:v>-35.55438324991351</c:v>
                </c:pt>
                <c:pt idx="597">
                  <c:v>-26.34069909377398</c:v>
                </c:pt>
                <c:pt idx="598">
                  <c:v>-48.8318445031973</c:v>
                </c:pt>
                <c:pt idx="599">
                  <c:v>-4.023690575094191</c:v>
                </c:pt>
                <c:pt idx="600">
                  <c:v>-4.023690575094191</c:v>
                </c:pt>
                <c:pt idx="605">
                  <c:v>-7.24335100894373</c:v>
                </c:pt>
                <c:pt idx="612">
                  <c:v>-8.235980226232911</c:v>
                </c:pt>
                <c:pt idx="615">
                  <c:v>-10.29901783139711</c:v>
                </c:pt>
                <c:pt idx="616">
                  <c:v>-24.84887193502744</c:v>
                </c:pt>
                <c:pt idx="617">
                  <c:v>-17.87594480569693</c:v>
                </c:pt>
                <c:pt idx="628">
                  <c:v>-4.5394216506911</c:v>
                </c:pt>
                <c:pt idx="629">
                  <c:v>-7.277975584025015</c:v>
                </c:pt>
                <c:pt idx="630">
                  <c:v>-11.69123584050905</c:v>
                </c:pt>
                <c:pt idx="632">
                  <c:v>-5.831218502852398</c:v>
                </c:pt>
                <c:pt idx="634">
                  <c:v>-16.40378533471268</c:v>
                </c:pt>
                <c:pt idx="635">
                  <c:v>-42.67180701668025</c:v>
                </c:pt>
                <c:pt idx="636">
                  <c:v>-41.72193948352486</c:v>
                </c:pt>
                <c:pt idx="637">
                  <c:v>-13.04589650653895</c:v>
                </c:pt>
                <c:pt idx="639">
                  <c:v>-17.68405986771693</c:v>
                </c:pt>
                <c:pt idx="641">
                  <c:v>-24.87953367822135</c:v>
                </c:pt>
                <c:pt idx="642">
                  <c:v>-22.09199561648072</c:v>
                </c:pt>
                <c:pt idx="643">
                  <c:v>-57.2415430089222</c:v>
                </c:pt>
                <c:pt idx="644">
                  <c:v>-65.81941273627017</c:v>
                </c:pt>
                <c:pt idx="645">
                  <c:v>-106.2428319962377</c:v>
                </c:pt>
                <c:pt idx="646">
                  <c:v>-72.32527075701923</c:v>
                </c:pt>
                <c:pt idx="647">
                  <c:v>-106.6121357728174</c:v>
                </c:pt>
                <c:pt idx="648">
                  <c:v>-120.5474412953932</c:v>
                </c:pt>
                <c:pt idx="649">
                  <c:v>-88.2290000981153</c:v>
                </c:pt>
                <c:pt idx="650">
                  <c:v>-50.71483066536702</c:v>
                </c:pt>
                <c:pt idx="651">
                  <c:v>-61.92342123287283</c:v>
                </c:pt>
                <c:pt idx="652">
                  <c:v>-93.06963169427092</c:v>
                </c:pt>
                <c:pt idx="653">
                  <c:v>-117.5742474623599</c:v>
                </c:pt>
                <c:pt idx="654">
                  <c:v>-67.44846945902924</c:v>
                </c:pt>
                <c:pt idx="655">
                  <c:v>-58.64963615963434</c:v>
                </c:pt>
                <c:pt idx="656">
                  <c:v>-77.53501806365381</c:v>
                </c:pt>
                <c:pt idx="657">
                  <c:v>-63.23369600042401</c:v>
                </c:pt>
                <c:pt idx="658">
                  <c:v>-96.01441101431047</c:v>
                </c:pt>
                <c:pt idx="659">
                  <c:v>-35.75999406370966</c:v>
                </c:pt>
                <c:pt idx="660">
                  <c:v>-33.92916669685111</c:v>
                </c:pt>
                <c:pt idx="662">
                  <c:v>-25.19284540753465</c:v>
                </c:pt>
                <c:pt idx="663">
                  <c:v>-53.6928498760201</c:v>
                </c:pt>
                <c:pt idx="664">
                  <c:v>-39.87942058912082</c:v>
                </c:pt>
                <c:pt idx="669">
                  <c:v>-4.737671291809079</c:v>
                </c:pt>
                <c:pt idx="679">
                  <c:v>-20.36831487226611</c:v>
                </c:pt>
                <c:pt idx="680">
                  <c:v>-52.04552737994629</c:v>
                </c:pt>
                <c:pt idx="681">
                  <c:v>-60.73630439190406</c:v>
                </c:pt>
                <c:pt idx="682">
                  <c:v>-82.83764867023505</c:v>
                </c:pt>
                <c:pt idx="683">
                  <c:v>-83.56530535606413</c:v>
                </c:pt>
                <c:pt idx="684">
                  <c:v>-112.0909112247211</c:v>
                </c:pt>
                <c:pt idx="685">
                  <c:v>-52.15531655452288</c:v>
                </c:pt>
                <c:pt idx="686">
                  <c:v>-62.01818367106157</c:v>
                </c:pt>
                <c:pt idx="687">
                  <c:v>-27.02599047140578</c:v>
                </c:pt>
                <c:pt idx="688">
                  <c:v>-5.820790737534811</c:v>
                </c:pt>
                <c:pt idx="689">
                  <c:v>-37.6395754065461</c:v>
                </c:pt>
                <c:pt idx="690">
                  <c:v>-23.84675246701228</c:v>
                </c:pt>
                <c:pt idx="691">
                  <c:v>-48.11498983318359</c:v>
                </c:pt>
                <c:pt idx="692">
                  <c:v>-66.64960354245065</c:v>
                </c:pt>
                <c:pt idx="693">
                  <c:v>-95.00477235675447</c:v>
                </c:pt>
                <c:pt idx="694">
                  <c:v>-54.54001266236418</c:v>
                </c:pt>
                <c:pt idx="695">
                  <c:v>-74.6126638622837</c:v>
                </c:pt>
                <c:pt idx="696">
                  <c:v>-72.66779739911709</c:v>
                </c:pt>
                <c:pt idx="697">
                  <c:v>-104.3623022459509</c:v>
                </c:pt>
                <c:pt idx="698">
                  <c:v>-43.98064144844521</c:v>
                </c:pt>
                <c:pt idx="699">
                  <c:v>-29.38866830145393</c:v>
                </c:pt>
                <c:pt idx="700">
                  <c:v>-50.42638617313249</c:v>
                </c:pt>
                <c:pt idx="701">
                  <c:v>-6.141406920724527</c:v>
                </c:pt>
                <c:pt idx="702">
                  <c:v>-25.42462929187812</c:v>
                </c:pt>
                <c:pt idx="703">
                  <c:v>-27.77794848593054</c:v>
                </c:pt>
                <c:pt idx="704">
                  <c:v>-35.48416025092757</c:v>
                </c:pt>
                <c:pt idx="705">
                  <c:v>-43.30960623570726</c:v>
                </c:pt>
                <c:pt idx="706">
                  <c:v>-48.68875656538552</c:v>
                </c:pt>
                <c:pt idx="707">
                  <c:v>-14.58258170777384</c:v>
                </c:pt>
                <c:pt idx="708">
                  <c:v>-50.40287664191956</c:v>
                </c:pt>
                <c:pt idx="709">
                  <c:v>-45.53630532595213</c:v>
                </c:pt>
                <c:pt idx="710">
                  <c:v>-60.11985432911512</c:v>
                </c:pt>
                <c:pt idx="711">
                  <c:v>-24.3456327869287</c:v>
                </c:pt>
                <c:pt idx="712">
                  <c:v>-37.55231206379819</c:v>
                </c:pt>
                <c:pt idx="714">
                  <c:v>-0.7779137860084023</c:v>
                </c:pt>
                <c:pt idx="715">
                  <c:v>-14.2848099290013</c:v>
                </c:pt>
                <c:pt idx="716">
                  <c:v>-14.60197467101745</c:v>
                </c:pt>
                <c:pt idx="717">
                  <c:v>-19.93762942502023</c:v>
                </c:pt>
                <c:pt idx="718">
                  <c:v>-13.8859595457646</c:v>
                </c:pt>
                <c:pt idx="719">
                  <c:v>-6.659136377688585</c:v>
                </c:pt>
                <c:pt idx="739">
                  <c:v>-8.835081299007376</c:v>
                </c:pt>
                <c:pt idx="740">
                  <c:v>-18.92642590871154</c:v>
                </c:pt>
                <c:pt idx="741">
                  <c:v>-24.22217366913479</c:v>
                </c:pt>
                <c:pt idx="743">
                  <c:v>-5.114702352451858</c:v>
                </c:pt>
                <c:pt idx="744">
                  <c:v>-35.2535824385195</c:v>
                </c:pt>
                <c:pt idx="747">
                  <c:v>-3.859260462412341</c:v>
                </c:pt>
                <c:pt idx="753">
                  <c:v>-12.09396823275636</c:v>
                </c:pt>
                <c:pt idx="754">
                  <c:v>-45.37946209681746</c:v>
                </c:pt>
                <c:pt idx="755">
                  <c:v>-66.07316451809994</c:v>
                </c:pt>
                <c:pt idx="756">
                  <c:v>-100.4305094762999</c:v>
                </c:pt>
                <c:pt idx="757">
                  <c:v>-105.3441448368633</c:v>
                </c:pt>
                <c:pt idx="758">
                  <c:v>-93.2978563025994</c:v>
                </c:pt>
                <c:pt idx="759">
                  <c:v>-86.2905924511431</c:v>
                </c:pt>
                <c:pt idx="760">
                  <c:v>-74.72896661528911</c:v>
                </c:pt>
                <c:pt idx="761">
                  <c:v>-80.23448609450531</c:v>
                </c:pt>
                <c:pt idx="762">
                  <c:v>-38.60520743477775</c:v>
                </c:pt>
                <c:pt idx="763">
                  <c:v>-38.92969619631309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C4-431B-80A8-FC9ABBF73A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0145295"/>
        <c:axId val="390144335"/>
      </c:areaChart>
      <c:dateAx>
        <c:axId val="390145295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4335"/>
        <c:crossesAt val="0"/>
        <c:auto val="1"/>
        <c:lblOffset val="100"/>
        <c:baseTimeUnit val="days"/>
      </c:dateAx>
      <c:valAx>
        <c:axId val="390144335"/>
        <c:scaling>
          <c:orientation val="minMax"/>
          <c:min val="-100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52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11487725510126E-2"/>
          <c:y val="6.9785901649335083E-2"/>
          <c:w val="0.91880675058795946"/>
          <c:h val="0.72255833017373539"/>
        </c:manualLayout>
      </c:layout>
      <c:lineChart>
        <c:grouping val="standard"/>
        <c:varyColors val="0"/>
        <c:ser>
          <c:idx val="0"/>
          <c:order val="0"/>
          <c:tx>
            <c:strRef>
              <c:f>'Component treatment'!$AI$4</c:f>
              <c:strCache>
                <c:ptCount val="1"/>
                <c:pt idx="0">
                  <c:v>ifa_survey</c:v>
                </c:pt>
              </c:strCache>
            </c:strRef>
          </c:tx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rgbClr val="1F2F44"/>
              </a:solidFill>
              <a:ln w="9525">
                <a:solidFill>
                  <a:srgbClr val="1F2F44"/>
                </a:solidFill>
              </a:ln>
              <a:effectLst/>
            </c:spPr>
          </c:marker>
          <c:cat>
            <c:numRef>
              <c:f>'Component treatment'!$AH$5:$AH$50000</c:f>
              <c:numCache>
                <c:formatCode>m/d/yyyy</c:formatCode>
                <c:ptCount val="49996"/>
                <c:pt idx="0">
                  <c:v>45139</c:v>
                </c:pt>
                <c:pt idx="1">
                  <c:v>45170</c:v>
                </c:pt>
                <c:pt idx="2">
                  <c:v>45200</c:v>
                </c:pt>
                <c:pt idx="3">
                  <c:v>45231</c:v>
                </c:pt>
                <c:pt idx="4">
                  <c:v>45261</c:v>
                </c:pt>
                <c:pt idx="5">
                  <c:v>45292</c:v>
                </c:pt>
                <c:pt idx="6">
                  <c:v>45323</c:v>
                </c:pt>
                <c:pt idx="7">
                  <c:v>45352</c:v>
                </c:pt>
                <c:pt idx="8">
                  <c:v>45383</c:v>
                </c:pt>
                <c:pt idx="9">
                  <c:v>45413</c:v>
                </c:pt>
                <c:pt idx="10">
                  <c:v>45444</c:v>
                </c:pt>
                <c:pt idx="11">
                  <c:v>45474</c:v>
                </c:pt>
                <c:pt idx="12">
                  <c:v>45505</c:v>
                </c:pt>
                <c:pt idx="13">
                  <c:v>45536</c:v>
                </c:pt>
                <c:pt idx="14">
                  <c:v>45566</c:v>
                </c:pt>
                <c:pt idx="15">
                  <c:v>45597</c:v>
                </c:pt>
                <c:pt idx="16">
                  <c:v>45627</c:v>
                </c:pt>
                <c:pt idx="17">
                  <c:v>45658</c:v>
                </c:pt>
                <c:pt idx="18">
                  <c:v>45689</c:v>
                </c:pt>
                <c:pt idx="19">
                  <c:v>45717</c:v>
                </c:pt>
                <c:pt idx="20">
                  <c:v>45748</c:v>
                </c:pt>
                <c:pt idx="21">
                  <c:v>45778</c:v>
                </c:pt>
                <c:pt idx="22">
                  <c:v>45809</c:v>
                </c:pt>
                <c:pt idx="23">
                  <c:v>45839</c:v>
                </c:pt>
                <c:pt idx="24">
                  <c:v>45870</c:v>
                </c:pt>
                <c:pt idx="25">
                  <c:v>45901</c:v>
                </c:pt>
                <c:pt idx="26">
                  <c:v>45931</c:v>
                </c:pt>
                <c:pt idx="27">
                  <c:v>45962</c:v>
                </c:pt>
                <c:pt idx="28">
                  <c:v>45992</c:v>
                </c:pt>
                <c:pt idx="29">
                  <c:v>46023</c:v>
                </c:pt>
                <c:pt idx="30">
                  <c:v>46054</c:v>
                </c:pt>
                <c:pt idx="31">
                  <c:v>46082</c:v>
                </c:pt>
                <c:pt idx="32">
                  <c:v>46113</c:v>
                </c:pt>
                <c:pt idx="33">
                  <c:v>46143</c:v>
                </c:pt>
                <c:pt idx="34">
                  <c:v>46174</c:v>
                </c:pt>
                <c:pt idx="35">
                  <c:v>46204</c:v>
                </c:pt>
                <c:pt idx="36">
                  <c:v>46235</c:v>
                </c:pt>
              </c:numCache>
            </c:numRef>
          </c:cat>
          <c:val>
            <c:numRef>
              <c:f>'Component treatment'!$AI$5:$AI$50000</c:f>
              <c:numCache>
                <c:formatCode>0.0</c:formatCode>
                <c:ptCount val="49996"/>
                <c:pt idx="0">
                  <c:v>7.58641975308642</c:v>
                </c:pt>
                <c:pt idx="1">
                  <c:v>6.975409836065574</c:v>
                </c:pt>
                <c:pt idx="2">
                  <c:v>6.174757281553398</c:v>
                </c:pt>
                <c:pt idx="3">
                  <c:v>6.639889196675901</c:v>
                </c:pt>
                <c:pt idx="4">
                  <c:v>7.146520146520147</c:v>
                </c:pt>
                <c:pt idx="5">
                  <c:v>7.551020408163265</c:v>
                </c:pt>
                <c:pt idx="6">
                  <c:v>6.873239436619718</c:v>
                </c:pt>
                <c:pt idx="7">
                  <c:v>7.304347826086956</c:v>
                </c:pt>
                <c:pt idx="8">
                  <c:v>6.861224489795918</c:v>
                </c:pt>
                <c:pt idx="9">
                  <c:v>6.191146881287726</c:v>
                </c:pt>
                <c:pt idx="10">
                  <c:v>5.632743362831858</c:v>
                </c:pt>
                <c:pt idx="11">
                  <c:v>6.464285714285714</c:v>
                </c:pt>
                <c:pt idx="12">
                  <c:v>6.490196078431373</c:v>
                </c:pt>
                <c:pt idx="13">
                  <c:v>6.522012578616352</c:v>
                </c:pt>
                <c:pt idx="14">
                  <c:v>6.158940397350993</c:v>
                </c:pt>
                <c:pt idx="15">
                  <c:v>5.531645569620253</c:v>
                </c:pt>
                <c:pt idx="16">
                  <c:v>4.886524822695035</c:v>
                </c:pt>
                <c:pt idx="17">
                  <c:v>5.035608308605341</c:v>
                </c:pt>
                <c:pt idx="18">
                  <c:v>5.782608695652174</c:v>
                </c:pt>
                <c:pt idx="19">
                  <c:v>5.922222222222222</c:v>
                </c:pt>
                <c:pt idx="20">
                  <c:v>6.376811594202898</c:v>
                </c:pt>
                <c:pt idx="21">
                  <c:v>6.983050847457627</c:v>
                </c:pt>
                <c:pt idx="22">
                  <c:v>6.747899159663866</c:v>
                </c:pt>
                <c:pt idx="23">
                  <c:v>6.813953488372093</c:v>
                </c:pt>
                <c:pt idx="24">
                  <c:v>6.235294117647059</c:v>
                </c:pt>
                <c:pt idx="25">
                  <c:v>6.853211009174312</c:v>
                </c:pt>
                <c:pt idx="26">
                  <c:v>6.52991452991453</c:v>
                </c:pt>
                <c:pt idx="27">
                  <c:v>6.934579439252336</c:v>
                </c:pt>
                <c:pt idx="28">
                  <c:v>7.111111111111111</c:v>
                </c:pt>
                <c:pt idx="29">
                  <c:v>7.02</c:v>
                </c:pt>
                <c:pt idx="30">
                  <c:v>7.149532710280374</c:v>
                </c:pt>
                <c:pt idx="31">
                  <c:v>6.759615384615385</c:v>
                </c:pt>
                <c:pt idx="32">
                  <c:v>7.39344262295082</c:v>
                </c:pt>
                <c:pt idx="33">
                  <c:v>6.962264150943396</c:v>
                </c:pt>
                <c:pt idx="34">
                  <c:v>6.403669724770642</c:v>
                </c:pt>
                <c:pt idx="35">
                  <c:v>6.598130841121495</c:v>
                </c:pt>
                <c:pt idx="36">
                  <c:v>5.7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2B-4D58-8A73-9D53057E1B15}"/>
            </c:ext>
          </c:extLst>
        </c:ser>
        <c:ser>
          <c:idx val="1"/>
          <c:order val="1"/>
          <c:tx>
            <c:strRef>
              <c:f>'Component treatment'!$AJ$4</c:f>
              <c:strCache>
                <c:ptCount val="1"/>
                <c:pt idx="0">
                  <c:v>Pessimista</c:v>
                </c:pt>
              </c:strCache>
            </c:strRef>
          </c:tx>
          <c:spPr>
            <a:ln w="19050" cap="rnd">
              <a:solidFill>
                <a:srgbClr val="C0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'Component treatment'!$AH$5:$AH$50000</c:f>
              <c:numCache>
                <c:formatCode>m/d/yyyy</c:formatCode>
                <c:ptCount val="49996"/>
                <c:pt idx="0">
                  <c:v>45139</c:v>
                </c:pt>
                <c:pt idx="1">
                  <c:v>45170</c:v>
                </c:pt>
                <c:pt idx="2">
                  <c:v>45200</c:v>
                </c:pt>
                <c:pt idx="3">
                  <c:v>45231</c:v>
                </c:pt>
                <c:pt idx="4">
                  <c:v>45261</c:v>
                </c:pt>
                <c:pt idx="5">
                  <c:v>45292</c:v>
                </c:pt>
                <c:pt idx="6">
                  <c:v>45323</c:v>
                </c:pt>
                <c:pt idx="7">
                  <c:v>45352</c:v>
                </c:pt>
                <c:pt idx="8">
                  <c:v>45383</c:v>
                </c:pt>
                <c:pt idx="9">
                  <c:v>45413</c:v>
                </c:pt>
                <c:pt idx="10">
                  <c:v>45444</c:v>
                </c:pt>
                <c:pt idx="11">
                  <c:v>45474</c:v>
                </c:pt>
                <c:pt idx="12">
                  <c:v>45505</c:v>
                </c:pt>
                <c:pt idx="13">
                  <c:v>45536</c:v>
                </c:pt>
                <c:pt idx="14">
                  <c:v>45566</c:v>
                </c:pt>
                <c:pt idx="15">
                  <c:v>45597</c:v>
                </c:pt>
                <c:pt idx="16">
                  <c:v>45627</c:v>
                </c:pt>
                <c:pt idx="17">
                  <c:v>45658</c:v>
                </c:pt>
                <c:pt idx="18">
                  <c:v>45689</c:v>
                </c:pt>
                <c:pt idx="19">
                  <c:v>45717</c:v>
                </c:pt>
                <c:pt idx="20">
                  <c:v>45748</c:v>
                </c:pt>
                <c:pt idx="21">
                  <c:v>45778</c:v>
                </c:pt>
                <c:pt idx="22">
                  <c:v>45809</c:v>
                </c:pt>
                <c:pt idx="23">
                  <c:v>45839</c:v>
                </c:pt>
                <c:pt idx="24">
                  <c:v>45870</c:v>
                </c:pt>
                <c:pt idx="25">
                  <c:v>45901</c:v>
                </c:pt>
                <c:pt idx="26">
                  <c:v>45931</c:v>
                </c:pt>
                <c:pt idx="27">
                  <c:v>45962</c:v>
                </c:pt>
                <c:pt idx="28">
                  <c:v>45992</c:v>
                </c:pt>
                <c:pt idx="29">
                  <c:v>46023</c:v>
                </c:pt>
                <c:pt idx="30">
                  <c:v>46054</c:v>
                </c:pt>
                <c:pt idx="31">
                  <c:v>46082</c:v>
                </c:pt>
                <c:pt idx="32">
                  <c:v>46113</c:v>
                </c:pt>
                <c:pt idx="33">
                  <c:v>46143</c:v>
                </c:pt>
                <c:pt idx="34">
                  <c:v>46174</c:v>
                </c:pt>
                <c:pt idx="35">
                  <c:v>46204</c:v>
                </c:pt>
                <c:pt idx="36">
                  <c:v>46235</c:v>
                </c:pt>
              </c:numCache>
            </c:numRef>
          </c:cat>
          <c:val>
            <c:numRef>
              <c:f>'Component treatment'!$AJ$5:$AJ$50000</c:f>
              <c:numCache>
                <c:formatCode>0.0</c:formatCode>
                <c:ptCount val="49996"/>
                <c:pt idx="0">
                  <c:v>6.290028291322762</c:v>
                </c:pt>
                <c:pt idx="1">
                  <c:v>6.290028291322762</c:v>
                </c:pt>
                <c:pt idx="2">
                  <c:v>6.290028291322762</c:v>
                </c:pt>
                <c:pt idx="3">
                  <c:v>6.290028291322762</c:v>
                </c:pt>
                <c:pt idx="4">
                  <c:v>6.290028291322762</c:v>
                </c:pt>
                <c:pt idx="5">
                  <c:v>6.290028291322762</c:v>
                </c:pt>
                <c:pt idx="6">
                  <c:v>6.290028291322762</c:v>
                </c:pt>
                <c:pt idx="7">
                  <c:v>6.290028291322762</c:v>
                </c:pt>
                <c:pt idx="8">
                  <c:v>6.290028291322762</c:v>
                </c:pt>
                <c:pt idx="9">
                  <c:v>6.290028291322762</c:v>
                </c:pt>
                <c:pt idx="10">
                  <c:v>6.290028291322762</c:v>
                </c:pt>
                <c:pt idx="11">
                  <c:v>6.290028291322762</c:v>
                </c:pt>
                <c:pt idx="12">
                  <c:v>6.290028291322762</c:v>
                </c:pt>
                <c:pt idx="13">
                  <c:v>6.290028291322762</c:v>
                </c:pt>
                <c:pt idx="14">
                  <c:v>6.290028291322762</c:v>
                </c:pt>
                <c:pt idx="15">
                  <c:v>6.290028291322762</c:v>
                </c:pt>
                <c:pt idx="16">
                  <c:v>6.290028291322762</c:v>
                </c:pt>
                <c:pt idx="17">
                  <c:v>6.290028291322762</c:v>
                </c:pt>
                <c:pt idx="18">
                  <c:v>6.290028291322762</c:v>
                </c:pt>
                <c:pt idx="19">
                  <c:v>6.290028291322762</c:v>
                </c:pt>
                <c:pt idx="20">
                  <c:v>6.290028291322762</c:v>
                </c:pt>
                <c:pt idx="21">
                  <c:v>6.290028291322762</c:v>
                </c:pt>
                <c:pt idx="22">
                  <c:v>6.290028291322762</c:v>
                </c:pt>
                <c:pt idx="23">
                  <c:v>6.290028291322762</c:v>
                </c:pt>
                <c:pt idx="24">
                  <c:v>6.290028291322762</c:v>
                </c:pt>
                <c:pt idx="25">
                  <c:v>6.290028291322762</c:v>
                </c:pt>
                <c:pt idx="26">
                  <c:v>6.290028291322762</c:v>
                </c:pt>
                <c:pt idx="27">
                  <c:v>6.290028291322762</c:v>
                </c:pt>
                <c:pt idx="28">
                  <c:v>6.290028291322762</c:v>
                </c:pt>
                <c:pt idx="29">
                  <c:v>6.290028291322762</c:v>
                </c:pt>
                <c:pt idx="30">
                  <c:v>6.290028291322762</c:v>
                </c:pt>
                <c:pt idx="31">
                  <c:v>6.290028291322762</c:v>
                </c:pt>
                <c:pt idx="32">
                  <c:v>6.290028291322762</c:v>
                </c:pt>
                <c:pt idx="33">
                  <c:v>6.290028291322762</c:v>
                </c:pt>
                <c:pt idx="34">
                  <c:v>6.290028291322762</c:v>
                </c:pt>
                <c:pt idx="35">
                  <c:v>6.290028291322762</c:v>
                </c:pt>
                <c:pt idx="36">
                  <c:v>6.290028291322762</c:v>
                </c:pt>
                <c:pt idx="37">
                  <c:v>6.290028291322762</c:v>
                </c:pt>
                <c:pt idx="38">
                  <c:v>6.290028291322762</c:v>
                </c:pt>
                <c:pt idx="39">
                  <c:v>6.290028291322762</c:v>
                </c:pt>
                <c:pt idx="40">
                  <c:v>6.290028291322762</c:v>
                </c:pt>
                <c:pt idx="41">
                  <c:v>6.290028291322762</c:v>
                </c:pt>
                <c:pt idx="42">
                  <c:v>6.290028291322762</c:v>
                </c:pt>
                <c:pt idx="43">
                  <c:v>6.290028291322762</c:v>
                </c:pt>
                <c:pt idx="44">
                  <c:v>6.290028291322762</c:v>
                </c:pt>
                <c:pt idx="45">
                  <c:v>6.290028291322762</c:v>
                </c:pt>
                <c:pt idx="46">
                  <c:v>6.290028291322762</c:v>
                </c:pt>
                <c:pt idx="47">
                  <c:v>6.290028291322762</c:v>
                </c:pt>
                <c:pt idx="48">
                  <c:v>6.290028291322762</c:v>
                </c:pt>
                <c:pt idx="49">
                  <c:v>6.290028291322762</c:v>
                </c:pt>
                <c:pt idx="50">
                  <c:v>6.290028291322762</c:v>
                </c:pt>
                <c:pt idx="51">
                  <c:v>6.290028291322762</c:v>
                </c:pt>
                <c:pt idx="52">
                  <c:v>6.290028291322762</c:v>
                </c:pt>
                <c:pt idx="53">
                  <c:v>6.290028291322762</c:v>
                </c:pt>
                <c:pt idx="54">
                  <c:v>6.290028291322762</c:v>
                </c:pt>
                <c:pt idx="55">
                  <c:v>6.290028291322762</c:v>
                </c:pt>
                <c:pt idx="56">
                  <c:v>6.290028291322762</c:v>
                </c:pt>
                <c:pt idx="57">
                  <c:v>6.290028291322762</c:v>
                </c:pt>
                <c:pt idx="58">
                  <c:v>6.290028291322762</c:v>
                </c:pt>
                <c:pt idx="59">
                  <c:v>6.290028291322762</c:v>
                </c:pt>
                <c:pt idx="60">
                  <c:v>6.290028291322762</c:v>
                </c:pt>
                <c:pt idx="61">
                  <c:v>6.290028291322762</c:v>
                </c:pt>
                <c:pt idx="62">
                  <c:v>6.290028291322762</c:v>
                </c:pt>
                <c:pt idx="63">
                  <c:v>6.290028291322762</c:v>
                </c:pt>
                <c:pt idx="64">
                  <c:v>6.290028291322762</c:v>
                </c:pt>
                <c:pt idx="65">
                  <c:v>6.290028291322762</c:v>
                </c:pt>
                <c:pt idx="66">
                  <c:v>6.290028291322762</c:v>
                </c:pt>
                <c:pt idx="67">
                  <c:v>6.290028291322762</c:v>
                </c:pt>
                <c:pt idx="68">
                  <c:v>6.290028291322762</c:v>
                </c:pt>
                <c:pt idx="69">
                  <c:v>6.290028291322762</c:v>
                </c:pt>
                <c:pt idx="70">
                  <c:v>6.290028291322762</c:v>
                </c:pt>
                <c:pt idx="71">
                  <c:v>6.290028291322762</c:v>
                </c:pt>
                <c:pt idx="72">
                  <c:v>6.290028291322762</c:v>
                </c:pt>
                <c:pt idx="73">
                  <c:v>6.290028291322762</c:v>
                </c:pt>
                <c:pt idx="74">
                  <c:v>6.290028291322762</c:v>
                </c:pt>
                <c:pt idx="75">
                  <c:v>6.290028291322762</c:v>
                </c:pt>
                <c:pt idx="76">
                  <c:v>6.290028291322762</c:v>
                </c:pt>
                <c:pt idx="77">
                  <c:v>6.290028291322762</c:v>
                </c:pt>
                <c:pt idx="78">
                  <c:v>6.290028291322762</c:v>
                </c:pt>
                <c:pt idx="79">
                  <c:v>6.290028291322762</c:v>
                </c:pt>
                <c:pt idx="80">
                  <c:v>6.290028291322762</c:v>
                </c:pt>
                <c:pt idx="81">
                  <c:v>6.290028291322762</c:v>
                </c:pt>
                <c:pt idx="82">
                  <c:v>6.290028291322762</c:v>
                </c:pt>
                <c:pt idx="83">
                  <c:v>6.290028291322762</c:v>
                </c:pt>
                <c:pt idx="84">
                  <c:v>6.290028291322762</c:v>
                </c:pt>
                <c:pt idx="85">
                  <c:v>6.290028291322762</c:v>
                </c:pt>
                <c:pt idx="86">
                  <c:v>6.290028291322762</c:v>
                </c:pt>
                <c:pt idx="87">
                  <c:v>6.290028291322762</c:v>
                </c:pt>
                <c:pt idx="88">
                  <c:v>6.290028291322762</c:v>
                </c:pt>
                <c:pt idx="89">
                  <c:v>6.290028291322762</c:v>
                </c:pt>
                <c:pt idx="90">
                  <c:v>6.290028291322762</c:v>
                </c:pt>
                <c:pt idx="91">
                  <c:v>6.290028291322762</c:v>
                </c:pt>
                <c:pt idx="92">
                  <c:v>6.290028291322762</c:v>
                </c:pt>
                <c:pt idx="93">
                  <c:v>6.290028291322762</c:v>
                </c:pt>
                <c:pt idx="94">
                  <c:v>6.290028291322762</c:v>
                </c:pt>
                <c:pt idx="95">
                  <c:v>6.290028291322762</c:v>
                </c:pt>
                <c:pt idx="96">
                  <c:v>6.290028291322762</c:v>
                </c:pt>
                <c:pt idx="97">
                  <c:v>6.290028291322762</c:v>
                </c:pt>
                <c:pt idx="98">
                  <c:v>6.290028291322762</c:v>
                </c:pt>
                <c:pt idx="99">
                  <c:v>6.290028291322762</c:v>
                </c:pt>
                <c:pt idx="100">
                  <c:v>6.290028291322762</c:v>
                </c:pt>
                <c:pt idx="101">
                  <c:v>6.290028291322762</c:v>
                </c:pt>
                <c:pt idx="102">
                  <c:v>6.290028291322762</c:v>
                </c:pt>
                <c:pt idx="103">
                  <c:v>6.290028291322762</c:v>
                </c:pt>
                <c:pt idx="104">
                  <c:v>6.290028291322762</c:v>
                </c:pt>
                <c:pt idx="105">
                  <c:v>6.290028291322762</c:v>
                </c:pt>
                <c:pt idx="106">
                  <c:v>6.290028291322762</c:v>
                </c:pt>
                <c:pt idx="107">
                  <c:v>6.290028291322762</c:v>
                </c:pt>
                <c:pt idx="108">
                  <c:v>6.290028291322762</c:v>
                </c:pt>
                <c:pt idx="109">
                  <c:v>6.290028291322762</c:v>
                </c:pt>
                <c:pt idx="110">
                  <c:v>6.290028291322762</c:v>
                </c:pt>
                <c:pt idx="111">
                  <c:v>6.290028291322762</c:v>
                </c:pt>
                <c:pt idx="112">
                  <c:v>6.290028291322762</c:v>
                </c:pt>
                <c:pt idx="113">
                  <c:v>6.290028291322762</c:v>
                </c:pt>
                <c:pt idx="114">
                  <c:v>6.290028291322762</c:v>
                </c:pt>
                <c:pt idx="115">
                  <c:v>6.290028291322762</c:v>
                </c:pt>
                <c:pt idx="116">
                  <c:v>6.290028291322762</c:v>
                </c:pt>
                <c:pt idx="117">
                  <c:v>6.290028291322762</c:v>
                </c:pt>
                <c:pt idx="118">
                  <c:v>6.290028291322762</c:v>
                </c:pt>
                <c:pt idx="119">
                  <c:v>6.290028291322762</c:v>
                </c:pt>
                <c:pt idx="120">
                  <c:v>6.290028291322762</c:v>
                </c:pt>
                <c:pt idx="121">
                  <c:v>6.290028291322762</c:v>
                </c:pt>
                <c:pt idx="122">
                  <c:v>6.290028291322762</c:v>
                </c:pt>
                <c:pt idx="123">
                  <c:v>6.290028291322762</c:v>
                </c:pt>
                <c:pt idx="124">
                  <c:v>6.290028291322762</c:v>
                </c:pt>
                <c:pt idx="125">
                  <c:v>6.290028291322762</c:v>
                </c:pt>
                <c:pt idx="126">
                  <c:v>6.290028291322762</c:v>
                </c:pt>
                <c:pt idx="127">
                  <c:v>6.290028291322762</c:v>
                </c:pt>
                <c:pt idx="128">
                  <c:v>6.290028291322762</c:v>
                </c:pt>
                <c:pt idx="129">
                  <c:v>6.290028291322762</c:v>
                </c:pt>
                <c:pt idx="130">
                  <c:v>6.290028291322762</c:v>
                </c:pt>
                <c:pt idx="131">
                  <c:v>6.290028291322762</c:v>
                </c:pt>
                <c:pt idx="132">
                  <c:v>6.290028291322762</c:v>
                </c:pt>
                <c:pt idx="133">
                  <c:v>6.290028291322762</c:v>
                </c:pt>
                <c:pt idx="134">
                  <c:v>6.290028291322762</c:v>
                </c:pt>
                <c:pt idx="135">
                  <c:v>6.290028291322762</c:v>
                </c:pt>
                <c:pt idx="136">
                  <c:v>6.290028291322762</c:v>
                </c:pt>
                <c:pt idx="137">
                  <c:v>6.290028291322762</c:v>
                </c:pt>
                <c:pt idx="138">
                  <c:v>6.290028291322762</c:v>
                </c:pt>
                <c:pt idx="139">
                  <c:v>6.290028291322762</c:v>
                </c:pt>
                <c:pt idx="140">
                  <c:v>6.290028291322762</c:v>
                </c:pt>
                <c:pt idx="141">
                  <c:v>6.290028291322762</c:v>
                </c:pt>
                <c:pt idx="142">
                  <c:v>6.290028291322762</c:v>
                </c:pt>
                <c:pt idx="143">
                  <c:v>6.290028291322762</c:v>
                </c:pt>
                <c:pt idx="144">
                  <c:v>6.290028291322762</c:v>
                </c:pt>
                <c:pt idx="145">
                  <c:v>6.290028291322762</c:v>
                </c:pt>
                <c:pt idx="146">
                  <c:v>6.290028291322762</c:v>
                </c:pt>
                <c:pt idx="147">
                  <c:v>6.290028291322762</c:v>
                </c:pt>
                <c:pt idx="148">
                  <c:v>6.290028291322762</c:v>
                </c:pt>
                <c:pt idx="149">
                  <c:v>6.290028291322762</c:v>
                </c:pt>
                <c:pt idx="150">
                  <c:v>6.290028291322762</c:v>
                </c:pt>
                <c:pt idx="151">
                  <c:v>6.290028291322762</c:v>
                </c:pt>
                <c:pt idx="152">
                  <c:v>6.290028291322762</c:v>
                </c:pt>
                <c:pt idx="153">
                  <c:v>6.290028291322762</c:v>
                </c:pt>
                <c:pt idx="154">
                  <c:v>6.290028291322762</c:v>
                </c:pt>
                <c:pt idx="155">
                  <c:v>6.290028291322762</c:v>
                </c:pt>
                <c:pt idx="156">
                  <c:v>6.290028291322762</c:v>
                </c:pt>
                <c:pt idx="157">
                  <c:v>6.290028291322762</c:v>
                </c:pt>
                <c:pt idx="158">
                  <c:v>6.290028291322762</c:v>
                </c:pt>
                <c:pt idx="159">
                  <c:v>6.290028291322762</c:v>
                </c:pt>
                <c:pt idx="160">
                  <c:v>6.290028291322762</c:v>
                </c:pt>
                <c:pt idx="161">
                  <c:v>6.290028291322762</c:v>
                </c:pt>
                <c:pt idx="162">
                  <c:v>6.290028291322762</c:v>
                </c:pt>
                <c:pt idx="163">
                  <c:v>6.290028291322762</c:v>
                </c:pt>
                <c:pt idx="164">
                  <c:v>6.290028291322762</c:v>
                </c:pt>
                <c:pt idx="165">
                  <c:v>6.290028291322762</c:v>
                </c:pt>
                <c:pt idx="166">
                  <c:v>6.290028291322762</c:v>
                </c:pt>
                <c:pt idx="167">
                  <c:v>6.290028291322762</c:v>
                </c:pt>
                <c:pt idx="168">
                  <c:v>6.290028291322762</c:v>
                </c:pt>
                <c:pt idx="169">
                  <c:v>6.290028291322762</c:v>
                </c:pt>
                <c:pt idx="170">
                  <c:v>6.290028291322762</c:v>
                </c:pt>
                <c:pt idx="171">
                  <c:v>6.290028291322762</c:v>
                </c:pt>
                <c:pt idx="172">
                  <c:v>6.290028291322762</c:v>
                </c:pt>
                <c:pt idx="173">
                  <c:v>6.290028291322762</c:v>
                </c:pt>
                <c:pt idx="174">
                  <c:v>6.290028291322762</c:v>
                </c:pt>
                <c:pt idx="175">
                  <c:v>6.290028291322762</c:v>
                </c:pt>
                <c:pt idx="176">
                  <c:v>6.290028291322762</c:v>
                </c:pt>
                <c:pt idx="177">
                  <c:v>6.290028291322762</c:v>
                </c:pt>
                <c:pt idx="178">
                  <c:v>6.290028291322762</c:v>
                </c:pt>
                <c:pt idx="179">
                  <c:v>6.290028291322762</c:v>
                </c:pt>
                <c:pt idx="180">
                  <c:v>6.290028291322762</c:v>
                </c:pt>
                <c:pt idx="181">
                  <c:v>6.290028291322762</c:v>
                </c:pt>
                <c:pt idx="182">
                  <c:v>6.290028291322762</c:v>
                </c:pt>
                <c:pt idx="183">
                  <c:v>6.290028291322762</c:v>
                </c:pt>
                <c:pt idx="184">
                  <c:v>6.290028291322762</c:v>
                </c:pt>
                <c:pt idx="185">
                  <c:v>6.290028291322762</c:v>
                </c:pt>
                <c:pt idx="186">
                  <c:v>6.290028291322762</c:v>
                </c:pt>
                <c:pt idx="187">
                  <c:v>6.290028291322762</c:v>
                </c:pt>
                <c:pt idx="188">
                  <c:v>6.290028291322762</c:v>
                </c:pt>
                <c:pt idx="189">
                  <c:v>6.290028291322762</c:v>
                </c:pt>
                <c:pt idx="190">
                  <c:v>6.290028291322762</c:v>
                </c:pt>
                <c:pt idx="191">
                  <c:v>6.290028291322762</c:v>
                </c:pt>
                <c:pt idx="192">
                  <c:v>6.290028291322762</c:v>
                </c:pt>
                <c:pt idx="193">
                  <c:v>6.290028291322762</c:v>
                </c:pt>
                <c:pt idx="194">
                  <c:v>6.290028291322762</c:v>
                </c:pt>
                <c:pt idx="195">
                  <c:v>6.290028291322762</c:v>
                </c:pt>
                <c:pt idx="196">
                  <c:v>6.290028291322762</c:v>
                </c:pt>
                <c:pt idx="197">
                  <c:v>6.290028291322762</c:v>
                </c:pt>
                <c:pt idx="198">
                  <c:v>6.290028291322762</c:v>
                </c:pt>
                <c:pt idx="199">
                  <c:v>6.290028291322762</c:v>
                </c:pt>
                <c:pt idx="200">
                  <c:v>6.290028291322762</c:v>
                </c:pt>
                <c:pt idx="201">
                  <c:v>6.290028291322762</c:v>
                </c:pt>
                <c:pt idx="202">
                  <c:v>6.290028291322762</c:v>
                </c:pt>
                <c:pt idx="203">
                  <c:v>6.290028291322762</c:v>
                </c:pt>
                <c:pt idx="204">
                  <c:v>6.290028291322762</c:v>
                </c:pt>
                <c:pt idx="205">
                  <c:v>6.290028291322762</c:v>
                </c:pt>
                <c:pt idx="206">
                  <c:v>6.290028291322762</c:v>
                </c:pt>
                <c:pt idx="207">
                  <c:v>6.290028291322762</c:v>
                </c:pt>
                <c:pt idx="208">
                  <c:v>6.290028291322762</c:v>
                </c:pt>
                <c:pt idx="209">
                  <c:v>6.290028291322762</c:v>
                </c:pt>
                <c:pt idx="210">
                  <c:v>6.290028291322762</c:v>
                </c:pt>
                <c:pt idx="211">
                  <c:v>6.290028291322762</c:v>
                </c:pt>
                <c:pt idx="212">
                  <c:v>6.290028291322762</c:v>
                </c:pt>
                <c:pt idx="213">
                  <c:v>6.290028291322762</c:v>
                </c:pt>
                <c:pt idx="214">
                  <c:v>6.290028291322762</c:v>
                </c:pt>
                <c:pt idx="215">
                  <c:v>6.290028291322762</c:v>
                </c:pt>
                <c:pt idx="216">
                  <c:v>6.290028291322762</c:v>
                </c:pt>
                <c:pt idx="217">
                  <c:v>6.290028291322762</c:v>
                </c:pt>
                <c:pt idx="218">
                  <c:v>6.290028291322762</c:v>
                </c:pt>
                <c:pt idx="219">
                  <c:v>6.290028291322762</c:v>
                </c:pt>
                <c:pt idx="220">
                  <c:v>6.290028291322762</c:v>
                </c:pt>
                <c:pt idx="221">
                  <c:v>6.290028291322762</c:v>
                </c:pt>
                <c:pt idx="222">
                  <c:v>6.290028291322762</c:v>
                </c:pt>
                <c:pt idx="223">
                  <c:v>6.290028291322762</c:v>
                </c:pt>
                <c:pt idx="224">
                  <c:v>6.290028291322762</c:v>
                </c:pt>
                <c:pt idx="225">
                  <c:v>6.290028291322762</c:v>
                </c:pt>
                <c:pt idx="226">
                  <c:v>6.290028291322762</c:v>
                </c:pt>
                <c:pt idx="227">
                  <c:v>6.290028291322762</c:v>
                </c:pt>
                <c:pt idx="228">
                  <c:v>6.290028291322762</c:v>
                </c:pt>
                <c:pt idx="229">
                  <c:v>6.290028291322762</c:v>
                </c:pt>
                <c:pt idx="230">
                  <c:v>6.290028291322762</c:v>
                </c:pt>
                <c:pt idx="231">
                  <c:v>6.290028291322762</c:v>
                </c:pt>
                <c:pt idx="232">
                  <c:v>6.290028291322762</c:v>
                </c:pt>
                <c:pt idx="233">
                  <c:v>6.290028291322762</c:v>
                </c:pt>
                <c:pt idx="234">
                  <c:v>6.290028291322762</c:v>
                </c:pt>
                <c:pt idx="235">
                  <c:v>6.290028291322762</c:v>
                </c:pt>
                <c:pt idx="236">
                  <c:v>6.290028291322762</c:v>
                </c:pt>
                <c:pt idx="237">
                  <c:v>6.290028291322762</c:v>
                </c:pt>
                <c:pt idx="238">
                  <c:v>6.290028291322762</c:v>
                </c:pt>
                <c:pt idx="239">
                  <c:v>6.290028291322762</c:v>
                </c:pt>
                <c:pt idx="240">
                  <c:v>6.290028291322762</c:v>
                </c:pt>
                <c:pt idx="241">
                  <c:v>6.290028291322762</c:v>
                </c:pt>
                <c:pt idx="242">
                  <c:v>6.290028291322762</c:v>
                </c:pt>
                <c:pt idx="243">
                  <c:v>6.290028291322762</c:v>
                </c:pt>
                <c:pt idx="244">
                  <c:v>6.290028291322762</c:v>
                </c:pt>
                <c:pt idx="245">
                  <c:v>6.290028291322762</c:v>
                </c:pt>
                <c:pt idx="246">
                  <c:v>6.290028291322762</c:v>
                </c:pt>
                <c:pt idx="247">
                  <c:v>6.290028291322762</c:v>
                </c:pt>
                <c:pt idx="248">
                  <c:v>6.290028291322762</c:v>
                </c:pt>
                <c:pt idx="249">
                  <c:v>6.290028291322762</c:v>
                </c:pt>
                <c:pt idx="250">
                  <c:v>6.290028291322762</c:v>
                </c:pt>
                <c:pt idx="251">
                  <c:v>6.290028291322762</c:v>
                </c:pt>
                <c:pt idx="252">
                  <c:v>6.290028291322762</c:v>
                </c:pt>
                <c:pt idx="253">
                  <c:v>6.290028291322762</c:v>
                </c:pt>
                <c:pt idx="254">
                  <c:v>6.290028291322762</c:v>
                </c:pt>
                <c:pt idx="255">
                  <c:v>6.290028291322762</c:v>
                </c:pt>
                <c:pt idx="256">
                  <c:v>6.290028291322762</c:v>
                </c:pt>
                <c:pt idx="257">
                  <c:v>6.290028291322762</c:v>
                </c:pt>
                <c:pt idx="258">
                  <c:v>6.290028291322762</c:v>
                </c:pt>
                <c:pt idx="259">
                  <c:v>6.290028291322762</c:v>
                </c:pt>
                <c:pt idx="260">
                  <c:v>6.290028291322762</c:v>
                </c:pt>
                <c:pt idx="261">
                  <c:v>6.290028291322762</c:v>
                </c:pt>
                <c:pt idx="262">
                  <c:v>6.290028291322762</c:v>
                </c:pt>
                <c:pt idx="263">
                  <c:v>6.290028291322762</c:v>
                </c:pt>
                <c:pt idx="264">
                  <c:v>6.290028291322762</c:v>
                </c:pt>
                <c:pt idx="265">
                  <c:v>6.290028291322762</c:v>
                </c:pt>
                <c:pt idx="266">
                  <c:v>6.290028291322762</c:v>
                </c:pt>
                <c:pt idx="267">
                  <c:v>6.290028291322762</c:v>
                </c:pt>
                <c:pt idx="268">
                  <c:v>6.290028291322762</c:v>
                </c:pt>
                <c:pt idx="269">
                  <c:v>6.290028291322762</c:v>
                </c:pt>
                <c:pt idx="270">
                  <c:v>6.290028291322762</c:v>
                </c:pt>
                <c:pt idx="271">
                  <c:v>6.290028291322762</c:v>
                </c:pt>
                <c:pt idx="272">
                  <c:v>6.290028291322762</c:v>
                </c:pt>
                <c:pt idx="273">
                  <c:v>6.290028291322762</c:v>
                </c:pt>
                <c:pt idx="274">
                  <c:v>6.290028291322762</c:v>
                </c:pt>
                <c:pt idx="275">
                  <c:v>6.290028291322762</c:v>
                </c:pt>
                <c:pt idx="276">
                  <c:v>6.290028291322762</c:v>
                </c:pt>
                <c:pt idx="277">
                  <c:v>6.290028291322762</c:v>
                </c:pt>
                <c:pt idx="278">
                  <c:v>6.290028291322762</c:v>
                </c:pt>
                <c:pt idx="279">
                  <c:v>6.290028291322762</c:v>
                </c:pt>
                <c:pt idx="280">
                  <c:v>6.290028291322762</c:v>
                </c:pt>
                <c:pt idx="281">
                  <c:v>6.290028291322762</c:v>
                </c:pt>
                <c:pt idx="282">
                  <c:v>6.290028291322762</c:v>
                </c:pt>
                <c:pt idx="283">
                  <c:v>6.290028291322762</c:v>
                </c:pt>
                <c:pt idx="284">
                  <c:v>6.290028291322762</c:v>
                </c:pt>
                <c:pt idx="285">
                  <c:v>6.290028291322762</c:v>
                </c:pt>
                <c:pt idx="286">
                  <c:v>6.290028291322762</c:v>
                </c:pt>
                <c:pt idx="287">
                  <c:v>6.290028291322762</c:v>
                </c:pt>
                <c:pt idx="288">
                  <c:v>6.290028291322762</c:v>
                </c:pt>
                <c:pt idx="289">
                  <c:v>6.290028291322762</c:v>
                </c:pt>
                <c:pt idx="290">
                  <c:v>6.290028291322762</c:v>
                </c:pt>
                <c:pt idx="291">
                  <c:v>6.290028291322762</c:v>
                </c:pt>
                <c:pt idx="292">
                  <c:v>6.290028291322762</c:v>
                </c:pt>
                <c:pt idx="293">
                  <c:v>6.290028291322762</c:v>
                </c:pt>
                <c:pt idx="294">
                  <c:v>6.290028291322762</c:v>
                </c:pt>
                <c:pt idx="295">
                  <c:v>6.290028291322762</c:v>
                </c:pt>
                <c:pt idx="296">
                  <c:v>6.290028291322762</c:v>
                </c:pt>
                <c:pt idx="297">
                  <c:v>6.290028291322762</c:v>
                </c:pt>
                <c:pt idx="298">
                  <c:v>6.290028291322762</c:v>
                </c:pt>
                <c:pt idx="299">
                  <c:v>6.290028291322762</c:v>
                </c:pt>
                <c:pt idx="300">
                  <c:v>6.290028291322762</c:v>
                </c:pt>
                <c:pt idx="301">
                  <c:v>6.290028291322762</c:v>
                </c:pt>
                <c:pt idx="302">
                  <c:v>6.290028291322762</c:v>
                </c:pt>
                <c:pt idx="303">
                  <c:v>6.290028291322762</c:v>
                </c:pt>
                <c:pt idx="304">
                  <c:v>6.290028291322762</c:v>
                </c:pt>
                <c:pt idx="305">
                  <c:v>6.290028291322762</c:v>
                </c:pt>
                <c:pt idx="306">
                  <c:v>6.290028291322762</c:v>
                </c:pt>
                <c:pt idx="307">
                  <c:v>6.290028291322762</c:v>
                </c:pt>
                <c:pt idx="308">
                  <c:v>6.290028291322762</c:v>
                </c:pt>
                <c:pt idx="309">
                  <c:v>6.290028291322762</c:v>
                </c:pt>
                <c:pt idx="310">
                  <c:v>6.290028291322762</c:v>
                </c:pt>
                <c:pt idx="311">
                  <c:v>6.290028291322762</c:v>
                </c:pt>
                <c:pt idx="312">
                  <c:v>6.290028291322762</c:v>
                </c:pt>
                <c:pt idx="313">
                  <c:v>6.290028291322762</c:v>
                </c:pt>
                <c:pt idx="314">
                  <c:v>6.290028291322762</c:v>
                </c:pt>
                <c:pt idx="315">
                  <c:v>6.290028291322762</c:v>
                </c:pt>
                <c:pt idx="316">
                  <c:v>6.290028291322762</c:v>
                </c:pt>
                <c:pt idx="317">
                  <c:v>6.290028291322762</c:v>
                </c:pt>
                <c:pt idx="318">
                  <c:v>6.290028291322762</c:v>
                </c:pt>
                <c:pt idx="319">
                  <c:v>6.290028291322762</c:v>
                </c:pt>
                <c:pt idx="320">
                  <c:v>6.290028291322762</c:v>
                </c:pt>
                <c:pt idx="321">
                  <c:v>6.290028291322762</c:v>
                </c:pt>
                <c:pt idx="322">
                  <c:v>6.290028291322762</c:v>
                </c:pt>
                <c:pt idx="323">
                  <c:v>6.290028291322762</c:v>
                </c:pt>
                <c:pt idx="324">
                  <c:v>6.290028291322762</c:v>
                </c:pt>
                <c:pt idx="325">
                  <c:v>6.290028291322762</c:v>
                </c:pt>
                <c:pt idx="326">
                  <c:v>6.290028291322762</c:v>
                </c:pt>
                <c:pt idx="327">
                  <c:v>6.290028291322762</c:v>
                </c:pt>
                <c:pt idx="328">
                  <c:v>6.290028291322762</c:v>
                </c:pt>
                <c:pt idx="329">
                  <c:v>6.290028291322762</c:v>
                </c:pt>
                <c:pt idx="330">
                  <c:v>6.290028291322762</c:v>
                </c:pt>
                <c:pt idx="331">
                  <c:v>6.290028291322762</c:v>
                </c:pt>
                <c:pt idx="332">
                  <c:v>6.290028291322762</c:v>
                </c:pt>
                <c:pt idx="333">
                  <c:v>6.290028291322762</c:v>
                </c:pt>
                <c:pt idx="334">
                  <c:v>6.290028291322762</c:v>
                </c:pt>
                <c:pt idx="335">
                  <c:v>6.290028291322762</c:v>
                </c:pt>
                <c:pt idx="336">
                  <c:v>6.290028291322762</c:v>
                </c:pt>
                <c:pt idx="337">
                  <c:v>6.290028291322762</c:v>
                </c:pt>
                <c:pt idx="338">
                  <c:v>6.290028291322762</c:v>
                </c:pt>
                <c:pt idx="339">
                  <c:v>6.290028291322762</c:v>
                </c:pt>
                <c:pt idx="340">
                  <c:v>6.290028291322762</c:v>
                </c:pt>
                <c:pt idx="341">
                  <c:v>6.290028291322762</c:v>
                </c:pt>
                <c:pt idx="342">
                  <c:v>6.290028291322762</c:v>
                </c:pt>
                <c:pt idx="343">
                  <c:v>6.290028291322762</c:v>
                </c:pt>
                <c:pt idx="344">
                  <c:v>6.290028291322762</c:v>
                </c:pt>
                <c:pt idx="345">
                  <c:v>6.290028291322762</c:v>
                </c:pt>
                <c:pt idx="346">
                  <c:v>6.290028291322762</c:v>
                </c:pt>
                <c:pt idx="347">
                  <c:v>6.290028291322762</c:v>
                </c:pt>
                <c:pt idx="348">
                  <c:v>6.290028291322762</c:v>
                </c:pt>
                <c:pt idx="349">
                  <c:v>6.290028291322762</c:v>
                </c:pt>
                <c:pt idx="350">
                  <c:v>6.290028291322762</c:v>
                </c:pt>
                <c:pt idx="351">
                  <c:v>6.290028291322762</c:v>
                </c:pt>
                <c:pt idx="352">
                  <c:v>6.290028291322762</c:v>
                </c:pt>
                <c:pt idx="353">
                  <c:v>6.290028291322762</c:v>
                </c:pt>
                <c:pt idx="354">
                  <c:v>6.290028291322762</c:v>
                </c:pt>
                <c:pt idx="355">
                  <c:v>6.290028291322762</c:v>
                </c:pt>
                <c:pt idx="356">
                  <c:v>6.290028291322762</c:v>
                </c:pt>
                <c:pt idx="357">
                  <c:v>6.290028291322762</c:v>
                </c:pt>
                <c:pt idx="358">
                  <c:v>6.290028291322762</c:v>
                </c:pt>
                <c:pt idx="359">
                  <c:v>6.290028291322762</c:v>
                </c:pt>
                <c:pt idx="360">
                  <c:v>6.290028291322762</c:v>
                </c:pt>
                <c:pt idx="361">
                  <c:v>6.290028291322762</c:v>
                </c:pt>
                <c:pt idx="362">
                  <c:v>6.290028291322762</c:v>
                </c:pt>
                <c:pt idx="363">
                  <c:v>6.290028291322762</c:v>
                </c:pt>
                <c:pt idx="364">
                  <c:v>6.290028291322762</c:v>
                </c:pt>
                <c:pt idx="365">
                  <c:v>6.290028291322762</c:v>
                </c:pt>
                <c:pt idx="366">
                  <c:v>6.290028291322762</c:v>
                </c:pt>
                <c:pt idx="367">
                  <c:v>6.290028291322762</c:v>
                </c:pt>
                <c:pt idx="368">
                  <c:v>6.290028291322762</c:v>
                </c:pt>
                <c:pt idx="369">
                  <c:v>6.290028291322762</c:v>
                </c:pt>
                <c:pt idx="370">
                  <c:v>6.290028291322762</c:v>
                </c:pt>
                <c:pt idx="371">
                  <c:v>6.290028291322762</c:v>
                </c:pt>
                <c:pt idx="372">
                  <c:v>6.290028291322762</c:v>
                </c:pt>
                <c:pt idx="373">
                  <c:v>6.290028291322762</c:v>
                </c:pt>
                <c:pt idx="374">
                  <c:v>6.290028291322762</c:v>
                </c:pt>
                <c:pt idx="375">
                  <c:v>6.290028291322762</c:v>
                </c:pt>
                <c:pt idx="376">
                  <c:v>6.290028291322762</c:v>
                </c:pt>
                <c:pt idx="377">
                  <c:v>6.290028291322762</c:v>
                </c:pt>
                <c:pt idx="378">
                  <c:v>6.290028291322762</c:v>
                </c:pt>
                <c:pt idx="379">
                  <c:v>6.290028291322762</c:v>
                </c:pt>
                <c:pt idx="380">
                  <c:v>6.290028291322762</c:v>
                </c:pt>
                <c:pt idx="381">
                  <c:v>6.290028291322762</c:v>
                </c:pt>
                <c:pt idx="382">
                  <c:v>6.290028291322762</c:v>
                </c:pt>
                <c:pt idx="383">
                  <c:v>6.290028291322762</c:v>
                </c:pt>
                <c:pt idx="384">
                  <c:v>6.290028291322762</c:v>
                </c:pt>
                <c:pt idx="385">
                  <c:v>6.290028291322762</c:v>
                </c:pt>
                <c:pt idx="386">
                  <c:v>6.290028291322762</c:v>
                </c:pt>
                <c:pt idx="387">
                  <c:v>6.290028291322762</c:v>
                </c:pt>
                <c:pt idx="388">
                  <c:v>6.290028291322762</c:v>
                </c:pt>
                <c:pt idx="389">
                  <c:v>6.290028291322762</c:v>
                </c:pt>
                <c:pt idx="390">
                  <c:v>6.290028291322762</c:v>
                </c:pt>
                <c:pt idx="391">
                  <c:v>6.290028291322762</c:v>
                </c:pt>
                <c:pt idx="392">
                  <c:v>6.290028291322762</c:v>
                </c:pt>
                <c:pt idx="393">
                  <c:v>6.290028291322762</c:v>
                </c:pt>
                <c:pt idx="394">
                  <c:v>6.290028291322762</c:v>
                </c:pt>
                <c:pt idx="395">
                  <c:v>6.290028291322762</c:v>
                </c:pt>
                <c:pt idx="396">
                  <c:v>6.290028291322762</c:v>
                </c:pt>
                <c:pt idx="397">
                  <c:v>6.290028291322762</c:v>
                </c:pt>
                <c:pt idx="398">
                  <c:v>6.290028291322762</c:v>
                </c:pt>
                <c:pt idx="399">
                  <c:v>6.290028291322762</c:v>
                </c:pt>
                <c:pt idx="400">
                  <c:v>6.290028291322762</c:v>
                </c:pt>
                <c:pt idx="401">
                  <c:v>6.290028291322762</c:v>
                </c:pt>
                <c:pt idx="402">
                  <c:v>6.290028291322762</c:v>
                </c:pt>
                <c:pt idx="403">
                  <c:v>6.290028291322762</c:v>
                </c:pt>
                <c:pt idx="404">
                  <c:v>6.290028291322762</c:v>
                </c:pt>
                <c:pt idx="405">
                  <c:v>6.290028291322762</c:v>
                </c:pt>
                <c:pt idx="406">
                  <c:v>6.290028291322762</c:v>
                </c:pt>
                <c:pt idx="407">
                  <c:v>6.290028291322762</c:v>
                </c:pt>
                <c:pt idx="408">
                  <c:v>6.290028291322762</c:v>
                </c:pt>
                <c:pt idx="409">
                  <c:v>6.290028291322762</c:v>
                </c:pt>
                <c:pt idx="410">
                  <c:v>6.290028291322762</c:v>
                </c:pt>
                <c:pt idx="411">
                  <c:v>6.290028291322762</c:v>
                </c:pt>
                <c:pt idx="412">
                  <c:v>6.290028291322762</c:v>
                </c:pt>
                <c:pt idx="413">
                  <c:v>6.290028291322762</c:v>
                </c:pt>
                <c:pt idx="414">
                  <c:v>6.290028291322762</c:v>
                </c:pt>
                <c:pt idx="415">
                  <c:v>6.290028291322762</c:v>
                </c:pt>
                <c:pt idx="416">
                  <c:v>6.290028291322762</c:v>
                </c:pt>
                <c:pt idx="417">
                  <c:v>6.290028291322762</c:v>
                </c:pt>
                <c:pt idx="418">
                  <c:v>6.290028291322762</c:v>
                </c:pt>
                <c:pt idx="419">
                  <c:v>6.290028291322762</c:v>
                </c:pt>
                <c:pt idx="420">
                  <c:v>6.290028291322762</c:v>
                </c:pt>
                <c:pt idx="421">
                  <c:v>6.290028291322762</c:v>
                </c:pt>
                <c:pt idx="422">
                  <c:v>6.290028291322762</c:v>
                </c:pt>
                <c:pt idx="423">
                  <c:v>6.290028291322762</c:v>
                </c:pt>
                <c:pt idx="424">
                  <c:v>6.290028291322762</c:v>
                </c:pt>
                <c:pt idx="425">
                  <c:v>6.290028291322762</c:v>
                </c:pt>
                <c:pt idx="426">
                  <c:v>6.290028291322762</c:v>
                </c:pt>
                <c:pt idx="427">
                  <c:v>6.290028291322762</c:v>
                </c:pt>
                <c:pt idx="428">
                  <c:v>6.290028291322762</c:v>
                </c:pt>
                <c:pt idx="429">
                  <c:v>6.290028291322762</c:v>
                </c:pt>
                <c:pt idx="430">
                  <c:v>6.290028291322762</c:v>
                </c:pt>
                <c:pt idx="431">
                  <c:v>6.290028291322762</c:v>
                </c:pt>
                <c:pt idx="432">
                  <c:v>6.290028291322762</c:v>
                </c:pt>
                <c:pt idx="433">
                  <c:v>6.290028291322762</c:v>
                </c:pt>
                <c:pt idx="434">
                  <c:v>6.290028291322762</c:v>
                </c:pt>
                <c:pt idx="435">
                  <c:v>6.290028291322762</c:v>
                </c:pt>
                <c:pt idx="436">
                  <c:v>6.290028291322762</c:v>
                </c:pt>
                <c:pt idx="437">
                  <c:v>6.290028291322762</c:v>
                </c:pt>
                <c:pt idx="438">
                  <c:v>6.290028291322762</c:v>
                </c:pt>
                <c:pt idx="439">
                  <c:v>6.290028291322762</c:v>
                </c:pt>
                <c:pt idx="440">
                  <c:v>6.290028291322762</c:v>
                </c:pt>
                <c:pt idx="441">
                  <c:v>6.290028291322762</c:v>
                </c:pt>
                <c:pt idx="442">
                  <c:v>6.290028291322762</c:v>
                </c:pt>
                <c:pt idx="443">
                  <c:v>6.290028291322762</c:v>
                </c:pt>
                <c:pt idx="444">
                  <c:v>6.290028291322762</c:v>
                </c:pt>
                <c:pt idx="445">
                  <c:v>6.290028291322762</c:v>
                </c:pt>
                <c:pt idx="446">
                  <c:v>6.290028291322762</c:v>
                </c:pt>
                <c:pt idx="447">
                  <c:v>6.290028291322762</c:v>
                </c:pt>
                <c:pt idx="448">
                  <c:v>6.290028291322762</c:v>
                </c:pt>
                <c:pt idx="449">
                  <c:v>6.290028291322762</c:v>
                </c:pt>
                <c:pt idx="450">
                  <c:v>6.290028291322762</c:v>
                </c:pt>
                <c:pt idx="451">
                  <c:v>6.290028291322762</c:v>
                </c:pt>
                <c:pt idx="452">
                  <c:v>6.290028291322762</c:v>
                </c:pt>
                <c:pt idx="453">
                  <c:v>6.290028291322762</c:v>
                </c:pt>
                <c:pt idx="454">
                  <c:v>6.290028291322762</c:v>
                </c:pt>
                <c:pt idx="455">
                  <c:v>6.290028291322762</c:v>
                </c:pt>
                <c:pt idx="456">
                  <c:v>6.290028291322762</c:v>
                </c:pt>
                <c:pt idx="457">
                  <c:v>6.290028291322762</c:v>
                </c:pt>
                <c:pt idx="458">
                  <c:v>6.290028291322762</c:v>
                </c:pt>
                <c:pt idx="459">
                  <c:v>6.290028291322762</c:v>
                </c:pt>
                <c:pt idx="460">
                  <c:v>6.290028291322762</c:v>
                </c:pt>
                <c:pt idx="461">
                  <c:v>6.290028291322762</c:v>
                </c:pt>
                <c:pt idx="462">
                  <c:v>6.290028291322762</c:v>
                </c:pt>
                <c:pt idx="463">
                  <c:v>6.290028291322762</c:v>
                </c:pt>
                <c:pt idx="464">
                  <c:v>6.290028291322762</c:v>
                </c:pt>
                <c:pt idx="465">
                  <c:v>6.290028291322762</c:v>
                </c:pt>
                <c:pt idx="466">
                  <c:v>6.290028291322762</c:v>
                </c:pt>
                <c:pt idx="467">
                  <c:v>6.290028291322762</c:v>
                </c:pt>
                <c:pt idx="468">
                  <c:v>6.290028291322762</c:v>
                </c:pt>
                <c:pt idx="469">
                  <c:v>6.290028291322762</c:v>
                </c:pt>
                <c:pt idx="470">
                  <c:v>6.290028291322762</c:v>
                </c:pt>
                <c:pt idx="471">
                  <c:v>6.290028291322762</c:v>
                </c:pt>
                <c:pt idx="472">
                  <c:v>6.290028291322762</c:v>
                </c:pt>
                <c:pt idx="473">
                  <c:v>6.290028291322762</c:v>
                </c:pt>
                <c:pt idx="474">
                  <c:v>6.290028291322762</c:v>
                </c:pt>
                <c:pt idx="475">
                  <c:v>6.290028291322762</c:v>
                </c:pt>
                <c:pt idx="476">
                  <c:v>6.290028291322762</c:v>
                </c:pt>
                <c:pt idx="477">
                  <c:v>6.290028291322762</c:v>
                </c:pt>
                <c:pt idx="478">
                  <c:v>6.290028291322762</c:v>
                </c:pt>
                <c:pt idx="479">
                  <c:v>6.290028291322762</c:v>
                </c:pt>
                <c:pt idx="480">
                  <c:v>6.290028291322762</c:v>
                </c:pt>
                <c:pt idx="481">
                  <c:v>6.290028291322762</c:v>
                </c:pt>
                <c:pt idx="482">
                  <c:v>6.290028291322762</c:v>
                </c:pt>
                <c:pt idx="483">
                  <c:v>6.290028291322762</c:v>
                </c:pt>
                <c:pt idx="484">
                  <c:v>6.290028291322762</c:v>
                </c:pt>
                <c:pt idx="485">
                  <c:v>6.290028291322762</c:v>
                </c:pt>
                <c:pt idx="486">
                  <c:v>6.290028291322762</c:v>
                </c:pt>
                <c:pt idx="487">
                  <c:v>6.290028291322762</c:v>
                </c:pt>
                <c:pt idx="488">
                  <c:v>6.290028291322762</c:v>
                </c:pt>
                <c:pt idx="489">
                  <c:v>6.290028291322762</c:v>
                </c:pt>
                <c:pt idx="490">
                  <c:v>6.290028291322762</c:v>
                </c:pt>
                <c:pt idx="491">
                  <c:v>6.290028291322762</c:v>
                </c:pt>
                <c:pt idx="492">
                  <c:v>6.290028291322762</c:v>
                </c:pt>
                <c:pt idx="493">
                  <c:v>6.290028291322762</c:v>
                </c:pt>
                <c:pt idx="494">
                  <c:v>6.290028291322762</c:v>
                </c:pt>
                <c:pt idx="495">
                  <c:v>6.290028291322762</c:v>
                </c:pt>
                <c:pt idx="496">
                  <c:v>6.290028291322762</c:v>
                </c:pt>
                <c:pt idx="497">
                  <c:v>6.290028291322762</c:v>
                </c:pt>
                <c:pt idx="498">
                  <c:v>6.290028291322762</c:v>
                </c:pt>
                <c:pt idx="499">
                  <c:v>6.290028291322762</c:v>
                </c:pt>
                <c:pt idx="500">
                  <c:v>6.290028291322762</c:v>
                </c:pt>
                <c:pt idx="501">
                  <c:v>6.290028291322762</c:v>
                </c:pt>
                <c:pt idx="502">
                  <c:v>6.290028291322762</c:v>
                </c:pt>
                <c:pt idx="503">
                  <c:v>6.290028291322762</c:v>
                </c:pt>
                <c:pt idx="504">
                  <c:v>6.290028291322762</c:v>
                </c:pt>
                <c:pt idx="505">
                  <c:v>6.290028291322762</c:v>
                </c:pt>
                <c:pt idx="506">
                  <c:v>6.290028291322762</c:v>
                </c:pt>
                <c:pt idx="507">
                  <c:v>6.290028291322762</c:v>
                </c:pt>
                <c:pt idx="508">
                  <c:v>6.290028291322762</c:v>
                </c:pt>
                <c:pt idx="509">
                  <c:v>6.290028291322762</c:v>
                </c:pt>
                <c:pt idx="510">
                  <c:v>6.290028291322762</c:v>
                </c:pt>
                <c:pt idx="511">
                  <c:v>6.290028291322762</c:v>
                </c:pt>
                <c:pt idx="512">
                  <c:v>6.290028291322762</c:v>
                </c:pt>
                <c:pt idx="513">
                  <c:v>6.290028291322762</c:v>
                </c:pt>
                <c:pt idx="514">
                  <c:v>6.290028291322762</c:v>
                </c:pt>
                <c:pt idx="515">
                  <c:v>6.290028291322762</c:v>
                </c:pt>
                <c:pt idx="516">
                  <c:v>6.290028291322762</c:v>
                </c:pt>
                <c:pt idx="517">
                  <c:v>6.290028291322762</c:v>
                </c:pt>
                <c:pt idx="518">
                  <c:v>6.290028291322762</c:v>
                </c:pt>
                <c:pt idx="519">
                  <c:v>6.290028291322762</c:v>
                </c:pt>
                <c:pt idx="520">
                  <c:v>6.290028291322762</c:v>
                </c:pt>
                <c:pt idx="521">
                  <c:v>6.290028291322762</c:v>
                </c:pt>
                <c:pt idx="522">
                  <c:v>6.290028291322762</c:v>
                </c:pt>
                <c:pt idx="523">
                  <c:v>6.290028291322762</c:v>
                </c:pt>
                <c:pt idx="524">
                  <c:v>6.290028291322762</c:v>
                </c:pt>
                <c:pt idx="525">
                  <c:v>6.290028291322762</c:v>
                </c:pt>
                <c:pt idx="526">
                  <c:v>6.290028291322762</c:v>
                </c:pt>
                <c:pt idx="527">
                  <c:v>6.290028291322762</c:v>
                </c:pt>
                <c:pt idx="528">
                  <c:v>6.290028291322762</c:v>
                </c:pt>
                <c:pt idx="529">
                  <c:v>6.290028291322762</c:v>
                </c:pt>
                <c:pt idx="530">
                  <c:v>6.290028291322762</c:v>
                </c:pt>
                <c:pt idx="531">
                  <c:v>6.290028291322762</c:v>
                </c:pt>
                <c:pt idx="532">
                  <c:v>6.290028291322762</c:v>
                </c:pt>
                <c:pt idx="533">
                  <c:v>6.290028291322762</c:v>
                </c:pt>
                <c:pt idx="534">
                  <c:v>6.290028291322762</c:v>
                </c:pt>
                <c:pt idx="535">
                  <c:v>6.290028291322762</c:v>
                </c:pt>
                <c:pt idx="536">
                  <c:v>6.290028291322762</c:v>
                </c:pt>
                <c:pt idx="537">
                  <c:v>6.290028291322762</c:v>
                </c:pt>
                <c:pt idx="538">
                  <c:v>6.290028291322762</c:v>
                </c:pt>
                <c:pt idx="539">
                  <c:v>6.290028291322762</c:v>
                </c:pt>
                <c:pt idx="540">
                  <c:v>6.290028291322762</c:v>
                </c:pt>
                <c:pt idx="541">
                  <c:v>6.290028291322762</c:v>
                </c:pt>
                <c:pt idx="542">
                  <c:v>6.290028291322762</c:v>
                </c:pt>
                <c:pt idx="543">
                  <c:v>6.290028291322762</c:v>
                </c:pt>
                <c:pt idx="544">
                  <c:v>6.290028291322762</c:v>
                </c:pt>
                <c:pt idx="545">
                  <c:v>6.290028291322762</c:v>
                </c:pt>
                <c:pt idx="546">
                  <c:v>6.290028291322762</c:v>
                </c:pt>
                <c:pt idx="547">
                  <c:v>6.290028291322762</c:v>
                </c:pt>
                <c:pt idx="548">
                  <c:v>6.290028291322762</c:v>
                </c:pt>
                <c:pt idx="549">
                  <c:v>6.290028291322762</c:v>
                </c:pt>
                <c:pt idx="550">
                  <c:v>6.290028291322762</c:v>
                </c:pt>
                <c:pt idx="551">
                  <c:v>6.290028291322762</c:v>
                </c:pt>
                <c:pt idx="552">
                  <c:v>6.290028291322762</c:v>
                </c:pt>
                <c:pt idx="553">
                  <c:v>6.290028291322762</c:v>
                </c:pt>
                <c:pt idx="554">
                  <c:v>6.290028291322762</c:v>
                </c:pt>
                <c:pt idx="555">
                  <c:v>6.290028291322762</c:v>
                </c:pt>
                <c:pt idx="556">
                  <c:v>6.290028291322762</c:v>
                </c:pt>
                <c:pt idx="557">
                  <c:v>6.290028291322762</c:v>
                </c:pt>
                <c:pt idx="558">
                  <c:v>6.290028291322762</c:v>
                </c:pt>
                <c:pt idx="559">
                  <c:v>6.290028291322762</c:v>
                </c:pt>
                <c:pt idx="560">
                  <c:v>6.290028291322762</c:v>
                </c:pt>
                <c:pt idx="561">
                  <c:v>6.290028291322762</c:v>
                </c:pt>
                <c:pt idx="562">
                  <c:v>6.290028291322762</c:v>
                </c:pt>
                <c:pt idx="563">
                  <c:v>6.290028291322762</c:v>
                </c:pt>
                <c:pt idx="564">
                  <c:v>6.290028291322762</c:v>
                </c:pt>
                <c:pt idx="565">
                  <c:v>6.290028291322762</c:v>
                </c:pt>
                <c:pt idx="566">
                  <c:v>6.290028291322762</c:v>
                </c:pt>
                <c:pt idx="567">
                  <c:v>6.290028291322762</c:v>
                </c:pt>
                <c:pt idx="568">
                  <c:v>6.290028291322762</c:v>
                </c:pt>
                <c:pt idx="569">
                  <c:v>6.290028291322762</c:v>
                </c:pt>
                <c:pt idx="570">
                  <c:v>6.290028291322762</c:v>
                </c:pt>
                <c:pt idx="571">
                  <c:v>6.290028291322762</c:v>
                </c:pt>
                <c:pt idx="572">
                  <c:v>6.290028291322762</c:v>
                </c:pt>
                <c:pt idx="573">
                  <c:v>6.290028291322762</c:v>
                </c:pt>
                <c:pt idx="574">
                  <c:v>6.290028291322762</c:v>
                </c:pt>
                <c:pt idx="575">
                  <c:v>6.290028291322762</c:v>
                </c:pt>
                <c:pt idx="576">
                  <c:v>6.290028291322762</c:v>
                </c:pt>
                <c:pt idx="577">
                  <c:v>6.290028291322762</c:v>
                </c:pt>
                <c:pt idx="578">
                  <c:v>6.290028291322762</c:v>
                </c:pt>
                <c:pt idx="579">
                  <c:v>6.290028291322762</c:v>
                </c:pt>
                <c:pt idx="580">
                  <c:v>6.290028291322762</c:v>
                </c:pt>
                <c:pt idx="581">
                  <c:v>6.290028291322762</c:v>
                </c:pt>
                <c:pt idx="582">
                  <c:v>6.290028291322762</c:v>
                </c:pt>
                <c:pt idx="583">
                  <c:v>6.290028291322762</c:v>
                </c:pt>
                <c:pt idx="584">
                  <c:v>6.290028291322762</c:v>
                </c:pt>
                <c:pt idx="585">
                  <c:v>6.290028291322762</c:v>
                </c:pt>
                <c:pt idx="586">
                  <c:v>6.290028291322762</c:v>
                </c:pt>
                <c:pt idx="587">
                  <c:v>6.290028291322762</c:v>
                </c:pt>
                <c:pt idx="588">
                  <c:v>6.290028291322762</c:v>
                </c:pt>
                <c:pt idx="589">
                  <c:v>6.290028291322762</c:v>
                </c:pt>
                <c:pt idx="590">
                  <c:v>6.290028291322762</c:v>
                </c:pt>
                <c:pt idx="591">
                  <c:v>6.290028291322762</c:v>
                </c:pt>
                <c:pt idx="592">
                  <c:v>6.290028291322762</c:v>
                </c:pt>
                <c:pt idx="593">
                  <c:v>6.290028291322762</c:v>
                </c:pt>
                <c:pt idx="594">
                  <c:v>6.290028291322762</c:v>
                </c:pt>
                <c:pt idx="595">
                  <c:v>6.290028291322762</c:v>
                </c:pt>
                <c:pt idx="596">
                  <c:v>6.290028291322762</c:v>
                </c:pt>
                <c:pt idx="597">
                  <c:v>6.290028291322762</c:v>
                </c:pt>
                <c:pt idx="598">
                  <c:v>6.290028291322762</c:v>
                </c:pt>
                <c:pt idx="599">
                  <c:v>6.290028291322762</c:v>
                </c:pt>
                <c:pt idx="600">
                  <c:v>6.290028291322762</c:v>
                </c:pt>
                <c:pt idx="601">
                  <c:v>6.290028291322762</c:v>
                </c:pt>
                <c:pt idx="602">
                  <c:v>6.290028291322762</c:v>
                </c:pt>
                <c:pt idx="603">
                  <c:v>6.290028291322762</c:v>
                </c:pt>
                <c:pt idx="604">
                  <c:v>6.290028291322762</c:v>
                </c:pt>
                <c:pt idx="605">
                  <c:v>6.290028291322762</c:v>
                </c:pt>
                <c:pt idx="606">
                  <c:v>6.290028291322762</c:v>
                </c:pt>
                <c:pt idx="607">
                  <c:v>6.290028291322762</c:v>
                </c:pt>
                <c:pt idx="608">
                  <c:v>6.290028291322762</c:v>
                </c:pt>
                <c:pt idx="609">
                  <c:v>6.290028291322762</c:v>
                </c:pt>
                <c:pt idx="610">
                  <c:v>6.290028291322762</c:v>
                </c:pt>
                <c:pt idx="611">
                  <c:v>6.290028291322762</c:v>
                </c:pt>
                <c:pt idx="612">
                  <c:v>6.290028291322762</c:v>
                </c:pt>
                <c:pt idx="613">
                  <c:v>6.290028291322762</c:v>
                </c:pt>
                <c:pt idx="614">
                  <c:v>6.290028291322762</c:v>
                </c:pt>
                <c:pt idx="615">
                  <c:v>6.290028291322762</c:v>
                </c:pt>
                <c:pt idx="616">
                  <c:v>6.290028291322762</c:v>
                </c:pt>
                <c:pt idx="617">
                  <c:v>6.290028291322762</c:v>
                </c:pt>
                <c:pt idx="618">
                  <c:v>6.290028291322762</c:v>
                </c:pt>
                <c:pt idx="619">
                  <c:v>6.290028291322762</c:v>
                </c:pt>
                <c:pt idx="620">
                  <c:v>6.290028291322762</c:v>
                </c:pt>
                <c:pt idx="621">
                  <c:v>6.290028291322762</c:v>
                </c:pt>
                <c:pt idx="622">
                  <c:v>6.290028291322762</c:v>
                </c:pt>
                <c:pt idx="623">
                  <c:v>6.290028291322762</c:v>
                </c:pt>
                <c:pt idx="624">
                  <c:v>6.290028291322762</c:v>
                </c:pt>
                <c:pt idx="625">
                  <c:v>6.290028291322762</c:v>
                </c:pt>
                <c:pt idx="626">
                  <c:v>6.290028291322762</c:v>
                </c:pt>
                <c:pt idx="627">
                  <c:v>6.290028291322762</c:v>
                </c:pt>
                <c:pt idx="628">
                  <c:v>6.290028291322762</c:v>
                </c:pt>
                <c:pt idx="629">
                  <c:v>6.290028291322762</c:v>
                </c:pt>
                <c:pt idx="630">
                  <c:v>6.290028291322762</c:v>
                </c:pt>
                <c:pt idx="631">
                  <c:v>6.290028291322762</c:v>
                </c:pt>
                <c:pt idx="632">
                  <c:v>6.290028291322762</c:v>
                </c:pt>
                <c:pt idx="633">
                  <c:v>6.290028291322762</c:v>
                </c:pt>
                <c:pt idx="634">
                  <c:v>6.290028291322762</c:v>
                </c:pt>
                <c:pt idx="635">
                  <c:v>6.290028291322762</c:v>
                </c:pt>
                <c:pt idx="636">
                  <c:v>6.290028291322762</c:v>
                </c:pt>
                <c:pt idx="637">
                  <c:v>6.290028291322762</c:v>
                </c:pt>
                <c:pt idx="638">
                  <c:v>6.290028291322762</c:v>
                </c:pt>
                <c:pt idx="639">
                  <c:v>6.290028291322762</c:v>
                </c:pt>
                <c:pt idx="640">
                  <c:v>6.290028291322762</c:v>
                </c:pt>
                <c:pt idx="641">
                  <c:v>6.290028291322762</c:v>
                </c:pt>
                <c:pt idx="642">
                  <c:v>6.290028291322762</c:v>
                </c:pt>
                <c:pt idx="643">
                  <c:v>6.290028291322762</c:v>
                </c:pt>
                <c:pt idx="644">
                  <c:v>6.290028291322762</c:v>
                </c:pt>
                <c:pt idx="645">
                  <c:v>6.290028291322762</c:v>
                </c:pt>
                <c:pt idx="646">
                  <c:v>6.290028291322762</c:v>
                </c:pt>
                <c:pt idx="647">
                  <c:v>6.290028291322762</c:v>
                </c:pt>
                <c:pt idx="648">
                  <c:v>6.290028291322762</c:v>
                </c:pt>
                <c:pt idx="649">
                  <c:v>6.290028291322762</c:v>
                </c:pt>
                <c:pt idx="650">
                  <c:v>6.290028291322762</c:v>
                </c:pt>
                <c:pt idx="651">
                  <c:v>6.290028291322762</c:v>
                </c:pt>
                <c:pt idx="652">
                  <c:v>6.290028291322762</c:v>
                </c:pt>
                <c:pt idx="653">
                  <c:v>6.290028291322762</c:v>
                </c:pt>
                <c:pt idx="654">
                  <c:v>6.290028291322762</c:v>
                </c:pt>
                <c:pt idx="655">
                  <c:v>6.290028291322762</c:v>
                </c:pt>
                <c:pt idx="656">
                  <c:v>6.290028291322762</c:v>
                </c:pt>
                <c:pt idx="657">
                  <c:v>6.290028291322762</c:v>
                </c:pt>
                <c:pt idx="658">
                  <c:v>6.290028291322762</c:v>
                </c:pt>
                <c:pt idx="659">
                  <c:v>6.290028291322762</c:v>
                </c:pt>
                <c:pt idx="660">
                  <c:v>6.290028291322762</c:v>
                </c:pt>
                <c:pt idx="661">
                  <c:v>6.290028291322762</c:v>
                </c:pt>
                <c:pt idx="662">
                  <c:v>6.290028291322762</c:v>
                </c:pt>
                <c:pt idx="663">
                  <c:v>6.290028291322762</c:v>
                </c:pt>
                <c:pt idx="664">
                  <c:v>6.290028291322762</c:v>
                </c:pt>
                <c:pt idx="665">
                  <c:v>6.290028291322762</c:v>
                </c:pt>
                <c:pt idx="666">
                  <c:v>6.290028291322762</c:v>
                </c:pt>
                <c:pt idx="667">
                  <c:v>6.290028291322762</c:v>
                </c:pt>
                <c:pt idx="668">
                  <c:v>6.290028291322762</c:v>
                </c:pt>
                <c:pt idx="669">
                  <c:v>6.290028291322762</c:v>
                </c:pt>
                <c:pt idx="670">
                  <c:v>6.290028291322762</c:v>
                </c:pt>
                <c:pt idx="671">
                  <c:v>6.290028291322762</c:v>
                </c:pt>
                <c:pt idx="672">
                  <c:v>6.290028291322762</c:v>
                </c:pt>
                <c:pt idx="673">
                  <c:v>6.290028291322762</c:v>
                </c:pt>
                <c:pt idx="674">
                  <c:v>6.290028291322762</c:v>
                </c:pt>
                <c:pt idx="675">
                  <c:v>6.290028291322762</c:v>
                </c:pt>
                <c:pt idx="676">
                  <c:v>6.290028291322762</c:v>
                </c:pt>
                <c:pt idx="677">
                  <c:v>6.290028291322762</c:v>
                </c:pt>
                <c:pt idx="678">
                  <c:v>6.290028291322762</c:v>
                </c:pt>
                <c:pt idx="679">
                  <c:v>6.290028291322762</c:v>
                </c:pt>
                <c:pt idx="680">
                  <c:v>6.290028291322762</c:v>
                </c:pt>
                <c:pt idx="681">
                  <c:v>6.290028291322762</c:v>
                </c:pt>
                <c:pt idx="682">
                  <c:v>6.290028291322762</c:v>
                </c:pt>
                <c:pt idx="683">
                  <c:v>6.290028291322762</c:v>
                </c:pt>
                <c:pt idx="684">
                  <c:v>6.290028291322762</c:v>
                </c:pt>
                <c:pt idx="685">
                  <c:v>6.290028291322762</c:v>
                </c:pt>
                <c:pt idx="686">
                  <c:v>6.290028291322762</c:v>
                </c:pt>
                <c:pt idx="687">
                  <c:v>6.290028291322762</c:v>
                </c:pt>
                <c:pt idx="688">
                  <c:v>6.290028291322762</c:v>
                </c:pt>
                <c:pt idx="689">
                  <c:v>6.290028291322762</c:v>
                </c:pt>
                <c:pt idx="690">
                  <c:v>6.290028291322762</c:v>
                </c:pt>
                <c:pt idx="691">
                  <c:v>6.290028291322762</c:v>
                </c:pt>
                <c:pt idx="692">
                  <c:v>6.290028291322762</c:v>
                </c:pt>
                <c:pt idx="693">
                  <c:v>6.290028291322762</c:v>
                </c:pt>
                <c:pt idx="694">
                  <c:v>6.290028291322762</c:v>
                </c:pt>
                <c:pt idx="695">
                  <c:v>6.290028291322762</c:v>
                </c:pt>
                <c:pt idx="696">
                  <c:v>6.290028291322762</c:v>
                </c:pt>
                <c:pt idx="697">
                  <c:v>6.290028291322762</c:v>
                </c:pt>
                <c:pt idx="698">
                  <c:v>6.290028291322762</c:v>
                </c:pt>
                <c:pt idx="699">
                  <c:v>6.290028291322762</c:v>
                </c:pt>
                <c:pt idx="700">
                  <c:v>6.290028291322762</c:v>
                </c:pt>
                <c:pt idx="701">
                  <c:v>6.290028291322762</c:v>
                </c:pt>
                <c:pt idx="702">
                  <c:v>6.290028291322762</c:v>
                </c:pt>
                <c:pt idx="703">
                  <c:v>6.290028291322762</c:v>
                </c:pt>
                <c:pt idx="704">
                  <c:v>6.290028291322762</c:v>
                </c:pt>
                <c:pt idx="705">
                  <c:v>6.290028291322762</c:v>
                </c:pt>
                <c:pt idx="706">
                  <c:v>6.290028291322762</c:v>
                </c:pt>
                <c:pt idx="707">
                  <c:v>6.290028291322762</c:v>
                </c:pt>
                <c:pt idx="708">
                  <c:v>6.290028291322762</c:v>
                </c:pt>
                <c:pt idx="709">
                  <c:v>6.290028291322762</c:v>
                </c:pt>
                <c:pt idx="710">
                  <c:v>6.290028291322762</c:v>
                </c:pt>
                <c:pt idx="711">
                  <c:v>6.290028291322762</c:v>
                </c:pt>
                <c:pt idx="712">
                  <c:v>6.290028291322762</c:v>
                </c:pt>
                <c:pt idx="713">
                  <c:v>6.290028291322762</c:v>
                </c:pt>
                <c:pt idx="714">
                  <c:v>6.290028291322762</c:v>
                </c:pt>
                <c:pt idx="715">
                  <c:v>6.290028291322762</c:v>
                </c:pt>
                <c:pt idx="716">
                  <c:v>6.290028291322762</c:v>
                </c:pt>
                <c:pt idx="717">
                  <c:v>6.290028291322762</c:v>
                </c:pt>
                <c:pt idx="718">
                  <c:v>6.290028291322762</c:v>
                </c:pt>
                <c:pt idx="719">
                  <c:v>6.290028291322762</c:v>
                </c:pt>
                <c:pt idx="720">
                  <c:v>6.290028291322762</c:v>
                </c:pt>
                <c:pt idx="721">
                  <c:v>6.290028291322762</c:v>
                </c:pt>
                <c:pt idx="722">
                  <c:v>6.290028291322762</c:v>
                </c:pt>
                <c:pt idx="723">
                  <c:v>6.290028291322762</c:v>
                </c:pt>
                <c:pt idx="724">
                  <c:v>6.290028291322762</c:v>
                </c:pt>
                <c:pt idx="725">
                  <c:v>6.290028291322762</c:v>
                </c:pt>
                <c:pt idx="726">
                  <c:v>6.290028291322762</c:v>
                </c:pt>
                <c:pt idx="727">
                  <c:v>6.290028291322762</c:v>
                </c:pt>
                <c:pt idx="728">
                  <c:v>6.290028291322762</c:v>
                </c:pt>
                <c:pt idx="729">
                  <c:v>6.290028291322762</c:v>
                </c:pt>
                <c:pt idx="730">
                  <c:v>6.290028291322762</c:v>
                </c:pt>
                <c:pt idx="731">
                  <c:v>6.290028291322762</c:v>
                </c:pt>
                <c:pt idx="732">
                  <c:v>6.290028291322762</c:v>
                </c:pt>
                <c:pt idx="733">
                  <c:v>6.290028291322762</c:v>
                </c:pt>
                <c:pt idx="734">
                  <c:v>6.290028291322762</c:v>
                </c:pt>
                <c:pt idx="735">
                  <c:v>6.290028291322762</c:v>
                </c:pt>
                <c:pt idx="736">
                  <c:v>6.290028291322762</c:v>
                </c:pt>
                <c:pt idx="737">
                  <c:v>6.290028291322762</c:v>
                </c:pt>
                <c:pt idx="738">
                  <c:v>6.290028291322762</c:v>
                </c:pt>
                <c:pt idx="739">
                  <c:v>6.290028291322762</c:v>
                </c:pt>
                <c:pt idx="740">
                  <c:v>6.290028291322762</c:v>
                </c:pt>
                <c:pt idx="741">
                  <c:v>6.290028291322762</c:v>
                </c:pt>
                <c:pt idx="742">
                  <c:v>6.290028291322762</c:v>
                </c:pt>
                <c:pt idx="743">
                  <c:v>6.290028291322762</c:v>
                </c:pt>
                <c:pt idx="744">
                  <c:v>6.290028291322762</c:v>
                </c:pt>
                <c:pt idx="745">
                  <c:v>6.290028291322762</c:v>
                </c:pt>
                <c:pt idx="746">
                  <c:v>6.290028291322762</c:v>
                </c:pt>
                <c:pt idx="747">
                  <c:v>6.290028291322762</c:v>
                </c:pt>
                <c:pt idx="748">
                  <c:v>6.290028291322762</c:v>
                </c:pt>
                <c:pt idx="749">
                  <c:v>6.290028291322762</c:v>
                </c:pt>
                <c:pt idx="750">
                  <c:v>6.290028291322762</c:v>
                </c:pt>
                <c:pt idx="751">
                  <c:v>6.290028291322762</c:v>
                </c:pt>
                <c:pt idx="752">
                  <c:v>6.290028291322762</c:v>
                </c:pt>
                <c:pt idx="753">
                  <c:v>6.290028291322762</c:v>
                </c:pt>
                <c:pt idx="754">
                  <c:v>6.290028291322762</c:v>
                </c:pt>
                <c:pt idx="755">
                  <c:v>6.290028291322762</c:v>
                </c:pt>
                <c:pt idx="756">
                  <c:v>6.290028291322762</c:v>
                </c:pt>
                <c:pt idx="757">
                  <c:v>6.290028291322762</c:v>
                </c:pt>
                <c:pt idx="758">
                  <c:v>6.290028291322762</c:v>
                </c:pt>
                <c:pt idx="759">
                  <c:v>6.290028291322762</c:v>
                </c:pt>
                <c:pt idx="760">
                  <c:v>6.290028291322762</c:v>
                </c:pt>
                <c:pt idx="761">
                  <c:v>6.290028291322762</c:v>
                </c:pt>
                <c:pt idx="762">
                  <c:v>6.290028291322762</c:v>
                </c:pt>
                <c:pt idx="763">
                  <c:v>6.290028291322762</c:v>
                </c:pt>
                <c:pt idx="764">
                  <c:v>6.290028291322762</c:v>
                </c:pt>
                <c:pt idx="765">
                  <c:v>6.290028291322762</c:v>
                </c:pt>
                <c:pt idx="766">
                  <c:v>6.290028291322762</c:v>
                </c:pt>
                <c:pt idx="767">
                  <c:v>6.290028291322762</c:v>
                </c:pt>
                <c:pt idx="768">
                  <c:v>6.290028291322762</c:v>
                </c:pt>
                <c:pt idx="769">
                  <c:v>6.290028291322762</c:v>
                </c:pt>
                <c:pt idx="770">
                  <c:v>6.290028291322762</c:v>
                </c:pt>
                <c:pt idx="771">
                  <c:v>6.290028291322762</c:v>
                </c:pt>
                <c:pt idx="772">
                  <c:v>6.290028291322762</c:v>
                </c:pt>
                <c:pt idx="773">
                  <c:v>6.290028291322762</c:v>
                </c:pt>
                <c:pt idx="774">
                  <c:v>6.290028291322762</c:v>
                </c:pt>
                <c:pt idx="775">
                  <c:v>6.290028291322762</c:v>
                </c:pt>
                <c:pt idx="776">
                  <c:v>6.290028291322762</c:v>
                </c:pt>
                <c:pt idx="777">
                  <c:v>6.290028291322762</c:v>
                </c:pt>
                <c:pt idx="778">
                  <c:v>6.290028291322762</c:v>
                </c:pt>
                <c:pt idx="779">
                  <c:v>6.290028291322762</c:v>
                </c:pt>
                <c:pt idx="780">
                  <c:v>6.290028291322762</c:v>
                </c:pt>
                <c:pt idx="781">
                  <c:v>6.290028291322762</c:v>
                </c:pt>
                <c:pt idx="782">
                  <c:v>6.290028291322762</c:v>
                </c:pt>
                <c:pt idx="783">
                  <c:v>6.290028291322762</c:v>
                </c:pt>
                <c:pt idx="784">
                  <c:v>6.290028291322762</c:v>
                </c:pt>
                <c:pt idx="785">
                  <c:v>6.290028291322762</c:v>
                </c:pt>
                <c:pt idx="786">
                  <c:v>6.290028291322762</c:v>
                </c:pt>
                <c:pt idx="787">
                  <c:v>6.290028291322762</c:v>
                </c:pt>
                <c:pt idx="788">
                  <c:v>6.290028291322762</c:v>
                </c:pt>
                <c:pt idx="789">
                  <c:v>6.290028291322762</c:v>
                </c:pt>
                <c:pt idx="790">
                  <c:v>6.290028291322762</c:v>
                </c:pt>
                <c:pt idx="791">
                  <c:v>6.290028291322762</c:v>
                </c:pt>
                <c:pt idx="792">
                  <c:v>6.290028291322762</c:v>
                </c:pt>
                <c:pt idx="793">
                  <c:v>6.290028291322762</c:v>
                </c:pt>
                <c:pt idx="794">
                  <c:v>6.290028291322762</c:v>
                </c:pt>
                <c:pt idx="795">
                  <c:v>6.290028291322762</c:v>
                </c:pt>
                <c:pt idx="796">
                  <c:v>6.290028291322762</c:v>
                </c:pt>
                <c:pt idx="797">
                  <c:v>6.290028291322762</c:v>
                </c:pt>
                <c:pt idx="798">
                  <c:v>6.290028291322762</c:v>
                </c:pt>
                <c:pt idx="799">
                  <c:v>6.290028291322762</c:v>
                </c:pt>
                <c:pt idx="800">
                  <c:v>6.290028291322762</c:v>
                </c:pt>
                <c:pt idx="801">
                  <c:v>6.290028291322762</c:v>
                </c:pt>
                <c:pt idx="802">
                  <c:v>6.290028291322762</c:v>
                </c:pt>
                <c:pt idx="803">
                  <c:v>6.290028291322762</c:v>
                </c:pt>
                <c:pt idx="804">
                  <c:v>6.290028291322762</c:v>
                </c:pt>
                <c:pt idx="805">
                  <c:v>6.290028291322762</c:v>
                </c:pt>
                <c:pt idx="806">
                  <c:v>6.290028291322762</c:v>
                </c:pt>
                <c:pt idx="807">
                  <c:v>6.290028291322762</c:v>
                </c:pt>
                <c:pt idx="808">
                  <c:v>6.290028291322762</c:v>
                </c:pt>
                <c:pt idx="809">
                  <c:v>6.290028291322762</c:v>
                </c:pt>
                <c:pt idx="810">
                  <c:v>6.290028291322762</c:v>
                </c:pt>
                <c:pt idx="811">
                  <c:v>6.290028291322762</c:v>
                </c:pt>
                <c:pt idx="812">
                  <c:v>6.290028291322762</c:v>
                </c:pt>
                <c:pt idx="813">
                  <c:v>6.290028291322762</c:v>
                </c:pt>
                <c:pt idx="814">
                  <c:v>6.290028291322762</c:v>
                </c:pt>
                <c:pt idx="815">
                  <c:v>6.290028291322762</c:v>
                </c:pt>
                <c:pt idx="816">
                  <c:v>6.290028291322762</c:v>
                </c:pt>
                <c:pt idx="817">
                  <c:v>6.290028291322762</c:v>
                </c:pt>
                <c:pt idx="818">
                  <c:v>6.290028291322762</c:v>
                </c:pt>
                <c:pt idx="819">
                  <c:v>6.290028291322762</c:v>
                </c:pt>
                <c:pt idx="820">
                  <c:v>6.290028291322762</c:v>
                </c:pt>
                <c:pt idx="821">
                  <c:v>6.290028291322762</c:v>
                </c:pt>
                <c:pt idx="822">
                  <c:v>6.290028291322762</c:v>
                </c:pt>
                <c:pt idx="823">
                  <c:v>6.290028291322762</c:v>
                </c:pt>
                <c:pt idx="824">
                  <c:v>6.290028291322762</c:v>
                </c:pt>
                <c:pt idx="825">
                  <c:v>6.290028291322762</c:v>
                </c:pt>
                <c:pt idx="826">
                  <c:v>6.290028291322762</c:v>
                </c:pt>
                <c:pt idx="827">
                  <c:v>6.290028291322762</c:v>
                </c:pt>
                <c:pt idx="828">
                  <c:v>6.290028291322762</c:v>
                </c:pt>
                <c:pt idx="829">
                  <c:v>6.290028291322762</c:v>
                </c:pt>
                <c:pt idx="830">
                  <c:v>6.290028291322762</c:v>
                </c:pt>
                <c:pt idx="831">
                  <c:v>6.290028291322762</c:v>
                </c:pt>
                <c:pt idx="832">
                  <c:v>6.290028291322762</c:v>
                </c:pt>
                <c:pt idx="833">
                  <c:v>6.290028291322762</c:v>
                </c:pt>
                <c:pt idx="834">
                  <c:v>6.290028291322762</c:v>
                </c:pt>
                <c:pt idx="835">
                  <c:v>6.290028291322762</c:v>
                </c:pt>
                <c:pt idx="836">
                  <c:v>6.290028291322762</c:v>
                </c:pt>
                <c:pt idx="837">
                  <c:v>6.290028291322762</c:v>
                </c:pt>
                <c:pt idx="838">
                  <c:v>6.290028291322762</c:v>
                </c:pt>
                <c:pt idx="839">
                  <c:v>6.290028291322762</c:v>
                </c:pt>
                <c:pt idx="840">
                  <c:v>6.290028291322762</c:v>
                </c:pt>
                <c:pt idx="841">
                  <c:v>6.290028291322762</c:v>
                </c:pt>
                <c:pt idx="842">
                  <c:v>6.290028291322762</c:v>
                </c:pt>
                <c:pt idx="843">
                  <c:v>6.290028291322762</c:v>
                </c:pt>
                <c:pt idx="844">
                  <c:v>6.290028291322762</c:v>
                </c:pt>
                <c:pt idx="845">
                  <c:v>6.290028291322762</c:v>
                </c:pt>
                <c:pt idx="846">
                  <c:v>6.290028291322762</c:v>
                </c:pt>
                <c:pt idx="847">
                  <c:v>6.290028291322762</c:v>
                </c:pt>
                <c:pt idx="848">
                  <c:v>6.290028291322762</c:v>
                </c:pt>
                <c:pt idx="849">
                  <c:v>6.290028291322762</c:v>
                </c:pt>
                <c:pt idx="850">
                  <c:v>6.290028291322762</c:v>
                </c:pt>
                <c:pt idx="851">
                  <c:v>6.290028291322762</c:v>
                </c:pt>
                <c:pt idx="852">
                  <c:v>6.290028291322762</c:v>
                </c:pt>
                <c:pt idx="853">
                  <c:v>6.290028291322762</c:v>
                </c:pt>
                <c:pt idx="854">
                  <c:v>6.290028291322762</c:v>
                </c:pt>
                <c:pt idx="855">
                  <c:v>6.290028291322762</c:v>
                </c:pt>
                <c:pt idx="856">
                  <c:v>6.290028291322762</c:v>
                </c:pt>
                <c:pt idx="857">
                  <c:v>6.290028291322762</c:v>
                </c:pt>
                <c:pt idx="858">
                  <c:v>6.290028291322762</c:v>
                </c:pt>
                <c:pt idx="859">
                  <c:v>6.290028291322762</c:v>
                </c:pt>
                <c:pt idx="860">
                  <c:v>6.290028291322762</c:v>
                </c:pt>
                <c:pt idx="861">
                  <c:v>6.290028291322762</c:v>
                </c:pt>
                <c:pt idx="862">
                  <c:v>6.290028291322762</c:v>
                </c:pt>
                <c:pt idx="863">
                  <c:v>6.290028291322762</c:v>
                </c:pt>
                <c:pt idx="864">
                  <c:v>6.290028291322762</c:v>
                </c:pt>
                <c:pt idx="865">
                  <c:v>6.290028291322762</c:v>
                </c:pt>
                <c:pt idx="866">
                  <c:v>6.290028291322762</c:v>
                </c:pt>
                <c:pt idx="867">
                  <c:v>6.290028291322762</c:v>
                </c:pt>
                <c:pt idx="868">
                  <c:v>6.290028291322762</c:v>
                </c:pt>
                <c:pt idx="869">
                  <c:v>6.290028291322762</c:v>
                </c:pt>
                <c:pt idx="870">
                  <c:v>6.290028291322762</c:v>
                </c:pt>
                <c:pt idx="871">
                  <c:v>6.290028291322762</c:v>
                </c:pt>
                <c:pt idx="872">
                  <c:v>6.290028291322762</c:v>
                </c:pt>
                <c:pt idx="873">
                  <c:v>6.290028291322762</c:v>
                </c:pt>
                <c:pt idx="874">
                  <c:v>6.290028291322762</c:v>
                </c:pt>
                <c:pt idx="875">
                  <c:v>6.290028291322762</c:v>
                </c:pt>
                <c:pt idx="876">
                  <c:v>6.290028291322762</c:v>
                </c:pt>
                <c:pt idx="877">
                  <c:v>6.290028291322762</c:v>
                </c:pt>
                <c:pt idx="878">
                  <c:v>6.290028291322762</c:v>
                </c:pt>
                <c:pt idx="879">
                  <c:v>6.290028291322762</c:v>
                </c:pt>
                <c:pt idx="880">
                  <c:v>6.290028291322762</c:v>
                </c:pt>
                <c:pt idx="881">
                  <c:v>6.290028291322762</c:v>
                </c:pt>
                <c:pt idx="882">
                  <c:v>6.290028291322762</c:v>
                </c:pt>
                <c:pt idx="883">
                  <c:v>6.290028291322762</c:v>
                </c:pt>
                <c:pt idx="884">
                  <c:v>6.290028291322762</c:v>
                </c:pt>
                <c:pt idx="885">
                  <c:v>6.290028291322762</c:v>
                </c:pt>
                <c:pt idx="886">
                  <c:v>6.290028291322762</c:v>
                </c:pt>
                <c:pt idx="887">
                  <c:v>6.290028291322762</c:v>
                </c:pt>
                <c:pt idx="888">
                  <c:v>6.290028291322762</c:v>
                </c:pt>
                <c:pt idx="889">
                  <c:v>6.290028291322762</c:v>
                </c:pt>
                <c:pt idx="890">
                  <c:v>6.290028291322762</c:v>
                </c:pt>
                <c:pt idx="891">
                  <c:v>6.290028291322762</c:v>
                </c:pt>
                <c:pt idx="892">
                  <c:v>6.290028291322762</c:v>
                </c:pt>
                <c:pt idx="893">
                  <c:v>6.290028291322762</c:v>
                </c:pt>
                <c:pt idx="894">
                  <c:v>6.290028291322762</c:v>
                </c:pt>
                <c:pt idx="895">
                  <c:v>6.290028291322762</c:v>
                </c:pt>
                <c:pt idx="896">
                  <c:v>6.290028291322762</c:v>
                </c:pt>
                <c:pt idx="897">
                  <c:v>6.290028291322762</c:v>
                </c:pt>
                <c:pt idx="898">
                  <c:v>6.290028291322762</c:v>
                </c:pt>
                <c:pt idx="899">
                  <c:v>6.290028291322762</c:v>
                </c:pt>
                <c:pt idx="900">
                  <c:v>6.290028291322762</c:v>
                </c:pt>
                <c:pt idx="901">
                  <c:v>6.290028291322762</c:v>
                </c:pt>
                <c:pt idx="902">
                  <c:v>6.290028291322762</c:v>
                </c:pt>
                <c:pt idx="903">
                  <c:v>6.290028291322762</c:v>
                </c:pt>
                <c:pt idx="904">
                  <c:v>6.290028291322762</c:v>
                </c:pt>
                <c:pt idx="905">
                  <c:v>6.290028291322762</c:v>
                </c:pt>
                <c:pt idx="906">
                  <c:v>6.290028291322762</c:v>
                </c:pt>
                <c:pt idx="907">
                  <c:v>6.290028291322762</c:v>
                </c:pt>
                <c:pt idx="908">
                  <c:v>6.290028291322762</c:v>
                </c:pt>
                <c:pt idx="909">
                  <c:v>6.290028291322762</c:v>
                </c:pt>
                <c:pt idx="910">
                  <c:v>6.290028291322762</c:v>
                </c:pt>
                <c:pt idx="911">
                  <c:v>6.290028291322762</c:v>
                </c:pt>
                <c:pt idx="912">
                  <c:v>6.290028291322762</c:v>
                </c:pt>
                <c:pt idx="913">
                  <c:v>6.290028291322762</c:v>
                </c:pt>
                <c:pt idx="914">
                  <c:v>6.290028291322762</c:v>
                </c:pt>
                <c:pt idx="915">
                  <c:v>6.290028291322762</c:v>
                </c:pt>
                <c:pt idx="916">
                  <c:v>6.290028291322762</c:v>
                </c:pt>
                <c:pt idx="917">
                  <c:v>6.290028291322762</c:v>
                </c:pt>
                <c:pt idx="918">
                  <c:v>6.290028291322762</c:v>
                </c:pt>
                <c:pt idx="919">
                  <c:v>6.290028291322762</c:v>
                </c:pt>
                <c:pt idx="920">
                  <c:v>6.290028291322762</c:v>
                </c:pt>
                <c:pt idx="921">
                  <c:v>6.290028291322762</c:v>
                </c:pt>
                <c:pt idx="922">
                  <c:v>6.290028291322762</c:v>
                </c:pt>
                <c:pt idx="923">
                  <c:v>6.290028291322762</c:v>
                </c:pt>
                <c:pt idx="924">
                  <c:v>6.290028291322762</c:v>
                </c:pt>
                <c:pt idx="925">
                  <c:v>6.290028291322762</c:v>
                </c:pt>
                <c:pt idx="926">
                  <c:v>6.290028291322762</c:v>
                </c:pt>
                <c:pt idx="927">
                  <c:v>6.290028291322762</c:v>
                </c:pt>
                <c:pt idx="928">
                  <c:v>6.290028291322762</c:v>
                </c:pt>
                <c:pt idx="929">
                  <c:v>6.290028291322762</c:v>
                </c:pt>
                <c:pt idx="930">
                  <c:v>6.290028291322762</c:v>
                </c:pt>
                <c:pt idx="931">
                  <c:v>6.290028291322762</c:v>
                </c:pt>
                <c:pt idx="932">
                  <c:v>6.290028291322762</c:v>
                </c:pt>
                <c:pt idx="933">
                  <c:v>6.290028291322762</c:v>
                </c:pt>
                <c:pt idx="934">
                  <c:v>6.290028291322762</c:v>
                </c:pt>
                <c:pt idx="935">
                  <c:v>6.290028291322762</c:v>
                </c:pt>
                <c:pt idx="936">
                  <c:v>6.290028291322762</c:v>
                </c:pt>
                <c:pt idx="937">
                  <c:v>6.290028291322762</c:v>
                </c:pt>
                <c:pt idx="938">
                  <c:v>6.290028291322762</c:v>
                </c:pt>
                <c:pt idx="939">
                  <c:v>6.290028291322762</c:v>
                </c:pt>
                <c:pt idx="940">
                  <c:v>6.290028291322762</c:v>
                </c:pt>
                <c:pt idx="941">
                  <c:v>6.290028291322762</c:v>
                </c:pt>
                <c:pt idx="942">
                  <c:v>6.290028291322762</c:v>
                </c:pt>
                <c:pt idx="943">
                  <c:v>6.290028291322762</c:v>
                </c:pt>
                <c:pt idx="944">
                  <c:v>6.290028291322762</c:v>
                </c:pt>
                <c:pt idx="945">
                  <c:v>6.290028291322762</c:v>
                </c:pt>
                <c:pt idx="946">
                  <c:v>6.290028291322762</c:v>
                </c:pt>
                <c:pt idx="947">
                  <c:v>6.290028291322762</c:v>
                </c:pt>
                <c:pt idx="948">
                  <c:v>6.290028291322762</c:v>
                </c:pt>
                <c:pt idx="949">
                  <c:v>6.290028291322762</c:v>
                </c:pt>
                <c:pt idx="950">
                  <c:v>6.290028291322762</c:v>
                </c:pt>
                <c:pt idx="951">
                  <c:v>6.290028291322762</c:v>
                </c:pt>
                <c:pt idx="952">
                  <c:v>6.290028291322762</c:v>
                </c:pt>
                <c:pt idx="953">
                  <c:v>6.290028291322762</c:v>
                </c:pt>
                <c:pt idx="954">
                  <c:v>6.290028291322762</c:v>
                </c:pt>
                <c:pt idx="955">
                  <c:v>6.290028291322762</c:v>
                </c:pt>
                <c:pt idx="956">
                  <c:v>6.290028291322762</c:v>
                </c:pt>
                <c:pt idx="957">
                  <c:v>6.290028291322762</c:v>
                </c:pt>
                <c:pt idx="958">
                  <c:v>6.290028291322762</c:v>
                </c:pt>
                <c:pt idx="959">
                  <c:v>6.290028291322762</c:v>
                </c:pt>
                <c:pt idx="960">
                  <c:v>6.290028291322762</c:v>
                </c:pt>
                <c:pt idx="961">
                  <c:v>6.290028291322762</c:v>
                </c:pt>
                <c:pt idx="962">
                  <c:v>6.290028291322762</c:v>
                </c:pt>
                <c:pt idx="963">
                  <c:v>6.290028291322762</c:v>
                </c:pt>
                <c:pt idx="964">
                  <c:v>6.290028291322762</c:v>
                </c:pt>
                <c:pt idx="965">
                  <c:v>6.290028291322762</c:v>
                </c:pt>
                <c:pt idx="966">
                  <c:v>6.290028291322762</c:v>
                </c:pt>
                <c:pt idx="967">
                  <c:v>6.290028291322762</c:v>
                </c:pt>
                <c:pt idx="968">
                  <c:v>6.290028291322762</c:v>
                </c:pt>
                <c:pt idx="969">
                  <c:v>6.290028291322762</c:v>
                </c:pt>
                <c:pt idx="970">
                  <c:v>6.290028291322762</c:v>
                </c:pt>
                <c:pt idx="971">
                  <c:v>6.290028291322762</c:v>
                </c:pt>
                <c:pt idx="972">
                  <c:v>6.290028291322762</c:v>
                </c:pt>
                <c:pt idx="973">
                  <c:v>6.290028291322762</c:v>
                </c:pt>
                <c:pt idx="974">
                  <c:v>6.290028291322762</c:v>
                </c:pt>
                <c:pt idx="975">
                  <c:v>6.290028291322762</c:v>
                </c:pt>
                <c:pt idx="976">
                  <c:v>6.290028291322762</c:v>
                </c:pt>
                <c:pt idx="977">
                  <c:v>6.290028291322762</c:v>
                </c:pt>
                <c:pt idx="978">
                  <c:v>6.290028291322762</c:v>
                </c:pt>
                <c:pt idx="979">
                  <c:v>6.290028291322762</c:v>
                </c:pt>
                <c:pt idx="980">
                  <c:v>6.290028291322762</c:v>
                </c:pt>
                <c:pt idx="981">
                  <c:v>6.290028291322762</c:v>
                </c:pt>
                <c:pt idx="982">
                  <c:v>6.290028291322762</c:v>
                </c:pt>
                <c:pt idx="983">
                  <c:v>6.290028291322762</c:v>
                </c:pt>
                <c:pt idx="984">
                  <c:v>6.290028291322762</c:v>
                </c:pt>
                <c:pt idx="985">
                  <c:v>6.290028291322762</c:v>
                </c:pt>
                <c:pt idx="986">
                  <c:v>6.290028291322762</c:v>
                </c:pt>
                <c:pt idx="987">
                  <c:v>6.290028291322762</c:v>
                </c:pt>
                <c:pt idx="988">
                  <c:v>6.290028291322762</c:v>
                </c:pt>
                <c:pt idx="989">
                  <c:v>6.290028291322762</c:v>
                </c:pt>
                <c:pt idx="990">
                  <c:v>6.290028291322762</c:v>
                </c:pt>
                <c:pt idx="991">
                  <c:v>6.290028291322762</c:v>
                </c:pt>
                <c:pt idx="992">
                  <c:v>6.290028291322762</c:v>
                </c:pt>
                <c:pt idx="993">
                  <c:v>6.290028291322762</c:v>
                </c:pt>
                <c:pt idx="994">
                  <c:v>6.290028291322762</c:v>
                </c:pt>
                <c:pt idx="995">
                  <c:v>6.290028291322762</c:v>
                </c:pt>
                <c:pt idx="996">
                  <c:v>6.290028291322762</c:v>
                </c:pt>
                <c:pt idx="997">
                  <c:v>6.290028291322762</c:v>
                </c:pt>
                <c:pt idx="998">
                  <c:v>6.290028291322762</c:v>
                </c:pt>
                <c:pt idx="999">
                  <c:v>6.290028291322762</c:v>
                </c:pt>
                <c:pt idx="1000">
                  <c:v>6.290028291322762</c:v>
                </c:pt>
                <c:pt idx="1001">
                  <c:v>6.290028291322762</c:v>
                </c:pt>
                <c:pt idx="1002">
                  <c:v>6.290028291322762</c:v>
                </c:pt>
                <c:pt idx="1003">
                  <c:v>6.290028291322762</c:v>
                </c:pt>
                <c:pt idx="1004">
                  <c:v>6.290028291322762</c:v>
                </c:pt>
                <c:pt idx="1005">
                  <c:v>6.290028291322762</c:v>
                </c:pt>
                <c:pt idx="1006">
                  <c:v>6.290028291322762</c:v>
                </c:pt>
                <c:pt idx="1007">
                  <c:v>6.290028291322762</c:v>
                </c:pt>
                <c:pt idx="1008">
                  <c:v>6.290028291322762</c:v>
                </c:pt>
                <c:pt idx="1009">
                  <c:v>6.290028291322762</c:v>
                </c:pt>
                <c:pt idx="1010">
                  <c:v>6.290028291322762</c:v>
                </c:pt>
                <c:pt idx="1011">
                  <c:v>6.290028291322762</c:v>
                </c:pt>
                <c:pt idx="1012">
                  <c:v>6.290028291322762</c:v>
                </c:pt>
                <c:pt idx="1013">
                  <c:v>6.290028291322762</c:v>
                </c:pt>
                <c:pt idx="1014">
                  <c:v>6.290028291322762</c:v>
                </c:pt>
                <c:pt idx="1015">
                  <c:v>6.290028291322762</c:v>
                </c:pt>
                <c:pt idx="1016">
                  <c:v>6.290028291322762</c:v>
                </c:pt>
                <c:pt idx="1017">
                  <c:v>6.290028291322762</c:v>
                </c:pt>
                <c:pt idx="1018">
                  <c:v>6.290028291322762</c:v>
                </c:pt>
                <c:pt idx="1019">
                  <c:v>6.290028291322762</c:v>
                </c:pt>
                <c:pt idx="1020">
                  <c:v>6.290028291322762</c:v>
                </c:pt>
                <c:pt idx="1021">
                  <c:v>6.290028291322762</c:v>
                </c:pt>
                <c:pt idx="1022">
                  <c:v>6.290028291322762</c:v>
                </c:pt>
                <c:pt idx="1023">
                  <c:v>6.290028291322762</c:v>
                </c:pt>
                <c:pt idx="1024">
                  <c:v>6.290028291322762</c:v>
                </c:pt>
                <c:pt idx="1025">
                  <c:v>6.290028291322762</c:v>
                </c:pt>
                <c:pt idx="1026">
                  <c:v>6.290028291322762</c:v>
                </c:pt>
                <c:pt idx="1027">
                  <c:v>6.290028291322762</c:v>
                </c:pt>
                <c:pt idx="1028">
                  <c:v>6.290028291322762</c:v>
                </c:pt>
                <c:pt idx="1029">
                  <c:v>6.290028291322762</c:v>
                </c:pt>
                <c:pt idx="1030">
                  <c:v>6.290028291322762</c:v>
                </c:pt>
                <c:pt idx="1031">
                  <c:v>6.290028291322762</c:v>
                </c:pt>
                <c:pt idx="1032">
                  <c:v>6.290028291322762</c:v>
                </c:pt>
                <c:pt idx="1033">
                  <c:v>6.290028291322762</c:v>
                </c:pt>
                <c:pt idx="1034">
                  <c:v>6.290028291322762</c:v>
                </c:pt>
                <c:pt idx="1035">
                  <c:v>6.290028291322762</c:v>
                </c:pt>
                <c:pt idx="1036">
                  <c:v>6.290028291322762</c:v>
                </c:pt>
                <c:pt idx="1037">
                  <c:v>6.290028291322762</c:v>
                </c:pt>
                <c:pt idx="1038">
                  <c:v>6.290028291322762</c:v>
                </c:pt>
                <c:pt idx="1039">
                  <c:v>6.290028291322762</c:v>
                </c:pt>
                <c:pt idx="1040">
                  <c:v>6.290028291322762</c:v>
                </c:pt>
                <c:pt idx="1041">
                  <c:v>6.290028291322762</c:v>
                </c:pt>
                <c:pt idx="1042">
                  <c:v>6.290028291322762</c:v>
                </c:pt>
                <c:pt idx="1043">
                  <c:v>6.290028291322762</c:v>
                </c:pt>
                <c:pt idx="1044">
                  <c:v>6.290028291322762</c:v>
                </c:pt>
                <c:pt idx="1045">
                  <c:v>6.290028291322762</c:v>
                </c:pt>
                <c:pt idx="1046">
                  <c:v>6.290028291322762</c:v>
                </c:pt>
                <c:pt idx="1047">
                  <c:v>6.290028291322762</c:v>
                </c:pt>
                <c:pt idx="1048">
                  <c:v>6.290028291322762</c:v>
                </c:pt>
                <c:pt idx="1049">
                  <c:v>6.290028291322762</c:v>
                </c:pt>
                <c:pt idx="1050">
                  <c:v>6.290028291322762</c:v>
                </c:pt>
                <c:pt idx="1051">
                  <c:v>6.290028291322762</c:v>
                </c:pt>
                <c:pt idx="1052">
                  <c:v>6.290028291322762</c:v>
                </c:pt>
                <c:pt idx="1053">
                  <c:v>6.290028291322762</c:v>
                </c:pt>
                <c:pt idx="1054">
                  <c:v>6.290028291322762</c:v>
                </c:pt>
                <c:pt idx="1055">
                  <c:v>6.290028291322762</c:v>
                </c:pt>
                <c:pt idx="1056">
                  <c:v>6.290028291322762</c:v>
                </c:pt>
                <c:pt idx="1057">
                  <c:v>6.290028291322762</c:v>
                </c:pt>
                <c:pt idx="1058">
                  <c:v>6.290028291322762</c:v>
                </c:pt>
                <c:pt idx="1059">
                  <c:v>6.290028291322762</c:v>
                </c:pt>
                <c:pt idx="1060">
                  <c:v>6.290028291322762</c:v>
                </c:pt>
                <c:pt idx="1061">
                  <c:v>6.290028291322762</c:v>
                </c:pt>
                <c:pt idx="1062">
                  <c:v>6.290028291322762</c:v>
                </c:pt>
                <c:pt idx="1063">
                  <c:v>6.290028291322762</c:v>
                </c:pt>
                <c:pt idx="1064">
                  <c:v>6.290028291322762</c:v>
                </c:pt>
                <c:pt idx="1065">
                  <c:v>6.290028291322762</c:v>
                </c:pt>
                <c:pt idx="1066">
                  <c:v>6.290028291322762</c:v>
                </c:pt>
                <c:pt idx="1067">
                  <c:v>6.290028291322762</c:v>
                </c:pt>
                <c:pt idx="1068">
                  <c:v>6.290028291322762</c:v>
                </c:pt>
                <c:pt idx="1069">
                  <c:v>6.290028291322762</c:v>
                </c:pt>
                <c:pt idx="1070">
                  <c:v>6.290028291322762</c:v>
                </c:pt>
                <c:pt idx="1071">
                  <c:v>6.290028291322762</c:v>
                </c:pt>
                <c:pt idx="1072">
                  <c:v>6.290028291322762</c:v>
                </c:pt>
                <c:pt idx="1073">
                  <c:v>6.290028291322762</c:v>
                </c:pt>
                <c:pt idx="1074">
                  <c:v>6.290028291322762</c:v>
                </c:pt>
                <c:pt idx="1075">
                  <c:v>6.290028291322762</c:v>
                </c:pt>
                <c:pt idx="1076">
                  <c:v>6.290028291322762</c:v>
                </c:pt>
                <c:pt idx="1077">
                  <c:v>6.290028291322762</c:v>
                </c:pt>
                <c:pt idx="1078">
                  <c:v>6.290028291322762</c:v>
                </c:pt>
                <c:pt idx="1079">
                  <c:v>6.290028291322762</c:v>
                </c:pt>
                <c:pt idx="1080">
                  <c:v>6.290028291322762</c:v>
                </c:pt>
                <c:pt idx="1081">
                  <c:v>6.290028291322762</c:v>
                </c:pt>
                <c:pt idx="1082">
                  <c:v>6.290028291322762</c:v>
                </c:pt>
                <c:pt idx="1083">
                  <c:v>6.290028291322762</c:v>
                </c:pt>
                <c:pt idx="1084">
                  <c:v>6.290028291322762</c:v>
                </c:pt>
                <c:pt idx="1085">
                  <c:v>6.290028291322762</c:v>
                </c:pt>
                <c:pt idx="1086">
                  <c:v>6.290028291322762</c:v>
                </c:pt>
                <c:pt idx="1087">
                  <c:v>6.290028291322762</c:v>
                </c:pt>
                <c:pt idx="1088">
                  <c:v>6.290028291322762</c:v>
                </c:pt>
                <c:pt idx="1089">
                  <c:v>6.290028291322762</c:v>
                </c:pt>
                <c:pt idx="1090">
                  <c:v>6.290028291322762</c:v>
                </c:pt>
                <c:pt idx="1091">
                  <c:v>6.290028291322762</c:v>
                </c:pt>
                <c:pt idx="1092">
                  <c:v>6.290028291322762</c:v>
                </c:pt>
                <c:pt idx="1093">
                  <c:v>6.290028291322762</c:v>
                </c:pt>
                <c:pt idx="1094">
                  <c:v>6.290028291322762</c:v>
                </c:pt>
                <c:pt idx="1095">
                  <c:v>6.290028291322762</c:v>
                </c:pt>
                <c:pt idx="1096">
                  <c:v>6.290028291322762</c:v>
                </c:pt>
                <c:pt idx="1097">
                  <c:v>6.290028291322762</c:v>
                </c:pt>
                <c:pt idx="1098">
                  <c:v>6.290028291322762</c:v>
                </c:pt>
                <c:pt idx="1099">
                  <c:v>6.290028291322762</c:v>
                </c:pt>
                <c:pt idx="1100">
                  <c:v>6.290028291322762</c:v>
                </c:pt>
                <c:pt idx="1101">
                  <c:v>6.290028291322762</c:v>
                </c:pt>
                <c:pt idx="1102">
                  <c:v>6.290028291322762</c:v>
                </c:pt>
                <c:pt idx="1103">
                  <c:v>6.290028291322762</c:v>
                </c:pt>
                <c:pt idx="1104">
                  <c:v>6.290028291322762</c:v>
                </c:pt>
                <c:pt idx="1105">
                  <c:v>6.290028291322762</c:v>
                </c:pt>
                <c:pt idx="1106">
                  <c:v>6.290028291322762</c:v>
                </c:pt>
                <c:pt idx="1107">
                  <c:v>6.290028291322762</c:v>
                </c:pt>
                <c:pt idx="1108">
                  <c:v>6.290028291322762</c:v>
                </c:pt>
                <c:pt idx="1109">
                  <c:v>6.290028291322762</c:v>
                </c:pt>
                <c:pt idx="1110">
                  <c:v>6.290028291322762</c:v>
                </c:pt>
                <c:pt idx="1111">
                  <c:v>6.290028291322762</c:v>
                </c:pt>
                <c:pt idx="1112">
                  <c:v>6.290028291322762</c:v>
                </c:pt>
                <c:pt idx="1113">
                  <c:v>6.290028291322762</c:v>
                </c:pt>
                <c:pt idx="1114">
                  <c:v>6.290028291322762</c:v>
                </c:pt>
                <c:pt idx="1115">
                  <c:v>6.290028291322762</c:v>
                </c:pt>
                <c:pt idx="1116">
                  <c:v>6.290028291322762</c:v>
                </c:pt>
                <c:pt idx="1117">
                  <c:v>6.290028291322762</c:v>
                </c:pt>
                <c:pt idx="1118">
                  <c:v>6.290028291322762</c:v>
                </c:pt>
                <c:pt idx="1119">
                  <c:v>6.290028291322762</c:v>
                </c:pt>
                <c:pt idx="1120">
                  <c:v>6.290028291322762</c:v>
                </c:pt>
                <c:pt idx="1121">
                  <c:v>6.290028291322762</c:v>
                </c:pt>
                <c:pt idx="1122">
                  <c:v>6.290028291322762</c:v>
                </c:pt>
                <c:pt idx="1123">
                  <c:v>6.290028291322762</c:v>
                </c:pt>
                <c:pt idx="1124">
                  <c:v>6.290028291322762</c:v>
                </c:pt>
                <c:pt idx="1125">
                  <c:v>6.290028291322762</c:v>
                </c:pt>
                <c:pt idx="1126">
                  <c:v>6.290028291322762</c:v>
                </c:pt>
                <c:pt idx="1127">
                  <c:v>6.290028291322762</c:v>
                </c:pt>
                <c:pt idx="1128">
                  <c:v>6.290028291322762</c:v>
                </c:pt>
                <c:pt idx="1129">
                  <c:v>6.290028291322762</c:v>
                </c:pt>
                <c:pt idx="1130">
                  <c:v>6.290028291322762</c:v>
                </c:pt>
                <c:pt idx="1131">
                  <c:v>6.290028291322762</c:v>
                </c:pt>
                <c:pt idx="1132">
                  <c:v>6.290028291322762</c:v>
                </c:pt>
                <c:pt idx="1133">
                  <c:v>6.290028291322762</c:v>
                </c:pt>
                <c:pt idx="1134">
                  <c:v>6.290028291322762</c:v>
                </c:pt>
                <c:pt idx="1135">
                  <c:v>6.290028291322762</c:v>
                </c:pt>
                <c:pt idx="1136">
                  <c:v>6.290028291322762</c:v>
                </c:pt>
                <c:pt idx="1137">
                  <c:v>6.290028291322762</c:v>
                </c:pt>
                <c:pt idx="1138">
                  <c:v>6.290028291322762</c:v>
                </c:pt>
                <c:pt idx="1139">
                  <c:v>6.290028291322762</c:v>
                </c:pt>
                <c:pt idx="1140">
                  <c:v>6.290028291322762</c:v>
                </c:pt>
                <c:pt idx="1141">
                  <c:v>6.290028291322762</c:v>
                </c:pt>
                <c:pt idx="1142">
                  <c:v>6.290028291322762</c:v>
                </c:pt>
                <c:pt idx="1143">
                  <c:v>6.290028291322762</c:v>
                </c:pt>
                <c:pt idx="1144">
                  <c:v>6.290028291322762</c:v>
                </c:pt>
                <c:pt idx="1145">
                  <c:v>6.290028291322762</c:v>
                </c:pt>
                <c:pt idx="1146">
                  <c:v>6.290028291322762</c:v>
                </c:pt>
                <c:pt idx="1147">
                  <c:v>6.290028291322762</c:v>
                </c:pt>
                <c:pt idx="1148">
                  <c:v>6.290028291322762</c:v>
                </c:pt>
                <c:pt idx="1149">
                  <c:v>6.290028291322762</c:v>
                </c:pt>
                <c:pt idx="1150">
                  <c:v>6.290028291322762</c:v>
                </c:pt>
                <c:pt idx="1151">
                  <c:v>6.290028291322762</c:v>
                </c:pt>
                <c:pt idx="1152">
                  <c:v>6.290028291322762</c:v>
                </c:pt>
                <c:pt idx="1153">
                  <c:v>6.290028291322762</c:v>
                </c:pt>
                <c:pt idx="1154">
                  <c:v>6.290028291322762</c:v>
                </c:pt>
                <c:pt idx="1155">
                  <c:v>6.290028291322762</c:v>
                </c:pt>
                <c:pt idx="1156">
                  <c:v>6.290028291322762</c:v>
                </c:pt>
                <c:pt idx="1157">
                  <c:v>6.290028291322762</c:v>
                </c:pt>
                <c:pt idx="1158">
                  <c:v>6.290028291322762</c:v>
                </c:pt>
                <c:pt idx="1159">
                  <c:v>6.290028291322762</c:v>
                </c:pt>
                <c:pt idx="1160">
                  <c:v>6.290028291322762</c:v>
                </c:pt>
                <c:pt idx="1161">
                  <c:v>6.290028291322762</c:v>
                </c:pt>
                <c:pt idx="1162">
                  <c:v>6.290028291322762</c:v>
                </c:pt>
                <c:pt idx="1163">
                  <c:v>6.290028291322762</c:v>
                </c:pt>
                <c:pt idx="1164">
                  <c:v>6.290028291322762</c:v>
                </c:pt>
                <c:pt idx="1165">
                  <c:v>6.290028291322762</c:v>
                </c:pt>
                <c:pt idx="1166">
                  <c:v>6.290028291322762</c:v>
                </c:pt>
                <c:pt idx="1167">
                  <c:v>6.290028291322762</c:v>
                </c:pt>
                <c:pt idx="1168">
                  <c:v>6.290028291322762</c:v>
                </c:pt>
                <c:pt idx="1169">
                  <c:v>6.290028291322762</c:v>
                </c:pt>
                <c:pt idx="1170">
                  <c:v>6.290028291322762</c:v>
                </c:pt>
                <c:pt idx="1171">
                  <c:v>6.290028291322762</c:v>
                </c:pt>
                <c:pt idx="1172">
                  <c:v>6.290028291322762</c:v>
                </c:pt>
                <c:pt idx="1173">
                  <c:v>6.290028291322762</c:v>
                </c:pt>
                <c:pt idx="1174">
                  <c:v>6.290028291322762</c:v>
                </c:pt>
                <c:pt idx="1175">
                  <c:v>6.290028291322762</c:v>
                </c:pt>
                <c:pt idx="1176">
                  <c:v>6.290028291322762</c:v>
                </c:pt>
                <c:pt idx="1177">
                  <c:v>6.290028291322762</c:v>
                </c:pt>
                <c:pt idx="1178">
                  <c:v>6.290028291322762</c:v>
                </c:pt>
                <c:pt idx="1179">
                  <c:v>6.290028291322762</c:v>
                </c:pt>
                <c:pt idx="1180">
                  <c:v>6.290028291322762</c:v>
                </c:pt>
                <c:pt idx="1181">
                  <c:v>6.290028291322762</c:v>
                </c:pt>
                <c:pt idx="1182">
                  <c:v>6.290028291322762</c:v>
                </c:pt>
                <c:pt idx="1183">
                  <c:v>6.290028291322762</c:v>
                </c:pt>
                <c:pt idx="1184">
                  <c:v>6.290028291322762</c:v>
                </c:pt>
                <c:pt idx="1185">
                  <c:v>6.290028291322762</c:v>
                </c:pt>
                <c:pt idx="1186">
                  <c:v>6.290028291322762</c:v>
                </c:pt>
                <c:pt idx="1187">
                  <c:v>6.290028291322762</c:v>
                </c:pt>
                <c:pt idx="1188">
                  <c:v>6.290028291322762</c:v>
                </c:pt>
                <c:pt idx="1189">
                  <c:v>6.290028291322762</c:v>
                </c:pt>
                <c:pt idx="1190">
                  <c:v>6.290028291322762</c:v>
                </c:pt>
                <c:pt idx="1191">
                  <c:v>6.290028291322762</c:v>
                </c:pt>
                <c:pt idx="1192">
                  <c:v>6.290028291322762</c:v>
                </c:pt>
                <c:pt idx="1193">
                  <c:v>6.290028291322762</c:v>
                </c:pt>
                <c:pt idx="1194">
                  <c:v>6.290028291322762</c:v>
                </c:pt>
                <c:pt idx="1195">
                  <c:v>6.290028291322762</c:v>
                </c:pt>
                <c:pt idx="1196">
                  <c:v>6.290028291322762</c:v>
                </c:pt>
                <c:pt idx="1197">
                  <c:v>6.290028291322762</c:v>
                </c:pt>
                <c:pt idx="1198">
                  <c:v>6.290028291322762</c:v>
                </c:pt>
                <c:pt idx="1199">
                  <c:v>6.290028291322762</c:v>
                </c:pt>
                <c:pt idx="1200">
                  <c:v>6.290028291322762</c:v>
                </c:pt>
                <c:pt idx="1201">
                  <c:v>6.290028291322762</c:v>
                </c:pt>
                <c:pt idx="1202">
                  <c:v>6.290028291322762</c:v>
                </c:pt>
                <c:pt idx="1203">
                  <c:v>6.290028291322762</c:v>
                </c:pt>
                <c:pt idx="1204">
                  <c:v>6.290028291322762</c:v>
                </c:pt>
                <c:pt idx="1205">
                  <c:v>6.290028291322762</c:v>
                </c:pt>
                <c:pt idx="1206">
                  <c:v>6.290028291322762</c:v>
                </c:pt>
                <c:pt idx="1207">
                  <c:v>6.290028291322762</c:v>
                </c:pt>
                <c:pt idx="1208">
                  <c:v>6.290028291322762</c:v>
                </c:pt>
                <c:pt idx="1209">
                  <c:v>6.290028291322762</c:v>
                </c:pt>
                <c:pt idx="1210">
                  <c:v>6.290028291322762</c:v>
                </c:pt>
                <c:pt idx="1211">
                  <c:v>6.290028291322762</c:v>
                </c:pt>
                <c:pt idx="1212">
                  <c:v>6.290028291322762</c:v>
                </c:pt>
                <c:pt idx="1213">
                  <c:v>6.290028291322762</c:v>
                </c:pt>
                <c:pt idx="1214">
                  <c:v>6.290028291322762</c:v>
                </c:pt>
                <c:pt idx="1215">
                  <c:v>6.290028291322762</c:v>
                </c:pt>
                <c:pt idx="1216">
                  <c:v>6.290028291322762</c:v>
                </c:pt>
                <c:pt idx="1217">
                  <c:v>6.290028291322762</c:v>
                </c:pt>
                <c:pt idx="1218">
                  <c:v>6.290028291322762</c:v>
                </c:pt>
                <c:pt idx="1219">
                  <c:v>6.290028291322762</c:v>
                </c:pt>
                <c:pt idx="1220">
                  <c:v>6.290028291322762</c:v>
                </c:pt>
                <c:pt idx="1221">
                  <c:v>6.290028291322762</c:v>
                </c:pt>
                <c:pt idx="1222">
                  <c:v>6.290028291322762</c:v>
                </c:pt>
                <c:pt idx="1223">
                  <c:v>6.290028291322762</c:v>
                </c:pt>
                <c:pt idx="1224">
                  <c:v>6.290028291322762</c:v>
                </c:pt>
                <c:pt idx="1225">
                  <c:v>6.290028291322762</c:v>
                </c:pt>
                <c:pt idx="1226">
                  <c:v>6.290028291322762</c:v>
                </c:pt>
                <c:pt idx="1227">
                  <c:v>6.290028291322762</c:v>
                </c:pt>
                <c:pt idx="1228">
                  <c:v>6.290028291322762</c:v>
                </c:pt>
                <c:pt idx="1229">
                  <c:v>6.290028291322762</c:v>
                </c:pt>
                <c:pt idx="1230">
                  <c:v>6.290028291322762</c:v>
                </c:pt>
                <c:pt idx="1231">
                  <c:v>6.290028291322762</c:v>
                </c:pt>
                <c:pt idx="1232">
                  <c:v>6.290028291322762</c:v>
                </c:pt>
                <c:pt idx="1233">
                  <c:v>6.290028291322762</c:v>
                </c:pt>
                <c:pt idx="1234">
                  <c:v>6.290028291322762</c:v>
                </c:pt>
                <c:pt idx="1235">
                  <c:v>6.290028291322762</c:v>
                </c:pt>
                <c:pt idx="1236">
                  <c:v>6.290028291322762</c:v>
                </c:pt>
                <c:pt idx="1237">
                  <c:v>6.290028291322762</c:v>
                </c:pt>
                <c:pt idx="1238">
                  <c:v>6.290028291322762</c:v>
                </c:pt>
                <c:pt idx="1239">
                  <c:v>6.290028291322762</c:v>
                </c:pt>
                <c:pt idx="1240">
                  <c:v>6.290028291322762</c:v>
                </c:pt>
                <c:pt idx="1241">
                  <c:v>6.290028291322762</c:v>
                </c:pt>
                <c:pt idx="1242">
                  <c:v>6.290028291322762</c:v>
                </c:pt>
                <c:pt idx="1243">
                  <c:v>6.290028291322762</c:v>
                </c:pt>
                <c:pt idx="1244">
                  <c:v>6.290028291322762</c:v>
                </c:pt>
                <c:pt idx="1245">
                  <c:v>6.290028291322762</c:v>
                </c:pt>
                <c:pt idx="1246">
                  <c:v>6.290028291322762</c:v>
                </c:pt>
                <c:pt idx="1247">
                  <c:v>6.290028291322762</c:v>
                </c:pt>
                <c:pt idx="1248">
                  <c:v>6.290028291322762</c:v>
                </c:pt>
                <c:pt idx="1249">
                  <c:v>6.290028291322762</c:v>
                </c:pt>
                <c:pt idx="1250">
                  <c:v>6.290028291322762</c:v>
                </c:pt>
                <c:pt idx="1251">
                  <c:v>6.290028291322762</c:v>
                </c:pt>
                <c:pt idx="1252">
                  <c:v>6.290028291322762</c:v>
                </c:pt>
                <c:pt idx="1253">
                  <c:v>6.290028291322762</c:v>
                </c:pt>
                <c:pt idx="1254">
                  <c:v>6.290028291322762</c:v>
                </c:pt>
                <c:pt idx="1255">
                  <c:v>6.290028291322762</c:v>
                </c:pt>
                <c:pt idx="1256">
                  <c:v>6.290028291322762</c:v>
                </c:pt>
                <c:pt idx="1257">
                  <c:v>6.290028291322762</c:v>
                </c:pt>
                <c:pt idx="1258">
                  <c:v>6.290028291322762</c:v>
                </c:pt>
                <c:pt idx="1259">
                  <c:v>6.290028291322762</c:v>
                </c:pt>
                <c:pt idx="1260">
                  <c:v>6.290028291322762</c:v>
                </c:pt>
                <c:pt idx="1261">
                  <c:v>6.290028291322762</c:v>
                </c:pt>
                <c:pt idx="1262">
                  <c:v>6.290028291322762</c:v>
                </c:pt>
                <c:pt idx="1263">
                  <c:v>6.290028291322762</c:v>
                </c:pt>
                <c:pt idx="1264">
                  <c:v>6.290028291322762</c:v>
                </c:pt>
                <c:pt idx="1265">
                  <c:v>6.290028291322762</c:v>
                </c:pt>
                <c:pt idx="1266">
                  <c:v>6.290028291322762</c:v>
                </c:pt>
                <c:pt idx="1267">
                  <c:v>6.290028291322762</c:v>
                </c:pt>
                <c:pt idx="1268">
                  <c:v>6.290028291322762</c:v>
                </c:pt>
                <c:pt idx="1269">
                  <c:v>6.290028291322762</c:v>
                </c:pt>
                <c:pt idx="1270">
                  <c:v>6.290028291322762</c:v>
                </c:pt>
                <c:pt idx="1271">
                  <c:v>6.290028291322762</c:v>
                </c:pt>
                <c:pt idx="1272">
                  <c:v>6.290028291322762</c:v>
                </c:pt>
                <c:pt idx="1273">
                  <c:v>6.290028291322762</c:v>
                </c:pt>
                <c:pt idx="1274">
                  <c:v>6.290028291322762</c:v>
                </c:pt>
                <c:pt idx="1275">
                  <c:v>6.290028291322762</c:v>
                </c:pt>
                <c:pt idx="1276">
                  <c:v>6.290028291322762</c:v>
                </c:pt>
                <c:pt idx="1277">
                  <c:v>6.290028291322762</c:v>
                </c:pt>
                <c:pt idx="1278">
                  <c:v>6.290028291322762</c:v>
                </c:pt>
                <c:pt idx="1279">
                  <c:v>6.290028291322762</c:v>
                </c:pt>
                <c:pt idx="1280">
                  <c:v>6.290028291322762</c:v>
                </c:pt>
                <c:pt idx="1281">
                  <c:v>6.290028291322762</c:v>
                </c:pt>
                <c:pt idx="1282">
                  <c:v>6.290028291322762</c:v>
                </c:pt>
                <c:pt idx="1283">
                  <c:v>6.290028291322762</c:v>
                </c:pt>
                <c:pt idx="1284">
                  <c:v>6.290028291322762</c:v>
                </c:pt>
                <c:pt idx="1285">
                  <c:v>6.290028291322762</c:v>
                </c:pt>
                <c:pt idx="1286">
                  <c:v>6.290028291322762</c:v>
                </c:pt>
                <c:pt idx="1287">
                  <c:v>6.290028291322762</c:v>
                </c:pt>
                <c:pt idx="1288">
                  <c:v>6.290028291322762</c:v>
                </c:pt>
                <c:pt idx="1289">
                  <c:v>6.290028291322762</c:v>
                </c:pt>
                <c:pt idx="1290">
                  <c:v>6.290028291322762</c:v>
                </c:pt>
                <c:pt idx="1291">
                  <c:v>6.290028291322762</c:v>
                </c:pt>
                <c:pt idx="1292">
                  <c:v>6.290028291322762</c:v>
                </c:pt>
                <c:pt idx="1293">
                  <c:v>6.290028291322762</c:v>
                </c:pt>
                <c:pt idx="1294">
                  <c:v>6.290028291322762</c:v>
                </c:pt>
                <c:pt idx="1295">
                  <c:v>6.290028291322762</c:v>
                </c:pt>
                <c:pt idx="1296">
                  <c:v>6.290028291322762</c:v>
                </c:pt>
                <c:pt idx="1297">
                  <c:v>6.290028291322762</c:v>
                </c:pt>
                <c:pt idx="1298">
                  <c:v>6.290028291322762</c:v>
                </c:pt>
                <c:pt idx="1299">
                  <c:v>6.290028291322762</c:v>
                </c:pt>
                <c:pt idx="1300">
                  <c:v>6.290028291322762</c:v>
                </c:pt>
                <c:pt idx="1301">
                  <c:v>6.290028291322762</c:v>
                </c:pt>
                <c:pt idx="1302">
                  <c:v>6.290028291322762</c:v>
                </c:pt>
                <c:pt idx="1303">
                  <c:v>6.290028291322762</c:v>
                </c:pt>
                <c:pt idx="1304">
                  <c:v>6.290028291322762</c:v>
                </c:pt>
                <c:pt idx="1305">
                  <c:v>6.290028291322762</c:v>
                </c:pt>
                <c:pt idx="1306">
                  <c:v>6.290028291322762</c:v>
                </c:pt>
                <c:pt idx="1307">
                  <c:v>6.290028291322762</c:v>
                </c:pt>
                <c:pt idx="1308">
                  <c:v>6.290028291322762</c:v>
                </c:pt>
                <c:pt idx="1309">
                  <c:v>6.290028291322762</c:v>
                </c:pt>
                <c:pt idx="1310">
                  <c:v>6.290028291322762</c:v>
                </c:pt>
                <c:pt idx="1311">
                  <c:v>6.290028291322762</c:v>
                </c:pt>
                <c:pt idx="1312">
                  <c:v>6.290028291322762</c:v>
                </c:pt>
                <c:pt idx="1313">
                  <c:v>6.290028291322762</c:v>
                </c:pt>
                <c:pt idx="1314">
                  <c:v>6.290028291322762</c:v>
                </c:pt>
                <c:pt idx="1315">
                  <c:v>6.290028291322762</c:v>
                </c:pt>
                <c:pt idx="1316">
                  <c:v>6.290028291322762</c:v>
                </c:pt>
                <c:pt idx="1317">
                  <c:v>6.290028291322762</c:v>
                </c:pt>
                <c:pt idx="1318">
                  <c:v>6.290028291322762</c:v>
                </c:pt>
                <c:pt idx="1319">
                  <c:v>6.290028291322762</c:v>
                </c:pt>
                <c:pt idx="1320">
                  <c:v>6.290028291322762</c:v>
                </c:pt>
                <c:pt idx="1321">
                  <c:v>6.290028291322762</c:v>
                </c:pt>
                <c:pt idx="1322">
                  <c:v>6.290028291322762</c:v>
                </c:pt>
                <c:pt idx="1323">
                  <c:v>6.290028291322762</c:v>
                </c:pt>
                <c:pt idx="1324">
                  <c:v>6.290028291322762</c:v>
                </c:pt>
                <c:pt idx="1325">
                  <c:v>6.290028291322762</c:v>
                </c:pt>
                <c:pt idx="1326">
                  <c:v>6.290028291322762</c:v>
                </c:pt>
                <c:pt idx="1327">
                  <c:v>6.290028291322762</c:v>
                </c:pt>
                <c:pt idx="1328">
                  <c:v>6.290028291322762</c:v>
                </c:pt>
                <c:pt idx="1329">
                  <c:v>6.290028291322762</c:v>
                </c:pt>
                <c:pt idx="1330">
                  <c:v>6.290028291322762</c:v>
                </c:pt>
                <c:pt idx="1331">
                  <c:v>6.290028291322762</c:v>
                </c:pt>
                <c:pt idx="1332">
                  <c:v>6.290028291322762</c:v>
                </c:pt>
                <c:pt idx="1333">
                  <c:v>6.290028291322762</c:v>
                </c:pt>
                <c:pt idx="1334">
                  <c:v>6.290028291322762</c:v>
                </c:pt>
                <c:pt idx="1335">
                  <c:v>6.290028291322762</c:v>
                </c:pt>
                <c:pt idx="1336">
                  <c:v>6.290028291322762</c:v>
                </c:pt>
                <c:pt idx="1337">
                  <c:v>6.290028291322762</c:v>
                </c:pt>
                <c:pt idx="1338">
                  <c:v>6.290028291322762</c:v>
                </c:pt>
                <c:pt idx="1339">
                  <c:v>6.290028291322762</c:v>
                </c:pt>
                <c:pt idx="1340">
                  <c:v>6.290028291322762</c:v>
                </c:pt>
                <c:pt idx="1341">
                  <c:v>6.290028291322762</c:v>
                </c:pt>
                <c:pt idx="1342">
                  <c:v>6.290028291322762</c:v>
                </c:pt>
                <c:pt idx="1343">
                  <c:v>6.290028291322762</c:v>
                </c:pt>
                <c:pt idx="1344">
                  <c:v>6.290028291322762</c:v>
                </c:pt>
                <c:pt idx="1345">
                  <c:v>6.290028291322762</c:v>
                </c:pt>
                <c:pt idx="1346">
                  <c:v>6.290028291322762</c:v>
                </c:pt>
                <c:pt idx="1347">
                  <c:v>6.290028291322762</c:v>
                </c:pt>
                <c:pt idx="1348">
                  <c:v>6.290028291322762</c:v>
                </c:pt>
                <c:pt idx="1349">
                  <c:v>6.290028291322762</c:v>
                </c:pt>
                <c:pt idx="1350">
                  <c:v>6.290028291322762</c:v>
                </c:pt>
                <c:pt idx="1351">
                  <c:v>6.290028291322762</c:v>
                </c:pt>
                <c:pt idx="1352">
                  <c:v>6.290028291322762</c:v>
                </c:pt>
                <c:pt idx="1353">
                  <c:v>6.290028291322762</c:v>
                </c:pt>
                <c:pt idx="1354">
                  <c:v>6.290028291322762</c:v>
                </c:pt>
                <c:pt idx="1355">
                  <c:v>6.290028291322762</c:v>
                </c:pt>
                <c:pt idx="1356">
                  <c:v>6.290028291322762</c:v>
                </c:pt>
                <c:pt idx="1357">
                  <c:v>6.290028291322762</c:v>
                </c:pt>
                <c:pt idx="1358">
                  <c:v>6.290028291322762</c:v>
                </c:pt>
                <c:pt idx="1359">
                  <c:v>6.290028291322762</c:v>
                </c:pt>
                <c:pt idx="1360">
                  <c:v>6.290028291322762</c:v>
                </c:pt>
                <c:pt idx="1361">
                  <c:v>6.290028291322762</c:v>
                </c:pt>
                <c:pt idx="1362">
                  <c:v>6.290028291322762</c:v>
                </c:pt>
                <c:pt idx="1363">
                  <c:v>6.290028291322762</c:v>
                </c:pt>
                <c:pt idx="1364">
                  <c:v>6.290028291322762</c:v>
                </c:pt>
                <c:pt idx="1365">
                  <c:v>6.290028291322762</c:v>
                </c:pt>
                <c:pt idx="1366">
                  <c:v>6.290028291322762</c:v>
                </c:pt>
                <c:pt idx="1367">
                  <c:v>6.290028291322762</c:v>
                </c:pt>
                <c:pt idx="1368">
                  <c:v>6.290028291322762</c:v>
                </c:pt>
                <c:pt idx="1369">
                  <c:v>6.290028291322762</c:v>
                </c:pt>
                <c:pt idx="1370">
                  <c:v>6.290028291322762</c:v>
                </c:pt>
                <c:pt idx="1371">
                  <c:v>6.290028291322762</c:v>
                </c:pt>
                <c:pt idx="1372">
                  <c:v>6.290028291322762</c:v>
                </c:pt>
                <c:pt idx="1373">
                  <c:v>6.290028291322762</c:v>
                </c:pt>
                <c:pt idx="1374">
                  <c:v>6.290028291322762</c:v>
                </c:pt>
                <c:pt idx="1375">
                  <c:v>6.290028291322762</c:v>
                </c:pt>
                <c:pt idx="1376">
                  <c:v>6.290028291322762</c:v>
                </c:pt>
                <c:pt idx="1377">
                  <c:v>6.290028291322762</c:v>
                </c:pt>
                <c:pt idx="1378">
                  <c:v>6.290028291322762</c:v>
                </c:pt>
                <c:pt idx="1379">
                  <c:v>6.290028291322762</c:v>
                </c:pt>
                <c:pt idx="1380">
                  <c:v>6.290028291322762</c:v>
                </c:pt>
                <c:pt idx="1381">
                  <c:v>6.290028291322762</c:v>
                </c:pt>
                <c:pt idx="1382">
                  <c:v>6.290028291322762</c:v>
                </c:pt>
                <c:pt idx="1383">
                  <c:v>6.290028291322762</c:v>
                </c:pt>
                <c:pt idx="1384">
                  <c:v>6.290028291322762</c:v>
                </c:pt>
                <c:pt idx="1385">
                  <c:v>6.290028291322762</c:v>
                </c:pt>
                <c:pt idx="1386">
                  <c:v>6.290028291322762</c:v>
                </c:pt>
                <c:pt idx="1387">
                  <c:v>6.290028291322762</c:v>
                </c:pt>
                <c:pt idx="1388">
                  <c:v>6.290028291322762</c:v>
                </c:pt>
                <c:pt idx="1389">
                  <c:v>6.290028291322762</c:v>
                </c:pt>
                <c:pt idx="1390">
                  <c:v>6.290028291322762</c:v>
                </c:pt>
                <c:pt idx="1391">
                  <c:v>6.290028291322762</c:v>
                </c:pt>
                <c:pt idx="1392">
                  <c:v>6.290028291322762</c:v>
                </c:pt>
                <c:pt idx="1393">
                  <c:v>6.290028291322762</c:v>
                </c:pt>
                <c:pt idx="1394">
                  <c:v>6.290028291322762</c:v>
                </c:pt>
                <c:pt idx="1395">
                  <c:v>6.290028291322762</c:v>
                </c:pt>
                <c:pt idx="1396">
                  <c:v>6.290028291322762</c:v>
                </c:pt>
                <c:pt idx="1397">
                  <c:v>6.290028291322762</c:v>
                </c:pt>
                <c:pt idx="1398">
                  <c:v>6.290028291322762</c:v>
                </c:pt>
                <c:pt idx="1399">
                  <c:v>6.290028291322762</c:v>
                </c:pt>
                <c:pt idx="1400">
                  <c:v>6.290028291322762</c:v>
                </c:pt>
                <c:pt idx="1401">
                  <c:v>6.290028291322762</c:v>
                </c:pt>
                <c:pt idx="1402">
                  <c:v>6.290028291322762</c:v>
                </c:pt>
                <c:pt idx="1403">
                  <c:v>6.290028291322762</c:v>
                </c:pt>
                <c:pt idx="1404">
                  <c:v>6.290028291322762</c:v>
                </c:pt>
                <c:pt idx="1405">
                  <c:v>6.290028291322762</c:v>
                </c:pt>
                <c:pt idx="1406">
                  <c:v>6.290028291322762</c:v>
                </c:pt>
                <c:pt idx="1407">
                  <c:v>6.290028291322762</c:v>
                </c:pt>
                <c:pt idx="1408">
                  <c:v>6.290028291322762</c:v>
                </c:pt>
                <c:pt idx="1409">
                  <c:v>6.290028291322762</c:v>
                </c:pt>
                <c:pt idx="1410">
                  <c:v>6.290028291322762</c:v>
                </c:pt>
                <c:pt idx="1411">
                  <c:v>6.290028291322762</c:v>
                </c:pt>
                <c:pt idx="1412">
                  <c:v>6.290028291322762</c:v>
                </c:pt>
                <c:pt idx="1413">
                  <c:v>6.290028291322762</c:v>
                </c:pt>
                <c:pt idx="1414">
                  <c:v>6.290028291322762</c:v>
                </c:pt>
                <c:pt idx="1415">
                  <c:v>6.290028291322762</c:v>
                </c:pt>
                <c:pt idx="1416">
                  <c:v>6.290028291322762</c:v>
                </c:pt>
                <c:pt idx="1417">
                  <c:v>6.290028291322762</c:v>
                </c:pt>
                <c:pt idx="1418">
                  <c:v>6.290028291322762</c:v>
                </c:pt>
                <c:pt idx="1419">
                  <c:v>6.290028291322762</c:v>
                </c:pt>
                <c:pt idx="1420">
                  <c:v>6.290028291322762</c:v>
                </c:pt>
                <c:pt idx="1421">
                  <c:v>6.290028291322762</c:v>
                </c:pt>
                <c:pt idx="1422">
                  <c:v>6.290028291322762</c:v>
                </c:pt>
                <c:pt idx="1423">
                  <c:v>6.290028291322762</c:v>
                </c:pt>
                <c:pt idx="1424">
                  <c:v>6.290028291322762</c:v>
                </c:pt>
                <c:pt idx="1425">
                  <c:v>6.290028291322762</c:v>
                </c:pt>
                <c:pt idx="1426">
                  <c:v>6.290028291322762</c:v>
                </c:pt>
                <c:pt idx="1427">
                  <c:v>6.290028291322762</c:v>
                </c:pt>
                <c:pt idx="1428">
                  <c:v>6.290028291322762</c:v>
                </c:pt>
                <c:pt idx="1429">
                  <c:v>6.290028291322762</c:v>
                </c:pt>
                <c:pt idx="1430">
                  <c:v>6.290028291322762</c:v>
                </c:pt>
                <c:pt idx="1431">
                  <c:v>6.290028291322762</c:v>
                </c:pt>
                <c:pt idx="1432">
                  <c:v>6.290028291322762</c:v>
                </c:pt>
                <c:pt idx="1433">
                  <c:v>6.290028291322762</c:v>
                </c:pt>
                <c:pt idx="1434">
                  <c:v>6.290028291322762</c:v>
                </c:pt>
                <c:pt idx="1435">
                  <c:v>6.290028291322762</c:v>
                </c:pt>
                <c:pt idx="1436">
                  <c:v>6.290028291322762</c:v>
                </c:pt>
                <c:pt idx="1437">
                  <c:v>6.290028291322762</c:v>
                </c:pt>
                <c:pt idx="1438">
                  <c:v>6.290028291322762</c:v>
                </c:pt>
                <c:pt idx="1439">
                  <c:v>6.290028291322762</c:v>
                </c:pt>
                <c:pt idx="1440">
                  <c:v>6.290028291322762</c:v>
                </c:pt>
                <c:pt idx="1441">
                  <c:v>6.290028291322762</c:v>
                </c:pt>
                <c:pt idx="1442">
                  <c:v>6.290028291322762</c:v>
                </c:pt>
                <c:pt idx="1443">
                  <c:v>6.290028291322762</c:v>
                </c:pt>
                <c:pt idx="1444">
                  <c:v>6.290028291322762</c:v>
                </c:pt>
                <c:pt idx="1445">
                  <c:v>6.290028291322762</c:v>
                </c:pt>
                <c:pt idx="1446">
                  <c:v>6.290028291322762</c:v>
                </c:pt>
                <c:pt idx="1447">
                  <c:v>6.290028291322762</c:v>
                </c:pt>
                <c:pt idx="1448">
                  <c:v>6.290028291322762</c:v>
                </c:pt>
                <c:pt idx="1449">
                  <c:v>6.290028291322762</c:v>
                </c:pt>
                <c:pt idx="1450">
                  <c:v>6.290028291322762</c:v>
                </c:pt>
                <c:pt idx="1451">
                  <c:v>6.290028291322762</c:v>
                </c:pt>
                <c:pt idx="1452">
                  <c:v>6.290028291322762</c:v>
                </c:pt>
                <c:pt idx="1453">
                  <c:v>6.290028291322762</c:v>
                </c:pt>
                <c:pt idx="1454">
                  <c:v>6.290028291322762</c:v>
                </c:pt>
                <c:pt idx="1455">
                  <c:v>6.290028291322762</c:v>
                </c:pt>
                <c:pt idx="1456">
                  <c:v>6.290028291322762</c:v>
                </c:pt>
                <c:pt idx="1457">
                  <c:v>6.290028291322762</c:v>
                </c:pt>
                <c:pt idx="1458">
                  <c:v>6.290028291322762</c:v>
                </c:pt>
                <c:pt idx="1459">
                  <c:v>6.290028291322762</c:v>
                </c:pt>
                <c:pt idx="1460">
                  <c:v>6.290028291322762</c:v>
                </c:pt>
                <c:pt idx="1461">
                  <c:v>6.290028291322762</c:v>
                </c:pt>
                <c:pt idx="1462">
                  <c:v>6.290028291322762</c:v>
                </c:pt>
                <c:pt idx="1463">
                  <c:v>6.290028291322762</c:v>
                </c:pt>
                <c:pt idx="1464">
                  <c:v>6.290028291322762</c:v>
                </c:pt>
                <c:pt idx="1465">
                  <c:v>6.290028291322762</c:v>
                </c:pt>
                <c:pt idx="1466">
                  <c:v>6.290028291322762</c:v>
                </c:pt>
                <c:pt idx="1467">
                  <c:v>6.290028291322762</c:v>
                </c:pt>
                <c:pt idx="1468">
                  <c:v>6.290028291322762</c:v>
                </c:pt>
                <c:pt idx="1469">
                  <c:v>6.290028291322762</c:v>
                </c:pt>
                <c:pt idx="1470">
                  <c:v>6.290028291322762</c:v>
                </c:pt>
                <c:pt idx="1471">
                  <c:v>6.290028291322762</c:v>
                </c:pt>
                <c:pt idx="1472">
                  <c:v>6.290028291322762</c:v>
                </c:pt>
                <c:pt idx="1473">
                  <c:v>6.290028291322762</c:v>
                </c:pt>
                <c:pt idx="1474">
                  <c:v>6.290028291322762</c:v>
                </c:pt>
                <c:pt idx="1475">
                  <c:v>6.290028291322762</c:v>
                </c:pt>
                <c:pt idx="1476">
                  <c:v>6.290028291322762</c:v>
                </c:pt>
                <c:pt idx="1477">
                  <c:v>6.290028291322762</c:v>
                </c:pt>
                <c:pt idx="1478">
                  <c:v>6.290028291322762</c:v>
                </c:pt>
                <c:pt idx="1479">
                  <c:v>6.290028291322762</c:v>
                </c:pt>
                <c:pt idx="1480">
                  <c:v>6.290028291322762</c:v>
                </c:pt>
                <c:pt idx="1481">
                  <c:v>6.290028291322762</c:v>
                </c:pt>
                <c:pt idx="1482">
                  <c:v>6.290028291322762</c:v>
                </c:pt>
                <c:pt idx="1483">
                  <c:v>6.290028291322762</c:v>
                </c:pt>
                <c:pt idx="1484">
                  <c:v>6.290028291322762</c:v>
                </c:pt>
                <c:pt idx="1485">
                  <c:v>6.290028291322762</c:v>
                </c:pt>
                <c:pt idx="1486">
                  <c:v>6.290028291322762</c:v>
                </c:pt>
                <c:pt idx="1487">
                  <c:v>6.290028291322762</c:v>
                </c:pt>
                <c:pt idx="1488">
                  <c:v>6.290028291322762</c:v>
                </c:pt>
                <c:pt idx="1489">
                  <c:v>6.290028291322762</c:v>
                </c:pt>
                <c:pt idx="1490">
                  <c:v>6.290028291322762</c:v>
                </c:pt>
                <c:pt idx="1491">
                  <c:v>6.290028291322762</c:v>
                </c:pt>
                <c:pt idx="1492">
                  <c:v>6.290028291322762</c:v>
                </c:pt>
                <c:pt idx="1493">
                  <c:v>6.290028291322762</c:v>
                </c:pt>
                <c:pt idx="1494">
                  <c:v>6.290028291322762</c:v>
                </c:pt>
                <c:pt idx="1495">
                  <c:v>6.290028291322762</c:v>
                </c:pt>
                <c:pt idx="1496">
                  <c:v>6.290028291322762</c:v>
                </c:pt>
                <c:pt idx="1497">
                  <c:v>6.290028291322762</c:v>
                </c:pt>
                <c:pt idx="1498">
                  <c:v>6.290028291322762</c:v>
                </c:pt>
                <c:pt idx="1499">
                  <c:v>6.290028291322762</c:v>
                </c:pt>
                <c:pt idx="1500">
                  <c:v>6.290028291322762</c:v>
                </c:pt>
                <c:pt idx="1501">
                  <c:v>6.290028291322762</c:v>
                </c:pt>
                <c:pt idx="1502">
                  <c:v>6.290028291322762</c:v>
                </c:pt>
                <c:pt idx="1503">
                  <c:v>6.290028291322762</c:v>
                </c:pt>
                <c:pt idx="1504">
                  <c:v>6.290028291322762</c:v>
                </c:pt>
                <c:pt idx="1505">
                  <c:v>6.290028291322762</c:v>
                </c:pt>
                <c:pt idx="1506">
                  <c:v>6.290028291322762</c:v>
                </c:pt>
                <c:pt idx="1507">
                  <c:v>6.290028291322762</c:v>
                </c:pt>
                <c:pt idx="1508">
                  <c:v>6.290028291322762</c:v>
                </c:pt>
                <c:pt idx="1509">
                  <c:v>6.290028291322762</c:v>
                </c:pt>
                <c:pt idx="1510">
                  <c:v>6.290028291322762</c:v>
                </c:pt>
                <c:pt idx="1511">
                  <c:v>6.290028291322762</c:v>
                </c:pt>
                <c:pt idx="1512">
                  <c:v>6.290028291322762</c:v>
                </c:pt>
                <c:pt idx="1513">
                  <c:v>6.290028291322762</c:v>
                </c:pt>
                <c:pt idx="1514">
                  <c:v>6.290028291322762</c:v>
                </c:pt>
                <c:pt idx="1515">
                  <c:v>6.290028291322762</c:v>
                </c:pt>
                <c:pt idx="1516">
                  <c:v>6.290028291322762</c:v>
                </c:pt>
                <c:pt idx="1517">
                  <c:v>6.290028291322762</c:v>
                </c:pt>
                <c:pt idx="1518">
                  <c:v>6.290028291322762</c:v>
                </c:pt>
                <c:pt idx="1519">
                  <c:v>6.290028291322762</c:v>
                </c:pt>
                <c:pt idx="1520">
                  <c:v>6.290028291322762</c:v>
                </c:pt>
                <c:pt idx="1521">
                  <c:v>6.290028291322762</c:v>
                </c:pt>
                <c:pt idx="1522">
                  <c:v>6.290028291322762</c:v>
                </c:pt>
                <c:pt idx="1523">
                  <c:v>6.290028291322762</c:v>
                </c:pt>
                <c:pt idx="1524">
                  <c:v>6.290028291322762</c:v>
                </c:pt>
                <c:pt idx="1525">
                  <c:v>6.290028291322762</c:v>
                </c:pt>
                <c:pt idx="1526">
                  <c:v>6.290028291322762</c:v>
                </c:pt>
                <c:pt idx="1527">
                  <c:v>6.290028291322762</c:v>
                </c:pt>
                <c:pt idx="1528">
                  <c:v>6.290028291322762</c:v>
                </c:pt>
                <c:pt idx="1529">
                  <c:v>6.290028291322762</c:v>
                </c:pt>
                <c:pt idx="1530">
                  <c:v>6.290028291322762</c:v>
                </c:pt>
                <c:pt idx="1531">
                  <c:v>6.290028291322762</c:v>
                </c:pt>
                <c:pt idx="1532">
                  <c:v>6.290028291322762</c:v>
                </c:pt>
                <c:pt idx="1533">
                  <c:v>6.290028291322762</c:v>
                </c:pt>
                <c:pt idx="1534">
                  <c:v>6.290028291322762</c:v>
                </c:pt>
                <c:pt idx="1535">
                  <c:v>6.290028291322762</c:v>
                </c:pt>
                <c:pt idx="1536">
                  <c:v>6.290028291322762</c:v>
                </c:pt>
                <c:pt idx="1537">
                  <c:v>6.290028291322762</c:v>
                </c:pt>
                <c:pt idx="1538">
                  <c:v>6.290028291322762</c:v>
                </c:pt>
                <c:pt idx="1539">
                  <c:v>6.290028291322762</c:v>
                </c:pt>
                <c:pt idx="1540">
                  <c:v>6.290028291322762</c:v>
                </c:pt>
                <c:pt idx="1541">
                  <c:v>6.290028291322762</c:v>
                </c:pt>
                <c:pt idx="1542">
                  <c:v>6.290028291322762</c:v>
                </c:pt>
                <c:pt idx="1543">
                  <c:v>6.290028291322762</c:v>
                </c:pt>
                <c:pt idx="1544">
                  <c:v>6.290028291322762</c:v>
                </c:pt>
                <c:pt idx="1545">
                  <c:v>6.290028291322762</c:v>
                </c:pt>
                <c:pt idx="1546">
                  <c:v>6.290028291322762</c:v>
                </c:pt>
                <c:pt idx="1547">
                  <c:v>6.290028291322762</c:v>
                </c:pt>
                <c:pt idx="1548">
                  <c:v>6.290028291322762</c:v>
                </c:pt>
                <c:pt idx="1549">
                  <c:v>6.290028291322762</c:v>
                </c:pt>
                <c:pt idx="1550">
                  <c:v>6.290028291322762</c:v>
                </c:pt>
                <c:pt idx="1551">
                  <c:v>6.290028291322762</c:v>
                </c:pt>
                <c:pt idx="1552">
                  <c:v>6.290028291322762</c:v>
                </c:pt>
                <c:pt idx="1553">
                  <c:v>6.290028291322762</c:v>
                </c:pt>
                <c:pt idx="1554">
                  <c:v>6.290028291322762</c:v>
                </c:pt>
                <c:pt idx="1555">
                  <c:v>6.290028291322762</c:v>
                </c:pt>
                <c:pt idx="1556">
                  <c:v>6.290028291322762</c:v>
                </c:pt>
                <c:pt idx="1557">
                  <c:v>6.290028291322762</c:v>
                </c:pt>
                <c:pt idx="1558">
                  <c:v>6.290028291322762</c:v>
                </c:pt>
                <c:pt idx="1559">
                  <c:v>6.290028291322762</c:v>
                </c:pt>
                <c:pt idx="1560">
                  <c:v>6.290028291322762</c:v>
                </c:pt>
                <c:pt idx="1561">
                  <c:v>6.290028291322762</c:v>
                </c:pt>
                <c:pt idx="1562">
                  <c:v>6.290028291322762</c:v>
                </c:pt>
                <c:pt idx="1563">
                  <c:v>6.290028291322762</c:v>
                </c:pt>
                <c:pt idx="1564">
                  <c:v>6.290028291322762</c:v>
                </c:pt>
                <c:pt idx="1565">
                  <c:v>6.290028291322762</c:v>
                </c:pt>
                <c:pt idx="1566">
                  <c:v>6.290028291322762</c:v>
                </c:pt>
                <c:pt idx="1567">
                  <c:v>6.290028291322762</c:v>
                </c:pt>
                <c:pt idx="1568">
                  <c:v>6.290028291322762</c:v>
                </c:pt>
                <c:pt idx="1569">
                  <c:v>6.290028291322762</c:v>
                </c:pt>
                <c:pt idx="1570">
                  <c:v>6.290028291322762</c:v>
                </c:pt>
                <c:pt idx="1571">
                  <c:v>6.290028291322762</c:v>
                </c:pt>
                <c:pt idx="1572">
                  <c:v>6.290028291322762</c:v>
                </c:pt>
                <c:pt idx="1573">
                  <c:v>6.290028291322762</c:v>
                </c:pt>
                <c:pt idx="1574">
                  <c:v>6.290028291322762</c:v>
                </c:pt>
                <c:pt idx="1575">
                  <c:v>6.290028291322762</c:v>
                </c:pt>
                <c:pt idx="1576">
                  <c:v>6.290028291322762</c:v>
                </c:pt>
                <c:pt idx="1577">
                  <c:v>6.290028291322762</c:v>
                </c:pt>
                <c:pt idx="1578">
                  <c:v>6.290028291322762</c:v>
                </c:pt>
                <c:pt idx="1579">
                  <c:v>6.290028291322762</c:v>
                </c:pt>
                <c:pt idx="1580">
                  <c:v>6.290028291322762</c:v>
                </c:pt>
                <c:pt idx="1581">
                  <c:v>6.290028291322762</c:v>
                </c:pt>
                <c:pt idx="1582">
                  <c:v>6.290028291322762</c:v>
                </c:pt>
                <c:pt idx="1583">
                  <c:v>6.290028291322762</c:v>
                </c:pt>
                <c:pt idx="1584">
                  <c:v>6.290028291322762</c:v>
                </c:pt>
                <c:pt idx="1585">
                  <c:v>6.290028291322762</c:v>
                </c:pt>
                <c:pt idx="1586">
                  <c:v>6.290028291322762</c:v>
                </c:pt>
                <c:pt idx="1587">
                  <c:v>6.290028291322762</c:v>
                </c:pt>
                <c:pt idx="1588">
                  <c:v>6.290028291322762</c:v>
                </c:pt>
                <c:pt idx="1589">
                  <c:v>6.290028291322762</c:v>
                </c:pt>
                <c:pt idx="1590">
                  <c:v>6.290028291322762</c:v>
                </c:pt>
                <c:pt idx="1591">
                  <c:v>6.290028291322762</c:v>
                </c:pt>
                <c:pt idx="1592">
                  <c:v>6.290028291322762</c:v>
                </c:pt>
                <c:pt idx="1593">
                  <c:v>6.290028291322762</c:v>
                </c:pt>
                <c:pt idx="1594">
                  <c:v>6.290028291322762</c:v>
                </c:pt>
                <c:pt idx="1595">
                  <c:v>6.290028291322762</c:v>
                </c:pt>
                <c:pt idx="1596">
                  <c:v>6.290028291322762</c:v>
                </c:pt>
                <c:pt idx="1597">
                  <c:v>6.290028291322762</c:v>
                </c:pt>
                <c:pt idx="1598">
                  <c:v>6.290028291322762</c:v>
                </c:pt>
                <c:pt idx="1599">
                  <c:v>6.290028291322762</c:v>
                </c:pt>
                <c:pt idx="1600">
                  <c:v>6.290028291322762</c:v>
                </c:pt>
                <c:pt idx="1601">
                  <c:v>6.290028291322762</c:v>
                </c:pt>
                <c:pt idx="1602">
                  <c:v>6.290028291322762</c:v>
                </c:pt>
                <c:pt idx="1603">
                  <c:v>6.290028291322762</c:v>
                </c:pt>
                <c:pt idx="1604">
                  <c:v>6.290028291322762</c:v>
                </c:pt>
                <c:pt idx="1605">
                  <c:v>6.290028291322762</c:v>
                </c:pt>
                <c:pt idx="1606">
                  <c:v>6.290028291322762</c:v>
                </c:pt>
                <c:pt idx="1607">
                  <c:v>6.290028291322762</c:v>
                </c:pt>
                <c:pt idx="1608">
                  <c:v>6.290028291322762</c:v>
                </c:pt>
                <c:pt idx="1609">
                  <c:v>6.290028291322762</c:v>
                </c:pt>
                <c:pt idx="1610">
                  <c:v>6.290028291322762</c:v>
                </c:pt>
                <c:pt idx="1611">
                  <c:v>6.290028291322762</c:v>
                </c:pt>
                <c:pt idx="1612">
                  <c:v>6.290028291322762</c:v>
                </c:pt>
                <c:pt idx="1613">
                  <c:v>6.290028291322762</c:v>
                </c:pt>
                <c:pt idx="1614">
                  <c:v>6.290028291322762</c:v>
                </c:pt>
                <c:pt idx="1615">
                  <c:v>6.290028291322762</c:v>
                </c:pt>
                <c:pt idx="1616">
                  <c:v>6.290028291322762</c:v>
                </c:pt>
                <c:pt idx="1617">
                  <c:v>6.290028291322762</c:v>
                </c:pt>
                <c:pt idx="1618">
                  <c:v>6.290028291322762</c:v>
                </c:pt>
                <c:pt idx="1619">
                  <c:v>6.290028291322762</c:v>
                </c:pt>
                <c:pt idx="1620">
                  <c:v>6.290028291322762</c:v>
                </c:pt>
                <c:pt idx="1621">
                  <c:v>6.290028291322762</c:v>
                </c:pt>
                <c:pt idx="1622">
                  <c:v>6.290028291322762</c:v>
                </c:pt>
                <c:pt idx="1623">
                  <c:v>6.290028291322762</c:v>
                </c:pt>
                <c:pt idx="1624">
                  <c:v>6.290028291322762</c:v>
                </c:pt>
                <c:pt idx="1625">
                  <c:v>6.290028291322762</c:v>
                </c:pt>
                <c:pt idx="1626">
                  <c:v>6.290028291322762</c:v>
                </c:pt>
                <c:pt idx="1627">
                  <c:v>6.290028291322762</c:v>
                </c:pt>
                <c:pt idx="1628">
                  <c:v>6.290028291322762</c:v>
                </c:pt>
                <c:pt idx="1629">
                  <c:v>6.290028291322762</c:v>
                </c:pt>
                <c:pt idx="1630">
                  <c:v>6.290028291322762</c:v>
                </c:pt>
                <c:pt idx="1631">
                  <c:v>6.290028291322762</c:v>
                </c:pt>
                <c:pt idx="1632">
                  <c:v>6.290028291322762</c:v>
                </c:pt>
                <c:pt idx="1633">
                  <c:v>6.290028291322762</c:v>
                </c:pt>
                <c:pt idx="1634">
                  <c:v>6.290028291322762</c:v>
                </c:pt>
                <c:pt idx="1635">
                  <c:v>6.290028291322762</c:v>
                </c:pt>
                <c:pt idx="1636">
                  <c:v>6.290028291322762</c:v>
                </c:pt>
                <c:pt idx="1637">
                  <c:v>6.290028291322762</c:v>
                </c:pt>
                <c:pt idx="1638">
                  <c:v>6.290028291322762</c:v>
                </c:pt>
                <c:pt idx="1639">
                  <c:v>6.290028291322762</c:v>
                </c:pt>
                <c:pt idx="1640">
                  <c:v>6.290028291322762</c:v>
                </c:pt>
                <c:pt idx="1641">
                  <c:v>6.290028291322762</c:v>
                </c:pt>
                <c:pt idx="1642">
                  <c:v>6.290028291322762</c:v>
                </c:pt>
                <c:pt idx="1643">
                  <c:v>6.290028291322762</c:v>
                </c:pt>
                <c:pt idx="1644">
                  <c:v>6.290028291322762</c:v>
                </c:pt>
                <c:pt idx="1645">
                  <c:v>6.290028291322762</c:v>
                </c:pt>
                <c:pt idx="1646">
                  <c:v>6.290028291322762</c:v>
                </c:pt>
                <c:pt idx="1647">
                  <c:v>6.290028291322762</c:v>
                </c:pt>
                <c:pt idx="1648">
                  <c:v>6.290028291322762</c:v>
                </c:pt>
                <c:pt idx="1649">
                  <c:v>6.290028291322762</c:v>
                </c:pt>
                <c:pt idx="1650">
                  <c:v>6.290028291322762</c:v>
                </c:pt>
                <c:pt idx="1651">
                  <c:v>6.290028291322762</c:v>
                </c:pt>
                <c:pt idx="1652">
                  <c:v>6.290028291322762</c:v>
                </c:pt>
                <c:pt idx="1653">
                  <c:v>6.290028291322762</c:v>
                </c:pt>
                <c:pt idx="1654">
                  <c:v>6.290028291322762</c:v>
                </c:pt>
                <c:pt idx="1655">
                  <c:v>6.290028291322762</c:v>
                </c:pt>
                <c:pt idx="1656">
                  <c:v>6.290028291322762</c:v>
                </c:pt>
                <c:pt idx="1657">
                  <c:v>6.290028291322762</c:v>
                </c:pt>
                <c:pt idx="1658">
                  <c:v>6.290028291322762</c:v>
                </c:pt>
                <c:pt idx="1659">
                  <c:v>6.290028291322762</c:v>
                </c:pt>
                <c:pt idx="1660">
                  <c:v>6.290028291322762</c:v>
                </c:pt>
                <c:pt idx="1661">
                  <c:v>6.290028291322762</c:v>
                </c:pt>
                <c:pt idx="1662">
                  <c:v>6.290028291322762</c:v>
                </c:pt>
                <c:pt idx="1663">
                  <c:v>6.290028291322762</c:v>
                </c:pt>
                <c:pt idx="1664">
                  <c:v>6.290028291322762</c:v>
                </c:pt>
                <c:pt idx="1665">
                  <c:v>6.290028291322762</c:v>
                </c:pt>
                <c:pt idx="1666">
                  <c:v>6.290028291322762</c:v>
                </c:pt>
                <c:pt idx="1667">
                  <c:v>6.290028291322762</c:v>
                </c:pt>
                <c:pt idx="1668">
                  <c:v>6.290028291322762</c:v>
                </c:pt>
                <c:pt idx="1669">
                  <c:v>6.290028291322762</c:v>
                </c:pt>
                <c:pt idx="1670">
                  <c:v>6.290028291322762</c:v>
                </c:pt>
                <c:pt idx="1671">
                  <c:v>6.290028291322762</c:v>
                </c:pt>
                <c:pt idx="1672">
                  <c:v>6.290028291322762</c:v>
                </c:pt>
                <c:pt idx="1673">
                  <c:v>6.290028291322762</c:v>
                </c:pt>
                <c:pt idx="1674">
                  <c:v>6.290028291322762</c:v>
                </c:pt>
                <c:pt idx="1675">
                  <c:v>6.290028291322762</c:v>
                </c:pt>
                <c:pt idx="1676">
                  <c:v>6.290028291322762</c:v>
                </c:pt>
                <c:pt idx="1677">
                  <c:v>6.290028291322762</c:v>
                </c:pt>
                <c:pt idx="1678">
                  <c:v>6.290028291322762</c:v>
                </c:pt>
                <c:pt idx="1679">
                  <c:v>6.290028291322762</c:v>
                </c:pt>
                <c:pt idx="1680">
                  <c:v>6.290028291322762</c:v>
                </c:pt>
                <c:pt idx="1681">
                  <c:v>6.290028291322762</c:v>
                </c:pt>
                <c:pt idx="1682">
                  <c:v>6.290028291322762</c:v>
                </c:pt>
                <c:pt idx="1683">
                  <c:v>6.290028291322762</c:v>
                </c:pt>
                <c:pt idx="1684">
                  <c:v>6.290028291322762</c:v>
                </c:pt>
                <c:pt idx="1685">
                  <c:v>6.290028291322762</c:v>
                </c:pt>
                <c:pt idx="1686">
                  <c:v>6.290028291322762</c:v>
                </c:pt>
                <c:pt idx="1687">
                  <c:v>6.290028291322762</c:v>
                </c:pt>
                <c:pt idx="1688">
                  <c:v>6.290028291322762</c:v>
                </c:pt>
                <c:pt idx="1689">
                  <c:v>6.290028291322762</c:v>
                </c:pt>
                <c:pt idx="1690">
                  <c:v>6.290028291322762</c:v>
                </c:pt>
                <c:pt idx="1691">
                  <c:v>6.290028291322762</c:v>
                </c:pt>
                <c:pt idx="1692">
                  <c:v>6.290028291322762</c:v>
                </c:pt>
                <c:pt idx="1693">
                  <c:v>6.290028291322762</c:v>
                </c:pt>
                <c:pt idx="1694">
                  <c:v>6.290028291322762</c:v>
                </c:pt>
                <c:pt idx="1695">
                  <c:v>6.290028291322762</c:v>
                </c:pt>
                <c:pt idx="1696">
                  <c:v>6.290028291322762</c:v>
                </c:pt>
                <c:pt idx="1697">
                  <c:v>6.290028291322762</c:v>
                </c:pt>
                <c:pt idx="1698">
                  <c:v>6.290028291322762</c:v>
                </c:pt>
                <c:pt idx="1699">
                  <c:v>6.290028291322762</c:v>
                </c:pt>
                <c:pt idx="1700">
                  <c:v>6.290028291322762</c:v>
                </c:pt>
                <c:pt idx="1701">
                  <c:v>6.290028291322762</c:v>
                </c:pt>
                <c:pt idx="1702">
                  <c:v>6.290028291322762</c:v>
                </c:pt>
                <c:pt idx="1703">
                  <c:v>6.290028291322762</c:v>
                </c:pt>
                <c:pt idx="1704">
                  <c:v>6.290028291322762</c:v>
                </c:pt>
                <c:pt idx="1705">
                  <c:v>6.290028291322762</c:v>
                </c:pt>
                <c:pt idx="1706">
                  <c:v>6.290028291322762</c:v>
                </c:pt>
                <c:pt idx="1707">
                  <c:v>6.290028291322762</c:v>
                </c:pt>
                <c:pt idx="1708">
                  <c:v>6.290028291322762</c:v>
                </c:pt>
                <c:pt idx="1709">
                  <c:v>6.290028291322762</c:v>
                </c:pt>
                <c:pt idx="1710">
                  <c:v>6.290028291322762</c:v>
                </c:pt>
                <c:pt idx="1711">
                  <c:v>6.290028291322762</c:v>
                </c:pt>
                <c:pt idx="1712">
                  <c:v>6.290028291322762</c:v>
                </c:pt>
                <c:pt idx="1713">
                  <c:v>6.290028291322762</c:v>
                </c:pt>
                <c:pt idx="1714">
                  <c:v>6.290028291322762</c:v>
                </c:pt>
                <c:pt idx="1715">
                  <c:v>6.290028291322762</c:v>
                </c:pt>
                <c:pt idx="1716">
                  <c:v>6.290028291322762</c:v>
                </c:pt>
                <c:pt idx="1717">
                  <c:v>6.290028291322762</c:v>
                </c:pt>
                <c:pt idx="1718">
                  <c:v>6.290028291322762</c:v>
                </c:pt>
                <c:pt idx="1719">
                  <c:v>6.290028291322762</c:v>
                </c:pt>
                <c:pt idx="1720">
                  <c:v>6.290028291322762</c:v>
                </c:pt>
                <c:pt idx="1721">
                  <c:v>6.290028291322762</c:v>
                </c:pt>
                <c:pt idx="1722">
                  <c:v>6.290028291322762</c:v>
                </c:pt>
                <c:pt idx="1723">
                  <c:v>6.290028291322762</c:v>
                </c:pt>
                <c:pt idx="1724">
                  <c:v>6.290028291322762</c:v>
                </c:pt>
                <c:pt idx="1725">
                  <c:v>6.290028291322762</c:v>
                </c:pt>
                <c:pt idx="1726">
                  <c:v>6.290028291322762</c:v>
                </c:pt>
                <c:pt idx="1727">
                  <c:v>6.290028291322762</c:v>
                </c:pt>
                <c:pt idx="1728">
                  <c:v>6.290028291322762</c:v>
                </c:pt>
                <c:pt idx="1729">
                  <c:v>6.290028291322762</c:v>
                </c:pt>
                <c:pt idx="1730">
                  <c:v>6.290028291322762</c:v>
                </c:pt>
                <c:pt idx="1731">
                  <c:v>6.290028291322762</c:v>
                </c:pt>
                <c:pt idx="1732">
                  <c:v>6.290028291322762</c:v>
                </c:pt>
                <c:pt idx="1733">
                  <c:v>6.290028291322762</c:v>
                </c:pt>
                <c:pt idx="1734">
                  <c:v>6.290028291322762</c:v>
                </c:pt>
                <c:pt idx="1735">
                  <c:v>6.290028291322762</c:v>
                </c:pt>
                <c:pt idx="1736">
                  <c:v>6.290028291322762</c:v>
                </c:pt>
                <c:pt idx="1737">
                  <c:v>6.290028291322762</c:v>
                </c:pt>
                <c:pt idx="1738">
                  <c:v>6.290028291322762</c:v>
                </c:pt>
                <c:pt idx="1739">
                  <c:v>6.290028291322762</c:v>
                </c:pt>
                <c:pt idx="1740">
                  <c:v>6.290028291322762</c:v>
                </c:pt>
                <c:pt idx="1741">
                  <c:v>6.290028291322762</c:v>
                </c:pt>
                <c:pt idx="1742">
                  <c:v>6.290028291322762</c:v>
                </c:pt>
                <c:pt idx="1743">
                  <c:v>6.290028291322762</c:v>
                </c:pt>
                <c:pt idx="1744">
                  <c:v>6.290028291322762</c:v>
                </c:pt>
                <c:pt idx="1745">
                  <c:v>6.290028291322762</c:v>
                </c:pt>
                <c:pt idx="1746">
                  <c:v>6.290028291322762</c:v>
                </c:pt>
                <c:pt idx="1747">
                  <c:v>6.290028291322762</c:v>
                </c:pt>
                <c:pt idx="1748">
                  <c:v>6.290028291322762</c:v>
                </c:pt>
                <c:pt idx="1749">
                  <c:v>6.290028291322762</c:v>
                </c:pt>
                <c:pt idx="1750">
                  <c:v>6.290028291322762</c:v>
                </c:pt>
                <c:pt idx="1751">
                  <c:v>6.290028291322762</c:v>
                </c:pt>
                <c:pt idx="1752">
                  <c:v>6.290028291322762</c:v>
                </c:pt>
                <c:pt idx="1753">
                  <c:v>6.290028291322762</c:v>
                </c:pt>
                <c:pt idx="1754">
                  <c:v>6.290028291322762</c:v>
                </c:pt>
                <c:pt idx="1755">
                  <c:v>6.290028291322762</c:v>
                </c:pt>
                <c:pt idx="1756">
                  <c:v>6.290028291322762</c:v>
                </c:pt>
                <c:pt idx="1757">
                  <c:v>6.290028291322762</c:v>
                </c:pt>
                <c:pt idx="1758">
                  <c:v>6.290028291322762</c:v>
                </c:pt>
                <c:pt idx="1759">
                  <c:v>6.290028291322762</c:v>
                </c:pt>
                <c:pt idx="1760">
                  <c:v>6.290028291322762</c:v>
                </c:pt>
                <c:pt idx="1761">
                  <c:v>6.290028291322762</c:v>
                </c:pt>
                <c:pt idx="1762">
                  <c:v>6.290028291322762</c:v>
                </c:pt>
                <c:pt idx="1763">
                  <c:v>6.290028291322762</c:v>
                </c:pt>
                <c:pt idx="1764">
                  <c:v>6.290028291322762</c:v>
                </c:pt>
                <c:pt idx="1765">
                  <c:v>6.290028291322762</c:v>
                </c:pt>
                <c:pt idx="1766">
                  <c:v>6.290028291322762</c:v>
                </c:pt>
                <c:pt idx="1767">
                  <c:v>6.290028291322762</c:v>
                </c:pt>
                <c:pt idx="1768">
                  <c:v>6.290028291322762</c:v>
                </c:pt>
                <c:pt idx="1769">
                  <c:v>6.290028291322762</c:v>
                </c:pt>
                <c:pt idx="1770">
                  <c:v>6.290028291322762</c:v>
                </c:pt>
                <c:pt idx="1771">
                  <c:v>6.290028291322762</c:v>
                </c:pt>
                <c:pt idx="1772">
                  <c:v>6.290028291322762</c:v>
                </c:pt>
                <c:pt idx="1773">
                  <c:v>6.290028291322762</c:v>
                </c:pt>
                <c:pt idx="1774">
                  <c:v>6.290028291322762</c:v>
                </c:pt>
                <c:pt idx="1775">
                  <c:v>6.290028291322762</c:v>
                </c:pt>
                <c:pt idx="1776">
                  <c:v>6.290028291322762</c:v>
                </c:pt>
                <c:pt idx="1777">
                  <c:v>6.290028291322762</c:v>
                </c:pt>
                <c:pt idx="1778">
                  <c:v>6.290028291322762</c:v>
                </c:pt>
                <c:pt idx="1779">
                  <c:v>6.290028291322762</c:v>
                </c:pt>
                <c:pt idx="1780">
                  <c:v>6.290028291322762</c:v>
                </c:pt>
                <c:pt idx="1781">
                  <c:v>6.290028291322762</c:v>
                </c:pt>
                <c:pt idx="1782">
                  <c:v>6.290028291322762</c:v>
                </c:pt>
                <c:pt idx="1783">
                  <c:v>6.290028291322762</c:v>
                </c:pt>
                <c:pt idx="1784">
                  <c:v>6.290028291322762</c:v>
                </c:pt>
                <c:pt idx="1785">
                  <c:v>6.290028291322762</c:v>
                </c:pt>
                <c:pt idx="1786">
                  <c:v>6.290028291322762</c:v>
                </c:pt>
                <c:pt idx="1787">
                  <c:v>6.290028291322762</c:v>
                </c:pt>
                <c:pt idx="1788">
                  <c:v>6.290028291322762</c:v>
                </c:pt>
                <c:pt idx="1789">
                  <c:v>6.290028291322762</c:v>
                </c:pt>
                <c:pt idx="1790">
                  <c:v>6.290028291322762</c:v>
                </c:pt>
                <c:pt idx="1791">
                  <c:v>6.290028291322762</c:v>
                </c:pt>
                <c:pt idx="1792">
                  <c:v>6.290028291322762</c:v>
                </c:pt>
                <c:pt idx="1793">
                  <c:v>6.290028291322762</c:v>
                </c:pt>
                <c:pt idx="1794">
                  <c:v>6.290028291322762</c:v>
                </c:pt>
                <c:pt idx="1795">
                  <c:v>6.290028291322762</c:v>
                </c:pt>
                <c:pt idx="1796">
                  <c:v>6.290028291322762</c:v>
                </c:pt>
                <c:pt idx="1797">
                  <c:v>6.290028291322762</c:v>
                </c:pt>
                <c:pt idx="1798">
                  <c:v>6.290028291322762</c:v>
                </c:pt>
                <c:pt idx="1799">
                  <c:v>6.290028291322762</c:v>
                </c:pt>
                <c:pt idx="1800">
                  <c:v>6.290028291322762</c:v>
                </c:pt>
                <c:pt idx="1801">
                  <c:v>6.290028291322762</c:v>
                </c:pt>
                <c:pt idx="1802">
                  <c:v>6.290028291322762</c:v>
                </c:pt>
                <c:pt idx="1803">
                  <c:v>6.290028291322762</c:v>
                </c:pt>
                <c:pt idx="1804">
                  <c:v>6.290028291322762</c:v>
                </c:pt>
                <c:pt idx="1805">
                  <c:v>6.290028291322762</c:v>
                </c:pt>
                <c:pt idx="1806">
                  <c:v>6.290028291322762</c:v>
                </c:pt>
                <c:pt idx="1807">
                  <c:v>6.290028291322762</c:v>
                </c:pt>
                <c:pt idx="1808">
                  <c:v>6.290028291322762</c:v>
                </c:pt>
                <c:pt idx="1809">
                  <c:v>6.290028291322762</c:v>
                </c:pt>
                <c:pt idx="1810">
                  <c:v>6.290028291322762</c:v>
                </c:pt>
                <c:pt idx="1811">
                  <c:v>6.290028291322762</c:v>
                </c:pt>
                <c:pt idx="1812">
                  <c:v>6.290028291322762</c:v>
                </c:pt>
                <c:pt idx="1813">
                  <c:v>6.290028291322762</c:v>
                </c:pt>
                <c:pt idx="1814">
                  <c:v>6.290028291322762</c:v>
                </c:pt>
                <c:pt idx="1815">
                  <c:v>6.290028291322762</c:v>
                </c:pt>
                <c:pt idx="1816">
                  <c:v>6.290028291322762</c:v>
                </c:pt>
                <c:pt idx="1817">
                  <c:v>6.290028291322762</c:v>
                </c:pt>
                <c:pt idx="1818">
                  <c:v>6.290028291322762</c:v>
                </c:pt>
                <c:pt idx="1819">
                  <c:v>6.290028291322762</c:v>
                </c:pt>
                <c:pt idx="1820">
                  <c:v>6.290028291322762</c:v>
                </c:pt>
                <c:pt idx="1821">
                  <c:v>6.290028291322762</c:v>
                </c:pt>
                <c:pt idx="1822">
                  <c:v>6.290028291322762</c:v>
                </c:pt>
                <c:pt idx="1823">
                  <c:v>6.290028291322762</c:v>
                </c:pt>
                <c:pt idx="1824">
                  <c:v>6.290028291322762</c:v>
                </c:pt>
                <c:pt idx="1825">
                  <c:v>6.290028291322762</c:v>
                </c:pt>
                <c:pt idx="1826">
                  <c:v>6.290028291322762</c:v>
                </c:pt>
                <c:pt idx="1827">
                  <c:v>6.290028291322762</c:v>
                </c:pt>
                <c:pt idx="1828">
                  <c:v>6.290028291322762</c:v>
                </c:pt>
                <c:pt idx="1829">
                  <c:v>6.290028291322762</c:v>
                </c:pt>
                <c:pt idx="1830">
                  <c:v>6.290028291322762</c:v>
                </c:pt>
                <c:pt idx="1831">
                  <c:v>6.290028291322762</c:v>
                </c:pt>
                <c:pt idx="1832">
                  <c:v>6.290028291322762</c:v>
                </c:pt>
                <c:pt idx="1833">
                  <c:v>6.290028291322762</c:v>
                </c:pt>
                <c:pt idx="1834">
                  <c:v>6.290028291322762</c:v>
                </c:pt>
                <c:pt idx="1835">
                  <c:v>6.290028291322762</c:v>
                </c:pt>
                <c:pt idx="1836">
                  <c:v>6.290028291322762</c:v>
                </c:pt>
                <c:pt idx="1837">
                  <c:v>6.290028291322762</c:v>
                </c:pt>
                <c:pt idx="1838">
                  <c:v>6.290028291322762</c:v>
                </c:pt>
                <c:pt idx="1839">
                  <c:v>6.290028291322762</c:v>
                </c:pt>
                <c:pt idx="1840">
                  <c:v>6.290028291322762</c:v>
                </c:pt>
                <c:pt idx="1841">
                  <c:v>6.290028291322762</c:v>
                </c:pt>
                <c:pt idx="1842">
                  <c:v>6.290028291322762</c:v>
                </c:pt>
                <c:pt idx="1843">
                  <c:v>6.290028291322762</c:v>
                </c:pt>
                <c:pt idx="1844">
                  <c:v>6.290028291322762</c:v>
                </c:pt>
                <c:pt idx="1845">
                  <c:v>6.290028291322762</c:v>
                </c:pt>
                <c:pt idx="1846">
                  <c:v>6.290028291322762</c:v>
                </c:pt>
                <c:pt idx="1847">
                  <c:v>6.290028291322762</c:v>
                </c:pt>
                <c:pt idx="1848">
                  <c:v>6.290028291322762</c:v>
                </c:pt>
                <c:pt idx="1849">
                  <c:v>6.290028291322762</c:v>
                </c:pt>
                <c:pt idx="1850">
                  <c:v>6.290028291322762</c:v>
                </c:pt>
                <c:pt idx="1851">
                  <c:v>6.290028291322762</c:v>
                </c:pt>
                <c:pt idx="1852">
                  <c:v>6.290028291322762</c:v>
                </c:pt>
                <c:pt idx="1853">
                  <c:v>6.290028291322762</c:v>
                </c:pt>
                <c:pt idx="1854">
                  <c:v>6.290028291322762</c:v>
                </c:pt>
                <c:pt idx="1855">
                  <c:v>6.290028291322762</c:v>
                </c:pt>
                <c:pt idx="1856">
                  <c:v>6.290028291322762</c:v>
                </c:pt>
                <c:pt idx="1857">
                  <c:v>6.290028291322762</c:v>
                </c:pt>
                <c:pt idx="1858">
                  <c:v>6.290028291322762</c:v>
                </c:pt>
                <c:pt idx="1859">
                  <c:v>6.290028291322762</c:v>
                </c:pt>
                <c:pt idx="1860">
                  <c:v>6.290028291322762</c:v>
                </c:pt>
                <c:pt idx="1861">
                  <c:v>6.290028291322762</c:v>
                </c:pt>
                <c:pt idx="1862">
                  <c:v>6.290028291322762</c:v>
                </c:pt>
                <c:pt idx="1863">
                  <c:v>6.290028291322762</c:v>
                </c:pt>
                <c:pt idx="1864">
                  <c:v>6.290028291322762</c:v>
                </c:pt>
                <c:pt idx="1865">
                  <c:v>6.290028291322762</c:v>
                </c:pt>
                <c:pt idx="1866">
                  <c:v>6.290028291322762</c:v>
                </c:pt>
                <c:pt idx="1867">
                  <c:v>6.290028291322762</c:v>
                </c:pt>
                <c:pt idx="1868">
                  <c:v>6.290028291322762</c:v>
                </c:pt>
                <c:pt idx="1869">
                  <c:v>6.290028291322762</c:v>
                </c:pt>
                <c:pt idx="1870">
                  <c:v>6.290028291322762</c:v>
                </c:pt>
                <c:pt idx="1871">
                  <c:v>6.290028291322762</c:v>
                </c:pt>
                <c:pt idx="1872">
                  <c:v>6.290028291322762</c:v>
                </c:pt>
                <c:pt idx="1873">
                  <c:v>6.290028291322762</c:v>
                </c:pt>
                <c:pt idx="1874">
                  <c:v>6.290028291322762</c:v>
                </c:pt>
                <c:pt idx="1875">
                  <c:v>6.290028291322762</c:v>
                </c:pt>
                <c:pt idx="1876">
                  <c:v>6.290028291322762</c:v>
                </c:pt>
                <c:pt idx="1877">
                  <c:v>6.290028291322762</c:v>
                </c:pt>
                <c:pt idx="1878">
                  <c:v>6.290028291322762</c:v>
                </c:pt>
                <c:pt idx="1879">
                  <c:v>6.290028291322762</c:v>
                </c:pt>
                <c:pt idx="1880">
                  <c:v>6.290028291322762</c:v>
                </c:pt>
                <c:pt idx="1881">
                  <c:v>6.290028291322762</c:v>
                </c:pt>
                <c:pt idx="1882">
                  <c:v>6.290028291322762</c:v>
                </c:pt>
                <c:pt idx="1883">
                  <c:v>6.290028291322762</c:v>
                </c:pt>
                <c:pt idx="1884">
                  <c:v>6.290028291322762</c:v>
                </c:pt>
                <c:pt idx="1885">
                  <c:v>6.290028291322762</c:v>
                </c:pt>
                <c:pt idx="1886">
                  <c:v>6.290028291322762</c:v>
                </c:pt>
                <c:pt idx="1887">
                  <c:v>6.290028291322762</c:v>
                </c:pt>
                <c:pt idx="1888">
                  <c:v>6.290028291322762</c:v>
                </c:pt>
                <c:pt idx="1889">
                  <c:v>6.290028291322762</c:v>
                </c:pt>
                <c:pt idx="1890">
                  <c:v>6.290028291322762</c:v>
                </c:pt>
                <c:pt idx="1891">
                  <c:v>6.290028291322762</c:v>
                </c:pt>
                <c:pt idx="1892">
                  <c:v>6.290028291322762</c:v>
                </c:pt>
                <c:pt idx="1893">
                  <c:v>6.290028291322762</c:v>
                </c:pt>
                <c:pt idx="1894">
                  <c:v>6.290028291322762</c:v>
                </c:pt>
                <c:pt idx="1895">
                  <c:v>6.290028291322762</c:v>
                </c:pt>
                <c:pt idx="1896">
                  <c:v>6.290028291322762</c:v>
                </c:pt>
                <c:pt idx="1897">
                  <c:v>6.290028291322762</c:v>
                </c:pt>
                <c:pt idx="1898">
                  <c:v>6.290028291322762</c:v>
                </c:pt>
                <c:pt idx="1899">
                  <c:v>6.290028291322762</c:v>
                </c:pt>
                <c:pt idx="1900">
                  <c:v>6.290028291322762</c:v>
                </c:pt>
                <c:pt idx="1901">
                  <c:v>6.290028291322762</c:v>
                </c:pt>
                <c:pt idx="1902">
                  <c:v>6.290028291322762</c:v>
                </c:pt>
                <c:pt idx="1903">
                  <c:v>6.290028291322762</c:v>
                </c:pt>
                <c:pt idx="1904">
                  <c:v>6.290028291322762</c:v>
                </c:pt>
                <c:pt idx="1905">
                  <c:v>6.290028291322762</c:v>
                </c:pt>
                <c:pt idx="1906">
                  <c:v>6.290028291322762</c:v>
                </c:pt>
                <c:pt idx="1907">
                  <c:v>6.290028291322762</c:v>
                </c:pt>
                <c:pt idx="1908">
                  <c:v>6.290028291322762</c:v>
                </c:pt>
                <c:pt idx="1909">
                  <c:v>6.290028291322762</c:v>
                </c:pt>
                <c:pt idx="1910">
                  <c:v>6.290028291322762</c:v>
                </c:pt>
                <c:pt idx="1911">
                  <c:v>6.290028291322762</c:v>
                </c:pt>
                <c:pt idx="1912">
                  <c:v>6.290028291322762</c:v>
                </c:pt>
                <c:pt idx="1913">
                  <c:v>6.290028291322762</c:v>
                </c:pt>
                <c:pt idx="1914">
                  <c:v>6.290028291322762</c:v>
                </c:pt>
                <c:pt idx="1915">
                  <c:v>6.290028291322762</c:v>
                </c:pt>
                <c:pt idx="1916">
                  <c:v>6.290028291322762</c:v>
                </c:pt>
                <c:pt idx="1917">
                  <c:v>6.290028291322762</c:v>
                </c:pt>
                <c:pt idx="1918">
                  <c:v>6.290028291322762</c:v>
                </c:pt>
                <c:pt idx="1919">
                  <c:v>6.290028291322762</c:v>
                </c:pt>
                <c:pt idx="1920">
                  <c:v>6.290028291322762</c:v>
                </c:pt>
                <c:pt idx="1921">
                  <c:v>6.290028291322762</c:v>
                </c:pt>
                <c:pt idx="1922">
                  <c:v>6.290028291322762</c:v>
                </c:pt>
                <c:pt idx="1923">
                  <c:v>6.290028291322762</c:v>
                </c:pt>
                <c:pt idx="1924">
                  <c:v>6.290028291322762</c:v>
                </c:pt>
                <c:pt idx="1925">
                  <c:v>6.290028291322762</c:v>
                </c:pt>
                <c:pt idx="1926">
                  <c:v>6.290028291322762</c:v>
                </c:pt>
                <c:pt idx="1927">
                  <c:v>6.290028291322762</c:v>
                </c:pt>
                <c:pt idx="1928">
                  <c:v>6.290028291322762</c:v>
                </c:pt>
                <c:pt idx="1929">
                  <c:v>6.290028291322762</c:v>
                </c:pt>
                <c:pt idx="1930">
                  <c:v>6.290028291322762</c:v>
                </c:pt>
                <c:pt idx="1931">
                  <c:v>6.290028291322762</c:v>
                </c:pt>
                <c:pt idx="1932">
                  <c:v>6.290028291322762</c:v>
                </c:pt>
                <c:pt idx="1933">
                  <c:v>6.290028291322762</c:v>
                </c:pt>
                <c:pt idx="1934">
                  <c:v>6.290028291322762</c:v>
                </c:pt>
                <c:pt idx="1935">
                  <c:v>6.290028291322762</c:v>
                </c:pt>
                <c:pt idx="1936">
                  <c:v>6.290028291322762</c:v>
                </c:pt>
                <c:pt idx="1937">
                  <c:v>6.290028291322762</c:v>
                </c:pt>
                <c:pt idx="1938">
                  <c:v>6.290028291322762</c:v>
                </c:pt>
                <c:pt idx="1939">
                  <c:v>6.290028291322762</c:v>
                </c:pt>
                <c:pt idx="1940">
                  <c:v>6.290028291322762</c:v>
                </c:pt>
                <c:pt idx="1941">
                  <c:v>6.290028291322762</c:v>
                </c:pt>
                <c:pt idx="1942">
                  <c:v>6.290028291322762</c:v>
                </c:pt>
                <c:pt idx="1943">
                  <c:v>6.290028291322762</c:v>
                </c:pt>
                <c:pt idx="1944">
                  <c:v>6.290028291322762</c:v>
                </c:pt>
                <c:pt idx="1945">
                  <c:v>6.290028291322762</c:v>
                </c:pt>
                <c:pt idx="1946">
                  <c:v>6.290028291322762</c:v>
                </c:pt>
                <c:pt idx="1947">
                  <c:v>6.290028291322762</c:v>
                </c:pt>
                <c:pt idx="1948">
                  <c:v>6.290028291322762</c:v>
                </c:pt>
                <c:pt idx="1949">
                  <c:v>6.290028291322762</c:v>
                </c:pt>
                <c:pt idx="1950">
                  <c:v>6.290028291322762</c:v>
                </c:pt>
                <c:pt idx="1951">
                  <c:v>6.290028291322762</c:v>
                </c:pt>
                <c:pt idx="1952">
                  <c:v>6.290028291322762</c:v>
                </c:pt>
                <c:pt idx="1953">
                  <c:v>6.290028291322762</c:v>
                </c:pt>
                <c:pt idx="1954">
                  <c:v>6.290028291322762</c:v>
                </c:pt>
                <c:pt idx="1955">
                  <c:v>6.290028291322762</c:v>
                </c:pt>
                <c:pt idx="1956">
                  <c:v>6.290028291322762</c:v>
                </c:pt>
                <c:pt idx="1957">
                  <c:v>6.290028291322762</c:v>
                </c:pt>
                <c:pt idx="1958">
                  <c:v>6.290028291322762</c:v>
                </c:pt>
                <c:pt idx="1959">
                  <c:v>6.290028291322762</c:v>
                </c:pt>
                <c:pt idx="1960">
                  <c:v>6.290028291322762</c:v>
                </c:pt>
                <c:pt idx="1961">
                  <c:v>6.290028291322762</c:v>
                </c:pt>
                <c:pt idx="1962">
                  <c:v>6.290028291322762</c:v>
                </c:pt>
                <c:pt idx="1963">
                  <c:v>6.290028291322762</c:v>
                </c:pt>
                <c:pt idx="1964">
                  <c:v>6.290028291322762</c:v>
                </c:pt>
                <c:pt idx="1965">
                  <c:v>6.290028291322762</c:v>
                </c:pt>
                <c:pt idx="1966">
                  <c:v>6.290028291322762</c:v>
                </c:pt>
                <c:pt idx="1967">
                  <c:v>6.290028291322762</c:v>
                </c:pt>
                <c:pt idx="1968">
                  <c:v>6.290028291322762</c:v>
                </c:pt>
                <c:pt idx="1969">
                  <c:v>6.290028291322762</c:v>
                </c:pt>
                <c:pt idx="1970">
                  <c:v>6.290028291322762</c:v>
                </c:pt>
                <c:pt idx="1971">
                  <c:v>6.290028291322762</c:v>
                </c:pt>
                <c:pt idx="1972">
                  <c:v>6.290028291322762</c:v>
                </c:pt>
                <c:pt idx="1973">
                  <c:v>6.290028291322762</c:v>
                </c:pt>
                <c:pt idx="1974">
                  <c:v>6.290028291322762</c:v>
                </c:pt>
                <c:pt idx="1975">
                  <c:v>6.290028291322762</c:v>
                </c:pt>
                <c:pt idx="1976">
                  <c:v>6.290028291322762</c:v>
                </c:pt>
                <c:pt idx="1977">
                  <c:v>6.290028291322762</c:v>
                </c:pt>
                <c:pt idx="1978">
                  <c:v>6.290028291322762</c:v>
                </c:pt>
                <c:pt idx="1979">
                  <c:v>6.290028291322762</c:v>
                </c:pt>
                <c:pt idx="1980">
                  <c:v>6.290028291322762</c:v>
                </c:pt>
                <c:pt idx="1981">
                  <c:v>6.290028291322762</c:v>
                </c:pt>
                <c:pt idx="1982">
                  <c:v>6.290028291322762</c:v>
                </c:pt>
                <c:pt idx="1983">
                  <c:v>6.290028291322762</c:v>
                </c:pt>
                <c:pt idx="1984">
                  <c:v>6.290028291322762</c:v>
                </c:pt>
                <c:pt idx="1985">
                  <c:v>6.290028291322762</c:v>
                </c:pt>
                <c:pt idx="1986">
                  <c:v>6.290028291322762</c:v>
                </c:pt>
                <c:pt idx="1987">
                  <c:v>6.290028291322762</c:v>
                </c:pt>
                <c:pt idx="1988">
                  <c:v>6.290028291322762</c:v>
                </c:pt>
                <c:pt idx="1989">
                  <c:v>6.290028291322762</c:v>
                </c:pt>
                <c:pt idx="1990">
                  <c:v>6.290028291322762</c:v>
                </c:pt>
                <c:pt idx="1991">
                  <c:v>6.290028291322762</c:v>
                </c:pt>
                <c:pt idx="1992">
                  <c:v>6.290028291322762</c:v>
                </c:pt>
                <c:pt idx="1993">
                  <c:v>6.290028291322762</c:v>
                </c:pt>
                <c:pt idx="1994">
                  <c:v>6.290028291322762</c:v>
                </c:pt>
                <c:pt idx="1995">
                  <c:v>6.290028291322762</c:v>
                </c:pt>
                <c:pt idx="1996">
                  <c:v>6.290028291322762</c:v>
                </c:pt>
                <c:pt idx="1997">
                  <c:v>6.290028291322762</c:v>
                </c:pt>
                <c:pt idx="1998">
                  <c:v>6.290028291322762</c:v>
                </c:pt>
                <c:pt idx="1999">
                  <c:v>6.290028291322762</c:v>
                </c:pt>
                <c:pt idx="2000">
                  <c:v>6.290028291322762</c:v>
                </c:pt>
                <c:pt idx="2001">
                  <c:v>6.290028291322762</c:v>
                </c:pt>
                <c:pt idx="2002">
                  <c:v>6.290028291322762</c:v>
                </c:pt>
                <c:pt idx="2003">
                  <c:v>6.290028291322762</c:v>
                </c:pt>
                <c:pt idx="2004">
                  <c:v>6.290028291322762</c:v>
                </c:pt>
                <c:pt idx="2005">
                  <c:v>6.290028291322762</c:v>
                </c:pt>
                <c:pt idx="2006">
                  <c:v>6.290028291322762</c:v>
                </c:pt>
                <c:pt idx="2007">
                  <c:v>6.290028291322762</c:v>
                </c:pt>
                <c:pt idx="2008">
                  <c:v>6.290028291322762</c:v>
                </c:pt>
                <c:pt idx="2009">
                  <c:v>6.290028291322762</c:v>
                </c:pt>
                <c:pt idx="2010">
                  <c:v>6.290028291322762</c:v>
                </c:pt>
                <c:pt idx="2011">
                  <c:v>6.290028291322762</c:v>
                </c:pt>
                <c:pt idx="2012">
                  <c:v>6.290028291322762</c:v>
                </c:pt>
                <c:pt idx="2013">
                  <c:v>6.290028291322762</c:v>
                </c:pt>
                <c:pt idx="2014">
                  <c:v>6.290028291322762</c:v>
                </c:pt>
                <c:pt idx="2015">
                  <c:v>6.290028291322762</c:v>
                </c:pt>
                <c:pt idx="2016">
                  <c:v>6.290028291322762</c:v>
                </c:pt>
                <c:pt idx="2017">
                  <c:v>6.290028291322762</c:v>
                </c:pt>
                <c:pt idx="2018">
                  <c:v>6.290028291322762</c:v>
                </c:pt>
                <c:pt idx="2019">
                  <c:v>6.290028291322762</c:v>
                </c:pt>
                <c:pt idx="2020">
                  <c:v>6.290028291322762</c:v>
                </c:pt>
                <c:pt idx="2021">
                  <c:v>6.290028291322762</c:v>
                </c:pt>
                <c:pt idx="2022">
                  <c:v>6.290028291322762</c:v>
                </c:pt>
                <c:pt idx="2023">
                  <c:v>6.290028291322762</c:v>
                </c:pt>
                <c:pt idx="2024">
                  <c:v>6.290028291322762</c:v>
                </c:pt>
                <c:pt idx="2025">
                  <c:v>6.290028291322762</c:v>
                </c:pt>
                <c:pt idx="2026">
                  <c:v>6.290028291322762</c:v>
                </c:pt>
                <c:pt idx="2027">
                  <c:v>6.290028291322762</c:v>
                </c:pt>
                <c:pt idx="2028">
                  <c:v>6.290028291322762</c:v>
                </c:pt>
                <c:pt idx="2029">
                  <c:v>6.290028291322762</c:v>
                </c:pt>
                <c:pt idx="2030">
                  <c:v>6.290028291322762</c:v>
                </c:pt>
                <c:pt idx="2031">
                  <c:v>6.290028291322762</c:v>
                </c:pt>
                <c:pt idx="2032">
                  <c:v>6.290028291322762</c:v>
                </c:pt>
                <c:pt idx="2033">
                  <c:v>6.290028291322762</c:v>
                </c:pt>
                <c:pt idx="2034">
                  <c:v>6.290028291322762</c:v>
                </c:pt>
                <c:pt idx="2035">
                  <c:v>6.290028291322762</c:v>
                </c:pt>
                <c:pt idx="2036">
                  <c:v>6.290028291322762</c:v>
                </c:pt>
                <c:pt idx="2037">
                  <c:v>6.290028291322762</c:v>
                </c:pt>
                <c:pt idx="2038">
                  <c:v>6.290028291322762</c:v>
                </c:pt>
                <c:pt idx="2039">
                  <c:v>6.290028291322762</c:v>
                </c:pt>
                <c:pt idx="2040">
                  <c:v>6.290028291322762</c:v>
                </c:pt>
                <c:pt idx="2041">
                  <c:v>6.290028291322762</c:v>
                </c:pt>
                <c:pt idx="2042">
                  <c:v>6.290028291322762</c:v>
                </c:pt>
                <c:pt idx="2043">
                  <c:v>6.290028291322762</c:v>
                </c:pt>
                <c:pt idx="2044">
                  <c:v>6.290028291322762</c:v>
                </c:pt>
                <c:pt idx="2045">
                  <c:v>6.290028291322762</c:v>
                </c:pt>
                <c:pt idx="2046">
                  <c:v>6.290028291322762</c:v>
                </c:pt>
                <c:pt idx="2047">
                  <c:v>6.290028291322762</c:v>
                </c:pt>
                <c:pt idx="2048">
                  <c:v>6.290028291322762</c:v>
                </c:pt>
                <c:pt idx="2049">
                  <c:v>6.290028291322762</c:v>
                </c:pt>
                <c:pt idx="2050">
                  <c:v>6.290028291322762</c:v>
                </c:pt>
                <c:pt idx="2051">
                  <c:v>6.290028291322762</c:v>
                </c:pt>
                <c:pt idx="2052">
                  <c:v>6.290028291322762</c:v>
                </c:pt>
                <c:pt idx="2053">
                  <c:v>6.290028291322762</c:v>
                </c:pt>
                <c:pt idx="2054">
                  <c:v>6.290028291322762</c:v>
                </c:pt>
                <c:pt idx="2055">
                  <c:v>6.290028291322762</c:v>
                </c:pt>
                <c:pt idx="2056">
                  <c:v>6.290028291322762</c:v>
                </c:pt>
                <c:pt idx="2057">
                  <c:v>6.290028291322762</c:v>
                </c:pt>
                <c:pt idx="2058">
                  <c:v>6.290028291322762</c:v>
                </c:pt>
                <c:pt idx="2059">
                  <c:v>6.290028291322762</c:v>
                </c:pt>
                <c:pt idx="2060">
                  <c:v>6.290028291322762</c:v>
                </c:pt>
                <c:pt idx="2061">
                  <c:v>6.290028291322762</c:v>
                </c:pt>
                <c:pt idx="2062">
                  <c:v>6.290028291322762</c:v>
                </c:pt>
                <c:pt idx="2063">
                  <c:v>6.290028291322762</c:v>
                </c:pt>
                <c:pt idx="2064">
                  <c:v>6.290028291322762</c:v>
                </c:pt>
                <c:pt idx="2065">
                  <c:v>6.290028291322762</c:v>
                </c:pt>
                <c:pt idx="2066">
                  <c:v>6.290028291322762</c:v>
                </c:pt>
                <c:pt idx="2067">
                  <c:v>6.290028291322762</c:v>
                </c:pt>
                <c:pt idx="2068">
                  <c:v>6.290028291322762</c:v>
                </c:pt>
                <c:pt idx="2069">
                  <c:v>6.290028291322762</c:v>
                </c:pt>
                <c:pt idx="2070">
                  <c:v>6.290028291322762</c:v>
                </c:pt>
                <c:pt idx="2071">
                  <c:v>6.290028291322762</c:v>
                </c:pt>
                <c:pt idx="2072">
                  <c:v>6.290028291322762</c:v>
                </c:pt>
                <c:pt idx="2073">
                  <c:v>6.290028291322762</c:v>
                </c:pt>
                <c:pt idx="2074">
                  <c:v>6.290028291322762</c:v>
                </c:pt>
                <c:pt idx="2075">
                  <c:v>6.290028291322762</c:v>
                </c:pt>
                <c:pt idx="2076">
                  <c:v>6.290028291322762</c:v>
                </c:pt>
                <c:pt idx="2077">
                  <c:v>6.290028291322762</c:v>
                </c:pt>
                <c:pt idx="2078">
                  <c:v>6.290028291322762</c:v>
                </c:pt>
                <c:pt idx="2079">
                  <c:v>6.290028291322762</c:v>
                </c:pt>
                <c:pt idx="2080">
                  <c:v>6.290028291322762</c:v>
                </c:pt>
                <c:pt idx="2081">
                  <c:v>6.290028291322762</c:v>
                </c:pt>
                <c:pt idx="2082">
                  <c:v>6.290028291322762</c:v>
                </c:pt>
                <c:pt idx="2083">
                  <c:v>6.290028291322762</c:v>
                </c:pt>
                <c:pt idx="2084">
                  <c:v>6.290028291322762</c:v>
                </c:pt>
                <c:pt idx="2085">
                  <c:v>6.290028291322762</c:v>
                </c:pt>
                <c:pt idx="2086">
                  <c:v>6.290028291322762</c:v>
                </c:pt>
                <c:pt idx="2087">
                  <c:v>6.290028291322762</c:v>
                </c:pt>
                <c:pt idx="2088">
                  <c:v>6.290028291322762</c:v>
                </c:pt>
                <c:pt idx="2089">
                  <c:v>6.290028291322762</c:v>
                </c:pt>
                <c:pt idx="2090">
                  <c:v>6.290028291322762</c:v>
                </c:pt>
                <c:pt idx="2091">
                  <c:v>6.290028291322762</c:v>
                </c:pt>
                <c:pt idx="2092">
                  <c:v>6.290028291322762</c:v>
                </c:pt>
                <c:pt idx="2093">
                  <c:v>6.290028291322762</c:v>
                </c:pt>
                <c:pt idx="2094">
                  <c:v>6.290028291322762</c:v>
                </c:pt>
                <c:pt idx="2095">
                  <c:v>6.290028291322762</c:v>
                </c:pt>
                <c:pt idx="2096">
                  <c:v>6.290028291322762</c:v>
                </c:pt>
                <c:pt idx="2097">
                  <c:v>6.290028291322762</c:v>
                </c:pt>
                <c:pt idx="2098">
                  <c:v>6.290028291322762</c:v>
                </c:pt>
                <c:pt idx="2099">
                  <c:v>6.290028291322762</c:v>
                </c:pt>
                <c:pt idx="2100">
                  <c:v>6.290028291322762</c:v>
                </c:pt>
                <c:pt idx="2101">
                  <c:v>6.290028291322762</c:v>
                </c:pt>
                <c:pt idx="2102">
                  <c:v>6.290028291322762</c:v>
                </c:pt>
                <c:pt idx="2103">
                  <c:v>6.290028291322762</c:v>
                </c:pt>
                <c:pt idx="2104">
                  <c:v>6.290028291322762</c:v>
                </c:pt>
                <c:pt idx="2105">
                  <c:v>6.290028291322762</c:v>
                </c:pt>
                <c:pt idx="2106">
                  <c:v>6.290028291322762</c:v>
                </c:pt>
                <c:pt idx="2107">
                  <c:v>6.290028291322762</c:v>
                </c:pt>
                <c:pt idx="2108">
                  <c:v>6.290028291322762</c:v>
                </c:pt>
                <c:pt idx="2109">
                  <c:v>6.290028291322762</c:v>
                </c:pt>
                <c:pt idx="2110">
                  <c:v>6.290028291322762</c:v>
                </c:pt>
                <c:pt idx="2111">
                  <c:v>6.290028291322762</c:v>
                </c:pt>
                <c:pt idx="2112">
                  <c:v>6.290028291322762</c:v>
                </c:pt>
                <c:pt idx="2113">
                  <c:v>6.290028291322762</c:v>
                </c:pt>
                <c:pt idx="2114">
                  <c:v>6.290028291322762</c:v>
                </c:pt>
                <c:pt idx="2115">
                  <c:v>6.290028291322762</c:v>
                </c:pt>
                <c:pt idx="2116">
                  <c:v>6.290028291322762</c:v>
                </c:pt>
                <c:pt idx="2117">
                  <c:v>6.290028291322762</c:v>
                </c:pt>
                <c:pt idx="2118">
                  <c:v>6.290028291322762</c:v>
                </c:pt>
                <c:pt idx="2119">
                  <c:v>6.290028291322762</c:v>
                </c:pt>
                <c:pt idx="2120">
                  <c:v>6.290028291322762</c:v>
                </c:pt>
                <c:pt idx="2121">
                  <c:v>6.290028291322762</c:v>
                </c:pt>
                <c:pt idx="2122">
                  <c:v>6.290028291322762</c:v>
                </c:pt>
                <c:pt idx="2123">
                  <c:v>6.290028291322762</c:v>
                </c:pt>
                <c:pt idx="2124">
                  <c:v>6.290028291322762</c:v>
                </c:pt>
                <c:pt idx="2125">
                  <c:v>6.290028291322762</c:v>
                </c:pt>
                <c:pt idx="2126">
                  <c:v>6.290028291322762</c:v>
                </c:pt>
                <c:pt idx="2127">
                  <c:v>6.290028291322762</c:v>
                </c:pt>
                <c:pt idx="2128">
                  <c:v>6.290028291322762</c:v>
                </c:pt>
                <c:pt idx="2129">
                  <c:v>6.290028291322762</c:v>
                </c:pt>
                <c:pt idx="2130">
                  <c:v>6.290028291322762</c:v>
                </c:pt>
                <c:pt idx="2131">
                  <c:v>6.290028291322762</c:v>
                </c:pt>
                <c:pt idx="2132">
                  <c:v>6.290028291322762</c:v>
                </c:pt>
                <c:pt idx="2133">
                  <c:v>6.290028291322762</c:v>
                </c:pt>
                <c:pt idx="2134">
                  <c:v>6.290028291322762</c:v>
                </c:pt>
                <c:pt idx="2135">
                  <c:v>6.290028291322762</c:v>
                </c:pt>
                <c:pt idx="2136">
                  <c:v>6.290028291322762</c:v>
                </c:pt>
                <c:pt idx="2137">
                  <c:v>6.290028291322762</c:v>
                </c:pt>
                <c:pt idx="2138">
                  <c:v>6.290028291322762</c:v>
                </c:pt>
                <c:pt idx="2139">
                  <c:v>6.290028291322762</c:v>
                </c:pt>
                <c:pt idx="2140">
                  <c:v>6.290028291322762</c:v>
                </c:pt>
                <c:pt idx="2141">
                  <c:v>6.290028291322762</c:v>
                </c:pt>
                <c:pt idx="2142">
                  <c:v>6.290028291322762</c:v>
                </c:pt>
                <c:pt idx="2143">
                  <c:v>6.290028291322762</c:v>
                </c:pt>
                <c:pt idx="2144">
                  <c:v>6.290028291322762</c:v>
                </c:pt>
                <c:pt idx="2145">
                  <c:v>6.290028291322762</c:v>
                </c:pt>
                <c:pt idx="2146">
                  <c:v>6.290028291322762</c:v>
                </c:pt>
                <c:pt idx="2147">
                  <c:v>6.290028291322762</c:v>
                </c:pt>
                <c:pt idx="2148">
                  <c:v>6.290028291322762</c:v>
                </c:pt>
                <c:pt idx="2149">
                  <c:v>6.290028291322762</c:v>
                </c:pt>
                <c:pt idx="2150">
                  <c:v>6.290028291322762</c:v>
                </c:pt>
                <c:pt idx="2151">
                  <c:v>6.290028291322762</c:v>
                </c:pt>
                <c:pt idx="2152">
                  <c:v>6.290028291322762</c:v>
                </c:pt>
                <c:pt idx="2153">
                  <c:v>6.290028291322762</c:v>
                </c:pt>
                <c:pt idx="2154">
                  <c:v>6.290028291322762</c:v>
                </c:pt>
                <c:pt idx="2155">
                  <c:v>6.290028291322762</c:v>
                </c:pt>
                <c:pt idx="2156">
                  <c:v>6.290028291322762</c:v>
                </c:pt>
                <c:pt idx="2157">
                  <c:v>6.290028291322762</c:v>
                </c:pt>
                <c:pt idx="2158">
                  <c:v>6.290028291322762</c:v>
                </c:pt>
                <c:pt idx="2159">
                  <c:v>6.290028291322762</c:v>
                </c:pt>
                <c:pt idx="2160">
                  <c:v>6.290028291322762</c:v>
                </c:pt>
                <c:pt idx="2161">
                  <c:v>6.290028291322762</c:v>
                </c:pt>
                <c:pt idx="2162">
                  <c:v>6.290028291322762</c:v>
                </c:pt>
                <c:pt idx="2163">
                  <c:v>6.290028291322762</c:v>
                </c:pt>
                <c:pt idx="2164">
                  <c:v>6.290028291322762</c:v>
                </c:pt>
                <c:pt idx="2165">
                  <c:v>6.290028291322762</c:v>
                </c:pt>
                <c:pt idx="2166">
                  <c:v>6.290028291322762</c:v>
                </c:pt>
                <c:pt idx="2167">
                  <c:v>6.290028291322762</c:v>
                </c:pt>
                <c:pt idx="2168">
                  <c:v>6.290028291322762</c:v>
                </c:pt>
                <c:pt idx="2169">
                  <c:v>6.290028291322762</c:v>
                </c:pt>
                <c:pt idx="2170">
                  <c:v>6.290028291322762</c:v>
                </c:pt>
                <c:pt idx="2171">
                  <c:v>6.290028291322762</c:v>
                </c:pt>
                <c:pt idx="2172">
                  <c:v>6.290028291322762</c:v>
                </c:pt>
                <c:pt idx="2173">
                  <c:v>6.290028291322762</c:v>
                </c:pt>
                <c:pt idx="2174">
                  <c:v>6.290028291322762</c:v>
                </c:pt>
                <c:pt idx="2175">
                  <c:v>6.290028291322762</c:v>
                </c:pt>
                <c:pt idx="2176">
                  <c:v>6.290028291322762</c:v>
                </c:pt>
                <c:pt idx="2177">
                  <c:v>6.290028291322762</c:v>
                </c:pt>
                <c:pt idx="2178">
                  <c:v>6.290028291322762</c:v>
                </c:pt>
                <c:pt idx="2179">
                  <c:v>6.290028291322762</c:v>
                </c:pt>
                <c:pt idx="2180">
                  <c:v>6.290028291322762</c:v>
                </c:pt>
                <c:pt idx="2181">
                  <c:v>6.290028291322762</c:v>
                </c:pt>
                <c:pt idx="2182">
                  <c:v>6.290028291322762</c:v>
                </c:pt>
                <c:pt idx="2183">
                  <c:v>6.290028291322762</c:v>
                </c:pt>
                <c:pt idx="2184">
                  <c:v>6.290028291322762</c:v>
                </c:pt>
                <c:pt idx="2185">
                  <c:v>6.290028291322762</c:v>
                </c:pt>
                <c:pt idx="2186">
                  <c:v>6.290028291322762</c:v>
                </c:pt>
                <c:pt idx="2187">
                  <c:v>6.290028291322762</c:v>
                </c:pt>
                <c:pt idx="2188">
                  <c:v>6.290028291322762</c:v>
                </c:pt>
                <c:pt idx="2189">
                  <c:v>6.290028291322762</c:v>
                </c:pt>
                <c:pt idx="2190">
                  <c:v>6.290028291322762</c:v>
                </c:pt>
                <c:pt idx="2191">
                  <c:v>6.290028291322762</c:v>
                </c:pt>
                <c:pt idx="2192">
                  <c:v>6.290028291322762</c:v>
                </c:pt>
                <c:pt idx="2193">
                  <c:v>6.290028291322762</c:v>
                </c:pt>
                <c:pt idx="2194">
                  <c:v>6.290028291322762</c:v>
                </c:pt>
                <c:pt idx="2195">
                  <c:v>6.290028291322762</c:v>
                </c:pt>
                <c:pt idx="2196">
                  <c:v>6.290028291322762</c:v>
                </c:pt>
                <c:pt idx="2197">
                  <c:v>6.290028291322762</c:v>
                </c:pt>
                <c:pt idx="2198">
                  <c:v>6.290028291322762</c:v>
                </c:pt>
                <c:pt idx="2199">
                  <c:v>6.290028291322762</c:v>
                </c:pt>
                <c:pt idx="2200">
                  <c:v>6.290028291322762</c:v>
                </c:pt>
                <c:pt idx="2201">
                  <c:v>6.290028291322762</c:v>
                </c:pt>
                <c:pt idx="2202">
                  <c:v>6.290028291322762</c:v>
                </c:pt>
                <c:pt idx="2203">
                  <c:v>6.290028291322762</c:v>
                </c:pt>
                <c:pt idx="2204">
                  <c:v>6.290028291322762</c:v>
                </c:pt>
                <c:pt idx="2205">
                  <c:v>6.290028291322762</c:v>
                </c:pt>
                <c:pt idx="2206">
                  <c:v>6.290028291322762</c:v>
                </c:pt>
                <c:pt idx="2207">
                  <c:v>6.290028291322762</c:v>
                </c:pt>
                <c:pt idx="2208">
                  <c:v>6.290028291322762</c:v>
                </c:pt>
                <c:pt idx="2209">
                  <c:v>6.290028291322762</c:v>
                </c:pt>
                <c:pt idx="2210">
                  <c:v>6.290028291322762</c:v>
                </c:pt>
                <c:pt idx="2211">
                  <c:v>6.290028291322762</c:v>
                </c:pt>
                <c:pt idx="2212">
                  <c:v>6.290028291322762</c:v>
                </c:pt>
                <c:pt idx="2213">
                  <c:v>6.290028291322762</c:v>
                </c:pt>
                <c:pt idx="2214">
                  <c:v>6.290028291322762</c:v>
                </c:pt>
                <c:pt idx="2215">
                  <c:v>6.290028291322762</c:v>
                </c:pt>
                <c:pt idx="2216">
                  <c:v>6.290028291322762</c:v>
                </c:pt>
                <c:pt idx="2217">
                  <c:v>6.290028291322762</c:v>
                </c:pt>
                <c:pt idx="2218">
                  <c:v>6.290028291322762</c:v>
                </c:pt>
                <c:pt idx="2219">
                  <c:v>6.290028291322762</c:v>
                </c:pt>
                <c:pt idx="2220">
                  <c:v>6.290028291322762</c:v>
                </c:pt>
                <c:pt idx="2221">
                  <c:v>6.290028291322762</c:v>
                </c:pt>
                <c:pt idx="2222">
                  <c:v>6.290028291322762</c:v>
                </c:pt>
                <c:pt idx="2223">
                  <c:v>6.290028291322762</c:v>
                </c:pt>
                <c:pt idx="2224">
                  <c:v>6.290028291322762</c:v>
                </c:pt>
                <c:pt idx="2225">
                  <c:v>6.290028291322762</c:v>
                </c:pt>
                <c:pt idx="2226">
                  <c:v>6.290028291322762</c:v>
                </c:pt>
                <c:pt idx="2227">
                  <c:v>6.290028291322762</c:v>
                </c:pt>
                <c:pt idx="2228">
                  <c:v>6.290028291322762</c:v>
                </c:pt>
                <c:pt idx="2229">
                  <c:v>6.290028291322762</c:v>
                </c:pt>
                <c:pt idx="2230">
                  <c:v>6.290028291322762</c:v>
                </c:pt>
                <c:pt idx="2231">
                  <c:v>6.290028291322762</c:v>
                </c:pt>
                <c:pt idx="2232">
                  <c:v>6.290028291322762</c:v>
                </c:pt>
                <c:pt idx="2233">
                  <c:v>6.290028291322762</c:v>
                </c:pt>
                <c:pt idx="2234">
                  <c:v>6.290028291322762</c:v>
                </c:pt>
                <c:pt idx="2235">
                  <c:v>6.290028291322762</c:v>
                </c:pt>
                <c:pt idx="2236">
                  <c:v>6.290028291322762</c:v>
                </c:pt>
                <c:pt idx="2237">
                  <c:v>6.290028291322762</c:v>
                </c:pt>
                <c:pt idx="2238">
                  <c:v>6.290028291322762</c:v>
                </c:pt>
                <c:pt idx="2239">
                  <c:v>6.290028291322762</c:v>
                </c:pt>
                <c:pt idx="2240">
                  <c:v>6.290028291322762</c:v>
                </c:pt>
                <c:pt idx="2241">
                  <c:v>6.290028291322762</c:v>
                </c:pt>
                <c:pt idx="2242">
                  <c:v>6.290028291322762</c:v>
                </c:pt>
                <c:pt idx="2243">
                  <c:v>6.290028291322762</c:v>
                </c:pt>
                <c:pt idx="2244">
                  <c:v>6.290028291322762</c:v>
                </c:pt>
                <c:pt idx="2245">
                  <c:v>6.290028291322762</c:v>
                </c:pt>
                <c:pt idx="2246">
                  <c:v>6.290028291322762</c:v>
                </c:pt>
                <c:pt idx="2247">
                  <c:v>6.290028291322762</c:v>
                </c:pt>
                <c:pt idx="2248">
                  <c:v>6.290028291322762</c:v>
                </c:pt>
                <c:pt idx="2249">
                  <c:v>6.290028291322762</c:v>
                </c:pt>
                <c:pt idx="2250">
                  <c:v>6.290028291322762</c:v>
                </c:pt>
                <c:pt idx="2251">
                  <c:v>6.290028291322762</c:v>
                </c:pt>
                <c:pt idx="2252">
                  <c:v>6.290028291322762</c:v>
                </c:pt>
                <c:pt idx="2253">
                  <c:v>6.290028291322762</c:v>
                </c:pt>
                <c:pt idx="2254">
                  <c:v>6.290028291322762</c:v>
                </c:pt>
                <c:pt idx="2255">
                  <c:v>6.290028291322762</c:v>
                </c:pt>
                <c:pt idx="2256">
                  <c:v>6.290028291322762</c:v>
                </c:pt>
                <c:pt idx="2257">
                  <c:v>6.290028291322762</c:v>
                </c:pt>
                <c:pt idx="2258">
                  <c:v>6.290028291322762</c:v>
                </c:pt>
                <c:pt idx="2259">
                  <c:v>6.290028291322762</c:v>
                </c:pt>
                <c:pt idx="2260">
                  <c:v>6.290028291322762</c:v>
                </c:pt>
                <c:pt idx="2261">
                  <c:v>6.290028291322762</c:v>
                </c:pt>
                <c:pt idx="2262">
                  <c:v>6.290028291322762</c:v>
                </c:pt>
                <c:pt idx="2263">
                  <c:v>6.290028291322762</c:v>
                </c:pt>
                <c:pt idx="2264">
                  <c:v>6.290028291322762</c:v>
                </c:pt>
                <c:pt idx="2265">
                  <c:v>6.290028291322762</c:v>
                </c:pt>
                <c:pt idx="2266">
                  <c:v>6.290028291322762</c:v>
                </c:pt>
                <c:pt idx="2267">
                  <c:v>6.290028291322762</c:v>
                </c:pt>
                <c:pt idx="2268">
                  <c:v>6.290028291322762</c:v>
                </c:pt>
                <c:pt idx="2269">
                  <c:v>6.290028291322762</c:v>
                </c:pt>
                <c:pt idx="2270">
                  <c:v>6.290028291322762</c:v>
                </c:pt>
                <c:pt idx="2271">
                  <c:v>6.290028291322762</c:v>
                </c:pt>
                <c:pt idx="2272">
                  <c:v>6.290028291322762</c:v>
                </c:pt>
                <c:pt idx="2273">
                  <c:v>6.290028291322762</c:v>
                </c:pt>
                <c:pt idx="2274">
                  <c:v>6.290028291322762</c:v>
                </c:pt>
                <c:pt idx="2275">
                  <c:v>6.290028291322762</c:v>
                </c:pt>
                <c:pt idx="2276">
                  <c:v>6.290028291322762</c:v>
                </c:pt>
                <c:pt idx="2277">
                  <c:v>6.290028291322762</c:v>
                </c:pt>
                <c:pt idx="2278">
                  <c:v>6.290028291322762</c:v>
                </c:pt>
                <c:pt idx="2279">
                  <c:v>6.290028291322762</c:v>
                </c:pt>
                <c:pt idx="2280">
                  <c:v>6.290028291322762</c:v>
                </c:pt>
                <c:pt idx="2281">
                  <c:v>6.290028291322762</c:v>
                </c:pt>
                <c:pt idx="2282">
                  <c:v>6.290028291322762</c:v>
                </c:pt>
                <c:pt idx="2283">
                  <c:v>6.290028291322762</c:v>
                </c:pt>
                <c:pt idx="2284">
                  <c:v>6.290028291322762</c:v>
                </c:pt>
                <c:pt idx="2285">
                  <c:v>6.290028291322762</c:v>
                </c:pt>
                <c:pt idx="2286">
                  <c:v>6.290028291322762</c:v>
                </c:pt>
                <c:pt idx="2287">
                  <c:v>6.290028291322762</c:v>
                </c:pt>
                <c:pt idx="2288">
                  <c:v>6.290028291322762</c:v>
                </c:pt>
                <c:pt idx="2289">
                  <c:v>6.290028291322762</c:v>
                </c:pt>
                <c:pt idx="2290">
                  <c:v>6.290028291322762</c:v>
                </c:pt>
                <c:pt idx="2291">
                  <c:v>6.290028291322762</c:v>
                </c:pt>
                <c:pt idx="2292">
                  <c:v>6.290028291322762</c:v>
                </c:pt>
                <c:pt idx="2293">
                  <c:v>6.290028291322762</c:v>
                </c:pt>
                <c:pt idx="2294">
                  <c:v>6.290028291322762</c:v>
                </c:pt>
                <c:pt idx="2295">
                  <c:v>6.290028291322762</c:v>
                </c:pt>
                <c:pt idx="2296">
                  <c:v>6.290028291322762</c:v>
                </c:pt>
                <c:pt idx="2297">
                  <c:v>6.290028291322762</c:v>
                </c:pt>
                <c:pt idx="2298">
                  <c:v>6.290028291322762</c:v>
                </c:pt>
                <c:pt idx="2299">
                  <c:v>6.290028291322762</c:v>
                </c:pt>
                <c:pt idx="2300">
                  <c:v>6.290028291322762</c:v>
                </c:pt>
                <c:pt idx="2301">
                  <c:v>6.290028291322762</c:v>
                </c:pt>
                <c:pt idx="2302">
                  <c:v>6.290028291322762</c:v>
                </c:pt>
                <c:pt idx="2303">
                  <c:v>6.290028291322762</c:v>
                </c:pt>
                <c:pt idx="2304">
                  <c:v>6.290028291322762</c:v>
                </c:pt>
                <c:pt idx="2305">
                  <c:v>6.290028291322762</c:v>
                </c:pt>
                <c:pt idx="2306">
                  <c:v>6.290028291322762</c:v>
                </c:pt>
                <c:pt idx="2307">
                  <c:v>6.290028291322762</c:v>
                </c:pt>
                <c:pt idx="2308">
                  <c:v>6.290028291322762</c:v>
                </c:pt>
                <c:pt idx="2309">
                  <c:v>6.290028291322762</c:v>
                </c:pt>
                <c:pt idx="2310">
                  <c:v>6.290028291322762</c:v>
                </c:pt>
                <c:pt idx="2311">
                  <c:v>6.290028291322762</c:v>
                </c:pt>
                <c:pt idx="2312">
                  <c:v>6.290028291322762</c:v>
                </c:pt>
                <c:pt idx="2313">
                  <c:v>6.290028291322762</c:v>
                </c:pt>
                <c:pt idx="2314">
                  <c:v>6.290028291322762</c:v>
                </c:pt>
                <c:pt idx="2315">
                  <c:v>6.290028291322762</c:v>
                </c:pt>
                <c:pt idx="2316">
                  <c:v>6.290028291322762</c:v>
                </c:pt>
                <c:pt idx="2317">
                  <c:v>6.290028291322762</c:v>
                </c:pt>
                <c:pt idx="2318">
                  <c:v>6.290028291322762</c:v>
                </c:pt>
                <c:pt idx="2319">
                  <c:v>6.290028291322762</c:v>
                </c:pt>
                <c:pt idx="2320">
                  <c:v>6.290028291322762</c:v>
                </c:pt>
                <c:pt idx="2321">
                  <c:v>6.290028291322762</c:v>
                </c:pt>
                <c:pt idx="2322">
                  <c:v>6.290028291322762</c:v>
                </c:pt>
                <c:pt idx="2323">
                  <c:v>6.290028291322762</c:v>
                </c:pt>
                <c:pt idx="2324">
                  <c:v>6.290028291322762</c:v>
                </c:pt>
                <c:pt idx="2325">
                  <c:v>6.290028291322762</c:v>
                </c:pt>
                <c:pt idx="2326">
                  <c:v>6.290028291322762</c:v>
                </c:pt>
                <c:pt idx="2327">
                  <c:v>6.290028291322762</c:v>
                </c:pt>
                <c:pt idx="2328">
                  <c:v>6.290028291322762</c:v>
                </c:pt>
                <c:pt idx="2329">
                  <c:v>6.290028291322762</c:v>
                </c:pt>
                <c:pt idx="2330">
                  <c:v>6.290028291322762</c:v>
                </c:pt>
                <c:pt idx="2331">
                  <c:v>6.290028291322762</c:v>
                </c:pt>
                <c:pt idx="2332">
                  <c:v>6.290028291322762</c:v>
                </c:pt>
                <c:pt idx="2333">
                  <c:v>6.290028291322762</c:v>
                </c:pt>
                <c:pt idx="2334">
                  <c:v>6.290028291322762</c:v>
                </c:pt>
                <c:pt idx="2335">
                  <c:v>6.290028291322762</c:v>
                </c:pt>
                <c:pt idx="2336">
                  <c:v>6.290028291322762</c:v>
                </c:pt>
                <c:pt idx="2337">
                  <c:v>6.290028291322762</c:v>
                </c:pt>
                <c:pt idx="2338">
                  <c:v>6.290028291322762</c:v>
                </c:pt>
                <c:pt idx="2339">
                  <c:v>6.290028291322762</c:v>
                </c:pt>
                <c:pt idx="2340">
                  <c:v>6.290028291322762</c:v>
                </c:pt>
                <c:pt idx="2341">
                  <c:v>6.290028291322762</c:v>
                </c:pt>
                <c:pt idx="2342">
                  <c:v>6.290028291322762</c:v>
                </c:pt>
                <c:pt idx="2343">
                  <c:v>6.290028291322762</c:v>
                </c:pt>
                <c:pt idx="2344">
                  <c:v>6.290028291322762</c:v>
                </c:pt>
                <c:pt idx="2345">
                  <c:v>6.290028291322762</c:v>
                </c:pt>
                <c:pt idx="2346">
                  <c:v>6.290028291322762</c:v>
                </c:pt>
                <c:pt idx="2347">
                  <c:v>6.290028291322762</c:v>
                </c:pt>
                <c:pt idx="2348">
                  <c:v>6.290028291322762</c:v>
                </c:pt>
                <c:pt idx="2349">
                  <c:v>6.290028291322762</c:v>
                </c:pt>
                <c:pt idx="2350">
                  <c:v>6.290028291322762</c:v>
                </c:pt>
                <c:pt idx="2351">
                  <c:v>6.290028291322762</c:v>
                </c:pt>
                <c:pt idx="2352">
                  <c:v>6.290028291322762</c:v>
                </c:pt>
                <c:pt idx="2353">
                  <c:v>6.290028291322762</c:v>
                </c:pt>
                <c:pt idx="2354">
                  <c:v>6.290028291322762</c:v>
                </c:pt>
                <c:pt idx="2355">
                  <c:v>6.290028291322762</c:v>
                </c:pt>
                <c:pt idx="2356">
                  <c:v>6.290028291322762</c:v>
                </c:pt>
                <c:pt idx="2357">
                  <c:v>6.290028291322762</c:v>
                </c:pt>
                <c:pt idx="2358">
                  <c:v>6.290028291322762</c:v>
                </c:pt>
                <c:pt idx="2359">
                  <c:v>6.290028291322762</c:v>
                </c:pt>
                <c:pt idx="2360">
                  <c:v>6.290028291322762</c:v>
                </c:pt>
                <c:pt idx="2361">
                  <c:v>6.290028291322762</c:v>
                </c:pt>
                <c:pt idx="2362">
                  <c:v>6.290028291322762</c:v>
                </c:pt>
                <c:pt idx="2363">
                  <c:v>6.290028291322762</c:v>
                </c:pt>
                <c:pt idx="2364">
                  <c:v>6.290028291322762</c:v>
                </c:pt>
                <c:pt idx="2365">
                  <c:v>6.290028291322762</c:v>
                </c:pt>
                <c:pt idx="2366">
                  <c:v>6.290028291322762</c:v>
                </c:pt>
                <c:pt idx="2367">
                  <c:v>6.290028291322762</c:v>
                </c:pt>
                <c:pt idx="2368">
                  <c:v>6.290028291322762</c:v>
                </c:pt>
                <c:pt idx="2369">
                  <c:v>6.290028291322762</c:v>
                </c:pt>
                <c:pt idx="2370">
                  <c:v>6.290028291322762</c:v>
                </c:pt>
                <c:pt idx="2371">
                  <c:v>6.290028291322762</c:v>
                </c:pt>
                <c:pt idx="2372">
                  <c:v>6.290028291322762</c:v>
                </c:pt>
                <c:pt idx="2373">
                  <c:v>6.290028291322762</c:v>
                </c:pt>
                <c:pt idx="2374">
                  <c:v>6.290028291322762</c:v>
                </c:pt>
                <c:pt idx="2375">
                  <c:v>6.290028291322762</c:v>
                </c:pt>
                <c:pt idx="2376">
                  <c:v>6.290028291322762</c:v>
                </c:pt>
                <c:pt idx="2377">
                  <c:v>6.290028291322762</c:v>
                </c:pt>
                <c:pt idx="2378">
                  <c:v>6.290028291322762</c:v>
                </c:pt>
                <c:pt idx="2379">
                  <c:v>6.290028291322762</c:v>
                </c:pt>
                <c:pt idx="2380">
                  <c:v>6.290028291322762</c:v>
                </c:pt>
                <c:pt idx="2381">
                  <c:v>6.290028291322762</c:v>
                </c:pt>
                <c:pt idx="2382">
                  <c:v>6.290028291322762</c:v>
                </c:pt>
                <c:pt idx="2383">
                  <c:v>6.290028291322762</c:v>
                </c:pt>
                <c:pt idx="2384">
                  <c:v>6.290028291322762</c:v>
                </c:pt>
                <c:pt idx="2385">
                  <c:v>6.290028291322762</c:v>
                </c:pt>
                <c:pt idx="2386">
                  <c:v>6.290028291322762</c:v>
                </c:pt>
                <c:pt idx="2387">
                  <c:v>6.290028291322762</c:v>
                </c:pt>
                <c:pt idx="2388">
                  <c:v>6.290028291322762</c:v>
                </c:pt>
                <c:pt idx="2389">
                  <c:v>6.290028291322762</c:v>
                </c:pt>
                <c:pt idx="2390">
                  <c:v>6.290028291322762</c:v>
                </c:pt>
                <c:pt idx="2391">
                  <c:v>6.290028291322762</c:v>
                </c:pt>
                <c:pt idx="2392">
                  <c:v>6.290028291322762</c:v>
                </c:pt>
                <c:pt idx="2393">
                  <c:v>6.290028291322762</c:v>
                </c:pt>
                <c:pt idx="2394">
                  <c:v>6.290028291322762</c:v>
                </c:pt>
                <c:pt idx="2395">
                  <c:v>6.290028291322762</c:v>
                </c:pt>
                <c:pt idx="2396">
                  <c:v>6.290028291322762</c:v>
                </c:pt>
                <c:pt idx="2397">
                  <c:v>6.290028291322762</c:v>
                </c:pt>
                <c:pt idx="2398">
                  <c:v>6.290028291322762</c:v>
                </c:pt>
                <c:pt idx="2399">
                  <c:v>6.290028291322762</c:v>
                </c:pt>
                <c:pt idx="2400">
                  <c:v>6.290028291322762</c:v>
                </c:pt>
                <c:pt idx="2401">
                  <c:v>6.290028291322762</c:v>
                </c:pt>
                <c:pt idx="2402">
                  <c:v>6.290028291322762</c:v>
                </c:pt>
                <c:pt idx="2403">
                  <c:v>6.290028291322762</c:v>
                </c:pt>
                <c:pt idx="2404">
                  <c:v>6.290028291322762</c:v>
                </c:pt>
                <c:pt idx="2405">
                  <c:v>6.290028291322762</c:v>
                </c:pt>
                <c:pt idx="2406">
                  <c:v>6.290028291322762</c:v>
                </c:pt>
                <c:pt idx="2407">
                  <c:v>6.290028291322762</c:v>
                </c:pt>
                <c:pt idx="2408">
                  <c:v>6.290028291322762</c:v>
                </c:pt>
                <c:pt idx="2409">
                  <c:v>6.290028291322762</c:v>
                </c:pt>
                <c:pt idx="2410">
                  <c:v>6.290028291322762</c:v>
                </c:pt>
                <c:pt idx="2411">
                  <c:v>6.290028291322762</c:v>
                </c:pt>
                <c:pt idx="2412">
                  <c:v>6.290028291322762</c:v>
                </c:pt>
                <c:pt idx="2413">
                  <c:v>6.290028291322762</c:v>
                </c:pt>
                <c:pt idx="2414">
                  <c:v>6.290028291322762</c:v>
                </c:pt>
                <c:pt idx="2415">
                  <c:v>6.290028291322762</c:v>
                </c:pt>
                <c:pt idx="2416">
                  <c:v>6.290028291322762</c:v>
                </c:pt>
                <c:pt idx="2417">
                  <c:v>6.290028291322762</c:v>
                </c:pt>
                <c:pt idx="2418">
                  <c:v>6.290028291322762</c:v>
                </c:pt>
                <c:pt idx="2419">
                  <c:v>6.290028291322762</c:v>
                </c:pt>
                <c:pt idx="2420">
                  <c:v>6.290028291322762</c:v>
                </c:pt>
                <c:pt idx="2421">
                  <c:v>6.290028291322762</c:v>
                </c:pt>
                <c:pt idx="2422">
                  <c:v>6.290028291322762</c:v>
                </c:pt>
                <c:pt idx="2423">
                  <c:v>6.290028291322762</c:v>
                </c:pt>
                <c:pt idx="2424">
                  <c:v>6.290028291322762</c:v>
                </c:pt>
                <c:pt idx="2425">
                  <c:v>6.290028291322762</c:v>
                </c:pt>
                <c:pt idx="2426">
                  <c:v>6.290028291322762</c:v>
                </c:pt>
                <c:pt idx="2427">
                  <c:v>6.290028291322762</c:v>
                </c:pt>
                <c:pt idx="2428">
                  <c:v>6.290028291322762</c:v>
                </c:pt>
                <c:pt idx="2429">
                  <c:v>6.290028291322762</c:v>
                </c:pt>
                <c:pt idx="2430">
                  <c:v>6.290028291322762</c:v>
                </c:pt>
                <c:pt idx="2431">
                  <c:v>6.290028291322762</c:v>
                </c:pt>
                <c:pt idx="2432">
                  <c:v>6.290028291322762</c:v>
                </c:pt>
                <c:pt idx="2433">
                  <c:v>6.290028291322762</c:v>
                </c:pt>
                <c:pt idx="2434">
                  <c:v>6.290028291322762</c:v>
                </c:pt>
                <c:pt idx="2435">
                  <c:v>6.290028291322762</c:v>
                </c:pt>
                <c:pt idx="2436">
                  <c:v>6.290028291322762</c:v>
                </c:pt>
                <c:pt idx="2437">
                  <c:v>6.290028291322762</c:v>
                </c:pt>
                <c:pt idx="2438">
                  <c:v>6.290028291322762</c:v>
                </c:pt>
                <c:pt idx="2439">
                  <c:v>6.290028291322762</c:v>
                </c:pt>
                <c:pt idx="2440">
                  <c:v>6.290028291322762</c:v>
                </c:pt>
                <c:pt idx="2441">
                  <c:v>6.290028291322762</c:v>
                </c:pt>
                <c:pt idx="2442">
                  <c:v>6.290028291322762</c:v>
                </c:pt>
                <c:pt idx="2443">
                  <c:v>6.290028291322762</c:v>
                </c:pt>
                <c:pt idx="2444">
                  <c:v>6.290028291322762</c:v>
                </c:pt>
                <c:pt idx="2445">
                  <c:v>6.290028291322762</c:v>
                </c:pt>
                <c:pt idx="2446">
                  <c:v>6.290028291322762</c:v>
                </c:pt>
                <c:pt idx="2447">
                  <c:v>6.290028291322762</c:v>
                </c:pt>
                <c:pt idx="2448">
                  <c:v>6.290028291322762</c:v>
                </c:pt>
                <c:pt idx="2449">
                  <c:v>6.290028291322762</c:v>
                </c:pt>
                <c:pt idx="2450">
                  <c:v>6.290028291322762</c:v>
                </c:pt>
                <c:pt idx="2451">
                  <c:v>6.290028291322762</c:v>
                </c:pt>
                <c:pt idx="2452">
                  <c:v>6.290028291322762</c:v>
                </c:pt>
                <c:pt idx="2453">
                  <c:v>6.290028291322762</c:v>
                </c:pt>
                <c:pt idx="2454">
                  <c:v>6.290028291322762</c:v>
                </c:pt>
                <c:pt idx="2455">
                  <c:v>6.290028291322762</c:v>
                </c:pt>
                <c:pt idx="2456">
                  <c:v>6.290028291322762</c:v>
                </c:pt>
                <c:pt idx="2457">
                  <c:v>6.290028291322762</c:v>
                </c:pt>
                <c:pt idx="2458">
                  <c:v>6.290028291322762</c:v>
                </c:pt>
                <c:pt idx="2459">
                  <c:v>6.290028291322762</c:v>
                </c:pt>
                <c:pt idx="2460">
                  <c:v>6.290028291322762</c:v>
                </c:pt>
                <c:pt idx="2461">
                  <c:v>6.290028291322762</c:v>
                </c:pt>
                <c:pt idx="2462">
                  <c:v>6.290028291322762</c:v>
                </c:pt>
                <c:pt idx="2463">
                  <c:v>6.290028291322762</c:v>
                </c:pt>
                <c:pt idx="2464">
                  <c:v>6.290028291322762</c:v>
                </c:pt>
                <c:pt idx="2465">
                  <c:v>6.290028291322762</c:v>
                </c:pt>
                <c:pt idx="2466">
                  <c:v>6.290028291322762</c:v>
                </c:pt>
                <c:pt idx="2467">
                  <c:v>6.290028291322762</c:v>
                </c:pt>
                <c:pt idx="2468">
                  <c:v>6.290028291322762</c:v>
                </c:pt>
                <c:pt idx="2469">
                  <c:v>6.290028291322762</c:v>
                </c:pt>
                <c:pt idx="2470">
                  <c:v>6.290028291322762</c:v>
                </c:pt>
                <c:pt idx="2471">
                  <c:v>6.290028291322762</c:v>
                </c:pt>
                <c:pt idx="2472">
                  <c:v>6.290028291322762</c:v>
                </c:pt>
                <c:pt idx="2473">
                  <c:v>6.290028291322762</c:v>
                </c:pt>
                <c:pt idx="2474">
                  <c:v>6.290028291322762</c:v>
                </c:pt>
                <c:pt idx="2475">
                  <c:v>6.290028291322762</c:v>
                </c:pt>
                <c:pt idx="2476">
                  <c:v>6.290028291322762</c:v>
                </c:pt>
                <c:pt idx="2477">
                  <c:v>6.290028291322762</c:v>
                </c:pt>
                <c:pt idx="2478">
                  <c:v>6.290028291322762</c:v>
                </c:pt>
                <c:pt idx="2479">
                  <c:v>6.290028291322762</c:v>
                </c:pt>
                <c:pt idx="2480">
                  <c:v>6.290028291322762</c:v>
                </c:pt>
                <c:pt idx="2481">
                  <c:v>6.290028291322762</c:v>
                </c:pt>
                <c:pt idx="2482">
                  <c:v>6.290028291322762</c:v>
                </c:pt>
                <c:pt idx="2483">
                  <c:v>6.290028291322762</c:v>
                </c:pt>
                <c:pt idx="2484">
                  <c:v>6.290028291322762</c:v>
                </c:pt>
                <c:pt idx="2485">
                  <c:v>6.290028291322762</c:v>
                </c:pt>
                <c:pt idx="2486">
                  <c:v>6.290028291322762</c:v>
                </c:pt>
                <c:pt idx="2487">
                  <c:v>6.290028291322762</c:v>
                </c:pt>
                <c:pt idx="2488">
                  <c:v>6.290028291322762</c:v>
                </c:pt>
                <c:pt idx="2489">
                  <c:v>6.290028291322762</c:v>
                </c:pt>
                <c:pt idx="2490">
                  <c:v>6.290028291322762</c:v>
                </c:pt>
                <c:pt idx="2491">
                  <c:v>6.290028291322762</c:v>
                </c:pt>
                <c:pt idx="2492">
                  <c:v>6.290028291322762</c:v>
                </c:pt>
                <c:pt idx="2493">
                  <c:v>6.290028291322762</c:v>
                </c:pt>
                <c:pt idx="2494">
                  <c:v>6.290028291322762</c:v>
                </c:pt>
                <c:pt idx="2495">
                  <c:v>6.290028291322762</c:v>
                </c:pt>
                <c:pt idx="2496">
                  <c:v>6.290028291322762</c:v>
                </c:pt>
                <c:pt idx="2497">
                  <c:v>6.290028291322762</c:v>
                </c:pt>
                <c:pt idx="2498">
                  <c:v>6.290028291322762</c:v>
                </c:pt>
                <c:pt idx="2499">
                  <c:v>6.290028291322762</c:v>
                </c:pt>
                <c:pt idx="2500">
                  <c:v>6.290028291322762</c:v>
                </c:pt>
                <c:pt idx="2501">
                  <c:v>6.290028291322762</c:v>
                </c:pt>
                <c:pt idx="2502">
                  <c:v>6.290028291322762</c:v>
                </c:pt>
                <c:pt idx="2503">
                  <c:v>6.290028291322762</c:v>
                </c:pt>
                <c:pt idx="2504">
                  <c:v>6.290028291322762</c:v>
                </c:pt>
                <c:pt idx="2505">
                  <c:v>6.290028291322762</c:v>
                </c:pt>
                <c:pt idx="2506">
                  <c:v>6.290028291322762</c:v>
                </c:pt>
                <c:pt idx="2507">
                  <c:v>6.290028291322762</c:v>
                </c:pt>
                <c:pt idx="2508">
                  <c:v>6.290028291322762</c:v>
                </c:pt>
                <c:pt idx="2509">
                  <c:v>6.290028291322762</c:v>
                </c:pt>
                <c:pt idx="2510">
                  <c:v>6.290028291322762</c:v>
                </c:pt>
                <c:pt idx="2511">
                  <c:v>6.290028291322762</c:v>
                </c:pt>
                <c:pt idx="2512">
                  <c:v>6.290028291322762</c:v>
                </c:pt>
                <c:pt idx="2513">
                  <c:v>6.290028291322762</c:v>
                </c:pt>
                <c:pt idx="2514">
                  <c:v>6.290028291322762</c:v>
                </c:pt>
                <c:pt idx="2515">
                  <c:v>6.290028291322762</c:v>
                </c:pt>
                <c:pt idx="2516">
                  <c:v>6.290028291322762</c:v>
                </c:pt>
                <c:pt idx="2517">
                  <c:v>6.290028291322762</c:v>
                </c:pt>
                <c:pt idx="2518">
                  <c:v>6.290028291322762</c:v>
                </c:pt>
                <c:pt idx="2519">
                  <c:v>6.290028291322762</c:v>
                </c:pt>
                <c:pt idx="2520">
                  <c:v>6.290028291322762</c:v>
                </c:pt>
                <c:pt idx="2521">
                  <c:v>6.290028291322762</c:v>
                </c:pt>
                <c:pt idx="2522">
                  <c:v>6.290028291322762</c:v>
                </c:pt>
                <c:pt idx="2523">
                  <c:v>6.290028291322762</c:v>
                </c:pt>
                <c:pt idx="2524">
                  <c:v>6.290028291322762</c:v>
                </c:pt>
                <c:pt idx="2525">
                  <c:v>6.290028291322762</c:v>
                </c:pt>
                <c:pt idx="2526">
                  <c:v>6.290028291322762</c:v>
                </c:pt>
                <c:pt idx="2527">
                  <c:v>6.290028291322762</c:v>
                </c:pt>
                <c:pt idx="2528">
                  <c:v>6.290028291322762</c:v>
                </c:pt>
                <c:pt idx="2529">
                  <c:v>6.290028291322762</c:v>
                </c:pt>
                <c:pt idx="2530">
                  <c:v>6.290028291322762</c:v>
                </c:pt>
                <c:pt idx="2531">
                  <c:v>6.290028291322762</c:v>
                </c:pt>
                <c:pt idx="2532">
                  <c:v>6.290028291322762</c:v>
                </c:pt>
                <c:pt idx="2533">
                  <c:v>6.290028291322762</c:v>
                </c:pt>
                <c:pt idx="2534">
                  <c:v>6.290028291322762</c:v>
                </c:pt>
                <c:pt idx="2535">
                  <c:v>6.290028291322762</c:v>
                </c:pt>
                <c:pt idx="2536">
                  <c:v>6.290028291322762</c:v>
                </c:pt>
                <c:pt idx="2537">
                  <c:v>6.290028291322762</c:v>
                </c:pt>
                <c:pt idx="2538">
                  <c:v>6.290028291322762</c:v>
                </c:pt>
                <c:pt idx="2539">
                  <c:v>6.290028291322762</c:v>
                </c:pt>
                <c:pt idx="2540">
                  <c:v>6.290028291322762</c:v>
                </c:pt>
                <c:pt idx="2541">
                  <c:v>6.290028291322762</c:v>
                </c:pt>
                <c:pt idx="2542">
                  <c:v>6.290028291322762</c:v>
                </c:pt>
                <c:pt idx="2543">
                  <c:v>6.290028291322762</c:v>
                </c:pt>
                <c:pt idx="2544">
                  <c:v>6.290028291322762</c:v>
                </c:pt>
                <c:pt idx="2545">
                  <c:v>6.290028291322762</c:v>
                </c:pt>
                <c:pt idx="2546">
                  <c:v>6.290028291322762</c:v>
                </c:pt>
                <c:pt idx="2547">
                  <c:v>6.290028291322762</c:v>
                </c:pt>
                <c:pt idx="2548">
                  <c:v>6.290028291322762</c:v>
                </c:pt>
                <c:pt idx="2549">
                  <c:v>6.290028291322762</c:v>
                </c:pt>
                <c:pt idx="2550">
                  <c:v>6.290028291322762</c:v>
                </c:pt>
                <c:pt idx="2551">
                  <c:v>6.290028291322762</c:v>
                </c:pt>
                <c:pt idx="2552">
                  <c:v>6.290028291322762</c:v>
                </c:pt>
                <c:pt idx="2553">
                  <c:v>6.290028291322762</c:v>
                </c:pt>
                <c:pt idx="2554">
                  <c:v>6.290028291322762</c:v>
                </c:pt>
                <c:pt idx="2555">
                  <c:v>6.290028291322762</c:v>
                </c:pt>
                <c:pt idx="2556">
                  <c:v>6.290028291322762</c:v>
                </c:pt>
                <c:pt idx="2557">
                  <c:v>6.290028291322762</c:v>
                </c:pt>
                <c:pt idx="2558">
                  <c:v>6.290028291322762</c:v>
                </c:pt>
                <c:pt idx="2559">
                  <c:v>6.290028291322762</c:v>
                </c:pt>
                <c:pt idx="2560">
                  <c:v>6.290028291322762</c:v>
                </c:pt>
                <c:pt idx="2561">
                  <c:v>6.290028291322762</c:v>
                </c:pt>
                <c:pt idx="2562">
                  <c:v>6.290028291322762</c:v>
                </c:pt>
                <c:pt idx="2563">
                  <c:v>6.290028291322762</c:v>
                </c:pt>
                <c:pt idx="2564">
                  <c:v>6.290028291322762</c:v>
                </c:pt>
                <c:pt idx="2565">
                  <c:v>6.290028291322762</c:v>
                </c:pt>
                <c:pt idx="2566">
                  <c:v>6.290028291322762</c:v>
                </c:pt>
                <c:pt idx="2567">
                  <c:v>6.290028291322762</c:v>
                </c:pt>
                <c:pt idx="2568">
                  <c:v>6.290028291322762</c:v>
                </c:pt>
                <c:pt idx="2569">
                  <c:v>6.290028291322762</c:v>
                </c:pt>
                <c:pt idx="2570">
                  <c:v>6.290028291322762</c:v>
                </c:pt>
                <c:pt idx="2571">
                  <c:v>6.290028291322762</c:v>
                </c:pt>
                <c:pt idx="2572">
                  <c:v>6.290028291322762</c:v>
                </c:pt>
                <c:pt idx="2573">
                  <c:v>6.290028291322762</c:v>
                </c:pt>
                <c:pt idx="2574">
                  <c:v>6.290028291322762</c:v>
                </c:pt>
                <c:pt idx="2575">
                  <c:v>6.290028291322762</c:v>
                </c:pt>
                <c:pt idx="2576">
                  <c:v>6.290028291322762</c:v>
                </c:pt>
                <c:pt idx="2577">
                  <c:v>6.290028291322762</c:v>
                </c:pt>
                <c:pt idx="2578">
                  <c:v>6.290028291322762</c:v>
                </c:pt>
                <c:pt idx="2579">
                  <c:v>6.290028291322762</c:v>
                </c:pt>
                <c:pt idx="2580">
                  <c:v>6.290028291322762</c:v>
                </c:pt>
                <c:pt idx="2581">
                  <c:v>6.290028291322762</c:v>
                </c:pt>
                <c:pt idx="2582">
                  <c:v>6.290028291322762</c:v>
                </c:pt>
                <c:pt idx="2583">
                  <c:v>6.290028291322762</c:v>
                </c:pt>
                <c:pt idx="2584">
                  <c:v>6.290028291322762</c:v>
                </c:pt>
                <c:pt idx="2585">
                  <c:v>6.290028291322762</c:v>
                </c:pt>
                <c:pt idx="2586">
                  <c:v>6.290028291322762</c:v>
                </c:pt>
                <c:pt idx="2587">
                  <c:v>6.290028291322762</c:v>
                </c:pt>
                <c:pt idx="2588">
                  <c:v>6.290028291322762</c:v>
                </c:pt>
                <c:pt idx="2589">
                  <c:v>6.290028291322762</c:v>
                </c:pt>
                <c:pt idx="2590">
                  <c:v>6.290028291322762</c:v>
                </c:pt>
                <c:pt idx="2591">
                  <c:v>6.290028291322762</c:v>
                </c:pt>
                <c:pt idx="2592">
                  <c:v>6.290028291322762</c:v>
                </c:pt>
                <c:pt idx="2593">
                  <c:v>6.290028291322762</c:v>
                </c:pt>
                <c:pt idx="2594">
                  <c:v>6.290028291322762</c:v>
                </c:pt>
                <c:pt idx="2595">
                  <c:v>6.290028291322762</c:v>
                </c:pt>
                <c:pt idx="2596">
                  <c:v>6.290028291322762</c:v>
                </c:pt>
                <c:pt idx="2597">
                  <c:v>6.290028291322762</c:v>
                </c:pt>
                <c:pt idx="2598">
                  <c:v>6.290028291322762</c:v>
                </c:pt>
                <c:pt idx="2599">
                  <c:v>6.290028291322762</c:v>
                </c:pt>
                <c:pt idx="2600">
                  <c:v>6.290028291322762</c:v>
                </c:pt>
                <c:pt idx="2601">
                  <c:v>6.290028291322762</c:v>
                </c:pt>
                <c:pt idx="2602">
                  <c:v>6.290028291322762</c:v>
                </c:pt>
                <c:pt idx="2603">
                  <c:v>6.290028291322762</c:v>
                </c:pt>
                <c:pt idx="2604">
                  <c:v>6.290028291322762</c:v>
                </c:pt>
                <c:pt idx="2605">
                  <c:v>6.290028291322762</c:v>
                </c:pt>
                <c:pt idx="2606">
                  <c:v>6.290028291322762</c:v>
                </c:pt>
                <c:pt idx="2607">
                  <c:v>6.290028291322762</c:v>
                </c:pt>
                <c:pt idx="2608">
                  <c:v>6.290028291322762</c:v>
                </c:pt>
                <c:pt idx="2609">
                  <c:v>6.290028291322762</c:v>
                </c:pt>
                <c:pt idx="2610">
                  <c:v>6.290028291322762</c:v>
                </c:pt>
                <c:pt idx="2611">
                  <c:v>6.290028291322762</c:v>
                </c:pt>
                <c:pt idx="2612">
                  <c:v>6.290028291322762</c:v>
                </c:pt>
                <c:pt idx="2613">
                  <c:v>6.290028291322762</c:v>
                </c:pt>
                <c:pt idx="2614">
                  <c:v>6.290028291322762</c:v>
                </c:pt>
                <c:pt idx="2615">
                  <c:v>6.290028291322762</c:v>
                </c:pt>
                <c:pt idx="2616">
                  <c:v>6.290028291322762</c:v>
                </c:pt>
                <c:pt idx="2617">
                  <c:v>6.290028291322762</c:v>
                </c:pt>
                <c:pt idx="2618">
                  <c:v>6.290028291322762</c:v>
                </c:pt>
                <c:pt idx="2619">
                  <c:v>6.290028291322762</c:v>
                </c:pt>
                <c:pt idx="2620">
                  <c:v>6.290028291322762</c:v>
                </c:pt>
                <c:pt idx="2621">
                  <c:v>6.290028291322762</c:v>
                </c:pt>
                <c:pt idx="2622">
                  <c:v>6.290028291322762</c:v>
                </c:pt>
                <c:pt idx="2623">
                  <c:v>6.290028291322762</c:v>
                </c:pt>
                <c:pt idx="2624">
                  <c:v>6.290028291322762</c:v>
                </c:pt>
                <c:pt idx="2625">
                  <c:v>6.290028291322762</c:v>
                </c:pt>
                <c:pt idx="2626">
                  <c:v>6.290028291322762</c:v>
                </c:pt>
                <c:pt idx="2627">
                  <c:v>6.290028291322762</c:v>
                </c:pt>
                <c:pt idx="2628">
                  <c:v>6.290028291322762</c:v>
                </c:pt>
                <c:pt idx="2629">
                  <c:v>6.290028291322762</c:v>
                </c:pt>
                <c:pt idx="2630">
                  <c:v>6.290028291322762</c:v>
                </c:pt>
                <c:pt idx="2631">
                  <c:v>6.290028291322762</c:v>
                </c:pt>
                <c:pt idx="2632">
                  <c:v>6.290028291322762</c:v>
                </c:pt>
                <c:pt idx="2633">
                  <c:v>6.290028291322762</c:v>
                </c:pt>
                <c:pt idx="2634">
                  <c:v>6.290028291322762</c:v>
                </c:pt>
                <c:pt idx="2635">
                  <c:v>6.290028291322762</c:v>
                </c:pt>
                <c:pt idx="2636">
                  <c:v>6.290028291322762</c:v>
                </c:pt>
                <c:pt idx="2637">
                  <c:v>6.290028291322762</c:v>
                </c:pt>
                <c:pt idx="2638">
                  <c:v>6.290028291322762</c:v>
                </c:pt>
                <c:pt idx="2639">
                  <c:v>6.290028291322762</c:v>
                </c:pt>
                <c:pt idx="2640">
                  <c:v>6.290028291322762</c:v>
                </c:pt>
                <c:pt idx="2641">
                  <c:v>6.290028291322762</c:v>
                </c:pt>
                <c:pt idx="2642">
                  <c:v>6.290028291322762</c:v>
                </c:pt>
                <c:pt idx="2643">
                  <c:v>6.290028291322762</c:v>
                </c:pt>
                <c:pt idx="2644">
                  <c:v>6.290028291322762</c:v>
                </c:pt>
                <c:pt idx="2645">
                  <c:v>6.290028291322762</c:v>
                </c:pt>
                <c:pt idx="2646">
                  <c:v>6.290028291322762</c:v>
                </c:pt>
                <c:pt idx="2647">
                  <c:v>6.290028291322762</c:v>
                </c:pt>
                <c:pt idx="2648">
                  <c:v>6.290028291322762</c:v>
                </c:pt>
                <c:pt idx="2649">
                  <c:v>6.290028291322762</c:v>
                </c:pt>
                <c:pt idx="2650">
                  <c:v>6.290028291322762</c:v>
                </c:pt>
                <c:pt idx="2651">
                  <c:v>6.290028291322762</c:v>
                </c:pt>
                <c:pt idx="2652">
                  <c:v>6.290028291322762</c:v>
                </c:pt>
                <c:pt idx="2653">
                  <c:v>6.290028291322762</c:v>
                </c:pt>
                <c:pt idx="2654">
                  <c:v>6.290028291322762</c:v>
                </c:pt>
                <c:pt idx="2655">
                  <c:v>6.290028291322762</c:v>
                </c:pt>
                <c:pt idx="2656">
                  <c:v>6.290028291322762</c:v>
                </c:pt>
                <c:pt idx="2657">
                  <c:v>6.290028291322762</c:v>
                </c:pt>
                <c:pt idx="2658">
                  <c:v>6.290028291322762</c:v>
                </c:pt>
                <c:pt idx="2659">
                  <c:v>6.290028291322762</c:v>
                </c:pt>
                <c:pt idx="2660">
                  <c:v>6.290028291322762</c:v>
                </c:pt>
                <c:pt idx="2661">
                  <c:v>6.290028291322762</c:v>
                </c:pt>
                <c:pt idx="2662">
                  <c:v>6.290028291322762</c:v>
                </c:pt>
                <c:pt idx="2663">
                  <c:v>6.290028291322762</c:v>
                </c:pt>
                <c:pt idx="2664">
                  <c:v>6.290028291322762</c:v>
                </c:pt>
                <c:pt idx="2665">
                  <c:v>6.290028291322762</c:v>
                </c:pt>
                <c:pt idx="2666">
                  <c:v>6.290028291322762</c:v>
                </c:pt>
                <c:pt idx="2667">
                  <c:v>6.290028291322762</c:v>
                </c:pt>
                <c:pt idx="2668">
                  <c:v>6.290028291322762</c:v>
                </c:pt>
                <c:pt idx="2669">
                  <c:v>6.290028291322762</c:v>
                </c:pt>
                <c:pt idx="2670">
                  <c:v>6.290028291322762</c:v>
                </c:pt>
                <c:pt idx="2671">
                  <c:v>6.290028291322762</c:v>
                </c:pt>
                <c:pt idx="2672">
                  <c:v>6.290028291322762</c:v>
                </c:pt>
                <c:pt idx="2673">
                  <c:v>6.290028291322762</c:v>
                </c:pt>
                <c:pt idx="2674">
                  <c:v>6.290028291322762</c:v>
                </c:pt>
                <c:pt idx="2675">
                  <c:v>6.290028291322762</c:v>
                </c:pt>
                <c:pt idx="2676">
                  <c:v>6.290028291322762</c:v>
                </c:pt>
                <c:pt idx="2677">
                  <c:v>6.290028291322762</c:v>
                </c:pt>
                <c:pt idx="2678">
                  <c:v>6.290028291322762</c:v>
                </c:pt>
                <c:pt idx="2679">
                  <c:v>6.290028291322762</c:v>
                </c:pt>
                <c:pt idx="2680">
                  <c:v>6.290028291322762</c:v>
                </c:pt>
                <c:pt idx="2681">
                  <c:v>6.290028291322762</c:v>
                </c:pt>
                <c:pt idx="2682">
                  <c:v>6.290028291322762</c:v>
                </c:pt>
                <c:pt idx="2683">
                  <c:v>6.290028291322762</c:v>
                </c:pt>
                <c:pt idx="2684">
                  <c:v>6.290028291322762</c:v>
                </c:pt>
                <c:pt idx="2685">
                  <c:v>6.290028291322762</c:v>
                </c:pt>
                <c:pt idx="2686">
                  <c:v>6.290028291322762</c:v>
                </c:pt>
                <c:pt idx="2687">
                  <c:v>6.290028291322762</c:v>
                </c:pt>
                <c:pt idx="2688">
                  <c:v>6.290028291322762</c:v>
                </c:pt>
                <c:pt idx="2689">
                  <c:v>6.290028291322762</c:v>
                </c:pt>
                <c:pt idx="2690">
                  <c:v>6.290028291322762</c:v>
                </c:pt>
                <c:pt idx="2691">
                  <c:v>6.290028291322762</c:v>
                </c:pt>
                <c:pt idx="2692">
                  <c:v>6.290028291322762</c:v>
                </c:pt>
                <c:pt idx="2693">
                  <c:v>6.290028291322762</c:v>
                </c:pt>
                <c:pt idx="2694">
                  <c:v>6.290028291322762</c:v>
                </c:pt>
                <c:pt idx="2695">
                  <c:v>6.290028291322762</c:v>
                </c:pt>
                <c:pt idx="2696">
                  <c:v>6.290028291322762</c:v>
                </c:pt>
                <c:pt idx="2697">
                  <c:v>6.290028291322762</c:v>
                </c:pt>
                <c:pt idx="2698">
                  <c:v>6.290028291322762</c:v>
                </c:pt>
                <c:pt idx="2699">
                  <c:v>6.290028291322762</c:v>
                </c:pt>
                <c:pt idx="2700">
                  <c:v>6.290028291322762</c:v>
                </c:pt>
                <c:pt idx="2701">
                  <c:v>6.290028291322762</c:v>
                </c:pt>
                <c:pt idx="2702">
                  <c:v>6.290028291322762</c:v>
                </c:pt>
                <c:pt idx="2703">
                  <c:v>6.290028291322762</c:v>
                </c:pt>
                <c:pt idx="2704">
                  <c:v>6.290028291322762</c:v>
                </c:pt>
                <c:pt idx="2705">
                  <c:v>6.290028291322762</c:v>
                </c:pt>
                <c:pt idx="2706">
                  <c:v>6.290028291322762</c:v>
                </c:pt>
                <c:pt idx="2707">
                  <c:v>6.290028291322762</c:v>
                </c:pt>
                <c:pt idx="2708">
                  <c:v>6.290028291322762</c:v>
                </c:pt>
                <c:pt idx="2709">
                  <c:v>6.290028291322762</c:v>
                </c:pt>
                <c:pt idx="2710">
                  <c:v>6.290028291322762</c:v>
                </c:pt>
                <c:pt idx="2711">
                  <c:v>6.290028291322762</c:v>
                </c:pt>
                <c:pt idx="2712">
                  <c:v>6.290028291322762</c:v>
                </c:pt>
                <c:pt idx="2713">
                  <c:v>6.290028291322762</c:v>
                </c:pt>
                <c:pt idx="2714">
                  <c:v>6.290028291322762</c:v>
                </c:pt>
                <c:pt idx="2715">
                  <c:v>6.290028291322762</c:v>
                </c:pt>
                <c:pt idx="2716">
                  <c:v>6.290028291322762</c:v>
                </c:pt>
                <c:pt idx="2717">
                  <c:v>6.290028291322762</c:v>
                </c:pt>
                <c:pt idx="2718">
                  <c:v>6.290028291322762</c:v>
                </c:pt>
                <c:pt idx="2719">
                  <c:v>6.290028291322762</c:v>
                </c:pt>
                <c:pt idx="2720">
                  <c:v>6.290028291322762</c:v>
                </c:pt>
                <c:pt idx="2721">
                  <c:v>6.290028291322762</c:v>
                </c:pt>
                <c:pt idx="2722">
                  <c:v>6.290028291322762</c:v>
                </c:pt>
                <c:pt idx="2723">
                  <c:v>6.290028291322762</c:v>
                </c:pt>
                <c:pt idx="2724">
                  <c:v>6.290028291322762</c:v>
                </c:pt>
                <c:pt idx="2725">
                  <c:v>6.290028291322762</c:v>
                </c:pt>
                <c:pt idx="2726">
                  <c:v>6.290028291322762</c:v>
                </c:pt>
                <c:pt idx="2727">
                  <c:v>6.290028291322762</c:v>
                </c:pt>
                <c:pt idx="2728">
                  <c:v>6.290028291322762</c:v>
                </c:pt>
                <c:pt idx="2729">
                  <c:v>6.290028291322762</c:v>
                </c:pt>
                <c:pt idx="2730">
                  <c:v>6.290028291322762</c:v>
                </c:pt>
                <c:pt idx="2731">
                  <c:v>6.290028291322762</c:v>
                </c:pt>
                <c:pt idx="2732">
                  <c:v>6.290028291322762</c:v>
                </c:pt>
                <c:pt idx="2733">
                  <c:v>6.290028291322762</c:v>
                </c:pt>
                <c:pt idx="2734">
                  <c:v>6.290028291322762</c:v>
                </c:pt>
                <c:pt idx="2735">
                  <c:v>6.290028291322762</c:v>
                </c:pt>
                <c:pt idx="2736">
                  <c:v>6.290028291322762</c:v>
                </c:pt>
                <c:pt idx="2737">
                  <c:v>6.290028291322762</c:v>
                </c:pt>
                <c:pt idx="2738">
                  <c:v>6.290028291322762</c:v>
                </c:pt>
                <c:pt idx="2739">
                  <c:v>6.290028291322762</c:v>
                </c:pt>
                <c:pt idx="2740">
                  <c:v>6.290028291322762</c:v>
                </c:pt>
                <c:pt idx="2741">
                  <c:v>6.290028291322762</c:v>
                </c:pt>
                <c:pt idx="2742">
                  <c:v>6.290028291322762</c:v>
                </c:pt>
                <c:pt idx="2743">
                  <c:v>6.290028291322762</c:v>
                </c:pt>
                <c:pt idx="2744">
                  <c:v>6.290028291322762</c:v>
                </c:pt>
                <c:pt idx="2745">
                  <c:v>6.290028291322762</c:v>
                </c:pt>
                <c:pt idx="2746">
                  <c:v>6.290028291322762</c:v>
                </c:pt>
                <c:pt idx="2747">
                  <c:v>6.290028291322762</c:v>
                </c:pt>
                <c:pt idx="2748">
                  <c:v>6.290028291322762</c:v>
                </c:pt>
                <c:pt idx="2749">
                  <c:v>6.290028291322762</c:v>
                </c:pt>
                <c:pt idx="2750">
                  <c:v>6.290028291322762</c:v>
                </c:pt>
                <c:pt idx="2751">
                  <c:v>6.290028291322762</c:v>
                </c:pt>
                <c:pt idx="2752">
                  <c:v>6.290028291322762</c:v>
                </c:pt>
                <c:pt idx="2753">
                  <c:v>6.290028291322762</c:v>
                </c:pt>
                <c:pt idx="2754">
                  <c:v>6.290028291322762</c:v>
                </c:pt>
                <c:pt idx="2755">
                  <c:v>6.290028291322762</c:v>
                </c:pt>
                <c:pt idx="2756">
                  <c:v>6.290028291322762</c:v>
                </c:pt>
                <c:pt idx="2757">
                  <c:v>6.290028291322762</c:v>
                </c:pt>
                <c:pt idx="2758">
                  <c:v>6.290028291322762</c:v>
                </c:pt>
                <c:pt idx="2759">
                  <c:v>6.290028291322762</c:v>
                </c:pt>
                <c:pt idx="2760">
                  <c:v>6.290028291322762</c:v>
                </c:pt>
                <c:pt idx="2761">
                  <c:v>6.290028291322762</c:v>
                </c:pt>
                <c:pt idx="2762">
                  <c:v>6.290028291322762</c:v>
                </c:pt>
                <c:pt idx="2763">
                  <c:v>6.290028291322762</c:v>
                </c:pt>
                <c:pt idx="2764">
                  <c:v>6.290028291322762</c:v>
                </c:pt>
                <c:pt idx="2765">
                  <c:v>6.290028291322762</c:v>
                </c:pt>
                <c:pt idx="2766">
                  <c:v>6.290028291322762</c:v>
                </c:pt>
                <c:pt idx="2767">
                  <c:v>6.290028291322762</c:v>
                </c:pt>
                <c:pt idx="2768">
                  <c:v>6.290028291322762</c:v>
                </c:pt>
                <c:pt idx="2769">
                  <c:v>6.290028291322762</c:v>
                </c:pt>
                <c:pt idx="2770">
                  <c:v>6.290028291322762</c:v>
                </c:pt>
                <c:pt idx="2771">
                  <c:v>6.290028291322762</c:v>
                </c:pt>
                <c:pt idx="2772">
                  <c:v>6.290028291322762</c:v>
                </c:pt>
                <c:pt idx="2773">
                  <c:v>6.290028291322762</c:v>
                </c:pt>
                <c:pt idx="2774">
                  <c:v>6.290028291322762</c:v>
                </c:pt>
                <c:pt idx="2775">
                  <c:v>6.290028291322762</c:v>
                </c:pt>
                <c:pt idx="2776">
                  <c:v>6.290028291322762</c:v>
                </c:pt>
                <c:pt idx="2777">
                  <c:v>6.290028291322762</c:v>
                </c:pt>
                <c:pt idx="2778">
                  <c:v>6.290028291322762</c:v>
                </c:pt>
                <c:pt idx="2779">
                  <c:v>6.290028291322762</c:v>
                </c:pt>
                <c:pt idx="2780">
                  <c:v>6.290028291322762</c:v>
                </c:pt>
                <c:pt idx="2781">
                  <c:v>6.290028291322762</c:v>
                </c:pt>
                <c:pt idx="2782">
                  <c:v>6.290028291322762</c:v>
                </c:pt>
                <c:pt idx="2783">
                  <c:v>6.290028291322762</c:v>
                </c:pt>
                <c:pt idx="2784">
                  <c:v>6.290028291322762</c:v>
                </c:pt>
                <c:pt idx="2785">
                  <c:v>6.290028291322762</c:v>
                </c:pt>
                <c:pt idx="2786">
                  <c:v>6.290028291322762</c:v>
                </c:pt>
                <c:pt idx="2787">
                  <c:v>6.290028291322762</c:v>
                </c:pt>
                <c:pt idx="2788">
                  <c:v>6.290028291322762</c:v>
                </c:pt>
                <c:pt idx="2789">
                  <c:v>6.290028291322762</c:v>
                </c:pt>
                <c:pt idx="2790">
                  <c:v>6.290028291322762</c:v>
                </c:pt>
                <c:pt idx="2791">
                  <c:v>6.290028291322762</c:v>
                </c:pt>
                <c:pt idx="2792">
                  <c:v>6.290028291322762</c:v>
                </c:pt>
                <c:pt idx="2793">
                  <c:v>6.290028291322762</c:v>
                </c:pt>
                <c:pt idx="2794">
                  <c:v>6.290028291322762</c:v>
                </c:pt>
                <c:pt idx="2795">
                  <c:v>6.290028291322762</c:v>
                </c:pt>
                <c:pt idx="2796">
                  <c:v>6.290028291322762</c:v>
                </c:pt>
                <c:pt idx="2797">
                  <c:v>6.290028291322762</c:v>
                </c:pt>
                <c:pt idx="2798">
                  <c:v>6.290028291322762</c:v>
                </c:pt>
                <c:pt idx="2799">
                  <c:v>6.290028291322762</c:v>
                </c:pt>
                <c:pt idx="2800">
                  <c:v>6.290028291322762</c:v>
                </c:pt>
                <c:pt idx="2801">
                  <c:v>6.290028291322762</c:v>
                </c:pt>
                <c:pt idx="2802">
                  <c:v>6.290028291322762</c:v>
                </c:pt>
                <c:pt idx="2803">
                  <c:v>6.290028291322762</c:v>
                </c:pt>
                <c:pt idx="2804">
                  <c:v>6.290028291322762</c:v>
                </c:pt>
                <c:pt idx="2805">
                  <c:v>6.290028291322762</c:v>
                </c:pt>
                <c:pt idx="2806">
                  <c:v>6.290028291322762</c:v>
                </c:pt>
                <c:pt idx="2807">
                  <c:v>6.290028291322762</c:v>
                </c:pt>
                <c:pt idx="2808">
                  <c:v>6.290028291322762</c:v>
                </c:pt>
                <c:pt idx="2809">
                  <c:v>6.290028291322762</c:v>
                </c:pt>
                <c:pt idx="2810">
                  <c:v>6.290028291322762</c:v>
                </c:pt>
                <c:pt idx="2811">
                  <c:v>6.290028291322762</c:v>
                </c:pt>
                <c:pt idx="2812">
                  <c:v>6.290028291322762</c:v>
                </c:pt>
                <c:pt idx="2813">
                  <c:v>6.290028291322762</c:v>
                </c:pt>
                <c:pt idx="2814">
                  <c:v>6.290028291322762</c:v>
                </c:pt>
                <c:pt idx="2815">
                  <c:v>6.290028291322762</c:v>
                </c:pt>
                <c:pt idx="2816">
                  <c:v>6.290028291322762</c:v>
                </c:pt>
                <c:pt idx="2817">
                  <c:v>6.290028291322762</c:v>
                </c:pt>
                <c:pt idx="2818">
                  <c:v>6.290028291322762</c:v>
                </c:pt>
                <c:pt idx="2819">
                  <c:v>6.290028291322762</c:v>
                </c:pt>
                <c:pt idx="2820">
                  <c:v>6.290028291322762</c:v>
                </c:pt>
                <c:pt idx="2821">
                  <c:v>6.290028291322762</c:v>
                </c:pt>
                <c:pt idx="2822">
                  <c:v>6.290028291322762</c:v>
                </c:pt>
                <c:pt idx="2823">
                  <c:v>6.290028291322762</c:v>
                </c:pt>
                <c:pt idx="2824">
                  <c:v>6.290028291322762</c:v>
                </c:pt>
                <c:pt idx="2825">
                  <c:v>6.290028291322762</c:v>
                </c:pt>
                <c:pt idx="2826">
                  <c:v>6.290028291322762</c:v>
                </c:pt>
                <c:pt idx="2827">
                  <c:v>6.290028291322762</c:v>
                </c:pt>
                <c:pt idx="2828">
                  <c:v>6.290028291322762</c:v>
                </c:pt>
                <c:pt idx="2829">
                  <c:v>6.290028291322762</c:v>
                </c:pt>
                <c:pt idx="2830">
                  <c:v>6.290028291322762</c:v>
                </c:pt>
                <c:pt idx="2831">
                  <c:v>6.290028291322762</c:v>
                </c:pt>
                <c:pt idx="2832">
                  <c:v>6.290028291322762</c:v>
                </c:pt>
                <c:pt idx="2833">
                  <c:v>6.290028291322762</c:v>
                </c:pt>
                <c:pt idx="2834">
                  <c:v>6.290028291322762</c:v>
                </c:pt>
                <c:pt idx="2835">
                  <c:v>6.290028291322762</c:v>
                </c:pt>
                <c:pt idx="2836">
                  <c:v>6.290028291322762</c:v>
                </c:pt>
                <c:pt idx="2837">
                  <c:v>6.290028291322762</c:v>
                </c:pt>
                <c:pt idx="2838">
                  <c:v>6.290028291322762</c:v>
                </c:pt>
                <c:pt idx="2839">
                  <c:v>6.290028291322762</c:v>
                </c:pt>
                <c:pt idx="2840">
                  <c:v>6.290028291322762</c:v>
                </c:pt>
                <c:pt idx="2841">
                  <c:v>6.290028291322762</c:v>
                </c:pt>
                <c:pt idx="2842">
                  <c:v>6.290028291322762</c:v>
                </c:pt>
                <c:pt idx="2843">
                  <c:v>6.290028291322762</c:v>
                </c:pt>
                <c:pt idx="2844">
                  <c:v>6.290028291322762</c:v>
                </c:pt>
                <c:pt idx="2845">
                  <c:v>6.290028291322762</c:v>
                </c:pt>
                <c:pt idx="2846">
                  <c:v>6.290028291322762</c:v>
                </c:pt>
                <c:pt idx="2847">
                  <c:v>6.290028291322762</c:v>
                </c:pt>
                <c:pt idx="2848">
                  <c:v>6.290028291322762</c:v>
                </c:pt>
                <c:pt idx="2849">
                  <c:v>6.290028291322762</c:v>
                </c:pt>
                <c:pt idx="2850">
                  <c:v>6.290028291322762</c:v>
                </c:pt>
                <c:pt idx="2851">
                  <c:v>6.290028291322762</c:v>
                </c:pt>
                <c:pt idx="2852">
                  <c:v>6.290028291322762</c:v>
                </c:pt>
                <c:pt idx="2853">
                  <c:v>6.290028291322762</c:v>
                </c:pt>
                <c:pt idx="2854">
                  <c:v>6.290028291322762</c:v>
                </c:pt>
                <c:pt idx="2855">
                  <c:v>6.290028291322762</c:v>
                </c:pt>
                <c:pt idx="2856">
                  <c:v>6.290028291322762</c:v>
                </c:pt>
                <c:pt idx="2857">
                  <c:v>6.290028291322762</c:v>
                </c:pt>
                <c:pt idx="2858">
                  <c:v>6.290028291322762</c:v>
                </c:pt>
                <c:pt idx="2859">
                  <c:v>6.290028291322762</c:v>
                </c:pt>
                <c:pt idx="2860">
                  <c:v>6.290028291322762</c:v>
                </c:pt>
                <c:pt idx="2861">
                  <c:v>6.290028291322762</c:v>
                </c:pt>
                <c:pt idx="2862">
                  <c:v>6.290028291322762</c:v>
                </c:pt>
                <c:pt idx="2863">
                  <c:v>6.290028291322762</c:v>
                </c:pt>
                <c:pt idx="2864">
                  <c:v>6.290028291322762</c:v>
                </c:pt>
                <c:pt idx="2865">
                  <c:v>6.290028291322762</c:v>
                </c:pt>
                <c:pt idx="2866">
                  <c:v>6.290028291322762</c:v>
                </c:pt>
                <c:pt idx="2867">
                  <c:v>6.290028291322762</c:v>
                </c:pt>
                <c:pt idx="2868">
                  <c:v>6.290028291322762</c:v>
                </c:pt>
                <c:pt idx="2869">
                  <c:v>6.290028291322762</c:v>
                </c:pt>
                <c:pt idx="2870">
                  <c:v>6.290028291322762</c:v>
                </c:pt>
                <c:pt idx="2871">
                  <c:v>6.290028291322762</c:v>
                </c:pt>
                <c:pt idx="2872">
                  <c:v>6.290028291322762</c:v>
                </c:pt>
                <c:pt idx="2873">
                  <c:v>6.290028291322762</c:v>
                </c:pt>
                <c:pt idx="2874">
                  <c:v>6.290028291322762</c:v>
                </c:pt>
                <c:pt idx="2875">
                  <c:v>6.290028291322762</c:v>
                </c:pt>
                <c:pt idx="2876">
                  <c:v>6.290028291322762</c:v>
                </c:pt>
                <c:pt idx="2877">
                  <c:v>6.290028291322762</c:v>
                </c:pt>
                <c:pt idx="2878">
                  <c:v>6.290028291322762</c:v>
                </c:pt>
                <c:pt idx="2879">
                  <c:v>6.290028291322762</c:v>
                </c:pt>
                <c:pt idx="2880">
                  <c:v>6.290028291322762</c:v>
                </c:pt>
                <c:pt idx="2881">
                  <c:v>6.290028291322762</c:v>
                </c:pt>
                <c:pt idx="2882">
                  <c:v>6.290028291322762</c:v>
                </c:pt>
                <c:pt idx="2883">
                  <c:v>6.290028291322762</c:v>
                </c:pt>
                <c:pt idx="2884">
                  <c:v>6.290028291322762</c:v>
                </c:pt>
                <c:pt idx="2885">
                  <c:v>6.290028291322762</c:v>
                </c:pt>
                <c:pt idx="2886">
                  <c:v>6.290028291322762</c:v>
                </c:pt>
                <c:pt idx="2887">
                  <c:v>6.290028291322762</c:v>
                </c:pt>
                <c:pt idx="2888">
                  <c:v>6.290028291322762</c:v>
                </c:pt>
                <c:pt idx="2889">
                  <c:v>6.290028291322762</c:v>
                </c:pt>
                <c:pt idx="2890">
                  <c:v>6.290028291322762</c:v>
                </c:pt>
                <c:pt idx="2891">
                  <c:v>6.290028291322762</c:v>
                </c:pt>
                <c:pt idx="2892">
                  <c:v>6.290028291322762</c:v>
                </c:pt>
                <c:pt idx="2893">
                  <c:v>6.290028291322762</c:v>
                </c:pt>
                <c:pt idx="2894">
                  <c:v>6.290028291322762</c:v>
                </c:pt>
                <c:pt idx="2895">
                  <c:v>6.290028291322762</c:v>
                </c:pt>
                <c:pt idx="2896">
                  <c:v>6.290028291322762</c:v>
                </c:pt>
                <c:pt idx="2897">
                  <c:v>6.290028291322762</c:v>
                </c:pt>
                <c:pt idx="2898">
                  <c:v>6.290028291322762</c:v>
                </c:pt>
                <c:pt idx="2899">
                  <c:v>6.290028291322762</c:v>
                </c:pt>
                <c:pt idx="2900">
                  <c:v>6.290028291322762</c:v>
                </c:pt>
                <c:pt idx="2901">
                  <c:v>6.290028291322762</c:v>
                </c:pt>
                <c:pt idx="2902">
                  <c:v>6.290028291322762</c:v>
                </c:pt>
                <c:pt idx="2903">
                  <c:v>6.290028291322762</c:v>
                </c:pt>
                <c:pt idx="2904">
                  <c:v>6.290028291322762</c:v>
                </c:pt>
                <c:pt idx="2905">
                  <c:v>6.290028291322762</c:v>
                </c:pt>
                <c:pt idx="2906">
                  <c:v>6.290028291322762</c:v>
                </c:pt>
                <c:pt idx="2907">
                  <c:v>6.290028291322762</c:v>
                </c:pt>
                <c:pt idx="2908">
                  <c:v>6.290028291322762</c:v>
                </c:pt>
                <c:pt idx="2909">
                  <c:v>6.290028291322762</c:v>
                </c:pt>
                <c:pt idx="2910">
                  <c:v>6.290028291322762</c:v>
                </c:pt>
                <c:pt idx="2911">
                  <c:v>6.290028291322762</c:v>
                </c:pt>
                <c:pt idx="2912">
                  <c:v>6.290028291322762</c:v>
                </c:pt>
                <c:pt idx="2913">
                  <c:v>6.290028291322762</c:v>
                </c:pt>
                <c:pt idx="2914">
                  <c:v>6.290028291322762</c:v>
                </c:pt>
                <c:pt idx="2915">
                  <c:v>6.290028291322762</c:v>
                </c:pt>
                <c:pt idx="2916">
                  <c:v>6.290028291322762</c:v>
                </c:pt>
                <c:pt idx="2917">
                  <c:v>6.290028291322762</c:v>
                </c:pt>
                <c:pt idx="2918">
                  <c:v>6.290028291322762</c:v>
                </c:pt>
                <c:pt idx="2919">
                  <c:v>6.290028291322762</c:v>
                </c:pt>
                <c:pt idx="2920">
                  <c:v>6.290028291322762</c:v>
                </c:pt>
                <c:pt idx="2921">
                  <c:v>6.290028291322762</c:v>
                </c:pt>
                <c:pt idx="2922">
                  <c:v>6.290028291322762</c:v>
                </c:pt>
                <c:pt idx="2923">
                  <c:v>6.290028291322762</c:v>
                </c:pt>
                <c:pt idx="2924">
                  <c:v>6.290028291322762</c:v>
                </c:pt>
                <c:pt idx="2925">
                  <c:v>6.290028291322762</c:v>
                </c:pt>
                <c:pt idx="2926">
                  <c:v>6.290028291322762</c:v>
                </c:pt>
                <c:pt idx="2927">
                  <c:v>6.290028291322762</c:v>
                </c:pt>
                <c:pt idx="2928">
                  <c:v>6.290028291322762</c:v>
                </c:pt>
                <c:pt idx="2929">
                  <c:v>6.290028291322762</c:v>
                </c:pt>
                <c:pt idx="2930">
                  <c:v>6.290028291322762</c:v>
                </c:pt>
                <c:pt idx="2931">
                  <c:v>6.290028291322762</c:v>
                </c:pt>
                <c:pt idx="2932">
                  <c:v>6.290028291322762</c:v>
                </c:pt>
                <c:pt idx="2933">
                  <c:v>6.290028291322762</c:v>
                </c:pt>
                <c:pt idx="2934">
                  <c:v>6.290028291322762</c:v>
                </c:pt>
                <c:pt idx="2935">
                  <c:v>6.290028291322762</c:v>
                </c:pt>
                <c:pt idx="2936">
                  <c:v>6.290028291322762</c:v>
                </c:pt>
                <c:pt idx="2937">
                  <c:v>6.290028291322762</c:v>
                </c:pt>
                <c:pt idx="2938">
                  <c:v>6.290028291322762</c:v>
                </c:pt>
                <c:pt idx="2939">
                  <c:v>6.290028291322762</c:v>
                </c:pt>
                <c:pt idx="2940">
                  <c:v>6.290028291322762</c:v>
                </c:pt>
                <c:pt idx="2941">
                  <c:v>6.290028291322762</c:v>
                </c:pt>
                <c:pt idx="2942">
                  <c:v>6.290028291322762</c:v>
                </c:pt>
                <c:pt idx="2943">
                  <c:v>6.290028291322762</c:v>
                </c:pt>
                <c:pt idx="2944">
                  <c:v>6.290028291322762</c:v>
                </c:pt>
                <c:pt idx="2945">
                  <c:v>6.290028291322762</c:v>
                </c:pt>
                <c:pt idx="2946">
                  <c:v>6.290028291322762</c:v>
                </c:pt>
                <c:pt idx="2947">
                  <c:v>6.290028291322762</c:v>
                </c:pt>
                <c:pt idx="2948">
                  <c:v>6.290028291322762</c:v>
                </c:pt>
                <c:pt idx="2949">
                  <c:v>6.290028291322762</c:v>
                </c:pt>
                <c:pt idx="2950">
                  <c:v>6.290028291322762</c:v>
                </c:pt>
                <c:pt idx="2951">
                  <c:v>6.290028291322762</c:v>
                </c:pt>
                <c:pt idx="2952">
                  <c:v>6.290028291322762</c:v>
                </c:pt>
                <c:pt idx="2953">
                  <c:v>6.290028291322762</c:v>
                </c:pt>
                <c:pt idx="2954">
                  <c:v>6.290028291322762</c:v>
                </c:pt>
                <c:pt idx="2955">
                  <c:v>6.290028291322762</c:v>
                </c:pt>
                <c:pt idx="2956">
                  <c:v>6.290028291322762</c:v>
                </c:pt>
                <c:pt idx="2957">
                  <c:v>6.290028291322762</c:v>
                </c:pt>
                <c:pt idx="2958">
                  <c:v>6.290028291322762</c:v>
                </c:pt>
                <c:pt idx="2959">
                  <c:v>6.290028291322762</c:v>
                </c:pt>
                <c:pt idx="2960">
                  <c:v>6.290028291322762</c:v>
                </c:pt>
                <c:pt idx="2961">
                  <c:v>6.290028291322762</c:v>
                </c:pt>
                <c:pt idx="2962">
                  <c:v>6.290028291322762</c:v>
                </c:pt>
                <c:pt idx="2963">
                  <c:v>6.290028291322762</c:v>
                </c:pt>
                <c:pt idx="2964">
                  <c:v>6.290028291322762</c:v>
                </c:pt>
                <c:pt idx="2965">
                  <c:v>6.290028291322762</c:v>
                </c:pt>
                <c:pt idx="2966">
                  <c:v>6.290028291322762</c:v>
                </c:pt>
                <c:pt idx="2967">
                  <c:v>6.290028291322762</c:v>
                </c:pt>
                <c:pt idx="2968">
                  <c:v>6.290028291322762</c:v>
                </c:pt>
                <c:pt idx="2969">
                  <c:v>6.290028291322762</c:v>
                </c:pt>
                <c:pt idx="2970">
                  <c:v>6.290028291322762</c:v>
                </c:pt>
                <c:pt idx="2971">
                  <c:v>6.290028291322762</c:v>
                </c:pt>
                <c:pt idx="2972">
                  <c:v>6.290028291322762</c:v>
                </c:pt>
                <c:pt idx="2973">
                  <c:v>6.290028291322762</c:v>
                </c:pt>
                <c:pt idx="2974">
                  <c:v>6.290028291322762</c:v>
                </c:pt>
                <c:pt idx="2975">
                  <c:v>6.290028291322762</c:v>
                </c:pt>
                <c:pt idx="2976">
                  <c:v>6.290028291322762</c:v>
                </c:pt>
                <c:pt idx="2977">
                  <c:v>6.290028291322762</c:v>
                </c:pt>
                <c:pt idx="2978">
                  <c:v>6.290028291322762</c:v>
                </c:pt>
                <c:pt idx="2979">
                  <c:v>6.290028291322762</c:v>
                </c:pt>
                <c:pt idx="2980">
                  <c:v>6.290028291322762</c:v>
                </c:pt>
                <c:pt idx="2981">
                  <c:v>6.290028291322762</c:v>
                </c:pt>
                <c:pt idx="2982">
                  <c:v>6.290028291322762</c:v>
                </c:pt>
                <c:pt idx="2983">
                  <c:v>6.290028291322762</c:v>
                </c:pt>
                <c:pt idx="2984">
                  <c:v>6.290028291322762</c:v>
                </c:pt>
                <c:pt idx="2985">
                  <c:v>6.290028291322762</c:v>
                </c:pt>
                <c:pt idx="2986">
                  <c:v>6.290028291322762</c:v>
                </c:pt>
                <c:pt idx="2987">
                  <c:v>6.290028291322762</c:v>
                </c:pt>
                <c:pt idx="2988">
                  <c:v>6.290028291322762</c:v>
                </c:pt>
                <c:pt idx="2989">
                  <c:v>6.290028291322762</c:v>
                </c:pt>
                <c:pt idx="2990">
                  <c:v>6.290028291322762</c:v>
                </c:pt>
                <c:pt idx="2991">
                  <c:v>6.290028291322762</c:v>
                </c:pt>
                <c:pt idx="2992">
                  <c:v>6.290028291322762</c:v>
                </c:pt>
                <c:pt idx="2993">
                  <c:v>6.290028291322762</c:v>
                </c:pt>
                <c:pt idx="2994">
                  <c:v>6.290028291322762</c:v>
                </c:pt>
                <c:pt idx="2995">
                  <c:v>6.290028291322762</c:v>
                </c:pt>
                <c:pt idx="2996">
                  <c:v>6.290028291322762</c:v>
                </c:pt>
                <c:pt idx="2997">
                  <c:v>6.290028291322762</c:v>
                </c:pt>
                <c:pt idx="2998">
                  <c:v>6.290028291322762</c:v>
                </c:pt>
                <c:pt idx="2999">
                  <c:v>6.290028291322762</c:v>
                </c:pt>
                <c:pt idx="3000">
                  <c:v>6.290028291322762</c:v>
                </c:pt>
                <c:pt idx="3001">
                  <c:v>6.290028291322762</c:v>
                </c:pt>
                <c:pt idx="3002">
                  <c:v>6.290028291322762</c:v>
                </c:pt>
                <c:pt idx="3003">
                  <c:v>6.290028291322762</c:v>
                </c:pt>
                <c:pt idx="3004">
                  <c:v>6.290028291322762</c:v>
                </c:pt>
                <c:pt idx="3005">
                  <c:v>6.290028291322762</c:v>
                </c:pt>
                <c:pt idx="3006">
                  <c:v>6.290028291322762</c:v>
                </c:pt>
                <c:pt idx="3007">
                  <c:v>6.290028291322762</c:v>
                </c:pt>
                <c:pt idx="3008">
                  <c:v>6.290028291322762</c:v>
                </c:pt>
                <c:pt idx="3009">
                  <c:v>6.290028291322762</c:v>
                </c:pt>
                <c:pt idx="3010">
                  <c:v>6.290028291322762</c:v>
                </c:pt>
                <c:pt idx="3011">
                  <c:v>6.290028291322762</c:v>
                </c:pt>
                <c:pt idx="3012">
                  <c:v>6.290028291322762</c:v>
                </c:pt>
                <c:pt idx="3013">
                  <c:v>6.290028291322762</c:v>
                </c:pt>
                <c:pt idx="3014">
                  <c:v>6.290028291322762</c:v>
                </c:pt>
                <c:pt idx="3015">
                  <c:v>6.290028291322762</c:v>
                </c:pt>
                <c:pt idx="3016">
                  <c:v>6.290028291322762</c:v>
                </c:pt>
                <c:pt idx="3017">
                  <c:v>6.290028291322762</c:v>
                </c:pt>
                <c:pt idx="3018">
                  <c:v>6.290028291322762</c:v>
                </c:pt>
                <c:pt idx="3019">
                  <c:v>6.290028291322762</c:v>
                </c:pt>
                <c:pt idx="3020">
                  <c:v>6.290028291322762</c:v>
                </c:pt>
                <c:pt idx="3021">
                  <c:v>6.290028291322762</c:v>
                </c:pt>
                <c:pt idx="3022">
                  <c:v>6.290028291322762</c:v>
                </c:pt>
                <c:pt idx="3023">
                  <c:v>6.290028291322762</c:v>
                </c:pt>
                <c:pt idx="3024">
                  <c:v>6.290028291322762</c:v>
                </c:pt>
                <c:pt idx="3025">
                  <c:v>6.290028291322762</c:v>
                </c:pt>
                <c:pt idx="3026">
                  <c:v>6.290028291322762</c:v>
                </c:pt>
                <c:pt idx="3027">
                  <c:v>6.290028291322762</c:v>
                </c:pt>
                <c:pt idx="3028">
                  <c:v>6.290028291322762</c:v>
                </c:pt>
                <c:pt idx="3029">
                  <c:v>6.290028291322762</c:v>
                </c:pt>
                <c:pt idx="3030">
                  <c:v>6.290028291322762</c:v>
                </c:pt>
                <c:pt idx="3031">
                  <c:v>6.290028291322762</c:v>
                </c:pt>
                <c:pt idx="3032">
                  <c:v>6.290028291322762</c:v>
                </c:pt>
                <c:pt idx="3033">
                  <c:v>6.290028291322762</c:v>
                </c:pt>
                <c:pt idx="3034">
                  <c:v>6.290028291322762</c:v>
                </c:pt>
                <c:pt idx="3035">
                  <c:v>6.290028291322762</c:v>
                </c:pt>
                <c:pt idx="3036">
                  <c:v>6.290028291322762</c:v>
                </c:pt>
                <c:pt idx="3037">
                  <c:v>6.290028291322762</c:v>
                </c:pt>
                <c:pt idx="3038">
                  <c:v>6.290028291322762</c:v>
                </c:pt>
                <c:pt idx="3039">
                  <c:v>6.290028291322762</c:v>
                </c:pt>
                <c:pt idx="3040">
                  <c:v>6.290028291322762</c:v>
                </c:pt>
                <c:pt idx="3041">
                  <c:v>6.290028291322762</c:v>
                </c:pt>
                <c:pt idx="3042">
                  <c:v>6.290028291322762</c:v>
                </c:pt>
                <c:pt idx="3043">
                  <c:v>6.290028291322762</c:v>
                </c:pt>
                <c:pt idx="3044">
                  <c:v>6.290028291322762</c:v>
                </c:pt>
                <c:pt idx="3045">
                  <c:v>6.290028291322762</c:v>
                </c:pt>
                <c:pt idx="3046">
                  <c:v>6.290028291322762</c:v>
                </c:pt>
                <c:pt idx="3047">
                  <c:v>6.290028291322762</c:v>
                </c:pt>
                <c:pt idx="3048">
                  <c:v>6.290028291322762</c:v>
                </c:pt>
                <c:pt idx="3049">
                  <c:v>6.290028291322762</c:v>
                </c:pt>
                <c:pt idx="3050">
                  <c:v>6.290028291322762</c:v>
                </c:pt>
                <c:pt idx="3051">
                  <c:v>6.290028291322762</c:v>
                </c:pt>
                <c:pt idx="3052">
                  <c:v>6.290028291322762</c:v>
                </c:pt>
                <c:pt idx="3053">
                  <c:v>6.290028291322762</c:v>
                </c:pt>
                <c:pt idx="3054">
                  <c:v>6.290028291322762</c:v>
                </c:pt>
                <c:pt idx="3055">
                  <c:v>6.290028291322762</c:v>
                </c:pt>
                <c:pt idx="3056">
                  <c:v>6.290028291322762</c:v>
                </c:pt>
                <c:pt idx="3057">
                  <c:v>6.290028291322762</c:v>
                </c:pt>
                <c:pt idx="3058">
                  <c:v>6.290028291322762</c:v>
                </c:pt>
                <c:pt idx="3059">
                  <c:v>6.290028291322762</c:v>
                </c:pt>
                <c:pt idx="3060">
                  <c:v>6.290028291322762</c:v>
                </c:pt>
                <c:pt idx="3061">
                  <c:v>6.290028291322762</c:v>
                </c:pt>
                <c:pt idx="3062">
                  <c:v>6.290028291322762</c:v>
                </c:pt>
                <c:pt idx="3063">
                  <c:v>6.290028291322762</c:v>
                </c:pt>
                <c:pt idx="3064">
                  <c:v>6.290028291322762</c:v>
                </c:pt>
                <c:pt idx="3065">
                  <c:v>6.290028291322762</c:v>
                </c:pt>
                <c:pt idx="3066">
                  <c:v>6.290028291322762</c:v>
                </c:pt>
                <c:pt idx="3067">
                  <c:v>6.290028291322762</c:v>
                </c:pt>
                <c:pt idx="3068">
                  <c:v>6.290028291322762</c:v>
                </c:pt>
                <c:pt idx="3069">
                  <c:v>6.290028291322762</c:v>
                </c:pt>
                <c:pt idx="3070">
                  <c:v>6.290028291322762</c:v>
                </c:pt>
                <c:pt idx="3071">
                  <c:v>6.290028291322762</c:v>
                </c:pt>
                <c:pt idx="3072">
                  <c:v>6.290028291322762</c:v>
                </c:pt>
                <c:pt idx="3073">
                  <c:v>6.290028291322762</c:v>
                </c:pt>
                <c:pt idx="3074">
                  <c:v>6.290028291322762</c:v>
                </c:pt>
                <c:pt idx="3075">
                  <c:v>6.290028291322762</c:v>
                </c:pt>
                <c:pt idx="3076">
                  <c:v>6.290028291322762</c:v>
                </c:pt>
                <c:pt idx="3077">
                  <c:v>6.290028291322762</c:v>
                </c:pt>
                <c:pt idx="3078">
                  <c:v>6.290028291322762</c:v>
                </c:pt>
                <c:pt idx="3079">
                  <c:v>6.290028291322762</c:v>
                </c:pt>
                <c:pt idx="3080">
                  <c:v>6.290028291322762</c:v>
                </c:pt>
                <c:pt idx="3081">
                  <c:v>6.290028291322762</c:v>
                </c:pt>
                <c:pt idx="3082">
                  <c:v>6.290028291322762</c:v>
                </c:pt>
                <c:pt idx="3083">
                  <c:v>6.290028291322762</c:v>
                </c:pt>
                <c:pt idx="3084">
                  <c:v>6.290028291322762</c:v>
                </c:pt>
                <c:pt idx="3085">
                  <c:v>6.290028291322762</c:v>
                </c:pt>
                <c:pt idx="3086">
                  <c:v>6.290028291322762</c:v>
                </c:pt>
                <c:pt idx="3087">
                  <c:v>6.290028291322762</c:v>
                </c:pt>
                <c:pt idx="3088">
                  <c:v>6.290028291322762</c:v>
                </c:pt>
                <c:pt idx="3089">
                  <c:v>6.290028291322762</c:v>
                </c:pt>
                <c:pt idx="3090">
                  <c:v>6.290028291322762</c:v>
                </c:pt>
                <c:pt idx="3091">
                  <c:v>6.290028291322762</c:v>
                </c:pt>
                <c:pt idx="3092">
                  <c:v>6.290028291322762</c:v>
                </c:pt>
                <c:pt idx="3093">
                  <c:v>6.290028291322762</c:v>
                </c:pt>
                <c:pt idx="3094">
                  <c:v>6.290028291322762</c:v>
                </c:pt>
                <c:pt idx="3095">
                  <c:v>6.290028291322762</c:v>
                </c:pt>
                <c:pt idx="3096">
                  <c:v>6.290028291322762</c:v>
                </c:pt>
                <c:pt idx="3097">
                  <c:v>6.290028291322762</c:v>
                </c:pt>
                <c:pt idx="3098">
                  <c:v>6.290028291322762</c:v>
                </c:pt>
                <c:pt idx="3099">
                  <c:v>6.290028291322762</c:v>
                </c:pt>
                <c:pt idx="3100">
                  <c:v>6.290028291322762</c:v>
                </c:pt>
                <c:pt idx="3101">
                  <c:v>6.290028291322762</c:v>
                </c:pt>
                <c:pt idx="3102">
                  <c:v>6.290028291322762</c:v>
                </c:pt>
                <c:pt idx="3103">
                  <c:v>6.290028291322762</c:v>
                </c:pt>
                <c:pt idx="3104">
                  <c:v>6.290028291322762</c:v>
                </c:pt>
                <c:pt idx="3105">
                  <c:v>6.290028291322762</c:v>
                </c:pt>
                <c:pt idx="3106">
                  <c:v>6.290028291322762</c:v>
                </c:pt>
                <c:pt idx="3107">
                  <c:v>6.290028291322762</c:v>
                </c:pt>
                <c:pt idx="3108">
                  <c:v>6.290028291322762</c:v>
                </c:pt>
                <c:pt idx="3109">
                  <c:v>6.290028291322762</c:v>
                </c:pt>
                <c:pt idx="3110">
                  <c:v>6.290028291322762</c:v>
                </c:pt>
                <c:pt idx="3111">
                  <c:v>6.290028291322762</c:v>
                </c:pt>
                <c:pt idx="3112">
                  <c:v>6.290028291322762</c:v>
                </c:pt>
                <c:pt idx="3113">
                  <c:v>6.290028291322762</c:v>
                </c:pt>
                <c:pt idx="3114">
                  <c:v>6.290028291322762</c:v>
                </c:pt>
                <c:pt idx="3115">
                  <c:v>6.290028291322762</c:v>
                </c:pt>
                <c:pt idx="3116">
                  <c:v>6.290028291322762</c:v>
                </c:pt>
                <c:pt idx="3117">
                  <c:v>6.290028291322762</c:v>
                </c:pt>
                <c:pt idx="3118">
                  <c:v>6.290028291322762</c:v>
                </c:pt>
                <c:pt idx="3119">
                  <c:v>6.290028291322762</c:v>
                </c:pt>
                <c:pt idx="3120">
                  <c:v>6.290028291322762</c:v>
                </c:pt>
                <c:pt idx="3121">
                  <c:v>6.290028291322762</c:v>
                </c:pt>
                <c:pt idx="3122">
                  <c:v>6.290028291322762</c:v>
                </c:pt>
                <c:pt idx="3123">
                  <c:v>6.290028291322762</c:v>
                </c:pt>
                <c:pt idx="3124">
                  <c:v>6.290028291322762</c:v>
                </c:pt>
                <c:pt idx="3125">
                  <c:v>6.290028291322762</c:v>
                </c:pt>
                <c:pt idx="3126">
                  <c:v>6.290028291322762</c:v>
                </c:pt>
                <c:pt idx="3127">
                  <c:v>6.290028291322762</c:v>
                </c:pt>
                <c:pt idx="3128">
                  <c:v>6.290028291322762</c:v>
                </c:pt>
                <c:pt idx="3129">
                  <c:v>6.290028291322762</c:v>
                </c:pt>
                <c:pt idx="3130">
                  <c:v>6.290028291322762</c:v>
                </c:pt>
                <c:pt idx="3131">
                  <c:v>6.290028291322762</c:v>
                </c:pt>
                <c:pt idx="3132">
                  <c:v>6.290028291322762</c:v>
                </c:pt>
                <c:pt idx="3133">
                  <c:v>6.290028291322762</c:v>
                </c:pt>
                <c:pt idx="3134">
                  <c:v>6.290028291322762</c:v>
                </c:pt>
                <c:pt idx="3135">
                  <c:v>6.290028291322762</c:v>
                </c:pt>
                <c:pt idx="3136">
                  <c:v>6.290028291322762</c:v>
                </c:pt>
                <c:pt idx="3137">
                  <c:v>6.290028291322762</c:v>
                </c:pt>
                <c:pt idx="3138">
                  <c:v>6.290028291322762</c:v>
                </c:pt>
                <c:pt idx="3139">
                  <c:v>6.290028291322762</c:v>
                </c:pt>
                <c:pt idx="3140">
                  <c:v>6.290028291322762</c:v>
                </c:pt>
                <c:pt idx="3141">
                  <c:v>6.290028291322762</c:v>
                </c:pt>
                <c:pt idx="3142">
                  <c:v>6.290028291322762</c:v>
                </c:pt>
                <c:pt idx="3143">
                  <c:v>6.290028291322762</c:v>
                </c:pt>
                <c:pt idx="3144">
                  <c:v>6.290028291322762</c:v>
                </c:pt>
                <c:pt idx="3145">
                  <c:v>6.290028291322762</c:v>
                </c:pt>
                <c:pt idx="3146">
                  <c:v>6.290028291322762</c:v>
                </c:pt>
                <c:pt idx="3147">
                  <c:v>6.290028291322762</c:v>
                </c:pt>
                <c:pt idx="3148">
                  <c:v>6.290028291322762</c:v>
                </c:pt>
                <c:pt idx="3149">
                  <c:v>6.290028291322762</c:v>
                </c:pt>
                <c:pt idx="3150">
                  <c:v>6.290028291322762</c:v>
                </c:pt>
                <c:pt idx="3151">
                  <c:v>6.290028291322762</c:v>
                </c:pt>
                <c:pt idx="3152">
                  <c:v>6.290028291322762</c:v>
                </c:pt>
                <c:pt idx="3153">
                  <c:v>6.290028291322762</c:v>
                </c:pt>
                <c:pt idx="3154">
                  <c:v>6.290028291322762</c:v>
                </c:pt>
                <c:pt idx="3155">
                  <c:v>6.290028291322762</c:v>
                </c:pt>
                <c:pt idx="3156">
                  <c:v>6.290028291322762</c:v>
                </c:pt>
                <c:pt idx="3157">
                  <c:v>6.290028291322762</c:v>
                </c:pt>
                <c:pt idx="3158">
                  <c:v>6.290028291322762</c:v>
                </c:pt>
                <c:pt idx="3159">
                  <c:v>6.290028291322762</c:v>
                </c:pt>
                <c:pt idx="3160">
                  <c:v>6.290028291322762</c:v>
                </c:pt>
                <c:pt idx="3161">
                  <c:v>6.290028291322762</c:v>
                </c:pt>
                <c:pt idx="3162">
                  <c:v>6.290028291322762</c:v>
                </c:pt>
                <c:pt idx="3163">
                  <c:v>6.290028291322762</c:v>
                </c:pt>
                <c:pt idx="3164">
                  <c:v>6.290028291322762</c:v>
                </c:pt>
                <c:pt idx="3165">
                  <c:v>6.290028291322762</c:v>
                </c:pt>
                <c:pt idx="3166">
                  <c:v>6.290028291322762</c:v>
                </c:pt>
                <c:pt idx="3167">
                  <c:v>6.290028291322762</c:v>
                </c:pt>
                <c:pt idx="3168">
                  <c:v>6.290028291322762</c:v>
                </c:pt>
                <c:pt idx="3169">
                  <c:v>6.290028291322762</c:v>
                </c:pt>
                <c:pt idx="3170">
                  <c:v>6.290028291322762</c:v>
                </c:pt>
                <c:pt idx="3171">
                  <c:v>6.290028291322762</c:v>
                </c:pt>
                <c:pt idx="3172">
                  <c:v>6.290028291322762</c:v>
                </c:pt>
                <c:pt idx="3173">
                  <c:v>6.290028291322762</c:v>
                </c:pt>
                <c:pt idx="3174">
                  <c:v>6.290028291322762</c:v>
                </c:pt>
                <c:pt idx="3175">
                  <c:v>6.290028291322762</c:v>
                </c:pt>
                <c:pt idx="3176">
                  <c:v>6.290028291322762</c:v>
                </c:pt>
                <c:pt idx="3177">
                  <c:v>6.290028291322762</c:v>
                </c:pt>
                <c:pt idx="3178">
                  <c:v>6.290028291322762</c:v>
                </c:pt>
                <c:pt idx="3179">
                  <c:v>6.290028291322762</c:v>
                </c:pt>
                <c:pt idx="3180">
                  <c:v>6.290028291322762</c:v>
                </c:pt>
                <c:pt idx="3181">
                  <c:v>6.290028291322762</c:v>
                </c:pt>
                <c:pt idx="3182">
                  <c:v>6.290028291322762</c:v>
                </c:pt>
                <c:pt idx="3183">
                  <c:v>6.290028291322762</c:v>
                </c:pt>
                <c:pt idx="3184">
                  <c:v>6.290028291322762</c:v>
                </c:pt>
                <c:pt idx="3185">
                  <c:v>6.290028291322762</c:v>
                </c:pt>
                <c:pt idx="3186">
                  <c:v>6.290028291322762</c:v>
                </c:pt>
                <c:pt idx="3187">
                  <c:v>6.290028291322762</c:v>
                </c:pt>
                <c:pt idx="3188">
                  <c:v>6.290028291322762</c:v>
                </c:pt>
                <c:pt idx="3189">
                  <c:v>6.290028291322762</c:v>
                </c:pt>
                <c:pt idx="3190">
                  <c:v>6.290028291322762</c:v>
                </c:pt>
                <c:pt idx="3191">
                  <c:v>6.290028291322762</c:v>
                </c:pt>
                <c:pt idx="3192">
                  <c:v>6.290028291322762</c:v>
                </c:pt>
                <c:pt idx="3193">
                  <c:v>6.290028291322762</c:v>
                </c:pt>
                <c:pt idx="3194">
                  <c:v>6.290028291322762</c:v>
                </c:pt>
                <c:pt idx="3195">
                  <c:v>6.290028291322762</c:v>
                </c:pt>
                <c:pt idx="3196">
                  <c:v>6.290028291322762</c:v>
                </c:pt>
                <c:pt idx="3197">
                  <c:v>6.290028291322762</c:v>
                </c:pt>
                <c:pt idx="3198">
                  <c:v>6.290028291322762</c:v>
                </c:pt>
                <c:pt idx="3199">
                  <c:v>6.290028291322762</c:v>
                </c:pt>
                <c:pt idx="3200">
                  <c:v>6.290028291322762</c:v>
                </c:pt>
                <c:pt idx="3201">
                  <c:v>6.290028291322762</c:v>
                </c:pt>
                <c:pt idx="3202">
                  <c:v>6.290028291322762</c:v>
                </c:pt>
                <c:pt idx="3203">
                  <c:v>6.290028291322762</c:v>
                </c:pt>
                <c:pt idx="3204">
                  <c:v>6.290028291322762</c:v>
                </c:pt>
                <c:pt idx="3205">
                  <c:v>6.290028291322762</c:v>
                </c:pt>
                <c:pt idx="3206">
                  <c:v>6.290028291322762</c:v>
                </c:pt>
                <c:pt idx="3207">
                  <c:v>6.290028291322762</c:v>
                </c:pt>
                <c:pt idx="3208">
                  <c:v>6.290028291322762</c:v>
                </c:pt>
                <c:pt idx="3209">
                  <c:v>6.290028291322762</c:v>
                </c:pt>
                <c:pt idx="3210">
                  <c:v>6.290028291322762</c:v>
                </c:pt>
                <c:pt idx="3211">
                  <c:v>6.290028291322762</c:v>
                </c:pt>
                <c:pt idx="3212">
                  <c:v>6.290028291322762</c:v>
                </c:pt>
                <c:pt idx="3213">
                  <c:v>6.290028291322762</c:v>
                </c:pt>
                <c:pt idx="3214">
                  <c:v>6.290028291322762</c:v>
                </c:pt>
                <c:pt idx="3215">
                  <c:v>6.290028291322762</c:v>
                </c:pt>
                <c:pt idx="3216">
                  <c:v>6.290028291322762</c:v>
                </c:pt>
                <c:pt idx="3217">
                  <c:v>6.290028291322762</c:v>
                </c:pt>
                <c:pt idx="3218">
                  <c:v>6.290028291322762</c:v>
                </c:pt>
                <c:pt idx="3219">
                  <c:v>6.290028291322762</c:v>
                </c:pt>
                <c:pt idx="3220">
                  <c:v>6.290028291322762</c:v>
                </c:pt>
                <c:pt idx="3221">
                  <c:v>6.290028291322762</c:v>
                </c:pt>
                <c:pt idx="3222">
                  <c:v>6.290028291322762</c:v>
                </c:pt>
                <c:pt idx="3223">
                  <c:v>6.290028291322762</c:v>
                </c:pt>
                <c:pt idx="3224">
                  <c:v>6.290028291322762</c:v>
                </c:pt>
                <c:pt idx="3225">
                  <c:v>6.290028291322762</c:v>
                </c:pt>
                <c:pt idx="3226">
                  <c:v>6.290028291322762</c:v>
                </c:pt>
                <c:pt idx="3227">
                  <c:v>6.290028291322762</c:v>
                </c:pt>
                <c:pt idx="3228">
                  <c:v>6.290028291322762</c:v>
                </c:pt>
                <c:pt idx="3229">
                  <c:v>6.290028291322762</c:v>
                </c:pt>
                <c:pt idx="3230">
                  <c:v>6.290028291322762</c:v>
                </c:pt>
                <c:pt idx="3231">
                  <c:v>6.290028291322762</c:v>
                </c:pt>
                <c:pt idx="3232">
                  <c:v>6.290028291322762</c:v>
                </c:pt>
                <c:pt idx="3233">
                  <c:v>6.290028291322762</c:v>
                </c:pt>
                <c:pt idx="3234">
                  <c:v>6.290028291322762</c:v>
                </c:pt>
                <c:pt idx="3235">
                  <c:v>6.290028291322762</c:v>
                </c:pt>
                <c:pt idx="3236">
                  <c:v>6.290028291322762</c:v>
                </c:pt>
                <c:pt idx="3237">
                  <c:v>6.290028291322762</c:v>
                </c:pt>
                <c:pt idx="3238">
                  <c:v>6.290028291322762</c:v>
                </c:pt>
                <c:pt idx="3239">
                  <c:v>6.290028291322762</c:v>
                </c:pt>
                <c:pt idx="3240">
                  <c:v>6.290028291322762</c:v>
                </c:pt>
                <c:pt idx="3241">
                  <c:v>6.290028291322762</c:v>
                </c:pt>
                <c:pt idx="3242">
                  <c:v>6.290028291322762</c:v>
                </c:pt>
                <c:pt idx="3243">
                  <c:v>6.290028291322762</c:v>
                </c:pt>
                <c:pt idx="3244">
                  <c:v>6.290028291322762</c:v>
                </c:pt>
                <c:pt idx="3245">
                  <c:v>6.290028291322762</c:v>
                </c:pt>
                <c:pt idx="3246">
                  <c:v>6.290028291322762</c:v>
                </c:pt>
                <c:pt idx="3247">
                  <c:v>6.290028291322762</c:v>
                </c:pt>
                <c:pt idx="3248">
                  <c:v>6.290028291322762</c:v>
                </c:pt>
                <c:pt idx="3249">
                  <c:v>6.290028291322762</c:v>
                </c:pt>
                <c:pt idx="3250">
                  <c:v>6.290028291322762</c:v>
                </c:pt>
                <c:pt idx="3251">
                  <c:v>6.290028291322762</c:v>
                </c:pt>
                <c:pt idx="3252">
                  <c:v>6.290028291322762</c:v>
                </c:pt>
                <c:pt idx="3253">
                  <c:v>6.290028291322762</c:v>
                </c:pt>
                <c:pt idx="3254">
                  <c:v>6.290028291322762</c:v>
                </c:pt>
                <c:pt idx="3255">
                  <c:v>6.290028291322762</c:v>
                </c:pt>
                <c:pt idx="3256">
                  <c:v>6.290028291322762</c:v>
                </c:pt>
                <c:pt idx="3257">
                  <c:v>6.290028291322762</c:v>
                </c:pt>
                <c:pt idx="3258">
                  <c:v>6.290028291322762</c:v>
                </c:pt>
                <c:pt idx="3259">
                  <c:v>6.290028291322762</c:v>
                </c:pt>
                <c:pt idx="3260">
                  <c:v>6.290028291322762</c:v>
                </c:pt>
                <c:pt idx="3261">
                  <c:v>6.290028291322762</c:v>
                </c:pt>
                <c:pt idx="3262">
                  <c:v>6.290028291322762</c:v>
                </c:pt>
                <c:pt idx="3263">
                  <c:v>6.290028291322762</c:v>
                </c:pt>
                <c:pt idx="3264">
                  <c:v>6.290028291322762</c:v>
                </c:pt>
                <c:pt idx="3265">
                  <c:v>6.290028291322762</c:v>
                </c:pt>
                <c:pt idx="3266">
                  <c:v>6.290028291322762</c:v>
                </c:pt>
                <c:pt idx="3267">
                  <c:v>6.290028291322762</c:v>
                </c:pt>
                <c:pt idx="3268">
                  <c:v>6.290028291322762</c:v>
                </c:pt>
                <c:pt idx="3269">
                  <c:v>6.290028291322762</c:v>
                </c:pt>
                <c:pt idx="3270">
                  <c:v>6.290028291322762</c:v>
                </c:pt>
                <c:pt idx="3271">
                  <c:v>6.290028291322762</c:v>
                </c:pt>
                <c:pt idx="3272">
                  <c:v>6.290028291322762</c:v>
                </c:pt>
                <c:pt idx="3273">
                  <c:v>6.290028291322762</c:v>
                </c:pt>
                <c:pt idx="3274">
                  <c:v>6.290028291322762</c:v>
                </c:pt>
                <c:pt idx="3275">
                  <c:v>6.290028291322762</c:v>
                </c:pt>
                <c:pt idx="3276">
                  <c:v>6.290028291322762</c:v>
                </c:pt>
                <c:pt idx="3277">
                  <c:v>6.290028291322762</c:v>
                </c:pt>
                <c:pt idx="3278">
                  <c:v>6.290028291322762</c:v>
                </c:pt>
                <c:pt idx="3279">
                  <c:v>6.290028291322762</c:v>
                </c:pt>
                <c:pt idx="3280">
                  <c:v>6.290028291322762</c:v>
                </c:pt>
                <c:pt idx="3281">
                  <c:v>6.290028291322762</c:v>
                </c:pt>
                <c:pt idx="3282">
                  <c:v>6.290028291322762</c:v>
                </c:pt>
                <c:pt idx="3283">
                  <c:v>6.290028291322762</c:v>
                </c:pt>
                <c:pt idx="3284">
                  <c:v>6.290028291322762</c:v>
                </c:pt>
                <c:pt idx="3285">
                  <c:v>6.290028291322762</c:v>
                </c:pt>
                <c:pt idx="3286">
                  <c:v>6.290028291322762</c:v>
                </c:pt>
                <c:pt idx="3287">
                  <c:v>6.290028291322762</c:v>
                </c:pt>
                <c:pt idx="3288">
                  <c:v>6.290028291322762</c:v>
                </c:pt>
                <c:pt idx="3289">
                  <c:v>6.290028291322762</c:v>
                </c:pt>
                <c:pt idx="3290">
                  <c:v>6.290028291322762</c:v>
                </c:pt>
                <c:pt idx="3291">
                  <c:v>6.290028291322762</c:v>
                </c:pt>
                <c:pt idx="3292">
                  <c:v>6.290028291322762</c:v>
                </c:pt>
                <c:pt idx="3293">
                  <c:v>6.290028291322762</c:v>
                </c:pt>
                <c:pt idx="3294">
                  <c:v>6.290028291322762</c:v>
                </c:pt>
                <c:pt idx="3295">
                  <c:v>6.290028291322762</c:v>
                </c:pt>
                <c:pt idx="3296">
                  <c:v>6.290028291322762</c:v>
                </c:pt>
                <c:pt idx="3297">
                  <c:v>6.290028291322762</c:v>
                </c:pt>
                <c:pt idx="3298">
                  <c:v>6.290028291322762</c:v>
                </c:pt>
                <c:pt idx="3299">
                  <c:v>6.290028291322762</c:v>
                </c:pt>
                <c:pt idx="3300">
                  <c:v>6.290028291322762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2B-4D58-8A73-9D53057E1B15}"/>
            </c:ext>
          </c:extLst>
        </c:ser>
        <c:ser>
          <c:idx val="2"/>
          <c:order val="2"/>
          <c:tx>
            <c:strRef>
              <c:f>'Component treatment'!$AK$4</c:f>
              <c:strCache>
                <c:ptCount val="1"/>
                <c:pt idx="0">
                  <c:v>Otimista</c:v>
                </c:pt>
              </c:strCache>
            </c:strRef>
          </c:tx>
          <c:spPr>
            <a:ln w="19050" cap="rnd">
              <a:solidFill>
                <a:srgbClr val="8EB3DF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'Component treatment'!$AH$5:$AH$50000</c:f>
              <c:numCache>
                <c:formatCode>m/d/yyyy</c:formatCode>
                <c:ptCount val="49996"/>
                <c:pt idx="0">
                  <c:v>45139</c:v>
                </c:pt>
                <c:pt idx="1">
                  <c:v>45170</c:v>
                </c:pt>
                <c:pt idx="2">
                  <c:v>45200</c:v>
                </c:pt>
                <c:pt idx="3">
                  <c:v>45231</c:v>
                </c:pt>
                <c:pt idx="4">
                  <c:v>45261</c:v>
                </c:pt>
                <c:pt idx="5">
                  <c:v>45292</c:v>
                </c:pt>
                <c:pt idx="6">
                  <c:v>45323</c:v>
                </c:pt>
                <c:pt idx="7">
                  <c:v>45352</c:v>
                </c:pt>
                <c:pt idx="8">
                  <c:v>45383</c:v>
                </c:pt>
                <c:pt idx="9">
                  <c:v>45413</c:v>
                </c:pt>
                <c:pt idx="10">
                  <c:v>45444</c:v>
                </c:pt>
                <c:pt idx="11">
                  <c:v>45474</c:v>
                </c:pt>
                <c:pt idx="12">
                  <c:v>45505</c:v>
                </c:pt>
                <c:pt idx="13">
                  <c:v>45536</c:v>
                </c:pt>
                <c:pt idx="14">
                  <c:v>45566</c:v>
                </c:pt>
                <c:pt idx="15">
                  <c:v>45597</c:v>
                </c:pt>
                <c:pt idx="16">
                  <c:v>45627</c:v>
                </c:pt>
                <c:pt idx="17">
                  <c:v>45658</c:v>
                </c:pt>
                <c:pt idx="18">
                  <c:v>45689</c:v>
                </c:pt>
                <c:pt idx="19">
                  <c:v>45717</c:v>
                </c:pt>
                <c:pt idx="20">
                  <c:v>45748</c:v>
                </c:pt>
                <c:pt idx="21">
                  <c:v>45778</c:v>
                </c:pt>
                <c:pt idx="22">
                  <c:v>45809</c:v>
                </c:pt>
                <c:pt idx="23">
                  <c:v>45839</c:v>
                </c:pt>
                <c:pt idx="24">
                  <c:v>45870</c:v>
                </c:pt>
                <c:pt idx="25">
                  <c:v>45901</c:v>
                </c:pt>
                <c:pt idx="26">
                  <c:v>45931</c:v>
                </c:pt>
                <c:pt idx="27">
                  <c:v>45962</c:v>
                </c:pt>
                <c:pt idx="28">
                  <c:v>45992</c:v>
                </c:pt>
                <c:pt idx="29">
                  <c:v>46023</c:v>
                </c:pt>
                <c:pt idx="30">
                  <c:v>46054</c:v>
                </c:pt>
                <c:pt idx="31">
                  <c:v>46082</c:v>
                </c:pt>
                <c:pt idx="32">
                  <c:v>46113</c:v>
                </c:pt>
                <c:pt idx="33">
                  <c:v>46143</c:v>
                </c:pt>
                <c:pt idx="34">
                  <c:v>46174</c:v>
                </c:pt>
                <c:pt idx="35">
                  <c:v>46204</c:v>
                </c:pt>
                <c:pt idx="36">
                  <c:v>46235</c:v>
                </c:pt>
              </c:numCache>
            </c:numRef>
          </c:cat>
          <c:val>
            <c:numRef>
              <c:f>'Component treatment'!$AK$5:$AK$50000</c:f>
              <c:numCache>
                <c:formatCode>0.0</c:formatCode>
                <c:ptCount val="49996"/>
                <c:pt idx="0">
                  <c:v>7.27680576417267</c:v>
                </c:pt>
                <c:pt idx="1">
                  <c:v>7.27680576417267</c:v>
                </c:pt>
                <c:pt idx="2">
                  <c:v>7.27680576417267</c:v>
                </c:pt>
                <c:pt idx="3">
                  <c:v>7.27680576417267</c:v>
                </c:pt>
                <c:pt idx="4">
                  <c:v>7.27680576417267</c:v>
                </c:pt>
                <c:pt idx="5">
                  <c:v>7.27680576417267</c:v>
                </c:pt>
                <c:pt idx="6">
                  <c:v>7.27680576417267</c:v>
                </c:pt>
                <c:pt idx="7">
                  <c:v>7.27680576417267</c:v>
                </c:pt>
                <c:pt idx="8">
                  <c:v>7.27680576417267</c:v>
                </c:pt>
                <c:pt idx="9">
                  <c:v>7.27680576417267</c:v>
                </c:pt>
                <c:pt idx="10">
                  <c:v>7.27680576417267</c:v>
                </c:pt>
                <c:pt idx="11">
                  <c:v>7.27680576417267</c:v>
                </c:pt>
                <c:pt idx="12">
                  <c:v>7.27680576417267</c:v>
                </c:pt>
                <c:pt idx="13">
                  <c:v>7.27680576417267</c:v>
                </c:pt>
                <c:pt idx="14">
                  <c:v>7.27680576417267</c:v>
                </c:pt>
                <c:pt idx="15">
                  <c:v>7.27680576417267</c:v>
                </c:pt>
                <c:pt idx="16">
                  <c:v>7.27680576417267</c:v>
                </c:pt>
                <c:pt idx="17">
                  <c:v>7.27680576417267</c:v>
                </c:pt>
                <c:pt idx="18">
                  <c:v>7.27680576417267</c:v>
                </c:pt>
                <c:pt idx="19">
                  <c:v>7.27680576417267</c:v>
                </c:pt>
                <c:pt idx="20">
                  <c:v>7.27680576417267</c:v>
                </c:pt>
                <c:pt idx="21">
                  <c:v>7.27680576417267</c:v>
                </c:pt>
                <c:pt idx="22">
                  <c:v>7.27680576417267</c:v>
                </c:pt>
                <c:pt idx="23">
                  <c:v>7.27680576417267</c:v>
                </c:pt>
                <c:pt idx="24">
                  <c:v>7.27680576417267</c:v>
                </c:pt>
                <c:pt idx="25">
                  <c:v>7.27680576417267</c:v>
                </c:pt>
                <c:pt idx="26">
                  <c:v>7.27680576417267</c:v>
                </c:pt>
                <c:pt idx="27">
                  <c:v>7.27680576417267</c:v>
                </c:pt>
                <c:pt idx="28">
                  <c:v>7.27680576417267</c:v>
                </c:pt>
                <c:pt idx="29">
                  <c:v>7.27680576417267</c:v>
                </c:pt>
                <c:pt idx="30">
                  <c:v>7.27680576417267</c:v>
                </c:pt>
                <c:pt idx="31">
                  <c:v>7.27680576417267</c:v>
                </c:pt>
                <c:pt idx="32">
                  <c:v>7.27680576417267</c:v>
                </c:pt>
                <c:pt idx="33">
                  <c:v>7.27680576417267</c:v>
                </c:pt>
                <c:pt idx="34">
                  <c:v>7.27680576417267</c:v>
                </c:pt>
                <c:pt idx="35">
                  <c:v>7.27680576417267</c:v>
                </c:pt>
                <c:pt idx="36">
                  <c:v>7.27680576417267</c:v>
                </c:pt>
                <c:pt idx="37">
                  <c:v>7.27680576417267</c:v>
                </c:pt>
                <c:pt idx="38">
                  <c:v>7.27680576417267</c:v>
                </c:pt>
                <c:pt idx="39">
                  <c:v>7.27680576417267</c:v>
                </c:pt>
                <c:pt idx="40">
                  <c:v>7.27680576417267</c:v>
                </c:pt>
                <c:pt idx="41">
                  <c:v>7.27680576417267</c:v>
                </c:pt>
                <c:pt idx="42">
                  <c:v>7.27680576417267</c:v>
                </c:pt>
                <c:pt idx="43">
                  <c:v>7.27680576417267</c:v>
                </c:pt>
                <c:pt idx="44">
                  <c:v>7.27680576417267</c:v>
                </c:pt>
                <c:pt idx="45">
                  <c:v>7.27680576417267</c:v>
                </c:pt>
                <c:pt idx="46">
                  <c:v>7.27680576417267</c:v>
                </c:pt>
                <c:pt idx="47">
                  <c:v>7.27680576417267</c:v>
                </c:pt>
                <c:pt idx="48">
                  <c:v>7.27680576417267</c:v>
                </c:pt>
                <c:pt idx="49">
                  <c:v>7.27680576417267</c:v>
                </c:pt>
                <c:pt idx="50">
                  <c:v>7.27680576417267</c:v>
                </c:pt>
                <c:pt idx="51">
                  <c:v>7.27680576417267</c:v>
                </c:pt>
                <c:pt idx="52">
                  <c:v>7.27680576417267</c:v>
                </c:pt>
                <c:pt idx="53">
                  <c:v>7.27680576417267</c:v>
                </c:pt>
                <c:pt idx="54">
                  <c:v>7.27680576417267</c:v>
                </c:pt>
                <c:pt idx="55">
                  <c:v>7.27680576417267</c:v>
                </c:pt>
                <c:pt idx="56">
                  <c:v>7.27680576417267</c:v>
                </c:pt>
                <c:pt idx="57">
                  <c:v>7.27680576417267</c:v>
                </c:pt>
                <c:pt idx="58">
                  <c:v>7.27680576417267</c:v>
                </c:pt>
                <c:pt idx="59">
                  <c:v>7.27680576417267</c:v>
                </c:pt>
                <c:pt idx="60">
                  <c:v>7.27680576417267</c:v>
                </c:pt>
                <c:pt idx="61">
                  <c:v>7.27680576417267</c:v>
                </c:pt>
                <c:pt idx="62">
                  <c:v>7.27680576417267</c:v>
                </c:pt>
                <c:pt idx="63">
                  <c:v>7.27680576417267</c:v>
                </c:pt>
                <c:pt idx="64">
                  <c:v>7.27680576417267</c:v>
                </c:pt>
                <c:pt idx="65">
                  <c:v>7.27680576417267</c:v>
                </c:pt>
                <c:pt idx="66">
                  <c:v>7.27680576417267</c:v>
                </c:pt>
                <c:pt idx="67">
                  <c:v>7.27680576417267</c:v>
                </c:pt>
                <c:pt idx="68">
                  <c:v>7.27680576417267</c:v>
                </c:pt>
                <c:pt idx="69">
                  <c:v>7.27680576417267</c:v>
                </c:pt>
                <c:pt idx="70">
                  <c:v>7.27680576417267</c:v>
                </c:pt>
                <c:pt idx="71">
                  <c:v>7.27680576417267</c:v>
                </c:pt>
                <c:pt idx="72">
                  <c:v>7.27680576417267</c:v>
                </c:pt>
                <c:pt idx="73">
                  <c:v>7.27680576417267</c:v>
                </c:pt>
                <c:pt idx="74">
                  <c:v>7.27680576417267</c:v>
                </c:pt>
                <c:pt idx="75">
                  <c:v>7.27680576417267</c:v>
                </c:pt>
                <c:pt idx="76">
                  <c:v>7.27680576417267</c:v>
                </c:pt>
                <c:pt idx="77">
                  <c:v>7.27680576417267</c:v>
                </c:pt>
                <c:pt idx="78">
                  <c:v>7.27680576417267</c:v>
                </c:pt>
                <c:pt idx="79">
                  <c:v>7.27680576417267</c:v>
                </c:pt>
                <c:pt idx="80">
                  <c:v>7.27680576417267</c:v>
                </c:pt>
                <c:pt idx="81">
                  <c:v>7.27680576417267</c:v>
                </c:pt>
                <c:pt idx="82">
                  <c:v>7.27680576417267</c:v>
                </c:pt>
                <c:pt idx="83">
                  <c:v>7.27680576417267</c:v>
                </c:pt>
                <c:pt idx="84">
                  <c:v>7.27680576417267</c:v>
                </c:pt>
                <c:pt idx="85">
                  <c:v>7.27680576417267</c:v>
                </c:pt>
                <c:pt idx="86">
                  <c:v>7.27680576417267</c:v>
                </c:pt>
                <c:pt idx="87">
                  <c:v>7.27680576417267</c:v>
                </c:pt>
                <c:pt idx="88">
                  <c:v>7.27680576417267</c:v>
                </c:pt>
                <c:pt idx="89">
                  <c:v>7.27680576417267</c:v>
                </c:pt>
                <c:pt idx="90">
                  <c:v>7.27680576417267</c:v>
                </c:pt>
                <c:pt idx="91">
                  <c:v>7.27680576417267</c:v>
                </c:pt>
                <c:pt idx="92">
                  <c:v>7.27680576417267</c:v>
                </c:pt>
                <c:pt idx="93">
                  <c:v>7.27680576417267</c:v>
                </c:pt>
                <c:pt idx="94">
                  <c:v>7.27680576417267</c:v>
                </c:pt>
                <c:pt idx="95">
                  <c:v>7.27680576417267</c:v>
                </c:pt>
                <c:pt idx="96">
                  <c:v>7.27680576417267</c:v>
                </c:pt>
                <c:pt idx="97">
                  <c:v>7.27680576417267</c:v>
                </c:pt>
                <c:pt idx="98">
                  <c:v>7.27680576417267</c:v>
                </c:pt>
                <c:pt idx="99">
                  <c:v>7.27680576417267</c:v>
                </c:pt>
                <c:pt idx="100">
                  <c:v>7.27680576417267</c:v>
                </c:pt>
                <c:pt idx="101">
                  <c:v>7.27680576417267</c:v>
                </c:pt>
                <c:pt idx="102">
                  <c:v>7.27680576417267</c:v>
                </c:pt>
                <c:pt idx="103">
                  <c:v>7.27680576417267</c:v>
                </c:pt>
                <c:pt idx="104">
                  <c:v>7.27680576417267</c:v>
                </c:pt>
                <c:pt idx="105">
                  <c:v>7.27680576417267</c:v>
                </c:pt>
                <c:pt idx="106">
                  <c:v>7.27680576417267</c:v>
                </c:pt>
                <c:pt idx="107">
                  <c:v>7.27680576417267</c:v>
                </c:pt>
                <c:pt idx="108">
                  <c:v>7.27680576417267</c:v>
                </c:pt>
                <c:pt idx="109">
                  <c:v>7.27680576417267</c:v>
                </c:pt>
                <c:pt idx="110">
                  <c:v>7.27680576417267</c:v>
                </c:pt>
                <c:pt idx="111">
                  <c:v>7.27680576417267</c:v>
                </c:pt>
                <c:pt idx="112">
                  <c:v>7.27680576417267</c:v>
                </c:pt>
                <c:pt idx="113">
                  <c:v>7.27680576417267</c:v>
                </c:pt>
                <c:pt idx="114">
                  <c:v>7.27680576417267</c:v>
                </c:pt>
                <c:pt idx="115">
                  <c:v>7.27680576417267</c:v>
                </c:pt>
                <c:pt idx="116">
                  <c:v>7.27680576417267</c:v>
                </c:pt>
                <c:pt idx="117">
                  <c:v>7.27680576417267</c:v>
                </c:pt>
                <c:pt idx="118">
                  <c:v>7.27680576417267</c:v>
                </c:pt>
                <c:pt idx="119">
                  <c:v>7.27680576417267</c:v>
                </c:pt>
                <c:pt idx="120">
                  <c:v>7.27680576417267</c:v>
                </c:pt>
                <c:pt idx="121">
                  <c:v>7.27680576417267</c:v>
                </c:pt>
                <c:pt idx="122">
                  <c:v>7.27680576417267</c:v>
                </c:pt>
                <c:pt idx="123">
                  <c:v>7.27680576417267</c:v>
                </c:pt>
                <c:pt idx="124">
                  <c:v>7.27680576417267</c:v>
                </c:pt>
                <c:pt idx="125">
                  <c:v>7.27680576417267</c:v>
                </c:pt>
                <c:pt idx="126">
                  <c:v>7.27680576417267</c:v>
                </c:pt>
                <c:pt idx="127">
                  <c:v>7.27680576417267</c:v>
                </c:pt>
                <c:pt idx="128">
                  <c:v>7.27680576417267</c:v>
                </c:pt>
                <c:pt idx="129">
                  <c:v>7.27680576417267</c:v>
                </c:pt>
                <c:pt idx="130">
                  <c:v>7.27680576417267</c:v>
                </c:pt>
                <c:pt idx="131">
                  <c:v>7.27680576417267</c:v>
                </c:pt>
                <c:pt idx="132">
                  <c:v>7.27680576417267</c:v>
                </c:pt>
                <c:pt idx="133">
                  <c:v>7.27680576417267</c:v>
                </c:pt>
                <c:pt idx="134">
                  <c:v>7.27680576417267</c:v>
                </c:pt>
                <c:pt idx="135">
                  <c:v>7.27680576417267</c:v>
                </c:pt>
                <c:pt idx="136">
                  <c:v>7.27680576417267</c:v>
                </c:pt>
                <c:pt idx="137">
                  <c:v>7.27680576417267</c:v>
                </c:pt>
                <c:pt idx="138">
                  <c:v>7.27680576417267</c:v>
                </c:pt>
                <c:pt idx="139">
                  <c:v>7.27680576417267</c:v>
                </c:pt>
                <c:pt idx="140">
                  <c:v>7.27680576417267</c:v>
                </c:pt>
                <c:pt idx="141">
                  <c:v>7.27680576417267</c:v>
                </c:pt>
                <c:pt idx="142">
                  <c:v>7.27680576417267</c:v>
                </c:pt>
                <c:pt idx="143">
                  <c:v>7.27680576417267</c:v>
                </c:pt>
                <c:pt idx="144">
                  <c:v>7.27680576417267</c:v>
                </c:pt>
                <c:pt idx="145">
                  <c:v>7.27680576417267</c:v>
                </c:pt>
                <c:pt idx="146">
                  <c:v>7.27680576417267</c:v>
                </c:pt>
                <c:pt idx="147">
                  <c:v>7.27680576417267</c:v>
                </c:pt>
                <c:pt idx="148">
                  <c:v>7.27680576417267</c:v>
                </c:pt>
                <c:pt idx="149">
                  <c:v>7.27680576417267</c:v>
                </c:pt>
                <c:pt idx="150">
                  <c:v>7.27680576417267</c:v>
                </c:pt>
                <c:pt idx="151">
                  <c:v>7.27680576417267</c:v>
                </c:pt>
                <c:pt idx="152">
                  <c:v>7.27680576417267</c:v>
                </c:pt>
                <c:pt idx="153">
                  <c:v>7.27680576417267</c:v>
                </c:pt>
                <c:pt idx="154">
                  <c:v>7.27680576417267</c:v>
                </c:pt>
                <c:pt idx="155">
                  <c:v>7.27680576417267</c:v>
                </c:pt>
                <c:pt idx="156">
                  <c:v>7.27680576417267</c:v>
                </c:pt>
                <c:pt idx="157">
                  <c:v>7.27680576417267</c:v>
                </c:pt>
                <c:pt idx="158">
                  <c:v>7.27680576417267</c:v>
                </c:pt>
                <c:pt idx="159">
                  <c:v>7.27680576417267</c:v>
                </c:pt>
                <c:pt idx="160">
                  <c:v>7.27680576417267</c:v>
                </c:pt>
                <c:pt idx="161">
                  <c:v>7.27680576417267</c:v>
                </c:pt>
                <c:pt idx="162">
                  <c:v>7.27680576417267</c:v>
                </c:pt>
                <c:pt idx="163">
                  <c:v>7.27680576417267</c:v>
                </c:pt>
                <c:pt idx="164">
                  <c:v>7.27680576417267</c:v>
                </c:pt>
                <c:pt idx="165">
                  <c:v>7.27680576417267</c:v>
                </c:pt>
                <c:pt idx="166">
                  <c:v>7.27680576417267</c:v>
                </c:pt>
                <c:pt idx="167">
                  <c:v>7.27680576417267</c:v>
                </c:pt>
                <c:pt idx="168">
                  <c:v>7.27680576417267</c:v>
                </c:pt>
                <c:pt idx="169">
                  <c:v>7.27680576417267</c:v>
                </c:pt>
                <c:pt idx="170">
                  <c:v>7.27680576417267</c:v>
                </c:pt>
                <c:pt idx="171">
                  <c:v>7.27680576417267</c:v>
                </c:pt>
                <c:pt idx="172">
                  <c:v>7.27680576417267</c:v>
                </c:pt>
                <c:pt idx="173">
                  <c:v>7.27680576417267</c:v>
                </c:pt>
                <c:pt idx="174">
                  <c:v>7.27680576417267</c:v>
                </c:pt>
                <c:pt idx="175">
                  <c:v>7.27680576417267</c:v>
                </c:pt>
                <c:pt idx="176">
                  <c:v>7.27680576417267</c:v>
                </c:pt>
                <c:pt idx="177">
                  <c:v>7.27680576417267</c:v>
                </c:pt>
                <c:pt idx="178">
                  <c:v>7.27680576417267</c:v>
                </c:pt>
                <c:pt idx="179">
                  <c:v>7.27680576417267</c:v>
                </c:pt>
                <c:pt idx="180">
                  <c:v>7.27680576417267</c:v>
                </c:pt>
                <c:pt idx="181">
                  <c:v>7.27680576417267</c:v>
                </c:pt>
                <c:pt idx="182">
                  <c:v>7.27680576417267</c:v>
                </c:pt>
                <c:pt idx="183">
                  <c:v>7.27680576417267</c:v>
                </c:pt>
                <c:pt idx="184">
                  <c:v>7.27680576417267</c:v>
                </c:pt>
                <c:pt idx="185">
                  <c:v>7.27680576417267</c:v>
                </c:pt>
                <c:pt idx="186">
                  <c:v>7.27680576417267</c:v>
                </c:pt>
                <c:pt idx="187">
                  <c:v>7.27680576417267</c:v>
                </c:pt>
                <c:pt idx="188">
                  <c:v>7.27680576417267</c:v>
                </c:pt>
                <c:pt idx="189">
                  <c:v>7.27680576417267</c:v>
                </c:pt>
                <c:pt idx="190">
                  <c:v>7.27680576417267</c:v>
                </c:pt>
                <c:pt idx="191">
                  <c:v>7.27680576417267</c:v>
                </c:pt>
                <c:pt idx="192">
                  <c:v>7.27680576417267</c:v>
                </c:pt>
                <c:pt idx="193">
                  <c:v>7.27680576417267</c:v>
                </c:pt>
                <c:pt idx="194">
                  <c:v>7.27680576417267</c:v>
                </c:pt>
                <c:pt idx="195">
                  <c:v>7.27680576417267</c:v>
                </c:pt>
                <c:pt idx="196">
                  <c:v>7.27680576417267</c:v>
                </c:pt>
                <c:pt idx="197">
                  <c:v>7.27680576417267</c:v>
                </c:pt>
                <c:pt idx="198">
                  <c:v>7.27680576417267</c:v>
                </c:pt>
                <c:pt idx="199">
                  <c:v>7.27680576417267</c:v>
                </c:pt>
                <c:pt idx="200">
                  <c:v>7.27680576417267</c:v>
                </c:pt>
                <c:pt idx="201">
                  <c:v>7.27680576417267</c:v>
                </c:pt>
                <c:pt idx="202">
                  <c:v>7.27680576417267</c:v>
                </c:pt>
                <c:pt idx="203">
                  <c:v>7.27680576417267</c:v>
                </c:pt>
                <c:pt idx="204">
                  <c:v>7.27680576417267</c:v>
                </c:pt>
                <c:pt idx="205">
                  <c:v>7.27680576417267</c:v>
                </c:pt>
                <c:pt idx="206">
                  <c:v>7.27680576417267</c:v>
                </c:pt>
                <c:pt idx="207">
                  <c:v>7.27680576417267</c:v>
                </c:pt>
                <c:pt idx="208">
                  <c:v>7.27680576417267</c:v>
                </c:pt>
                <c:pt idx="209">
                  <c:v>7.27680576417267</c:v>
                </c:pt>
                <c:pt idx="210">
                  <c:v>7.27680576417267</c:v>
                </c:pt>
                <c:pt idx="211">
                  <c:v>7.27680576417267</c:v>
                </c:pt>
                <c:pt idx="212">
                  <c:v>7.27680576417267</c:v>
                </c:pt>
                <c:pt idx="213">
                  <c:v>7.27680576417267</c:v>
                </c:pt>
                <c:pt idx="214">
                  <c:v>7.27680576417267</c:v>
                </c:pt>
                <c:pt idx="215">
                  <c:v>7.27680576417267</c:v>
                </c:pt>
                <c:pt idx="216">
                  <c:v>7.27680576417267</c:v>
                </c:pt>
                <c:pt idx="217">
                  <c:v>7.27680576417267</c:v>
                </c:pt>
                <c:pt idx="218">
                  <c:v>7.27680576417267</c:v>
                </c:pt>
                <c:pt idx="219">
                  <c:v>7.27680576417267</c:v>
                </c:pt>
                <c:pt idx="220">
                  <c:v>7.27680576417267</c:v>
                </c:pt>
                <c:pt idx="221">
                  <c:v>7.27680576417267</c:v>
                </c:pt>
                <c:pt idx="222">
                  <c:v>7.27680576417267</c:v>
                </c:pt>
                <c:pt idx="223">
                  <c:v>7.27680576417267</c:v>
                </c:pt>
                <c:pt idx="224">
                  <c:v>7.27680576417267</c:v>
                </c:pt>
                <c:pt idx="225">
                  <c:v>7.27680576417267</c:v>
                </c:pt>
                <c:pt idx="226">
                  <c:v>7.27680576417267</c:v>
                </c:pt>
                <c:pt idx="227">
                  <c:v>7.27680576417267</c:v>
                </c:pt>
                <c:pt idx="228">
                  <c:v>7.27680576417267</c:v>
                </c:pt>
                <c:pt idx="229">
                  <c:v>7.27680576417267</c:v>
                </c:pt>
                <c:pt idx="230">
                  <c:v>7.27680576417267</c:v>
                </c:pt>
                <c:pt idx="231">
                  <c:v>7.27680576417267</c:v>
                </c:pt>
                <c:pt idx="232">
                  <c:v>7.27680576417267</c:v>
                </c:pt>
                <c:pt idx="233">
                  <c:v>7.27680576417267</c:v>
                </c:pt>
                <c:pt idx="234">
                  <c:v>7.27680576417267</c:v>
                </c:pt>
                <c:pt idx="235">
                  <c:v>7.27680576417267</c:v>
                </c:pt>
                <c:pt idx="236">
                  <c:v>7.27680576417267</c:v>
                </c:pt>
                <c:pt idx="237">
                  <c:v>7.27680576417267</c:v>
                </c:pt>
                <c:pt idx="238">
                  <c:v>7.27680576417267</c:v>
                </c:pt>
                <c:pt idx="239">
                  <c:v>7.27680576417267</c:v>
                </c:pt>
                <c:pt idx="240">
                  <c:v>7.27680576417267</c:v>
                </c:pt>
                <c:pt idx="241">
                  <c:v>7.27680576417267</c:v>
                </c:pt>
                <c:pt idx="242">
                  <c:v>7.27680576417267</c:v>
                </c:pt>
                <c:pt idx="243">
                  <c:v>7.27680576417267</c:v>
                </c:pt>
                <c:pt idx="244">
                  <c:v>7.27680576417267</c:v>
                </c:pt>
                <c:pt idx="245">
                  <c:v>7.27680576417267</c:v>
                </c:pt>
                <c:pt idx="246">
                  <c:v>7.27680576417267</c:v>
                </c:pt>
                <c:pt idx="247">
                  <c:v>7.27680576417267</c:v>
                </c:pt>
                <c:pt idx="248">
                  <c:v>7.27680576417267</c:v>
                </c:pt>
                <c:pt idx="249">
                  <c:v>7.27680576417267</c:v>
                </c:pt>
                <c:pt idx="250">
                  <c:v>7.27680576417267</c:v>
                </c:pt>
                <c:pt idx="251">
                  <c:v>7.27680576417267</c:v>
                </c:pt>
                <c:pt idx="252">
                  <c:v>7.27680576417267</c:v>
                </c:pt>
                <c:pt idx="253">
                  <c:v>7.27680576417267</c:v>
                </c:pt>
                <c:pt idx="254">
                  <c:v>7.27680576417267</c:v>
                </c:pt>
                <c:pt idx="255">
                  <c:v>7.27680576417267</c:v>
                </c:pt>
                <c:pt idx="256">
                  <c:v>7.27680576417267</c:v>
                </c:pt>
                <c:pt idx="257">
                  <c:v>7.27680576417267</c:v>
                </c:pt>
                <c:pt idx="258">
                  <c:v>7.27680576417267</c:v>
                </c:pt>
                <c:pt idx="259">
                  <c:v>7.27680576417267</c:v>
                </c:pt>
                <c:pt idx="260">
                  <c:v>7.27680576417267</c:v>
                </c:pt>
                <c:pt idx="261">
                  <c:v>7.27680576417267</c:v>
                </c:pt>
                <c:pt idx="262">
                  <c:v>7.27680576417267</c:v>
                </c:pt>
                <c:pt idx="263">
                  <c:v>7.27680576417267</c:v>
                </c:pt>
                <c:pt idx="264">
                  <c:v>7.27680576417267</c:v>
                </c:pt>
                <c:pt idx="265">
                  <c:v>7.27680576417267</c:v>
                </c:pt>
                <c:pt idx="266">
                  <c:v>7.27680576417267</c:v>
                </c:pt>
                <c:pt idx="267">
                  <c:v>7.27680576417267</c:v>
                </c:pt>
                <c:pt idx="268">
                  <c:v>7.27680576417267</c:v>
                </c:pt>
                <c:pt idx="269">
                  <c:v>7.27680576417267</c:v>
                </c:pt>
                <c:pt idx="270">
                  <c:v>7.27680576417267</c:v>
                </c:pt>
                <c:pt idx="271">
                  <c:v>7.27680576417267</c:v>
                </c:pt>
                <c:pt idx="272">
                  <c:v>7.27680576417267</c:v>
                </c:pt>
                <c:pt idx="273">
                  <c:v>7.27680576417267</c:v>
                </c:pt>
                <c:pt idx="274">
                  <c:v>7.27680576417267</c:v>
                </c:pt>
                <c:pt idx="275">
                  <c:v>7.27680576417267</c:v>
                </c:pt>
                <c:pt idx="276">
                  <c:v>7.27680576417267</c:v>
                </c:pt>
                <c:pt idx="277">
                  <c:v>7.27680576417267</c:v>
                </c:pt>
                <c:pt idx="278">
                  <c:v>7.27680576417267</c:v>
                </c:pt>
                <c:pt idx="279">
                  <c:v>7.27680576417267</c:v>
                </c:pt>
                <c:pt idx="280">
                  <c:v>7.27680576417267</c:v>
                </c:pt>
                <c:pt idx="281">
                  <c:v>7.27680576417267</c:v>
                </c:pt>
                <c:pt idx="282">
                  <c:v>7.27680576417267</c:v>
                </c:pt>
                <c:pt idx="283">
                  <c:v>7.27680576417267</c:v>
                </c:pt>
                <c:pt idx="284">
                  <c:v>7.27680576417267</c:v>
                </c:pt>
                <c:pt idx="285">
                  <c:v>7.27680576417267</c:v>
                </c:pt>
                <c:pt idx="286">
                  <c:v>7.27680576417267</c:v>
                </c:pt>
                <c:pt idx="287">
                  <c:v>7.27680576417267</c:v>
                </c:pt>
                <c:pt idx="288">
                  <c:v>7.27680576417267</c:v>
                </c:pt>
                <c:pt idx="289">
                  <c:v>7.27680576417267</c:v>
                </c:pt>
                <c:pt idx="290">
                  <c:v>7.27680576417267</c:v>
                </c:pt>
                <c:pt idx="291">
                  <c:v>7.27680576417267</c:v>
                </c:pt>
                <c:pt idx="292">
                  <c:v>7.27680576417267</c:v>
                </c:pt>
                <c:pt idx="293">
                  <c:v>7.27680576417267</c:v>
                </c:pt>
                <c:pt idx="294">
                  <c:v>7.27680576417267</c:v>
                </c:pt>
                <c:pt idx="295">
                  <c:v>7.27680576417267</c:v>
                </c:pt>
                <c:pt idx="296">
                  <c:v>7.27680576417267</c:v>
                </c:pt>
                <c:pt idx="297">
                  <c:v>7.27680576417267</c:v>
                </c:pt>
                <c:pt idx="298">
                  <c:v>7.27680576417267</c:v>
                </c:pt>
                <c:pt idx="299">
                  <c:v>7.27680576417267</c:v>
                </c:pt>
                <c:pt idx="300">
                  <c:v>7.27680576417267</c:v>
                </c:pt>
                <c:pt idx="301">
                  <c:v>7.27680576417267</c:v>
                </c:pt>
                <c:pt idx="302">
                  <c:v>7.27680576417267</c:v>
                </c:pt>
                <c:pt idx="303">
                  <c:v>7.27680576417267</c:v>
                </c:pt>
                <c:pt idx="304">
                  <c:v>7.27680576417267</c:v>
                </c:pt>
                <c:pt idx="305">
                  <c:v>7.27680576417267</c:v>
                </c:pt>
                <c:pt idx="306">
                  <c:v>7.27680576417267</c:v>
                </c:pt>
                <c:pt idx="307">
                  <c:v>7.27680576417267</c:v>
                </c:pt>
                <c:pt idx="308">
                  <c:v>7.27680576417267</c:v>
                </c:pt>
                <c:pt idx="309">
                  <c:v>7.27680576417267</c:v>
                </c:pt>
                <c:pt idx="310">
                  <c:v>7.27680576417267</c:v>
                </c:pt>
                <c:pt idx="311">
                  <c:v>7.27680576417267</c:v>
                </c:pt>
                <c:pt idx="312">
                  <c:v>7.27680576417267</c:v>
                </c:pt>
                <c:pt idx="313">
                  <c:v>7.27680576417267</c:v>
                </c:pt>
                <c:pt idx="314">
                  <c:v>7.27680576417267</c:v>
                </c:pt>
                <c:pt idx="315">
                  <c:v>7.27680576417267</c:v>
                </c:pt>
                <c:pt idx="316">
                  <c:v>7.27680576417267</c:v>
                </c:pt>
                <c:pt idx="317">
                  <c:v>7.27680576417267</c:v>
                </c:pt>
                <c:pt idx="318">
                  <c:v>7.27680576417267</c:v>
                </c:pt>
                <c:pt idx="319">
                  <c:v>7.27680576417267</c:v>
                </c:pt>
                <c:pt idx="320">
                  <c:v>7.27680576417267</c:v>
                </c:pt>
                <c:pt idx="321">
                  <c:v>7.27680576417267</c:v>
                </c:pt>
                <c:pt idx="322">
                  <c:v>7.27680576417267</c:v>
                </c:pt>
                <c:pt idx="323">
                  <c:v>7.27680576417267</c:v>
                </c:pt>
                <c:pt idx="324">
                  <c:v>7.27680576417267</c:v>
                </c:pt>
                <c:pt idx="325">
                  <c:v>7.27680576417267</c:v>
                </c:pt>
                <c:pt idx="326">
                  <c:v>7.27680576417267</c:v>
                </c:pt>
                <c:pt idx="327">
                  <c:v>7.27680576417267</c:v>
                </c:pt>
                <c:pt idx="328">
                  <c:v>7.27680576417267</c:v>
                </c:pt>
                <c:pt idx="329">
                  <c:v>7.27680576417267</c:v>
                </c:pt>
                <c:pt idx="330">
                  <c:v>7.27680576417267</c:v>
                </c:pt>
                <c:pt idx="331">
                  <c:v>7.27680576417267</c:v>
                </c:pt>
                <c:pt idx="332">
                  <c:v>7.27680576417267</c:v>
                </c:pt>
                <c:pt idx="333">
                  <c:v>7.27680576417267</c:v>
                </c:pt>
                <c:pt idx="334">
                  <c:v>7.27680576417267</c:v>
                </c:pt>
                <c:pt idx="335">
                  <c:v>7.27680576417267</c:v>
                </c:pt>
                <c:pt idx="336">
                  <c:v>7.27680576417267</c:v>
                </c:pt>
                <c:pt idx="337">
                  <c:v>7.27680576417267</c:v>
                </c:pt>
                <c:pt idx="338">
                  <c:v>7.27680576417267</c:v>
                </c:pt>
                <c:pt idx="339">
                  <c:v>7.27680576417267</c:v>
                </c:pt>
                <c:pt idx="340">
                  <c:v>7.27680576417267</c:v>
                </c:pt>
                <c:pt idx="341">
                  <c:v>7.27680576417267</c:v>
                </c:pt>
                <c:pt idx="342">
                  <c:v>7.27680576417267</c:v>
                </c:pt>
                <c:pt idx="343">
                  <c:v>7.27680576417267</c:v>
                </c:pt>
                <c:pt idx="344">
                  <c:v>7.27680576417267</c:v>
                </c:pt>
                <c:pt idx="345">
                  <c:v>7.27680576417267</c:v>
                </c:pt>
                <c:pt idx="346">
                  <c:v>7.27680576417267</c:v>
                </c:pt>
                <c:pt idx="347">
                  <c:v>7.27680576417267</c:v>
                </c:pt>
                <c:pt idx="348">
                  <c:v>7.27680576417267</c:v>
                </c:pt>
                <c:pt idx="349">
                  <c:v>7.27680576417267</c:v>
                </c:pt>
                <c:pt idx="350">
                  <c:v>7.27680576417267</c:v>
                </c:pt>
                <c:pt idx="351">
                  <c:v>7.27680576417267</c:v>
                </c:pt>
                <c:pt idx="352">
                  <c:v>7.27680576417267</c:v>
                </c:pt>
                <c:pt idx="353">
                  <c:v>7.27680576417267</c:v>
                </c:pt>
                <c:pt idx="354">
                  <c:v>7.27680576417267</c:v>
                </c:pt>
                <c:pt idx="355">
                  <c:v>7.27680576417267</c:v>
                </c:pt>
                <c:pt idx="356">
                  <c:v>7.27680576417267</c:v>
                </c:pt>
                <c:pt idx="357">
                  <c:v>7.27680576417267</c:v>
                </c:pt>
                <c:pt idx="358">
                  <c:v>7.27680576417267</c:v>
                </c:pt>
                <c:pt idx="359">
                  <c:v>7.27680576417267</c:v>
                </c:pt>
                <c:pt idx="360">
                  <c:v>7.27680576417267</c:v>
                </c:pt>
                <c:pt idx="361">
                  <c:v>7.27680576417267</c:v>
                </c:pt>
                <c:pt idx="362">
                  <c:v>7.27680576417267</c:v>
                </c:pt>
                <c:pt idx="363">
                  <c:v>7.27680576417267</c:v>
                </c:pt>
                <c:pt idx="364">
                  <c:v>7.27680576417267</c:v>
                </c:pt>
                <c:pt idx="365">
                  <c:v>7.27680576417267</c:v>
                </c:pt>
                <c:pt idx="366">
                  <c:v>7.27680576417267</c:v>
                </c:pt>
                <c:pt idx="367">
                  <c:v>7.27680576417267</c:v>
                </c:pt>
                <c:pt idx="368">
                  <c:v>7.27680576417267</c:v>
                </c:pt>
                <c:pt idx="369">
                  <c:v>7.27680576417267</c:v>
                </c:pt>
                <c:pt idx="370">
                  <c:v>7.27680576417267</c:v>
                </c:pt>
                <c:pt idx="371">
                  <c:v>7.27680576417267</c:v>
                </c:pt>
                <c:pt idx="372">
                  <c:v>7.27680576417267</c:v>
                </c:pt>
                <c:pt idx="373">
                  <c:v>7.27680576417267</c:v>
                </c:pt>
                <c:pt idx="374">
                  <c:v>7.27680576417267</c:v>
                </c:pt>
                <c:pt idx="375">
                  <c:v>7.27680576417267</c:v>
                </c:pt>
                <c:pt idx="376">
                  <c:v>7.27680576417267</c:v>
                </c:pt>
                <c:pt idx="377">
                  <c:v>7.27680576417267</c:v>
                </c:pt>
                <c:pt idx="378">
                  <c:v>7.27680576417267</c:v>
                </c:pt>
                <c:pt idx="379">
                  <c:v>7.27680576417267</c:v>
                </c:pt>
                <c:pt idx="380">
                  <c:v>7.27680576417267</c:v>
                </c:pt>
                <c:pt idx="381">
                  <c:v>7.27680576417267</c:v>
                </c:pt>
                <c:pt idx="382">
                  <c:v>7.27680576417267</c:v>
                </c:pt>
                <c:pt idx="383">
                  <c:v>7.27680576417267</c:v>
                </c:pt>
                <c:pt idx="384">
                  <c:v>7.27680576417267</c:v>
                </c:pt>
                <c:pt idx="385">
                  <c:v>7.27680576417267</c:v>
                </c:pt>
                <c:pt idx="386">
                  <c:v>7.27680576417267</c:v>
                </c:pt>
                <c:pt idx="387">
                  <c:v>7.27680576417267</c:v>
                </c:pt>
                <c:pt idx="388">
                  <c:v>7.27680576417267</c:v>
                </c:pt>
                <c:pt idx="389">
                  <c:v>7.27680576417267</c:v>
                </c:pt>
                <c:pt idx="390">
                  <c:v>7.27680576417267</c:v>
                </c:pt>
                <c:pt idx="391">
                  <c:v>7.27680576417267</c:v>
                </c:pt>
                <c:pt idx="392">
                  <c:v>7.27680576417267</c:v>
                </c:pt>
                <c:pt idx="393">
                  <c:v>7.27680576417267</c:v>
                </c:pt>
                <c:pt idx="394">
                  <c:v>7.27680576417267</c:v>
                </c:pt>
                <c:pt idx="395">
                  <c:v>7.27680576417267</c:v>
                </c:pt>
                <c:pt idx="396">
                  <c:v>7.27680576417267</c:v>
                </c:pt>
                <c:pt idx="397">
                  <c:v>7.27680576417267</c:v>
                </c:pt>
                <c:pt idx="398">
                  <c:v>7.27680576417267</c:v>
                </c:pt>
                <c:pt idx="399">
                  <c:v>7.27680576417267</c:v>
                </c:pt>
                <c:pt idx="400">
                  <c:v>7.27680576417267</c:v>
                </c:pt>
                <c:pt idx="401">
                  <c:v>7.27680576417267</c:v>
                </c:pt>
                <c:pt idx="402">
                  <c:v>7.27680576417267</c:v>
                </c:pt>
                <c:pt idx="403">
                  <c:v>7.27680576417267</c:v>
                </c:pt>
                <c:pt idx="404">
                  <c:v>7.27680576417267</c:v>
                </c:pt>
                <c:pt idx="405">
                  <c:v>7.27680576417267</c:v>
                </c:pt>
                <c:pt idx="406">
                  <c:v>7.27680576417267</c:v>
                </c:pt>
                <c:pt idx="407">
                  <c:v>7.27680576417267</c:v>
                </c:pt>
                <c:pt idx="408">
                  <c:v>7.27680576417267</c:v>
                </c:pt>
                <c:pt idx="409">
                  <c:v>7.27680576417267</c:v>
                </c:pt>
                <c:pt idx="410">
                  <c:v>7.27680576417267</c:v>
                </c:pt>
                <c:pt idx="411">
                  <c:v>7.27680576417267</c:v>
                </c:pt>
                <c:pt idx="412">
                  <c:v>7.27680576417267</c:v>
                </c:pt>
                <c:pt idx="413">
                  <c:v>7.27680576417267</c:v>
                </c:pt>
                <c:pt idx="414">
                  <c:v>7.27680576417267</c:v>
                </c:pt>
                <c:pt idx="415">
                  <c:v>7.27680576417267</c:v>
                </c:pt>
                <c:pt idx="416">
                  <c:v>7.27680576417267</c:v>
                </c:pt>
                <c:pt idx="417">
                  <c:v>7.27680576417267</c:v>
                </c:pt>
                <c:pt idx="418">
                  <c:v>7.27680576417267</c:v>
                </c:pt>
                <c:pt idx="419">
                  <c:v>7.27680576417267</c:v>
                </c:pt>
                <c:pt idx="420">
                  <c:v>7.27680576417267</c:v>
                </c:pt>
                <c:pt idx="421">
                  <c:v>7.27680576417267</c:v>
                </c:pt>
                <c:pt idx="422">
                  <c:v>7.27680576417267</c:v>
                </c:pt>
                <c:pt idx="423">
                  <c:v>7.27680576417267</c:v>
                </c:pt>
                <c:pt idx="424">
                  <c:v>7.27680576417267</c:v>
                </c:pt>
                <c:pt idx="425">
                  <c:v>7.27680576417267</c:v>
                </c:pt>
                <c:pt idx="426">
                  <c:v>7.27680576417267</c:v>
                </c:pt>
                <c:pt idx="427">
                  <c:v>7.27680576417267</c:v>
                </c:pt>
                <c:pt idx="428">
                  <c:v>7.27680576417267</c:v>
                </c:pt>
                <c:pt idx="429">
                  <c:v>7.27680576417267</c:v>
                </c:pt>
                <c:pt idx="430">
                  <c:v>7.27680576417267</c:v>
                </c:pt>
                <c:pt idx="431">
                  <c:v>7.27680576417267</c:v>
                </c:pt>
                <c:pt idx="432">
                  <c:v>7.27680576417267</c:v>
                </c:pt>
                <c:pt idx="433">
                  <c:v>7.27680576417267</c:v>
                </c:pt>
                <c:pt idx="434">
                  <c:v>7.27680576417267</c:v>
                </c:pt>
                <c:pt idx="435">
                  <c:v>7.27680576417267</c:v>
                </c:pt>
                <c:pt idx="436">
                  <c:v>7.27680576417267</c:v>
                </c:pt>
                <c:pt idx="437">
                  <c:v>7.27680576417267</c:v>
                </c:pt>
                <c:pt idx="438">
                  <c:v>7.27680576417267</c:v>
                </c:pt>
                <c:pt idx="439">
                  <c:v>7.27680576417267</c:v>
                </c:pt>
                <c:pt idx="440">
                  <c:v>7.27680576417267</c:v>
                </c:pt>
                <c:pt idx="441">
                  <c:v>7.27680576417267</c:v>
                </c:pt>
                <c:pt idx="442">
                  <c:v>7.27680576417267</c:v>
                </c:pt>
                <c:pt idx="443">
                  <c:v>7.27680576417267</c:v>
                </c:pt>
                <c:pt idx="444">
                  <c:v>7.27680576417267</c:v>
                </c:pt>
                <c:pt idx="445">
                  <c:v>7.27680576417267</c:v>
                </c:pt>
                <c:pt idx="446">
                  <c:v>7.27680576417267</c:v>
                </c:pt>
                <c:pt idx="447">
                  <c:v>7.27680576417267</c:v>
                </c:pt>
                <c:pt idx="448">
                  <c:v>7.27680576417267</c:v>
                </c:pt>
                <c:pt idx="449">
                  <c:v>7.27680576417267</c:v>
                </c:pt>
                <c:pt idx="450">
                  <c:v>7.27680576417267</c:v>
                </c:pt>
                <c:pt idx="451">
                  <c:v>7.27680576417267</c:v>
                </c:pt>
                <c:pt idx="452">
                  <c:v>7.27680576417267</c:v>
                </c:pt>
                <c:pt idx="453">
                  <c:v>7.27680576417267</c:v>
                </c:pt>
                <c:pt idx="454">
                  <c:v>7.27680576417267</c:v>
                </c:pt>
                <c:pt idx="455">
                  <c:v>7.27680576417267</c:v>
                </c:pt>
                <c:pt idx="456">
                  <c:v>7.27680576417267</c:v>
                </c:pt>
                <c:pt idx="457">
                  <c:v>7.27680576417267</c:v>
                </c:pt>
                <c:pt idx="458">
                  <c:v>7.27680576417267</c:v>
                </c:pt>
                <c:pt idx="459">
                  <c:v>7.27680576417267</c:v>
                </c:pt>
                <c:pt idx="460">
                  <c:v>7.27680576417267</c:v>
                </c:pt>
                <c:pt idx="461">
                  <c:v>7.27680576417267</c:v>
                </c:pt>
                <c:pt idx="462">
                  <c:v>7.27680576417267</c:v>
                </c:pt>
                <c:pt idx="463">
                  <c:v>7.27680576417267</c:v>
                </c:pt>
                <c:pt idx="464">
                  <c:v>7.27680576417267</c:v>
                </c:pt>
                <c:pt idx="465">
                  <c:v>7.27680576417267</c:v>
                </c:pt>
                <c:pt idx="466">
                  <c:v>7.27680576417267</c:v>
                </c:pt>
                <c:pt idx="467">
                  <c:v>7.27680576417267</c:v>
                </c:pt>
                <c:pt idx="468">
                  <c:v>7.27680576417267</c:v>
                </c:pt>
                <c:pt idx="469">
                  <c:v>7.27680576417267</c:v>
                </c:pt>
                <c:pt idx="470">
                  <c:v>7.27680576417267</c:v>
                </c:pt>
                <c:pt idx="471">
                  <c:v>7.27680576417267</c:v>
                </c:pt>
                <c:pt idx="472">
                  <c:v>7.27680576417267</c:v>
                </c:pt>
                <c:pt idx="473">
                  <c:v>7.27680576417267</c:v>
                </c:pt>
                <c:pt idx="474">
                  <c:v>7.27680576417267</c:v>
                </c:pt>
                <c:pt idx="475">
                  <c:v>7.27680576417267</c:v>
                </c:pt>
                <c:pt idx="476">
                  <c:v>7.27680576417267</c:v>
                </c:pt>
                <c:pt idx="477">
                  <c:v>7.27680576417267</c:v>
                </c:pt>
                <c:pt idx="478">
                  <c:v>7.27680576417267</c:v>
                </c:pt>
                <c:pt idx="479">
                  <c:v>7.27680576417267</c:v>
                </c:pt>
                <c:pt idx="480">
                  <c:v>7.27680576417267</c:v>
                </c:pt>
                <c:pt idx="481">
                  <c:v>7.27680576417267</c:v>
                </c:pt>
                <c:pt idx="482">
                  <c:v>7.27680576417267</c:v>
                </c:pt>
                <c:pt idx="483">
                  <c:v>7.27680576417267</c:v>
                </c:pt>
                <c:pt idx="484">
                  <c:v>7.27680576417267</c:v>
                </c:pt>
                <c:pt idx="485">
                  <c:v>7.27680576417267</c:v>
                </c:pt>
                <c:pt idx="486">
                  <c:v>7.27680576417267</c:v>
                </c:pt>
                <c:pt idx="487">
                  <c:v>7.27680576417267</c:v>
                </c:pt>
                <c:pt idx="488">
                  <c:v>7.27680576417267</c:v>
                </c:pt>
                <c:pt idx="489">
                  <c:v>7.27680576417267</c:v>
                </c:pt>
                <c:pt idx="490">
                  <c:v>7.27680576417267</c:v>
                </c:pt>
                <c:pt idx="491">
                  <c:v>7.27680576417267</c:v>
                </c:pt>
                <c:pt idx="492">
                  <c:v>7.27680576417267</c:v>
                </c:pt>
                <c:pt idx="493">
                  <c:v>7.27680576417267</c:v>
                </c:pt>
                <c:pt idx="494">
                  <c:v>7.27680576417267</c:v>
                </c:pt>
                <c:pt idx="495">
                  <c:v>7.27680576417267</c:v>
                </c:pt>
                <c:pt idx="496">
                  <c:v>7.27680576417267</c:v>
                </c:pt>
                <c:pt idx="497">
                  <c:v>7.27680576417267</c:v>
                </c:pt>
                <c:pt idx="498">
                  <c:v>7.27680576417267</c:v>
                </c:pt>
                <c:pt idx="499">
                  <c:v>7.27680576417267</c:v>
                </c:pt>
                <c:pt idx="500">
                  <c:v>7.27680576417267</c:v>
                </c:pt>
                <c:pt idx="501">
                  <c:v>7.27680576417267</c:v>
                </c:pt>
                <c:pt idx="502">
                  <c:v>7.27680576417267</c:v>
                </c:pt>
                <c:pt idx="503">
                  <c:v>7.27680576417267</c:v>
                </c:pt>
                <c:pt idx="504">
                  <c:v>7.27680576417267</c:v>
                </c:pt>
                <c:pt idx="505">
                  <c:v>7.27680576417267</c:v>
                </c:pt>
                <c:pt idx="506">
                  <c:v>7.27680576417267</c:v>
                </c:pt>
                <c:pt idx="507">
                  <c:v>7.27680576417267</c:v>
                </c:pt>
                <c:pt idx="508">
                  <c:v>7.27680576417267</c:v>
                </c:pt>
                <c:pt idx="509">
                  <c:v>7.27680576417267</c:v>
                </c:pt>
                <c:pt idx="510">
                  <c:v>7.27680576417267</c:v>
                </c:pt>
                <c:pt idx="511">
                  <c:v>7.27680576417267</c:v>
                </c:pt>
                <c:pt idx="512">
                  <c:v>7.27680576417267</c:v>
                </c:pt>
                <c:pt idx="513">
                  <c:v>7.27680576417267</c:v>
                </c:pt>
                <c:pt idx="514">
                  <c:v>7.27680576417267</c:v>
                </c:pt>
                <c:pt idx="515">
                  <c:v>7.27680576417267</c:v>
                </c:pt>
                <c:pt idx="516">
                  <c:v>7.27680576417267</c:v>
                </c:pt>
                <c:pt idx="517">
                  <c:v>7.27680576417267</c:v>
                </c:pt>
                <c:pt idx="518">
                  <c:v>7.27680576417267</c:v>
                </c:pt>
                <c:pt idx="519">
                  <c:v>7.27680576417267</c:v>
                </c:pt>
                <c:pt idx="520">
                  <c:v>7.27680576417267</c:v>
                </c:pt>
                <c:pt idx="521">
                  <c:v>7.27680576417267</c:v>
                </c:pt>
                <c:pt idx="522">
                  <c:v>7.27680576417267</c:v>
                </c:pt>
                <c:pt idx="523">
                  <c:v>7.27680576417267</c:v>
                </c:pt>
                <c:pt idx="524">
                  <c:v>7.27680576417267</c:v>
                </c:pt>
                <c:pt idx="525">
                  <c:v>7.27680576417267</c:v>
                </c:pt>
                <c:pt idx="526">
                  <c:v>7.27680576417267</c:v>
                </c:pt>
                <c:pt idx="527">
                  <c:v>7.27680576417267</c:v>
                </c:pt>
                <c:pt idx="528">
                  <c:v>7.27680576417267</c:v>
                </c:pt>
                <c:pt idx="529">
                  <c:v>7.27680576417267</c:v>
                </c:pt>
                <c:pt idx="530">
                  <c:v>7.27680576417267</c:v>
                </c:pt>
                <c:pt idx="531">
                  <c:v>7.27680576417267</c:v>
                </c:pt>
                <c:pt idx="532">
                  <c:v>7.27680576417267</c:v>
                </c:pt>
                <c:pt idx="533">
                  <c:v>7.27680576417267</c:v>
                </c:pt>
                <c:pt idx="534">
                  <c:v>7.27680576417267</c:v>
                </c:pt>
                <c:pt idx="535">
                  <c:v>7.27680576417267</c:v>
                </c:pt>
                <c:pt idx="536">
                  <c:v>7.27680576417267</c:v>
                </c:pt>
                <c:pt idx="537">
                  <c:v>7.27680576417267</c:v>
                </c:pt>
                <c:pt idx="538">
                  <c:v>7.27680576417267</c:v>
                </c:pt>
                <c:pt idx="539">
                  <c:v>7.27680576417267</c:v>
                </c:pt>
                <c:pt idx="540">
                  <c:v>7.27680576417267</c:v>
                </c:pt>
                <c:pt idx="541">
                  <c:v>7.27680576417267</c:v>
                </c:pt>
                <c:pt idx="542">
                  <c:v>7.27680576417267</c:v>
                </c:pt>
                <c:pt idx="543">
                  <c:v>7.27680576417267</c:v>
                </c:pt>
                <c:pt idx="544">
                  <c:v>7.27680576417267</c:v>
                </c:pt>
                <c:pt idx="545">
                  <c:v>7.27680576417267</c:v>
                </c:pt>
                <c:pt idx="546">
                  <c:v>7.27680576417267</c:v>
                </c:pt>
                <c:pt idx="547">
                  <c:v>7.27680576417267</c:v>
                </c:pt>
                <c:pt idx="548">
                  <c:v>7.27680576417267</c:v>
                </c:pt>
                <c:pt idx="549">
                  <c:v>7.27680576417267</c:v>
                </c:pt>
                <c:pt idx="550">
                  <c:v>7.27680576417267</c:v>
                </c:pt>
                <c:pt idx="551">
                  <c:v>7.27680576417267</c:v>
                </c:pt>
                <c:pt idx="552">
                  <c:v>7.27680576417267</c:v>
                </c:pt>
                <c:pt idx="553">
                  <c:v>7.27680576417267</c:v>
                </c:pt>
                <c:pt idx="554">
                  <c:v>7.27680576417267</c:v>
                </c:pt>
                <c:pt idx="555">
                  <c:v>7.27680576417267</c:v>
                </c:pt>
                <c:pt idx="556">
                  <c:v>7.27680576417267</c:v>
                </c:pt>
                <c:pt idx="557">
                  <c:v>7.27680576417267</c:v>
                </c:pt>
                <c:pt idx="558">
                  <c:v>7.27680576417267</c:v>
                </c:pt>
                <c:pt idx="559">
                  <c:v>7.27680576417267</c:v>
                </c:pt>
                <c:pt idx="560">
                  <c:v>7.27680576417267</c:v>
                </c:pt>
                <c:pt idx="561">
                  <c:v>7.27680576417267</c:v>
                </c:pt>
                <c:pt idx="562">
                  <c:v>7.27680576417267</c:v>
                </c:pt>
                <c:pt idx="563">
                  <c:v>7.27680576417267</c:v>
                </c:pt>
                <c:pt idx="564">
                  <c:v>7.27680576417267</c:v>
                </c:pt>
                <c:pt idx="565">
                  <c:v>7.27680576417267</c:v>
                </c:pt>
                <c:pt idx="566">
                  <c:v>7.27680576417267</c:v>
                </c:pt>
                <c:pt idx="567">
                  <c:v>7.27680576417267</c:v>
                </c:pt>
                <c:pt idx="568">
                  <c:v>7.27680576417267</c:v>
                </c:pt>
                <c:pt idx="569">
                  <c:v>7.27680576417267</c:v>
                </c:pt>
                <c:pt idx="570">
                  <c:v>7.27680576417267</c:v>
                </c:pt>
                <c:pt idx="571">
                  <c:v>7.27680576417267</c:v>
                </c:pt>
                <c:pt idx="572">
                  <c:v>7.27680576417267</c:v>
                </c:pt>
                <c:pt idx="573">
                  <c:v>7.27680576417267</c:v>
                </c:pt>
                <c:pt idx="574">
                  <c:v>7.27680576417267</c:v>
                </c:pt>
                <c:pt idx="575">
                  <c:v>7.27680576417267</c:v>
                </c:pt>
                <c:pt idx="576">
                  <c:v>7.27680576417267</c:v>
                </c:pt>
                <c:pt idx="577">
                  <c:v>7.27680576417267</c:v>
                </c:pt>
                <c:pt idx="578">
                  <c:v>7.27680576417267</c:v>
                </c:pt>
                <c:pt idx="579">
                  <c:v>7.27680576417267</c:v>
                </c:pt>
                <c:pt idx="580">
                  <c:v>7.27680576417267</c:v>
                </c:pt>
                <c:pt idx="581">
                  <c:v>7.27680576417267</c:v>
                </c:pt>
                <c:pt idx="582">
                  <c:v>7.27680576417267</c:v>
                </c:pt>
                <c:pt idx="583">
                  <c:v>7.27680576417267</c:v>
                </c:pt>
                <c:pt idx="584">
                  <c:v>7.27680576417267</c:v>
                </c:pt>
                <c:pt idx="585">
                  <c:v>7.27680576417267</c:v>
                </c:pt>
                <c:pt idx="586">
                  <c:v>7.27680576417267</c:v>
                </c:pt>
                <c:pt idx="587">
                  <c:v>7.27680576417267</c:v>
                </c:pt>
                <c:pt idx="588">
                  <c:v>7.27680576417267</c:v>
                </c:pt>
                <c:pt idx="589">
                  <c:v>7.27680576417267</c:v>
                </c:pt>
                <c:pt idx="590">
                  <c:v>7.27680576417267</c:v>
                </c:pt>
                <c:pt idx="591">
                  <c:v>7.27680576417267</c:v>
                </c:pt>
                <c:pt idx="592">
                  <c:v>7.27680576417267</c:v>
                </c:pt>
                <c:pt idx="593">
                  <c:v>7.27680576417267</c:v>
                </c:pt>
                <c:pt idx="594">
                  <c:v>7.27680576417267</c:v>
                </c:pt>
                <c:pt idx="595">
                  <c:v>7.27680576417267</c:v>
                </c:pt>
                <c:pt idx="596">
                  <c:v>7.27680576417267</c:v>
                </c:pt>
                <c:pt idx="597">
                  <c:v>7.27680576417267</c:v>
                </c:pt>
                <c:pt idx="598">
                  <c:v>7.27680576417267</c:v>
                </c:pt>
                <c:pt idx="599">
                  <c:v>7.27680576417267</c:v>
                </c:pt>
                <c:pt idx="600">
                  <c:v>7.27680576417267</c:v>
                </c:pt>
                <c:pt idx="601">
                  <c:v>7.27680576417267</c:v>
                </c:pt>
                <c:pt idx="602">
                  <c:v>7.27680576417267</c:v>
                </c:pt>
                <c:pt idx="603">
                  <c:v>7.27680576417267</c:v>
                </c:pt>
                <c:pt idx="604">
                  <c:v>7.27680576417267</c:v>
                </c:pt>
                <c:pt idx="605">
                  <c:v>7.27680576417267</c:v>
                </c:pt>
                <c:pt idx="606">
                  <c:v>7.27680576417267</c:v>
                </c:pt>
                <c:pt idx="607">
                  <c:v>7.27680576417267</c:v>
                </c:pt>
                <c:pt idx="608">
                  <c:v>7.27680576417267</c:v>
                </c:pt>
                <c:pt idx="609">
                  <c:v>7.27680576417267</c:v>
                </c:pt>
                <c:pt idx="610">
                  <c:v>7.27680576417267</c:v>
                </c:pt>
                <c:pt idx="611">
                  <c:v>7.27680576417267</c:v>
                </c:pt>
                <c:pt idx="612">
                  <c:v>7.27680576417267</c:v>
                </c:pt>
                <c:pt idx="613">
                  <c:v>7.27680576417267</c:v>
                </c:pt>
                <c:pt idx="614">
                  <c:v>7.27680576417267</c:v>
                </c:pt>
                <c:pt idx="615">
                  <c:v>7.27680576417267</c:v>
                </c:pt>
                <c:pt idx="616">
                  <c:v>7.27680576417267</c:v>
                </c:pt>
                <c:pt idx="617">
                  <c:v>7.27680576417267</c:v>
                </c:pt>
                <c:pt idx="618">
                  <c:v>7.27680576417267</c:v>
                </c:pt>
                <c:pt idx="619">
                  <c:v>7.27680576417267</c:v>
                </c:pt>
                <c:pt idx="620">
                  <c:v>7.27680576417267</c:v>
                </c:pt>
                <c:pt idx="621">
                  <c:v>7.27680576417267</c:v>
                </c:pt>
                <c:pt idx="622">
                  <c:v>7.27680576417267</c:v>
                </c:pt>
                <c:pt idx="623">
                  <c:v>7.27680576417267</c:v>
                </c:pt>
                <c:pt idx="624">
                  <c:v>7.27680576417267</c:v>
                </c:pt>
                <c:pt idx="625">
                  <c:v>7.27680576417267</c:v>
                </c:pt>
                <c:pt idx="626">
                  <c:v>7.27680576417267</c:v>
                </c:pt>
                <c:pt idx="627">
                  <c:v>7.27680576417267</c:v>
                </c:pt>
                <c:pt idx="628">
                  <c:v>7.27680576417267</c:v>
                </c:pt>
                <c:pt idx="629">
                  <c:v>7.27680576417267</c:v>
                </c:pt>
                <c:pt idx="630">
                  <c:v>7.27680576417267</c:v>
                </c:pt>
                <c:pt idx="631">
                  <c:v>7.27680576417267</c:v>
                </c:pt>
                <c:pt idx="632">
                  <c:v>7.27680576417267</c:v>
                </c:pt>
                <c:pt idx="633">
                  <c:v>7.27680576417267</c:v>
                </c:pt>
                <c:pt idx="634">
                  <c:v>7.27680576417267</c:v>
                </c:pt>
                <c:pt idx="635">
                  <c:v>7.27680576417267</c:v>
                </c:pt>
                <c:pt idx="636">
                  <c:v>7.27680576417267</c:v>
                </c:pt>
                <c:pt idx="637">
                  <c:v>7.27680576417267</c:v>
                </c:pt>
                <c:pt idx="638">
                  <c:v>7.27680576417267</c:v>
                </c:pt>
                <c:pt idx="639">
                  <c:v>7.27680576417267</c:v>
                </c:pt>
                <c:pt idx="640">
                  <c:v>7.27680576417267</c:v>
                </c:pt>
                <c:pt idx="641">
                  <c:v>7.27680576417267</c:v>
                </c:pt>
                <c:pt idx="642">
                  <c:v>7.27680576417267</c:v>
                </c:pt>
                <c:pt idx="643">
                  <c:v>7.27680576417267</c:v>
                </c:pt>
                <c:pt idx="644">
                  <c:v>7.27680576417267</c:v>
                </c:pt>
                <c:pt idx="645">
                  <c:v>7.27680576417267</c:v>
                </c:pt>
                <c:pt idx="646">
                  <c:v>7.27680576417267</c:v>
                </c:pt>
                <c:pt idx="647">
                  <c:v>7.27680576417267</c:v>
                </c:pt>
                <c:pt idx="648">
                  <c:v>7.27680576417267</c:v>
                </c:pt>
                <c:pt idx="649">
                  <c:v>7.27680576417267</c:v>
                </c:pt>
                <c:pt idx="650">
                  <c:v>7.27680576417267</c:v>
                </c:pt>
                <c:pt idx="651">
                  <c:v>7.27680576417267</c:v>
                </c:pt>
                <c:pt idx="652">
                  <c:v>7.27680576417267</c:v>
                </c:pt>
                <c:pt idx="653">
                  <c:v>7.27680576417267</c:v>
                </c:pt>
                <c:pt idx="654">
                  <c:v>7.27680576417267</c:v>
                </c:pt>
                <c:pt idx="655">
                  <c:v>7.27680576417267</c:v>
                </c:pt>
                <c:pt idx="656">
                  <c:v>7.27680576417267</c:v>
                </c:pt>
                <c:pt idx="657">
                  <c:v>7.27680576417267</c:v>
                </c:pt>
                <c:pt idx="658">
                  <c:v>7.27680576417267</c:v>
                </c:pt>
                <c:pt idx="659">
                  <c:v>7.27680576417267</c:v>
                </c:pt>
                <c:pt idx="660">
                  <c:v>7.27680576417267</c:v>
                </c:pt>
                <c:pt idx="661">
                  <c:v>7.27680576417267</c:v>
                </c:pt>
                <c:pt idx="662">
                  <c:v>7.27680576417267</c:v>
                </c:pt>
                <c:pt idx="663">
                  <c:v>7.27680576417267</c:v>
                </c:pt>
                <c:pt idx="664">
                  <c:v>7.27680576417267</c:v>
                </c:pt>
                <c:pt idx="665">
                  <c:v>7.27680576417267</c:v>
                </c:pt>
                <c:pt idx="666">
                  <c:v>7.27680576417267</c:v>
                </c:pt>
                <c:pt idx="667">
                  <c:v>7.27680576417267</c:v>
                </c:pt>
                <c:pt idx="668">
                  <c:v>7.27680576417267</c:v>
                </c:pt>
                <c:pt idx="669">
                  <c:v>7.27680576417267</c:v>
                </c:pt>
                <c:pt idx="670">
                  <c:v>7.27680576417267</c:v>
                </c:pt>
                <c:pt idx="671">
                  <c:v>7.27680576417267</c:v>
                </c:pt>
                <c:pt idx="672">
                  <c:v>7.27680576417267</c:v>
                </c:pt>
                <c:pt idx="673">
                  <c:v>7.27680576417267</c:v>
                </c:pt>
                <c:pt idx="674">
                  <c:v>7.27680576417267</c:v>
                </c:pt>
                <c:pt idx="675">
                  <c:v>7.27680576417267</c:v>
                </c:pt>
                <c:pt idx="676">
                  <c:v>7.27680576417267</c:v>
                </c:pt>
                <c:pt idx="677">
                  <c:v>7.27680576417267</c:v>
                </c:pt>
                <c:pt idx="678">
                  <c:v>7.27680576417267</c:v>
                </c:pt>
                <c:pt idx="679">
                  <c:v>7.27680576417267</c:v>
                </c:pt>
                <c:pt idx="680">
                  <c:v>7.27680576417267</c:v>
                </c:pt>
                <c:pt idx="681">
                  <c:v>7.27680576417267</c:v>
                </c:pt>
                <c:pt idx="682">
                  <c:v>7.27680576417267</c:v>
                </c:pt>
                <c:pt idx="683">
                  <c:v>7.27680576417267</c:v>
                </c:pt>
                <c:pt idx="684">
                  <c:v>7.27680576417267</c:v>
                </c:pt>
                <c:pt idx="685">
                  <c:v>7.27680576417267</c:v>
                </c:pt>
                <c:pt idx="686">
                  <c:v>7.27680576417267</c:v>
                </c:pt>
                <c:pt idx="687">
                  <c:v>7.27680576417267</c:v>
                </c:pt>
                <c:pt idx="688">
                  <c:v>7.27680576417267</c:v>
                </c:pt>
                <c:pt idx="689">
                  <c:v>7.27680576417267</c:v>
                </c:pt>
                <c:pt idx="690">
                  <c:v>7.27680576417267</c:v>
                </c:pt>
                <c:pt idx="691">
                  <c:v>7.27680576417267</c:v>
                </c:pt>
                <c:pt idx="692">
                  <c:v>7.27680576417267</c:v>
                </c:pt>
                <c:pt idx="693">
                  <c:v>7.27680576417267</c:v>
                </c:pt>
                <c:pt idx="694">
                  <c:v>7.27680576417267</c:v>
                </c:pt>
                <c:pt idx="695">
                  <c:v>7.27680576417267</c:v>
                </c:pt>
                <c:pt idx="696">
                  <c:v>7.27680576417267</c:v>
                </c:pt>
                <c:pt idx="697">
                  <c:v>7.27680576417267</c:v>
                </c:pt>
                <c:pt idx="698">
                  <c:v>7.27680576417267</c:v>
                </c:pt>
                <c:pt idx="699">
                  <c:v>7.27680576417267</c:v>
                </c:pt>
                <c:pt idx="700">
                  <c:v>7.27680576417267</c:v>
                </c:pt>
                <c:pt idx="701">
                  <c:v>7.27680576417267</c:v>
                </c:pt>
                <c:pt idx="702">
                  <c:v>7.27680576417267</c:v>
                </c:pt>
                <c:pt idx="703">
                  <c:v>7.27680576417267</c:v>
                </c:pt>
                <c:pt idx="704">
                  <c:v>7.27680576417267</c:v>
                </c:pt>
                <c:pt idx="705">
                  <c:v>7.27680576417267</c:v>
                </c:pt>
                <c:pt idx="706">
                  <c:v>7.27680576417267</c:v>
                </c:pt>
                <c:pt idx="707">
                  <c:v>7.27680576417267</c:v>
                </c:pt>
                <c:pt idx="708">
                  <c:v>7.27680576417267</c:v>
                </c:pt>
                <c:pt idx="709">
                  <c:v>7.27680576417267</c:v>
                </c:pt>
                <c:pt idx="710">
                  <c:v>7.27680576417267</c:v>
                </c:pt>
                <c:pt idx="711">
                  <c:v>7.27680576417267</c:v>
                </c:pt>
                <c:pt idx="712">
                  <c:v>7.27680576417267</c:v>
                </c:pt>
                <c:pt idx="713">
                  <c:v>7.27680576417267</c:v>
                </c:pt>
                <c:pt idx="714">
                  <c:v>7.27680576417267</c:v>
                </c:pt>
                <c:pt idx="715">
                  <c:v>7.27680576417267</c:v>
                </c:pt>
                <c:pt idx="716">
                  <c:v>7.27680576417267</c:v>
                </c:pt>
                <c:pt idx="717">
                  <c:v>7.27680576417267</c:v>
                </c:pt>
                <c:pt idx="718">
                  <c:v>7.27680576417267</c:v>
                </c:pt>
                <c:pt idx="719">
                  <c:v>7.27680576417267</c:v>
                </c:pt>
                <c:pt idx="720">
                  <c:v>7.27680576417267</c:v>
                </c:pt>
                <c:pt idx="721">
                  <c:v>7.27680576417267</c:v>
                </c:pt>
                <c:pt idx="722">
                  <c:v>7.27680576417267</c:v>
                </c:pt>
                <c:pt idx="723">
                  <c:v>7.27680576417267</c:v>
                </c:pt>
                <c:pt idx="724">
                  <c:v>7.27680576417267</c:v>
                </c:pt>
                <c:pt idx="725">
                  <c:v>7.27680576417267</c:v>
                </c:pt>
                <c:pt idx="726">
                  <c:v>7.27680576417267</c:v>
                </c:pt>
                <c:pt idx="727">
                  <c:v>7.27680576417267</c:v>
                </c:pt>
                <c:pt idx="728">
                  <c:v>7.27680576417267</c:v>
                </c:pt>
                <c:pt idx="729">
                  <c:v>7.27680576417267</c:v>
                </c:pt>
                <c:pt idx="730">
                  <c:v>7.27680576417267</c:v>
                </c:pt>
                <c:pt idx="731">
                  <c:v>7.27680576417267</c:v>
                </c:pt>
                <c:pt idx="732">
                  <c:v>7.27680576417267</c:v>
                </c:pt>
                <c:pt idx="733">
                  <c:v>7.27680576417267</c:v>
                </c:pt>
                <c:pt idx="734">
                  <c:v>7.27680576417267</c:v>
                </c:pt>
                <c:pt idx="735">
                  <c:v>7.27680576417267</c:v>
                </c:pt>
                <c:pt idx="736">
                  <c:v>7.27680576417267</c:v>
                </c:pt>
                <c:pt idx="737">
                  <c:v>7.27680576417267</c:v>
                </c:pt>
                <c:pt idx="738">
                  <c:v>7.27680576417267</c:v>
                </c:pt>
                <c:pt idx="739">
                  <c:v>7.27680576417267</c:v>
                </c:pt>
                <c:pt idx="740">
                  <c:v>7.27680576417267</c:v>
                </c:pt>
                <c:pt idx="741">
                  <c:v>7.27680576417267</c:v>
                </c:pt>
                <c:pt idx="742">
                  <c:v>7.27680576417267</c:v>
                </c:pt>
                <c:pt idx="743">
                  <c:v>7.27680576417267</c:v>
                </c:pt>
                <c:pt idx="744">
                  <c:v>7.27680576417267</c:v>
                </c:pt>
                <c:pt idx="745">
                  <c:v>7.27680576417267</c:v>
                </c:pt>
                <c:pt idx="746">
                  <c:v>7.27680576417267</c:v>
                </c:pt>
                <c:pt idx="747">
                  <c:v>7.27680576417267</c:v>
                </c:pt>
                <c:pt idx="748">
                  <c:v>7.27680576417267</c:v>
                </c:pt>
                <c:pt idx="749">
                  <c:v>7.27680576417267</c:v>
                </c:pt>
                <c:pt idx="750">
                  <c:v>7.27680576417267</c:v>
                </c:pt>
                <c:pt idx="751">
                  <c:v>7.27680576417267</c:v>
                </c:pt>
                <c:pt idx="752">
                  <c:v>7.27680576417267</c:v>
                </c:pt>
                <c:pt idx="753">
                  <c:v>7.27680576417267</c:v>
                </c:pt>
                <c:pt idx="754">
                  <c:v>7.27680576417267</c:v>
                </c:pt>
                <c:pt idx="755">
                  <c:v>7.27680576417267</c:v>
                </c:pt>
                <c:pt idx="756">
                  <c:v>7.27680576417267</c:v>
                </c:pt>
                <c:pt idx="757">
                  <c:v>7.27680576417267</c:v>
                </c:pt>
                <c:pt idx="758">
                  <c:v>7.27680576417267</c:v>
                </c:pt>
                <c:pt idx="759">
                  <c:v>7.27680576417267</c:v>
                </c:pt>
                <c:pt idx="760">
                  <c:v>7.27680576417267</c:v>
                </c:pt>
                <c:pt idx="761">
                  <c:v>7.27680576417267</c:v>
                </c:pt>
                <c:pt idx="762">
                  <c:v>7.27680576417267</c:v>
                </c:pt>
                <c:pt idx="763">
                  <c:v>7.27680576417267</c:v>
                </c:pt>
                <c:pt idx="764">
                  <c:v>7.27680576417267</c:v>
                </c:pt>
                <c:pt idx="765">
                  <c:v>7.27680576417267</c:v>
                </c:pt>
                <c:pt idx="766">
                  <c:v>7.27680576417267</c:v>
                </c:pt>
                <c:pt idx="767">
                  <c:v>7.27680576417267</c:v>
                </c:pt>
                <c:pt idx="768">
                  <c:v>7.27680576417267</c:v>
                </c:pt>
                <c:pt idx="769">
                  <c:v>7.27680576417267</c:v>
                </c:pt>
                <c:pt idx="770">
                  <c:v>7.27680576417267</c:v>
                </c:pt>
                <c:pt idx="771">
                  <c:v>7.27680576417267</c:v>
                </c:pt>
                <c:pt idx="772">
                  <c:v>7.27680576417267</c:v>
                </c:pt>
                <c:pt idx="773">
                  <c:v>7.27680576417267</c:v>
                </c:pt>
                <c:pt idx="774">
                  <c:v>7.27680576417267</c:v>
                </c:pt>
                <c:pt idx="775">
                  <c:v>7.27680576417267</c:v>
                </c:pt>
                <c:pt idx="776">
                  <c:v>7.27680576417267</c:v>
                </c:pt>
                <c:pt idx="777">
                  <c:v>7.27680576417267</c:v>
                </c:pt>
                <c:pt idx="778">
                  <c:v>7.27680576417267</c:v>
                </c:pt>
                <c:pt idx="779">
                  <c:v>7.27680576417267</c:v>
                </c:pt>
                <c:pt idx="780">
                  <c:v>7.27680576417267</c:v>
                </c:pt>
                <c:pt idx="781">
                  <c:v>7.27680576417267</c:v>
                </c:pt>
                <c:pt idx="782">
                  <c:v>7.27680576417267</c:v>
                </c:pt>
                <c:pt idx="783">
                  <c:v>7.27680576417267</c:v>
                </c:pt>
                <c:pt idx="784">
                  <c:v>7.27680576417267</c:v>
                </c:pt>
                <c:pt idx="785">
                  <c:v>7.27680576417267</c:v>
                </c:pt>
                <c:pt idx="786">
                  <c:v>7.27680576417267</c:v>
                </c:pt>
                <c:pt idx="787">
                  <c:v>7.27680576417267</c:v>
                </c:pt>
                <c:pt idx="788">
                  <c:v>7.27680576417267</c:v>
                </c:pt>
                <c:pt idx="789">
                  <c:v>7.27680576417267</c:v>
                </c:pt>
                <c:pt idx="790">
                  <c:v>7.27680576417267</c:v>
                </c:pt>
                <c:pt idx="791">
                  <c:v>7.27680576417267</c:v>
                </c:pt>
                <c:pt idx="792">
                  <c:v>7.27680576417267</c:v>
                </c:pt>
                <c:pt idx="793">
                  <c:v>7.27680576417267</c:v>
                </c:pt>
                <c:pt idx="794">
                  <c:v>7.27680576417267</c:v>
                </c:pt>
                <c:pt idx="795">
                  <c:v>7.27680576417267</c:v>
                </c:pt>
                <c:pt idx="796">
                  <c:v>7.27680576417267</c:v>
                </c:pt>
                <c:pt idx="797">
                  <c:v>7.27680576417267</c:v>
                </c:pt>
                <c:pt idx="798">
                  <c:v>7.27680576417267</c:v>
                </c:pt>
                <c:pt idx="799">
                  <c:v>7.27680576417267</c:v>
                </c:pt>
                <c:pt idx="800">
                  <c:v>7.27680576417267</c:v>
                </c:pt>
                <c:pt idx="801">
                  <c:v>7.27680576417267</c:v>
                </c:pt>
                <c:pt idx="802">
                  <c:v>7.27680576417267</c:v>
                </c:pt>
                <c:pt idx="803">
                  <c:v>7.27680576417267</c:v>
                </c:pt>
                <c:pt idx="804">
                  <c:v>7.27680576417267</c:v>
                </c:pt>
                <c:pt idx="805">
                  <c:v>7.27680576417267</c:v>
                </c:pt>
                <c:pt idx="806">
                  <c:v>7.27680576417267</c:v>
                </c:pt>
                <c:pt idx="807">
                  <c:v>7.27680576417267</c:v>
                </c:pt>
                <c:pt idx="808">
                  <c:v>7.27680576417267</c:v>
                </c:pt>
                <c:pt idx="809">
                  <c:v>7.27680576417267</c:v>
                </c:pt>
                <c:pt idx="810">
                  <c:v>7.27680576417267</c:v>
                </c:pt>
                <c:pt idx="811">
                  <c:v>7.27680576417267</c:v>
                </c:pt>
                <c:pt idx="812">
                  <c:v>7.27680576417267</c:v>
                </c:pt>
                <c:pt idx="813">
                  <c:v>7.27680576417267</c:v>
                </c:pt>
                <c:pt idx="814">
                  <c:v>7.27680576417267</c:v>
                </c:pt>
                <c:pt idx="815">
                  <c:v>7.27680576417267</c:v>
                </c:pt>
                <c:pt idx="816">
                  <c:v>7.27680576417267</c:v>
                </c:pt>
                <c:pt idx="817">
                  <c:v>7.27680576417267</c:v>
                </c:pt>
                <c:pt idx="818">
                  <c:v>7.27680576417267</c:v>
                </c:pt>
                <c:pt idx="819">
                  <c:v>7.27680576417267</c:v>
                </c:pt>
                <c:pt idx="820">
                  <c:v>7.27680576417267</c:v>
                </c:pt>
                <c:pt idx="821">
                  <c:v>7.27680576417267</c:v>
                </c:pt>
                <c:pt idx="822">
                  <c:v>7.27680576417267</c:v>
                </c:pt>
                <c:pt idx="823">
                  <c:v>7.27680576417267</c:v>
                </c:pt>
                <c:pt idx="824">
                  <c:v>7.27680576417267</c:v>
                </c:pt>
                <c:pt idx="825">
                  <c:v>7.27680576417267</c:v>
                </c:pt>
                <c:pt idx="826">
                  <c:v>7.27680576417267</c:v>
                </c:pt>
                <c:pt idx="827">
                  <c:v>7.27680576417267</c:v>
                </c:pt>
                <c:pt idx="828">
                  <c:v>7.27680576417267</c:v>
                </c:pt>
                <c:pt idx="829">
                  <c:v>7.27680576417267</c:v>
                </c:pt>
                <c:pt idx="830">
                  <c:v>7.27680576417267</c:v>
                </c:pt>
                <c:pt idx="831">
                  <c:v>7.27680576417267</c:v>
                </c:pt>
                <c:pt idx="832">
                  <c:v>7.27680576417267</c:v>
                </c:pt>
                <c:pt idx="833">
                  <c:v>7.27680576417267</c:v>
                </c:pt>
                <c:pt idx="834">
                  <c:v>7.27680576417267</c:v>
                </c:pt>
                <c:pt idx="835">
                  <c:v>7.27680576417267</c:v>
                </c:pt>
                <c:pt idx="836">
                  <c:v>7.27680576417267</c:v>
                </c:pt>
                <c:pt idx="837">
                  <c:v>7.27680576417267</c:v>
                </c:pt>
                <c:pt idx="838">
                  <c:v>7.27680576417267</c:v>
                </c:pt>
                <c:pt idx="839">
                  <c:v>7.27680576417267</c:v>
                </c:pt>
                <c:pt idx="840">
                  <c:v>7.27680576417267</c:v>
                </c:pt>
                <c:pt idx="841">
                  <c:v>7.27680576417267</c:v>
                </c:pt>
                <c:pt idx="842">
                  <c:v>7.27680576417267</c:v>
                </c:pt>
                <c:pt idx="843">
                  <c:v>7.27680576417267</c:v>
                </c:pt>
                <c:pt idx="844">
                  <c:v>7.27680576417267</c:v>
                </c:pt>
                <c:pt idx="845">
                  <c:v>7.27680576417267</c:v>
                </c:pt>
                <c:pt idx="846">
                  <c:v>7.27680576417267</c:v>
                </c:pt>
                <c:pt idx="847">
                  <c:v>7.27680576417267</c:v>
                </c:pt>
                <c:pt idx="848">
                  <c:v>7.27680576417267</c:v>
                </c:pt>
                <c:pt idx="849">
                  <c:v>7.27680576417267</c:v>
                </c:pt>
                <c:pt idx="850">
                  <c:v>7.27680576417267</c:v>
                </c:pt>
                <c:pt idx="851">
                  <c:v>7.27680576417267</c:v>
                </c:pt>
                <c:pt idx="852">
                  <c:v>7.27680576417267</c:v>
                </c:pt>
                <c:pt idx="853">
                  <c:v>7.27680576417267</c:v>
                </c:pt>
                <c:pt idx="854">
                  <c:v>7.27680576417267</c:v>
                </c:pt>
                <c:pt idx="855">
                  <c:v>7.27680576417267</c:v>
                </c:pt>
                <c:pt idx="856">
                  <c:v>7.27680576417267</c:v>
                </c:pt>
                <c:pt idx="857">
                  <c:v>7.27680576417267</c:v>
                </c:pt>
                <c:pt idx="858">
                  <c:v>7.27680576417267</c:v>
                </c:pt>
                <c:pt idx="859">
                  <c:v>7.27680576417267</c:v>
                </c:pt>
                <c:pt idx="860">
                  <c:v>7.27680576417267</c:v>
                </c:pt>
                <c:pt idx="861">
                  <c:v>7.27680576417267</c:v>
                </c:pt>
                <c:pt idx="862">
                  <c:v>7.27680576417267</c:v>
                </c:pt>
                <c:pt idx="863">
                  <c:v>7.27680576417267</c:v>
                </c:pt>
                <c:pt idx="864">
                  <c:v>7.27680576417267</c:v>
                </c:pt>
                <c:pt idx="865">
                  <c:v>7.27680576417267</c:v>
                </c:pt>
                <c:pt idx="866">
                  <c:v>7.27680576417267</c:v>
                </c:pt>
                <c:pt idx="867">
                  <c:v>7.27680576417267</c:v>
                </c:pt>
                <c:pt idx="868">
                  <c:v>7.27680576417267</c:v>
                </c:pt>
                <c:pt idx="869">
                  <c:v>7.27680576417267</c:v>
                </c:pt>
                <c:pt idx="870">
                  <c:v>7.27680576417267</c:v>
                </c:pt>
                <c:pt idx="871">
                  <c:v>7.27680576417267</c:v>
                </c:pt>
                <c:pt idx="872">
                  <c:v>7.27680576417267</c:v>
                </c:pt>
                <c:pt idx="873">
                  <c:v>7.27680576417267</c:v>
                </c:pt>
                <c:pt idx="874">
                  <c:v>7.27680576417267</c:v>
                </c:pt>
                <c:pt idx="875">
                  <c:v>7.27680576417267</c:v>
                </c:pt>
                <c:pt idx="876">
                  <c:v>7.27680576417267</c:v>
                </c:pt>
                <c:pt idx="877">
                  <c:v>7.27680576417267</c:v>
                </c:pt>
                <c:pt idx="878">
                  <c:v>7.27680576417267</c:v>
                </c:pt>
                <c:pt idx="879">
                  <c:v>7.27680576417267</c:v>
                </c:pt>
                <c:pt idx="880">
                  <c:v>7.27680576417267</c:v>
                </c:pt>
                <c:pt idx="881">
                  <c:v>7.27680576417267</c:v>
                </c:pt>
                <c:pt idx="882">
                  <c:v>7.27680576417267</c:v>
                </c:pt>
                <c:pt idx="883">
                  <c:v>7.27680576417267</c:v>
                </c:pt>
                <c:pt idx="884">
                  <c:v>7.27680576417267</c:v>
                </c:pt>
                <c:pt idx="885">
                  <c:v>7.27680576417267</c:v>
                </c:pt>
                <c:pt idx="886">
                  <c:v>7.27680576417267</c:v>
                </c:pt>
                <c:pt idx="887">
                  <c:v>7.27680576417267</c:v>
                </c:pt>
                <c:pt idx="888">
                  <c:v>7.27680576417267</c:v>
                </c:pt>
                <c:pt idx="889">
                  <c:v>7.27680576417267</c:v>
                </c:pt>
                <c:pt idx="890">
                  <c:v>7.27680576417267</c:v>
                </c:pt>
                <c:pt idx="891">
                  <c:v>7.27680576417267</c:v>
                </c:pt>
                <c:pt idx="892">
                  <c:v>7.27680576417267</c:v>
                </c:pt>
                <c:pt idx="893">
                  <c:v>7.27680576417267</c:v>
                </c:pt>
                <c:pt idx="894">
                  <c:v>7.27680576417267</c:v>
                </c:pt>
                <c:pt idx="895">
                  <c:v>7.27680576417267</c:v>
                </c:pt>
                <c:pt idx="896">
                  <c:v>7.27680576417267</c:v>
                </c:pt>
                <c:pt idx="897">
                  <c:v>7.27680576417267</c:v>
                </c:pt>
                <c:pt idx="898">
                  <c:v>7.27680576417267</c:v>
                </c:pt>
                <c:pt idx="899">
                  <c:v>7.27680576417267</c:v>
                </c:pt>
                <c:pt idx="900">
                  <c:v>7.27680576417267</c:v>
                </c:pt>
                <c:pt idx="901">
                  <c:v>7.27680576417267</c:v>
                </c:pt>
                <c:pt idx="902">
                  <c:v>7.27680576417267</c:v>
                </c:pt>
                <c:pt idx="903">
                  <c:v>7.27680576417267</c:v>
                </c:pt>
                <c:pt idx="904">
                  <c:v>7.27680576417267</c:v>
                </c:pt>
                <c:pt idx="905">
                  <c:v>7.27680576417267</c:v>
                </c:pt>
                <c:pt idx="906">
                  <c:v>7.27680576417267</c:v>
                </c:pt>
                <c:pt idx="907">
                  <c:v>7.27680576417267</c:v>
                </c:pt>
                <c:pt idx="908">
                  <c:v>7.27680576417267</c:v>
                </c:pt>
                <c:pt idx="909">
                  <c:v>7.27680576417267</c:v>
                </c:pt>
                <c:pt idx="910">
                  <c:v>7.27680576417267</c:v>
                </c:pt>
                <c:pt idx="911">
                  <c:v>7.27680576417267</c:v>
                </c:pt>
                <c:pt idx="912">
                  <c:v>7.27680576417267</c:v>
                </c:pt>
                <c:pt idx="913">
                  <c:v>7.27680576417267</c:v>
                </c:pt>
                <c:pt idx="914">
                  <c:v>7.27680576417267</c:v>
                </c:pt>
                <c:pt idx="915">
                  <c:v>7.27680576417267</c:v>
                </c:pt>
                <c:pt idx="916">
                  <c:v>7.27680576417267</c:v>
                </c:pt>
                <c:pt idx="917">
                  <c:v>7.27680576417267</c:v>
                </c:pt>
                <c:pt idx="918">
                  <c:v>7.27680576417267</c:v>
                </c:pt>
                <c:pt idx="919">
                  <c:v>7.27680576417267</c:v>
                </c:pt>
                <c:pt idx="920">
                  <c:v>7.27680576417267</c:v>
                </c:pt>
                <c:pt idx="921">
                  <c:v>7.27680576417267</c:v>
                </c:pt>
                <c:pt idx="922">
                  <c:v>7.27680576417267</c:v>
                </c:pt>
                <c:pt idx="923">
                  <c:v>7.27680576417267</c:v>
                </c:pt>
                <c:pt idx="924">
                  <c:v>7.27680576417267</c:v>
                </c:pt>
                <c:pt idx="925">
                  <c:v>7.27680576417267</c:v>
                </c:pt>
                <c:pt idx="926">
                  <c:v>7.27680576417267</c:v>
                </c:pt>
                <c:pt idx="927">
                  <c:v>7.27680576417267</c:v>
                </c:pt>
                <c:pt idx="928">
                  <c:v>7.27680576417267</c:v>
                </c:pt>
                <c:pt idx="929">
                  <c:v>7.27680576417267</c:v>
                </c:pt>
                <c:pt idx="930">
                  <c:v>7.27680576417267</c:v>
                </c:pt>
                <c:pt idx="931">
                  <c:v>7.27680576417267</c:v>
                </c:pt>
                <c:pt idx="932">
                  <c:v>7.27680576417267</c:v>
                </c:pt>
                <c:pt idx="933">
                  <c:v>7.27680576417267</c:v>
                </c:pt>
                <c:pt idx="934">
                  <c:v>7.27680576417267</c:v>
                </c:pt>
                <c:pt idx="935">
                  <c:v>7.27680576417267</c:v>
                </c:pt>
                <c:pt idx="936">
                  <c:v>7.27680576417267</c:v>
                </c:pt>
                <c:pt idx="937">
                  <c:v>7.27680576417267</c:v>
                </c:pt>
                <c:pt idx="938">
                  <c:v>7.27680576417267</c:v>
                </c:pt>
                <c:pt idx="939">
                  <c:v>7.27680576417267</c:v>
                </c:pt>
                <c:pt idx="940">
                  <c:v>7.27680576417267</c:v>
                </c:pt>
                <c:pt idx="941">
                  <c:v>7.27680576417267</c:v>
                </c:pt>
                <c:pt idx="942">
                  <c:v>7.27680576417267</c:v>
                </c:pt>
                <c:pt idx="943">
                  <c:v>7.27680576417267</c:v>
                </c:pt>
                <c:pt idx="944">
                  <c:v>7.27680576417267</c:v>
                </c:pt>
                <c:pt idx="945">
                  <c:v>7.27680576417267</c:v>
                </c:pt>
                <c:pt idx="946">
                  <c:v>7.27680576417267</c:v>
                </c:pt>
                <c:pt idx="947">
                  <c:v>7.27680576417267</c:v>
                </c:pt>
                <c:pt idx="948">
                  <c:v>7.27680576417267</c:v>
                </c:pt>
                <c:pt idx="949">
                  <c:v>7.27680576417267</c:v>
                </c:pt>
                <c:pt idx="950">
                  <c:v>7.27680576417267</c:v>
                </c:pt>
                <c:pt idx="951">
                  <c:v>7.27680576417267</c:v>
                </c:pt>
                <c:pt idx="952">
                  <c:v>7.27680576417267</c:v>
                </c:pt>
                <c:pt idx="953">
                  <c:v>7.27680576417267</c:v>
                </c:pt>
                <c:pt idx="954">
                  <c:v>7.27680576417267</c:v>
                </c:pt>
                <c:pt idx="955">
                  <c:v>7.27680576417267</c:v>
                </c:pt>
                <c:pt idx="956">
                  <c:v>7.27680576417267</c:v>
                </c:pt>
                <c:pt idx="957">
                  <c:v>7.27680576417267</c:v>
                </c:pt>
                <c:pt idx="958">
                  <c:v>7.27680576417267</c:v>
                </c:pt>
                <c:pt idx="959">
                  <c:v>7.27680576417267</c:v>
                </c:pt>
                <c:pt idx="960">
                  <c:v>7.27680576417267</c:v>
                </c:pt>
                <c:pt idx="961">
                  <c:v>7.27680576417267</c:v>
                </c:pt>
                <c:pt idx="962">
                  <c:v>7.27680576417267</c:v>
                </c:pt>
                <c:pt idx="963">
                  <c:v>7.27680576417267</c:v>
                </c:pt>
                <c:pt idx="964">
                  <c:v>7.27680576417267</c:v>
                </c:pt>
                <c:pt idx="965">
                  <c:v>7.27680576417267</c:v>
                </c:pt>
                <c:pt idx="966">
                  <c:v>7.27680576417267</c:v>
                </c:pt>
                <c:pt idx="967">
                  <c:v>7.27680576417267</c:v>
                </c:pt>
                <c:pt idx="968">
                  <c:v>7.27680576417267</c:v>
                </c:pt>
                <c:pt idx="969">
                  <c:v>7.27680576417267</c:v>
                </c:pt>
                <c:pt idx="970">
                  <c:v>7.27680576417267</c:v>
                </c:pt>
                <c:pt idx="971">
                  <c:v>7.27680576417267</c:v>
                </c:pt>
                <c:pt idx="972">
                  <c:v>7.27680576417267</c:v>
                </c:pt>
                <c:pt idx="973">
                  <c:v>7.27680576417267</c:v>
                </c:pt>
                <c:pt idx="974">
                  <c:v>7.27680576417267</c:v>
                </c:pt>
                <c:pt idx="975">
                  <c:v>7.27680576417267</c:v>
                </c:pt>
                <c:pt idx="976">
                  <c:v>7.27680576417267</c:v>
                </c:pt>
                <c:pt idx="977">
                  <c:v>7.27680576417267</c:v>
                </c:pt>
                <c:pt idx="978">
                  <c:v>7.27680576417267</c:v>
                </c:pt>
                <c:pt idx="979">
                  <c:v>7.27680576417267</c:v>
                </c:pt>
                <c:pt idx="980">
                  <c:v>7.27680576417267</c:v>
                </c:pt>
                <c:pt idx="981">
                  <c:v>7.27680576417267</c:v>
                </c:pt>
                <c:pt idx="982">
                  <c:v>7.27680576417267</c:v>
                </c:pt>
                <c:pt idx="983">
                  <c:v>7.27680576417267</c:v>
                </c:pt>
                <c:pt idx="984">
                  <c:v>7.27680576417267</c:v>
                </c:pt>
                <c:pt idx="985">
                  <c:v>7.27680576417267</c:v>
                </c:pt>
                <c:pt idx="986">
                  <c:v>7.27680576417267</c:v>
                </c:pt>
                <c:pt idx="987">
                  <c:v>7.27680576417267</c:v>
                </c:pt>
                <c:pt idx="988">
                  <c:v>7.27680576417267</c:v>
                </c:pt>
                <c:pt idx="989">
                  <c:v>7.27680576417267</c:v>
                </c:pt>
                <c:pt idx="990">
                  <c:v>7.27680576417267</c:v>
                </c:pt>
                <c:pt idx="991">
                  <c:v>7.27680576417267</c:v>
                </c:pt>
                <c:pt idx="992">
                  <c:v>7.27680576417267</c:v>
                </c:pt>
                <c:pt idx="993">
                  <c:v>7.27680576417267</c:v>
                </c:pt>
                <c:pt idx="994">
                  <c:v>7.27680576417267</c:v>
                </c:pt>
                <c:pt idx="995">
                  <c:v>7.27680576417267</c:v>
                </c:pt>
                <c:pt idx="996">
                  <c:v>7.27680576417267</c:v>
                </c:pt>
                <c:pt idx="997">
                  <c:v>7.27680576417267</c:v>
                </c:pt>
                <c:pt idx="998">
                  <c:v>7.27680576417267</c:v>
                </c:pt>
                <c:pt idx="999">
                  <c:v>7.27680576417267</c:v>
                </c:pt>
                <c:pt idx="1000">
                  <c:v>7.27680576417267</c:v>
                </c:pt>
                <c:pt idx="1001">
                  <c:v>7.27680576417267</c:v>
                </c:pt>
                <c:pt idx="1002">
                  <c:v>7.27680576417267</c:v>
                </c:pt>
                <c:pt idx="1003">
                  <c:v>7.27680576417267</c:v>
                </c:pt>
                <c:pt idx="1004">
                  <c:v>7.27680576417267</c:v>
                </c:pt>
                <c:pt idx="1005">
                  <c:v>7.27680576417267</c:v>
                </c:pt>
                <c:pt idx="1006">
                  <c:v>7.27680576417267</c:v>
                </c:pt>
                <c:pt idx="1007">
                  <c:v>7.27680576417267</c:v>
                </c:pt>
                <c:pt idx="1008">
                  <c:v>7.27680576417267</c:v>
                </c:pt>
                <c:pt idx="1009">
                  <c:v>7.27680576417267</c:v>
                </c:pt>
                <c:pt idx="1010">
                  <c:v>7.27680576417267</c:v>
                </c:pt>
                <c:pt idx="1011">
                  <c:v>7.27680576417267</c:v>
                </c:pt>
                <c:pt idx="1012">
                  <c:v>7.27680576417267</c:v>
                </c:pt>
                <c:pt idx="1013">
                  <c:v>7.27680576417267</c:v>
                </c:pt>
                <c:pt idx="1014">
                  <c:v>7.27680576417267</c:v>
                </c:pt>
                <c:pt idx="1015">
                  <c:v>7.27680576417267</c:v>
                </c:pt>
                <c:pt idx="1016">
                  <c:v>7.27680576417267</c:v>
                </c:pt>
                <c:pt idx="1017">
                  <c:v>7.27680576417267</c:v>
                </c:pt>
                <c:pt idx="1018">
                  <c:v>7.27680576417267</c:v>
                </c:pt>
                <c:pt idx="1019">
                  <c:v>7.27680576417267</c:v>
                </c:pt>
                <c:pt idx="1020">
                  <c:v>7.27680576417267</c:v>
                </c:pt>
                <c:pt idx="1021">
                  <c:v>7.27680576417267</c:v>
                </c:pt>
                <c:pt idx="1022">
                  <c:v>7.27680576417267</c:v>
                </c:pt>
                <c:pt idx="1023">
                  <c:v>7.27680576417267</c:v>
                </c:pt>
                <c:pt idx="1024">
                  <c:v>7.27680576417267</c:v>
                </c:pt>
                <c:pt idx="1025">
                  <c:v>7.27680576417267</c:v>
                </c:pt>
                <c:pt idx="1026">
                  <c:v>7.27680576417267</c:v>
                </c:pt>
                <c:pt idx="1027">
                  <c:v>7.27680576417267</c:v>
                </c:pt>
                <c:pt idx="1028">
                  <c:v>7.27680576417267</c:v>
                </c:pt>
                <c:pt idx="1029">
                  <c:v>7.27680576417267</c:v>
                </c:pt>
                <c:pt idx="1030">
                  <c:v>7.27680576417267</c:v>
                </c:pt>
                <c:pt idx="1031">
                  <c:v>7.27680576417267</c:v>
                </c:pt>
                <c:pt idx="1032">
                  <c:v>7.27680576417267</c:v>
                </c:pt>
                <c:pt idx="1033">
                  <c:v>7.27680576417267</c:v>
                </c:pt>
                <c:pt idx="1034">
                  <c:v>7.27680576417267</c:v>
                </c:pt>
                <c:pt idx="1035">
                  <c:v>7.27680576417267</c:v>
                </c:pt>
                <c:pt idx="1036">
                  <c:v>7.27680576417267</c:v>
                </c:pt>
                <c:pt idx="1037">
                  <c:v>7.27680576417267</c:v>
                </c:pt>
                <c:pt idx="1038">
                  <c:v>7.27680576417267</c:v>
                </c:pt>
                <c:pt idx="1039">
                  <c:v>7.27680576417267</c:v>
                </c:pt>
                <c:pt idx="1040">
                  <c:v>7.27680576417267</c:v>
                </c:pt>
                <c:pt idx="1041">
                  <c:v>7.27680576417267</c:v>
                </c:pt>
                <c:pt idx="1042">
                  <c:v>7.27680576417267</c:v>
                </c:pt>
                <c:pt idx="1043">
                  <c:v>7.27680576417267</c:v>
                </c:pt>
                <c:pt idx="1044">
                  <c:v>7.27680576417267</c:v>
                </c:pt>
                <c:pt idx="1045">
                  <c:v>7.27680576417267</c:v>
                </c:pt>
                <c:pt idx="1046">
                  <c:v>7.27680576417267</c:v>
                </c:pt>
                <c:pt idx="1047">
                  <c:v>7.27680576417267</c:v>
                </c:pt>
                <c:pt idx="1048">
                  <c:v>7.27680576417267</c:v>
                </c:pt>
                <c:pt idx="1049">
                  <c:v>7.27680576417267</c:v>
                </c:pt>
                <c:pt idx="1050">
                  <c:v>7.27680576417267</c:v>
                </c:pt>
                <c:pt idx="1051">
                  <c:v>7.27680576417267</c:v>
                </c:pt>
                <c:pt idx="1052">
                  <c:v>7.27680576417267</c:v>
                </c:pt>
                <c:pt idx="1053">
                  <c:v>7.27680576417267</c:v>
                </c:pt>
                <c:pt idx="1054">
                  <c:v>7.27680576417267</c:v>
                </c:pt>
                <c:pt idx="1055">
                  <c:v>7.27680576417267</c:v>
                </c:pt>
                <c:pt idx="1056">
                  <c:v>7.27680576417267</c:v>
                </c:pt>
                <c:pt idx="1057">
                  <c:v>7.27680576417267</c:v>
                </c:pt>
                <c:pt idx="1058">
                  <c:v>7.27680576417267</c:v>
                </c:pt>
                <c:pt idx="1059">
                  <c:v>7.27680576417267</c:v>
                </c:pt>
                <c:pt idx="1060">
                  <c:v>7.27680576417267</c:v>
                </c:pt>
                <c:pt idx="1061">
                  <c:v>7.27680576417267</c:v>
                </c:pt>
                <c:pt idx="1062">
                  <c:v>7.27680576417267</c:v>
                </c:pt>
                <c:pt idx="1063">
                  <c:v>7.27680576417267</c:v>
                </c:pt>
                <c:pt idx="1064">
                  <c:v>7.27680576417267</c:v>
                </c:pt>
                <c:pt idx="1065">
                  <c:v>7.27680576417267</c:v>
                </c:pt>
                <c:pt idx="1066">
                  <c:v>7.27680576417267</c:v>
                </c:pt>
                <c:pt idx="1067">
                  <c:v>7.27680576417267</c:v>
                </c:pt>
                <c:pt idx="1068">
                  <c:v>7.27680576417267</c:v>
                </c:pt>
                <c:pt idx="1069">
                  <c:v>7.27680576417267</c:v>
                </c:pt>
                <c:pt idx="1070">
                  <c:v>7.27680576417267</c:v>
                </c:pt>
                <c:pt idx="1071">
                  <c:v>7.27680576417267</c:v>
                </c:pt>
                <c:pt idx="1072">
                  <c:v>7.27680576417267</c:v>
                </c:pt>
                <c:pt idx="1073">
                  <c:v>7.27680576417267</c:v>
                </c:pt>
                <c:pt idx="1074">
                  <c:v>7.27680576417267</c:v>
                </c:pt>
                <c:pt idx="1075">
                  <c:v>7.27680576417267</c:v>
                </c:pt>
                <c:pt idx="1076">
                  <c:v>7.27680576417267</c:v>
                </c:pt>
                <c:pt idx="1077">
                  <c:v>7.27680576417267</c:v>
                </c:pt>
                <c:pt idx="1078">
                  <c:v>7.27680576417267</c:v>
                </c:pt>
                <c:pt idx="1079">
                  <c:v>7.27680576417267</c:v>
                </c:pt>
                <c:pt idx="1080">
                  <c:v>7.27680576417267</c:v>
                </c:pt>
                <c:pt idx="1081">
                  <c:v>7.27680576417267</c:v>
                </c:pt>
                <c:pt idx="1082">
                  <c:v>7.27680576417267</c:v>
                </c:pt>
                <c:pt idx="1083">
                  <c:v>7.27680576417267</c:v>
                </c:pt>
                <c:pt idx="1084">
                  <c:v>7.27680576417267</c:v>
                </c:pt>
                <c:pt idx="1085">
                  <c:v>7.27680576417267</c:v>
                </c:pt>
                <c:pt idx="1086">
                  <c:v>7.27680576417267</c:v>
                </c:pt>
                <c:pt idx="1087">
                  <c:v>7.27680576417267</c:v>
                </c:pt>
                <c:pt idx="1088">
                  <c:v>7.27680576417267</c:v>
                </c:pt>
                <c:pt idx="1089">
                  <c:v>7.27680576417267</c:v>
                </c:pt>
                <c:pt idx="1090">
                  <c:v>7.27680576417267</c:v>
                </c:pt>
                <c:pt idx="1091">
                  <c:v>7.27680576417267</c:v>
                </c:pt>
                <c:pt idx="1092">
                  <c:v>7.27680576417267</c:v>
                </c:pt>
                <c:pt idx="1093">
                  <c:v>7.27680576417267</c:v>
                </c:pt>
                <c:pt idx="1094">
                  <c:v>7.27680576417267</c:v>
                </c:pt>
                <c:pt idx="1095">
                  <c:v>7.27680576417267</c:v>
                </c:pt>
                <c:pt idx="1096">
                  <c:v>7.27680576417267</c:v>
                </c:pt>
                <c:pt idx="1097">
                  <c:v>7.27680576417267</c:v>
                </c:pt>
                <c:pt idx="1098">
                  <c:v>7.27680576417267</c:v>
                </c:pt>
                <c:pt idx="1099">
                  <c:v>7.27680576417267</c:v>
                </c:pt>
                <c:pt idx="1100">
                  <c:v>7.27680576417267</c:v>
                </c:pt>
                <c:pt idx="1101">
                  <c:v>7.27680576417267</c:v>
                </c:pt>
                <c:pt idx="1102">
                  <c:v>7.27680576417267</c:v>
                </c:pt>
                <c:pt idx="1103">
                  <c:v>7.27680576417267</c:v>
                </c:pt>
                <c:pt idx="1104">
                  <c:v>7.27680576417267</c:v>
                </c:pt>
                <c:pt idx="1105">
                  <c:v>7.27680576417267</c:v>
                </c:pt>
                <c:pt idx="1106">
                  <c:v>7.27680576417267</c:v>
                </c:pt>
                <c:pt idx="1107">
                  <c:v>7.27680576417267</c:v>
                </c:pt>
                <c:pt idx="1108">
                  <c:v>7.27680576417267</c:v>
                </c:pt>
                <c:pt idx="1109">
                  <c:v>7.27680576417267</c:v>
                </c:pt>
                <c:pt idx="1110">
                  <c:v>7.27680576417267</c:v>
                </c:pt>
                <c:pt idx="1111">
                  <c:v>7.27680576417267</c:v>
                </c:pt>
                <c:pt idx="1112">
                  <c:v>7.27680576417267</c:v>
                </c:pt>
                <c:pt idx="1113">
                  <c:v>7.27680576417267</c:v>
                </c:pt>
                <c:pt idx="1114">
                  <c:v>7.27680576417267</c:v>
                </c:pt>
                <c:pt idx="1115">
                  <c:v>7.27680576417267</c:v>
                </c:pt>
                <c:pt idx="1116">
                  <c:v>7.27680576417267</c:v>
                </c:pt>
                <c:pt idx="1117">
                  <c:v>7.27680576417267</c:v>
                </c:pt>
                <c:pt idx="1118">
                  <c:v>7.27680576417267</c:v>
                </c:pt>
                <c:pt idx="1119">
                  <c:v>7.27680576417267</c:v>
                </c:pt>
                <c:pt idx="1120">
                  <c:v>7.27680576417267</c:v>
                </c:pt>
                <c:pt idx="1121">
                  <c:v>7.27680576417267</c:v>
                </c:pt>
                <c:pt idx="1122">
                  <c:v>7.27680576417267</c:v>
                </c:pt>
                <c:pt idx="1123">
                  <c:v>7.27680576417267</c:v>
                </c:pt>
                <c:pt idx="1124">
                  <c:v>7.27680576417267</c:v>
                </c:pt>
                <c:pt idx="1125">
                  <c:v>7.27680576417267</c:v>
                </c:pt>
                <c:pt idx="1126">
                  <c:v>7.27680576417267</c:v>
                </c:pt>
                <c:pt idx="1127">
                  <c:v>7.27680576417267</c:v>
                </c:pt>
                <c:pt idx="1128">
                  <c:v>7.27680576417267</c:v>
                </c:pt>
                <c:pt idx="1129">
                  <c:v>7.27680576417267</c:v>
                </c:pt>
                <c:pt idx="1130">
                  <c:v>7.27680576417267</c:v>
                </c:pt>
                <c:pt idx="1131">
                  <c:v>7.27680576417267</c:v>
                </c:pt>
                <c:pt idx="1132">
                  <c:v>7.27680576417267</c:v>
                </c:pt>
                <c:pt idx="1133">
                  <c:v>7.27680576417267</c:v>
                </c:pt>
                <c:pt idx="1134">
                  <c:v>7.27680576417267</c:v>
                </c:pt>
                <c:pt idx="1135">
                  <c:v>7.27680576417267</c:v>
                </c:pt>
                <c:pt idx="1136">
                  <c:v>7.27680576417267</c:v>
                </c:pt>
                <c:pt idx="1137">
                  <c:v>7.27680576417267</c:v>
                </c:pt>
                <c:pt idx="1138">
                  <c:v>7.27680576417267</c:v>
                </c:pt>
                <c:pt idx="1139">
                  <c:v>7.27680576417267</c:v>
                </c:pt>
                <c:pt idx="1140">
                  <c:v>7.27680576417267</c:v>
                </c:pt>
                <c:pt idx="1141">
                  <c:v>7.27680576417267</c:v>
                </c:pt>
                <c:pt idx="1142">
                  <c:v>7.27680576417267</c:v>
                </c:pt>
                <c:pt idx="1143">
                  <c:v>7.27680576417267</c:v>
                </c:pt>
                <c:pt idx="1144">
                  <c:v>7.27680576417267</c:v>
                </c:pt>
                <c:pt idx="1145">
                  <c:v>7.27680576417267</c:v>
                </c:pt>
                <c:pt idx="1146">
                  <c:v>7.27680576417267</c:v>
                </c:pt>
                <c:pt idx="1147">
                  <c:v>7.27680576417267</c:v>
                </c:pt>
                <c:pt idx="1148">
                  <c:v>7.27680576417267</c:v>
                </c:pt>
                <c:pt idx="1149">
                  <c:v>7.27680576417267</c:v>
                </c:pt>
                <c:pt idx="1150">
                  <c:v>7.27680576417267</c:v>
                </c:pt>
                <c:pt idx="1151">
                  <c:v>7.27680576417267</c:v>
                </c:pt>
                <c:pt idx="1152">
                  <c:v>7.27680576417267</c:v>
                </c:pt>
                <c:pt idx="1153">
                  <c:v>7.27680576417267</c:v>
                </c:pt>
                <c:pt idx="1154">
                  <c:v>7.27680576417267</c:v>
                </c:pt>
                <c:pt idx="1155">
                  <c:v>7.27680576417267</c:v>
                </c:pt>
                <c:pt idx="1156">
                  <c:v>7.27680576417267</c:v>
                </c:pt>
                <c:pt idx="1157">
                  <c:v>7.27680576417267</c:v>
                </c:pt>
                <c:pt idx="1158">
                  <c:v>7.27680576417267</c:v>
                </c:pt>
                <c:pt idx="1159">
                  <c:v>7.27680576417267</c:v>
                </c:pt>
                <c:pt idx="1160">
                  <c:v>7.27680576417267</c:v>
                </c:pt>
                <c:pt idx="1161">
                  <c:v>7.27680576417267</c:v>
                </c:pt>
                <c:pt idx="1162">
                  <c:v>7.27680576417267</c:v>
                </c:pt>
                <c:pt idx="1163">
                  <c:v>7.27680576417267</c:v>
                </c:pt>
                <c:pt idx="1164">
                  <c:v>7.27680576417267</c:v>
                </c:pt>
                <c:pt idx="1165">
                  <c:v>7.27680576417267</c:v>
                </c:pt>
                <c:pt idx="1166">
                  <c:v>7.27680576417267</c:v>
                </c:pt>
                <c:pt idx="1167">
                  <c:v>7.27680576417267</c:v>
                </c:pt>
                <c:pt idx="1168">
                  <c:v>7.27680576417267</c:v>
                </c:pt>
                <c:pt idx="1169">
                  <c:v>7.27680576417267</c:v>
                </c:pt>
                <c:pt idx="1170">
                  <c:v>7.27680576417267</c:v>
                </c:pt>
                <c:pt idx="1171">
                  <c:v>7.27680576417267</c:v>
                </c:pt>
                <c:pt idx="1172">
                  <c:v>7.27680576417267</c:v>
                </c:pt>
                <c:pt idx="1173">
                  <c:v>7.27680576417267</c:v>
                </c:pt>
                <c:pt idx="1174">
                  <c:v>7.27680576417267</c:v>
                </c:pt>
                <c:pt idx="1175">
                  <c:v>7.27680576417267</c:v>
                </c:pt>
                <c:pt idx="1176">
                  <c:v>7.27680576417267</c:v>
                </c:pt>
                <c:pt idx="1177">
                  <c:v>7.27680576417267</c:v>
                </c:pt>
                <c:pt idx="1178">
                  <c:v>7.27680576417267</c:v>
                </c:pt>
                <c:pt idx="1179">
                  <c:v>7.27680576417267</c:v>
                </c:pt>
                <c:pt idx="1180">
                  <c:v>7.27680576417267</c:v>
                </c:pt>
                <c:pt idx="1181">
                  <c:v>7.27680576417267</c:v>
                </c:pt>
                <c:pt idx="1182">
                  <c:v>7.27680576417267</c:v>
                </c:pt>
                <c:pt idx="1183">
                  <c:v>7.27680576417267</c:v>
                </c:pt>
                <c:pt idx="1184">
                  <c:v>7.27680576417267</c:v>
                </c:pt>
                <c:pt idx="1185">
                  <c:v>7.27680576417267</c:v>
                </c:pt>
                <c:pt idx="1186">
                  <c:v>7.27680576417267</c:v>
                </c:pt>
                <c:pt idx="1187">
                  <c:v>7.27680576417267</c:v>
                </c:pt>
                <c:pt idx="1188">
                  <c:v>7.27680576417267</c:v>
                </c:pt>
                <c:pt idx="1189">
                  <c:v>7.27680576417267</c:v>
                </c:pt>
                <c:pt idx="1190">
                  <c:v>7.27680576417267</c:v>
                </c:pt>
                <c:pt idx="1191">
                  <c:v>7.27680576417267</c:v>
                </c:pt>
                <c:pt idx="1192">
                  <c:v>7.27680576417267</c:v>
                </c:pt>
                <c:pt idx="1193">
                  <c:v>7.27680576417267</c:v>
                </c:pt>
                <c:pt idx="1194">
                  <c:v>7.27680576417267</c:v>
                </c:pt>
                <c:pt idx="1195">
                  <c:v>7.27680576417267</c:v>
                </c:pt>
                <c:pt idx="1196">
                  <c:v>7.27680576417267</c:v>
                </c:pt>
                <c:pt idx="1197">
                  <c:v>7.27680576417267</c:v>
                </c:pt>
                <c:pt idx="1198">
                  <c:v>7.27680576417267</c:v>
                </c:pt>
                <c:pt idx="1199">
                  <c:v>7.27680576417267</c:v>
                </c:pt>
                <c:pt idx="1200">
                  <c:v>7.27680576417267</c:v>
                </c:pt>
                <c:pt idx="1201">
                  <c:v>7.27680576417267</c:v>
                </c:pt>
                <c:pt idx="1202">
                  <c:v>7.27680576417267</c:v>
                </c:pt>
                <c:pt idx="1203">
                  <c:v>7.27680576417267</c:v>
                </c:pt>
                <c:pt idx="1204">
                  <c:v>7.27680576417267</c:v>
                </c:pt>
                <c:pt idx="1205">
                  <c:v>7.27680576417267</c:v>
                </c:pt>
                <c:pt idx="1206">
                  <c:v>7.27680576417267</c:v>
                </c:pt>
                <c:pt idx="1207">
                  <c:v>7.27680576417267</c:v>
                </c:pt>
                <c:pt idx="1208">
                  <c:v>7.27680576417267</c:v>
                </c:pt>
                <c:pt idx="1209">
                  <c:v>7.27680576417267</c:v>
                </c:pt>
                <c:pt idx="1210">
                  <c:v>7.27680576417267</c:v>
                </c:pt>
                <c:pt idx="1211">
                  <c:v>7.27680576417267</c:v>
                </c:pt>
                <c:pt idx="1212">
                  <c:v>7.27680576417267</c:v>
                </c:pt>
                <c:pt idx="1213">
                  <c:v>7.27680576417267</c:v>
                </c:pt>
                <c:pt idx="1214">
                  <c:v>7.27680576417267</c:v>
                </c:pt>
                <c:pt idx="1215">
                  <c:v>7.27680576417267</c:v>
                </c:pt>
                <c:pt idx="1216">
                  <c:v>7.27680576417267</c:v>
                </c:pt>
                <c:pt idx="1217">
                  <c:v>7.27680576417267</c:v>
                </c:pt>
                <c:pt idx="1218">
                  <c:v>7.27680576417267</c:v>
                </c:pt>
                <c:pt idx="1219">
                  <c:v>7.27680576417267</c:v>
                </c:pt>
                <c:pt idx="1220">
                  <c:v>7.27680576417267</c:v>
                </c:pt>
                <c:pt idx="1221">
                  <c:v>7.27680576417267</c:v>
                </c:pt>
                <c:pt idx="1222">
                  <c:v>7.27680576417267</c:v>
                </c:pt>
                <c:pt idx="1223">
                  <c:v>7.27680576417267</c:v>
                </c:pt>
                <c:pt idx="1224">
                  <c:v>7.27680576417267</c:v>
                </c:pt>
                <c:pt idx="1225">
                  <c:v>7.27680576417267</c:v>
                </c:pt>
                <c:pt idx="1226">
                  <c:v>7.27680576417267</c:v>
                </c:pt>
                <c:pt idx="1227">
                  <c:v>7.27680576417267</c:v>
                </c:pt>
                <c:pt idx="1228">
                  <c:v>7.27680576417267</c:v>
                </c:pt>
                <c:pt idx="1229">
                  <c:v>7.27680576417267</c:v>
                </c:pt>
                <c:pt idx="1230">
                  <c:v>7.27680576417267</c:v>
                </c:pt>
                <c:pt idx="1231">
                  <c:v>7.27680576417267</c:v>
                </c:pt>
                <c:pt idx="1232">
                  <c:v>7.27680576417267</c:v>
                </c:pt>
                <c:pt idx="1233">
                  <c:v>7.27680576417267</c:v>
                </c:pt>
                <c:pt idx="1234">
                  <c:v>7.27680576417267</c:v>
                </c:pt>
                <c:pt idx="1235">
                  <c:v>7.27680576417267</c:v>
                </c:pt>
                <c:pt idx="1236">
                  <c:v>7.27680576417267</c:v>
                </c:pt>
                <c:pt idx="1237">
                  <c:v>7.27680576417267</c:v>
                </c:pt>
                <c:pt idx="1238">
                  <c:v>7.27680576417267</c:v>
                </c:pt>
                <c:pt idx="1239">
                  <c:v>7.27680576417267</c:v>
                </c:pt>
                <c:pt idx="1240">
                  <c:v>7.27680576417267</c:v>
                </c:pt>
                <c:pt idx="1241">
                  <c:v>7.27680576417267</c:v>
                </c:pt>
                <c:pt idx="1242">
                  <c:v>7.27680576417267</c:v>
                </c:pt>
                <c:pt idx="1243">
                  <c:v>7.27680576417267</c:v>
                </c:pt>
                <c:pt idx="1244">
                  <c:v>7.27680576417267</c:v>
                </c:pt>
                <c:pt idx="1245">
                  <c:v>7.27680576417267</c:v>
                </c:pt>
                <c:pt idx="1246">
                  <c:v>7.27680576417267</c:v>
                </c:pt>
                <c:pt idx="1247">
                  <c:v>7.27680576417267</c:v>
                </c:pt>
                <c:pt idx="1248">
                  <c:v>7.27680576417267</c:v>
                </c:pt>
                <c:pt idx="1249">
                  <c:v>7.27680576417267</c:v>
                </c:pt>
                <c:pt idx="1250">
                  <c:v>7.27680576417267</c:v>
                </c:pt>
                <c:pt idx="1251">
                  <c:v>7.27680576417267</c:v>
                </c:pt>
                <c:pt idx="1252">
                  <c:v>7.27680576417267</c:v>
                </c:pt>
                <c:pt idx="1253">
                  <c:v>7.27680576417267</c:v>
                </c:pt>
                <c:pt idx="1254">
                  <c:v>7.27680576417267</c:v>
                </c:pt>
                <c:pt idx="1255">
                  <c:v>7.27680576417267</c:v>
                </c:pt>
                <c:pt idx="1256">
                  <c:v>7.27680576417267</c:v>
                </c:pt>
                <c:pt idx="1257">
                  <c:v>7.27680576417267</c:v>
                </c:pt>
                <c:pt idx="1258">
                  <c:v>7.27680576417267</c:v>
                </c:pt>
                <c:pt idx="1259">
                  <c:v>7.27680576417267</c:v>
                </c:pt>
                <c:pt idx="1260">
                  <c:v>7.27680576417267</c:v>
                </c:pt>
                <c:pt idx="1261">
                  <c:v>7.27680576417267</c:v>
                </c:pt>
                <c:pt idx="1262">
                  <c:v>7.27680576417267</c:v>
                </c:pt>
                <c:pt idx="1263">
                  <c:v>7.27680576417267</c:v>
                </c:pt>
                <c:pt idx="1264">
                  <c:v>7.27680576417267</c:v>
                </c:pt>
                <c:pt idx="1265">
                  <c:v>7.27680576417267</c:v>
                </c:pt>
                <c:pt idx="1266">
                  <c:v>7.27680576417267</c:v>
                </c:pt>
                <c:pt idx="1267">
                  <c:v>7.27680576417267</c:v>
                </c:pt>
                <c:pt idx="1268">
                  <c:v>7.27680576417267</c:v>
                </c:pt>
                <c:pt idx="1269">
                  <c:v>7.27680576417267</c:v>
                </c:pt>
                <c:pt idx="1270">
                  <c:v>7.27680576417267</c:v>
                </c:pt>
                <c:pt idx="1271">
                  <c:v>7.27680576417267</c:v>
                </c:pt>
                <c:pt idx="1272">
                  <c:v>7.27680576417267</c:v>
                </c:pt>
                <c:pt idx="1273">
                  <c:v>7.27680576417267</c:v>
                </c:pt>
                <c:pt idx="1274">
                  <c:v>7.27680576417267</c:v>
                </c:pt>
                <c:pt idx="1275">
                  <c:v>7.27680576417267</c:v>
                </c:pt>
                <c:pt idx="1276">
                  <c:v>7.27680576417267</c:v>
                </c:pt>
                <c:pt idx="1277">
                  <c:v>7.27680576417267</c:v>
                </c:pt>
                <c:pt idx="1278">
                  <c:v>7.27680576417267</c:v>
                </c:pt>
                <c:pt idx="1279">
                  <c:v>7.27680576417267</c:v>
                </c:pt>
                <c:pt idx="1280">
                  <c:v>7.27680576417267</c:v>
                </c:pt>
                <c:pt idx="1281">
                  <c:v>7.27680576417267</c:v>
                </c:pt>
                <c:pt idx="1282">
                  <c:v>7.27680576417267</c:v>
                </c:pt>
                <c:pt idx="1283">
                  <c:v>7.27680576417267</c:v>
                </c:pt>
                <c:pt idx="1284">
                  <c:v>7.27680576417267</c:v>
                </c:pt>
                <c:pt idx="1285">
                  <c:v>7.27680576417267</c:v>
                </c:pt>
                <c:pt idx="1286">
                  <c:v>7.27680576417267</c:v>
                </c:pt>
                <c:pt idx="1287">
                  <c:v>7.27680576417267</c:v>
                </c:pt>
                <c:pt idx="1288">
                  <c:v>7.27680576417267</c:v>
                </c:pt>
                <c:pt idx="1289">
                  <c:v>7.27680576417267</c:v>
                </c:pt>
                <c:pt idx="1290">
                  <c:v>7.27680576417267</c:v>
                </c:pt>
                <c:pt idx="1291">
                  <c:v>7.27680576417267</c:v>
                </c:pt>
                <c:pt idx="1292">
                  <c:v>7.27680576417267</c:v>
                </c:pt>
                <c:pt idx="1293">
                  <c:v>7.27680576417267</c:v>
                </c:pt>
                <c:pt idx="1294">
                  <c:v>7.27680576417267</c:v>
                </c:pt>
                <c:pt idx="1295">
                  <c:v>7.27680576417267</c:v>
                </c:pt>
                <c:pt idx="1296">
                  <c:v>7.27680576417267</c:v>
                </c:pt>
                <c:pt idx="1297">
                  <c:v>7.27680576417267</c:v>
                </c:pt>
                <c:pt idx="1298">
                  <c:v>7.27680576417267</c:v>
                </c:pt>
                <c:pt idx="1299">
                  <c:v>7.27680576417267</c:v>
                </c:pt>
                <c:pt idx="1300">
                  <c:v>7.27680576417267</c:v>
                </c:pt>
                <c:pt idx="1301">
                  <c:v>7.27680576417267</c:v>
                </c:pt>
                <c:pt idx="1302">
                  <c:v>7.27680576417267</c:v>
                </c:pt>
                <c:pt idx="1303">
                  <c:v>7.27680576417267</c:v>
                </c:pt>
                <c:pt idx="1304">
                  <c:v>7.27680576417267</c:v>
                </c:pt>
                <c:pt idx="1305">
                  <c:v>7.27680576417267</c:v>
                </c:pt>
                <c:pt idx="1306">
                  <c:v>7.27680576417267</c:v>
                </c:pt>
                <c:pt idx="1307">
                  <c:v>7.27680576417267</c:v>
                </c:pt>
                <c:pt idx="1308">
                  <c:v>7.27680576417267</c:v>
                </c:pt>
                <c:pt idx="1309">
                  <c:v>7.27680576417267</c:v>
                </c:pt>
                <c:pt idx="1310">
                  <c:v>7.27680576417267</c:v>
                </c:pt>
                <c:pt idx="1311">
                  <c:v>7.27680576417267</c:v>
                </c:pt>
                <c:pt idx="1312">
                  <c:v>7.27680576417267</c:v>
                </c:pt>
                <c:pt idx="1313">
                  <c:v>7.27680576417267</c:v>
                </c:pt>
                <c:pt idx="1314">
                  <c:v>7.27680576417267</c:v>
                </c:pt>
                <c:pt idx="1315">
                  <c:v>7.27680576417267</c:v>
                </c:pt>
                <c:pt idx="1316">
                  <c:v>7.27680576417267</c:v>
                </c:pt>
                <c:pt idx="1317">
                  <c:v>7.27680576417267</c:v>
                </c:pt>
                <c:pt idx="1318">
                  <c:v>7.27680576417267</c:v>
                </c:pt>
                <c:pt idx="1319">
                  <c:v>7.27680576417267</c:v>
                </c:pt>
                <c:pt idx="1320">
                  <c:v>7.27680576417267</c:v>
                </c:pt>
                <c:pt idx="1321">
                  <c:v>7.27680576417267</c:v>
                </c:pt>
                <c:pt idx="1322">
                  <c:v>7.27680576417267</c:v>
                </c:pt>
                <c:pt idx="1323">
                  <c:v>7.27680576417267</c:v>
                </c:pt>
                <c:pt idx="1324">
                  <c:v>7.27680576417267</c:v>
                </c:pt>
                <c:pt idx="1325">
                  <c:v>7.27680576417267</c:v>
                </c:pt>
                <c:pt idx="1326">
                  <c:v>7.27680576417267</c:v>
                </c:pt>
                <c:pt idx="1327">
                  <c:v>7.27680576417267</c:v>
                </c:pt>
                <c:pt idx="1328">
                  <c:v>7.27680576417267</c:v>
                </c:pt>
                <c:pt idx="1329">
                  <c:v>7.27680576417267</c:v>
                </c:pt>
                <c:pt idx="1330">
                  <c:v>7.27680576417267</c:v>
                </c:pt>
                <c:pt idx="1331">
                  <c:v>7.27680576417267</c:v>
                </c:pt>
                <c:pt idx="1332">
                  <c:v>7.27680576417267</c:v>
                </c:pt>
                <c:pt idx="1333">
                  <c:v>7.27680576417267</c:v>
                </c:pt>
                <c:pt idx="1334">
                  <c:v>7.27680576417267</c:v>
                </c:pt>
                <c:pt idx="1335">
                  <c:v>7.27680576417267</c:v>
                </c:pt>
                <c:pt idx="1336">
                  <c:v>7.27680576417267</c:v>
                </c:pt>
                <c:pt idx="1337">
                  <c:v>7.27680576417267</c:v>
                </c:pt>
                <c:pt idx="1338">
                  <c:v>7.27680576417267</c:v>
                </c:pt>
                <c:pt idx="1339">
                  <c:v>7.27680576417267</c:v>
                </c:pt>
                <c:pt idx="1340">
                  <c:v>7.27680576417267</c:v>
                </c:pt>
                <c:pt idx="1341">
                  <c:v>7.27680576417267</c:v>
                </c:pt>
                <c:pt idx="1342">
                  <c:v>7.27680576417267</c:v>
                </c:pt>
                <c:pt idx="1343">
                  <c:v>7.27680576417267</c:v>
                </c:pt>
                <c:pt idx="1344">
                  <c:v>7.27680576417267</c:v>
                </c:pt>
                <c:pt idx="1345">
                  <c:v>7.27680576417267</c:v>
                </c:pt>
                <c:pt idx="1346">
                  <c:v>7.27680576417267</c:v>
                </c:pt>
                <c:pt idx="1347">
                  <c:v>7.27680576417267</c:v>
                </c:pt>
                <c:pt idx="1348">
                  <c:v>7.27680576417267</c:v>
                </c:pt>
                <c:pt idx="1349">
                  <c:v>7.27680576417267</c:v>
                </c:pt>
                <c:pt idx="1350">
                  <c:v>7.27680576417267</c:v>
                </c:pt>
                <c:pt idx="1351">
                  <c:v>7.27680576417267</c:v>
                </c:pt>
                <c:pt idx="1352">
                  <c:v>7.27680576417267</c:v>
                </c:pt>
                <c:pt idx="1353">
                  <c:v>7.27680576417267</c:v>
                </c:pt>
                <c:pt idx="1354">
                  <c:v>7.27680576417267</c:v>
                </c:pt>
                <c:pt idx="1355">
                  <c:v>7.27680576417267</c:v>
                </c:pt>
                <c:pt idx="1356">
                  <c:v>7.27680576417267</c:v>
                </c:pt>
                <c:pt idx="1357">
                  <c:v>7.27680576417267</c:v>
                </c:pt>
                <c:pt idx="1358">
                  <c:v>7.27680576417267</c:v>
                </c:pt>
                <c:pt idx="1359">
                  <c:v>7.27680576417267</c:v>
                </c:pt>
                <c:pt idx="1360">
                  <c:v>7.27680576417267</c:v>
                </c:pt>
                <c:pt idx="1361">
                  <c:v>7.27680576417267</c:v>
                </c:pt>
                <c:pt idx="1362">
                  <c:v>7.27680576417267</c:v>
                </c:pt>
                <c:pt idx="1363">
                  <c:v>7.27680576417267</c:v>
                </c:pt>
                <c:pt idx="1364">
                  <c:v>7.27680576417267</c:v>
                </c:pt>
                <c:pt idx="1365">
                  <c:v>7.27680576417267</c:v>
                </c:pt>
                <c:pt idx="1366">
                  <c:v>7.27680576417267</c:v>
                </c:pt>
                <c:pt idx="1367">
                  <c:v>7.27680576417267</c:v>
                </c:pt>
                <c:pt idx="1368">
                  <c:v>7.27680576417267</c:v>
                </c:pt>
                <c:pt idx="1369">
                  <c:v>7.27680576417267</c:v>
                </c:pt>
                <c:pt idx="1370">
                  <c:v>7.27680576417267</c:v>
                </c:pt>
                <c:pt idx="1371">
                  <c:v>7.27680576417267</c:v>
                </c:pt>
                <c:pt idx="1372">
                  <c:v>7.27680576417267</c:v>
                </c:pt>
                <c:pt idx="1373">
                  <c:v>7.27680576417267</c:v>
                </c:pt>
                <c:pt idx="1374">
                  <c:v>7.27680576417267</c:v>
                </c:pt>
                <c:pt idx="1375">
                  <c:v>7.27680576417267</c:v>
                </c:pt>
                <c:pt idx="1376">
                  <c:v>7.27680576417267</c:v>
                </c:pt>
                <c:pt idx="1377">
                  <c:v>7.27680576417267</c:v>
                </c:pt>
                <c:pt idx="1378">
                  <c:v>7.27680576417267</c:v>
                </c:pt>
                <c:pt idx="1379">
                  <c:v>7.27680576417267</c:v>
                </c:pt>
                <c:pt idx="1380">
                  <c:v>7.27680576417267</c:v>
                </c:pt>
                <c:pt idx="1381">
                  <c:v>7.27680576417267</c:v>
                </c:pt>
                <c:pt idx="1382">
                  <c:v>7.27680576417267</c:v>
                </c:pt>
                <c:pt idx="1383">
                  <c:v>7.27680576417267</c:v>
                </c:pt>
                <c:pt idx="1384">
                  <c:v>7.27680576417267</c:v>
                </c:pt>
                <c:pt idx="1385">
                  <c:v>7.27680576417267</c:v>
                </c:pt>
                <c:pt idx="1386">
                  <c:v>7.27680576417267</c:v>
                </c:pt>
                <c:pt idx="1387">
                  <c:v>7.27680576417267</c:v>
                </c:pt>
                <c:pt idx="1388">
                  <c:v>7.27680576417267</c:v>
                </c:pt>
                <c:pt idx="1389">
                  <c:v>7.27680576417267</c:v>
                </c:pt>
                <c:pt idx="1390">
                  <c:v>7.27680576417267</c:v>
                </c:pt>
                <c:pt idx="1391">
                  <c:v>7.27680576417267</c:v>
                </c:pt>
                <c:pt idx="1392">
                  <c:v>7.27680576417267</c:v>
                </c:pt>
                <c:pt idx="1393">
                  <c:v>7.27680576417267</c:v>
                </c:pt>
                <c:pt idx="1394">
                  <c:v>7.27680576417267</c:v>
                </c:pt>
                <c:pt idx="1395">
                  <c:v>7.27680576417267</c:v>
                </c:pt>
                <c:pt idx="1396">
                  <c:v>7.27680576417267</c:v>
                </c:pt>
                <c:pt idx="1397">
                  <c:v>7.27680576417267</c:v>
                </c:pt>
                <c:pt idx="1398">
                  <c:v>7.27680576417267</c:v>
                </c:pt>
                <c:pt idx="1399">
                  <c:v>7.27680576417267</c:v>
                </c:pt>
                <c:pt idx="1400">
                  <c:v>7.27680576417267</c:v>
                </c:pt>
                <c:pt idx="1401">
                  <c:v>7.27680576417267</c:v>
                </c:pt>
                <c:pt idx="1402">
                  <c:v>7.27680576417267</c:v>
                </c:pt>
                <c:pt idx="1403">
                  <c:v>7.27680576417267</c:v>
                </c:pt>
                <c:pt idx="1404">
                  <c:v>7.27680576417267</c:v>
                </c:pt>
                <c:pt idx="1405">
                  <c:v>7.27680576417267</c:v>
                </c:pt>
                <c:pt idx="1406">
                  <c:v>7.27680576417267</c:v>
                </c:pt>
                <c:pt idx="1407">
                  <c:v>7.27680576417267</c:v>
                </c:pt>
                <c:pt idx="1408">
                  <c:v>7.27680576417267</c:v>
                </c:pt>
                <c:pt idx="1409">
                  <c:v>7.27680576417267</c:v>
                </c:pt>
                <c:pt idx="1410">
                  <c:v>7.27680576417267</c:v>
                </c:pt>
                <c:pt idx="1411">
                  <c:v>7.27680576417267</c:v>
                </c:pt>
                <c:pt idx="1412">
                  <c:v>7.27680576417267</c:v>
                </c:pt>
                <c:pt idx="1413">
                  <c:v>7.27680576417267</c:v>
                </c:pt>
                <c:pt idx="1414">
                  <c:v>7.27680576417267</c:v>
                </c:pt>
                <c:pt idx="1415">
                  <c:v>7.27680576417267</c:v>
                </c:pt>
                <c:pt idx="1416">
                  <c:v>7.27680576417267</c:v>
                </c:pt>
                <c:pt idx="1417">
                  <c:v>7.27680576417267</c:v>
                </c:pt>
                <c:pt idx="1418">
                  <c:v>7.27680576417267</c:v>
                </c:pt>
                <c:pt idx="1419">
                  <c:v>7.27680576417267</c:v>
                </c:pt>
                <c:pt idx="1420">
                  <c:v>7.27680576417267</c:v>
                </c:pt>
                <c:pt idx="1421">
                  <c:v>7.27680576417267</c:v>
                </c:pt>
                <c:pt idx="1422">
                  <c:v>7.27680576417267</c:v>
                </c:pt>
                <c:pt idx="1423">
                  <c:v>7.27680576417267</c:v>
                </c:pt>
                <c:pt idx="1424">
                  <c:v>7.27680576417267</c:v>
                </c:pt>
                <c:pt idx="1425">
                  <c:v>7.27680576417267</c:v>
                </c:pt>
                <c:pt idx="1426">
                  <c:v>7.27680576417267</c:v>
                </c:pt>
                <c:pt idx="1427">
                  <c:v>7.27680576417267</c:v>
                </c:pt>
                <c:pt idx="1428">
                  <c:v>7.27680576417267</c:v>
                </c:pt>
                <c:pt idx="1429">
                  <c:v>7.27680576417267</c:v>
                </c:pt>
                <c:pt idx="1430">
                  <c:v>7.27680576417267</c:v>
                </c:pt>
                <c:pt idx="1431">
                  <c:v>7.27680576417267</c:v>
                </c:pt>
                <c:pt idx="1432">
                  <c:v>7.27680576417267</c:v>
                </c:pt>
                <c:pt idx="1433">
                  <c:v>7.27680576417267</c:v>
                </c:pt>
                <c:pt idx="1434">
                  <c:v>7.27680576417267</c:v>
                </c:pt>
                <c:pt idx="1435">
                  <c:v>7.27680576417267</c:v>
                </c:pt>
                <c:pt idx="1436">
                  <c:v>7.27680576417267</c:v>
                </c:pt>
                <c:pt idx="1437">
                  <c:v>7.27680576417267</c:v>
                </c:pt>
                <c:pt idx="1438">
                  <c:v>7.27680576417267</c:v>
                </c:pt>
                <c:pt idx="1439">
                  <c:v>7.27680576417267</c:v>
                </c:pt>
                <c:pt idx="1440">
                  <c:v>7.27680576417267</c:v>
                </c:pt>
                <c:pt idx="1441">
                  <c:v>7.27680576417267</c:v>
                </c:pt>
                <c:pt idx="1442">
                  <c:v>7.27680576417267</c:v>
                </c:pt>
                <c:pt idx="1443">
                  <c:v>7.27680576417267</c:v>
                </c:pt>
                <c:pt idx="1444">
                  <c:v>7.27680576417267</c:v>
                </c:pt>
                <c:pt idx="1445">
                  <c:v>7.27680576417267</c:v>
                </c:pt>
                <c:pt idx="1446">
                  <c:v>7.27680576417267</c:v>
                </c:pt>
                <c:pt idx="1447">
                  <c:v>7.27680576417267</c:v>
                </c:pt>
                <c:pt idx="1448">
                  <c:v>7.27680576417267</c:v>
                </c:pt>
                <c:pt idx="1449">
                  <c:v>7.27680576417267</c:v>
                </c:pt>
                <c:pt idx="1450">
                  <c:v>7.27680576417267</c:v>
                </c:pt>
                <c:pt idx="1451">
                  <c:v>7.27680576417267</c:v>
                </c:pt>
                <c:pt idx="1452">
                  <c:v>7.27680576417267</c:v>
                </c:pt>
                <c:pt idx="1453">
                  <c:v>7.27680576417267</c:v>
                </c:pt>
                <c:pt idx="1454">
                  <c:v>7.27680576417267</c:v>
                </c:pt>
                <c:pt idx="1455">
                  <c:v>7.27680576417267</c:v>
                </c:pt>
                <c:pt idx="1456">
                  <c:v>7.27680576417267</c:v>
                </c:pt>
                <c:pt idx="1457">
                  <c:v>7.27680576417267</c:v>
                </c:pt>
                <c:pt idx="1458">
                  <c:v>7.27680576417267</c:v>
                </c:pt>
                <c:pt idx="1459">
                  <c:v>7.27680576417267</c:v>
                </c:pt>
                <c:pt idx="1460">
                  <c:v>7.27680576417267</c:v>
                </c:pt>
                <c:pt idx="1461">
                  <c:v>7.27680576417267</c:v>
                </c:pt>
                <c:pt idx="1462">
                  <c:v>7.27680576417267</c:v>
                </c:pt>
                <c:pt idx="1463">
                  <c:v>7.27680576417267</c:v>
                </c:pt>
                <c:pt idx="1464">
                  <c:v>7.27680576417267</c:v>
                </c:pt>
                <c:pt idx="1465">
                  <c:v>7.27680576417267</c:v>
                </c:pt>
                <c:pt idx="1466">
                  <c:v>7.27680576417267</c:v>
                </c:pt>
                <c:pt idx="1467">
                  <c:v>7.27680576417267</c:v>
                </c:pt>
                <c:pt idx="1468">
                  <c:v>7.27680576417267</c:v>
                </c:pt>
                <c:pt idx="1469">
                  <c:v>7.27680576417267</c:v>
                </c:pt>
                <c:pt idx="1470">
                  <c:v>7.27680576417267</c:v>
                </c:pt>
                <c:pt idx="1471">
                  <c:v>7.27680576417267</c:v>
                </c:pt>
                <c:pt idx="1472">
                  <c:v>7.27680576417267</c:v>
                </c:pt>
                <c:pt idx="1473">
                  <c:v>7.27680576417267</c:v>
                </c:pt>
                <c:pt idx="1474">
                  <c:v>7.27680576417267</c:v>
                </c:pt>
                <c:pt idx="1475">
                  <c:v>7.27680576417267</c:v>
                </c:pt>
                <c:pt idx="1476">
                  <c:v>7.27680576417267</c:v>
                </c:pt>
                <c:pt idx="1477">
                  <c:v>7.27680576417267</c:v>
                </c:pt>
                <c:pt idx="1478">
                  <c:v>7.27680576417267</c:v>
                </c:pt>
                <c:pt idx="1479">
                  <c:v>7.27680576417267</c:v>
                </c:pt>
                <c:pt idx="1480">
                  <c:v>7.27680576417267</c:v>
                </c:pt>
                <c:pt idx="1481">
                  <c:v>7.27680576417267</c:v>
                </c:pt>
                <c:pt idx="1482">
                  <c:v>7.27680576417267</c:v>
                </c:pt>
                <c:pt idx="1483">
                  <c:v>7.27680576417267</c:v>
                </c:pt>
                <c:pt idx="1484">
                  <c:v>7.27680576417267</c:v>
                </c:pt>
                <c:pt idx="1485">
                  <c:v>7.27680576417267</c:v>
                </c:pt>
                <c:pt idx="1486">
                  <c:v>7.27680576417267</c:v>
                </c:pt>
                <c:pt idx="1487">
                  <c:v>7.27680576417267</c:v>
                </c:pt>
                <c:pt idx="1488">
                  <c:v>7.27680576417267</c:v>
                </c:pt>
                <c:pt idx="1489">
                  <c:v>7.27680576417267</c:v>
                </c:pt>
                <c:pt idx="1490">
                  <c:v>7.27680576417267</c:v>
                </c:pt>
                <c:pt idx="1491">
                  <c:v>7.27680576417267</c:v>
                </c:pt>
                <c:pt idx="1492">
                  <c:v>7.27680576417267</c:v>
                </c:pt>
                <c:pt idx="1493">
                  <c:v>7.27680576417267</c:v>
                </c:pt>
                <c:pt idx="1494">
                  <c:v>7.27680576417267</c:v>
                </c:pt>
                <c:pt idx="1495">
                  <c:v>7.27680576417267</c:v>
                </c:pt>
                <c:pt idx="1496">
                  <c:v>7.27680576417267</c:v>
                </c:pt>
                <c:pt idx="1497">
                  <c:v>7.27680576417267</c:v>
                </c:pt>
                <c:pt idx="1498">
                  <c:v>7.27680576417267</c:v>
                </c:pt>
                <c:pt idx="1499">
                  <c:v>7.27680576417267</c:v>
                </c:pt>
                <c:pt idx="1500">
                  <c:v>7.27680576417267</c:v>
                </c:pt>
                <c:pt idx="1501">
                  <c:v>7.27680576417267</c:v>
                </c:pt>
                <c:pt idx="1502">
                  <c:v>7.27680576417267</c:v>
                </c:pt>
                <c:pt idx="1503">
                  <c:v>7.27680576417267</c:v>
                </c:pt>
                <c:pt idx="1504">
                  <c:v>7.27680576417267</c:v>
                </c:pt>
                <c:pt idx="1505">
                  <c:v>7.27680576417267</c:v>
                </c:pt>
                <c:pt idx="1506">
                  <c:v>7.27680576417267</c:v>
                </c:pt>
                <c:pt idx="1507">
                  <c:v>7.27680576417267</c:v>
                </c:pt>
                <c:pt idx="1508">
                  <c:v>7.27680576417267</c:v>
                </c:pt>
                <c:pt idx="1509">
                  <c:v>7.27680576417267</c:v>
                </c:pt>
                <c:pt idx="1510">
                  <c:v>7.27680576417267</c:v>
                </c:pt>
                <c:pt idx="1511">
                  <c:v>7.27680576417267</c:v>
                </c:pt>
                <c:pt idx="1512">
                  <c:v>7.27680576417267</c:v>
                </c:pt>
                <c:pt idx="1513">
                  <c:v>7.27680576417267</c:v>
                </c:pt>
                <c:pt idx="1514">
                  <c:v>7.27680576417267</c:v>
                </c:pt>
                <c:pt idx="1515">
                  <c:v>7.27680576417267</c:v>
                </c:pt>
                <c:pt idx="1516">
                  <c:v>7.27680576417267</c:v>
                </c:pt>
                <c:pt idx="1517">
                  <c:v>7.27680576417267</c:v>
                </c:pt>
                <c:pt idx="1518">
                  <c:v>7.27680576417267</c:v>
                </c:pt>
                <c:pt idx="1519">
                  <c:v>7.27680576417267</c:v>
                </c:pt>
                <c:pt idx="1520">
                  <c:v>7.27680576417267</c:v>
                </c:pt>
                <c:pt idx="1521">
                  <c:v>7.27680576417267</c:v>
                </c:pt>
                <c:pt idx="1522">
                  <c:v>7.27680576417267</c:v>
                </c:pt>
                <c:pt idx="1523">
                  <c:v>7.27680576417267</c:v>
                </c:pt>
                <c:pt idx="1524">
                  <c:v>7.27680576417267</c:v>
                </c:pt>
                <c:pt idx="1525">
                  <c:v>7.27680576417267</c:v>
                </c:pt>
                <c:pt idx="1526">
                  <c:v>7.27680576417267</c:v>
                </c:pt>
                <c:pt idx="1527">
                  <c:v>7.27680576417267</c:v>
                </c:pt>
                <c:pt idx="1528">
                  <c:v>7.27680576417267</c:v>
                </c:pt>
                <c:pt idx="1529">
                  <c:v>7.27680576417267</c:v>
                </c:pt>
                <c:pt idx="1530">
                  <c:v>7.27680576417267</c:v>
                </c:pt>
                <c:pt idx="1531">
                  <c:v>7.27680576417267</c:v>
                </c:pt>
                <c:pt idx="1532">
                  <c:v>7.27680576417267</c:v>
                </c:pt>
                <c:pt idx="1533">
                  <c:v>7.27680576417267</c:v>
                </c:pt>
                <c:pt idx="1534">
                  <c:v>7.27680576417267</c:v>
                </c:pt>
                <c:pt idx="1535">
                  <c:v>7.27680576417267</c:v>
                </c:pt>
                <c:pt idx="1536">
                  <c:v>7.27680576417267</c:v>
                </c:pt>
                <c:pt idx="1537">
                  <c:v>7.27680576417267</c:v>
                </c:pt>
                <c:pt idx="1538">
                  <c:v>7.27680576417267</c:v>
                </c:pt>
                <c:pt idx="1539">
                  <c:v>7.27680576417267</c:v>
                </c:pt>
                <c:pt idx="1540">
                  <c:v>7.27680576417267</c:v>
                </c:pt>
                <c:pt idx="1541">
                  <c:v>7.27680576417267</c:v>
                </c:pt>
                <c:pt idx="1542">
                  <c:v>7.27680576417267</c:v>
                </c:pt>
                <c:pt idx="1543">
                  <c:v>7.27680576417267</c:v>
                </c:pt>
                <c:pt idx="1544">
                  <c:v>7.27680576417267</c:v>
                </c:pt>
                <c:pt idx="1545">
                  <c:v>7.27680576417267</c:v>
                </c:pt>
                <c:pt idx="1546">
                  <c:v>7.27680576417267</c:v>
                </c:pt>
                <c:pt idx="1547">
                  <c:v>7.27680576417267</c:v>
                </c:pt>
                <c:pt idx="1548">
                  <c:v>7.27680576417267</c:v>
                </c:pt>
                <c:pt idx="1549">
                  <c:v>7.27680576417267</c:v>
                </c:pt>
                <c:pt idx="1550">
                  <c:v>7.27680576417267</c:v>
                </c:pt>
                <c:pt idx="1551">
                  <c:v>7.27680576417267</c:v>
                </c:pt>
                <c:pt idx="1552">
                  <c:v>7.27680576417267</c:v>
                </c:pt>
                <c:pt idx="1553">
                  <c:v>7.27680576417267</c:v>
                </c:pt>
                <c:pt idx="1554">
                  <c:v>7.27680576417267</c:v>
                </c:pt>
                <c:pt idx="1555">
                  <c:v>7.27680576417267</c:v>
                </c:pt>
                <c:pt idx="1556">
                  <c:v>7.27680576417267</c:v>
                </c:pt>
                <c:pt idx="1557">
                  <c:v>7.27680576417267</c:v>
                </c:pt>
                <c:pt idx="1558">
                  <c:v>7.27680576417267</c:v>
                </c:pt>
                <c:pt idx="1559">
                  <c:v>7.27680576417267</c:v>
                </c:pt>
                <c:pt idx="1560">
                  <c:v>7.27680576417267</c:v>
                </c:pt>
                <c:pt idx="1561">
                  <c:v>7.27680576417267</c:v>
                </c:pt>
                <c:pt idx="1562">
                  <c:v>7.27680576417267</c:v>
                </c:pt>
                <c:pt idx="1563">
                  <c:v>7.27680576417267</c:v>
                </c:pt>
                <c:pt idx="1564">
                  <c:v>7.27680576417267</c:v>
                </c:pt>
                <c:pt idx="1565">
                  <c:v>7.27680576417267</c:v>
                </c:pt>
                <c:pt idx="1566">
                  <c:v>7.27680576417267</c:v>
                </c:pt>
                <c:pt idx="1567">
                  <c:v>7.27680576417267</c:v>
                </c:pt>
                <c:pt idx="1568">
                  <c:v>7.27680576417267</c:v>
                </c:pt>
                <c:pt idx="1569">
                  <c:v>7.27680576417267</c:v>
                </c:pt>
                <c:pt idx="1570">
                  <c:v>7.27680576417267</c:v>
                </c:pt>
                <c:pt idx="1571">
                  <c:v>7.27680576417267</c:v>
                </c:pt>
                <c:pt idx="1572">
                  <c:v>7.27680576417267</c:v>
                </c:pt>
                <c:pt idx="1573">
                  <c:v>7.27680576417267</c:v>
                </c:pt>
                <c:pt idx="1574">
                  <c:v>7.27680576417267</c:v>
                </c:pt>
                <c:pt idx="1575">
                  <c:v>7.27680576417267</c:v>
                </c:pt>
                <c:pt idx="1576">
                  <c:v>7.27680576417267</c:v>
                </c:pt>
                <c:pt idx="1577">
                  <c:v>7.27680576417267</c:v>
                </c:pt>
                <c:pt idx="1578">
                  <c:v>7.27680576417267</c:v>
                </c:pt>
                <c:pt idx="1579">
                  <c:v>7.27680576417267</c:v>
                </c:pt>
                <c:pt idx="1580">
                  <c:v>7.27680576417267</c:v>
                </c:pt>
                <c:pt idx="1581">
                  <c:v>7.27680576417267</c:v>
                </c:pt>
                <c:pt idx="1582">
                  <c:v>7.27680576417267</c:v>
                </c:pt>
                <c:pt idx="1583">
                  <c:v>7.27680576417267</c:v>
                </c:pt>
                <c:pt idx="1584">
                  <c:v>7.27680576417267</c:v>
                </c:pt>
                <c:pt idx="1585">
                  <c:v>7.27680576417267</c:v>
                </c:pt>
                <c:pt idx="1586">
                  <c:v>7.27680576417267</c:v>
                </c:pt>
                <c:pt idx="1587">
                  <c:v>7.27680576417267</c:v>
                </c:pt>
                <c:pt idx="1588">
                  <c:v>7.27680576417267</c:v>
                </c:pt>
                <c:pt idx="1589">
                  <c:v>7.27680576417267</c:v>
                </c:pt>
                <c:pt idx="1590">
                  <c:v>7.27680576417267</c:v>
                </c:pt>
                <c:pt idx="1591">
                  <c:v>7.27680576417267</c:v>
                </c:pt>
                <c:pt idx="1592">
                  <c:v>7.27680576417267</c:v>
                </c:pt>
                <c:pt idx="1593">
                  <c:v>7.27680576417267</c:v>
                </c:pt>
                <c:pt idx="1594">
                  <c:v>7.27680576417267</c:v>
                </c:pt>
                <c:pt idx="1595">
                  <c:v>7.27680576417267</c:v>
                </c:pt>
                <c:pt idx="1596">
                  <c:v>7.27680576417267</c:v>
                </c:pt>
                <c:pt idx="1597">
                  <c:v>7.27680576417267</c:v>
                </c:pt>
                <c:pt idx="1598">
                  <c:v>7.27680576417267</c:v>
                </c:pt>
                <c:pt idx="1599">
                  <c:v>7.27680576417267</c:v>
                </c:pt>
                <c:pt idx="1600">
                  <c:v>7.27680576417267</c:v>
                </c:pt>
                <c:pt idx="1601">
                  <c:v>7.27680576417267</c:v>
                </c:pt>
                <c:pt idx="1602">
                  <c:v>7.27680576417267</c:v>
                </c:pt>
                <c:pt idx="1603">
                  <c:v>7.27680576417267</c:v>
                </c:pt>
                <c:pt idx="1604">
                  <c:v>7.27680576417267</c:v>
                </c:pt>
                <c:pt idx="1605">
                  <c:v>7.27680576417267</c:v>
                </c:pt>
                <c:pt idx="1606">
                  <c:v>7.27680576417267</c:v>
                </c:pt>
                <c:pt idx="1607">
                  <c:v>7.27680576417267</c:v>
                </c:pt>
                <c:pt idx="1608">
                  <c:v>7.27680576417267</c:v>
                </c:pt>
                <c:pt idx="1609">
                  <c:v>7.27680576417267</c:v>
                </c:pt>
                <c:pt idx="1610">
                  <c:v>7.27680576417267</c:v>
                </c:pt>
                <c:pt idx="1611">
                  <c:v>7.27680576417267</c:v>
                </c:pt>
                <c:pt idx="1612">
                  <c:v>7.27680576417267</c:v>
                </c:pt>
                <c:pt idx="1613">
                  <c:v>7.27680576417267</c:v>
                </c:pt>
                <c:pt idx="1614">
                  <c:v>7.27680576417267</c:v>
                </c:pt>
                <c:pt idx="1615">
                  <c:v>7.27680576417267</c:v>
                </c:pt>
                <c:pt idx="1616">
                  <c:v>7.27680576417267</c:v>
                </c:pt>
                <c:pt idx="1617">
                  <c:v>7.27680576417267</c:v>
                </c:pt>
                <c:pt idx="1618">
                  <c:v>7.27680576417267</c:v>
                </c:pt>
                <c:pt idx="1619">
                  <c:v>7.27680576417267</c:v>
                </c:pt>
                <c:pt idx="1620">
                  <c:v>7.27680576417267</c:v>
                </c:pt>
                <c:pt idx="1621">
                  <c:v>7.27680576417267</c:v>
                </c:pt>
                <c:pt idx="1622">
                  <c:v>7.27680576417267</c:v>
                </c:pt>
                <c:pt idx="1623">
                  <c:v>7.27680576417267</c:v>
                </c:pt>
                <c:pt idx="1624">
                  <c:v>7.27680576417267</c:v>
                </c:pt>
                <c:pt idx="1625">
                  <c:v>7.27680576417267</c:v>
                </c:pt>
                <c:pt idx="1626">
                  <c:v>7.27680576417267</c:v>
                </c:pt>
                <c:pt idx="1627">
                  <c:v>7.27680576417267</c:v>
                </c:pt>
                <c:pt idx="1628">
                  <c:v>7.27680576417267</c:v>
                </c:pt>
                <c:pt idx="1629">
                  <c:v>7.27680576417267</c:v>
                </c:pt>
                <c:pt idx="1630">
                  <c:v>7.27680576417267</c:v>
                </c:pt>
                <c:pt idx="1631">
                  <c:v>7.27680576417267</c:v>
                </c:pt>
                <c:pt idx="1632">
                  <c:v>7.27680576417267</c:v>
                </c:pt>
                <c:pt idx="1633">
                  <c:v>7.27680576417267</c:v>
                </c:pt>
                <c:pt idx="1634">
                  <c:v>7.27680576417267</c:v>
                </c:pt>
                <c:pt idx="1635">
                  <c:v>7.27680576417267</c:v>
                </c:pt>
                <c:pt idx="1636">
                  <c:v>7.27680576417267</c:v>
                </c:pt>
                <c:pt idx="1637">
                  <c:v>7.27680576417267</c:v>
                </c:pt>
                <c:pt idx="1638">
                  <c:v>7.27680576417267</c:v>
                </c:pt>
                <c:pt idx="1639">
                  <c:v>7.27680576417267</c:v>
                </c:pt>
                <c:pt idx="1640">
                  <c:v>7.27680576417267</c:v>
                </c:pt>
                <c:pt idx="1641">
                  <c:v>7.27680576417267</c:v>
                </c:pt>
                <c:pt idx="1642">
                  <c:v>7.27680576417267</c:v>
                </c:pt>
                <c:pt idx="1643">
                  <c:v>7.27680576417267</c:v>
                </c:pt>
                <c:pt idx="1644">
                  <c:v>7.27680576417267</c:v>
                </c:pt>
                <c:pt idx="1645">
                  <c:v>7.27680576417267</c:v>
                </c:pt>
                <c:pt idx="1646">
                  <c:v>7.27680576417267</c:v>
                </c:pt>
                <c:pt idx="1647">
                  <c:v>7.27680576417267</c:v>
                </c:pt>
                <c:pt idx="1648">
                  <c:v>7.27680576417267</c:v>
                </c:pt>
                <c:pt idx="1649">
                  <c:v>7.27680576417267</c:v>
                </c:pt>
                <c:pt idx="1650">
                  <c:v>7.27680576417267</c:v>
                </c:pt>
                <c:pt idx="1651">
                  <c:v>7.27680576417267</c:v>
                </c:pt>
                <c:pt idx="1652">
                  <c:v>7.27680576417267</c:v>
                </c:pt>
                <c:pt idx="1653">
                  <c:v>7.27680576417267</c:v>
                </c:pt>
                <c:pt idx="1654">
                  <c:v>7.27680576417267</c:v>
                </c:pt>
                <c:pt idx="1655">
                  <c:v>7.27680576417267</c:v>
                </c:pt>
                <c:pt idx="1656">
                  <c:v>7.27680576417267</c:v>
                </c:pt>
                <c:pt idx="1657">
                  <c:v>7.27680576417267</c:v>
                </c:pt>
                <c:pt idx="1658">
                  <c:v>7.27680576417267</c:v>
                </c:pt>
                <c:pt idx="1659">
                  <c:v>7.27680576417267</c:v>
                </c:pt>
                <c:pt idx="1660">
                  <c:v>7.27680576417267</c:v>
                </c:pt>
                <c:pt idx="1661">
                  <c:v>7.27680576417267</c:v>
                </c:pt>
                <c:pt idx="1662">
                  <c:v>7.27680576417267</c:v>
                </c:pt>
                <c:pt idx="1663">
                  <c:v>7.27680576417267</c:v>
                </c:pt>
                <c:pt idx="1664">
                  <c:v>7.27680576417267</c:v>
                </c:pt>
                <c:pt idx="1665">
                  <c:v>7.27680576417267</c:v>
                </c:pt>
                <c:pt idx="1666">
                  <c:v>7.27680576417267</c:v>
                </c:pt>
                <c:pt idx="1667">
                  <c:v>7.27680576417267</c:v>
                </c:pt>
                <c:pt idx="1668">
                  <c:v>7.27680576417267</c:v>
                </c:pt>
                <c:pt idx="1669">
                  <c:v>7.27680576417267</c:v>
                </c:pt>
                <c:pt idx="1670">
                  <c:v>7.27680576417267</c:v>
                </c:pt>
                <c:pt idx="1671">
                  <c:v>7.27680576417267</c:v>
                </c:pt>
                <c:pt idx="1672">
                  <c:v>7.27680576417267</c:v>
                </c:pt>
                <c:pt idx="1673">
                  <c:v>7.27680576417267</c:v>
                </c:pt>
                <c:pt idx="1674">
                  <c:v>7.27680576417267</c:v>
                </c:pt>
                <c:pt idx="1675">
                  <c:v>7.27680576417267</c:v>
                </c:pt>
                <c:pt idx="1676">
                  <c:v>7.27680576417267</c:v>
                </c:pt>
                <c:pt idx="1677">
                  <c:v>7.27680576417267</c:v>
                </c:pt>
                <c:pt idx="1678">
                  <c:v>7.27680576417267</c:v>
                </c:pt>
                <c:pt idx="1679">
                  <c:v>7.27680576417267</c:v>
                </c:pt>
                <c:pt idx="1680">
                  <c:v>7.27680576417267</c:v>
                </c:pt>
                <c:pt idx="1681">
                  <c:v>7.27680576417267</c:v>
                </c:pt>
                <c:pt idx="1682">
                  <c:v>7.27680576417267</c:v>
                </c:pt>
                <c:pt idx="1683">
                  <c:v>7.27680576417267</c:v>
                </c:pt>
                <c:pt idx="1684">
                  <c:v>7.27680576417267</c:v>
                </c:pt>
                <c:pt idx="1685">
                  <c:v>7.27680576417267</c:v>
                </c:pt>
                <c:pt idx="1686">
                  <c:v>7.27680576417267</c:v>
                </c:pt>
                <c:pt idx="1687">
                  <c:v>7.27680576417267</c:v>
                </c:pt>
                <c:pt idx="1688">
                  <c:v>7.27680576417267</c:v>
                </c:pt>
                <c:pt idx="1689">
                  <c:v>7.27680576417267</c:v>
                </c:pt>
                <c:pt idx="1690">
                  <c:v>7.27680576417267</c:v>
                </c:pt>
                <c:pt idx="1691">
                  <c:v>7.27680576417267</c:v>
                </c:pt>
                <c:pt idx="1692">
                  <c:v>7.27680576417267</c:v>
                </c:pt>
                <c:pt idx="1693">
                  <c:v>7.27680576417267</c:v>
                </c:pt>
                <c:pt idx="1694">
                  <c:v>7.27680576417267</c:v>
                </c:pt>
                <c:pt idx="1695">
                  <c:v>7.27680576417267</c:v>
                </c:pt>
                <c:pt idx="1696">
                  <c:v>7.27680576417267</c:v>
                </c:pt>
                <c:pt idx="1697">
                  <c:v>7.27680576417267</c:v>
                </c:pt>
                <c:pt idx="1698">
                  <c:v>7.27680576417267</c:v>
                </c:pt>
                <c:pt idx="1699">
                  <c:v>7.27680576417267</c:v>
                </c:pt>
                <c:pt idx="1700">
                  <c:v>7.27680576417267</c:v>
                </c:pt>
                <c:pt idx="1701">
                  <c:v>7.27680576417267</c:v>
                </c:pt>
                <c:pt idx="1702">
                  <c:v>7.27680576417267</c:v>
                </c:pt>
                <c:pt idx="1703">
                  <c:v>7.27680576417267</c:v>
                </c:pt>
                <c:pt idx="1704">
                  <c:v>7.27680576417267</c:v>
                </c:pt>
                <c:pt idx="1705">
                  <c:v>7.27680576417267</c:v>
                </c:pt>
                <c:pt idx="1706">
                  <c:v>7.27680576417267</c:v>
                </c:pt>
                <c:pt idx="1707">
                  <c:v>7.27680576417267</c:v>
                </c:pt>
                <c:pt idx="1708">
                  <c:v>7.27680576417267</c:v>
                </c:pt>
                <c:pt idx="1709">
                  <c:v>7.27680576417267</c:v>
                </c:pt>
                <c:pt idx="1710">
                  <c:v>7.27680576417267</c:v>
                </c:pt>
                <c:pt idx="1711">
                  <c:v>7.27680576417267</c:v>
                </c:pt>
                <c:pt idx="1712">
                  <c:v>7.27680576417267</c:v>
                </c:pt>
                <c:pt idx="1713">
                  <c:v>7.27680576417267</c:v>
                </c:pt>
                <c:pt idx="1714">
                  <c:v>7.27680576417267</c:v>
                </c:pt>
                <c:pt idx="1715">
                  <c:v>7.27680576417267</c:v>
                </c:pt>
                <c:pt idx="1716">
                  <c:v>7.27680576417267</c:v>
                </c:pt>
                <c:pt idx="1717">
                  <c:v>7.27680576417267</c:v>
                </c:pt>
                <c:pt idx="1718">
                  <c:v>7.27680576417267</c:v>
                </c:pt>
                <c:pt idx="1719">
                  <c:v>7.27680576417267</c:v>
                </c:pt>
                <c:pt idx="1720">
                  <c:v>7.27680576417267</c:v>
                </c:pt>
                <c:pt idx="1721">
                  <c:v>7.27680576417267</c:v>
                </c:pt>
                <c:pt idx="1722">
                  <c:v>7.27680576417267</c:v>
                </c:pt>
                <c:pt idx="1723">
                  <c:v>7.27680576417267</c:v>
                </c:pt>
                <c:pt idx="1724">
                  <c:v>7.27680576417267</c:v>
                </c:pt>
                <c:pt idx="1725">
                  <c:v>7.27680576417267</c:v>
                </c:pt>
                <c:pt idx="1726">
                  <c:v>7.27680576417267</c:v>
                </c:pt>
                <c:pt idx="1727">
                  <c:v>7.27680576417267</c:v>
                </c:pt>
                <c:pt idx="1728">
                  <c:v>7.27680576417267</c:v>
                </c:pt>
                <c:pt idx="1729">
                  <c:v>7.27680576417267</c:v>
                </c:pt>
                <c:pt idx="1730">
                  <c:v>7.27680576417267</c:v>
                </c:pt>
                <c:pt idx="1731">
                  <c:v>7.27680576417267</c:v>
                </c:pt>
                <c:pt idx="1732">
                  <c:v>7.27680576417267</c:v>
                </c:pt>
                <c:pt idx="1733">
                  <c:v>7.27680576417267</c:v>
                </c:pt>
                <c:pt idx="1734">
                  <c:v>7.27680576417267</c:v>
                </c:pt>
                <c:pt idx="1735">
                  <c:v>7.27680576417267</c:v>
                </c:pt>
                <c:pt idx="1736">
                  <c:v>7.27680576417267</c:v>
                </c:pt>
                <c:pt idx="1737">
                  <c:v>7.27680576417267</c:v>
                </c:pt>
                <c:pt idx="1738">
                  <c:v>7.27680576417267</c:v>
                </c:pt>
                <c:pt idx="1739">
                  <c:v>7.27680576417267</c:v>
                </c:pt>
                <c:pt idx="1740">
                  <c:v>7.27680576417267</c:v>
                </c:pt>
                <c:pt idx="1741">
                  <c:v>7.27680576417267</c:v>
                </c:pt>
                <c:pt idx="1742">
                  <c:v>7.27680576417267</c:v>
                </c:pt>
                <c:pt idx="1743">
                  <c:v>7.27680576417267</c:v>
                </c:pt>
                <c:pt idx="1744">
                  <c:v>7.27680576417267</c:v>
                </c:pt>
                <c:pt idx="1745">
                  <c:v>7.27680576417267</c:v>
                </c:pt>
                <c:pt idx="1746">
                  <c:v>7.27680576417267</c:v>
                </c:pt>
                <c:pt idx="1747">
                  <c:v>7.27680576417267</c:v>
                </c:pt>
                <c:pt idx="1748">
                  <c:v>7.27680576417267</c:v>
                </c:pt>
                <c:pt idx="1749">
                  <c:v>7.27680576417267</c:v>
                </c:pt>
                <c:pt idx="1750">
                  <c:v>7.27680576417267</c:v>
                </c:pt>
                <c:pt idx="1751">
                  <c:v>7.27680576417267</c:v>
                </c:pt>
                <c:pt idx="1752">
                  <c:v>7.27680576417267</c:v>
                </c:pt>
                <c:pt idx="1753">
                  <c:v>7.27680576417267</c:v>
                </c:pt>
                <c:pt idx="1754">
                  <c:v>7.27680576417267</c:v>
                </c:pt>
                <c:pt idx="1755">
                  <c:v>7.27680576417267</c:v>
                </c:pt>
                <c:pt idx="1756">
                  <c:v>7.27680576417267</c:v>
                </c:pt>
                <c:pt idx="1757">
                  <c:v>7.27680576417267</c:v>
                </c:pt>
                <c:pt idx="1758">
                  <c:v>7.27680576417267</c:v>
                </c:pt>
                <c:pt idx="1759">
                  <c:v>7.27680576417267</c:v>
                </c:pt>
                <c:pt idx="1760">
                  <c:v>7.27680576417267</c:v>
                </c:pt>
                <c:pt idx="1761">
                  <c:v>7.27680576417267</c:v>
                </c:pt>
                <c:pt idx="1762">
                  <c:v>7.27680576417267</c:v>
                </c:pt>
                <c:pt idx="1763">
                  <c:v>7.27680576417267</c:v>
                </c:pt>
                <c:pt idx="1764">
                  <c:v>7.27680576417267</c:v>
                </c:pt>
                <c:pt idx="1765">
                  <c:v>7.27680576417267</c:v>
                </c:pt>
                <c:pt idx="1766">
                  <c:v>7.27680576417267</c:v>
                </c:pt>
                <c:pt idx="1767">
                  <c:v>7.27680576417267</c:v>
                </c:pt>
                <c:pt idx="1768">
                  <c:v>7.27680576417267</c:v>
                </c:pt>
                <c:pt idx="1769">
                  <c:v>7.27680576417267</c:v>
                </c:pt>
                <c:pt idx="1770">
                  <c:v>7.27680576417267</c:v>
                </c:pt>
                <c:pt idx="1771">
                  <c:v>7.27680576417267</c:v>
                </c:pt>
                <c:pt idx="1772">
                  <c:v>7.27680576417267</c:v>
                </c:pt>
                <c:pt idx="1773">
                  <c:v>7.27680576417267</c:v>
                </c:pt>
                <c:pt idx="1774">
                  <c:v>7.27680576417267</c:v>
                </c:pt>
                <c:pt idx="1775">
                  <c:v>7.27680576417267</c:v>
                </c:pt>
                <c:pt idx="1776">
                  <c:v>7.27680576417267</c:v>
                </c:pt>
                <c:pt idx="1777">
                  <c:v>7.27680576417267</c:v>
                </c:pt>
                <c:pt idx="1778">
                  <c:v>7.27680576417267</c:v>
                </c:pt>
                <c:pt idx="1779">
                  <c:v>7.27680576417267</c:v>
                </c:pt>
                <c:pt idx="1780">
                  <c:v>7.27680576417267</c:v>
                </c:pt>
                <c:pt idx="1781">
                  <c:v>7.27680576417267</c:v>
                </c:pt>
                <c:pt idx="1782">
                  <c:v>7.27680576417267</c:v>
                </c:pt>
                <c:pt idx="1783">
                  <c:v>7.27680576417267</c:v>
                </c:pt>
                <c:pt idx="1784">
                  <c:v>7.27680576417267</c:v>
                </c:pt>
                <c:pt idx="1785">
                  <c:v>7.27680576417267</c:v>
                </c:pt>
                <c:pt idx="1786">
                  <c:v>7.27680576417267</c:v>
                </c:pt>
                <c:pt idx="1787">
                  <c:v>7.27680576417267</c:v>
                </c:pt>
                <c:pt idx="1788">
                  <c:v>7.27680576417267</c:v>
                </c:pt>
                <c:pt idx="1789">
                  <c:v>7.27680576417267</c:v>
                </c:pt>
                <c:pt idx="1790">
                  <c:v>7.27680576417267</c:v>
                </c:pt>
                <c:pt idx="1791">
                  <c:v>7.27680576417267</c:v>
                </c:pt>
                <c:pt idx="1792">
                  <c:v>7.27680576417267</c:v>
                </c:pt>
                <c:pt idx="1793">
                  <c:v>7.27680576417267</c:v>
                </c:pt>
                <c:pt idx="1794">
                  <c:v>7.27680576417267</c:v>
                </c:pt>
                <c:pt idx="1795">
                  <c:v>7.27680576417267</c:v>
                </c:pt>
                <c:pt idx="1796">
                  <c:v>7.27680576417267</c:v>
                </c:pt>
                <c:pt idx="1797">
                  <c:v>7.27680576417267</c:v>
                </c:pt>
                <c:pt idx="1798">
                  <c:v>7.27680576417267</c:v>
                </c:pt>
                <c:pt idx="1799">
                  <c:v>7.27680576417267</c:v>
                </c:pt>
                <c:pt idx="1800">
                  <c:v>7.27680576417267</c:v>
                </c:pt>
                <c:pt idx="1801">
                  <c:v>7.27680576417267</c:v>
                </c:pt>
                <c:pt idx="1802">
                  <c:v>7.27680576417267</c:v>
                </c:pt>
                <c:pt idx="1803">
                  <c:v>7.27680576417267</c:v>
                </c:pt>
                <c:pt idx="1804">
                  <c:v>7.27680576417267</c:v>
                </c:pt>
                <c:pt idx="1805">
                  <c:v>7.27680576417267</c:v>
                </c:pt>
                <c:pt idx="1806">
                  <c:v>7.27680576417267</c:v>
                </c:pt>
                <c:pt idx="1807">
                  <c:v>7.27680576417267</c:v>
                </c:pt>
                <c:pt idx="1808">
                  <c:v>7.27680576417267</c:v>
                </c:pt>
                <c:pt idx="1809">
                  <c:v>7.27680576417267</c:v>
                </c:pt>
                <c:pt idx="1810">
                  <c:v>7.27680576417267</c:v>
                </c:pt>
                <c:pt idx="1811">
                  <c:v>7.27680576417267</c:v>
                </c:pt>
                <c:pt idx="1812">
                  <c:v>7.27680576417267</c:v>
                </c:pt>
                <c:pt idx="1813">
                  <c:v>7.27680576417267</c:v>
                </c:pt>
                <c:pt idx="1814">
                  <c:v>7.27680576417267</c:v>
                </c:pt>
                <c:pt idx="1815">
                  <c:v>7.27680576417267</c:v>
                </c:pt>
                <c:pt idx="1816">
                  <c:v>7.27680576417267</c:v>
                </c:pt>
                <c:pt idx="1817">
                  <c:v>7.27680576417267</c:v>
                </c:pt>
                <c:pt idx="1818">
                  <c:v>7.27680576417267</c:v>
                </c:pt>
                <c:pt idx="1819">
                  <c:v>7.27680576417267</c:v>
                </c:pt>
                <c:pt idx="1820">
                  <c:v>7.27680576417267</c:v>
                </c:pt>
                <c:pt idx="1821">
                  <c:v>7.27680576417267</c:v>
                </c:pt>
                <c:pt idx="1822">
                  <c:v>7.27680576417267</c:v>
                </c:pt>
                <c:pt idx="1823">
                  <c:v>7.27680576417267</c:v>
                </c:pt>
                <c:pt idx="1824">
                  <c:v>7.27680576417267</c:v>
                </c:pt>
                <c:pt idx="1825">
                  <c:v>7.27680576417267</c:v>
                </c:pt>
                <c:pt idx="1826">
                  <c:v>7.27680576417267</c:v>
                </c:pt>
                <c:pt idx="1827">
                  <c:v>7.27680576417267</c:v>
                </c:pt>
                <c:pt idx="1828">
                  <c:v>7.27680576417267</c:v>
                </c:pt>
                <c:pt idx="1829">
                  <c:v>7.27680576417267</c:v>
                </c:pt>
                <c:pt idx="1830">
                  <c:v>7.27680576417267</c:v>
                </c:pt>
                <c:pt idx="1831">
                  <c:v>7.27680576417267</c:v>
                </c:pt>
                <c:pt idx="1832">
                  <c:v>7.27680576417267</c:v>
                </c:pt>
                <c:pt idx="1833">
                  <c:v>7.27680576417267</c:v>
                </c:pt>
                <c:pt idx="1834">
                  <c:v>7.27680576417267</c:v>
                </c:pt>
                <c:pt idx="1835">
                  <c:v>7.27680576417267</c:v>
                </c:pt>
                <c:pt idx="1836">
                  <c:v>7.27680576417267</c:v>
                </c:pt>
                <c:pt idx="1837">
                  <c:v>7.27680576417267</c:v>
                </c:pt>
                <c:pt idx="1838">
                  <c:v>7.27680576417267</c:v>
                </c:pt>
                <c:pt idx="1839">
                  <c:v>7.27680576417267</c:v>
                </c:pt>
                <c:pt idx="1840">
                  <c:v>7.27680576417267</c:v>
                </c:pt>
                <c:pt idx="1841">
                  <c:v>7.27680576417267</c:v>
                </c:pt>
                <c:pt idx="1842">
                  <c:v>7.27680576417267</c:v>
                </c:pt>
                <c:pt idx="1843">
                  <c:v>7.27680576417267</c:v>
                </c:pt>
                <c:pt idx="1844">
                  <c:v>7.27680576417267</c:v>
                </c:pt>
                <c:pt idx="1845">
                  <c:v>7.27680576417267</c:v>
                </c:pt>
                <c:pt idx="1846">
                  <c:v>7.27680576417267</c:v>
                </c:pt>
                <c:pt idx="1847">
                  <c:v>7.27680576417267</c:v>
                </c:pt>
                <c:pt idx="1848">
                  <c:v>7.27680576417267</c:v>
                </c:pt>
                <c:pt idx="1849">
                  <c:v>7.27680576417267</c:v>
                </c:pt>
                <c:pt idx="1850">
                  <c:v>7.27680576417267</c:v>
                </c:pt>
                <c:pt idx="1851">
                  <c:v>7.27680576417267</c:v>
                </c:pt>
                <c:pt idx="1852">
                  <c:v>7.27680576417267</c:v>
                </c:pt>
                <c:pt idx="1853">
                  <c:v>7.27680576417267</c:v>
                </c:pt>
                <c:pt idx="1854">
                  <c:v>7.27680576417267</c:v>
                </c:pt>
                <c:pt idx="1855">
                  <c:v>7.27680576417267</c:v>
                </c:pt>
                <c:pt idx="1856">
                  <c:v>7.27680576417267</c:v>
                </c:pt>
                <c:pt idx="1857">
                  <c:v>7.27680576417267</c:v>
                </c:pt>
                <c:pt idx="1858">
                  <c:v>7.27680576417267</c:v>
                </c:pt>
                <c:pt idx="1859">
                  <c:v>7.27680576417267</c:v>
                </c:pt>
                <c:pt idx="1860">
                  <c:v>7.27680576417267</c:v>
                </c:pt>
                <c:pt idx="1861">
                  <c:v>7.27680576417267</c:v>
                </c:pt>
                <c:pt idx="1862">
                  <c:v>7.27680576417267</c:v>
                </c:pt>
                <c:pt idx="1863">
                  <c:v>7.27680576417267</c:v>
                </c:pt>
                <c:pt idx="1864">
                  <c:v>7.27680576417267</c:v>
                </c:pt>
                <c:pt idx="1865">
                  <c:v>7.27680576417267</c:v>
                </c:pt>
                <c:pt idx="1866">
                  <c:v>7.27680576417267</c:v>
                </c:pt>
                <c:pt idx="1867">
                  <c:v>7.27680576417267</c:v>
                </c:pt>
                <c:pt idx="1868">
                  <c:v>7.27680576417267</c:v>
                </c:pt>
                <c:pt idx="1869">
                  <c:v>7.27680576417267</c:v>
                </c:pt>
                <c:pt idx="1870">
                  <c:v>7.27680576417267</c:v>
                </c:pt>
                <c:pt idx="1871">
                  <c:v>7.27680576417267</c:v>
                </c:pt>
                <c:pt idx="1872">
                  <c:v>7.27680576417267</c:v>
                </c:pt>
                <c:pt idx="1873">
                  <c:v>7.27680576417267</c:v>
                </c:pt>
                <c:pt idx="1874">
                  <c:v>7.27680576417267</c:v>
                </c:pt>
                <c:pt idx="1875">
                  <c:v>7.27680576417267</c:v>
                </c:pt>
                <c:pt idx="1876">
                  <c:v>7.27680576417267</c:v>
                </c:pt>
                <c:pt idx="1877">
                  <c:v>7.27680576417267</c:v>
                </c:pt>
                <c:pt idx="1878">
                  <c:v>7.27680576417267</c:v>
                </c:pt>
                <c:pt idx="1879">
                  <c:v>7.27680576417267</c:v>
                </c:pt>
                <c:pt idx="1880">
                  <c:v>7.27680576417267</c:v>
                </c:pt>
                <c:pt idx="1881">
                  <c:v>7.27680576417267</c:v>
                </c:pt>
                <c:pt idx="1882">
                  <c:v>7.27680576417267</c:v>
                </c:pt>
                <c:pt idx="1883">
                  <c:v>7.27680576417267</c:v>
                </c:pt>
                <c:pt idx="1884">
                  <c:v>7.27680576417267</c:v>
                </c:pt>
                <c:pt idx="1885">
                  <c:v>7.27680576417267</c:v>
                </c:pt>
                <c:pt idx="1886">
                  <c:v>7.27680576417267</c:v>
                </c:pt>
                <c:pt idx="1887">
                  <c:v>7.27680576417267</c:v>
                </c:pt>
                <c:pt idx="1888">
                  <c:v>7.27680576417267</c:v>
                </c:pt>
                <c:pt idx="1889">
                  <c:v>7.27680576417267</c:v>
                </c:pt>
                <c:pt idx="1890">
                  <c:v>7.27680576417267</c:v>
                </c:pt>
                <c:pt idx="1891">
                  <c:v>7.27680576417267</c:v>
                </c:pt>
                <c:pt idx="1892">
                  <c:v>7.27680576417267</c:v>
                </c:pt>
                <c:pt idx="1893">
                  <c:v>7.27680576417267</c:v>
                </c:pt>
                <c:pt idx="1894">
                  <c:v>7.27680576417267</c:v>
                </c:pt>
                <c:pt idx="1895">
                  <c:v>7.27680576417267</c:v>
                </c:pt>
                <c:pt idx="1896">
                  <c:v>7.27680576417267</c:v>
                </c:pt>
                <c:pt idx="1897">
                  <c:v>7.27680576417267</c:v>
                </c:pt>
                <c:pt idx="1898">
                  <c:v>7.27680576417267</c:v>
                </c:pt>
                <c:pt idx="1899">
                  <c:v>7.27680576417267</c:v>
                </c:pt>
                <c:pt idx="1900">
                  <c:v>7.27680576417267</c:v>
                </c:pt>
                <c:pt idx="1901">
                  <c:v>7.27680576417267</c:v>
                </c:pt>
                <c:pt idx="1902">
                  <c:v>7.27680576417267</c:v>
                </c:pt>
                <c:pt idx="1903">
                  <c:v>7.27680576417267</c:v>
                </c:pt>
                <c:pt idx="1904">
                  <c:v>7.27680576417267</c:v>
                </c:pt>
                <c:pt idx="1905">
                  <c:v>7.27680576417267</c:v>
                </c:pt>
                <c:pt idx="1906">
                  <c:v>7.27680576417267</c:v>
                </c:pt>
                <c:pt idx="1907">
                  <c:v>7.27680576417267</c:v>
                </c:pt>
                <c:pt idx="1908">
                  <c:v>7.27680576417267</c:v>
                </c:pt>
                <c:pt idx="1909">
                  <c:v>7.27680576417267</c:v>
                </c:pt>
                <c:pt idx="1910">
                  <c:v>7.27680576417267</c:v>
                </c:pt>
                <c:pt idx="1911">
                  <c:v>7.27680576417267</c:v>
                </c:pt>
                <c:pt idx="1912">
                  <c:v>7.27680576417267</c:v>
                </c:pt>
                <c:pt idx="1913">
                  <c:v>7.27680576417267</c:v>
                </c:pt>
                <c:pt idx="1914">
                  <c:v>7.27680576417267</c:v>
                </c:pt>
                <c:pt idx="1915">
                  <c:v>7.27680576417267</c:v>
                </c:pt>
                <c:pt idx="1916">
                  <c:v>7.27680576417267</c:v>
                </c:pt>
                <c:pt idx="1917">
                  <c:v>7.27680576417267</c:v>
                </c:pt>
                <c:pt idx="1918">
                  <c:v>7.27680576417267</c:v>
                </c:pt>
                <c:pt idx="1919">
                  <c:v>7.27680576417267</c:v>
                </c:pt>
                <c:pt idx="1920">
                  <c:v>7.27680576417267</c:v>
                </c:pt>
                <c:pt idx="1921">
                  <c:v>7.27680576417267</c:v>
                </c:pt>
                <c:pt idx="1922">
                  <c:v>7.27680576417267</c:v>
                </c:pt>
                <c:pt idx="1923">
                  <c:v>7.27680576417267</c:v>
                </c:pt>
                <c:pt idx="1924">
                  <c:v>7.27680576417267</c:v>
                </c:pt>
                <c:pt idx="1925">
                  <c:v>7.27680576417267</c:v>
                </c:pt>
                <c:pt idx="1926">
                  <c:v>7.27680576417267</c:v>
                </c:pt>
                <c:pt idx="1927">
                  <c:v>7.27680576417267</c:v>
                </c:pt>
                <c:pt idx="1928">
                  <c:v>7.27680576417267</c:v>
                </c:pt>
                <c:pt idx="1929">
                  <c:v>7.27680576417267</c:v>
                </c:pt>
                <c:pt idx="1930">
                  <c:v>7.27680576417267</c:v>
                </c:pt>
                <c:pt idx="1931">
                  <c:v>7.27680576417267</c:v>
                </c:pt>
                <c:pt idx="1932">
                  <c:v>7.27680576417267</c:v>
                </c:pt>
                <c:pt idx="1933">
                  <c:v>7.27680576417267</c:v>
                </c:pt>
                <c:pt idx="1934">
                  <c:v>7.27680576417267</c:v>
                </c:pt>
                <c:pt idx="1935">
                  <c:v>7.27680576417267</c:v>
                </c:pt>
                <c:pt idx="1936">
                  <c:v>7.27680576417267</c:v>
                </c:pt>
                <c:pt idx="1937">
                  <c:v>7.27680576417267</c:v>
                </c:pt>
                <c:pt idx="1938">
                  <c:v>7.27680576417267</c:v>
                </c:pt>
                <c:pt idx="1939">
                  <c:v>7.27680576417267</c:v>
                </c:pt>
                <c:pt idx="1940">
                  <c:v>7.27680576417267</c:v>
                </c:pt>
                <c:pt idx="1941">
                  <c:v>7.27680576417267</c:v>
                </c:pt>
                <c:pt idx="1942">
                  <c:v>7.27680576417267</c:v>
                </c:pt>
                <c:pt idx="1943">
                  <c:v>7.27680576417267</c:v>
                </c:pt>
                <c:pt idx="1944">
                  <c:v>7.27680576417267</c:v>
                </c:pt>
                <c:pt idx="1945">
                  <c:v>7.27680576417267</c:v>
                </c:pt>
                <c:pt idx="1946">
                  <c:v>7.27680576417267</c:v>
                </c:pt>
                <c:pt idx="1947">
                  <c:v>7.27680576417267</c:v>
                </c:pt>
                <c:pt idx="1948">
                  <c:v>7.27680576417267</c:v>
                </c:pt>
                <c:pt idx="1949">
                  <c:v>7.27680576417267</c:v>
                </c:pt>
                <c:pt idx="1950">
                  <c:v>7.27680576417267</c:v>
                </c:pt>
                <c:pt idx="1951">
                  <c:v>7.27680576417267</c:v>
                </c:pt>
                <c:pt idx="1952">
                  <c:v>7.27680576417267</c:v>
                </c:pt>
                <c:pt idx="1953">
                  <c:v>7.27680576417267</c:v>
                </c:pt>
                <c:pt idx="1954">
                  <c:v>7.27680576417267</c:v>
                </c:pt>
                <c:pt idx="1955">
                  <c:v>7.27680576417267</c:v>
                </c:pt>
                <c:pt idx="1956">
                  <c:v>7.27680576417267</c:v>
                </c:pt>
                <c:pt idx="1957">
                  <c:v>7.27680576417267</c:v>
                </c:pt>
                <c:pt idx="1958">
                  <c:v>7.27680576417267</c:v>
                </c:pt>
                <c:pt idx="1959">
                  <c:v>7.27680576417267</c:v>
                </c:pt>
                <c:pt idx="1960">
                  <c:v>7.27680576417267</c:v>
                </c:pt>
                <c:pt idx="1961">
                  <c:v>7.27680576417267</c:v>
                </c:pt>
                <c:pt idx="1962">
                  <c:v>7.27680576417267</c:v>
                </c:pt>
                <c:pt idx="1963">
                  <c:v>7.27680576417267</c:v>
                </c:pt>
                <c:pt idx="1964">
                  <c:v>7.27680576417267</c:v>
                </c:pt>
                <c:pt idx="1965">
                  <c:v>7.27680576417267</c:v>
                </c:pt>
                <c:pt idx="1966">
                  <c:v>7.27680576417267</c:v>
                </c:pt>
                <c:pt idx="1967">
                  <c:v>7.27680576417267</c:v>
                </c:pt>
                <c:pt idx="1968">
                  <c:v>7.27680576417267</c:v>
                </c:pt>
                <c:pt idx="1969">
                  <c:v>7.27680576417267</c:v>
                </c:pt>
                <c:pt idx="1970">
                  <c:v>7.27680576417267</c:v>
                </c:pt>
                <c:pt idx="1971">
                  <c:v>7.27680576417267</c:v>
                </c:pt>
                <c:pt idx="1972">
                  <c:v>7.27680576417267</c:v>
                </c:pt>
                <c:pt idx="1973">
                  <c:v>7.27680576417267</c:v>
                </c:pt>
                <c:pt idx="1974">
                  <c:v>7.27680576417267</c:v>
                </c:pt>
                <c:pt idx="1975">
                  <c:v>7.27680576417267</c:v>
                </c:pt>
                <c:pt idx="1976">
                  <c:v>7.27680576417267</c:v>
                </c:pt>
                <c:pt idx="1977">
                  <c:v>7.27680576417267</c:v>
                </c:pt>
                <c:pt idx="1978">
                  <c:v>7.27680576417267</c:v>
                </c:pt>
                <c:pt idx="1979">
                  <c:v>7.27680576417267</c:v>
                </c:pt>
                <c:pt idx="1980">
                  <c:v>7.27680576417267</c:v>
                </c:pt>
                <c:pt idx="1981">
                  <c:v>7.27680576417267</c:v>
                </c:pt>
                <c:pt idx="1982">
                  <c:v>7.27680576417267</c:v>
                </c:pt>
                <c:pt idx="1983">
                  <c:v>7.27680576417267</c:v>
                </c:pt>
                <c:pt idx="1984">
                  <c:v>7.27680576417267</c:v>
                </c:pt>
                <c:pt idx="1985">
                  <c:v>7.27680576417267</c:v>
                </c:pt>
                <c:pt idx="1986">
                  <c:v>7.27680576417267</c:v>
                </c:pt>
                <c:pt idx="1987">
                  <c:v>7.27680576417267</c:v>
                </c:pt>
                <c:pt idx="1988">
                  <c:v>7.27680576417267</c:v>
                </c:pt>
                <c:pt idx="1989">
                  <c:v>7.27680576417267</c:v>
                </c:pt>
                <c:pt idx="1990">
                  <c:v>7.27680576417267</c:v>
                </c:pt>
                <c:pt idx="1991">
                  <c:v>7.27680576417267</c:v>
                </c:pt>
                <c:pt idx="1992">
                  <c:v>7.27680576417267</c:v>
                </c:pt>
                <c:pt idx="1993">
                  <c:v>7.27680576417267</c:v>
                </c:pt>
                <c:pt idx="1994">
                  <c:v>7.27680576417267</c:v>
                </c:pt>
                <c:pt idx="1995">
                  <c:v>7.27680576417267</c:v>
                </c:pt>
                <c:pt idx="1996">
                  <c:v>7.27680576417267</c:v>
                </c:pt>
                <c:pt idx="1997">
                  <c:v>7.27680576417267</c:v>
                </c:pt>
                <c:pt idx="1998">
                  <c:v>7.27680576417267</c:v>
                </c:pt>
                <c:pt idx="1999">
                  <c:v>7.27680576417267</c:v>
                </c:pt>
                <c:pt idx="2000">
                  <c:v>7.27680576417267</c:v>
                </c:pt>
                <c:pt idx="2001">
                  <c:v>7.27680576417267</c:v>
                </c:pt>
                <c:pt idx="2002">
                  <c:v>7.27680576417267</c:v>
                </c:pt>
                <c:pt idx="2003">
                  <c:v>7.27680576417267</c:v>
                </c:pt>
                <c:pt idx="2004">
                  <c:v>7.27680576417267</c:v>
                </c:pt>
                <c:pt idx="2005">
                  <c:v>7.27680576417267</c:v>
                </c:pt>
                <c:pt idx="2006">
                  <c:v>7.27680576417267</c:v>
                </c:pt>
                <c:pt idx="2007">
                  <c:v>7.27680576417267</c:v>
                </c:pt>
                <c:pt idx="2008">
                  <c:v>7.27680576417267</c:v>
                </c:pt>
                <c:pt idx="2009">
                  <c:v>7.27680576417267</c:v>
                </c:pt>
                <c:pt idx="2010">
                  <c:v>7.27680576417267</c:v>
                </c:pt>
                <c:pt idx="2011">
                  <c:v>7.27680576417267</c:v>
                </c:pt>
                <c:pt idx="2012">
                  <c:v>7.27680576417267</c:v>
                </c:pt>
                <c:pt idx="2013">
                  <c:v>7.27680576417267</c:v>
                </c:pt>
                <c:pt idx="2014">
                  <c:v>7.27680576417267</c:v>
                </c:pt>
                <c:pt idx="2015">
                  <c:v>7.27680576417267</c:v>
                </c:pt>
                <c:pt idx="2016">
                  <c:v>7.27680576417267</c:v>
                </c:pt>
                <c:pt idx="2017">
                  <c:v>7.27680576417267</c:v>
                </c:pt>
                <c:pt idx="2018">
                  <c:v>7.27680576417267</c:v>
                </c:pt>
                <c:pt idx="2019">
                  <c:v>7.27680576417267</c:v>
                </c:pt>
                <c:pt idx="2020">
                  <c:v>7.27680576417267</c:v>
                </c:pt>
                <c:pt idx="2021">
                  <c:v>7.27680576417267</c:v>
                </c:pt>
                <c:pt idx="2022">
                  <c:v>7.27680576417267</c:v>
                </c:pt>
                <c:pt idx="2023">
                  <c:v>7.27680576417267</c:v>
                </c:pt>
                <c:pt idx="2024">
                  <c:v>7.27680576417267</c:v>
                </c:pt>
                <c:pt idx="2025">
                  <c:v>7.27680576417267</c:v>
                </c:pt>
                <c:pt idx="2026">
                  <c:v>7.27680576417267</c:v>
                </c:pt>
                <c:pt idx="2027">
                  <c:v>7.27680576417267</c:v>
                </c:pt>
                <c:pt idx="2028">
                  <c:v>7.27680576417267</c:v>
                </c:pt>
                <c:pt idx="2029">
                  <c:v>7.27680576417267</c:v>
                </c:pt>
                <c:pt idx="2030">
                  <c:v>7.27680576417267</c:v>
                </c:pt>
                <c:pt idx="2031">
                  <c:v>7.27680576417267</c:v>
                </c:pt>
                <c:pt idx="2032">
                  <c:v>7.27680576417267</c:v>
                </c:pt>
                <c:pt idx="2033">
                  <c:v>7.27680576417267</c:v>
                </c:pt>
                <c:pt idx="2034">
                  <c:v>7.27680576417267</c:v>
                </c:pt>
                <c:pt idx="2035">
                  <c:v>7.27680576417267</c:v>
                </c:pt>
                <c:pt idx="2036">
                  <c:v>7.27680576417267</c:v>
                </c:pt>
                <c:pt idx="2037">
                  <c:v>7.27680576417267</c:v>
                </c:pt>
                <c:pt idx="2038">
                  <c:v>7.27680576417267</c:v>
                </c:pt>
                <c:pt idx="2039">
                  <c:v>7.27680576417267</c:v>
                </c:pt>
                <c:pt idx="2040">
                  <c:v>7.27680576417267</c:v>
                </c:pt>
                <c:pt idx="2041">
                  <c:v>7.27680576417267</c:v>
                </c:pt>
                <c:pt idx="2042">
                  <c:v>7.27680576417267</c:v>
                </c:pt>
                <c:pt idx="2043">
                  <c:v>7.27680576417267</c:v>
                </c:pt>
                <c:pt idx="2044">
                  <c:v>7.27680576417267</c:v>
                </c:pt>
                <c:pt idx="2045">
                  <c:v>7.27680576417267</c:v>
                </c:pt>
                <c:pt idx="2046">
                  <c:v>7.27680576417267</c:v>
                </c:pt>
                <c:pt idx="2047">
                  <c:v>7.27680576417267</c:v>
                </c:pt>
                <c:pt idx="2048">
                  <c:v>7.27680576417267</c:v>
                </c:pt>
                <c:pt idx="2049">
                  <c:v>7.27680576417267</c:v>
                </c:pt>
                <c:pt idx="2050">
                  <c:v>7.27680576417267</c:v>
                </c:pt>
                <c:pt idx="2051">
                  <c:v>7.27680576417267</c:v>
                </c:pt>
                <c:pt idx="2052">
                  <c:v>7.27680576417267</c:v>
                </c:pt>
                <c:pt idx="2053">
                  <c:v>7.27680576417267</c:v>
                </c:pt>
                <c:pt idx="2054">
                  <c:v>7.27680576417267</c:v>
                </c:pt>
                <c:pt idx="2055">
                  <c:v>7.27680576417267</c:v>
                </c:pt>
                <c:pt idx="2056">
                  <c:v>7.27680576417267</c:v>
                </c:pt>
                <c:pt idx="2057">
                  <c:v>7.27680576417267</c:v>
                </c:pt>
                <c:pt idx="2058">
                  <c:v>7.27680576417267</c:v>
                </c:pt>
                <c:pt idx="2059">
                  <c:v>7.27680576417267</c:v>
                </c:pt>
                <c:pt idx="2060">
                  <c:v>7.27680576417267</c:v>
                </c:pt>
                <c:pt idx="2061">
                  <c:v>7.27680576417267</c:v>
                </c:pt>
                <c:pt idx="2062">
                  <c:v>7.27680576417267</c:v>
                </c:pt>
                <c:pt idx="2063">
                  <c:v>7.27680576417267</c:v>
                </c:pt>
                <c:pt idx="2064">
                  <c:v>7.27680576417267</c:v>
                </c:pt>
                <c:pt idx="2065">
                  <c:v>7.27680576417267</c:v>
                </c:pt>
                <c:pt idx="2066">
                  <c:v>7.27680576417267</c:v>
                </c:pt>
                <c:pt idx="2067">
                  <c:v>7.27680576417267</c:v>
                </c:pt>
                <c:pt idx="2068">
                  <c:v>7.27680576417267</c:v>
                </c:pt>
                <c:pt idx="2069">
                  <c:v>7.27680576417267</c:v>
                </c:pt>
                <c:pt idx="2070">
                  <c:v>7.27680576417267</c:v>
                </c:pt>
                <c:pt idx="2071">
                  <c:v>7.27680576417267</c:v>
                </c:pt>
                <c:pt idx="2072">
                  <c:v>7.27680576417267</c:v>
                </c:pt>
                <c:pt idx="2073">
                  <c:v>7.27680576417267</c:v>
                </c:pt>
                <c:pt idx="2074">
                  <c:v>7.27680576417267</c:v>
                </c:pt>
                <c:pt idx="2075">
                  <c:v>7.27680576417267</c:v>
                </c:pt>
                <c:pt idx="2076">
                  <c:v>7.27680576417267</c:v>
                </c:pt>
                <c:pt idx="2077">
                  <c:v>7.27680576417267</c:v>
                </c:pt>
                <c:pt idx="2078">
                  <c:v>7.27680576417267</c:v>
                </c:pt>
                <c:pt idx="2079">
                  <c:v>7.27680576417267</c:v>
                </c:pt>
                <c:pt idx="2080">
                  <c:v>7.27680576417267</c:v>
                </c:pt>
                <c:pt idx="2081">
                  <c:v>7.27680576417267</c:v>
                </c:pt>
                <c:pt idx="2082">
                  <c:v>7.27680576417267</c:v>
                </c:pt>
                <c:pt idx="2083">
                  <c:v>7.27680576417267</c:v>
                </c:pt>
                <c:pt idx="2084">
                  <c:v>7.27680576417267</c:v>
                </c:pt>
                <c:pt idx="2085">
                  <c:v>7.27680576417267</c:v>
                </c:pt>
                <c:pt idx="2086">
                  <c:v>7.27680576417267</c:v>
                </c:pt>
                <c:pt idx="2087">
                  <c:v>7.27680576417267</c:v>
                </c:pt>
                <c:pt idx="2088">
                  <c:v>7.27680576417267</c:v>
                </c:pt>
                <c:pt idx="2089">
                  <c:v>7.27680576417267</c:v>
                </c:pt>
                <c:pt idx="2090">
                  <c:v>7.27680576417267</c:v>
                </c:pt>
                <c:pt idx="2091">
                  <c:v>7.27680576417267</c:v>
                </c:pt>
                <c:pt idx="2092">
                  <c:v>7.27680576417267</c:v>
                </c:pt>
                <c:pt idx="2093">
                  <c:v>7.27680576417267</c:v>
                </c:pt>
                <c:pt idx="2094">
                  <c:v>7.27680576417267</c:v>
                </c:pt>
                <c:pt idx="2095">
                  <c:v>7.27680576417267</c:v>
                </c:pt>
                <c:pt idx="2096">
                  <c:v>7.27680576417267</c:v>
                </c:pt>
                <c:pt idx="2097">
                  <c:v>7.27680576417267</c:v>
                </c:pt>
                <c:pt idx="2098">
                  <c:v>7.27680576417267</c:v>
                </c:pt>
                <c:pt idx="2099">
                  <c:v>7.27680576417267</c:v>
                </c:pt>
                <c:pt idx="2100">
                  <c:v>7.27680576417267</c:v>
                </c:pt>
                <c:pt idx="2101">
                  <c:v>7.27680576417267</c:v>
                </c:pt>
                <c:pt idx="2102">
                  <c:v>7.27680576417267</c:v>
                </c:pt>
                <c:pt idx="2103">
                  <c:v>7.27680576417267</c:v>
                </c:pt>
                <c:pt idx="2104">
                  <c:v>7.27680576417267</c:v>
                </c:pt>
                <c:pt idx="2105">
                  <c:v>7.27680576417267</c:v>
                </c:pt>
                <c:pt idx="2106">
                  <c:v>7.27680576417267</c:v>
                </c:pt>
                <c:pt idx="2107">
                  <c:v>7.27680576417267</c:v>
                </c:pt>
                <c:pt idx="2108">
                  <c:v>7.27680576417267</c:v>
                </c:pt>
                <c:pt idx="2109">
                  <c:v>7.27680576417267</c:v>
                </c:pt>
                <c:pt idx="2110">
                  <c:v>7.27680576417267</c:v>
                </c:pt>
                <c:pt idx="2111">
                  <c:v>7.27680576417267</c:v>
                </c:pt>
                <c:pt idx="2112">
                  <c:v>7.27680576417267</c:v>
                </c:pt>
                <c:pt idx="2113">
                  <c:v>7.27680576417267</c:v>
                </c:pt>
                <c:pt idx="2114">
                  <c:v>7.27680576417267</c:v>
                </c:pt>
                <c:pt idx="2115">
                  <c:v>7.27680576417267</c:v>
                </c:pt>
                <c:pt idx="2116">
                  <c:v>7.27680576417267</c:v>
                </c:pt>
                <c:pt idx="2117">
                  <c:v>7.27680576417267</c:v>
                </c:pt>
                <c:pt idx="2118">
                  <c:v>7.27680576417267</c:v>
                </c:pt>
                <c:pt idx="2119">
                  <c:v>7.27680576417267</c:v>
                </c:pt>
                <c:pt idx="2120">
                  <c:v>7.27680576417267</c:v>
                </c:pt>
                <c:pt idx="2121">
                  <c:v>7.27680576417267</c:v>
                </c:pt>
                <c:pt idx="2122">
                  <c:v>7.27680576417267</c:v>
                </c:pt>
                <c:pt idx="2123">
                  <c:v>7.27680576417267</c:v>
                </c:pt>
                <c:pt idx="2124">
                  <c:v>7.27680576417267</c:v>
                </c:pt>
                <c:pt idx="2125">
                  <c:v>7.27680576417267</c:v>
                </c:pt>
                <c:pt idx="2126">
                  <c:v>7.27680576417267</c:v>
                </c:pt>
                <c:pt idx="2127">
                  <c:v>7.27680576417267</c:v>
                </c:pt>
                <c:pt idx="2128">
                  <c:v>7.27680576417267</c:v>
                </c:pt>
                <c:pt idx="2129">
                  <c:v>7.27680576417267</c:v>
                </c:pt>
                <c:pt idx="2130">
                  <c:v>7.27680576417267</c:v>
                </c:pt>
                <c:pt idx="2131">
                  <c:v>7.27680576417267</c:v>
                </c:pt>
                <c:pt idx="2132">
                  <c:v>7.27680576417267</c:v>
                </c:pt>
                <c:pt idx="2133">
                  <c:v>7.27680576417267</c:v>
                </c:pt>
                <c:pt idx="2134">
                  <c:v>7.27680576417267</c:v>
                </c:pt>
                <c:pt idx="2135">
                  <c:v>7.27680576417267</c:v>
                </c:pt>
                <c:pt idx="2136">
                  <c:v>7.27680576417267</c:v>
                </c:pt>
                <c:pt idx="2137">
                  <c:v>7.27680576417267</c:v>
                </c:pt>
                <c:pt idx="2138">
                  <c:v>7.27680576417267</c:v>
                </c:pt>
                <c:pt idx="2139">
                  <c:v>7.27680576417267</c:v>
                </c:pt>
                <c:pt idx="2140">
                  <c:v>7.27680576417267</c:v>
                </c:pt>
                <c:pt idx="2141">
                  <c:v>7.27680576417267</c:v>
                </c:pt>
                <c:pt idx="2142">
                  <c:v>7.27680576417267</c:v>
                </c:pt>
                <c:pt idx="2143">
                  <c:v>7.27680576417267</c:v>
                </c:pt>
                <c:pt idx="2144">
                  <c:v>7.27680576417267</c:v>
                </c:pt>
                <c:pt idx="2145">
                  <c:v>7.27680576417267</c:v>
                </c:pt>
                <c:pt idx="2146">
                  <c:v>7.27680576417267</c:v>
                </c:pt>
                <c:pt idx="2147">
                  <c:v>7.27680576417267</c:v>
                </c:pt>
                <c:pt idx="2148">
                  <c:v>7.27680576417267</c:v>
                </c:pt>
                <c:pt idx="2149">
                  <c:v>7.27680576417267</c:v>
                </c:pt>
                <c:pt idx="2150">
                  <c:v>7.27680576417267</c:v>
                </c:pt>
                <c:pt idx="2151">
                  <c:v>7.27680576417267</c:v>
                </c:pt>
                <c:pt idx="2152">
                  <c:v>7.27680576417267</c:v>
                </c:pt>
                <c:pt idx="2153">
                  <c:v>7.27680576417267</c:v>
                </c:pt>
                <c:pt idx="2154">
                  <c:v>7.27680576417267</c:v>
                </c:pt>
                <c:pt idx="2155">
                  <c:v>7.27680576417267</c:v>
                </c:pt>
                <c:pt idx="2156">
                  <c:v>7.27680576417267</c:v>
                </c:pt>
                <c:pt idx="2157">
                  <c:v>7.27680576417267</c:v>
                </c:pt>
                <c:pt idx="2158">
                  <c:v>7.27680576417267</c:v>
                </c:pt>
                <c:pt idx="2159">
                  <c:v>7.27680576417267</c:v>
                </c:pt>
                <c:pt idx="2160">
                  <c:v>7.27680576417267</c:v>
                </c:pt>
                <c:pt idx="2161">
                  <c:v>7.27680576417267</c:v>
                </c:pt>
                <c:pt idx="2162">
                  <c:v>7.27680576417267</c:v>
                </c:pt>
                <c:pt idx="2163">
                  <c:v>7.27680576417267</c:v>
                </c:pt>
                <c:pt idx="2164">
                  <c:v>7.27680576417267</c:v>
                </c:pt>
                <c:pt idx="2165">
                  <c:v>7.27680576417267</c:v>
                </c:pt>
                <c:pt idx="2166">
                  <c:v>7.27680576417267</c:v>
                </c:pt>
                <c:pt idx="2167">
                  <c:v>7.27680576417267</c:v>
                </c:pt>
                <c:pt idx="2168">
                  <c:v>7.27680576417267</c:v>
                </c:pt>
                <c:pt idx="2169">
                  <c:v>7.27680576417267</c:v>
                </c:pt>
                <c:pt idx="2170">
                  <c:v>7.27680576417267</c:v>
                </c:pt>
                <c:pt idx="2171">
                  <c:v>7.27680576417267</c:v>
                </c:pt>
                <c:pt idx="2172">
                  <c:v>7.27680576417267</c:v>
                </c:pt>
                <c:pt idx="2173">
                  <c:v>7.27680576417267</c:v>
                </c:pt>
                <c:pt idx="2174">
                  <c:v>7.27680576417267</c:v>
                </c:pt>
                <c:pt idx="2175">
                  <c:v>7.27680576417267</c:v>
                </c:pt>
                <c:pt idx="2176">
                  <c:v>7.27680576417267</c:v>
                </c:pt>
                <c:pt idx="2177">
                  <c:v>7.27680576417267</c:v>
                </c:pt>
                <c:pt idx="2178">
                  <c:v>7.27680576417267</c:v>
                </c:pt>
                <c:pt idx="2179">
                  <c:v>7.27680576417267</c:v>
                </c:pt>
                <c:pt idx="2180">
                  <c:v>7.27680576417267</c:v>
                </c:pt>
                <c:pt idx="2181">
                  <c:v>7.27680576417267</c:v>
                </c:pt>
                <c:pt idx="2182">
                  <c:v>7.27680576417267</c:v>
                </c:pt>
                <c:pt idx="2183">
                  <c:v>7.27680576417267</c:v>
                </c:pt>
                <c:pt idx="2184">
                  <c:v>7.27680576417267</c:v>
                </c:pt>
                <c:pt idx="2185">
                  <c:v>7.27680576417267</c:v>
                </c:pt>
                <c:pt idx="2186">
                  <c:v>7.27680576417267</c:v>
                </c:pt>
                <c:pt idx="2187">
                  <c:v>7.27680576417267</c:v>
                </c:pt>
                <c:pt idx="2188">
                  <c:v>7.27680576417267</c:v>
                </c:pt>
                <c:pt idx="2189">
                  <c:v>7.27680576417267</c:v>
                </c:pt>
                <c:pt idx="2190">
                  <c:v>7.27680576417267</c:v>
                </c:pt>
                <c:pt idx="2191">
                  <c:v>7.27680576417267</c:v>
                </c:pt>
                <c:pt idx="2192">
                  <c:v>7.27680576417267</c:v>
                </c:pt>
                <c:pt idx="2193">
                  <c:v>7.27680576417267</c:v>
                </c:pt>
                <c:pt idx="2194">
                  <c:v>7.27680576417267</c:v>
                </c:pt>
                <c:pt idx="2195">
                  <c:v>7.27680576417267</c:v>
                </c:pt>
                <c:pt idx="2196">
                  <c:v>7.27680576417267</c:v>
                </c:pt>
                <c:pt idx="2197">
                  <c:v>7.27680576417267</c:v>
                </c:pt>
                <c:pt idx="2198">
                  <c:v>7.27680576417267</c:v>
                </c:pt>
                <c:pt idx="2199">
                  <c:v>7.27680576417267</c:v>
                </c:pt>
                <c:pt idx="2200">
                  <c:v>7.27680576417267</c:v>
                </c:pt>
                <c:pt idx="2201">
                  <c:v>7.27680576417267</c:v>
                </c:pt>
                <c:pt idx="2202">
                  <c:v>7.27680576417267</c:v>
                </c:pt>
                <c:pt idx="2203">
                  <c:v>7.27680576417267</c:v>
                </c:pt>
                <c:pt idx="2204">
                  <c:v>7.27680576417267</c:v>
                </c:pt>
                <c:pt idx="2205">
                  <c:v>7.27680576417267</c:v>
                </c:pt>
                <c:pt idx="2206">
                  <c:v>7.27680576417267</c:v>
                </c:pt>
                <c:pt idx="2207">
                  <c:v>7.27680576417267</c:v>
                </c:pt>
                <c:pt idx="2208">
                  <c:v>7.27680576417267</c:v>
                </c:pt>
                <c:pt idx="2209">
                  <c:v>7.27680576417267</c:v>
                </c:pt>
                <c:pt idx="2210">
                  <c:v>7.27680576417267</c:v>
                </c:pt>
                <c:pt idx="2211">
                  <c:v>7.27680576417267</c:v>
                </c:pt>
                <c:pt idx="2212">
                  <c:v>7.27680576417267</c:v>
                </c:pt>
                <c:pt idx="2213">
                  <c:v>7.27680576417267</c:v>
                </c:pt>
                <c:pt idx="2214">
                  <c:v>7.27680576417267</c:v>
                </c:pt>
                <c:pt idx="2215">
                  <c:v>7.27680576417267</c:v>
                </c:pt>
                <c:pt idx="2216">
                  <c:v>7.27680576417267</c:v>
                </c:pt>
                <c:pt idx="2217">
                  <c:v>7.27680576417267</c:v>
                </c:pt>
                <c:pt idx="2218">
                  <c:v>7.27680576417267</c:v>
                </c:pt>
                <c:pt idx="2219">
                  <c:v>7.27680576417267</c:v>
                </c:pt>
                <c:pt idx="2220">
                  <c:v>7.27680576417267</c:v>
                </c:pt>
                <c:pt idx="2221">
                  <c:v>7.27680576417267</c:v>
                </c:pt>
                <c:pt idx="2222">
                  <c:v>7.27680576417267</c:v>
                </c:pt>
                <c:pt idx="2223">
                  <c:v>7.27680576417267</c:v>
                </c:pt>
                <c:pt idx="2224">
                  <c:v>7.27680576417267</c:v>
                </c:pt>
                <c:pt idx="2225">
                  <c:v>7.27680576417267</c:v>
                </c:pt>
                <c:pt idx="2226">
                  <c:v>7.27680576417267</c:v>
                </c:pt>
                <c:pt idx="2227">
                  <c:v>7.27680576417267</c:v>
                </c:pt>
                <c:pt idx="2228">
                  <c:v>7.27680576417267</c:v>
                </c:pt>
                <c:pt idx="2229">
                  <c:v>7.27680576417267</c:v>
                </c:pt>
                <c:pt idx="2230">
                  <c:v>7.27680576417267</c:v>
                </c:pt>
                <c:pt idx="2231">
                  <c:v>7.27680576417267</c:v>
                </c:pt>
                <c:pt idx="2232">
                  <c:v>7.27680576417267</c:v>
                </c:pt>
                <c:pt idx="2233">
                  <c:v>7.27680576417267</c:v>
                </c:pt>
                <c:pt idx="2234">
                  <c:v>7.27680576417267</c:v>
                </c:pt>
                <c:pt idx="2235">
                  <c:v>7.27680576417267</c:v>
                </c:pt>
                <c:pt idx="2236">
                  <c:v>7.27680576417267</c:v>
                </c:pt>
                <c:pt idx="2237">
                  <c:v>7.27680576417267</c:v>
                </c:pt>
                <c:pt idx="2238">
                  <c:v>7.27680576417267</c:v>
                </c:pt>
                <c:pt idx="2239">
                  <c:v>7.27680576417267</c:v>
                </c:pt>
                <c:pt idx="2240">
                  <c:v>7.27680576417267</c:v>
                </c:pt>
                <c:pt idx="2241">
                  <c:v>7.27680576417267</c:v>
                </c:pt>
                <c:pt idx="2242">
                  <c:v>7.27680576417267</c:v>
                </c:pt>
                <c:pt idx="2243">
                  <c:v>7.27680576417267</c:v>
                </c:pt>
                <c:pt idx="2244">
                  <c:v>7.27680576417267</c:v>
                </c:pt>
                <c:pt idx="2245">
                  <c:v>7.27680576417267</c:v>
                </c:pt>
                <c:pt idx="2246">
                  <c:v>7.27680576417267</c:v>
                </c:pt>
                <c:pt idx="2247">
                  <c:v>7.27680576417267</c:v>
                </c:pt>
                <c:pt idx="2248">
                  <c:v>7.27680576417267</c:v>
                </c:pt>
                <c:pt idx="2249">
                  <c:v>7.27680576417267</c:v>
                </c:pt>
                <c:pt idx="2250">
                  <c:v>7.27680576417267</c:v>
                </c:pt>
                <c:pt idx="2251">
                  <c:v>7.27680576417267</c:v>
                </c:pt>
                <c:pt idx="2252">
                  <c:v>7.27680576417267</c:v>
                </c:pt>
                <c:pt idx="2253">
                  <c:v>7.27680576417267</c:v>
                </c:pt>
                <c:pt idx="2254">
                  <c:v>7.27680576417267</c:v>
                </c:pt>
                <c:pt idx="2255">
                  <c:v>7.27680576417267</c:v>
                </c:pt>
                <c:pt idx="2256">
                  <c:v>7.27680576417267</c:v>
                </c:pt>
                <c:pt idx="2257">
                  <c:v>7.27680576417267</c:v>
                </c:pt>
                <c:pt idx="2258">
                  <c:v>7.27680576417267</c:v>
                </c:pt>
                <c:pt idx="2259">
                  <c:v>7.27680576417267</c:v>
                </c:pt>
                <c:pt idx="2260">
                  <c:v>7.27680576417267</c:v>
                </c:pt>
                <c:pt idx="2261">
                  <c:v>7.27680576417267</c:v>
                </c:pt>
                <c:pt idx="2262">
                  <c:v>7.27680576417267</c:v>
                </c:pt>
                <c:pt idx="2263">
                  <c:v>7.27680576417267</c:v>
                </c:pt>
                <c:pt idx="2264">
                  <c:v>7.27680576417267</c:v>
                </c:pt>
                <c:pt idx="2265">
                  <c:v>7.27680576417267</c:v>
                </c:pt>
                <c:pt idx="2266">
                  <c:v>7.27680576417267</c:v>
                </c:pt>
                <c:pt idx="2267">
                  <c:v>7.27680576417267</c:v>
                </c:pt>
                <c:pt idx="2268">
                  <c:v>7.27680576417267</c:v>
                </c:pt>
                <c:pt idx="2269">
                  <c:v>7.27680576417267</c:v>
                </c:pt>
                <c:pt idx="2270">
                  <c:v>7.27680576417267</c:v>
                </c:pt>
                <c:pt idx="2271">
                  <c:v>7.27680576417267</c:v>
                </c:pt>
                <c:pt idx="2272">
                  <c:v>7.27680576417267</c:v>
                </c:pt>
                <c:pt idx="2273">
                  <c:v>7.27680576417267</c:v>
                </c:pt>
                <c:pt idx="2274">
                  <c:v>7.27680576417267</c:v>
                </c:pt>
                <c:pt idx="2275">
                  <c:v>7.27680576417267</c:v>
                </c:pt>
                <c:pt idx="2276">
                  <c:v>7.27680576417267</c:v>
                </c:pt>
                <c:pt idx="2277">
                  <c:v>7.27680576417267</c:v>
                </c:pt>
                <c:pt idx="2278">
                  <c:v>7.27680576417267</c:v>
                </c:pt>
                <c:pt idx="2279">
                  <c:v>7.27680576417267</c:v>
                </c:pt>
                <c:pt idx="2280">
                  <c:v>7.27680576417267</c:v>
                </c:pt>
                <c:pt idx="2281">
                  <c:v>7.27680576417267</c:v>
                </c:pt>
                <c:pt idx="2282">
                  <c:v>7.27680576417267</c:v>
                </c:pt>
                <c:pt idx="2283">
                  <c:v>7.27680576417267</c:v>
                </c:pt>
                <c:pt idx="2284">
                  <c:v>7.27680576417267</c:v>
                </c:pt>
                <c:pt idx="2285">
                  <c:v>7.27680576417267</c:v>
                </c:pt>
                <c:pt idx="2286">
                  <c:v>7.27680576417267</c:v>
                </c:pt>
                <c:pt idx="2287">
                  <c:v>7.27680576417267</c:v>
                </c:pt>
                <c:pt idx="2288">
                  <c:v>7.27680576417267</c:v>
                </c:pt>
                <c:pt idx="2289">
                  <c:v>7.27680576417267</c:v>
                </c:pt>
                <c:pt idx="2290">
                  <c:v>7.27680576417267</c:v>
                </c:pt>
                <c:pt idx="2291">
                  <c:v>7.27680576417267</c:v>
                </c:pt>
                <c:pt idx="2292">
                  <c:v>7.27680576417267</c:v>
                </c:pt>
                <c:pt idx="2293">
                  <c:v>7.27680576417267</c:v>
                </c:pt>
                <c:pt idx="2294">
                  <c:v>7.27680576417267</c:v>
                </c:pt>
                <c:pt idx="2295">
                  <c:v>7.27680576417267</c:v>
                </c:pt>
                <c:pt idx="2296">
                  <c:v>7.27680576417267</c:v>
                </c:pt>
                <c:pt idx="2297">
                  <c:v>7.27680576417267</c:v>
                </c:pt>
                <c:pt idx="2298">
                  <c:v>7.27680576417267</c:v>
                </c:pt>
                <c:pt idx="2299">
                  <c:v>7.27680576417267</c:v>
                </c:pt>
                <c:pt idx="2300">
                  <c:v>7.27680576417267</c:v>
                </c:pt>
                <c:pt idx="2301">
                  <c:v>7.27680576417267</c:v>
                </c:pt>
                <c:pt idx="2302">
                  <c:v>7.27680576417267</c:v>
                </c:pt>
                <c:pt idx="2303">
                  <c:v>7.27680576417267</c:v>
                </c:pt>
                <c:pt idx="2304">
                  <c:v>7.27680576417267</c:v>
                </c:pt>
                <c:pt idx="2305">
                  <c:v>7.27680576417267</c:v>
                </c:pt>
                <c:pt idx="2306">
                  <c:v>7.27680576417267</c:v>
                </c:pt>
                <c:pt idx="2307">
                  <c:v>7.27680576417267</c:v>
                </c:pt>
                <c:pt idx="2308">
                  <c:v>7.27680576417267</c:v>
                </c:pt>
                <c:pt idx="2309">
                  <c:v>7.27680576417267</c:v>
                </c:pt>
                <c:pt idx="2310">
                  <c:v>7.27680576417267</c:v>
                </c:pt>
                <c:pt idx="2311">
                  <c:v>7.27680576417267</c:v>
                </c:pt>
                <c:pt idx="2312">
                  <c:v>7.27680576417267</c:v>
                </c:pt>
                <c:pt idx="2313">
                  <c:v>7.27680576417267</c:v>
                </c:pt>
                <c:pt idx="2314">
                  <c:v>7.27680576417267</c:v>
                </c:pt>
                <c:pt idx="2315">
                  <c:v>7.27680576417267</c:v>
                </c:pt>
                <c:pt idx="2316">
                  <c:v>7.27680576417267</c:v>
                </c:pt>
                <c:pt idx="2317">
                  <c:v>7.27680576417267</c:v>
                </c:pt>
                <c:pt idx="2318">
                  <c:v>7.27680576417267</c:v>
                </c:pt>
                <c:pt idx="2319">
                  <c:v>7.27680576417267</c:v>
                </c:pt>
                <c:pt idx="2320">
                  <c:v>7.27680576417267</c:v>
                </c:pt>
                <c:pt idx="2321">
                  <c:v>7.27680576417267</c:v>
                </c:pt>
                <c:pt idx="2322">
                  <c:v>7.27680576417267</c:v>
                </c:pt>
                <c:pt idx="2323">
                  <c:v>7.27680576417267</c:v>
                </c:pt>
                <c:pt idx="2324">
                  <c:v>7.27680576417267</c:v>
                </c:pt>
                <c:pt idx="2325">
                  <c:v>7.27680576417267</c:v>
                </c:pt>
                <c:pt idx="2326">
                  <c:v>7.27680576417267</c:v>
                </c:pt>
                <c:pt idx="2327">
                  <c:v>7.27680576417267</c:v>
                </c:pt>
                <c:pt idx="2328">
                  <c:v>7.27680576417267</c:v>
                </c:pt>
                <c:pt idx="2329">
                  <c:v>7.27680576417267</c:v>
                </c:pt>
                <c:pt idx="2330">
                  <c:v>7.27680576417267</c:v>
                </c:pt>
                <c:pt idx="2331">
                  <c:v>7.27680576417267</c:v>
                </c:pt>
                <c:pt idx="2332">
                  <c:v>7.27680576417267</c:v>
                </c:pt>
                <c:pt idx="2333">
                  <c:v>7.27680576417267</c:v>
                </c:pt>
                <c:pt idx="2334">
                  <c:v>7.27680576417267</c:v>
                </c:pt>
                <c:pt idx="2335">
                  <c:v>7.27680576417267</c:v>
                </c:pt>
                <c:pt idx="2336">
                  <c:v>7.27680576417267</c:v>
                </c:pt>
                <c:pt idx="2337">
                  <c:v>7.27680576417267</c:v>
                </c:pt>
                <c:pt idx="2338">
                  <c:v>7.27680576417267</c:v>
                </c:pt>
                <c:pt idx="2339">
                  <c:v>7.27680576417267</c:v>
                </c:pt>
                <c:pt idx="2340">
                  <c:v>7.27680576417267</c:v>
                </c:pt>
                <c:pt idx="2341">
                  <c:v>7.27680576417267</c:v>
                </c:pt>
                <c:pt idx="2342">
                  <c:v>7.27680576417267</c:v>
                </c:pt>
                <c:pt idx="2343">
                  <c:v>7.27680576417267</c:v>
                </c:pt>
                <c:pt idx="2344">
                  <c:v>7.27680576417267</c:v>
                </c:pt>
                <c:pt idx="2345">
                  <c:v>7.27680576417267</c:v>
                </c:pt>
                <c:pt idx="2346">
                  <c:v>7.27680576417267</c:v>
                </c:pt>
                <c:pt idx="2347">
                  <c:v>7.27680576417267</c:v>
                </c:pt>
                <c:pt idx="2348">
                  <c:v>7.27680576417267</c:v>
                </c:pt>
                <c:pt idx="2349">
                  <c:v>7.27680576417267</c:v>
                </c:pt>
                <c:pt idx="2350">
                  <c:v>7.27680576417267</c:v>
                </c:pt>
                <c:pt idx="2351">
                  <c:v>7.27680576417267</c:v>
                </c:pt>
                <c:pt idx="2352">
                  <c:v>7.27680576417267</c:v>
                </c:pt>
                <c:pt idx="2353">
                  <c:v>7.27680576417267</c:v>
                </c:pt>
                <c:pt idx="2354">
                  <c:v>7.27680576417267</c:v>
                </c:pt>
                <c:pt idx="2355">
                  <c:v>7.27680576417267</c:v>
                </c:pt>
                <c:pt idx="2356">
                  <c:v>7.27680576417267</c:v>
                </c:pt>
                <c:pt idx="2357">
                  <c:v>7.27680576417267</c:v>
                </c:pt>
                <c:pt idx="2358">
                  <c:v>7.27680576417267</c:v>
                </c:pt>
                <c:pt idx="2359">
                  <c:v>7.27680576417267</c:v>
                </c:pt>
                <c:pt idx="2360">
                  <c:v>7.27680576417267</c:v>
                </c:pt>
                <c:pt idx="2361">
                  <c:v>7.27680576417267</c:v>
                </c:pt>
                <c:pt idx="2362">
                  <c:v>7.27680576417267</c:v>
                </c:pt>
                <c:pt idx="2363">
                  <c:v>7.27680576417267</c:v>
                </c:pt>
                <c:pt idx="2364">
                  <c:v>7.27680576417267</c:v>
                </c:pt>
                <c:pt idx="2365">
                  <c:v>7.27680576417267</c:v>
                </c:pt>
                <c:pt idx="2366">
                  <c:v>7.27680576417267</c:v>
                </c:pt>
                <c:pt idx="2367">
                  <c:v>7.27680576417267</c:v>
                </c:pt>
                <c:pt idx="2368">
                  <c:v>7.27680576417267</c:v>
                </c:pt>
                <c:pt idx="2369">
                  <c:v>7.27680576417267</c:v>
                </c:pt>
                <c:pt idx="2370">
                  <c:v>7.27680576417267</c:v>
                </c:pt>
                <c:pt idx="2371">
                  <c:v>7.27680576417267</c:v>
                </c:pt>
                <c:pt idx="2372">
                  <c:v>7.27680576417267</c:v>
                </c:pt>
                <c:pt idx="2373">
                  <c:v>7.27680576417267</c:v>
                </c:pt>
                <c:pt idx="2374">
                  <c:v>7.27680576417267</c:v>
                </c:pt>
                <c:pt idx="2375">
                  <c:v>7.27680576417267</c:v>
                </c:pt>
                <c:pt idx="2376">
                  <c:v>7.27680576417267</c:v>
                </c:pt>
                <c:pt idx="2377">
                  <c:v>7.27680576417267</c:v>
                </c:pt>
                <c:pt idx="2378">
                  <c:v>7.27680576417267</c:v>
                </c:pt>
                <c:pt idx="2379">
                  <c:v>7.27680576417267</c:v>
                </c:pt>
                <c:pt idx="2380">
                  <c:v>7.27680576417267</c:v>
                </c:pt>
                <c:pt idx="2381">
                  <c:v>7.27680576417267</c:v>
                </c:pt>
                <c:pt idx="2382">
                  <c:v>7.27680576417267</c:v>
                </c:pt>
                <c:pt idx="2383">
                  <c:v>7.27680576417267</c:v>
                </c:pt>
                <c:pt idx="2384">
                  <c:v>7.27680576417267</c:v>
                </c:pt>
                <c:pt idx="2385">
                  <c:v>7.27680576417267</c:v>
                </c:pt>
                <c:pt idx="2386">
                  <c:v>7.27680576417267</c:v>
                </c:pt>
                <c:pt idx="2387">
                  <c:v>7.27680576417267</c:v>
                </c:pt>
                <c:pt idx="2388">
                  <c:v>7.27680576417267</c:v>
                </c:pt>
                <c:pt idx="2389">
                  <c:v>7.27680576417267</c:v>
                </c:pt>
                <c:pt idx="2390">
                  <c:v>7.27680576417267</c:v>
                </c:pt>
                <c:pt idx="2391">
                  <c:v>7.27680576417267</c:v>
                </c:pt>
                <c:pt idx="2392">
                  <c:v>7.27680576417267</c:v>
                </c:pt>
                <c:pt idx="2393">
                  <c:v>7.27680576417267</c:v>
                </c:pt>
                <c:pt idx="2394">
                  <c:v>7.27680576417267</c:v>
                </c:pt>
                <c:pt idx="2395">
                  <c:v>7.27680576417267</c:v>
                </c:pt>
                <c:pt idx="2396">
                  <c:v>7.27680576417267</c:v>
                </c:pt>
                <c:pt idx="2397">
                  <c:v>7.27680576417267</c:v>
                </c:pt>
                <c:pt idx="2398">
                  <c:v>7.27680576417267</c:v>
                </c:pt>
                <c:pt idx="2399">
                  <c:v>7.27680576417267</c:v>
                </c:pt>
                <c:pt idx="2400">
                  <c:v>7.27680576417267</c:v>
                </c:pt>
                <c:pt idx="2401">
                  <c:v>7.27680576417267</c:v>
                </c:pt>
                <c:pt idx="2402">
                  <c:v>7.27680576417267</c:v>
                </c:pt>
                <c:pt idx="2403">
                  <c:v>7.27680576417267</c:v>
                </c:pt>
                <c:pt idx="2404">
                  <c:v>7.27680576417267</c:v>
                </c:pt>
                <c:pt idx="2405">
                  <c:v>7.27680576417267</c:v>
                </c:pt>
                <c:pt idx="2406">
                  <c:v>7.27680576417267</c:v>
                </c:pt>
                <c:pt idx="2407">
                  <c:v>7.27680576417267</c:v>
                </c:pt>
                <c:pt idx="2408">
                  <c:v>7.27680576417267</c:v>
                </c:pt>
                <c:pt idx="2409">
                  <c:v>7.27680576417267</c:v>
                </c:pt>
                <c:pt idx="2410">
                  <c:v>7.27680576417267</c:v>
                </c:pt>
                <c:pt idx="2411">
                  <c:v>7.27680576417267</c:v>
                </c:pt>
                <c:pt idx="2412">
                  <c:v>7.27680576417267</c:v>
                </c:pt>
                <c:pt idx="2413">
                  <c:v>7.27680576417267</c:v>
                </c:pt>
                <c:pt idx="2414">
                  <c:v>7.27680576417267</c:v>
                </c:pt>
                <c:pt idx="2415">
                  <c:v>7.27680576417267</c:v>
                </c:pt>
                <c:pt idx="2416">
                  <c:v>7.27680576417267</c:v>
                </c:pt>
                <c:pt idx="2417">
                  <c:v>7.27680576417267</c:v>
                </c:pt>
                <c:pt idx="2418">
                  <c:v>7.27680576417267</c:v>
                </c:pt>
                <c:pt idx="2419">
                  <c:v>7.27680576417267</c:v>
                </c:pt>
                <c:pt idx="2420">
                  <c:v>7.27680576417267</c:v>
                </c:pt>
                <c:pt idx="2421">
                  <c:v>7.27680576417267</c:v>
                </c:pt>
                <c:pt idx="2422">
                  <c:v>7.27680576417267</c:v>
                </c:pt>
                <c:pt idx="2423">
                  <c:v>7.27680576417267</c:v>
                </c:pt>
                <c:pt idx="2424">
                  <c:v>7.27680576417267</c:v>
                </c:pt>
                <c:pt idx="2425">
                  <c:v>7.27680576417267</c:v>
                </c:pt>
                <c:pt idx="2426">
                  <c:v>7.27680576417267</c:v>
                </c:pt>
                <c:pt idx="2427">
                  <c:v>7.27680576417267</c:v>
                </c:pt>
                <c:pt idx="2428">
                  <c:v>7.27680576417267</c:v>
                </c:pt>
                <c:pt idx="2429">
                  <c:v>7.27680576417267</c:v>
                </c:pt>
                <c:pt idx="2430">
                  <c:v>7.27680576417267</c:v>
                </c:pt>
                <c:pt idx="2431">
                  <c:v>7.27680576417267</c:v>
                </c:pt>
                <c:pt idx="2432">
                  <c:v>7.27680576417267</c:v>
                </c:pt>
                <c:pt idx="2433">
                  <c:v>7.27680576417267</c:v>
                </c:pt>
                <c:pt idx="2434">
                  <c:v>7.27680576417267</c:v>
                </c:pt>
                <c:pt idx="2435">
                  <c:v>7.27680576417267</c:v>
                </c:pt>
                <c:pt idx="2436">
                  <c:v>7.27680576417267</c:v>
                </c:pt>
                <c:pt idx="2437">
                  <c:v>7.27680576417267</c:v>
                </c:pt>
                <c:pt idx="2438">
                  <c:v>7.27680576417267</c:v>
                </c:pt>
                <c:pt idx="2439">
                  <c:v>7.27680576417267</c:v>
                </c:pt>
                <c:pt idx="2440">
                  <c:v>7.27680576417267</c:v>
                </c:pt>
                <c:pt idx="2441">
                  <c:v>7.27680576417267</c:v>
                </c:pt>
                <c:pt idx="2442">
                  <c:v>7.27680576417267</c:v>
                </c:pt>
                <c:pt idx="2443">
                  <c:v>7.27680576417267</c:v>
                </c:pt>
                <c:pt idx="2444">
                  <c:v>7.27680576417267</c:v>
                </c:pt>
                <c:pt idx="2445">
                  <c:v>7.27680576417267</c:v>
                </c:pt>
                <c:pt idx="2446">
                  <c:v>7.27680576417267</c:v>
                </c:pt>
                <c:pt idx="2447">
                  <c:v>7.27680576417267</c:v>
                </c:pt>
                <c:pt idx="2448">
                  <c:v>7.27680576417267</c:v>
                </c:pt>
                <c:pt idx="2449">
                  <c:v>7.27680576417267</c:v>
                </c:pt>
                <c:pt idx="2450">
                  <c:v>7.27680576417267</c:v>
                </c:pt>
                <c:pt idx="2451">
                  <c:v>7.27680576417267</c:v>
                </c:pt>
                <c:pt idx="2452">
                  <c:v>7.27680576417267</c:v>
                </c:pt>
                <c:pt idx="2453">
                  <c:v>7.27680576417267</c:v>
                </c:pt>
                <c:pt idx="2454">
                  <c:v>7.27680576417267</c:v>
                </c:pt>
                <c:pt idx="2455">
                  <c:v>7.27680576417267</c:v>
                </c:pt>
                <c:pt idx="2456">
                  <c:v>7.27680576417267</c:v>
                </c:pt>
                <c:pt idx="2457">
                  <c:v>7.27680576417267</c:v>
                </c:pt>
                <c:pt idx="2458">
                  <c:v>7.27680576417267</c:v>
                </c:pt>
                <c:pt idx="2459">
                  <c:v>7.27680576417267</c:v>
                </c:pt>
                <c:pt idx="2460">
                  <c:v>7.27680576417267</c:v>
                </c:pt>
                <c:pt idx="2461">
                  <c:v>7.27680576417267</c:v>
                </c:pt>
                <c:pt idx="2462">
                  <c:v>7.27680576417267</c:v>
                </c:pt>
                <c:pt idx="2463">
                  <c:v>7.27680576417267</c:v>
                </c:pt>
                <c:pt idx="2464">
                  <c:v>7.27680576417267</c:v>
                </c:pt>
                <c:pt idx="2465">
                  <c:v>7.27680576417267</c:v>
                </c:pt>
                <c:pt idx="2466">
                  <c:v>7.27680576417267</c:v>
                </c:pt>
                <c:pt idx="2467">
                  <c:v>7.27680576417267</c:v>
                </c:pt>
                <c:pt idx="2468">
                  <c:v>7.27680576417267</c:v>
                </c:pt>
                <c:pt idx="2469">
                  <c:v>7.27680576417267</c:v>
                </c:pt>
                <c:pt idx="2470">
                  <c:v>7.27680576417267</c:v>
                </c:pt>
                <c:pt idx="2471">
                  <c:v>7.27680576417267</c:v>
                </c:pt>
                <c:pt idx="2472">
                  <c:v>7.27680576417267</c:v>
                </c:pt>
                <c:pt idx="2473">
                  <c:v>7.27680576417267</c:v>
                </c:pt>
                <c:pt idx="2474">
                  <c:v>7.27680576417267</c:v>
                </c:pt>
                <c:pt idx="2475">
                  <c:v>7.27680576417267</c:v>
                </c:pt>
                <c:pt idx="2476">
                  <c:v>7.27680576417267</c:v>
                </c:pt>
                <c:pt idx="2477">
                  <c:v>7.27680576417267</c:v>
                </c:pt>
                <c:pt idx="2478">
                  <c:v>7.27680576417267</c:v>
                </c:pt>
                <c:pt idx="2479">
                  <c:v>7.27680576417267</c:v>
                </c:pt>
                <c:pt idx="2480">
                  <c:v>7.27680576417267</c:v>
                </c:pt>
                <c:pt idx="2481">
                  <c:v>7.27680576417267</c:v>
                </c:pt>
                <c:pt idx="2482">
                  <c:v>7.27680576417267</c:v>
                </c:pt>
                <c:pt idx="2483">
                  <c:v>7.27680576417267</c:v>
                </c:pt>
                <c:pt idx="2484">
                  <c:v>7.27680576417267</c:v>
                </c:pt>
                <c:pt idx="2485">
                  <c:v>7.27680576417267</c:v>
                </c:pt>
                <c:pt idx="2486">
                  <c:v>7.27680576417267</c:v>
                </c:pt>
                <c:pt idx="2487">
                  <c:v>7.27680576417267</c:v>
                </c:pt>
                <c:pt idx="2488">
                  <c:v>7.27680576417267</c:v>
                </c:pt>
                <c:pt idx="2489">
                  <c:v>7.27680576417267</c:v>
                </c:pt>
                <c:pt idx="2490">
                  <c:v>7.27680576417267</c:v>
                </c:pt>
                <c:pt idx="2491">
                  <c:v>7.27680576417267</c:v>
                </c:pt>
                <c:pt idx="2492">
                  <c:v>7.27680576417267</c:v>
                </c:pt>
                <c:pt idx="2493">
                  <c:v>7.27680576417267</c:v>
                </c:pt>
                <c:pt idx="2494">
                  <c:v>7.27680576417267</c:v>
                </c:pt>
                <c:pt idx="2495">
                  <c:v>7.27680576417267</c:v>
                </c:pt>
                <c:pt idx="2496">
                  <c:v>7.27680576417267</c:v>
                </c:pt>
                <c:pt idx="2497">
                  <c:v>7.27680576417267</c:v>
                </c:pt>
                <c:pt idx="2498">
                  <c:v>7.27680576417267</c:v>
                </c:pt>
                <c:pt idx="2499">
                  <c:v>7.27680576417267</c:v>
                </c:pt>
                <c:pt idx="2500">
                  <c:v>7.27680576417267</c:v>
                </c:pt>
                <c:pt idx="2501">
                  <c:v>7.27680576417267</c:v>
                </c:pt>
                <c:pt idx="2502">
                  <c:v>7.27680576417267</c:v>
                </c:pt>
                <c:pt idx="2503">
                  <c:v>7.27680576417267</c:v>
                </c:pt>
                <c:pt idx="2504">
                  <c:v>7.27680576417267</c:v>
                </c:pt>
                <c:pt idx="2505">
                  <c:v>7.27680576417267</c:v>
                </c:pt>
                <c:pt idx="2506">
                  <c:v>7.27680576417267</c:v>
                </c:pt>
                <c:pt idx="2507">
                  <c:v>7.27680576417267</c:v>
                </c:pt>
                <c:pt idx="2508">
                  <c:v>7.27680576417267</c:v>
                </c:pt>
                <c:pt idx="2509">
                  <c:v>7.27680576417267</c:v>
                </c:pt>
                <c:pt idx="2510">
                  <c:v>7.27680576417267</c:v>
                </c:pt>
                <c:pt idx="2511">
                  <c:v>7.27680576417267</c:v>
                </c:pt>
                <c:pt idx="2512">
                  <c:v>7.27680576417267</c:v>
                </c:pt>
                <c:pt idx="2513">
                  <c:v>7.27680576417267</c:v>
                </c:pt>
                <c:pt idx="2514">
                  <c:v>7.27680576417267</c:v>
                </c:pt>
                <c:pt idx="2515">
                  <c:v>7.27680576417267</c:v>
                </c:pt>
                <c:pt idx="2516">
                  <c:v>7.27680576417267</c:v>
                </c:pt>
                <c:pt idx="2517">
                  <c:v>7.27680576417267</c:v>
                </c:pt>
                <c:pt idx="2518">
                  <c:v>7.27680576417267</c:v>
                </c:pt>
                <c:pt idx="2519">
                  <c:v>7.27680576417267</c:v>
                </c:pt>
                <c:pt idx="2520">
                  <c:v>7.27680576417267</c:v>
                </c:pt>
                <c:pt idx="2521">
                  <c:v>7.27680576417267</c:v>
                </c:pt>
                <c:pt idx="2522">
                  <c:v>7.27680576417267</c:v>
                </c:pt>
                <c:pt idx="2523">
                  <c:v>7.27680576417267</c:v>
                </c:pt>
                <c:pt idx="2524">
                  <c:v>7.27680576417267</c:v>
                </c:pt>
                <c:pt idx="2525">
                  <c:v>7.27680576417267</c:v>
                </c:pt>
                <c:pt idx="2526">
                  <c:v>7.27680576417267</c:v>
                </c:pt>
                <c:pt idx="2527">
                  <c:v>7.27680576417267</c:v>
                </c:pt>
                <c:pt idx="2528">
                  <c:v>7.27680576417267</c:v>
                </c:pt>
                <c:pt idx="2529">
                  <c:v>7.27680576417267</c:v>
                </c:pt>
                <c:pt idx="2530">
                  <c:v>7.27680576417267</c:v>
                </c:pt>
                <c:pt idx="2531">
                  <c:v>7.27680576417267</c:v>
                </c:pt>
                <c:pt idx="2532">
                  <c:v>7.27680576417267</c:v>
                </c:pt>
                <c:pt idx="2533">
                  <c:v>7.27680576417267</c:v>
                </c:pt>
                <c:pt idx="2534">
                  <c:v>7.27680576417267</c:v>
                </c:pt>
                <c:pt idx="2535">
                  <c:v>7.27680576417267</c:v>
                </c:pt>
                <c:pt idx="2536">
                  <c:v>7.27680576417267</c:v>
                </c:pt>
                <c:pt idx="2537">
                  <c:v>7.27680576417267</c:v>
                </c:pt>
                <c:pt idx="2538">
                  <c:v>7.27680576417267</c:v>
                </c:pt>
                <c:pt idx="2539">
                  <c:v>7.27680576417267</c:v>
                </c:pt>
                <c:pt idx="2540">
                  <c:v>7.27680576417267</c:v>
                </c:pt>
                <c:pt idx="2541">
                  <c:v>7.27680576417267</c:v>
                </c:pt>
                <c:pt idx="2542">
                  <c:v>7.27680576417267</c:v>
                </c:pt>
                <c:pt idx="2543">
                  <c:v>7.27680576417267</c:v>
                </c:pt>
                <c:pt idx="2544">
                  <c:v>7.27680576417267</c:v>
                </c:pt>
                <c:pt idx="2545">
                  <c:v>7.27680576417267</c:v>
                </c:pt>
                <c:pt idx="2546">
                  <c:v>7.27680576417267</c:v>
                </c:pt>
                <c:pt idx="2547">
                  <c:v>7.27680576417267</c:v>
                </c:pt>
                <c:pt idx="2548">
                  <c:v>7.27680576417267</c:v>
                </c:pt>
                <c:pt idx="2549">
                  <c:v>7.27680576417267</c:v>
                </c:pt>
                <c:pt idx="2550">
                  <c:v>7.27680576417267</c:v>
                </c:pt>
                <c:pt idx="2551">
                  <c:v>7.27680576417267</c:v>
                </c:pt>
                <c:pt idx="2552">
                  <c:v>7.27680576417267</c:v>
                </c:pt>
                <c:pt idx="2553">
                  <c:v>7.27680576417267</c:v>
                </c:pt>
                <c:pt idx="2554">
                  <c:v>7.27680576417267</c:v>
                </c:pt>
                <c:pt idx="2555">
                  <c:v>7.27680576417267</c:v>
                </c:pt>
                <c:pt idx="2556">
                  <c:v>7.27680576417267</c:v>
                </c:pt>
                <c:pt idx="2557">
                  <c:v>7.27680576417267</c:v>
                </c:pt>
                <c:pt idx="2558">
                  <c:v>7.27680576417267</c:v>
                </c:pt>
                <c:pt idx="2559">
                  <c:v>7.27680576417267</c:v>
                </c:pt>
                <c:pt idx="2560">
                  <c:v>7.27680576417267</c:v>
                </c:pt>
                <c:pt idx="2561">
                  <c:v>7.27680576417267</c:v>
                </c:pt>
                <c:pt idx="2562">
                  <c:v>7.27680576417267</c:v>
                </c:pt>
                <c:pt idx="2563">
                  <c:v>7.27680576417267</c:v>
                </c:pt>
                <c:pt idx="2564">
                  <c:v>7.27680576417267</c:v>
                </c:pt>
                <c:pt idx="2565">
                  <c:v>7.27680576417267</c:v>
                </c:pt>
                <c:pt idx="2566">
                  <c:v>7.27680576417267</c:v>
                </c:pt>
                <c:pt idx="2567">
                  <c:v>7.27680576417267</c:v>
                </c:pt>
                <c:pt idx="2568">
                  <c:v>7.27680576417267</c:v>
                </c:pt>
                <c:pt idx="2569">
                  <c:v>7.27680576417267</c:v>
                </c:pt>
                <c:pt idx="2570">
                  <c:v>7.27680576417267</c:v>
                </c:pt>
                <c:pt idx="2571">
                  <c:v>7.27680576417267</c:v>
                </c:pt>
                <c:pt idx="2572">
                  <c:v>7.27680576417267</c:v>
                </c:pt>
                <c:pt idx="2573">
                  <c:v>7.27680576417267</c:v>
                </c:pt>
                <c:pt idx="2574">
                  <c:v>7.27680576417267</c:v>
                </c:pt>
                <c:pt idx="2575">
                  <c:v>7.27680576417267</c:v>
                </c:pt>
                <c:pt idx="2576">
                  <c:v>7.27680576417267</c:v>
                </c:pt>
                <c:pt idx="2577">
                  <c:v>7.27680576417267</c:v>
                </c:pt>
                <c:pt idx="2578">
                  <c:v>7.27680576417267</c:v>
                </c:pt>
                <c:pt idx="2579">
                  <c:v>7.27680576417267</c:v>
                </c:pt>
                <c:pt idx="2580">
                  <c:v>7.27680576417267</c:v>
                </c:pt>
                <c:pt idx="2581">
                  <c:v>7.27680576417267</c:v>
                </c:pt>
                <c:pt idx="2582">
                  <c:v>7.27680576417267</c:v>
                </c:pt>
                <c:pt idx="2583">
                  <c:v>7.27680576417267</c:v>
                </c:pt>
                <c:pt idx="2584">
                  <c:v>7.27680576417267</c:v>
                </c:pt>
                <c:pt idx="2585">
                  <c:v>7.27680576417267</c:v>
                </c:pt>
                <c:pt idx="2586">
                  <c:v>7.27680576417267</c:v>
                </c:pt>
                <c:pt idx="2587">
                  <c:v>7.27680576417267</c:v>
                </c:pt>
                <c:pt idx="2588">
                  <c:v>7.27680576417267</c:v>
                </c:pt>
                <c:pt idx="2589">
                  <c:v>7.27680576417267</c:v>
                </c:pt>
                <c:pt idx="2590">
                  <c:v>7.27680576417267</c:v>
                </c:pt>
                <c:pt idx="2591">
                  <c:v>7.27680576417267</c:v>
                </c:pt>
                <c:pt idx="2592">
                  <c:v>7.27680576417267</c:v>
                </c:pt>
                <c:pt idx="2593">
                  <c:v>7.27680576417267</c:v>
                </c:pt>
                <c:pt idx="2594">
                  <c:v>7.27680576417267</c:v>
                </c:pt>
                <c:pt idx="2595">
                  <c:v>7.27680576417267</c:v>
                </c:pt>
                <c:pt idx="2596">
                  <c:v>7.27680576417267</c:v>
                </c:pt>
                <c:pt idx="2597">
                  <c:v>7.27680576417267</c:v>
                </c:pt>
                <c:pt idx="2598">
                  <c:v>7.27680576417267</c:v>
                </c:pt>
                <c:pt idx="2599">
                  <c:v>7.27680576417267</c:v>
                </c:pt>
                <c:pt idx="2600">
                  <c:v>7.27680576417267</c:v>
                </c:pt>
                <c:pt idx="2601">
                  <c:v>7.27680576417267</c:v>
                </c:pt>
                <c:pt idx="2602">
                  <c:v>7.27680576417267</c:v>
                </c:pt>
                <c:pt idx="2603">
                  <c:v>7.27680576417267</c:v>
                </c:pt>
                <c:pt idx="2604">
                  <c:v>7.27680576417267</c:v>
                </c:pt>
                <c:pt idx="2605">
                  <c:v>7.27680576417267</c:v>
                </c:pt>
                <c:pt idx="2606">
                  <c:v>7.27680576417267</c:v>
                </c:pt>
                <c:pt idx="2607">
                  <c:v>7.27680576417267</c:v>
                </c:pt>
                <c:pt idx="2608">
                  <c:v>7.27680576417267</c:v>
                </c:pt>
                <c:pt idx="2609">
                  <c:v>7.27680576417267</c:v>
                </c:pt>
                <c:pt idx="2610">
                  <c:v>7.27680576417267</c:v>
                </c:pt>
                <c:pt idx="2611">
                  <c:v>7.27680576417267</c:v>
                </c:pt>
                <c:pt idx="2612">
                  <c:v>7.27680576417267</c:v>
                </c:pt>
                <c:pt idx="2613">
                  <c:v>7.27680576417267</c:v>
                </c:pt>
                <c:pt idx="2614">
                  <c:v>7.27680576417267</c:v>
                </c:pt>
                <c:pt idx="2615">
                  <c:v>7.27680576417267</c:v>
                </c:pt>
                <c:pt idx="2616">
                  <c:v>7.27680576417267</c:v>
                </c:pt>
                <c:pt idx="2617">
                  <c:v>7.27680576417267</c:v>
                </c:pt>
                <c:pt idx="2618">
                  <c:v>7.27680576417267</c:v>
                </c:pt>
                <c:pt idx="2619">
                  <c:v>7.27680576417267</c:v>
                </c:pt>
                <c:pt idx="2620">
                  <c:v>7.27680576417267</c:v>
                </c:pt>
                <c:pt idx="2621">
                  <c:v>7.27680576417267</c:v>
                </c:pt>
                <c:pt idx="2622">
                  <c:v>7.27680576417267</c:v>
                </c:pt>
                <c:pt idx="2623">
                  <c:v>7.27680576417267</c:v>
                </c:pt>
                <c:pt idx="2624">
                  <c:v>7.27680576417267</c:v>
                </c:pt>
                <c:pt idx="2625">
                  <c:v>7.27680576417267</c:v>
                </c:pt>
                <c:pt idx="2626">
                  <c:v>7.27680576417267</c:v>
                </c:pt>
                <c:pt idx="2627">
                  <c:v>7.27680576417267</c:v>
                </c:pt>
                <c:pt idx="2628">
                  <c:v>7.27680576417267</c:v>
                </c:pt>
                <c:pt idx="2629">
                  <c:v>7.27680576417267</c:v>
                </c:pt>
                <c:pt idx="2630">
                  <c:v>7.27680576417267</c:v>
                </c:pt>
                <c:pt idx="2631">
                  <c:v>7.27680576417267</c:v>
                </c:pt>
                <c:pt idx="2632">
                  <c:v>7.27680576417267</c:v>
                </c:pt>
                <c:pt idx="2633">
                  <c:v>7.27680576417267</c:v>
                </c:pt>
                <c:pt idx="2634">
                  <c:v>7.27680576417267</c:v>
                </c:pt>
                <c:pt idx="2635">
                  <c:v>7.27680576417267</c:v>
                </c:pt>
                <c:pt idx="2636">
                  <c:v>7.27680576417267</c:v>
                </c:pt>
                <c:pt idx="2637">
                  <c:v>7.27680576417267</c:v>
                </c:pt>
                <c:pt idx="2638">
                  <c:v>7.27680576417267</c:v>
                </c:pt>
                <c:pt idx="2639">
                  <c:v>7.27680576417267</c:v>
                </c:pt>
                <c:pt idx="2640">
                  <c:v>7.27680576417267</c:v>
                </c:pt>
                <c:pt idx="2641">
                  <c:v>7.27680576417267</c:v>
                </c:pt>
                <c:pt idx="2642">
                  <c:v>7.27680576417267</c:v>
                </c:pt>
                <c:pt idx="2643">
                  <c:v>7.27680576417267</c:v>
                </c:pt>
                <c:pt idx="2644">
                  <c:v>7.27680576417267</c:v>
                </c:pt>
                <c:pt idx="2645">
                  <c:v>7.27680576417267</c:v>
                </c:pt>
                <c:pt idx="2646">
                  <c:v>7.27680576417267</c:v>
                </c:pt>
                <c:pt idx="2647">
                  <c:v>7.27680576417267</c:v>
                </c:pt>
                <c:pt idx="2648">
                  <c:v>7.27680576417267</c:v>
                </c:pt>
                <c:pt idx="2649">
                  <c:v>7.27680576417267</c:v>
                </c:pt>
                <c:pt idx="2650">
                  <c:v>7.27680576417267</c:v>
                </c:pt>
                <c:pt idx="2651">
                  <c:v>7.27680576417267</c:v>
                </c:pt>
                <c:pt idx="2652">
                  <c:v>7.27680576417267</c:v>
                </c:pt>
                <c:pt idx="2653">
                  <c:v>7.27680576417267</c:v>
                </c:pt>
                <c:pt idx="2654">
                  <c:v>7.27680576417267</c:v>
                </c:pt>
                <c:pt idx="2655">
                  <c:v>7.27680576417267</c:v>
                </c:pt>
                <c:pt idx="2656">
                  <c:v>7.27680576417267</c:v>
                </c:pt>
                <c:pt idx="2657">
                  <c:v>7.27680576417267</c:v>
                </c:pt>
                <c:pt idx="2658">
                  <c:v>7.27680576417267</c:v>
                </c:pt>
                <c:pt idx="2659">
                  <c:v>7.27680576417267</c:v>
                </c:pt>
                <c:pt idx="2660">
                  <c:v>7.27680576417267</c:v>
                </c:pt>
                <c:pt idx="2661">
                  <c:v>7.27680576417267</c:v>
                </c:pt>
                <c:pt idx="2662">
                  <c:v>7.27680576417267</c:v>
                </c:pt>
                <c:pt idx="2663">
                  <c:v>7.27680576417267</c:v>
                </c:pt>
                <c:pt idx="2664">
                  <c:v>7.27680576417267</c:v>
                </c:pt>
                <c:pt idx="2665">
                  <c:v>7.27680576417267</c:v>
                </c:pt>
                <c:pt idx="2666">
                  <c:v>7.27680576417267</c:v>
                </c:pt>
                <c:pt idx="2667">
                  <c:v>7.27680576417267</c:v>
                </c:pt>
                <c:pt idx="2668">
                  <c:v>7.27680576417267</c:v>
                </c:pt>
                <c:pt idx="2669">
                  <c:v>7.27680576417267</c:v>
                </c:pt>
                <c:pt idx="2670">
                  <c:v>7.27680576417267</c:v>
                </c:pt>
                <c:pt idx="2671">
                  <c:v>7.27680576417267</c:v>
                </c:pt>
                <c:pt idx="2672">
                  <c:v>7.27680576417267</c:v>
                </c:pt>
                <c:pt idx="2673">
                  <c:v>7.27680576417267</c:v>
                </c:pt>
                <c:pt idx="2674">
                  <c:v>7.27680576417267</c:v>
                </c:pt>
                <c:pt idx="2675">
                  <c:v>7.27680576417267</c:v>
                </c:pt>
                <c:pt idx="2676">
                  <c:v>7.27680576417267</c:v>
                </c:pt>
                <c:pt idx="2677">
                  <c:v>7.27680576417267</c:v>
                </c:pt>
                <c:pt idx="2678">
                  <c:v>7.27680576417267</c:v>
                </c:pt>
                <c:pt idx="2679">
                  <c:v>7.27680576417267</c:v>
                </c:pt>
                <c:pt idx="2680">
                  <c:v>7.27680576417267</c:v>
                </c:pt>
                <c:pt idx="2681">
                  <c:v>7.27680576417267</c:v>
                </c:pt>
                <c:pt idx="2682">
                  <c:v>7.27680576417267</c:v>
                </c:pt>
                <c:pt idx="2683">
                  <c:v>7.27680576417267</c:v>
                </c:pt>
                <c:pt idx="2684">
                  <c:v>7.27680576417267</c:v>
                </c:pt>
                <c:pt idx="2685">
                  <c:v>7.27680576417267</c:v>
                </c:pt>
                <c:pt idx="2686">
                  <c:v>7.27680576417267</c:v>
                </c:pt>
                <c:pt idx="2687">
                  <c:v>7.27680576417267</c:v>
                </c:pt>
                <c:pt idx="2688">
                  <c:v>7.27680576417267</c:v>
                </c:pt>
                <c:pt idx="2689">
                  <c:v>7.27680576417267</c:v>
                </c:pt>
                <c:pt idx="2690">
                  <c:v>7.27680576417267</c:v>
                </c:pt>
                <c:pt idx="2691">
                  <c:v>7.27680576417267</c:v>
                </c:pt>
                <c:pt idx="2692">
                  <c:v>7.27680576417267</c:v>
                </c:pt>
                <c:pt idx="2693">
                  <c:v>7.27680576417267</c:v>
                </c:pt>
                <c:pt idx="2694">
                  <c:v>7.27680576417267</c:v>
                </c:pt>
                <c:pt idx="2695">
                  <c:v>7.27680576417267</c:v>
                </c:pt>
                <c:pt idx="2696">
                  <c:v>7.27680576417267</c:v>
                </c:pt>
                <c:pt idx="2697">
                  <c:v>7.27680576417267</c:v>
                </c:pt>
                <c:pt idx="2698">
                  <c:v>7.27680576417267</c:v>
                </c:pt>
                <c:pt idx="2699">
                  <c:v>7.27680576417267</c:v>
                </c:pt>
                <c:pt idx="2700">
                  <c:v>7.27680576417267</c:v>
                </c:pt>
                <c:pt idx="2701">
                  <c:v>7.27680576417267</c:v>
                </c:pt>
                <c:pt idx="2702">
                  <c:v>7.27680576417267</c:v>
                </c:pt>
                <c:pt idx="2703">
                  <c:v>7.27680576417267</c:v>
                </c:pt>
                <c:pt idx="2704">
                  <c:v>7.27680576417267</c:v>
                </c:pt>
                <c:pt idx="2705">
                  <c:v>7.27680576417267</c:v>
                </c:pt>
                <c:pt idx="2706">
                  <c:v>7.27680576417267</c:v>
                </c:pt>
                <c:pt idx="2707">
                  <c:v>7.27680576417267</c:v>
                </c:pt>
                <c:pt idx="2708">
                  <c:v>7.27680576417267</c:v>
                </c:pt>
                <c:pt idx="2709">
                  <c:v>7.27680576417267</c:v>
                </c:pt>
                <c:pt idx="2710">
                  <c:v>7.27680576417267</c:v>
                </c:pt>
                <c:pt idx="2711">
                  <c:v>7.27680576417267</c:v>
                </c:pt>
                <c:pt idx="2712">
                  <c:v>7.27680576417267</c:v>
                </c:pt>
                <c:pt idx="2713">
                  <c:v>7.27680576417267</c:v>
                </c:pt>
                <c:pt idx="2714">
                  <c:v>7.27680576417267</c:v>
                </c:pt>
                <c:pt idx="2715">
                  <c:v>7.27680576417267</c:v>
                </c:pt>
                <c:pt idx="2716">
                  <c:v>7.27680576417267</c:v>
                </c:pt>
                <c:pt idx="2717">
                  <c:v>7.27680576417267</c:v>
                </c:pt>
                <c:pt idx="2718">
                  <c:v>7.27680576417267</c:v>
                </c:pt>
                <c:pt idx="2719">
                  <c:v>7.27680576417267</c:v>
                </c:pt>
                <c:pt idx="2720">
                  <c:v>7.27680576417267</c:v>
                </c:pt>
                <c:pt idx="2721">
                  <c:v>7.27680576417267</c:v>
                </c:pt>
                <c:pt idx="2722">
                  <c:v>7.27680576417267</c:v>
                </c:pt>
                <c:pt idx="2723">
                  <c:v>7.27680576417267</c:v>
                </c:pt>
                <c:pt idx="2724">
                  <c:v>7.27680576417267</c:v>
                </c:pt>
                <c:pt idx="2725">
                  <c:v>7.27680576417267</c:v>
                </c:pt>
                <c:pt idx="2726">
                  <c:v>7.27680576417267</c:v>
                </c:pt>
                <c:pt idx="2727">
                  <c:v>7.27680576417267</c:v>
                </c:pt>
                <c:pt idx="2728">
                  <c:v>7.27680576417267</c:v>
                </c:pt>
                <c:pt idx="2729">
                  <c:v>7.27680576417267</c:v>
                </c:pt>
                <c:pt idx="2730">
                  <c:v>7.27680576417267</c:v>
                </c:pt>
                <c:pt idx="2731">
                  <c:v>7.27680576417267</c:v>
                </c:pt>
                <c:pt idx="2732">
                  <c:v>7.27680576417267</c:v>
                </c:pt>
                <c:pt idx="2733">
                  <c:v>7.27680576417267</c:v>
                </c:pt>
                <c:pt idx="2734">
                  <c:v>7.27680576417267</c:v>
                </c:pt>
                <c:pt idx="2735">
                  <c:v>7.27680576417267</c:v>
                </c:pt>
                <c:pt idx="2736">
                  <c:v>7.27680576417267</c:v>
                </c:pt>
                <c:pt idx="2737">
                  <c:v>7.27680576417267</c:v>
                </c:pt>
                <c:pt idx="2738">
                  <c:v>7.27680576417267</c:v>
                </c:pt>
                <c:pt idx="2739">
                  <c:v>7.27680576417267</c:v>
                </c:pt>
                <c:pt idx="2740">
                  <c:v>7.27680576417267</c:v>
                </c:pt>
                <c:pt idx="2741">
                  <c:v>7.27680576417267</c:v>
                </c:pt>
                <c:pt idx="2742">
                  <c:v>7.27680576417267</c:v>
                </c:pt>
                <c:pt idx="2743">
                  <c:v>7.27680576417267</c:v>
                </c:pt>
                <c:pt idx="2744">
                  <c:v>7.27680576417267</c:v>
                </c:pt>
                <c:pt idx="2745">
                  <c:v>7.27680576417267</c:v>
                </c:pt>
                <c:pt idx="2746">
                  <c:v>7.27680576417267</c:v>
                </c:pt>
                <c:pt idx="2747">
                  <c:v>7.27680576417267</c:v>
                </c:pt>
                <c:pt idx="2748">
                  <c:v>7.27680576417267</c:v>
                </c:pt>
                <c:pt idx="2749">
                  <c:v>7.27680576417267</c:v>
                </c:pt>
                <c:pt idx="2750">
                  <c:v>7.27680576417267</c:v>
                </c:pt>
                <c:pt idx="2751">
                  <c:v>7.27680576417267</c:v>
                </c:pt>
                <c:pt idx="2752">
                  <c:v>7.27680576417267</c:v>
                </c:pt>
                <c:pt idx="2753">
                  <c:v>7.27680576417267</c:v>
                </c:pt>
                <c:pt idx="2754">
                  <c:v>7.27680576417267</c:v>
                </c:pt>
                <c:pt idx="2755">
                  <c:v>7.27680576417267</c:v>
                </c:pt>
                <c:pt idx="2756">
                  <c:v>7.27680576417267</c:v>
                </c:pt>
                <c:pt idx="2757">
                  <c:v>7.27680576417267</c:v>
                </c:pt>
                <c:pt idx="2758">
                  <c:v>7.27680576417267</c:v>
                </c:pt>
                <c:pt idx="2759">
                  <c:v>7.27680576417267</c:v>
                </c:pt>
                <c:pt idx="2760">
                  <c:v>7.27680576417267</c:v>
                </c:pt>
                <c:pt idx="2761">
                  <c:v>7.27680576417267</c:v>
                </c:pt>
                <c:pt idx="2762">
                  <c:v>7.27680576417267</c:v>
                </c:pt>
                <c:pt idx="2763">
                  <c:v>7.27680576417267</c:v>
                </c:pt>
                <c:pt idx="2764">
                  <c:v>7.27680576417267</c:v>
                </c:pt>
                <c:pt idx="2765">
                  <c:v>7.27680576417267</c:v>
                </c:pt>
                <c:pt idx="2766">
                  <c:v>7.27680576417267</c:v>
                </c:pt>
                <c:pt idx="2767">
                  <c:v>7.27680576417267</c:v>
                </c:pt>
                <c:pt idx="2768">
                  <c:v>7.27680576417267</c:v>
                </c:pt>
                <c:pt idx="2769">
                  <c:v>7.27680576417267</c:v>
                </c:pt>
                <c:pt idx="2770">
                  <c:v>7.27680576417267</c:v>
                </c:pt>
                <c:pt idx="2771">
                  <c:v>7.27680576417267</c:v>
                </c:pt>
                <c:pt idx="2772">
                  <c:v>7.27680576417267</c:v>
                </c:pt>
                <c:pt idx="2773">
                  <c:v>7.27680576417267</c:v>
                </c:pt>
                <c:pt idx="2774">
                  <c:v>7.27680576417267</c:v>
                </c:pt>
                <c:pt idx="2775">
                  <c:v>7.27680576417267</c:v>
                </c:pt>
                <c:pt idx="2776">
                  <c:v>7.27680576417267</c:v>
                </c:pt>
                <c:pt idx="2777">
                  <c:v>7.27680576417267</c:v>
                </c:pt>
                <c:pt idx="2778">
                  <c:v>7.27680576417267</c:v>
                </c:pt>
                <c:pt idx="2779">
                  <c:v>7.27680576417267</c:v>
                </c:pt>
                <c:pt idx="2780">
                  <c:v>7.27680576417267</c:v>
                </c:pt>
                <c:pt idx="2781">
                  <c:v>7.27680576417267</c:v>
                </c:pt>
                <c:pt idx="2782">
                  <c:v>7.27680576417267</c:v>
                </c:pt>
                <c:pt idx="2783">
                  <c:v>7.27680576417267</c:v>
                </c:pt>
                <c:pt idx="2784">
                  <c:v>7.27680576417267</c:v>
                </c:pt>
                <c:pt idx="2785">
                  <c:v>7.27680576417267</c:v>
                </c:pt>
                <c:pt idx="2786">
                  <c:v>7.27680576417267</c:v>
                </c:pt>
                <c:pt idx="2787">
                  <c:v>7.27680576417267</c:v>
                </c:pt>
                <c:pt idx="2788">
                  <c:v>7.27680576417267</c:v>
                </c:pt>
                <c:pt idx="2789">
                  <c:v>7.27680576417267</c:v>
                </c:pt>
                <c:pt idx="2790">
                  <c:v>7.27680576417267</c:v>
                </c:pt>
                <c:pt idx="2791">
                  <c:v>7.27680576417267</c:v>
                </c:pt>
                <c:pt idx="2792">
                  <c:v>7.27680576417267</c:v>
                </c:pt>
                <c:pt idx="2793">
                  <c:v>7.27680576417267</c:v>
                </c:pt>
                <c:pt idx="2794">
                  <c:v>7.27680576417267</c:v>
                </c:pt>
                <c:pt idx="2795">
                  <c:v>7.27680576417267</c:v>
                </c:pt>
                <c:pt idx="2796">
                  <c:v>7.27680576417267</c:v>
                </c:pt>
                <c:pt idx="2797">
                  <c:v>7.27680576417267</c:v>
                </c:pt>
                <c:pt idx="2798">
                  <c:v>7.27680576417267</c:v>
                </c:pt>
                <c:pt idx="2799">
                  <c:v>7.27680576417267</c:v>
                </c:pt>
                <c:pt idx="2800">
                  <c:v>7.27680576417267</c:v>
                </c:pt>
                <c:pt idx="2801">
                  <c:v>7.27680576417267</c:v>
                </c:pt>
                <c:pt idx="2802">
                  <c:v>7.27680576417267</c:v>
                </c:pt>
                <c:pt idx="2803">
                  <c:v>7.27680576417267</c:v>
                </c:pt>
                <c:pt idx="2804">
                  <c:v>7.27680576417267</c:v>
                </c:pt>
                <c:pt idx="2805">
                  <c:v>7.27680576417267</c:v>
                </c:pt>
                <c:pt idx="2806">
                  <c:v>7.27680576417267</c:v>
                </c:pt>
                <c:pt idx="2807">
                  <c:v>7.27680576417267</c:v>
                </c:pt>
                <c:pt idx="2808">
                  <c:v>7.27680576417267</c:v>
                </c:pt>
                <c:pt idx="2809">
                  <c:v>7.27680576417267</c:v>
                </c:pt>
                <c:pt idx="2810">
                  <c:v>7.27680576417267</c:v>
                </c:pt>
                <c:pt idx="2811">
                  <c:v>7.27680576417267</c:v>
                </c:pt>
                <c:pt idx="2812">
                  <c:v>7.27680576417267</c:v>
                </c:pt>
                <c:pt idx="2813">
                  <c:v>7.27680576417267</c:v>
                </c:pt>
                <c:pt idx="2814">
                  <c:v>7.27680576417267</c:v>
                </c:pt>
                <c:pt idx="2815">
                  <c:v>7.27680576417267</c:v>
                </c:pt>
                <c:pt idx="2816">
                  <c:v>7.27680576417267</c:v>
                </c:pt>
                <c:pt idx="2817">
                  <c:v>7.27680576417267</c:v>
                </c:pt>
                <c:pt idx="2818">
                  <c:v>7.27680576417267</c:v>
                </c:pt>
                <c:pt idx="2819">
                  <c:v>7.27680576417267</c:v>
                </c:pt>
                <c:pt idx="2820">
                  <c:v>7.27680576417267</c:v>
                </c:pt>
                <c:pt idx="2821">
                  <c:v>7.27680576417267</c:v>
                </c:pt>
                <c:pt idx="2822">
                  <c:v>7.27680576417267</c:v>
                </c:pt>
                <c:pt idx="2823">
                  <c:v>7.27680576417267</c:v>
                </c:pt>
                <c:pt idx="2824">
                  <c:v>7.27680576417267</c:v>
                </c:pt>
                <c:pt idx="2825">
                  <c:v>7.27680576417267</c:v>
                </c:pt>
                <c:pt idx="2826">
                  <c:v>7.27680576417267</c:v>
                </c:pt>
                <c:pt idx="2827">
                  <c:v>7.27680576417267</c:v>
                </c:pt>
                <c:pt idx="2828">
                  <c:v>7.27680576417267</c:v>
                </c:pt>
                <c:pt idx="2829">
                  <c:v>7.27680576417267</c:v>
                </c:pt>
                <c:pt idx="2830">
                  <c:v>7.27680576417267</c:v>
                </c:pt>
                <c:pt idx="2831">
                  <c:v>7.27680576417267</c:v>
                </c:pt>
                <c:pt idx="2832">
                  <c:v>7.27680576417267</c:v>
                </c:pt>
                <c:pt idx="2833">
                  <c:v>7.27680576417267</c:v>
                </c:pt>
                <c:pt idx="2834">
                  <c:v>7.27680576417267</c:v>
                </c:pt>
                <c:pt idx="2835">
                  <c:v>7.27680576417267</c:v>
                </c:pt>
                <c:pt idx="2836">
                  <c:v>7.27680576417267</c:v>
                </c:pt>
                <c:pt idx="2837">
                  <c:v>7.27680576417267</c:v>
                </c:pt>
                <c:pt idx="2838">
                  <c:v>7.27680576417267</c:v>
                </c:pt>
                <c:pt idx="2839">
                  <c:v>7.27680576417267</c:v>
                </c:pt>
                <c:pt idx="2840">
                  <c:v>7.27680576417267</c:v>
                </c:pt>
                <c:pt idx="2841">
                  <c:v>7.27680576417267</c:v>
                </c:pt>
                <c:pt idx="2842">
                  <c:v>7.27680576417267</c:v>
                </c:pt>
                <c:pt idx="2843">
                  <c:v>7.27680576417267</c:v>
                </c:pt>
                <c:pt idx="2844">
                  <c:v>7.27680576417267</c:v>
                </c:pt>
                <c:pt idx="2845">
                  <c:v>7.27680576417267</c:v>
                </c:pt>
                <c:pt idx="2846">
                  <c:v>7.27680576417267</c:v>
                </c:pt>
                <c:pt idx="2847">
                  <c:v>7.27680576417267</c:v>
                </c:pt>
                <c:pt idx="2848">
                  <c:v>7.27680576417267</c:v>
                </c:pt>
                <c:pt idx="2849">
                  <c:v>7.27680576417267</c:v>
                </c:pt>
                <c:pt idx="2850">
                  <c:v>7.27680576417267</c:v>
                </c:pt>
                <c:pt idx="2851">
                  <c:v>7.27680576417267</c:v>
                </c:pt>
                <c:pt idx="2852">
                  <c:v>7.27680576417267</c:v>
                </c:pt>
                <c:pt idx="2853">
                  <c:v>7.27680576417267</c:v>
                </c:pt>
                <c:pt idx="2854">
                  <c:v>7.27680576417267</c:v>
                </c:pt>
                <c:pt idx="2855">
                  <c:v>7.27680576417267</c:v>
                </c:pt>
                <c:pt idx="2856">
                  <c:v>7.27680576417267</c:v>
                </c:pt>
                <c:pt idx="2857">
                  <c:v>7.27680576417267</c:v>
                </c:pt>
                <c:pt idx="2858">
                  <c:v>7.27680576417267</c:v>
                </c:pt>
                <c:pt idx="2859">
                  <c:v>7.27680576417267</c:v>
                </c:pt>
                <c:pt idx="2860">
                  <c:v>7.27680576417267</c:v>
                </c:pt>
                <c:pt idx="2861">
                  <c:v>7.27680576417267</c:v>
                </c:pt>
                <c:pt idx="2862">
                  <c:v>7.27680576417267</c:v>
                </c:pt>
                <c:pt idx="2863">
                  <c:v>7.27680576417267</c:v>
                </c:pt>
                <c:pt idx="2864">
                  <c:v>7.27680576417267</c:v>
                </c:pt>
                <c:pt idx="2865">
                  <c:v>7.27680576417267</c:v>
                </c:pt>
                <c:pt idx="2866">
                  <c:v>7.27680576417267</c:v>
                </c:pt>
                <c:pt idx="2867">
                  <c:v>7.27680576417267</c:v>
                </c:pt>
                <c:pt idx="2868">
                  <c:v>7.27680576417267</c:v>
                </c:pt>
                <c:pt idx="2869">
                  <c:v>7.27680576417267</c:v>
                </c:pt>
                <c:pt idx="2870">
                  <c:v>7.27680576417267</c:v>
                </c:pt>
                <c:pt idx="2871">
                  <c:v>7.27680576417267</c:v>
                </c:pt>
                <c:pt idx="2872">
                  <c:v>7.27680576417267</c:v>
                </c:pt>
                <c:pt idx="2873">
                  <c:v>7.27680576417267</c:v>
                </c:pt>
                <c:pt idx="2874">
                  <c:v>7.27680576417267</c:v>
                </c:pt>
                <c:pt idx="2875">
                  <c:v>7.27680576417267</c:v>
                </c:pt>
                <c:pt idx="2876">
                  <c:v>7.27680576417267</c:v>
                </c:pt>
                <c:pt idx="2877">
                  <c:v>7.27680576417267</c:v>
                </c:pt>
                <c:pt idx="2878">
                  <c:v>7.27680576417267</c:v>
                </c:pt>
                <c:pt idx="2879">
                  <c:v>7.27680576417267</c:v>
                </c:pt>
                <c:pt idx="2880">
                  <c:v>7.27680576417267</c:v>
                </c:pt>
                <c:pt idx="2881">
                  <c:v>7.27680576417267</c:v>
                </c:pt>
                <c:pt idx="2882">
                  <c:v>7.27680576417267</c:v>
                </c:pt>
                <c:pt idx="2883">
                  <c:v>7.27680576417267</c:v>
                </c:pt>
                <c:pt idx="2884">
                  <c:v>7.27680576417267</c:v>
                </c:pt>
                <c:pt idx="2885">
                  <c:v>7.27680576417267</c:v>
                </c:pt>
                <c:pt idx="2886">
                  <c:v>7.27680576417267</c:v>
                </c:pt>
                <c:pt idx="2887">
                  <c:v>7.27680576417267</c:v>
                </c:pt>
                <c:pt idx="2888">
                  <c:v>7.27680576417267</c:v>
                </c:pt>
                <c:pt idx="2889">
                  <c:v>7.27680576417267</c:v>
                </c:pt>
                <c:pt idx="2890">
                  <c:v>7.27680576417267</c:v>
                </c:pt>
                <c:pt idx="2891">
                  <c:v>7.27680576417267</c:v>
                </c:pt>
                <c:pt idx="2892">
                  <c:v>7.27680576417267</c:v>
                </c:pt>
                <c:pt idx="2893">
                  <c:v>7.27680576417267</c:v>
                </c:pt>
                <c:pt idx="2894">
                  <c:v>7.27680576417267</c:v>
                </c:pt>
                <c:pt idx="2895">
                  <c:v>7.27680576417267</c:v>
                </c:pt>
                <c:pt idx="2896">
                  <c:v>7.27680576417267</c:v>
                </c:pt>
                <c:pt idx="2897">
                  <c:v>7.27680576417267</c:v>
                </c:pt>
                <c:pt idx="2898">
                  <c:v>7.27680576417267</c:v>
                </c:pt>
                <c:pt idx="2899">
                  <c:v>7.27680576417267</c:v>
                </c:pt>
                <c:pt idx="2900">
                  <c:v>7.27680576417267</c:v>
                </c:pt>
                <c:pt idx="2901">
                  <c:v>7.27680576417267</c:v>
                </c:pt>
                <c:pt idx="2902">
                  <c:v>7.27680576417267</c:v>
                </c:pt>
                <c:pt idx="2903">
                  <c:v>7.27680576417267</c:v>
                </c:pt>
                <c:pt idx="2904">
                  <c:v>7.27680576417267</c:v>
                </c:pt>
                <c:pt idx="2905">
                  <c:v>7.27680576417267</c:v>
                </c:pt>
                <c:pt idx="2906">
                  <c:v>7.27680576417267</c:v>
                </c:pt>
                <c:pt idx="2907">
                  <c:v>7.27680576417267</c:v>
                </c:pt>
                <c:pt idx="2908">
                  <c:v>7.27680576417267</c:v>
                </c:pt>
                <c:pt idx="2909">
                  <c:v>7.27680576417267</c:v>
                </c:pt>
                <c:pt idx="2910">
                  <c:v>7.27680576417267</c:v>
                </c:pt>
                <c:pt idx="2911">
                  <c:v>7.27680576417267</c:v>
                </c:pt>
                <c:pt idx="2912">
                  <c:v>7.27680576417267</c:v>
                </c:pt>
                <c:pt idx="2913">
                  <c:v>7.27680576417267</c:v>
                </c:pt>
                <c:pt idx="2914">
                  <c:v>7.27680576417267</c:v>
                </c:pt>
                <c:pt idx="2915">
                  <c:v>7.27680576417267</c:v>
                </c:pt>
                <c:pt idx="2916">
                  <c:v>7.27680576417267</c:v>
                </c:pt>
                <c:pt idx="2917">
                  <c:v>7.27680576417267</c:v>
                </c:pt>
                <c:pt idx="2918">
                  <c:v>7.27680576417267</c:v>
                </c:pt>
                <c:pt idx="2919">
                  <c:v>7.27680576417267</c:v>
                </c:pt>
                <c:pt idx="2920">
                  <c:v>7.27680576417267</c:v>
                </c:pt>
                <c:pt idx="2921">
                  <c:v>7.27680576417267</c:v>
                </c:pt>
                <c:pt idx="2922">
                  <c:v>7.27680576417267</c:v>
                </c:pt>
                <c:pt idx="2923">
                  <c:v>7.27680576417267</c:v>
                </c:pt>
                <c:pt idx="2924">
                  <c:v>7.27680576417267</c:v>
                </c:pt>
                <c:pt idx="2925">
                  <c:v>7.27680576417267</c:v>
                </c:pt>
                <c:pt idx="2926">
                  <c:v>7.27680576417267</c:v>
                </c:pt>
                <c:pt idx="2927">
                  <c:v>7.27680576417267</c:v>
                </c:pt>
                <c:pt idx="2928">
                  <c:v>7.27680576417267</c:v>
                </c:pt>
                <c:pt idx="2929">
                  <c:v>7.27680576417267</c:v>
                </c:pt>
                <c:pt idx="2930">
                  <c:v>7.27680576417267</c:v>
                </c:pt>
                <c:pt idx="2931">
                  <c:v>7.27680576417267</c:v>
                </c:pt>
                <c:pt idx="2932">
                  <c:v>7.27680576417267</c:v>
                </c:pt>
                <c:pt idx="2933">
                  <c:v>7.27680576417267</c:v>
                </c:pt>
                <c:pt idx="2934">
                  <c:v>7.27680576417267</c:v>
                </c:pt>
                <c:pt idx="2935">
                  <c:v>7.27680576417267</c:v>
                </c:pt>
                <c:pt idx="2936">
                  <c:v>7.27680576417267</c:v>
                </c:pt>
                <c:pt idx="2937">
                  <c:v>7.27680576417267</c:v>
                </c:pt>
                <c:pt idx="2938">
                  <c:v>7.27680576417267</c:v>
                </c:pt>
                <c:pt idx="2939">
                  <c:v>7.27680576417267</c:v>
                </c:pt>
                <c:pt idx="2940">
                  <c:v>7.27680576417267</c:v>
                </c:pt>
                <c:pt idx="2941">
                  <c:v>7.27680576417267</c:v>
                </c:pt>
                <c:pt idx="2942">
                  <c:v>7.27680576417267</c:v>
                </c:pt>
                <c:pt idx="2943">
                  <c:v>7.27680576417267</c:v>
                </c:pt>
                <c:pt idx="2944">
                  <c:v>7.27680576417267</c:v>
                </c:pt>
                <c:pt idx="2945">
                  <c:v>7.27680576417267</c:v>
                </c:pt>
                <c:pt idx="2946">
                  <c:v>7.27680576417267</c:v>
                </c:pt>
                <c:pt idx="2947">
                  <c:v>7.27680576417267</c:v>
                </c:pt>
                <c:pt idx="2948">
                  <c:v>7.27680576417267</c:v>
                </c:pt>
                <c:pt idx="2949">
                  <c:v>7.27680576417267</c:v>
                </c:pt>
                <c:pt idx="2950">
                  <c:v>7.27680576417267</c:v>
                </c:pt>
                <c:pt idx="2951">
                  <c:v>7.27680576417267</c:v>
                </c:pt>
                <c:pt idx="2952">
                  <c:v>7.27680576417267</c:v>
                </c:pt>
                <c:pt idx="2953">
                  <c:v>7.27680576417267</c:v>
                </c:pt>
                <c:pt idx="2954">
                  <c:v>7.27680576417267</c:v>
                </c:pt>
                <c:pt idx="2955">
                  <c:v>7.27680576417267</c:v>
                </c:pt>
                <c:pt idx="2956">
                  <c:v>7.27680576417267</c:v>
                </c:pt>
                <c:pt idx="2957">
                  <c:v>7.27680576417267</c:v>
                </c:pt>
                <c:pt idx="2958">
                  <c:v>7.27680576417267</c:v>
                </c:pt>
                <c:pt idx="2959">
                  <c:v>7.27680576417267</c:v>
                </c:pt>
                <c:pt idx="2960">
                  <c:v>7.27680576417267</c:v>
                </c:pt>
                <c:pt idx="2961">
                  <c:v>7.27680576417267</c:v>
                </c:pt>
                <c:pt idx="2962">
                  <c:v>7.27680576417267</c:v>
                </c:pt>
                <c:pt idx="2963">
                  <c:v>7.27680576417267</c:v>
                </c:pt>
                <c:pt idx="2964">
                  <c:v>7.27680576417267</c:v>
                </c:pt>
                <c:pt idx="2965">
                  <c:v>7.27680576417267</c:v>
                </c:pt>
                <c:pt idx="2966">
                  <c:v>7.27680576417267</c:v>
                </c:pt>
                <c:pt idx="2967">
                  <c:v>7.27680576417267</c:v>
                </c:pt>
                <c:pt idx="2968">
                  <c:v>7.27680576417267</c:v>
                </c:pt>
                <c:pt idx="2969">
                  <c:v>7.27680576417267</c:v>
                </c:pt>
                <c:pt idx="2970">
                  <c:v>7.27680576417267</c:v>
                </c:pt>
                <c:pt idx="2971">
                  <c:v>7.27680576417267</c:v>
                </c:pt>
                <c:pt idx="2972">
                  <c:v>7.27680576417267</c:v>
                </c:pt>
                <c:pt idx="2973">
                  <c:v>7.27680576417267</c:v>
                </c:pt>
                <c:pt idx="2974">
                  <c:v>7.27680576417267</c:v>
                </c:pt>
                <c:pt idx="2975">
                  <c:v>7.27680576417267</c:v>
                </c:pt>
                <c:pt idx="2976">
                  <c:v>7.27680576417267</c:v>
                </c:pt>
                <c:pt idx="2977">
                  <c:v>7.27680576417267</c:v>
                </c:pt>
                <c:pt idx="2978">
                  <c:v>7.27680576417267</c:v>
                </c:pt>
                <c:pt idx="2979">
                  <c:v>7.27680576417267</c:v>
                </c:pt>
                <c:pt idx="2980">
                  <c:v>7.27680576417267</c:v>
                </c:pt>
                <c:pt idx="2981">
                  <c:v>7.27680576417267</c:v>
                </c:pt>
                <c:pt idx="2982">
                  <c:v>7.27680576417267</c:v>
                </c:pt>
                <c:pt idx="2983">
                  <c:v>7.27680576417267</c:v>
                </c:pt>
                <c:pt idx="2984">
                  <c:v>7.27680576417267</c:v>
                </c:pt>
                <c:pt idx="2985">
                  <c:v>7.27680576417267</c:v>
                </c:pt>
                <c:pt idx="2986">
                  <c:v>7.27680576417267</c:v>
                </c:pt>
                <c:pt idx="2987">
                  <c:v>7.27680576417267</c:v>
                </c:pt>
                <c:pt idx="2988">
                  <c:v>7.27680576417267</c:v>
                </c:pt>
                <c:pt idx="2989">
                  <c:v>7.27680576417267</c:v>
                </c:pt>
                <c:pt idx="2990">
                  <c:v>7.27680576417267</c:v>
                </c:pt>
                <c:pt idx="2991">
                  <c:v>7.27680576417267</c:v>
                </c:pt>
                <c:pt idx="2992">
                  <c:v>7.27680576417267</c:v>
                </c:pt>
                <c:pt idx="2993">
                  <c:v>7.27680576417267</c:v>
                </c:pt>
                <c:pt idx="2994">
                  <c:v>7.27680576417267</c:v>
                </c:pt>
                <c:pt idx="2995">
                  <c:v>7.27680576417267</c:v>
                </c:pt>
                <c:pt idx="2996">
                  <c:v>7.27680576417267</c:v>
                </c:pt>
                <c:pt idx="2997">
                  <c:v>7.27680576417267</c:v>
                </c:pt>
                <c:pt idx="2998">
                  <c:v>7.27680576417267</c:v>
                </c:pt>
                <c:pt idx="2999">
                  <c:v>7.27680576417267</c:v>
                </c:pt>
                <c:pt idx="3000">
                  <c:v>7.27680576417267</c:v>
                </c:pt>
                <c:pt idx="3001">
                  <c:v>7.27680576417267</c:v>
                </c:pt>
                <c:pt idx="3002">
                  <c:v>7.27680576417267</c:v>
                </c:pt>
                <c:pt idx="3003">
                  <c:v>7.27680576417267</c:v>
                </c:pt>
                <c:pt idx="3004">
                  <c:v>7.27680576417267</c:v>
                </c:pt>
                <c:pt idx="3005">
                  <c:v>7.27680576417267</c:v>
                </c:pt>
                <c:pt idx="3006">
                  <c:v>7.27680576417267</c:v>
                </c:pt>
                <c:pt idx="3007">
                  <c:v>7.27680576417267</c:v>
                </c:pt>
                <c:pt idx="3008">
                  <c:v>7.27680576417267</c:v>
                </c:pt>
                <c:pt idx="3009">
                  <c:v>7.27680576417267</c:v>
                </c:pt>
                <c:pt idx="3010">
                  <c:v>7.27680576417267</c:v>
                </c:pt>
                <c:pt idx="3011">
                  <c:v>7.27680576417267</c:v>
                </c:pt>
                <c:pt idx="3012">
                  <c:v>7.27680576417267</c:v>
                </c:pt>
                <c:pt idx="3013">
                  <c:v>7.27680576417267</c:v>
                </c:pt>
                <c:pt idx="3014">
                  <c:v>7.27680576417267</c:v>
                </c:pt>
                <c:pt idx="3015">
                  <c:v>7.27680576417267</c:v>
                </c:pt>
                <c:pt idx="3016">
                  <c:v>7.27680576417267</c:v>
                </c:pt>
                <c:pt idx="3017">
                  <c:v>7.27680576417267</c:v>
                </c:pt>
                <c:pt idx="3018">
                  <c:v>7.27680576417267</c:v>
                </c:pt>
                <c:pt idx="3019">
                  <c:v>7.27680576417267</c:v>
                </c:pt>
                <c:pt idx="3020">
                  <c:v>7.27680576417267</c:v>
                </c:pt>
                <c:pt idx="3021">
                  <c:v>7.27680576417267</c:v>
                </c:pt>
                <c:pt idx="3022">
                  <c:v>7.27680576417267</c:v>
                </c:pt>
                <c:pt idx="3023">
                  <c:v>7.27680576417267</c:v>
                </c:pt>
                <c:pt idx="3024">
                  <c:v>7.27680576417267</c:v>
                </c:pt>
                <c:pt idx="3025">
                  <c:v>7.27680576417267</c:v>
                </c:pt>
                <c:pt idx="3026">
                  <c:v>7.27680576417267</c:v>
                </c:pt>
                <c:pt idx="3027">
                  <c:v>7.27680576417267</c:v>
                </c:pt>
                <c:pt idx="3028">
                  <c:v>7.27680576417267</c:v>
                </c:pt>
                <c:pt idx="3029">
                  <c:v>7.27680576417267</c:v>
                </c:pt>
                <c:pt idx="3030">
                  <c:v>7.27680576417267</c:v>
                </c:pt>
                <c:pt idx="3031">
                  <c:v>7.27680576417267</c:v>
                </c:pt>
                <c:pt idx="3032">
                  <c:v>7.27680576417267</c:v>
                </c:pt>
                <c:pt idx="3033">
                  <c:v>7.27680576417267</c:v>
                </c:pt>
                <c:pt idx="3034">
                  <c:v>7.27680576417267</c:v>
                </c:pt>
                <c:pt idx="3035">
                  <c:v>7.27680576417267</c:v>
                </c:pt>
                <c:pt idx="3036">
                  <c:v>7.27680576417267</c:v>
                </c:pt>
                <c:pt idx="3037">
                  <c:v>7.27680576417267</c:v>
                </c:pt>
                <c:pt idx="3038">
                  <c:v>7.27680576417267</c:v>
                </c:pt>
                <c:pt idx="3039">
                  <c:v>7.27680576417267</c:v>
                </c:pt>
                <c:pt idx="3040">
                  <c:v>7.27680576417267</c:v>
                </c:pt>
                <c:pt idx="3041">
                  <c:v>7.27680576417267</c:v>
                </c:pt>
                <c:pt idx="3042">
                  <c:v>7.27680576417267</c:v>
                </c:pt>
                <c:pt idx="3043">
                  <c:v>7.27680576417267</c:v>
                </c:pt>
                <c:pt idx="3044">
                  <c:v>7.27680576417267</c:v>
                </c:pt>
                <c:pt idx="3045">
                  <c:v>7.27680576417267</c:v>
                </c:pt>
                <c:pt idx="3046">
                  <c:v>7.27680576417267</c:v>
                </c:pt>
                <c:pt idx="3047">
                  <c:v>7.27680576417267</c:v>
                </c:pt>
                <c:pt idx="3048">
                  <c:v>7.27680576417267</c:v>
                </c:pt>
                <c:pt idx="3049">
                  <c:v>7.27680576417267</c:v>
                </c:pt>
                <c:pt idx="3050">
                  <c:v>7.27680576417267</c:v>
                </c:pt>
                <c:pt idx="3051">
                  <c:v>7.27680576417267</c:v>
                </c:pt>
                <c:pt idx="3052">
                  <c:v>7.27680576417267</c:v>
                </c:pt>
                <c:pt idx="3053">
                  <c:v>7.27680576417267</c:v>
                </c:pt>
                <c:pt idx="3054">
                  <c:v>7.27680576417267</c:v>
                </c:pt>
                <c:pt idx="3055">
                  <c:v>7.27680576417267</c:v>
                </c:pt>
                <c:pt idx="3056">
                  <c:v>7.27680576417267</c:v>
                </c:pt>
                <c:pt idx="3057">
                  <c:v>7.27680576417267</c:v>
                </c:pt>
                <c:pt idx="3058">
                  <c:v>7.27680576417267</c:v>
                </c:pt>
                <c:pt idx="3059">
                  <c:v>7.27680576417267</c:v>
                </c:pt>
                <c:pt idx="3060">
                  <c:v>7.27680576417267</c:v>
                </c:pt>
                <c:pt idx="3061">
                  <c:v>7.27680576417267</c:v>
                </c:pt>
                <c:pt idx="3062">
                  <c:v>7.27680576417267</c:v>
                </c:pt>
                <c:pt idx="3063">
                  <c:v>7.27680576417267</c:v>
                </c:pt>
                <c:pt idx="3064">
                  <c:v>7.27680576417267</c:v>
                </c:pt>
                <c:pt idx="3065">
                  <c:v>7.27680576417267</c:v>
                </c:pt>
                <c:pt idx="3066">
                  <c:v>7.27680576417267</c:v>
                </c:pt>
                <c:pt idx="3067">
                  <c:v>7.27680576417267</c:v>
                </c:pt>
                <c:pt idx="3068">
                  <c:v>7.27680576417267</c:v>
                </c:pt>
                <c:pt idx="3069">
                  <c:v>7.27680576417267</c:v>
                </c:pt>
                <c:pt idx="3070">
                  <c:v>7.27680576417267</c:v>
                </c:pt>
                <c:pt idx="3071">
                  <c:v>7.27680576417267</c:v>
                </c:pt>
                <c:pt idx="3072">
                  <c:v>7.27680576417267</c:v>
                </c:pt>
                <c:pt idx="3073">
                  <c:v>7.27680576417267</c:v>
                </c:pt>
                <c:pt idx="3074">
                  <c:v>7.27680576417267</c:v>
                </c:pt>
                <c:pt idx="3075">
                  <c:v>7.27680576417267</c:v>
                </c:pt>
                <c:pt idx="3076">
                  <c:v>7.27680576417267</c:v>
                </c:pt>
                <c:pt idx="3077">
                  <c:v>7.27680576417267</c:v>
                </c:pt>
                <c:pt idx="3078">
                  <c:v>7.27680576417267</c:v>
                </c:pt>
                <c:pt idx="3079">
                  <c:v>7.27680576417267</c:v>
                </c:pt>
                <c:pt idx="3080">
                  <c:v>7.27680576417267</c:v>
                </c:pt>
                <c:pt idx="3081">
                  <c:v>7.27680576417267</c:v>
                </c:pt>
                <c:pt idx="3082">
                  <c:v>7.27680576417267</c:v>
                </c:pt>
                <c:pt idx="3083">
                  <c:v>7.27680576417267</c:v>
                </c:pt>
                <c:pt idx="3084">
                  <c:v>7.27680576417267</c:v>
                </c:pt>
                <c:pt idx="3085">
                  <c:v>7.27680576417267</c:v>
                </c:pt>
                <c:pt idx="3086">
                  <c:v>7.27680576417267</c:v>
                </c:pt>
                <c:pt idx="3087">
                  <c:v>7.27680576417267</c:v>
                </c:pt>
                <c:pt idx="3088">
                  <c:v>7.27680576417267</c:v>
                </c:pt>
                <c:pt idx="3089">
                  <c:v>7.27680576417267</c:v>
                </c:pt>
                <c:pt idx="3090">
                  <c:v>7.27680576417267</c:v>
                </c:pt>
                <c:pt idx="3091">
                  <c:v>7.27680576417267</c:v>
                </c:pt>
                <c:pt idx="3092">
                  <c:v>7.27680576417267</c:v>
                </c:pt>
                <c:pt idx="3093">
                  <c:v>7.27680576417267</c:v>
                </c:pt>
                <c:pt idx="3094">
                  <c:v>7.27680576417267</c:v>
                </c:pt>
                <c:pt idx="3095">
                  <c:v>7.27680576417267</c:v>
                </c:pt>
                <c:pt idx="3096">
                  <c:v>7.27680576417267</c:v>
                </c:pt>
                <c:pt idx="3097">
                  <c:v>7.27680576417267</c:v>
                </c:pt>
                <c:pt idx="3098">
                  <c:v>7.27680576417267</c:v>
                </c:pt>
                <c:pt idx="3099">
                  <c:v>7.27680576417267</c:v>
                </c:pt>
                <c:pt idx="3100">
                  <c:v>7.27680576417267</c:v>
                </c:pt>
                <c:pt idx="3101">
                  <c:v>7.27680576417267</c:v>
                </c:pt>
                <c:pt idx="3102">
                  <c:v>7.27680576417267</c:v>
                </c:pt>
                <c:pt idx="3103">
                  <c:v>7.27680576417267</c:v>
                </c:pt>
                <c:pt idx="3104">
                  <c:v>7.27680576417267</c:v>
                </c:pt>
                <c:pt idx="3105">
                  <c:v>7.27680576417267</c:v>
                </c:pt>
                <c:pt idx="3106">
                  <c:v>7.27680576417267</c:v>
                </c:pt>
                <c:pt idx="3107">
                  <c:v>7.27680576417267</c:v>
                </c:pt>
                <c:pt idx="3108">
                  <c:v>7.27680576417267</c:v>
                </c:pt>
                <c:pt idx="3109">
                  <c:v>7.27680576417267</c:v>
                </c:pt>
                <c:pt idx="3110">
                  <c:v>7.27680576417267</c:v>
                </c:pt>
                <c:pt idx="3111">
                  <c:v>7.27680576417267</c:v>
                </c:pt>
                <c:pt idx="3112">
                  <c:v>7.27680576417267</c:v>
                </c:pt>
                <c:pt idx="3113">
                  <c:v>7.27680576417267</c:v>
                </c:pt>
                <c:pt idx="3114">
                  <c:v>7.27680576417267</c:v>
                </c:pt>
                <c:pt idx="3115">
                  <c:v>7.27680576417267</c:v>
                </c:pt>
                <c:pt idx="3116">
                  <c:v>7.27680576417267</c:v>
                </c:pt>
                <c:pt idx="3117">
                  <c:v>7.27680576417267</c:v>
                </c:pt>
                <c:pt idx="3118">
                  <c:v>7.27680576417267</c:v>
                </c:pt>
                <c:pt idx="3119">
                  <c:v>7.27680576417267</c:v>
                </c:pt>
                <c:pt idx="3120">
                  <c:v>7.27680576417267</c:v>
                </c:pt>
                <c:pt idx="3121">
                  <c:v>7.27680576417267</c:v>
                </c:pt>
                <c:pt idx="3122">
                  <c:v>7.27680576417267</c:v>
                </c:pt>
                <c:pt idx="3123">
                  <c:v>7.27680576417267</c:v>
                </c:pt>
                <c:pt idx="3124">
                  <c:v>7.27680576417267</c:v>
                </c:pt>
                <c:pt idx="3125">
                  <c:v>7.27680576417267</c:v>
                </c:pt>
                <c:pt idx="3126">
                  <c:v>7.27680576417267</c:v>
                </c:pt>
                <c:pt idx="3127">
                  <c:v>7.27680576417267</c:v>
                </c:pt>
                <c:pt idx="3128">
                  <c:v>7.27680576417267</c:v>
                </c:pt>
                <c:pt idx="3129">
                  <c:v>7.27680576417267</c:v>
                </c:pt>
                <c:pt idx="3130">
                  <c:v>7.27680576417267</c:v>
                </c:pt>
                <c:pt idx="3131">
                  <c:v>7.27680576417267</c:v>
                </c:pt>
                <c:pt idx="3132">
                  <c:v>7.27680576417267</c:v>
                </c:pt>
                <c:pt idx="3133">
                  <c:v>7.27680576417267</c:v>
                </c:pt>
                <c:pt idx="3134">
                  <c:v>7.27680576417267</c:v>
                </c:pt>
                <c:pt idx="3135">
                  <c:v>7.27680576417267</c:v>
                </c:pt>
                <c:pt idx="3136">
                  <c:v>7.27680576417267</c:v>
                </c:pt>
                <c:pt idx="3137">
                  <c:v>7.27680576417267</c:v>
                </c:pt>
                <c:pt idx="3138">
                  <c:v>7.27680576417267</c:v>
                </c:pt>
                <c:pt idx="3139">
                  <c:v>7.27680576417267</c:v>
                </c:pt>
                <c:pt idx="3140">
                  <c:v>7.27680576417267</c:v>
                </c:pt>
                <c:pt idx="3141">
                  <c:v>7.27680576417267</c:v>
                </c:pt>
                <c:pt idx="3142">
                  <c:v>7.27680576417267</c:v>
                </c:pt>
                <c:pt idx="3143">
                  <c:v>7.27680576417267</c:v>
                </c:pt>
                <c:pt idx="3144">
                  <c:v>7.27680576417267</c:v>
                </c:pt>
                <c:pt idx="3145">
                  <c:v>7.27680576417267</c:v>
                </c:pt>
                <c:pt idx="3146">
                  <c:v>7.27680576417267</c:v>
                </c:pt>
                <c:pt idx="3147">
                  <c:v>7.27680576417267</c:v>
                </c:pt>
                <c:pt idx="3148">
                  <c:v>7.27680576417267</c:v>
                </c:pt>
                <c:pt idx="3149">
                  <c:v>7.27680576417267</c:v>
                </c:pt>
                <c:pt idx="3150">
                  <c:v>7.27680576417267</c:v>
                </c:pt>
                <c:pt idx="3151">
                  <c:v>7.27680576417267</c:v>
                </c:pt>
                <c:pt idx="3152">
                  <c:v>7.27680576417267</c:v>
                </c:pt>
                <c:pt idx="3153">
                  <c:v>7.27680576417267</c:v>
                </c:pt>
                <c:pt idx="3154">
                  <c:v>7.27680576417267</c:v>
                </c:pt>
                <c:pt idx="3155">
                  <c:v>7.27680576417267</c:v>
                </c:pt>
                <c:pt idx="3156">
                  <c:v>7.27680576417267</c:v>
                </c:pt>
                <c:pt idx="3157">
                  <c:v>7.27680576417267</c:v>
                </c:pt>
                <c:pt idx="3158">
                  <c:v>7.27680576417267</c:v>
                </c:pt>
                <c:pt idx="3159">
                  <c:v>7.27680576417267</c:v>
                </c:pt>
                <c:pt idx="3160">
                  <c:v>7.27680576417267</c:v>
                </c:pt>
                <c:pt idx="3161">
                  <c:v>7.27680576417267</c:v>
                </c:pt>
                <c:pt idx="3162">
                  <c:v>7.27680576417267</c:v>
                </c:pt>
                <c:pt idx="3163">
                  <c:v>7.27680576417267</c:v>
                </c:pt>
                <c:pt idx="3164">
                  <c:v>7.27680576417267</c:v>
                </c:pt>
                <c:pt idx="3165">
                  <c:v>7.27680576417267</c:v>
                </c:pt>
                <c:pt idx="3166">
                  <c:v>7.27680576417267</c:v>
                </c:pt>
                <c:pt idx="3167">
                  <c:v>7.27680576417267</c:v>
                </c:pt>
                <c:pt idx="3168">
                  <c:v>7.27680576417267</c:v>
                </c:pt>
                <c:pt idx="3169">
                  <c:v>7.27680576417267</c:v>
                </c:pt>
                <c:pt idx="3170">
                  <c:v>7.27680576417267</c:v>
                </c:pt>
                <c:pt idx="3171">
                  <c:v>7.27680576417267</c:v>
                </c:pt>
                <c:pt idx="3172">
                  <c:v>7.27680576417267</c:v>
                </c:pt>
                <c:pt idx="3173">
                  <c:v>7.27680576417267</c:v>
                </c:pt>
                <c:pt idx="3174">
                  <c:v>7.27680576417267</c:v>
                </c:pt>
                <c:pt idx="3175">
                  <c:v>7.27680576417267</c:v>
                </c:pt>
                <c:pt idx="3176">
                  <c:v>7.27680576417267</c:v>
                </c:pt>
                <c:pt idx="3177">
                  <c:v>7.27680576417267</c:v>
                </c:pt>
                <c:pt idx="3178">
                  <c:v>7.27680576417267</c:v>
                </c:pt>
                <c:pt idx="3179">
                  <c:v>7.27680576417267</c:v>
                </c:pt>
                <c:pt idx="3180">
                  <c:v>7.27680576417267</c:v>
                </c:pt>
                <c:pt idx="3181">
                  <c:v>7.27680576417267</c:v>
                </c:pt>
                <c:pt idx="3182">
                  <c:v>7.27680576417267</c:v>
                </c:pt>
                <c:pt idx="3183">
                  <c:v>7.27680576417267</c:v>
                </c:pt>
                <c:pt idx="3184">
                  <c:v>7.27680576417267</c:v>
                </c:pt>
                <c:pt idx="3185">
                  <c:v>7.27680576417267</c:v>
                </c:pt>
                <c:pt idx="3186">
                  <c:v>7.27680576417267</c:v>
                </c:pt>
                <c:pt idx="3187">
                  <c:v>7.27680576417267</c:v>
                </c:pt>
                <c:pt idx="3188">
                  <c:v>7.27680576417267</c:v>
                </c:pt>
                <c:pt idx="3189">
                  <c:v>7.27680576417267</c:v>
                </c:pt>
                <c:pt idx="3190">
                  <c:v>7.27680576417267</c:v>
                </c:pt>
                <c:pt idx="3191">
                  <c:v>7.27680576417267</c:v>
                </c:pt>
                <c:pt idx="3192">
                  <c:v>7.27680576417267</c:v>
                </c:pt>
                <c:pt idx="3193">
                  <c:v>7.27680576417267</c:v>
                </c:pt>
                <c:pt idx="3194">
                  <c:v>7.27680576417267</c:v>
                </c:pt>
                <c:pt idx="3195">
                  <c:v>7.27680576417267</c:v>
                </c:pt>
                <c:pt idx="3196">
                  <c:v>7.27680576417267</c:v>
                </c:pt>
                <c:pt idx="3197">
                  <c:v>7.27680576417267</c:v>
                </c:pt>
                <c:pt idx="3198">
                  <c:v>7.27680576417267</c:v>
                </c:pt>
                <c:pt idx="3199">
                  <c:v>7.27680576417267</c:v>
                </c:pt>
                <c:pt idx="3200">
                  <c:v>7.27680576417267</c:v>
                </c:pt>
                <c:pt idx="3201">
                  <c:v>7.27680576417267</c:v>
                </c:pt>
                <c:pt idx="3202">
                  <c:v>7.27680576417267</c:v>
                </c:pt>
                <c:pt idx="3203">
                  <c:v>7.27680576417267</c:v>
                </c:pt>
                <c:pt idx="3204">
                  <c:v>7.27680576417267</c:v>
                </c:pt>
                <c:pt idx="3205">
                  <c:v>7.27680576417267</c:v>
                </c:pt>
                <c:pt idx="3206">
                  <c:v>7.27680576417267</c:v>
                </c:pt>
                <c:pt idx="3207">
                  <c:v>7.27680576417267</c:v>
                </c:pt>
                <c:pt idx="3208">
                  <c:v>7.27680576417267</c:v>
                </c:pt>
                <c:pt idx="3209">
                  <c:v>7.27680576417267</c:v>
                </c:pt>
                <c:pt idx="3210">
                  <c:v>7.27680576417267</c:v>
                </c:pt>
                <c:pt idx="3211">
                  <c:v>7.27680576417267</c:v>
                </c:pt>
                <c:pt idx="3212">
                  <c:v>7.27680576417267</c:v>
                </c:pt>
                <c:pt idx="3213">
                  <c:v>7.27680576417267</c:v>
                </c:pt>
                <c:pt idx="3214">
                  <c:v>7.27680576417267</c:v>
                </c:pt>
                <c:pt idx="3215">
                  <c:v>7.27680576417267</c:v>
                </c:pt>
                <c:pt idx="3216">
                  <c:v>7.27680576417267</c:v>
                </c:pt>
                <c:pt idx="3217">
                  <c:v>7.27680576417267</c:v>
                </c:pt>
                <c:pt idx="3218">
                  <c:v>7.27680576417267</c:v>
                </c:pt>
                <c:pt idx="3219">
                  <c:v>7.27680576417267</c:v>
                </c:pt>
                <c:pt idx="3220">
                  <c:v>7.27680576417267</c:v>
                </c:pt>
                <c:pt idx="3221">
                  <c:v>7.27680576417267</c:v>
                </c:pt>
                <c:pt idx="3222">
                  <c:v>7.27680576417267</c:v>
                </c:pt>
                <c:pt idx="3223">
                  <c:v>7.27680576417267</c:v>
                </c:pt>
                <c:pt idx="3224">
                  <c:v>7.27680576417267</c:v>
                </c:pt>
                <c:pt idx="3225">
                  <c:v>7.27680576417267</c:v>
                </c:pt>
                <c:pt idx="3226">
                  <c:v>7.27680576417267</c:v>
                </c:pt>
                <c:pt idx="3227">
                  <c:v>7.27680576417267</c:v>
                </c:pt>
                <c:pt idx="3228">
                  <c:v>7.27680576417267</c:v>
                </c:pt>
                <c:pt idx="3229">
                  <c:v>7.27680576417267</c:v>
                </c:pt>
                <c:pt idx="3230">
                  <c:v>7.27680576417267</c:v>
                </c:pt>
                <c:pt idx="3231">
                  <c:v>7.27680576417267</c:v>
                </c:pt>
                <c:pt idx="3232">
                  <c:v>7.27680576417267</c:v>
                </c:pt>
                <c:pt idx="3233">
                  <c:v>7.27680576417267</c:v>
                </c:pt>
                <c:pt idx="3234">
                  <c:v>7.27680576417267</c:v>
                </c:pt>
                <c:pt idx="3235">
                  <c:v>7.27680576417267</c:v>
                </c:pt>
                <c:pt idx="3236">
                  <c:v>7.27680576417267</c:v>
                </c:pt>
                <c:pt idx="3237">
                  <c:v>7.27680576417267</c:v>
                </c:pt>
                <c:pt idx="3238">
                  <c:v>7.27680576417267</c:v>
                </c:pt>
                <c:pt idx="3239">
                  <c:v>7.27680576417267</c:v>
                </c:pt>
                <c:pt idx="3240">
                  <c:v>7.27680576417267</c:v>
                </c:pt>
                <c:pt idx="3241">
                  <c:v>7.27680576417267</c:v>
                </c:pt>
                <c:pt idx="3242">
                  <c:v>7.27680576417267</c:v>
                </c:pt>
                <c:pt idx="3243">
                  <c:v>7.27680576417267</c:v>
                </c:pt>
                <c:pt idx="3244">
                  <c:v>7.27680576417267</c:v>
                </c:pt>
                <c:pt idx="3245">
                  <c:v>7.27680576417267</c:v>
                </c:pt>
                <c:pt idx="3246">
                  <c:v>7.27680576417267</c:v>
                </c:pt>
                <c:pt idx="3247">
                  <c:v>7.27680576417267</c:v>
                </c:pt>
                <c:pt idx="3248">
                  <c:v>7.27680576417267</c:v>
                </c:pt>
                <c:pt idx="3249">
                  <c:v>7.27680576417267</c:v>
                </c:pt>
                <c:pt idx="3250">
                  <c:v>7.27680576417267</c:v>
                </c:pt>
                <c:pt idx="3251">
                  <c:v>7.27680576417267</c:v>
                </c:pt>
                <c:pt idx="3252">
                  <c:v>7.27680576417267</c:v>
                </c:pt>
                <c:pt idx="3253">
                  <c:v>7.27680576417267</c:v>
                </c:pt>
                <c:pt idx="3254">
                  <c:v>7.27680576417267</c:v>
                </c:pt>
                <c:pt idx="3255">
                  <c:v>7.27680576417267</c:v>
                </c:pt>
                <c:pt idx="3256">
                  <c:v>7.27680576417267</c:v>
                </c:pt>
                <c:pt idx="3257">
                  <c:v>7.27680576417267</c:v>
                </c:pt>
                <c:pt idx="3258">
                  <c:v>7.27680576417267</c:v>
                </c:pt>
                <c:pt idx="3259">
                  <c:v>7.27680576417267</c:v>
                </c:pt>
                <c:pt idx="3260">
                  <c:v>7.27680576417267</c:v>
                </c:pt>
                <c:pt idx="3261">
                  <c:v>7.27680576417267</c:v>
                </c:pt>
                <c:pt idx="3262">
                  <c:v>7.27680576417267</c:v>
                </c:pt>
                <c:pt idx="3263">
                  <c:v>7.27680576417267</c:v>
                </c:pt>
                <c:pt idx="3264">
                  <c:v>7.27680576417267</c:v>
                </c:pt>
                <c:pt idx="3265">
                  <c:v>7.27680576417267</c:v>
                </c:pt>
                <c:pt idx="3266">
                  <c:v>7.27680576417267</c:v>
                </c:pt>
                <c:pt idx="3267">
                  <c:v>7.27680576417267</c:v>
                </c:pt>
                <c:pt idx="3268">
                  <c:v>7.27680576417267</c:v>
                </c:pt>
                <c:pt idx="3269">
                  <c:v>7.27680576417267</c:v>
                </c:pt>
                <c:pt idx="3270">
                  <c:v>7.27680576417267</c:v>
                </c:pt>
                <c:pt idx="3271">
                  <c:v>7.27680576417267</c:v>
                </c:pt>
                <c:pt idx="3272">
                  <c:v>7.27680576417267</c:v>
                </c:pt>
                <c:pt idx="3273">
                  <c:v>7.27680576417267</c:v>
                </c:pt>
                <c:pt idx="3274">
                  <c:v>7.27680576417267</c:v>
                </c:pt>
                <c:pt idx="3275">
                  <c:v>7.27680576417267</c:v>
                </c:pt>
                <c:pt idx="3276">
                  <c:v>7.27680576417267</c:v>
                </c:pt>
                <c:pt idx="3277">
                  <c:v>7.27680576417267</c:v>
                </c:pt>
                <c:pt idx="3278">
                  <c:v>7.27680576417267</c:v>
                </c:pt>
                <c:pt idx="3279">
                  <c:v>7.27680576417267</c:v>
                </c:pt>
                <c:pt idx="3280">
                  <c:v>7.27680576417267</c:v>
                </c:pt>
                <c:pt idx="3281">
                  <c:v>7.27680576417267</c:v>
                </c:pt>
                <c:pt idx="3282">
                  <c:v>7.27680576417267</c:v>
                </c:pt>
                <c:pt idx="3283">
                  <c:v>7.27680576417267</c:v>
                </c:pt>
                <c:pt idx="3284">
                  <c:v>7.27680576417267</c:v>
                </c:pt>
                <c:pt idx="3285">
                  <c:v>7.27680576417267</c:v>
                </c:pt>
                <c:pt idx="3286">
                  <c:v>7.27680576417267</c:v>
                </c:pt>
                <c:pt idx="3287">
                  <c:v>7.27680576417267</c:v>
                </c:pt>
                <c:pt idx="3288">
                  <c:v>7.27680576417267</c:v>
                </c:pt>
                <c:pt idx="3289">
                  <c:v>7.27680576417267</c:v>
                </c:pt>
                <c:pt idx="3290">
                  <c:v>7.27680576417267</c:v>
                </c:pt>
                <c:pt idx="3291">
                  <c:v>7.27680576417267</c:v>
                </c:pt>
                <c:pt idx="3292">
                  <c:v>7.27680576417267</c:v>
                </c:pt>
                <c:pt idx="3293">
                  <c:v>7.27680576417267</c:v>
                </c:pt>
                <c:pt idx="3294">
                  <c:v>7.27680576417267</c:v>
                </c:pt>
                <c:pt idx="3295">
                  <c:v>7.27680576417267</c:v>
                </c:pt>
                <c:pt idx="3296">
                  <c:v>7.27680576417267</c:v>
                </c:pt>
                <c:pt idx="3297">
                  <c:v>7.27680576417267</c:v>
                </c:pt>
                <c:pt idx="3298">
                  <c:v>7.27680576417267</c:v>
                </c:pt>
                <c:pt idx="3299">
                  <c:v>7.27680576417267</c:v>
                </c:pt>
                <c:pt idx="3300">
                  <c:v>7.27680576417267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2B-4D58-8A73-9D53057E1B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0145295"/>
        <c:axId val="390144335"/>
      </c:lineChart>
      <c:dateAx>
        <c:axId val="390145295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4335"/>
        <c:crosses val="autoZero"/>
        <c:auto val="1"/>
        <c:lblOffset val="100"/>
        <c:baseTimeUnit val="days"/>
        <c:majorUnit val="3"/>
        <c:majorTimeUnit val="months"/>
      </c:dateAx>
      <c:valAx>
        <c:axId val="390144335"/>
        <c:scaling>
          <c:orientation val="minMax"/>
          <c:min val="4"/>
        </c:scaling>
        <c:delete val="0"/>
        <c:axPos val="l"/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370706382896177E-2"/>
          <c:y val="6.9785901649335083E-2"/>
          <c:w val="0.91353662407139613"/>
          <c:h val="0.73001248353387416"/>
        </c:manualLayout>
      </c:layout>
      <c:lineChart>
        <c:grouping val="standard"/>
        <c:varyColors val="0"/>
        <c:ser>
          <c:idx val="0"/>
          <c:order val="0"/>
          <c:tx>
            <c:strRef>
              <c:f>'Component treatment'!$AD$4</c:f>
              <c:strCache>
                <c:ptCount val="1"/>
                <c:pt idx="0">
                  <c:v>Positivo</c:v>
                </c:pt>
              </c:strCache>
            </c:strRef>
          </c:tx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'Component treatment'!$Z$5:$Z$50000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treatment'!$AD$5:$AD$50000</c:f>
              <c:numCache>
                <c:formatCode>0.0</c:formatCode>
                <c:ptCount val="49996"/>
                <c:pt idx="0">
                  <c:v>0.1688587666666667</c:v>
                </c:pt>
                <c:pt idx="1">
                  <c:v>0.1279576</c:v>
                </c:pt>
                <c:pt idx="2">
                  <c:v>0.1041177666666667</c:v>
                </c:pt>
                <c:pt idx="3">
                  <c:v>0.03099316666666667</c:v>
                </c:pt>
                <c:pt idx="4">
                  <c:v>-0.01489556666666667</c:v>
                </c:pt>
                <c:pt idx="64">
                  <c:v>0.013979</c:v>
                </c:pt>
                <c:pt idx="65">
                  <c:v>0.0251744</c:v>
                </c:pt>
                <c:pt idx="66">
                  <c:v>0.0417612</c:v>
                </c:pt>
                <c:pt idx="67">
                  <c:v>0.07555193333333333</c:v>
                </c:pt>
                <c:pt idx="68">
                  <c:v>0.1528968666666667</c:v>
                </c:pt>
                <c:pt idx="69">
                  <c:v>0.2099898666666667</c:v>
                </c:pt>
                <c:pt idx="70">
                  <c:v>0.3172574333333333</c:v>
                </c:pt>
                <c:pt idx="71">
                  <c:v>0.3544934333333333</c:v>
                </c:pt>
                <c:pt idx="72">
                  <c:v>0.3891953</c:v>
                </c:pt>
                <c:pt idx="73">
                  <c:v>0.4801813333333333</c:v>
                </c:pt>
                <c:pt idx="74">
                  <c:v>0.487193</c:v>
                </c:pt>
                <c:pt idx="75">
                  <c:v>0.4903427666666667</c:v>
                </c:pt>
                <c:pt idx="76">
                  <c:v>0.5086961666666667</c:v>
                </c:pt>
                <c:pt idx="77">
                  <c:v>0.5181422</c:v>
                </c:pt>
                <c:pt idx="78">
                  <c:v>0.5136507</c:v>
                </c:pt>
                <c:pt idx="79">
                  <c:v>0.6088883666666667</c:v>
                </c:pt>
                <c:pt idx="80">
                  <c:v>0.6323824666666666</c:v>
                </c:pt>
                <c:pt idx="81">
                  <c:v>0.6640083666666667</c:v>
                </c:pt>
                <c:pt idx="82">
                  <c:v>0.7389340666666666</c:v>
                </c:pt>
                <c:pt idx="83">
                  <c:v>0.7639218333333334</c:v>
                </c:pt>
                <c:pt idx="84">
                  <c:v>0.7738709</c:v>
                </c:pt>
                <c:pt idx="85">
                  <c:v>0.8234066</c:v>
                </c:pt>
                <c:pt idx="86">
                  <c:v>0.8224695666666666</c:v>
                </c:pt>
                <c:pt idx="87">
                  <c:v>0.8045122333333333</c:v>
                </c:pt>
                <c:pt idx="88">
                  <c:v>0.8389994000000001</c:v>
                </c:pt>
                <c:pt idx="89">
                  <c:v>0.9318854</c:v>
                </c:pt>
                <c:pt idx="90">
                  <c:v>1.011879</c:v>
                </c:pt>
                <c:pt idx="91">
                  <c:v>1.0228468</c:v>
                </c:pt>
                <c:pt idx="92">
                  <c:v>1.061494366666667</c:v>
                </c:pt>
                <c:pt idx="93">
                  <c:v>1.063679233333333</c:v>
                </c:pt>
                <c:pt idx="94">
                  <c:v>1.0698204</c:v>
                </c:pt>
                <c:pt idx="95">
                  <c:v>1.132663766666667</c:v>
                </c:pt>
                <c:pt idx="96">
                  <c:v>1.110245466666667</c:v>
                </c:pt>
                <c:pt idx="97">
                  <c:v>1.1090968</c:v>
                </c:pt>
                <c:pt idx="98">
                  <c:v>1.0344324</c:v>
                </c:pt>
                <c:pt idx="99">
                  <c:v>0.9959298000000001</c:v>
                </c:pt>
                <c:pt idx="100">
                  <c:v>0.8888617666666667</c:v>
                </c:pt>
                <c:pt idx="101">
                  <c:v>0.8955808333333334</c:v>
                </c:pt>
                <c:pt idx="102">
                  <c:v>0.9078007666666668</c:v>
                </c:pt>
                <c:pt idx="103">
                  <c:v>0.8349666</c:v>
                </c:pt>
                <c:pt idx="104">
                  <c:v>0.8581669333333334</c:v>
                </c:pt>
                <c:pt idx="105">
                  <c:v>0.8227245</c:v>
                </c:pt>
                <c:pt idx="106">
                  <c:v>0.7694445666666666</c:v>
                </c:pt>
                <c:pt idx="107">
                  <c:v>0.7444706</c:v>
                </c:pt>
                <c:pt idx="108">
                  <c:v>0.7423335</c:v>
                </c:pt>
                <c:pt idx="109">
                  <c:v>0.6601658</c:v>
                </c:pt>
                <c:pt idx="110">
                  <c:v>0.5661594666666667</c:v>
                </c:pt>
                <c:pt idx="111">
                  <c:v>0.5165915</c:v>
                </c:pt>
                <c:pt idx="112">
                  <c:v>0.476483</c:v>
                </c:pt>
                <c:pt idx="113">
                  <c:v>0.3592278333333333</c:v>
                </c:pt>
                <c:pt idx="114">
                  <c:v>0.3393329</c:v>
                </c:pt>
                <c:pt idx="115">
                  <c:v>0.2944545333333333</c:v>
                </c:pt>
                <c:pt idx="116">
                  <c:v>0.2631991</c:v>
                </c:pt>
                <c:pt idx="117">
                  <c:v>0.3115781333333333</c:v>
                </c:pt>
                <c:pt idx="118">
                  <c:v>0.2842302</c:v>
                </c:pt>
                <c:pt idx="119">
                  <c:v>0.1736607666666667</c:v>
                </c:pt>
                <c:pt idx="120">
                  <c:v>0.033204</c:v>
                </c:pt>
                <c:pt idx="121">
                  <c:v>-0.06621593333333334</c:v>
                </c:pt>
                <c:pt idx="236">
                  <c:v>0.01897376666666667</c:v>
                </c:pt>
                <c:pt idx="237">
                  <c:v>0.064198</c:v>
                </c:pt>
                <c:pt idx="238">
                  <c:v>0.1749353666666667</c:v>
                </c:pt>
                <c:pt idx="239">
                  <c:v>0.1725771666666667</c:v>
                </c:pt>
                <c:pt idx="240">
                  <c:v>0.1900005</c:v>
                </c:pt>
                <c:pt idx="241">
                  <c:v>0.2788154</c:v>
                </c:pt>
                <c:pt idx="242">
                  <c:v>0.2455843666666667</c:v>
                </c:pt>
                <c:pt idx="243">
                  <c:v>0.2089385666666667</c:v>
                </c:pt>
                <c:pt idx="244">
                  <c:v>0.2078571666666666</c:v>
                </c:pt>
                <c:pt idx="245">
                  <c:v>0.2207552666666667</c:v>
                </c:pt>
                <c:pt idx="246">
                  <c:v>0.2162047</c:v>
                </c:pt>
                <c:pt idx="247">
                  <c:v>0.1761287</c:v>
                </c:pt>
                <c:pt idx="248">
                  <c:v>0.1318893333333333</c:v>
                </c:pt>
                <c:pt idx="249">
                  <c:v>0.1220057333333333</c:v>
                </c:pt>
                <c:pt idx="250">
                  <c:v>0.1246335333333333</c:v>
                </c:pt>
                <c:pt idx="251">
                  <c:v>0.1595230333333333</c:v>
                </c:pt>
                <c:pt idx="252">
                  <c:v>0.1729339666666667</c:v>
                </c:pt>
                <c:pt idx="253">
                  <c:v>0.1756236</c:v>
                </c:pt>
                <c:pt idx="254">
                  <c:v>0.1916845</c:v>
                </c:pt>
                <c:pt idx="255">
                  <c:v>0.1989318333333333</c:v>
                </c:pt>
                <c:pt idx="256">
                  <c:v>0.1618060666666667</c:v>
                </c:pt>
                <c:pt idx="257">
                  <c:v>0.1919544666666667</c:v>
                </c:pt>
                <c:pt idx="258">
                  <c:v>0.2710631</c:v>
                </c:pt>
                <c:pt idx="259">
                  <c:v>0.2836295333333334</c:v>
                </c:pt>
                <c:pt idx="260">
                  <c:v>0.2756192666666666</c:v>
                </c:pt>
                <c:pt idx="261">
                  <c:v>0.2565241</c:v>
                </c:pt>
                <c:pt idx="262">
                  <c:v>0.2217134</c:v>
                </c:pt>
                <c:pt idx="263">
                  <c:v>0.2616683</c:v>
                </c:pt>
                <c:pt idx="264">
                  <c:v>0.3141286666666667</c:v>
                </c:pt>
                <c:pt idx="265">
                  <c:v>0.3210186333333334</c:v>
                </c:pt>
                <c:pt idx="266">
                  <c:v>0.3294342333333333</c:v>
                </c:pt>
                <c:pt idx="267">
                  <c:v>0.3009700333333333</c:v>
                </c:pt>
                <c:pt idx="268">
                  <c:v>0.2337086</c:v>
                </c:pt>
                <c:pt idx="269">
                  <c:v>0.2423511</c:v>
                </c:pt>
                <c:pt idx="270">
                  <c:v>0.2480157</c:v>
                </c:pt>
                <c:pt idx="271">
                  <c:v>0.2712338</c:v>
                </c:pt>
                <c:pt idx="272">
                  <c:v>0.2864360333333333</c:v>
                </c:pt>
                <c:pt idx="273">
                  <c:v>0.2847492666666667</c:v>
                </c:pt>
                <c:pt idx="274">
                  <c:v>0.2777812</c:v>
                </c:pt>
                <c:pt idx="275">
                  <c:v>0.2803785333333333</c:v>
                </c:pt>
                <c:pt idx="276">
                  <c:v>0.2620661</c:v>
                </c:pt>
                <c:pt idx="277">
                  <c:v>0.2703360666666667</c:v>
                </c:pt>
                <c:pt idx="278">
                  <c:v>0.2888157333333333</c:v>
                </c:pt>
                <c:pt idx="279">
                  <c:v>0.2900390666666667</c:v>
                </c:pt>
                <c:pt idx="280">
                  <c:v>0.2958146666666667</c:v>
                </c:pt>
                <c:pt idx="281">
                  <c:v>0.2433040666666667</c:v>
                </c:pt>
                <c:pt idx="282">
                  <c:v>0.2474300666666667</c:v>
                </c:pt>
                <c:pt idx="283">
                  <c:v>0.2741989333333333</c:v>
                </c:pt>
                <c:pt idx="284">
                  <c:v>0.2261316</c:v>
                </c:pt>
                <c:pt idx="285">
                  <c:v>0.2207465333333333</c:v>
                </c:pt>
                <c:pt idx="286">
                  <c:v>0.2219163</c:v>
                </c:pt>
                <c:pt idx="287">
                  <c:v>0.1683932333333333</c:v>
                </c:pt>
                <c:pt idx="288">
                  <c:v>0.08806256666666666</c:v>
                </c:pt>
                <c:pt idx="289">
                  <c:v>0.02148853333333333</c:v>
                </c:pt>
                <c:pt idx="290">
                  <c:v>0.05611236666666667</c:v>
                </c:pt>
                <c:pt idx="291">
                  <c:v>0.0829157</c:v>
                </c:pt>
                <c:pt idx="292">
                  <c:v>0.05393166666666666</c:v>
                </c:pt>
                <c:pt idx="293">
                  <c:v>-0.003068466666666667</c:v>
                </c:pt>
                <c:pt idx="352">
                  <c:v>0.01049113333333333</c:v>
                </c:pt>
                <c:pt idx="353">
                  <c:v>-0.01275353333333333</c:v>
                </c:pt>
                <c:pt idx="363">
                  <c:v>0.06067506666666667</c:v>
                </c:pt>
                <c:pt idx="364">
                  <c:v>0.1467595333333333</c:v>
                </c:pt>
                <c:pt idx="365">
                  <c:v>0.1251136333333333</c:v>
                </c:pt>
                <c:pt idx="366">
                  <c:v>0.1269939</c:v>
                </c:pt>
                <c:pt idx="367">
                  <c:v>0.07955863333333334</c:v>
                </c:pt>
                <c:pt idx="368">
                  <c:v>0.093489</c:v>
                </c:pt>
                <c:pt idx="369">
                  <c:v>0.09579086666666667</c:v>
                </c:pt>
                <c:pt idx="370">
                  <c:v>0.1529454666666667</c:v>
                </c:pt>
                <c:pt idx="371">
                  <c:v>0.1493763333333333</c:v>
                </c:pt>
                <c:pt idx="372">
                  <c:v>0.1583156</c:v>
                </c:pt>
                <c:pt idx="373">
                  <c:v>0.2327469</c:v>
                </c:pt>
                <c:pt idx="374">
                  <c:v>0.2479020666666667</c:v>
                </c:pt>
                <c:pt idx="375">
                  <c:v>0.2554510333333333</c:v>
                </c:pt>
                <c:pt idx="376">
                  <c:v>0.1641556333333333</c:v>
                </c:pt>
                <c:pt idx="377">
                  <c:v>0.2003918666666667</c:v>
                </c:pt>
                <c:pt idx="378">
                  <c:v>0.2040689</c:v>
                </c:pt>
                <c:pt idx="379">
                  <c:v>0.2067201333333333</c:v>
                </c:pt>
                <c:pt idx="380">
                  <c:v>0.2088651</c:v>
                </c:pt>
                <c:pt idx="381">
                  <c:v>0.2315668</c:v>
                </c:pt>
                <c:pt idx="382">
                  <c:v>0.2322804666666667</c:v>
                </c:pt>
                <c:pt idx="383">
                  <c:v>0.2505316333333333</c:v>
                </c:pt>
                <c:pt idx="384">
                  <c:v>0.3639946666666667</c:v>
                </c:pt>
                <c:pt idx="385">
                  <c:v>0.3939334666666667</c:v>
                </c:pt>
                <c:pt idx="386">
                  <c:v>0.3812019666666667</c:v>
                </c:pt>
                <c:pt idx="387">
                  <c:v>0.4028374666666667</c:v>
                </c:pt>
                <c:pt idx="388">
                  <c:v>0.3916655333333333</c:v>
                </c:pt>
                <c:pt idx="389">
                  <c:v>0.4941729</c:v>
                </c:pt>
                <c:pt idx="390">
                  <c:v>0.5115450666666667</c:v>
                </c:pt>
                <c:pt idx="391">
                  <c:v>0.5573251333333333</c:v>
                </c:pt>
                <c:pt idx="392">
                  <c:v>0.5185997999999999</c:v>
                </c:pt>
                <c:pt idx="393">
                  <c:v>0.2684990333333333</c:v>
                </c:pt>
                <c:pt idx="394">
                  <c:v>0.1301014333333333</c:v>
                </c:pt>
                <c:pt idx="395">
                  <c:v>0.1072438666666667</c:v>
                </c:pt>
                <c:pt idx="396">
                  <c:v>0.1240544333333333</c:v>
                </c:pt>
                <c:pt idx="397">
                  <c:v>0.14425</c:v>
                </c:pt>
                <c:pt idx="398">
                  <c:v>0.1096733666666667</c:v>
                </c:pt>
                <c:pt idx="399">
                  <c:v>0.0607868</c:v>
                </c:pt>
                <c:pt idx="400">
                  <c:v>0.003161433333333334</c:v>
                </c:pt>
                <c:pt idx="401">
                  <c:v>0.03535663333333333</c:v>
                </c:pt>
                <c:pt idx="402">
                  <c:v>0.0901375</c:v>
                </c:pt>
                <c:pt idx="403">
                  <c:v>0.02614683333333333</c:v>
                </c:pt>
                <c:pt idx="404">
                  <c:v>0.02942706666666666</c:v>
                </c:pt>
                <c:pt idx="405">
                  <c:v>0.0491468</c:v>
                </c:pt>
                <c:pt idx="406">
                  <c:v>0.1031836</c:v>
                </c:pt>
                <c:pt idx="407">
                  <c:v>0.163055</c:v>
                </c:pt>
                <c:pt idx="408">
                  <c:v>0.1773465</c:v>
                </c:pt>
                <c:pt idx="409">
                  <c:v>0.1731773666666667</c:v>
                </c:pt>
                <c:pt idx="410">
                  <c:v>0.1754511666666667</c:v>
                </c:pt>
                <c:pt idx="411">
                  <c:v>0.1923226666666667</c:v>
                </c:pt>
                <c:pt idx="412">
                  <c:v>0.1831622</c:v>
                </c:pt>
                <c:pt idx="413">
                  <c:v>0.1222450666666667</c:v>
                </c:pt>
                <c:pt idx="414">
                  <c:v>0.05776843333333333</c:v>
                </c:pt>
                <c:pt idx="415">
                  <c:v>0.0271556</c:v>
                </c:pt>
                <c:pt idx="416">
                  <c:v>0.0065471</c:v>
                </c:pt>
                <c:pt idx="417">
                  <c:v>-0.0565737</c:v>
                </c:pt>
                <c:pt idx="429">
                  <c:v>0.0264727</c:v>
                </c:pt>
                <c:pt idx="430">
                  <c:v>0.09868023333333334</c:v>
                </c:pt>
                <c:pt idx="431">
                  <c:v>0.09063753333333334</c:v>
                </c:pt>
                <c:pt idx="432">
                  <c:v>0.07687973333333334</c:v>
                </c:pt>
                <c:pt idx="433">
                  <c:v>0.1013715</c:v>
                </c:pt>
                <c:pt idx="434">
                  <c:v>0.1198713333333333</c:v>
                </c:pt>
                <c:pt idx="435">
                  <c:v>0.1178028666666667</c:v>
                </c:pt>
                <c:pt idx="436">
                  <c:v>0.1080283</c:v>
                </c:pt>
                <c:pt idx="437">
                  <c:v>0.04688723333333333</c:v>
                </c:pt>
                <c:pt idx="438">
                  <c:v>0.1011838333333333</c:v>
                </c:pt>
                <c:pt idx="439">
                  <c:v>0.1551713333333334</c:v>
                </c:pt>
                <c:pt idx="440">
                  <c:v>0.1714314333333333</c:v>
                </c:pt>
                <c:pt idx="441">
                  <c:v>0.2066328333333333</c:v>
                </c:pt>
                <c:pt idx="442">
                  <c:v>0.2441820333333333</c:v>
                </c:pt>
                <c:pt idx="443">
                  <c:v>0.3305887</c:v>
                </c:pt>
                <c:pt idx="444">
                  <c:v>0.3408259333333333</c:v>
                </c:pt>
                <c:pt idx="445">
                  <c:v>0.3664064333333333</c:v>
                </c:pt>
                <c:pt idx="446">
                  <c:v>0.3785190666666666</c:v>
                </c:pt>
                <c:pt idx="447">
                  <c:v>0.4413896333333334</c:v>
                </c:pt>
                <c:pt idx="448">
                  <c:v>0.5090019</c:v>
                </c:pt>
                <c:pt idx="449">
                  <c:v>0.5175413</c:v>
                </c:pt>
                <c:pt idx="450">
                  <c:v>0.553128</c:v>
                </c:pt>
                <c:pt idx="451">
                  <c:v>0.6071850666666666</c:v>
                </c:pt>
                <c:pt idx="452">
                  <c:v>0.670359</c:v>
                </c:pt>
                <c:pt idx="453">
                  <c:v>0.7242214</c:v>
                </c:pt>
                <c:pt idx="454">
                  <c:v>0.6739043333333333</c:v>
                </c:pt>
                <c:pt idx="455">
                  <c:v>0.7004749666666666</c:v>
                </c:pt>
                <c:pt idx="456">
                  <c:v>0.6523725</c:v>
                </c:pt>
                <c:pt idx="457">
                  <c:v>0.6163266</c:v>
                </c:pt>
                <c:pt idx="458">
                  <c:v>0.5841291333333333</c:v>
                </c:pt>
                <c:pt idx="459">
                  <c:v>0.5764355666666666</c:v>
                </c:pt>
                <c:pt idx="460">
                  <c:v>0.5132759333333333</c:v>
                </c:pt>
                <c:pt idx="461">
                  <c:v>0.5171173666666666</c:v>
                </c:pt>
                <c:pt idx="462">
                  <c:v>0.4605739</c:v>
                </c:pt>
                <c:pt idx="463">
                  <c:v>0.4168411666666667</c:v>
                </c:pt>
                <c:pt idx="464">
                  <c:v>0.3899280333333333</c:v>
                </c:pt>
                <c:pt idx="465">
                  <c:v>0.4237173</c:v>
                </c:pt>
                <c:pt idx="466">
                  <c:v>0.3965304</c:v>
                </c:pt>
                <c:pt idx="467">
                  <c:v>0.4166827333333333</c:v>
                </c:pt>
                <c:pt idx="468">
                  <c:v>0.3087695</c:v>
                </c:pt>
                <c:pt idx="469">
                  <c:v>0.2635519666666667</c:v>
                </c:pt>
                <c:pt idx="470">
                  <c:v>0.2783522333333333</c:v>
                </c:pt>
                <c:pt idx="471">
                  <c:v>0.2082136333333333</c:v>
                </c:pt>
                <c:pt idx="472">
                  <c:v>0.1835096666666667</c:v>
                </c:pt>
                <c:pt idx="473">
                  <c:v>0.1733621333333333</c:v>
                </c:pt>
                <c:pt idx="474">
                  <c:v>0.2022561333333333</c:v>
                </c:pt>
                <c:pt idx="475">
                  <c:v>0.1923840666666667</c:v>
                </c:pt>
                <c:pt idx="476">
                  <c:v>0.2170854666666667</c:v>
                </c:pt>
                <c:pt idx="477">
                  <c:v>0.2414976</c:v>
                </c:pt>
                <c:pt idx="478">
                  <c:v>0.2384382333333333</c:v>
                </c:pt>
                <c:pt idx="479">
                  <c:v>0.2552214</c:v>
                </c:pt>
                <c:pt idx="480">
                  <c:v>0.2370546</c:v>
                </c:pt>
                <c:pt idx="481">
                  <c:v>0.1981099666666667</c:v>
                </c:pt>
                <c:pt idx="482">
                  <c:v>0.1265014</c:v>
                </c:pt>
                <c:pt idx="483">
                  <c:v>0.07640226666666666</c:v>
                </c:pt>
                <c:pt idx="484">
                  <c:v>0.0988416</c:v>
                </c:pt>
                <c:pt idx="485">
                  <c:v>0.07365903333333335</c:v>
                </c:pt>
                <c:pt idx="486">
                  <c:v>0.02194266666666667</c:v>
                </c:pt>
                <c:pt idx="487">
                  <c:v>-0.008567033333333333</c:v>
                </c:pt>
                <c:pt idx="518">
                  <c:v>0.02260403333333333</c:v>
                </c:pt>
                <c:pt idx="519">
                  <c:v>0.004545033333333334</c:v>
                </c:pt>
                <c:pt idx="520">
                  <c:v>-0.0127067</c:v>
                </c:pt>
                <c:pt idx="526">
                  <c:v>0.002066433333333333</c:v>
                </c:pt>
                <c:pt idx="527">
                  <c:v>0.0339317</c:v>
                </c:pt>
                <c:pt idx="528">
                  <c:v>0.0670393</c:v>
                </c:pt>
                <c:pt idx="529">
                  <c:v>0.05871693333333333</c:v>
                </c:pt>
                <c:pt idx="530">
                  <c:v>0.1110246</c:v>
                </c:pt>
                <c:pt idx="531">
                  <c:v>0.1443467333333333</c:v>
                </c:pt>
                <c:pt idx="532">
                  <c:v>0.1585210666666667</c:v>
                </c:pt>
                <c:pt idx="533">
                  <c:v>0.1729388333333333</c:v>
                </c:pt>
                <c:pt idx="534">
                  <c:v>0.1782309</c:v>
                </c:pt>
                <c:pt idx="535">
                  <c:v>0.1920167333333333</c:v>
                </c:pt>
                <c:pt idx="536">
                  <c:v>0.1755183333333333</c:v>
                </c:pt>
                <c:pt idx="537">
                  <c:v>0.1853494666666667</c:v>
                </c:pt>
                <c:pt idx="538">
                  <c:v>0.2035244</c:v>
                </c:pt>
                <c:pt idx="539">
                  <c:v>0.2211169333333333</c:v>
                </c:pt>
                <c:pt idx="540">
                  <c:v>0.2260957666666667</c:v>
                </c:pt>
                <c:pt idx="541">
                  <c:v>0.2365355666666667</c:v>
                </c:pt>
                <c:pt idx="542">
                  <c:v>0.2155923333333333</c:v>
                </c:pt>
                <c:pt idx="543">
                  <c:v>0.1715426666666666</c:v>
                </c:pt>
                <c:pt idx="544">
                  <c:v>0.1477836</c:v>
                </c:pt>
                <c:pt idx="545">
                  <c:v>0.1031968333333333</c:v>
                </c:pt>
                <c:pt idx="546">
                  <c:v>0.0780534</c:v>
                </c:pt>
                <c:pt idx="547">
                  <c:v>0.05880993333333333</c:v>
                </c:pt>
                <c:pt idx="548">
                  <c:v>-0.05592503333333333</c:v>
                </c:pt>
                <c:pt idx="552">
                  <c:v>0.03205646666666667</c:v>
                </c:pt>
                <c:pt idx="553">
                  <c:v>0.01801213333333334</c:v>
                </c:pt>
                <c:pt idx="554">
                  <c:v>-0.0004848666666666667</c:v>
                </c:pt>
                <c:pt idx="557">
                  <c:v>0.05654406666666666</c:v>
                </c:pt>
                <c:pt idx="558">
                  <c:v>0.06320366666666666</c:v>
                </c:pt>
                <c:pt idx="559">
                  <c:v>0.07740396666666666</c:v>
                </c:pt>
                <c:pt idx="560">
                  <c:v>0.05648413333333333</c:v>
                </c:pt>
                <c:pt idx="561">
                  <c:v>0.07543586666666667</c:v>
                </c:pt>
                <c:pt idx="562">
                  <c:v>0.0532415</c:v>
                </c:pt>
                <c:pt idx="563">
                  <c:v>0.07197336666666666</c:v>
                </c:pt>
                <c:pt idx="564">
                  <c:v>0.02142293333333333</c:v>
                </c:pt>
                <c:pt idx="565">
                  <c:v>-0.0510203</c:v>
                </c:pt>
                <c:pt idx="571">
                  <c:v>0.02848726666666667</c:v>
                </c:pt>
                <c:pt idx="572">
                  <c:v>0.07628103333333335</c:v>
                </c:pt>
                <c:pt idx="573">
                  <c:v>0.1359411666666667</c:v>
                </c:pt>
                <c:pt idx="574">
                  <c:v>0.1803841666666667</c:v>
                </c:pt>
                <c:pt idx="575">
                  <c:v>0.2561674333333333</c:v>
                </c:pt>
                <c:pt idx="576">
                  <c:v>0.3408044333333333</c:v>
                </c:pt>
                <c:pt idx="577">
                  <c:v>0.2640683</c:v>
                </c:pt>
                <c:pt idx="578">
                  <c:v>0.3048994</c:v>
                </c:pt>
                <c:pt idx="579">
                  <c:v>0.2841451</c:v>
                </c:pt>
                <c:pt idx="580">
                  <c:v>0.2976912</c:v>
                </c:pt>
                <c:pt idx="581">
                  <c:v>0.2696135333333333</c:v>
                </c:pt>
                <c:pt idx="582">
                  <c:v>0.2082169333333333</c:v>
                </c:pt>
                <c:pt idx="583">
                  <c:v>0.2338808333333333</c:v>
                </c:pt>
                <c:pt idx="584">
                  <c:v>0.2549044</c:v>
                </c:pt>
                <c:pt idx="585">
                  <c:v>0.2592195</c:v>
                </c:pt>
                <c:pt idx="586">
                  <c:v>0.2784561333333334</c:v>
                </c:pt>
                <c:pt idx="587">
                  <c:v>0.09420283333333333</c:v>
                </c:pt>
                <c:pt idx="588">
                  <c:v>0.1017796</c:v>
                </c:pt>
                <c:pt idx="589">
                  <c:v>0.04131436666666667</c:v>
                </c:pt>
                <c:pt idx="590">
                  <c:v>0.02320306666666666</c:v>
                </c:pt>
                <c:pt idx="591">
                  <c:v>-0.03257926666666667</c:v>
                </c:pt>
                <c:pt idx="592">
                  <c:v>0.003420733333333333</c:v>
                </c:pt>
                <c:pt idx="593">
                  <c:v>-0.03529613333333333</c:v>
                </c:pt>
                <c:pt idx="594">
                  <c:v>0.0375054</c:v>
                </c:pt>
                <c:pt idx="595">
                  <c:v>0.06101293333333333</c:v>
                </c:pt>
                <c:pt idx="596">
                  <c:v>0.09874693333333333</c:v>
                </c:pt>
                <c:pt idx="597">
                  <c:v>0.07691026666666666</c:v>
                </c:pt>
                <c:pt idx="598">
                  <c:v>0.0878233</c:v>
                </c:pt>
                <c:pt idx="599">
                  <c:v>0.06500073333333332</c:v>
                </c:pt>
                <c:pt idx="600">
                  <c:v>0.01569236666666667</c:v>
                </c:pt>
                <c:pt idx="601">
                  <c:v>-0.0055231</c:v>
                </c:pt>
                <c:pt idx="612">
                  <c:v>0.03697643333333334</c:v>
                </c:pt>
                <c:pt idx="613">
                  <c:v>0.09440913333333333</c:v>
                </c:pt>
                <c:pt idx="614">
                  <c:v>0.1009711333333333</c:v>
                </c:pt>
                <c:pt idx="615">
                  <c:v>0.1772170666666667</c:v>
                </c:pt>
                <c:pt idx="616">
                  <c:v>0.1826964666666667</c:v>
                </c:pt>
                <c:pt idx="617">
                  <c:v>0.2874288666666666</c:v>
                </c:pt>
                <c:pt idx="618">
                  <c:v>0.3846514</c:v>
                </c:pt>
                <c:pt idx="619">
                  <c:v>0.5421515</c:v>
                </c:pt>
                <c:pt idx="620">
                  <c:v>0.6037652666666667</c:v>
                </c:pt>
                <c:pt idx="621">
                  <c:v>0.7167346</c:v>
                </c:pt>
                <c:pt idx="622">
                  <c:v>0.7445404</c:v>
                </c:pt>
                <c:pt idx="623">
                  <c:v>0.8102681333333333</c:v>
                </c:pt>
                <c:pt idx="624">
                  <c:v>0.8365697666666667</c:v>
                </c:pt>
                <c:pt idx="625">
                  <c:v>0.8806933333333333</c:v>
                </c:pt>
                <c:pt idx="626">
                  <c:v>0.8828397666666667</c:v>
                </c:pt>
                <c:pt idx="627">
                  <c:v>0.9256248333333333</c:v>
                </c:pt>
                <c:pt idx="628">
                  <c:v>0.9242178333333334</c:v>
                </c:pt>
                <c:pt idx="629">
                  <c:v>0.9307853</c:v>
                </c:pt>
                <c:pt idx="630">
                  <c:v>0.9321628666666667</c:v>
                </c:pt>
                <c:pt idx="631">
                  <c:v>0.9676463333333334</c:v>
                </c:pt>
                <c:pt idx="632">
                  <c:v>1.0346329</c:v>
                </c:pt>
                <c:pt idx="633">
                  <c:v>1.1173377</c:v>
                </c:pt>
                <c:pt idx="634">
                  <c:v>1.1557694</c:v>
                </c:pt>
                <c:pt idx="635">
                  <c:v>1.1995926</c:v>
                </c:pt>
                <c:pt idx="636">
                  <c:v>1.1835624</c:v>
                </c:pt>
                <c:pt idx="637">
                  <c:v>1.2425947</c:v>
                </c:pt>
                <c:pt idx="638">
                  <c:v>1.167110266666667</c:v>
                </c:pt>
                <c:pt idx="639">
                  <c:v>1.261656366666667</c:v>
                </c:pt>
                <c:pt idx="640">
                  <c:v>1.311948166666667</c:v>
                </c:pt>
                <c:pt idx="641">
                  <c:v>1.318588333333333</c:v>
                </c:pt>
                <c:pt idx="642">
                  <c:v>1.314102133333333</c:v>
                </c:pt>
                <c:pt idx="643">
                  <c:v>1.236016466666667</c:v>
                </c:pt>
                <c:pt idx="644">
                  <c:v>1.240272333333333</c:v>
                </c:pt>
                <c:pt idx="645">
                  <c:v>1.156730133333333</c:v>
                </c:pt>
                <c:pt idx="646">
                  <c:v>1.169345666666667</c:v>
                </c:pt>
                <c:pt idx="647">
                  <c:v>1.1116888</c:v>
                </c:pt>
                <c:pt idx="648">
                  <c:v>1.0046707</c:v>
                </c:pt>
                <c:pt idx="649">
                  <c:v>0.9400544333333334</c:v>
                </c:pt>
                <c:pt idx="650">
                  <c:v>0.8896499333333333</c:v>
                </c:pt>
                <c:pt idx="651">
                  <c:v>0.7880316666666666</c:v>
                </c:pt>
                <c:pt idx="652">
                  <c:v>0.7423851666666667</c:v>
                </c:pt>
                <c:pt idx="653">
                  <c:v>0.7369254000000001</c:v>
                </c:pt>
                <c:pt idx="654">
                  <c:v>0.6800342666666668</c:v>
                </c:pt>
                <c:pt idx="655">
                  <c:v>0.6657525666666666</c:v>
                </c:pt>
                <c:pt idx="656">
                  <c:v>0.6334038000000001</c:v>
                </c:pt>
                <c:pt idx="657">
                  <c:v>0.6717622666666667</c:v>
                </c:pt>
                <c:pt idx="658">
                  <c:v>0.5960330333333334</c:v>
                </c:pt>
                <c:pt idx="659">
                  <c:v>0.6090286</c:v>
                </c:pt>
                <c:pt idx="660">
                  <c:v>0.6486952666666668</c:v>
                </c:pt>
                <c:pt idx="661">
                  <c:v>0.6427111333333333</c:v>
                </c:pt>
                <c:pt idx="662">
                  <c:v>0.6173348000000001</c:v>
                </c:pt>
                <c:pt idx="663">
                  <c:v>0.5687028333333334</c:v>
                </c:pt>
                <c:pt idx="664">
                  <c:v>0.5503848666666667</c:v>
                </c:pt>
                <c:pt idx="665">
                  <c:v>0.6098190333333333</c:v>
                </c:pt>
                <c:pt idx="666">
                  <c:v>0.6799897666666668</c:v>
                </c:pt>
                <c:pt idx="667">
                  <c:v>0.6182846</c:v>
                </c:pt>
                <c:pt idx="668">
                  <c:v>0.646464</c:v>
                </c:pt>
                <c:pt idx="669">
                  <c:v>0.5101537</c:v>
                </c:pt>
                <c:pt idx="670">
                  <c:v>0.5261921666666667</c:v>
                </c:pt>
                <c:pt idx="671">
                  <c:v>0.7778775</c:v>
                </c:pt>
                <c:pt idx="672">
                  <c:v>0.8328007666666667</c:v>
                </c:pt>
                <c:pt idx="673">
                  <c:v>0.8699401333333333</c:v>
                </c:pt>
                <c:pt idx="674">
                  <c:v>0.8882706333333333</c:v>
                </c:pt>
                <c:pt idx="675">
                  <c:v>0.8668996666666666</c:v>
                </c:pt>
                <c:pt idx="676">
                  <c:v>0.8180983666666667</c:v>
                </c:pt>
                <c:pt idx="677">
                  <c:v>0.7575938666666667</c:v>
                </c:pt>
                <c:pt idx="678">
                  <c:v>0.7462314333333333</c:v>
                </c:pt>
                <c:pt idx="679">
                  <c:v>0.6819505666666666</c:v>
                </c:pt>
                <c:pt idx="680">
                  <c:v>0.6360587666666667</c:v>
                </c:pt>
                <c:pt idx="681">
                  <c:v>0.6037338666666667</c:v>
                </c:pt>
                <c:pt idx="682">
                  <c:v>0.5844264666666666</c:v>
                </c:pt>
                <c:pt idx="683">
                  <c:v>0.502142</c:v>
                </c:pt>
                <c:pt idx="684">
                  <c:v>0.4191062</c:v>
                </c:pt>
                <c:pt idx="685">
                  <c:v>0.3419126666666667</c:v>
                </c:pt>
                <c:pt idx="686">
                  <c:v>0.2746320666666667</c:v>
                </c:pt>
                <c:pt idx="687">
                  <c:v>0.2033797</c:v>
                </c:pt>
                <c:pt idx="688">
                  <c:v>0.2442216666666667</c:v>
                </c:pt>
                <c:pt idx="689">
                  <c:v>0.1901612333333333</c:v>
                </c:pt>
                <c:pt idx="690">
                  <c:v>0.1530763</c:v>
                </c:pt>
                <c:pt idx="691">
                  <c:v>0.08102530000000001</c:v>
                </c:pt>
                <c:pt idx="692">
                  <c:v>0.05614056666666666</c:v>
                </c:pt>
                <c:pt idx="693">
                  <c:v>-0.01626706666666667</c:v>
                </c:pt>
                <c:pt idx="742">
                  <c:v>0.01313326666666667</c:v>
                </c:pt>
                <c:pt idx="743">
                  <c:v>0.005510366666666666</c:v>
                </c:pt>
                <c:pt idx="744">
                  <c:v>-0.03550603333333333</c:v>
                </c:pt>
                <c:pt idx="746">
                  <c:v>0.0003520333333333333</c:v>
                </c:pt>
                <c:pt idx="747">
                  <c:v>-0.01908026666666666</c:v>
                </c:pt>
                <c:pt idx="750">
                  <c:v>0.0427753</c:v>
                </c:pt>
                <c:pt idx="751">
                  <c:v>0.072518</c:v>
                </c:pt>
                <c:pt idx="752">
                  <c:v>0.07721</c:v>
                </c:pt>
                <c:pt idx="753">
                  <c:v>0.008897266666666667</c:v>
                </c:pt>
                <c:pt idx="754">
                  <c:v>-0.06764013333333334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E9-4077-BDF7-7E444738F816}"/>
            </c:ext>
          </c:extLst>
        </c:ser>
        <c:ser>
          <c:idx val="1"/>
          <c:order val="1"/>
          <c:tx>
            <c:strRef>
              <c:f>'Component treatment'!$AE$4</c:f>
              <c:strCache>
                <c:ptCount val="1"/>
                <c:pt idx="0">
                  <c:v>Negativo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'Component treatment'!$Z$5:$Z$50000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treatment'!$AE$5:$AE$50000</c:f>
              <c:numCache>
                <c:formatCode>0.0</c:formatCode>
                <c:ptCount val="49996"/>
                <c:pt idx="0">
                  <c:v>0.1688587666666667</c:v>
                </c:pt>
                <c:pt idx="4">
                  <c:v>-0.01489556666666667</c:v>
                </c:pt>
                <c:pt idx="5">
                  <c:v>-0.02784933333333333</c:v>
                </c:pt>
                <c:pt idx="6">
                  <c:v>-0.05051353333333333</c:v>
                </c:pt>
                <c:pt idx="7">
                  <c:v>-0.0274312</c:v>
                </c:pt>
                <c:pt idx="8">
                  <c:v>-0.002008933333333333</c:v>
                </c:pt>
                <c:pt idx="9">
                  <c:v>-0.03470819999999999</c:v>
                </c:pt>
                <c:pt idx="10">
                  <c:v>-0.002851666666666666</c:v>
                </c:pt>
                <c:pt idx="11">
                  <c:v>-0.1125640666666667</c:v>
                </c:pt>
                <c:pt idx="12">
                  <c:v>-0.1546616</c:v>
                </c:pt>
                <c:pt idx="13">
                  <c:v>-0.2203334</c:v>
                </c:pt>
                <c:pt idx="14">
                  <c:v>-0.2509311</c:v>
                </c:pt>
                <c:pt idx="15">
                  <c:v>-0.2729391333333334</c:v>
                </c:pt>
                <c:pt idx="16">
                  <c:v>-0.2664917666666667</c:v>
                </c:pt>
                <c:pt idx="17">
                  <c:v>-0.2754467</c:v>
                </c:pt>
                <c:pt idx="18">
                  <c:v>-0.2963297</c:v>
                </c:pt>
                <c:pt idx="19">
                  <c:v>-0.3106395</c:v>
                </c:pt>
                <c:pt idx="20">
                  <c:v>-0.3511431333333334</c:v>
                </c:pt>
                <c:pt idx="21">
                  <c:v>-0.3602294666666667</c:v>
                </c:pt>
                <c:pt idx="22">
                  <c:v>-0.3844631666666667</c:v>
                </c:pt>
                <c:pt idx="23">
                  <c:v>-0.3905733</c:v>
                </c:pt>
                <c:pt idx="24">
                  <c:v>-0.3969978333333333</c:v>
                </c:pt>
                <c:pt idx="25">
                  <c:v>-0.4445632666666667</c:v>
                </c:pt>
                <c:pt idx="26">
                  <c:v>-0.4168907</c:v>
                </c:pt>
                <c:pt idx="27">
                  <c:v>-0.3566499666666667</c:v>
                </c:pt>
                <c:pt idx="28">
                  <c:v>-0.3283580333333333</c:v>
                </c:pt>
                <c:pt idx="29">
                  <c:v>-0.2839561</c:v>
                </c:pt>
                <c:pt idx="30">
                  <c:v>-0.2815486333333334</c:v>
                </c:pt>
                <c:pt idx="31">
                  <c:v>-0.2434307</c:v>
                </c:pt>
                <c:pt idx="32">
                  <c:v>-0.2626106666666667</c:v>
                </c:pt>
                <c:pt idx="33">
                  <c:v>-0.2575005</c:v>
                </c:pt>
                <c:pt idx="34">
                  <c:v>-0.2330605333333333</c:v>
                </c:pt>
                <c:pt idx="35">
                  <c:v>-0.2505285333333333</c:v>
                </c:pt>
                <c:pt idx="36">
                  <c:v>-0.1954941</c:v>
                </c:pt>
                <c:pt idx="37">
                  <c:v>-0.2090338</c:v>
                </c:pt>
                <c:pt idx="38">
                  <c:v>-0.1855647</c:v>
                </c:pt>
                <c:pt idx="39">
                  <c:v>-0.1596931</c:v>
                </c:pt>
                <c:pt idx="40">
                  <c:v>-0.1819467666666667</c:v>
                </c:pt>
                <c:pt idx="41">
                  <c:v>-0.1731901666666666</c:v>
                </c:pt>
                <c:pt idx="42">
                  <c:v>-0.1509093333333333</c:v>
                </c:pt>
                <c:pt idx="43">
                  <c:v>-0.1488205666666667</c:v>
                </c:pt>
                <c:pt idx="44">
                  <c:v>-0.1204731333333333</c:v>
                </c:pt>
                <c:pt idx="45">
                  <c:v>-0.1067445333333333</c:v>
                </c:pt>
                <c:pt idx="46">
                  <c:v>-0.1016587333333333</c:v>
                </c:pt>
                <c:pt idx="47">
                  <c:v>-0.08928806666666667</c:v>
                </c:pt>
                <c:pt idx="48">
                  <c:v>-0.0494022</c:v>
                </c:pt>
                <c:pt idx="49">
                  <c:v>-0.09734496666666666</c:v>
                </c:pt>
                <c:pt idx="50">
                  <c:v>-0.06533736666666667</c:v>
                </c:pt>
                <c:pt idx="51">
                  <c:v>-0.0858259</c:v>
                </c:pt>
                <c:pt idx="52">
                  <c:v>-0.1383723</c:v>
                </c:pt>
                <c:pt idx="53">
                  <c:v>-0.1400259333333333</c:v>
                </c:pt>
                <c:pt idx="54">
                  <c:v>-0.1481717</c:v>
                </c:pt>
                <c:pt idx="55">
                  <c:v>-0.1574616</c:v>
                </c:pt>
                <c:pt idx="56">
                  <c:v>-0.1421166666666667</c:v>
                </c:pt>
                <c:pt idx="57">
                  <c:v>-0.1721325666666667</c:v>
                </c:pt>
                <c:pt idx="58">
                  <c:v>-0.1705512333333333</c:v>
                </c:pt>
                <c:pt idx="59">
                  <c:v>-0.1663000333333333</c:v>
                </c:pt>
                <c:pt idx="60">
                  <c:v>-0.1503066666666666</c:v>
                </c:pt>
                <c:pt idx="61">
                  <c:v>-0.1009676333333333</c:v>
                </c:pt>
                <c:pt idx="62">
                  <c:v>-0.03989633333333334</c:v>
                </c:pt>
                <c:pt idx="63">
                  <c:v>-0.0098111</c:v>
                </c:pt>
                <c:pt idx="64">
                  <c:v>0.013979</c:v>
                </c:pt>
                <c:pt idx="121">
                  <c:v>-0.06621593333333334</c:v>
                </c:pt>
                <c:pt idx="122">
                  <c:v>-0.1351948</c:v>
                </c:pt>
                <c:pt idx="123">
                  <c:v>-0.2119319666666667</c:v>
                </c:pt>
                <c:pt idx="124">
                  <c:v>-0.2447388666666667</c:v>
                </c:pt>
                <c:pt idx="125">
                  <c:v>-0.2940454666666667</c:v>
                </c:pt>
                <c:pt idx="126">
                  <c:v>-0.3442792333333333</c:v>
                </c:pt>
                <c:pt idx="127">
                  <c:v>-0.4006829666666667</c:v>
                </c:pt>
                <c:pt idx="128">
                  <c:v>-0.4334218333333333</c:v>
                </c:pt>
                <c:pt idx="129">
                  <c:v>-0.4674327666666667</c:v>
                </c:pt>
                <c:pt idx="130">
                  <c:v>-0.4759011333333333</c:v>
                </c:pt>
                <c:pt idx="131">
                  <c:v>-0.5183742666666666</c:v>
                </c:pt>
                <c:pt idx="132">
                  <c:v>-0.5567096333333333</c:v>
                </c:pt>
                <c:pt idx="133">
                  <c:v>-0.6277798666666667</c:v>
                </c:pt>
                <c:pt idx="134">
                  <c:v>-0.7084334666666666</c:v>
                </c:pt>
                <c:pt idx="135">
                  <c:v>-0.6908813</c:v>
                </c:pt>
                <c:pt idx="136">
                  <c:v>-0.6988947666666667</c:v>
                </c:pt>
                <c:pt idx="137">
                  <c:v>-0.6903858</c:v>
                </c:pt>
                <c:pt idx="138">
                  <c:v>-0.6544289666666667</c:v>
                </c:pt>
                <c:pt idx="139">
                  <c:v>-0.6731516666666666</c:v>
                </c:pt>
                <c:pt idx="140">
                  <c:v>-0.6008619000000001</c:v>
                </c:pt>
                <c:pt idx="141">
                  <c:v>-0.5963185333333333</c:v>
                </c:pt>
                <c:pt idx="142">
                  <c:v>-0.5852110333333334</c:v>
                </c:pt>
                <c:pt idx="143">
                  <c:v>-0.4757982</c:v>
                </c:pt>
                <c:pt idx="144">
                  <c:v>-0.4873114333333333</c:v>
                </c:pt>
                <c:pt idx="145">
                  <c:v>-0.4976366333333334</c:v>
                </c:pt>
                <c:pt idx="146">
                  <c:v>-0.5438841666666666</c:v>
                </c:pt>
                <c:pt idx="147">
                  <c:v>-0.6065049666666666</c:v>
                </c:pt>
                <c:pt idx="148">
                  <c:v>-0.6142120666666666</c:v>
                </c:pt>
                <c:pt idx="149">
                  <c:v>-0.6049659333333334</c:v>
                </c:pt>
                <c:pt idx="150">
                  <c:v>-0.5764648666666667</c:v>
                </c:pt>
                <c:pt idx="151">
                  <c:v>-0.4438504666666667</c:v>
                </c:pt>
                <c:pt idx="152">
                  <c:v>-0.4415702666666667</c:v>
                </c:pt>
                <c:pt idx="153">
                  <c:v>-0.3942065666666666</c:v>
                </c:pt>
                <c:pt idx="154">
                  <c:v>-0.3696778</c:v>
                </c:pt>
                <c:pt idx="155">
                  <c:v>-0.4029849333333334</c:v>
                </c:pt>
                <c:pt idx="156">
                  <c:v>-0.3779880333333333</c:v>
                </c:pt>
                <c:pt idx="157">
                  <c:v>-0.3582035666666666</c:v>
                </c:pt>
                <c:pt idx="158">
                  <c:v>-0.3523712</c:v>
                </c:pt>
                <c:pt idx="159">
                  <c:v>-0.2965062666666667</c:v>
                </c:pt>
                <c:pt idx="160">
                  <c:v>-0.2703962666666667</c:v>
                </c:pt>
                <c:pt idx="161">
                  <c:v>-0.3123412333333334</c:v>
                </c:pt>
                <c:pt idx="162">
                  <c:v>-0.3174241666666667</c:v>
                </c:pt>
                <c:pt idx="163">
                  <c:v>-0.2768325666666667</c:v>
                </c:pt>
                <c:pt idx="164">
                  <c:v>-0.2147137</c:v>
                </c:pt>
                <c:pt idx="165">
                  <c:v>-0.2341596</c:v>
                </c:pt>
                <c:pt idx="166">
                  <c:v>-0.1782780666666667</c:v>
                </c:pt>
                <c:pt idx="167">
                  <c:v>-0.1704364</c:v>
                </c:pt>
                <c:pt idx="168">
                  <c:v>-0.2450925666666667</c:v>
                </c:pt>
                <c:pt idx="169">
                  <c:v>-0.2583381</c:v>
                </c:pt>
                <c:pt idx="170">
                  <c:v>-0.2965255</c:v>
                </c:pt>
                <c:pt idx="171">
                  <c:v>-0.2701942</c:v>
                </c:pt>
                <c:pt idx="172">
                  <c:v>-0.2960312666666667</c:v>
                </c:pt>
                <c:pt idx="173">
                  <c:v>-0.4005881666666667</c:v>
                </c:pt>
                <c:pt idx="174">
                  <c:v>-0.3928682</c:v>
                </c:pt>
                <c:pt idx="175">
                  <c:v>-0.3597342333333333</c:v>
                </c:pt>
                <c:pt idx="176">
                  <c:v>-0.3282203666666667</c:v>
                </c:pt>
                <c:pt idx="177">
                  <c:v>-0.3233102666666667</c:v>
                </c:pt>
                <c:pt idx="178">
                  <c:v>-0.3316415333333333</c:v>
                </c:pt>
                <c:pt idx="179">
                  <c:v>-0.3561824666666667</c:v>
                </c:pt>
                <c:pt idx="180">
                  <c:v>-0.3221788333333333</c:v>
                </c:pt>
                <c:pt idx="181">
                  <c:v>-0.3882083</c:v>
                </c:pt>
                <c:pt idx="182">
                  <c:v>-0.4237519666666667</c:v>
                </c:pt>
                <c:pt idx="183">
                  <c:v>-0.4012102333333333</c:v>
                </c:pt>
                <c:pt idx="184">
                  <c:v>-0.3811185333333333</c:v>
                </c:pt>
                <c:pt idx="185">
                  <c:v>-0.3652487</c:v>
                </c:pt>
                <c:pt idx="186">
                  <c:v>-0.3485754666666667</c:v>
                </c:pt>
                <c:pt idx="187">
                  <c:v>-0.3020884</c:v>
                </c:pt>
                <c:pt idx="188">
                  <c:v>-0.3004521333333334</c:v>
                </c:pt>
                <c:pt idx="189">
                  <c:v>-0.342988</c:v>
                </c:pt>
                <c:pt idx="190">
                  <c:v>-0.3240917</c:v>
                </c:pt>
                <c:pt idx="191">
                  <c:v>-0.2827872333333333</c:v>
                </c:pt>
                <c:pt idx="192">
                  <c:v>-0.299247</c:v>
                </c:pt>
                <c:pt idx="193">
                  <c:v>-0.272094</c:v>
                </c:pt>
                <c:pt idx="194">
                  <c:v>-0.2688434</c:v>
                </c:pt>
                <c:pt idx="195">
                  <c:v>-0.2547779</c:v>
                </c:pt>
                <c:pt idx="196">
                  <c:v>-0.2916806666666667</c:v>
                </c:pt>
                <c:pt idx="197">
                  <c:v>-0.2836043333333333</c:v>
                </c:pt>
                <c:pt idx="198">
                  <c:v>-0.2808513666666667</c:v>
                </c:pt>
                <c:pt idx="199">
                  <c:v>-0.2523669666666667</c:v>
                </c:pt>
                <c:pt idx="200">
                  <c:v>-0.2373141666666667</c:v>
                </c:pt>
                <c:pt idx="201">
                  <c:v>-0.2713615666666667</c:v>
                </c:pt>
                <c:pt idx="202">
                  <c:v>-0.2564878666666667</c:v>
                </c:pt>
                <c:pt idx="203">
                  <c:v>-0.1732885666666667</c:v>
                </c:pt>
                <c:pt idx="204">
                  <c:v>-0.1506674333333333</c:v>
                </c:pt>
                <c:pt idx="205">
                  <c:v>-0.192513</c:v>
                </c:pt>
                <c:pt idx="206">
                  <c:v>-0.1859705666666667</c:v>
                </c:pt>
                <c:pt idx="207">
                  <c:v>-0.1584381</c:v>
                </c:pt>
                <c:pt idx="208">
                  <c:v>-0.1889199333333333</c:v>
                </c:pt>
                <c:pt idx="209">
                  <c:v>-0.1640502666666667</c:v>
                </c:pt>
                <c:pt idx="210">
                  <c:v>-0.2068059</c:v>
                </c:pt>
                <c:pt idx="211">
                  <c:v>-0.3419235333333333</c:v>
                </c:pt>
                <c:pt idx="212">
                  <c:v>-0.2981280666666666</c:v>
                </c:pt>
                <c:pt idx="213">
                  <c:v>-0.3111021333333334</c:v>
                </c:pt>
                <c:pt idx="214">
                  <c:v>-0.3363379333333333</c:v>
                </c:pt>
                <c:pt idx="215">
                  <c:v>-0.3510752</c:v>
                </c:pt>
                <c:pt idx="216">
                  <c:v>-0.3469702666666666</c:v>
                </c:pt>
                <c:pt idx="217">
                  <c:v>-0.3507131666666667</c:v>
                </c:pt>
                <c:pt idx="218">
                  <c:v>-0.2806786666666667</c:v>
                </c:pt>
                <c:pt idx="219">
                  <c:v>-0.2474029</c:v>
                </c:pt>
                <c:pt idx="220">
                  <c:v>-0.2644523</c:v>
                </c:pt>
                <c:pt idx="221">
                  <c:v>-0.2682495</c:v>
                </c:pt>
                <c:pt idx="222">
                  <c:v>-0.2438292666666667</c:v>
                </c:pt>
                <c:pt idx="223">
                  <c:v>-0.2251203666666667</c:v>
                </c:pt>
                <c:pt idx="224">
                  <c:v>-0.2602945</c:v>
                </c:pt>
                <c:pt idx="225">
                  <c:v>-0.2162508666666667</c:v>
                </c:pt>
                <c:pt idx="226">
                  <c:v>-0.1865307</c:v>
                </c:pt>
                <c:pt idx="227">
                  <c:v>-0.1960496</c:v>
                </c:pt>
                <c:pt idx="228">
                  <c:v>-0.1712909666666667</c:v>
                </c:pt>
                <c:pt idx="229">
                  <c:v>-0.1403164</c:v>
                </c:pt>
                <c:pt idx="230">
                  <c:v>-0.1349171333333333</c:v>
                </c:pt>
                <c:pt idx="231">
                  <c:v>-0.1014733333333333</c:v>
                </c:pt>
                <c:pt idx="232">
                  <c:v>-0.07032103333333334</c:v>
                </c:pt>
                <c:pt idx="233">
                  <c:v>-0.0385342</c:v>
                </c:pt>
                <c:pt idx="234">
                  <c:v>-0.03716866666666666</c:v>
                </c:pt>
                <c:pt idx="235">
                  <c:v>-0.004439033333333333</c:v>
                </c:pt>
                <c:pt idx="236">
                  <c:v>0.01897376666666667</c:v>
                </c:pt>
                <c:pt idx="293">
                  <c:v>-0.003068466666666667</c:v>
                </c:pt>
                <c:pt idx="294">
                  <c:v>-0.029968</c:v>
                </c:pt>
                <c:pt idx="295">
                  <c:v>-0.06474856666666666</c:v>
                </c:pt>
                <c:pt idx="296">
                  <c:v>-0.1289382</c:v>
                </c:pt>
                <c:pt idx="297">
                  <c:v>-0.1586311333333333</c:v>
                </c:pt>
                <c:pt idx="298">
                  <c:v>-0.1732999666666667</c:v>
                </c:pt>
                <c:pt idx="299">
                  <c:v>-0.1564557</c:v>
                </c:pt>
                <c:pt idx="300">
                  <c:v>-0.1581734333333333</c:v>
                </c:pt>
                <c:pt idx="301">
                  <c:v>-0.1223704</c:v>
                </c:pt>
                <c:pt idx="302">
                  <c:v>-0.1208367</c:v>
                </c:pt>
                <c:pt idx="303">
                  <c:v>-0.07156610000000001</c:v>
                </c:pt>
                <c:pt idx="304">
                  <c:v>-0.08870863333333333</c:v>
                </c:pt>
                <c:pt idx="305">
                  <c:v>-0.09393276666666667</c:v>
                </c:pt>
                <c:pt idx="306">
                  <c:v>-0.08669746666666665</c:v>
                </c:pt>
                <c:pt idx="307">
                  <c:v>-0.07698110000000001</c:v>
                </c:pt>
                <c:pt idx="308">
                  <c:v>-0.0773685</c:v>
                </c:pt>
                <c:pt idx="309">
                  <c:v>-0.06360083333333334</c:v>
                </c:pt>
                <c:pt idx="310">
                  <c:v>-0.07527863333333333</c:v>
                </c:pt>
                <c:pt idx="311">
                  <c:v>-0.06088873333333333</c:v>
                </c:pt>
                <c:pt idx="312">
                  <c:v>-0.08810330000000001</c:v>
                </c:pt>
                <c:pt idx="313">
                  <c:v>-0.1418907333333333</c:v>
                </c:pt>
                <c:pt idx="314">
                  <c:v>-0.0777909</c:v>
                </c:pt>
                <c:pt idx="315">
                  <c:v>-0.1124225</c:v>
                </c:pt>
                <c:pt idx="316">
                  <c:v>-0.1056452333333333</c:v>
                </c:pt>
                <c:pt idx="317">
                  <c:v>-0.09119066666666667</c:v>
                </c:pt>
                <c:pt idx="318">
                  <c:v>-0.1209271333333333</c:v>
                </c:pt>
                <c:pt idx="319">
                  <c:v>-0.1074903</c:v>
                </c:pt>
                <c:pt idx="320">
                  <c:v>-0.1278276</c:v>
                </c:pt>
                <c:pt idx="321">
                  <c:v>-0.1381186666666667</c:v>
                </c:pt>
                <c:pt idx="322">
                  <c:v>-0.1166499333333333</c:v>
                </c:pt>
                <c:pt idx="323">
                  <c:v>-0.09921986666666667</c:v>
                </c:pt>
                <c:pt idx="324">
                  <c:v>-0.1340798666666667</c:v>
                </c:pt>
                <c:pt idx="325">
                  <c:v>-0.1203007333333333</c:v>
                </c:pt>
                <c:pt idx="326">
                  <c:v>-0.0245019</c:v>
                </c:pt>
                <c:pt idx="327">
                  <c:v>-0.04305206666666667</c:v>
                </c:pt>
                <c:pt idx="328">
                  <c:v>-0.02621496666666667</c:v>
                </c:pt>
                <c:pt idx="329">
                  <c:v>-0.0349641</c:v>
                </c:pt>
                <c:pt idx="330">
                  <c:v>-0.05672516666666667</c:v>
                </c:pt>
                <c:pt idx="331">
                  <c:v>-0.1175262333333333</c:v>
                </c:pt>
                <c:pt idx="332">
                  <c:v>-0.0895315</c:v>
                </c:pt>
                <c:pt idx="333">
                  <c:v>-0.09679806666666667</c:v>
                </c:pt>
                <c:pt idx="334">
                  <c:v>-0.06938803333333333</c:v>
                </c:pt>
                <c:pt idx="335">
                  <c:v>-0.03552916666666667</c:v>
                </c:pt>
                <c:pt idx="336">
                  <c:v>-0.05211653333333333</c:v>
                </c:pt>
                <c:pt idx="337">
                  <c:v>-0.01730563333333333</c:v>
                </c:pt>
                <c:pt idx="338">
                  <c:v>-0.03775446666666667</c:v>
                </c:pt>
                <c:pt idx="339">
                  <c:v>-0.0555286</c:v>
                </c:pt>
                <c:pt idx="340">
                  <c:v>-0.0724835</c:v>
                </c:pt>
                <c:pt idx="341">
                  <c:v>-0.0649396</c:v>
                </c:pt>
                <c:pt idx="342">
                  <c:v>-0.0660249</c:v>
                </c:pt>
                <c:pt idx="343">
                  <c:v>-0.05077323333333333</c:v>
                </c:pt>
                <c:pt idx="344">
                  <c:v>-0.08598393333333333</c:v>
                </c:pt>
                <c:pt idx="345">
                  <c:v>-0.09455226666666666</c:v>
                </c:pt>
                <c:pt idx="346">
                  <c:v>-0.0167175</c:v>
                </c:pt>
                <c:pt idx="347">
                  <c:v>-0.0494803</c:v>
                </c:pt>
                <c:pt idx="348">
                  <c:v>-0.01805616666666667</c:v>
                </c:pt>
                <c:pt idx="349">
                  <c:v>-0.005253966666666666</c:v>
                </c:pt>
                <c:pt idx="350">
                  <c:v>-0.01244213333333333</c:v>
                </c:pt>
                <c:pt idx="351">
                  <c:v>-0.03026416666666667</c:v>
                </c:pt>
                <c:pt idx="352">
                  <c:v>0.01049113333333333</c:v>
                </c:pt>
                <c:pt idx="353">
                  <c:v>-0.01275353333333333</c:v>
                </c:pt>
                <c:pt idx="354">
                  <c:v>-0.07045766666666667</c:v>
                </c:pt>
                <c:pt idx="355">
                  <c:v>-0.07824043333333333</c:v>
                </c:pt>
                <c:pt idx="356">
                  <c:v>-0.1077100333333333</c:v>
                </c:pt>
                <c:pt idx="357">
                  <c:v>-0.0967455</c:v>
                </c:pt>
                <c:pt idx="358">
                  <c:v>-0.1077425333333333</c:v>
                </c:pt>
                <c:pt idx="359">
                  <c:v>-0.1464357</c:v>
                </c:pt>
                <c:pt idx="360">
                  <c:v>-0.1246064</c:v>
                </c:pt>
                <c:pt idx="361">
                  <c:v>-0.1524528333333333</c:v>
                </c:pt>
                <c:pt idx="362">
                  <c:v>-0.1455971333333333</c:v>
                </c:pt>
                <c:pt idx="363">
                  <c:v>0.06067506666666667</c:v>
                </c:pt>
                <c:pt idx="417">
                  <c:v>-0.0565737</c:v>
                </c:pt>
                <c:pt idx="418">
                  <c:v>-0.09390363333333333</c:v>
                </c:pt>
                <c:pt idx="419">
                  <c:v>-0.1848593666666667</c:v>
                </c:pt>
                <c:pt idx="420">
                  <c:v>-0.2203540333333333</c:v>
                </c:pt>
                <c:pt idx="421">
                  <c:v>-0.2594288333333333</c:v>
                </c:pt>
                <c:pt idx="422">
                  <c:v>-0.2591139333333333</c:v>
                </c:pt>
                <c:pt idx="423">
                  <c:v>-0.2604577333333333</c:v>
                </c:pt>
                <c:pt idx="424">
                  <c:v>-0.2216894</c:v>
                </c:pt>
                <c:pt idx="425">
                  <c:v>-0.2395051</c:v>
                </c:pt>
                <c:pt idx="426">
                  <c:v>-0.1559115333333333</c:v>
                </c:pt>
                <c:pt idx="427">
                  <c:v>-0.1248908</c:v>
                </c:pt>
                <c:pt idx="428">
                  <c:v>-0.0496125</c:v>
                </c:pt>
                <c:pt idx="429">
                  <c:v>0.0264727</c:v>
                </c:pt>
                <c:pt idx="487">
                  <c:v>-0.008567033333333333</c:v>
                </c:pt>
                <c:pt idx="488">
                  <c:v>-0.06103256666666666</c:v>
                </c:pt>
                <c:pt idx="489">
                  <c:v>-0.06438583333333334</c:v>
                </c:pt>
                <c:pt idx="490">
                  <c:v>-0.04409606666666666</c:v>
                </c:pt>
                <c:pt idx="491">
                  <c:v>-0.06292286666666667</c:v>
                </c:pt>
                <c:pt idx="492">
                  <c:v>-0.06009146666666667</c:v>
                </c:pt>
                <c:pt idx="493">
                  <c:v>-0.07465606666666666</c:v>
                </c:pt>
                <c:pt idx="494">
                  <c:v>-0.07713186666666667</c:v>
                </c:pt>
                <c:pt idx="495">
                  <c:v>-0.1362795666666667</c:v>
                </c:pt>
                <c:pt idx="496">
                  <c:v>-0.1428159</c:v>
                </c:pt>
                <c:pt idx="497">
                  <c:v>-0.1720117333333333</c:v>
                </c:pt>
                <c:pt idx="498">
                  <c:v>-0.1614786333333333</c:v>
                </c:pt>
                <c:pt idx="499">
                  <c:v>-0.1604477</c:v>
                </c:pt>
                <c:pt idx="500">
                  <c:v>-0.2031583666666667</c:v>
                </c:pt>
                <c:pt idx="501">
                  <c:v>-0.2202179</c:v>
                </c:pt>
                <c:pt idx="502">
                  <c:v>-0.2295785666666667</c:v>
                </c:pt>
                <c:pt idx="503">
                  <c:v>-0.2607335</c:v>
                </c:pt>
                <c:pt idx="504">
                  <c:v>-0.2622525333333333</c:v>
                </c:pt>
                <c:pt idx="505">
                  <c:v>-0.2349396</c:v>
                </c:pt>
                <c:pt idx="506">
                  <c:v>-0.2171914333333333</c:v>
                </c:pt>
                <c:pt idx="507">
                  <c:v>-0.2352487666666667</c:v>
                </c:pt>
                <c:pt idx="508">
                  <c:v>-0.2586563666666667</c:v>
                </c:pt>
                <c:pt idx="509">
                  <c:v>-0.2697021666666667</c:v>
                </c:pt>
                <c:pt idx="510">
                  <c:v>-0.2580917</c:v>
                </c:pt>
                <c:pt idx="511">
                  <c:v>-0.2548738333333334</c:v>
                </c:pt>
                <c:pt idx="512">
                  <c:v>-0.2249779666666667</c:v>
                </c:pt>
                <c:pt idx="513">
                  <c:v>-0.1621929</c:v>
                </c:pt>
                <c:pt idx="514">
                  <c:v>-0.1288746</c:v>
                </c:pt>
                <c:pt idx="515">
                  <c:v>-0.0830951</c:v>
                </c:pt>
                <c:pt idx="516">
                  <c:v>-0.0753661</c:v>
                </c:pt>
                <c:pt idx="517">
                  <c:v>-0.0552114</c:v>
                </c:pt>
                <c:pt idx="518">
                  <c:v>0.02260403333333333</c:v>
                </c:pt>
                <c:pt idx="520">
                  <c:v>-0.0127067</c:v>
                </c:pt>
                <c:pt idx="521">
                  <c:v>-0.03405080000000001</c:v>
                </c:pt>
                <c:pt idx="522">
                  <c:v>-0.0334011</c:v>
                </c:pt>
                <c:pt idx="523">
                  <c:v>-0.0353643</c:v>
                </c:pt>
                <c:pt idx="524">
                  <c:v>-0.0220575</c:v>
                </c:pt>
                <c:pt idx="525">
                  <c:v>-0.0241309</c:v>
                </c:pt>
                <c:pt idx="526">
                  <c:v>0.002066433333333333</c:v>
                </c:pt>
                <c:pt idx="548">
                  <c:v>-0.05592503333333333</c:v>
                </c:pt>
                <c:pt idx="549">
                  <c:v>-0.05270776666666667</c:v>
                </c:pt>
                <c:pt idx="550">
                  <c:v>-0.0627274</c:v>
                </c:pt>
                <c:pt idx="551">
                  <c:v>-0.0282733</c:v>
                </c:pt>
                <c:pt idx="552">
                  <c:v>0.03205646666666667</c:v>
                </c:pt>
                <c:pt idx="554">
                  <c:v>-0.0004848666666666667</c:v>
                </c:pt>
                <c:pt idx="555">
                  <c:v>-0.0012037</c:v>
                </c:pt>
                <c:pt idx="556">
                  <c:v>-0.03142056666666666</c:v>
                </c:pt>
                <c:pt idx="557">
                  <c:v>0.05654406666666666</c:v>
                </c:pt>
                <c:pt idx="565">
                  <c:v>-0.0510203</c:v>
                </c:pt>
                <c:pt idx="566">
                  <c:v>-0.0561826</c:v>
                </c:pt>
                <c:pt idx="567">
                  <c:v>-0.0736065</c:v>
                </c:pt>
                <c:pt idx="568">
                  <c:v>-0.0580181</c:v>
                </c:pt>
                <c:pt idx="569">
                  <c:v>-0.04978246666666666</c:v>
                </c:pt>
                <c:pt idx="570">
                  <c:v>-0.005889399999999999</c:v>
                </c:pt>
                <c:pt idx="571">
                  <c:v>0.02848726666666667</c:v>
                </c:pt>
                <c:pt idx="591">
                  <c:v>-0.03257926666666667</c:v>
                </c:pt>
                <c:pt idx="592">
                  <c:v>0.003420733333333333</c:v>
                </c:pt>
                <c:pt idx="593">
                  <c:v>-0.03529613333333333</c:v>
                </c:pt>
                <c:pt idx="594">
                  <c:v>0.0375054</c:v>
                </c:pt>
                <c:pt idx="601">
                  <c:v>-0.0055231</c:v>
                </c:pt>
                <c:pt idx="602">
                  <c:v>-0.07882243333333333</c:v>
                </c:pt>
                <c:pt idx="603">
                  <c:v>-0.1281929333333333</c:v>
                </c:pt>
                <c:pt idx="604">
                  <c:v>-0.1520305</c:v>
                </c:pt>
                <c:pt idx="605">
                  <c:v>-0.2237791</c:v>
                </c:pt>
                <c:pt idx="606">
                  <c:v>-0.2760118</c:v>
                </c:pt>
                <c:pt idx="607">
                  <c:v>-0.1554891333333333</c:v>
                </c:pt>
                <c:pt idx="608">
                  <c:v>-0.08905676666666666</c:v>
                </c:pt>
                <c:pt idx="609">
                  <c:v>-0.06583903333333334</c:v>
                </c:pt>
                <c:pt idx="610">
                  <c:v>-0.04249166666666666</c:v>
                </c:pt>
                <c:pt idx="611">
                  <c:v>-0.01155636666666667</c:v>
                </c:pt>
                <c:pt idx="612">
                  <c:v>0.03697643333333334</c:v>
                </c:pt>
                <c:pt idx="693">
                  <c:v>-0.01626706666666667</c:v>
                </c:pt>
                <c:pt idx="694">
                  <c:v>-0.0602989</c:v>
                </c:pt>
                <c:pt idx="695">
                  <c:v>-0.2153941333333333</c:v>
                </c:pt>
                <c:pt idx="696">
                  <c:v>-0.2921847333333333</c:v>
                </c:pt>
                <c:pt idx="697">
                  <c:v>-0.3348606</c:v>
                </c:pt>
                <c:pt idx="698">
                  <c:v>-0.3382085666666667</c:v>
                </c:pt>
                <c:pt idx="699">
                  <c:v>-0.3357789666666667</c:v>
                </c:pt>
                <c:pt idx="700">
                  <c:v>-0.4358556333333334</c:v>
                </c:pt>
                <c:pt idx="701">
                  <c:v>-0.7272037333333333</c:v>
                </c:pt>
                <c:pt idx="702">
                  <c:v>-0.8218010666666666</c:v>
                </c:pt>
                <c:pt idx="703">
                  <c:v>-0.8455912</c:v>
                </c:pt>
                <c:pt idx="704">
                  <c:v>-0.8940397333333333</c:v>
                </c:pt>
                <c:pt idx="705">
                  <c:v>-0.8801555666666666</c:v>
                </c:pt>
                <c:pt idx="706">
                  <c:v>-0.8839479</c:v>
                </c:pt>
                <c:pt idx="707">
                  <c:v>-0.8047328333333333</c:v>
                </c:pt>
                <c:pt idx="708">
                  <c:v>-0.8216348</c:v>
                </c:pt>
                <c:pt idx="709">
                  <c:v>-0.8212616333333334</c:v>
                </c:pt>
                <c:pt idx="710">
                  <c:v>-0.7900326999999999</c:v>
                </c:pt>
                <c:pt idx="711">
                  <c:v>-0.7912179333333333</c:v>
                </c:pt>
                <c:pt idx="712">
                  <c:v>-0.7820558000000001</c:v>
                </c:pt>
                <c:pt idx="713">
                  <c:v>-0.7639042333333332</c:v>
                </c:pt>
                <c:pt idx="714">
                  <c:v>-0.6993245666666666</c:v>
                </c:pt>
                <c:pt idx="715">
                  <c:v>-0.6076945333333333</c:v>
                </c:pt>
                <c:pt idx="716">
                  <c:v>-0.601304</c:v>
                </c:pt>
                <c:pt idx="717">
                  <c:v>-0.5831414</c:v>
                </c:pt>
                <c:pt idx="718">
                  <c:v>-0.5709346999999999</c:v>
                </c:pt>
                <c:pt idx="719">
                  <c:v>-0.5323988666666667</c:v>
                </c:pt>
                <c:pt idx="720">
                  <c:v>-0.6058987666666668</c:v>
                </c:pt>
                <c:pt idx="721">
                  <c:v>-0.6037875</c:v>
                </c:pt>
                <c:pt idx="722">
                  <c:v>-0.6011586666666666</c:v>
                </c:pt>
                <c:pt idx="723">
                  <c:v>-0.5749523000000001</c:v>
                </c:pt>
                <c:pt idx="724">
                  <c:v>-0.5498761999999999</c:v>
                </c:pt>
                <c:pt idx="725">
                  <c:v>-0.4452371</c:v>
                </c:pt>
                <c:pt idx="726">
                  <c:v>-0.4054389666666667</c:v>
                </c:pt>
                <c:pt idx="727">
                  <c:v>-0.3949885</c:v>
                </c:pt>
                <c:pt idx="728">
                  <c:v>-0.3668248333333333</c:v>
                </c:pt>
                <c:pt idx="729">
                  <c:v>-0.3102214666666667</c:v>
                </c:pt>
                <c:pt idx="730">
                  <c:v>-0.3139587666666667</c:v>
                </c:pt>
                <c:pt idx="731">
                  <c:v>-0.3021520666666667</c:v>
                </c:pt>
                <c:pt idx="732">
                  <c:v>-0.3102561666666667</c:v>
                </c:pt>
                <c:pt idx="733">
                  <c:v>-0.2935092</c:v>
                </c:pt>
                <c:pt idx="734">
                  <c:v>-0.2364340666666667</c:v>
                </c:pt>
                <c:pt idx="735">
                  <c:v>-0.2218356</c:v>
                </c:pt>
                <c:pt idx="736">
                  <c:v>-0.1770434666666667</c:v>
                </c:pt>
                <c:pt idx="737">
                  <c:v>-0.1520902</c:v>
                </c:pt>
                <c:pt idx="738">
                  <c:v>-0.1343187</c:v>
                </c:pt>
                <c:pt idx="739">
                  <c:v>-0.04061936666666667</c:v>
                </c:pt>
                <c:pt idx="740">
                  <c:v>-0.05783063333333333</c:v>
                </c:pt>
                <c:pt idx="741">
                  <c:v>-0.0011044</c:v>
                </c:pt>
                <c:pt idx="742">
                  <c:v>0.01313326666666667</c:v>
                </c:pt>
                <c:pt idx="744">
                  <c:v>-0.03550603333333333</c:v>
                </c:pt>
                <c:pt idx="745">
                  <c:v>-0.0536232</c:v>
                </c:pt>
                <c:pt idx="746">
                  <c:v>0.0003520333333333333</c:v>
                </c:pt>
                <c:pt idx="747">
                  <c:v>-0.01908026666666666</c:v>
                </c:pt>
                <c:pt idx="748">
                  <c:v>-0.0429239</c:v>
                </c:pt>
                <c:pt idx="749">
                  <c:v>-0.02847706666666667</c:v>
                </c:pt>
                <c:pt idx="750">
                  <c:v>0.0427753</c:v>
                </c:pt>
                <c:pt idx="754">
                  <c:v>-0.06764013333333334</c:v>
                </c:pt>
                <c:pt idx="755">
                  <c:v>-0.1450488</c:v>
                </c:pt>
                <c:pt idx="756">
                  <c:v>-0.3123597</c:v>
                </c:pt>
                <c:pt idx="757">
                  <c:v>-0.3470863</c:v>
                </c:pt>
                <c:pt idx="758">
                  <c:v>-0.4350348666666666</c:v>
                </c:pt>
                <c:pt idx="759">
                  <c:v>-0.5421542333333332</c:v>
                </c:pt>
                <c:pt idx="760">
                  <c:v>-0.5420124666666667</c:v>
                </c:pt>
                <c:pt idx="761">
                  <c:v>-0.601822</c:v>
                </c:pt>
                <c:pt idx="762">
                  <c:v>-0.6343130666666666</c:v>
                </c:pt>
                <c:pt idx="763">
                  <c:v>-0.6810356999999999</c:v>
                </c:pt>
                <c:pt idx="764">
                  <c:v>-0.6730831333333333</c:v>
                </c:pt>
                <c:pt idx="765">
                  <c:v>-0.6648586333333333</c:v>
                </c:pt>
                <c:pt idx="766">
                  <c:v>-0.6345181</c:v>
                </c:pt>
                <c:pt idx="767">
                  <c:v>-0.6143860333333333</c:v>
                </c:pt>
                <c:pt idx="768">
                  <c:v>-0.6143860333333333</c:v>
                </c:pt>
                <c:pt idx="769">
                  <c:v>-0.6143860333333333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E9-4077-BDF7-7E444738F8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0145295"/>
        <c:axId val="390144335"/>
      </c:lineChart>
      <c:dateAx>
        <c:axId val="390145295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4335"/>
        <c:crossesAt val="0"/>
        <c:auto val="1"/>
        <c:lblOffset val="100"/>
        <c:baseTimeUnit val="days"/>
      </c:dateAx>
      <c:valAx>
        <c:axId val="390144335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'Component treatment'!$AO$4</c:f>
              <c:strCache>
                <c:ptCount val="1"/>
                <c:pt idx="0">
                  <c:v>short_interest</c:v>
                </c:pt>
              </c:strCache>
            </c:strRef>
          </c:tx>
          <c:spPr>
            <a:ln w="19050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'Component treatment'!$AN$5:$AN$50000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treatment'!$AO$5:$AO$50000</c:f>
              <c:numCache>
                <c:formatCode>0.0%</c:formatCode>
                <c:ptCount val="49996"/>
                <c:pt idx="0">
                  <c:v>0.0574053943775159</c:v>
                </c:pt>
                <c:pt idx="1">
                  <c:v>0.05742981474160823</c:v>
                </c:pt>
                <c:pt idx="2">
                  <c:v>0.05800215043782717</c:v>
                </c:pt>
                <c:pt idx="3">
                  <c:v>0.05884643422250047</c:v>
                </c:pt>
                <c:pt idx="4">
                  <c:v>0.05949601197345061</c:v>
                </c:pt>
                <c:pt idx="5">
                  <c:v>0.05984991487233032</c:v>
                </c:pt>
                <c:pt idx="6">
                  <c:v>0.05963047289888245</c:v>
                </c:pt>
                <c:pt idx="7">
                  <c:v>0.05965018654677633</c:v>
                </c:pt>
                <c:pt idx="8">
                  <c:v>0.05973334076074351</c:v>
                </c:pt>
                <c:pt idx="9">
                  <c:v>0.05973367150053161</c:v>
                </c:pt>
                <c:pt idx="10">
                  <c:v>0.06003634956889067</c:v>
                </c:pt>
                <c:pt idx="11">
                  <c:v>0.05966571828133765</c:v>
                </c:pt>
                <c:pt idx="12">
                  <c:v>0.05952498608218778</c:v>
                </c:pt>
                <c:pt idx="13">
                  <c:v>0.05979760463551153</c:v>
                </c:pt>
                <c:pt idx="14">
                  <c:v>0.05957621602716542</c:v>
                </c:pt>
                <c:pt idx="15">
                  <c:v>0.0605488353922902</c:v>
                </c:pt>
                <c:pt idx="16">
                  <c:v>0.06132786235426185</c:v>
                </c:pt>
                <c:pt idx="17">
                  <c:v>0.06130265114190593</c:v>
                </c:pt>
                <c:pt idx="18">
                  <c:v>0.06129712807422014</c:v>
                </c:pt>
                <c:pt idx="19">
                  <c:v>0.06115798816391681</c:v>
                </c:pt>
                <c:pt idx="20">
                  <c:v>0.06153802227220226</c:v>
                </c:pt>
                <c:pt idx="21">
                  <c:v>0.06098478968013011</c:v>
                </c:pt>
                <c:pt idx="22">
                  <c:v>0.06100449499055939</c:v>
                </c:pt>
                <c:pt idx="23">
                  <c:v>0.06024118390411944</c:v>
                </c:pt>
                <c:pt idx="24">
                  <c:v>0.06045441803840181</c:v>
                </c:pt>
                <c:pt idx="25">
                  <c:v>0.06065806495852666</c:v>
                </c:pt>
                <c:pt idx="26">
                  <c:v>0.06137605225959453</c:v>
                </c:pt>
                <c:pt idx="27">
                  <c:v>0.06142074071008247</c:v>
                </c:pt>
                <c:pt idx="28">
                  <c:v>0.06261908348508798</c:v>
                </c:pt>
                <c:pt idx="29">
                  <c:v>0.06386168161253972</c:v>
                </c:pt>
                <c:pt idx="30">
                  <c:v>0.06348694774919088</c:v>
                </c:pt>
                <c:pt idx="31">
                  <c:v>0.0629879341922781</c:v>
                </c:pt>
                <c:pt idx="32">
                  <c:v>0.06290200713077802</c:v>
                </c:pt>
                <c:pt idx="33">
                  <c:v>0.06341691807095917</c:v>
                </c:pt>
                <c:pt idx="34">
                  <c:v>0.06324453050569165</c:v>
                </c:pt>
                <c:pt idx="35">
                  <c:v>0.06393081249332268</c:v>
                </c:pt>
                <c:pt idx="36">
                  <c:v>0.0644129817907433</c:v>
                </c:pt>
                <c:pt idx="37">
                  <c:v>0.06431237263845631</c:v>
                </c:pt>
                <c:pt idx="38">
                  <c:v>0.06415766259990975</c:v>
                </c:pt>
                <c:pt idx="39">
                  <c:v>0.06449743099004977</c:v>
                </c:pt>
                <c:pt idx="40">
                  <c:v>0.06465279046627022</c:v>
                </c:pt>
                <c:pt idx="41">
                  <c:v>0.06529332999449845</c:v>
                </c:pt>
                <c:pt idx="42">
                  <c:v>0.06534131529494633</c:v>
                </c:pt>
                <c:pt idx="43">
                  <c:v>0.06546574985175942</c:v>
                </c:pt>
                <c:pt idx="44">
                  <c:v>0.06574912496291094</c:v>
                </c:pt>
                <c:pt idx="45">
                  <c:v>0.06546169197491256</c:v>
                </c:pt>
                <c:pt idx="46">
                  <c:v>0.06578533691350039</c:v>
                </c:pt>
                <c:pt idx="47">
                  <c:v>0.06521435480469548</c:v>
                </c:pt>
                <c:pt idx="48">
                  <c:v>0.06528735232439058</c:v>
                </c:pt>
                <c:pt idx="49">
                  <c:v>0.06521798624216328</c:v>
                </c:pt>
                <c:pt idx="50">
                  <c:v>0.06594184218697663</c:v>
                </c:pt>
                <c:pt idx="51">
                  <c:v>0.06709161363020436</c:v>
                </c:pt>
                <c:pt idx="52">
                  <c:v>0.06780637560230164</c:v>
                </c:pt>
                <c:pt idx="53">
                  <c:v>0.0682629475880756</c:v>
                </c:pt>
                <c:pt idx="54">
                  <c:v>0.06755340773144082</c:v>
                </c:pt>
                <c:pt idx="55">
                  <c:v>0.06743519165857838</c:v>
                </c:pt>
                <c:pt idx="56">
                  <c:v>0.06749315453590621</c:v>
                </c:pt>
                <c:pt idx="57">
                  <c:v>0.06807043993744955</c:v>
                </c:pt>
                <c:pt idx="58">
                  <c:v>0.06746146717690138</c:v>
                </c:pt>
                <c:pt idx="59">
                  <c:v>0.0678025694933888</c:v>
                </c:pt>
                <c:pt idx="60">
                  <c:v>0.06893214328065073</c:v>
                </c:pt>
                <c:pt idx="61">
                  <c:v>0.06825585565418942</c:v>
                </c:pt>
                <c:pt idx="62">
                  <c:v>0.06782932934700378</c:v>
                </c:pt>
                <c:pt idx="63">
                  <c:v>0.0665467309885979</c:v>
                </c:pt>
                <c:pt idx="64">
                  <c:v>0.0657949033932322</c:v>
                </c:pt>
                <c:pt idx="65">
                  <c:v>0.06588507231326977</c:v>
                </c:pt>
                <c:pt idx="66">
                  <c:v>0.06598540717607286</c:v>
                </c:pt>
                <c:pt idx="67">
                  <c:v>0.06459643319596883</c:v>
                </c:pt>
                <c:pt idx="68">
                  <c:v>0.06444993179267873</c:v>
                </c:pt>
                <c:pt idx="69">
                  <c:v>0.06480161570443017</c:v>
                </c:pt>
                <c:pt idx="70">
                  <c:v>0.06439140666640802</c:v>
                </c:pt>
                <c:pt idx="71">
                  <c:v>0.06289926627623449</c:v>
                </c:pt>
                <c:pt idx="72">
                  <c:v>0.06143187146489654</c:v>
                </c:pt>
                <c:pt idx="73">
                  <c:v>0.06109742151117149</c:v>
                </c:pt>
                <c:pt idx="74">
                  <c:v>0.06044296598332674</c:v>
                </c:pt>
                <c:pt idx="75">
                  <c:v>0.05949690152075601</c:v>
                </c:pt>
                <c:pt idx="76">
                  <c:v>0.05970666180904859</c:v>
                </c:pt>
                <c:pt idx="77">
                  <c:v>0.05954020786066046</c:v>
                </c:pt>
                <c:pt idx="78">
                  <c:v>0.05946254273290214</c:v>
                </c:pt>
                <c:pt idx="79">
                  <c:v>0.05957968127761278</c:v>
                </c:pt>
                <c:pt idx="80">
                  <c:v>0.05990070427681125</c:v>
                </c:pt>
                <c:pt idx="81">
                  <c:v>0.06059801225184909</c:v>
                </c:pt>
                <c:pt idx="82">
                  <c:v>0.0608275160284469</c:v>
                </c:pt>
                <c:pt idx="83">
                  <c:v>0.06010690828438484</c:v>
                </c:pt>
                <c:pt idx="84">
                  <c:v>0.06035384962050326</c:v>
                </c:pt>
                <c:pt idx="85">
                  <c:v>0.05949980385086865</c:v>
                </c:pt>
                <c:pt idx="86">
                  <c:v>0.05977798894036787</c:v>
                </c:pt>
                <c:pt idx="87">
                  <c:v>0.05971991026045799</c:v>
                </c:pt>
                <c:pt idx="88">
                  <c:v>0.05953365419208569</c:v>
                </c:pt>
                <c:pt idx="89">
                  <c:v>0.06028013708997549</c:v>
                </c:pt>
                <c:pt idx="90">
                  <c:v>0.06103740884669559</c:v>
                </c:pt>
                <c:pt idx="91">
                  <c:v>0.06096923035255816</c:v>
                </c:pt>
                <c:pt idx="92">
                  <c:v>0.06008782127852926</c:v>
                </c:pt>
                <c:pt idx="93">
                  <c:v>0.05862663465662887</c:v>
                </c:pt>
                <c:pt idx="94">
                  <c:v>0.05777707548323333</c:v>
                </c:pt>
                <c:pt idx="95">
                  <c:v>0.057930126635767173</c:v>
                </c:pt>
                <c:pt idx="96">
                  <c:v>0.05699204121480105</c:v>
                </c:pt>
                <c:pt idx="97">
                  <c:v>0.05666652146830881</c:v>
                </c:pt>
                <c:pt idx="98">
                  <c:v>0.05550497063803315</c:v>
                </c:pt>
                <c:pt idx="99">
                  <c:v>0.05550497063803315</c:v>
                </c:pt>
                <c:pt idx="100">
                  <c:v>0.05581711680567201</c:v>
                </c:pt>
                <c:pt idx="101">
                  <c:v>0.05713426479588953</c:v>
                </c:pt>
                <c:pt idx="102">
                  <c:v>0.05825727929870245</c:v>
                </c:pt>
                <c:pt idx="103">
                  <c:v>0.05844154172003527</c:v>
                </c:pt>
                <c:pt idx="104">
                  <c:v>0.05848059038135508</c:v>
                </c:pt>
                <c:pt idx="105">
                  <c:v>0.0579757535798066</c:v>
                </c:pt>
                <c:pt idx="106">
                  <c:v>0.05828012484477841</c:v>
                </c:pt>
                <c:pt idx="107">
                  <c:v>0.05852868923787708</c:v>
                </c:pt>
                <c:pt idx="108">
                  <c:v>0.05869715238056226</c:v>
                </c:pt>
                <c:pt idx="109">
                  <c:v>0.05881469370957271</c:v>
                </c:pt>
                <c:pt idx="110">
                  <c:v>0.05863917021741214</c:v>
                </c:pt>
                <c:pt idx="111">
                  <c:v>0.0590092679209179</c:v>
                </c:pt>
                <c:pt idx="112">
                  <c:v>0.0597502854425515</c:v>
                </c:pt>
                <c:pt idx="113">
                  <c:v>0.06024520152277801</c:v>
                </c:pt>
                <c:pt idx="114">
                  <c:v>0.06100072299673955</c:v>
                </c:pt>
                <c:pt idx="115">
                  <c:v>0.06077614038628435</c:v>
                </c:pt>
                <c:pt idx="116">
                  <c:v>0.06030760670405171</c:v>
                </c:pt>
                <c:pt idx="117">
                  <c:v>0.0606515377389674</c:v>
                </c:pt>
                <c:pt idx="118">
                  <c:v>0.05986159844960769</c:v>
                </c:pt>
                <c:pt idx="119">
                  <c:v>0.060364447078392273</c:v>
                </c:pt>
                <c:pt idx="120">
                  <c:v>0.06047353638327928</c:v>
                </c:pt>
                <c:pt idx="121">
                  <c:v>0.0605896238539825</c:v>
                </c:pt>
                <c:pt idx="122">
                  <c:v>0.06111250432203401</c:v>
                </c:pt>
                <c:pt idx="123">
                  <c:v>0.06050923207457601</c:v>
                </c:pt>
                <c:pt idx="124">
                  <c:v>0.06101045356881416</c:v>
                </c:pt>
                <c:pt idx="125">
                  <c:v>0.06155836367042584</c:v>
                </c:pt>
                <c:pt idx="126">
                  <c:v>0.06211759424256837</c:v>
                </c:pt>
                <c:pt idx="127">
                  <c:v>0.06169591008808859</c:v>
                </c:pt>
                <c:pt idx="128">
                  <c:v>0.06135116317474885</c:v>
                </c:pt>
                <c:pt idx="129">
                  <c:v>0.06179739840850983</c:v>
                </c:pt>
                <c:pt idx="130">
                  <c:v>0.06120749657226678</c:v>
                </c:pt>
                <c:pt idx="131">
                  <c:v>0.06074794172712328</c:v>
                </c:pt>
                <c:pt idx="132">
                  <c:v>0.0615444210077516</c:v>
                </c:pt>
                <c:pt idx="133">
                  <c:v>0.06164836870565049</c:v>
                </c:pt>
                <c:pt idx="134">
                  <c:v>0.06172551545254953</c:v>
                </c:pt>
                <c:pt idx="135">
                  <c:v>0.06156275394523961</c:v>
                </c:pt>
                <c:pt idx="136">
                  <c:v>0.0613348809395259</c:v>
                </c:pt>
                <c:pt idx="137">
                  <c:v>0.06186061155567937</c:v>
                </c:pt>
                <c:pt idx="138">
                  <c:v>0.06162314089003756</c:v>
                </c:pt>
                <c:pt idx="139">
                  <c:v>0.06219452325145582</c:v>
                </c:pt>
                <c:pt idx="140">
                  <c:v>0.06122962452219547</c:v>
                </c:pt>
                <c:pt idx="141">
                  <c:v>0.06136897017943462</c:v>
                </c:pt>
                <c:pt idx="142">
                  <c:v>0.06208644894097199</c:v>
                </c:pt>
                <c:pt idx="143">
                  <c:v>0.06229274456095384</c:v>
                </c:pt>
                <c:pt idx="144">
                  <c:v>0.06255419782087397</c:v>
                </c:pt>
                <c:pt idx="145">
                  <c:v>0.06244753243037332</c:v>
                </c:pt>
                <c:pt idx="146">
                  <c:v>0.06228564552515367</c:v>
                </c:pt>
                <c:pt idx="147">
                  <c:v>0.0627161971582858</c:v>
                </c:pt>
                <c:pt idx="148">
                  <c:v>0.06203059830910706</c:v>
                </c:pt>
                <c:pt idx="149">
                  <c:v>0.06216240103863097</c:v>
                </c:pt>
                <c:pt idx="150">
                  <c:v>0.06266512948168164</c:v>
                </c:pt>
                <c:pt idx="151">
                  <c:v>0.06345556356270074</c:v>
                </c:pt>
                <c:pt idx="152">
                  <c:v>0.0659937596314497</c:v>
                </c:pt>
                <c:pt idx="153">
                  <c:v>0.06506383147377993</c:v>
                </c:pt>
                <c:pt idx="154">
                  <c:v>0.06334781954647327</c:v>
                </c:pt>
                <c:pt idx="155">
                  <c:v>0.06231922125839037</c:v>
                </c:pt>
                <c:pt idx="156">
                  <c:v>0.06167631546165254</c:v>
                </c:pt>
                <c:pt idx="157">
                  <c:v>0.06194105637028724</c:v>
                </c:pt>
                <c:pt idx="158">
                  <c:v>0.06169822627831432</c:v>
                </c:pt>
                <c:pt idx="159">
                  <c:v>0.06243744034648447</c:v>
                </c:pt>
                <c:pt idx="160">
                  <c:v>0.06265662527781302</c:v>
                </c:pt>
                <c:pt idx="161">
                  <c:v>0.06254194065859886</c:v>
                </c:pt>
                <c:pt idx="162">
                  <c:v>0.06272447445599566</c:v>
                </c:pt>
                <c:pt idx="163">
                  <c:v>0.06262717871658506</c:v>
                </c:pt>
                <c:pt idx="164">
                  <c:v>0.06241300762965545</c:v>
                </c:pt>
                <c:pt idx="165">
                  <c:v>0.06212989003231601</c:v>
                </c:pt>
                <c:pt idx="166">
                  <c:v>0.0622919054077616</c:v>
                </c:pt>
                <c:pt idx="167">
                  <c:v>0.06212830074284694</c:v>
                </c:pt>
                <c:pt idx="168">
                  <c:v>0.0618389423200075</c:v>
                </c:pt>
                <c:pt idx="169">
                  <c:v>0.06250328423010056</c:v>
                </c:pt>
                <c:pt idx="170">
                  <c:v>0.06384966382057576</c:v>
                </c:pt>
                <c:pt idx="171">
                  <c:v>0.06509950018853733</c:v>
                </c:pt>
                <c:pt idx="172">
                  <c:v>0.06664714608785496</c:v>
                </c:pt>
                <c:pt idx="173">
                  <c:v>0.06767976629481469</c:v>
                </c:pt>
                <c:pt idx="174">
                  <c:v>0.06897404925590774</c:v>
                </c:pt>
                <c:pt idx="175">
                  <c:v>0.07002817124885714</c:v>
                </c:pt>
                <c:pt idx="176">
                  <c:v>0.07180886928439566</c:v>
                </c:pt>
                <c:pt idx="177">
                  <c:v>0.07023456725205353</c:v>
                </c:pt>
                <c:pt idx="178">
                  <c:v>0.06977177071129434</c:v>
                </c:pt>
                <c:pt idx="179">
                  <c:v>0.069643275123509</c:v>
                </c:pt>
                <c:pt idx="180">
                  <c:v>0.06840552939661464</c:v>
                </c:pt>
                <c:pt idx="181">
                  <c:v>0.0680253123829197</c:v>
                </c:pt>
                <c:pt idx="182">
                  <c:v>0.06641656928572376</c:v>
                </c:pt>
                <c:pt idx="183">
                  <c:v>0.06660690440257576</c:v>
                </c:pt>
                <c:pt idx="184">
                  <c:v>0.06618696934194611</c:v>
                </c:pt>
                <c:pt idx="185">
                  <c:v>0.06566058661554856</c:v>
                </c:pt>
                <c:pt idx="186">
                  <c:v>0.06515828113699283</c:v>
                </c:pt>
                <c:pt idx="187">
                  <c:v>0.06518028354578509</c:v>
                </c:pt>
                <c:pt idx="188">
                  <c:v>0.06508287475210661</c:v>
                </c:pt>
                <c:pt idx="189">
                  <c:v>0.06585622947237087</c:v>
                </c:pt>
                <c:pt idx="190">
                  <c:v>0.06583841634062837</c:v>
                </c:pt>
                <c:pt idx="191">
                  <c:v>0.06522161543064273</c:v>
                </c:pt>
                <c:pt idx="192">
                  <c:v>0.06506477712723305</c:v>
                </c:pt>
                <c:pt idx="193">
                  <c:v>0.06519734986614256</c:v>
                </c:pt>
                <c:pt idx="194">
                  <c:v>0.06483870168051617</c:v>
                </c:pt>
                <c:pt idx="195">
                  <c:v>0.06501086324796132</c:v>
                </c:pt>
                <c:pt idx="196">
                  <c:v>0.06386125426488043</c:v>
                </c:pt>
                <c:pt idx="197">
                  <c:v>0.06291505029629198</c:v>
                </c:pt>
                <c:pt idx="198">
                  <c:v>0.0631879805864505</c:v>
                </c:pt>
                <c:pt idx="199">
                  <c:v>0.06325045781750611</c:v>
                </c:pt>
                <c:pt idx="200">
                  <c:v>0.0628838440669628</c:v>
                </c:pt>
                <c:pt idx="201">
                  <c:v>0.06155939573876076</c:v>
                </c:pt>
                <c:pt idx="202">
                  <c:v>0.06201311407288574</c:v>
                </c:pt>
                <c:pt idx="203">
                  <c:v>0.06342386495518972</c:v>
                </c:pt>
                <c:pt idx="204">
                  <c:v>0.06330611248935714</c:v>
                </c:pt>
                <c:pt idx="205">
                  <c:v>0.06227191822320885</c:v>
                </c:pt>
                <c:pt idx="206">
                  <c:v>0.06223783963061073</c:v>
                </c:pt>
                <c:pt idx="207">
                  <c:v>0.06215704839811355</c:v>
                </c:pt>
                <c:pt idx="208">
                  <c:v>0.06224064519610551</c:v>
                </c:pt>
                <c:pt idx="209">
                  <c:v>0.06279485599703132</c:v>
                </c:pt>
                <c:pt idx="210">
                  <c:v>0.06261425588172921</c:v>
                </c:pt>
                <c:pt idx="211">
                  <c:v>0.06273842523845435</c:v>
                </c:pt>
                <c:pt idx="212">
                  <c:v>0.06266538731252659</c:v>
                </c:pt>
                <c:pt idx="213">
                  <c:v>0.06297098889088992</c:v>
                </c:pt>
                <c:pt idx="214">
                  <c:v>0.06324102517506756</c:v>
                </c:pt>
                <c:pt idx="215">
                  <c:v>0.063699284012316</c:v>
                </c:pt>
                <c:pt idx="216">
                  <c:v>0.06327885932893305</c:v>
                </c:pt>
                <c:pt idx="217">
                  <c:v>0.06322923492362247</c:v>
                </c:pt>
                <c:pt idx="218">
                  <c:v>0.06410839033117767</c:v>
                </c:pt>
                <c:pt idx="219">
                  <c:v>0.06571673025261687</c:v>
                </c:pt>
                <c:pt idx="220">
                  <c:v>0.06430870374568204</c:v>
                </c:pt>
                <c:pt idx="221">
                  <c:v>0.0636552639569838</c:v>
                </c:pt>
                <c:pt idx="222">
                  <c:v>0.0636552639569838</c:v>
                </c:pt>
                <c:pt idx="223">
                  <c:v>0.06426645386452097</c:v>
                </c:pt>
                <c:pt idx="224">
                  <c:v>0.06517930183930343</c:v>
                </c:pt>
                <c:pt idx="225">
                  <c:v>0.06561936397195431</c:v>
                </c:pt>
                <c:pt idx="226">
                  <c:v>0.06520318272776161</c:v>
                </c:pt>
                <c:pt idx="227">
                  <c:v>0.06526871101223546</c:v>
                </c:pt>
                <c:pt idx="228">
                  <c:v>0.06505985142283853</c:v>
                </c:pt>
                <c:pt idx="229">
                  <c:v>0.06467835948690867</c:v>
                </c:pt>
                <c:pt idx="230">
                  <c:v>0.0644830915734765</c:v>
                </c:pt>
                <c:pt idx="231">
                  <c:v>0.06376339414817571</c:v>
                </c:pt>
                <c:pt idx="232">
                  <c:v>0.06288224911303528</c:v>
                </c:pt>
                <c:pt idx="233">
                  <c:v>0.06175766268168016</c:v>
                </c:pt>
                <c:pt idx="234">
                  <c:v>0.06098628406914582</c:v>
                </c:pt>
                <c:pt idx="235">
                  <c:v>0.06101068140375988</c:v>
                </c:pt>
                <c:pt idx="236">
                  <c:v>0.06131686772655384</c:v>
                </c:pt>
                <c:pt idx="237">
                  <c:v>0.06106297301433109</c:v>
                </c:pt>
                <c:pt idx="238">
                  <c:v>0.06150022550878014</c:v>
                </c:pt>
                <c:pt idx="239">
                  <c:v>0.0627296710802612</c:v>
                </c:pt>
                <c:pt idx="240">
                  <c:v>0.06186473798297585</c:v>
                </c:pt>
                <c:pt idx="241">
                  <c:v>0.06134000215129588</c:v>
                </c:pt>
                <c:pt idx="242">
                  <c:v>0.06136606656581294</c:v>
                </c:pt>
                <c:pt idx="243">
                  <c:v>0.06096073436591029</c:v>
                </c:pt>
                <c:pt idx="244">
                  <c:v>0.06125411779541956</c:v>
                </c:pt>
                <c:pt idx="245">
                  <c:v>0.06163058234820048</c:v>
                </c:pt>
                <c:pt idx="246">
                  <c:v>0.06163058234820048</c:v>
                </c:pt>
                <c:pt idx="247">
                  <c:v>0.06104143868224315</c:v>
                </c:pt>
                <c:pt idx="248">
                  <c:v>0.06140968747020131</c:v>
                </c:pt>
                <c:pt idx="249">
                  <c:v>0.06173091827496226</c:v>
                </c:pt>
                <c:pt idx="250">
                  <c:v>0.06193254706405908</c:v>
                </c:pt>
                <c:pt idx="251">
                  <c:v>0.06228884041708695</c:v>
                </c:pt>
                <c:pt idx="252">
                  <c:v>0.06195017052557988</c:v>
                </c:pt>
                <c:pt idx="253">
                  <c:v>0.06109122531686111</c:v>
                </c:pt>
                <c:pt idx="254">
                  <c:v>0.06067312239717745</c:v>
                </c:pt>
                <c:pt idx="255">
                  <c:v>0.0607015939750401</c:v>
                </c:pt>
                <c:pt idx="256">
                  <c:v>0.06103807119825441</c:v>
                </c:pt>
                <c:pt idx="257">
                  <c:v>0.06108496607424579</c:v>
                </c:pt>
                <c:pt idx="258">
                  <c:v>0.06099102834335934</c:v>
                </c:pt>
                <c:pt idx="259">
                  <c:v>0.06161396018342905</c:v>
                </c:pt>
                <c:pt idx="260">
                  <c:v>0.06009355391641969</c:v>
                </c:pt>
                <c:pt idx="261">
                  <c:v>0.0599479485351079</c:v>
                </c:pt>
                <c:pt idx="262">
                  <c:v>0.0587100080876011</c:v>
                </c:pt>
                <c:pt idx="263">
                  <c:v>0.05832628120678532</c:v>
                </c:pt>
                <c:pt idx="264">
                  <c:v>0.05793348219464382</c:v>
                </c:pt>
                <c:pt idx="265">
                  <c:v>0.05727569999539867</c:v>
                </c:pt>
                <c:pt idx="266">
                  <c:v>0.05685017201778852</c:v>
                </c:pt>
                <c:pt idx="267">
                  <c:v>0.05677559244122777</c:v>
                </c:pt>
                <c:pt idx="268">
                  <c:v>0.05697527904761024</c:v>
                </c:pt>
                <c:pt idx="269">
                  <c:v>0.05792708940094311</c:v>
                </c:pt>
                <c:pt idx="270">
                  <c:v>0.05691992838569428</c:v>
                </c:pt>
                <c:pt idx="271">
                  <c:v>0.05835641854732836</c:v>
                </c:pt>
                <c:pt idx="272">
                  <c:v>0.05810200568576634</c:v>
                </c:pt>
                <c:pt idx="273">
                  <c:v>0.05681499718233044</c:v>
                </c:pt>
                <c:pt idx="274">
                  <c:v>0.05657981663630476</c:v>
                </c:pt>
                <c:pt idx="275">
                  <c:v>0.0570775577445152</c:v>
                </c:pt>
                <c:pt idx="276">
                  <c:v>0.05735394224602164</c:v>
                </c:pt>
                <c:pt idx="277">
                  <c:v>0.05755535048076273</c:v>
                </c:pt>
                <c:pt idx="278">
                  <c:v>0.05757087725641689</c:v>
                </c:pt>
                <c:pt idx="279">
                  <c:v>0.05785724283435845</c:v>
                </c:pt>
                <c:pt idx="280">
                  <c:v>0.05758558047327862</c:v>
                </c:pt>
                <c:pt idx="281">
                  <c:v>0.05792310070059619</c:v>
                </c:pt>
                <c:pt idx="282">
                  <c:v>0.05807426435787726</c:v>
                </c:pt>
                <c:pt idx="283">
                  <c:v>0.05844812312956819</c:v>
                </c:pt>
                <c:pt idx="284">
                  <c:v>0.06069745667056103</c:v>
                </c:pt>
                <c:pt idx="285">
                  <c:v>0.06044554071992406</c:v>
                </c:pt>
                <c:pt idx="286">
                  <c:v>0.06012921852717124</c:v>
                </c:pt>
                <c:pt idx="287">
                  <c:v>0.06032841582126611</c:v>
                </c:pt>
                <c:pt idx="288">
                  <c:v>0.06084215634705629</c:v>
                </c:pt>
                <c:pt idx="289">
                  <c:v>0.060665843995426</c:v>
                </c:pt>
                <c:pt idx="290">
                  <c:v>0.06039667575794923</c:v>
                </c:pt>
                <c:pt idx="291">
                  <c:v>0.0608114472350893</c:v>
                </c:pt>
                <c:pt idx="292">
                  <c:v>0.06064046710370236</c:v>
                </c:pt>
                <c:pt idx="293">
                  <c:v>0.06086378459505885</c:v>
                </c:pt>
                <c:pt idx="294">
                  <c:v>0.06121282754064253</c:v>
                </c:pt>
                <c:pt idx="295">
                  <c:v>0.06130802945853884</c:v>
                </c:pt>
                <c:pt idx="296">
                  <c:v>0.06194826167415263</c:v>
                </c:pt>
                <c:pt idx="297">
                  <c:v>0.06290613836977811</c:v>
                </c:pt>
                <c:pt idx="298">
                  <c:v>0.0631252439943833</c:v>
                </c:pt>
                <c:pt idx="299">
                  <c:v>0.063137746915271</c:v>
                </c:pt>
                <c:pt idx="300">
                  <c:v>0.06267806446244939</c:v>
                </c:pt>
                <c:pt idx="301">
                  <c:v>0.06274760334478763</c:v>
                </c:pt>
                <c:pt idx="302">
                  <c:v>0.06412483119121727</c:v>
                </c:pt>
                <c:pt idx="303">
                  <c:v>0.06356379073403211</c:v>
                </c:pt>
                <c:pt idx="304">
                  <c:v>0.06443603986379945</c:v>
                </c:pt>
                <c:pt idx="305">
                  <c:v>0.06311350586362433</c:v>
                </c:pt>
                <c:pt idx="306">
                  <c:v>0.06284320923714272</c:v>
                </c:pt>
                <c:pt idx="307">
                  <c:v>0.06309563369794291</c:v>
                </c:pt>
                <c:pt idx="308">
                  <c:v>0.06300889079819584</c:v>
                </c:pt>
                <c:pt idx="309">
                  <c:v>0.06348942260843954</c:v>
                </c:pt>
                <c:pt idx="310">
                  <c:v>0.062806040809481</c:v>
                </c:pt>
                <c:pt idx="311">
                  <c:v>0.06261998895433876</c:v>
                </c:pt>
                <c:pt idx="312">
                  <c:v>0.06299328384288509</c:v>
                </c:pt>
                <c:pt idx="313">
                  <c:v>0.06335960823575772</c:v>
                </c:pt>
                <c:pt idx="314">
                  <c:v>0.0645465749268403</c:v>
                </c:pt>
                <c:pt idx="315">
                  <c:v>0.06441166850433853</c:v>
                </c:pt>
                <c:pt idx="316">
                  <c:v>0.06373125602205412</c:v>
                </c:pt>
                <c:pt idx="317">
                  <c:v>0.06388397540776077</c:v>
                </c:pt>
                <c:pt idx="318">
                  <c:v>0.0647800213650846</c:v>
                </c:pt>
                <c:pt idx="319">
                  <c:v>0.06510783199365527</c:v>
                </c:pt>
                <c:pt idx="320">
                  <c:v>0.0659019249492122</c:v>
                </c:pt>
                <c:pt idx="321">
                  <c:v>0.06586580123321045</c:v>
                </c:pt>
                <c:pt idx="322">
                  <c:v>0.06613123473752101</c:v>
                </c:pt>
                <c:pt idx="323">
                  <c:v>0.06710413673465072</c:v>
                </c:pt>
                <c:pt idx="324">
                  <c:v>0.06632580977537339</c:v>
                </c:pt>
                <c:pt idx="325">
                  <c:v>0.06588334177586967</c:v>
                </c:pt>
                <c:pt idx="326">
                  <c:v>0.06614709806567681</c:v>
                </c:pt>
                <c:pt idx="327">
                  <c:v>0.06593209279001379</c:v>
                </c:pt>
                <c:pt idx="328">
                  <c:v>0.06561983073522676</c:v>
                </c:pt>
                <c:pt idx="329">
                  <c:v>0.06437009572147141</c:v>
                </c:pt>
                <c:pt idx="330">
                  <c:v>0.06442572783247283</c:v>
                </c:pt>
                <c:pt idx="331">
                  <c:v>0.06557611559779132</c:v>
                </c:pt>
                <c:pt idx="332">
                  <c:v>0.06601576356499111</c:v>
                </c:pt>
                <c:pt idx="333">
                  <c:v>0.06604165830705581</c:v>
                </c:pt>
                <c:pt idx="334">
                  <c:v>0.0657616482957141</c:v>
                </c:pt>
                <c:pt idx="335">
                  <c:v>0.0654783232299372</c:v>
                </c:pt>
                <c:pt idx="336">
                  <c:v>0.06482021754658643</c:v>
                </c:pt>
                <c:pt idx="337">
                  <c:v>0.06554736977851829</c:v>
                </c:pt>
                <c:pt idx="338">
                  <c:v>0.0655237997407873</c:v>
                </c:pt>
                <c:pt idx="339">
                  <c:v>0.06535045719474918</c:v>
                </c:pt>
                <c:pt idx="340">
                  <c:v>0.06594468528748117</c:v>
                </c:pt>
                <c:pt idx="341">
                  <c:v>0.06637071127496051</c:v>
                </c:pt>
                <c:pt idx="342">
                  <c:v>0.06684523408304265</c:v>
                </c:pt>
                <c:pt idx="343">
                  <c:v>0.06684691495363067</c:v>
                </c:pt>
                <c:pt idx="344">
                  <c:v>0.0674436273686236</c:v>
                </c:pt>
                <c:pt idx="345">
                  <c:v>0.06823765402395479</c:v>
                </c:pt>
                <c:pt idx="346">
                  <c:v>0.06835499667315133</c:v>
                </c:pt>
                <c:pt idx="347">
                  <c:v>0.06976023043058052</c:v>
                </c:pt>
                <c:pt idx="348">
                  <c:v>0.06976023043058052</c:v>
                </c:pt>
                <c:pt idx="349">
                  <c:v>0.06913442285312521</c:v>
                </c:pt>
                <c:pt idx="350">
                  <c:v>0.06891146453382625</c:v>
                </c:pt>
                <c:pt idx="351">
                  <c:v>0.06819321863495757</c:v>
                </c:pt>
                <c:pt idx="352">
                  <c:v>0.06819321863495757</c:v>
                </c:pt>
                <c:pt idx="353">
                  <c:v>0.06894957884974684</c:v>
                </c:pt>
                <c:pt idx="354">
                  <c:v>0.06839739771027682</c:v>
                </c:pt>
                <c:pt idx="355">
                  <c:v>0.06955434818763664</c:v>
                </c:pt>
                <c:pt idx="356">
                  <c:v>0.0688909511466191</c:v>
                </c:pt>
                <c:pt idx="357">
                  <c:v>0.07001535621863109</c:v>
                </c:pt>
                <c:pt idx="358">
                  <c:v>0.0696123160737488</c:v>
                </c:pt>
                <c:pt idx="359">
                  <c:v>0.06977587347250926</c:v>
                </c:pt>
                <c:pt idx="360">
                  <c:v>0.06982286698957936</c:v>
                </c:pt>
                <c:pt idx="361">
                  <c:v>0.06999638270417244</c:v>
                </c:pt>
                <c:pt idx="362">
                  <c:v>0.07017430774537807</c:v>
                </c:pt>
                <c:pt idx="363">
                  <c:v>0.0704829342817052</c:v>
                </c:pt>
                <c:pt idx="364">
                  <c:v>0.0702896345850168</c:v>
                </c:pt>
                <c:pt idx="365">
                  <c:v>0.07093675081665664</c:v>
                </c:pt>
                <c:pt idx="366">
                  <c:v>0.06980270544230084</c:v>
                </c:pt>
                <c:pt idx="367">
                  <c:v>0.0694776561330079</c:v>
                </c:pt>
                <c:pt idx="368">
                  <c:v>0.06935932645238667</c:v>
                </c:pt>
                <c:pt idx="369">
                  <c:v>0.06971196823868388</c:v>
                </c:pt>
                <c:pt idx="370">
                  <c:v>0.06978622609505274</c:v>
                </c:pt>
                <c:pt idx="371">
                  <c:v>0.07011789617311083</c:v>
                </c:pt>
                <c:pt idx="372">
                  <c:v>0.06945906887053616</c:v>
                </c:pt>
                <c:pt idx="373">
                  <c:v>0.06870542880593958</c:v>
                </c:pt>
                <c:pt idx="374">
                  <c:v>0.06945660491654702</c:v>
                </c:pt>
                <c:pt idx="375">
                  <c:v>0.06937984319854978</c:v>
                </c:pt>
                <c:pt idx="376">
                  <c:v>0.06942604230817277</c:v>
                </c:pt>
                <c:pt idx="377">
                  <c:v>0.06880905005816039</c:v>
                </c:pt>
                <c:pt idx="378">
                  <c:v>0.06992494074106317</c:v>
                </c:pt>
                <c:pt idx="379">
                  <c:v>0.06977752510439057</c:v>
                </c:pt>
                <c:pt idx="380">
                  <c:v>0.06999351443349382</c:v>
                </c:pt>
                <c:pt idx="381">
                  <c:v>0.06952305816517566</c:v>
                </c:pt>
                <c:pt idx="382">
                  <c:v>0.06986868039686284</c:v>
                </c:pt>
                <c:pt idx="383">
                  <c:v>0.07052991838801596</c:v>
                </c:pt>
                <c:pt idx="384">
                  <c:v>0.07035807203661461</c:v>
                </c:pt>
                <c:pt idx="385">
                  <c:v>0.07063108823964447</c:v>
                </c:pt>
                <c:pt idx="386">
                  <c:v>0.06971167830380813</c:v>
                </c:pt>
                <c:pt idx="387">
                  <c:v>0.06929266901810156</c:v>
                </c:pt>
                <c:pt idx="388">
                  <c:v>0.06951252981812127</c:v>
                </c:pt>
                <c:pt idx="389">
                  <c:v>0.06932543954049715</c:v>
                </c:pt>
                <c:pt idx="390">
                  <c:v>0.07053607433814192</c:v>
                </c:pt>
                <c:pt idx="391">
                  <c:v>0.0700990689375229</c:v>
                </c:pt>
                <c:pt idx="392">
                  <c:v>0.07033661505612966</c:v>
                </c:pt>
                <c:pt idx="393">
                  <c:v>0.07088025369643022</c:v>
                </c:pt>
                <c:pt idx="394">
                  <c:v>0.07109102154398565</c:v>
                </c:pt>
                <c:pt idx="395">
                  <c:v>0.07148464271285061</c:v>
                </c:pt>
                <c:pt idx="396">
                  <c:v>0.06914112337213608</c:v>
                </c:pt>
                <c:pt idx="397">
                  <c:v>0.06838707140237792</c:v>
                </c:pt>
                <c:pt idx="398">
                  <c:v>0.06849391948613472</c:v>
                </c:pt>
                <c:pt idx="399">
                  <c:v>0.06784309547528564</c:v>
                </c:pt>
                <c:pt idx="400">
                  <c:v>0.06793571877265123</c:v>
                </c:pt>
                <c:pt idx="401">
                  <c:v>0.06759473806409853</c:v>
                </c:pt>
                <c:pt idx="402">
                  <c:v>0.06799596863200373</c:v>
                </c:pt>
                <c:pt idx="403">
                  <c:v>0.06898716059941114</c:v>
                </c:pt>
                <c:pt idx="404">
                  <c:v>0.06764342238049255</c:v>
                </c:pt>
                <c:pt idx="405">
                  <c:v>0.06715273065712236</c:v>
                </c:pt>
                <c:pt idx="406">
                  <c:v>0.06738220267214413</c:v>
                </c:pt>
                <c:pt idx="407">
                  <c:v>0.06730798587349386</c:v>
                </c:pt>
                <c:pt idx="408">
                  <c:v>0.06725482297283221</c:v>
                </c:pt>
                <c:pt idx="409">
                  <c:v>0.06512350863358857</c:v>
                </c:pt>
                <c:pt idx="410">
                  <c:v>0.06470997118990708</c:v>
                </c:pt>
                <c:pt idx="411">
                  <c:v>0.06445762777129559</c:v>
                </c:pt>
                <c:pt idx="412">
                  <c:v>0.0641992091746575</c:v>
                </c:pt>
                <c:pt idx="413">
                  <c:v>0.06450549855362335</c:v>
                </c:pt>
                <c:pt idx="414">
                  <c:v>0.06436344048711798</c:v>
                </c:pt>
                <c:pt idx="415">
                  <c:v>0.06440828152929139</c:v>
                </c:pt>
                <c:pt idx="416">
                  <c:v>0.06384285869976578</c:v>
                </c:pt>
                <c:pt idx="417">
                  <c:v>0.06450099320132628</c:v>
                </c:pt>
                <c:pt idx="418">
                  <c:v>0.06403176291666489</c:v>
                </c:pt>
                <c:pt idx="419">
                  <c:v>0.06452111325800289</c:v>
                </c:pt>
                <c:pt idx="420">
                  <c:v>0.0638151669741498</c:v>
                </c:pt>
                <c:pt idx="421">
                  <c:v>0.06393213118421101</c:v>
                </c:pt>
                <c:pt idx="422">
                  <c:v>0.06338796717017686</c:v>
                </c:pt>
                <c:pt idx="423">
                  <c:v>0.06299937774878188</c:v>
                </c:pt>
                <c:pt idx="424">
                  <c:v>0.06261367510199839</c:v>
                </c:pt>
                <c:pt idx="425">
                  <c:v>0.06380817176272809</c:v>
                </c:pt>
                <c:pt idx="426">
                  <c:v>0.06415521868080737</c:v>
                </c:pt>
                <c:pt idx="427">
                  <c:v>0.06439411821271793</c:v>
                </c:pt>
                <c:pt idx="428">
                  <c:v>0.06415893875899475</c:v>
                </c:pt>
                <c:pt idx="429">
                  <c:v>0.0636134188748903</c:v>
                </c:pt>
                <c:pt idx="430">
                  <c:v>0.06468116937570276</c:v>
                </c:pt>
                <c:pt idx="431">
                  <c:v>0.06307745471461562</c:v>
                </c:pt>
                <c:pt idx="432">
                  <c:v>0.06284149250147933</c:v>
                </c:pt>
                <c:pt idx="433">
                  <c:v>0.06262707951869116</c:v>
                </c:pt>
                <c:pt idx="434">
                  <c:v>0.06281283982300405</c:v>
                </c:pt>
                <c:pt idx="435">
                  <c:v>0.0625726613310126</c:v>
                </c:pt>
                <c:pt idx="436">
                  <c:v>0.06212302308813172</c:v>
                </c:pt>
                <c:pt idx="437">
                  <c:v>0.06237814890946351</c:v>
                </c:pt>
                <c:pt idx="438">
                  <c:v>0.06213661044058167</c:v>
                </c:pt>
                <c:pt idx="439">
                  <c:v>0.06247172447959101</c:v>
                </c:pt>
                <c:pt idx="440">
                  <c:v>0.062983642803049</c:v>
                </c:pt>
                <c:pt idx="441">
                  <c:v>0.06347032041797876</c:v>
                </c:pt>
                <c:pt idx="442">
                  <c:v>0.06342042323259356</c:v>
                </c:pt>
                <c:pt idx="443">
                  <c:v>0.06362997359727678</c:v>
                </c:pt>
                <c:pt idx="444">
                  <c:v>0.06403911100907303</c:v>
                </c:pt>
                <c:pt idx="445">
                  <c:v>0.0643521656270791</c:v>
                </c:pt>
                <c:pt idx="446">
                  <c:v>0.06370214921650584</c:v>
                </c:pt>
                <c:pt idx="447">
                  <c:v>0.06346620518300572</c:v>
                </c:pt>
                <c:pt idx="448">
                  <c:v>0.06278951998236122</c:v>
                </c:pt>
                <c:pt idx="449">
                  <c:v>0.06332743546433968</c:v>
                </c:pt>
                <c:pt idx="450">
                  <c:v>0.0632304338269565</c:v>
                </c:pt>
                <c:pt idx="451">
                  <c:v>0.06339460606320134</c:v>
                </c:pt>
                <c:pt idx="452">
                  <c:v>0.06335582101941506</c:v>
                </c:pt>
                <c:pt idx="453">
                  <c:v>0.06230533691242213</c:v>
                </c:pt>
                <c:pt idx="454">
                  <c:v>0.06379748739798842</c:v>
                </c:pt>
                <c:pt idx="455">
                  <c:v>0.06445835946544425</c:v>
                </c:pt>
                <c:pt idx="456">
                  <c:v>0.06432997068575314</c:v>
                </c:pt>
                <c:pt idx="457">
                  <c:v>0.0650643047748866</c:v>
                </c:pt>
                <c:pt idx="458">
                  <c:v>0.06493771518283521</c:v>
                </c:pt>
                <c:pt idx="459">
                  <c:v>0.06579458209508247</c:v>
                </c:pt>
                <c:pt idx="460">
                  <c:v>0.06536832700278188</c:v>
                </c:pt>
                <c:pt idx="461">
                  <c:v>0.06680994256196805</c:v>
                </c:pt>
                <c:pt idx="462">
                  <c:v>0.06643411204484109</c:v>
                </c:pt>
                <c:pt idx="463">
                  <c:v>0.06629431587709844</c:v>
                </c:pt>
                <c:pt idx="464">
                  <c:v>0.06618961973476717</c:v>
                </c:pt>
                <c:pt idx="465">
                  <c:v>0.06658835668262478</c:v>
                </c:pt>
                <c:pt idx="466">
                  <c:v>0.06662018439065628</c:v>
                </c:pt>
                <c:pt idx="467">
                  <c:v>0.06624508783204389</c:v>
                </c:pt>
                <c:pt idx="468">
                  <c:v>0.06573514574923482</c:v>
                </c:pt>
                <c:pt idx="469">
                  <c:v>0.06719829907384679</c:v>
                </c:pt>
                <c:pt idx="470">
                  <c:v>0.06556884448765114</c:v>
                </c:pt>
                <c:pt idx="471">
                  <c:v>0.06457015874224506</c:v>
                </c:pt>
                <c:pt idx="472">
                  <c:v>0.06405858072616848</c:v>
                </c:pt>
                <c:pt idx="473">
                  <c:v>0.06405613406665034</c:v>
                </c:pt>
                <c:pt idx="474">
                  <c:v>0.06379765374988523</c:v>
                </c:pt>
                <c:pt idx="475">
                  <c:v>0.06411928758792962</c:v>
                </c:pt>
                <c:pt idx="476">
                  <c:v>0.06491306395891258</c:v>
                </c:pt>
                <c:pt idx="477">
                  <c:v>0.06445588971086809</c:v>
                </c:pt>
                <c:pt idx="478">
                  <c:v>0.06422125426440262</c:v>
                </c:pt>
                <c:pt idx="479">
                  <c:v>0.06461422432907915</c:v>
                </c:pt>
                <c:pt idx="480">
                  <c:v>0.06575801037817255</c:v>
                </c:pt>
                <c:pt idx="481">
                  <c:v>0.06667234537122145</c:v>
                </c:pt>
                <c:pt idx="482">
                  <c:v>0.06644031684847143</c:v>
                </c:pt>
                <c:pt idx="483">
                  <c:v>0.06712119392013736</c:v>
                </c:pt>
                <c:pt idx="484">
                  <c:v>0.06730087682231861</c:v>
                </c:pt>
                <c:pt idx="485">
                  <c:v>0.06771907031890655</c:v>
                </c:pt>
                <c:pt idx="486">
                  <c:v>0.06858337752086602</c:v>
                </c:pt>
                <c:pt idx="487">
                  <c:v>0.06873288806506758</c:v>
                </c:pt>
                <c:pt idx="488">
                  <c:v>0.06823972877092938</c:v>
                </c:pt>
                <c:pt idx="489">
                  <c:v>0.06945616014259542</c:v>
                </c:pt>
                <c:pt idx="490">
                  <c:v>0.06880222426979213</c:v>
                </c:pt>
                <c:pt idx="491">
                  <c:v>0.06879319741539386</c:v>
                </c:pt>
                <c:pt idx="492">
                  <c:v>0.06783885797034786</c:v>
                </c:pt>
                <c:pt idx="493">
                  <c:v>0.06715983710205307</c:v>
                </c:pt>
                <c:pt idx="494">
                  <c:v>0.06750011290497349</c:v>
                </c:pt>
                <c:pt idx="495">
                  <c:v>0.0675165098241</c:v>
                </c:pt>
                <c:pt idx="496">
                  <c:v>0.06760856972168663</c:v>
                </c:pt>
                <c:pt idx="497">
                  <c:v>0.06827474541510349</c:v>
                </c:pt>
                <c:pt idx="498">
                  <c:v>0.06801469604859377</c:v>
                </c:pt>
                <c:pt idx="499">
                  <c:v>0.06890640064548782</c:v>
                </c:pt>
                <c:pt idx="500">
                  <c:v>0.0688158809870839</c:v>
                </c:pt>
                <c:pt idx="501">
                  <c:v>0.07100291120451234</c:v>
                </c:pt>
                <c:pt idx="502">
                  <c:v>0.07164273984940024</c:v>
                </c:pt>
                <c:pt idx="503">
                  <c:v>0.0722269561539881</c:v>
                </c:pt>
                <c:pt idx="504">
                  <c:v>0.07216611635957051</c:v>
                </c:pt>
                <c:pt idx="505">
                  <c:v>0.07365129125350899</c:v>
                </c:pt>
                <c:pt idx="506">
                  <c:v>0.07286172600472049</c:v>
                </c:pt>
                <c:pt idx="507">
                  <c:v>0.0733223853563184</c:v>
                </c:pt>
                <c:pt idx="508">
                  <c:v>0.07383219138995568</c:v>
                </c:pt>
                <c:pt idx="509">
                  <c:v>0.07511018473981519</c:v>
                </c:pt>
                <c:pt idx="510">
                  <c:v>0.07263495784448332</c:v>
                </c:pt>
                <c:pt idx="511">
                  <c:v>0.0733063920856717</c:v>
                </c:pt>
                <c:pt idx="512">
                  <c:v>0.07299561411362468</c:v>
                </c:pt>
                <c:pt idx="513">
                  <c:v>0.07223890287577879</c:v>
                </c:pt>
                <c:pt idx="514">
                  <c:v>0.07260127358940881</c:v>
                </c:pt>
                <c:pt idx="515">
                  <c:v>0.07269304706013895</c:v>
                </c:pt>
                <c:pt idx="516">
                  <c:v>0.07260863501750325</c:v>
                </c:pt>
                <c:pt idx="517">
                  <c:v>0.07172347986248477</c:v>
                </c:pt>
                <c:pt idx="518">
                  <c:v>0.07059213907753129</c:v>
                </c:pt>
                <c:pt idx="519">
                  <c:v>0.07099183830189705</c:v>
                </c:pt>
                <c:pt idx="520">
                  <c:v>0.07024715047896234</c:v>
                </c:pt>
                <c:pt idx="521">
                  <c:v>0.0701762247841144</c:v>
                </c:pt>
                <c:pt idx="522">
                  <c:v>0.07037954445572948</c:v>
                </c:pt>
                <c:pt idx="523">
                  <c:v>0.07128368448048157</c:v>
                </c:pt>
                <c:pt idx="524">
                  <c:v>0.07132010596645054</c:v>
                </c:pt>
                <c:pt idx="525">
                  <c:v>0.07063385394113475</c:v>
                </c:pt>
                <c:pt idx="526">
                  <c:v>0.07170580756231942</c:v>
                </c:pt>
                <c:pt idx="527">
                  <c:v>0.0722651687863503</c:v>
                </c:pt>
                <c:pt idx="528">
                  <c:v>0.07270591084220797</c:v>
                </c:pt>
                <c:pt idx="529">
                  <c:v>0.07303086803589551</c:v>
                </c:pt>
                <c:pt idx="530">
                  <c:v>0.07361694250938772</c:v>
                </c:pt>
                <c:pt idx="531">
                  <c:v>0.07369925533118174</c:v>
                </c:pt>
                <c:pt idx="532">
                  <c:v>0.07341922443499499</c:v>
                </c:pt>
                <c:pt idx="533">
                  <c:v>0.07426190984750347</c:v>
                </c:pt>
                <c:pt idx="534">
                  <c:v>0.07422304662947163</c:v>
                </c:pt>
                <c:pt idx="535">
                  <c:v>0.07261839239877751</c:v>
                </c:pt>
                <c:pt idx="536">
                  <c:v>0.07494234858115638</c:v>
                </c:pt>
                <c:pt idx="537">
                  <c:v>0.07493026136824257</c:v>
                </c:pt>
                <c:pt idx="538">
                  <c:v>0.07448040993666342</c:v>
                </c:pt>
                <c:pt idx="539">
                  <c:v>0.07486713535396748</c:v>
                </c:pt>
                <c:pt idx="540">
                  <c:v>0.07347594334035283</c:v>
                </c:pt>
                <c:pt idx="541">
                  <c:v>0.0735587603901196</c:v>
                </c:pt>
                <c:pt idx="542">
                  <c:v>0.07413414471762086</c:v>
                </c:pt>
                <c:pt idx="543">
                  <c:v>0.07385355347517543</c:v>
                </c:pt>
                <c:pt idx="544">
                  <c:v>0.07419392276412987</c:v>
                </c:pt>
                <c:pt idx="545">
                  <c:v>0.07407521624408579</c:v>
                </c:pt>
                <c:pt idx="546">
                  <c:v>0.07484490285197283</c:v>
                </c:pt>
                <c:pt idx="547">
                  <c:v>0.07510677084134171</c:v>
                </c:pt>
                <c:pt idx="548">
                  <c:v>0.07631608103492307</c:v>
                </c:pt>
                <c:pt idx="549">
                  <c:v>0.07593328485630903</c:v>
                </c:pt>
                <c:pt idx="550">
                  <c:v>0.07624338110936289</c:v>
                </c:pt>
                <c:pt idx="551">
                  <c:v>0.07733052152323838</c:v>
                </c:pt>
                <c:pt idx="552">
                  <c:v>0.07852645411888265</c:v>
                </c:pt>
                <c:pt idx="553">
                  <c:v>0.07801495713949107</c:v>
                </c:pt>
                <c:pt idx="554">
                  <c:v>0.07948174123311746</c:v>
                </c:pt>
                <c:pt idx="555">
                  <c:v>0.0786341103719774</c:v>
                </c:pt>
                <c:pt idx="556">
                  <c:v>0.07824891052335246</c:v>
                </c:pt>
                <c:pt idx="557">
                  <c:v>0.07810797105326785</c:v>
                </c:pt>
                <c:pt idx="558">
                  <c:v>0.07834580158544555</c:v>
                </c:pt>
                <c:pt idx="559">
                  <c:v>0.07839430126311532</c:v>
                </c:pt>
                <c:pt idx="560">
                  <c:v>0.07818431755034308</c:v>
                </c:pt>
                <c:pt idx="561">
                  <c:v>0.07809635510182725</c:v>
                </c:pt>
                <c:pt idx="562">
                  <c:v>0.07866994202382513</c:v>
                </c:pt>
                <c:pt idx="563">
                  <c:v>0.07805806303412731</c:v>
                </c:pt>
                <c:pt idx="564">
                  <c:v>0.07806835337408463</c:v>
                </c:pt>
                <c:pt idx="565">
                  <c:v>0.07782962294361818</c:v>
                </c:pt>
                <c:pt idx="566">
                  <c:v>0.07807000659514543</c:v>
                </c:pt>
                <c:pt idx="567">
                  <c:v>0.07818767045262352</c:v>
                </c:pt>
                <c:pt idx="568">
                  <c:v>0.07776344436874115</c:v>
                </c:pt>
                <c:pt idx="569">
                  <c:v>0.07758055802394193</c:v>
                </c:pt>
                <c:pt idx="570">
                  <c:v>0.07764396953118648</c:v>
                </c:pt>
                <c:pt idx="571">
                  <c:v>0.07804676523224599</c:v>
                </c:pt>
                <c:pt idx="572">
                  <c:v>0.07759811652554499</c:v>
                </c:pt>
                <c:pt idx="573">
                  <c:v>0.07761748427337241</c:v>
                </c:pt>
                <c:pt idx="574">
                  <c:v>0.07731623683430836</c:v>
                </c:pt>
                <c:pt idx="575">
                  <c:v>0.07677184140652163</c:v>
                </c:pt>
                <c:pt idx="576">
                  <c:v>0.07655210565479874</c:v>
                </c:pt>
                <c:pt idx="577">
                  <c:v>0.07545169513115604</c:v>
                </c:pt>
                <c:pt idx="578">
                  <c:v>0.07667700234465272</c:v>
                </c:pt>
                <c:pt idx="579">
                  <c:v>0.07556948770765878</c:v>
                </c:pt>
                <c:pt idx="580">
                  <c:v>0.07487243244492173</c:v>
                </c:pt>
                <c:pt idx="581">
                  <c:v>0.07509139505444787</c:v>
                </c:pt>
                <c:pt idx="582">
                  <c:v>0.07444969861606131</c:v>
                </c:pt>
                <c:pt idx="583">
                  <c:v>0.07451280625476761</c:v>
                </c:pt>
                <c:pt idx="584">
                  <c:v>0.07474522009378985</c:v>
                </c:pt>
                <c:pt idx="585">
                  <c:v>0.07461750298327</c:v>
                </c:pt>
                <c:pt idx="586">
                  <c:v>0.07412157618730997</c:v>
                </c:pt>
                <c:pt idx="587">
                  <c:v>0.07372222571333878</c:v>
                </c:pt>
                <c:pt idx="588">
                  <c:v>0.074557783130337</c:v>
                </c:pt>
                <c:pt idx="589">
                  <c:v>0.07394727031440743</c:v>
                </c:pt>
                <c:pt idx="590">
                  <c:v>0.07419441302694732</c:v>
                </c:pt>
                <c:pt idx="591">
                  <c:v>0.07361822715099711</c:v>
                </c:pt>
                <c:pt idx="592">
                  <c:v>0.07290950821626342</c:v>
                </c:pt>
                <c:pt idx="593">
                  <c:v>0.07326849065167632</c:v>
                </c:pt>
                <c:pt idx="594">
                  <c:v>0.07352464838408282</c:v>
                </c:pt>
                <c:pt idx="595">
                  <c:v>0.07527211260810376</c:v>
                </c:pt>
                <c:pt idx="596">
                  <c:v>0.07636441212509659</c:v>
                </c:pt>
                <c:pt idx="597">
                  <c:v>0.07663749675449694</c:v>
                </c:pt>
                <c:pt idx="598">
                  <c:v>0.07799588098147676</c:v>
                </c:pt>
                <c:pt idx="599">
                  <c:v>0.07723886470523628</c:v>
                </c:pt>
                <c:pt idx="600">
                  <c:v>0.07723886470523628</c:v>
                </c:pt>
                <c:pt idx="601">
                  <c:v>0.07697689701472964</c:v>
                </c:pt>
                <c:pt idx="602">
                  <c:v>0.07667704960869962</c:v>
                </c:pt>
                <c:pt idx="603">
                  <c:v>0.07599849275640101</c:v>
                </c:pt>
                <c:pt idx="604">
                  <c:v>0.07599849275640101</c:v>
                </c:pt>
                <c:pt idx="605">
                  <c:v>0.07643120657480688</c:v>
                </c:pt>
                <c:pt idx="606">
                  <c:v>0.07768047181082602</c:v>
                </c:pt>
                <c:pt idx="607">
                  <c:v>0.07719028298724183</c:v>
                </c:pt>
                <c:pt idx="608">
                  <c:v>0.07831807650077038</c:v>
                </c:pt>
                <c:pt idx="609">
                  <c:v>0.07783946820566864</c:v>
                </c:pt>
                <c:pt idx="610">
                  <c:v>0.07776123359116739</c:v>
                </c:pt>
                <c:pt idx="611">
                  <c:v>0.07891778402066438</c:v>
                </c:pt>
                <c:pt idx="612">
                  <c:v>0.07884475857379288</c:v>
                </c:pt>
                <c:pt idx="613">
                  <c:v>0.08007689703105218</c:v>
                </c:pt>
                <c:pt idx="614">
                  <c:v>0.08139031307744173</c:v>
                </c:pt>
                <c:pt idx="615">
                  <c:v>0.08149283458542775</c:v>
                </c:pt>
                <c:pt idx="616">
                  <c:v>0.08279381098261673</c:v>
                </c:pt>
                <c:pt idx="617">
                  <c:v>0.08025715599757664</c:v>
                </c:pt>
                <c:pt idx="618">
                  <c:v>0.08087311262979739</c:v>
                </c:pt>
                <c:pt idx="619">
                  <c:v>0.08039505524998398</c:v>
                </c:pt>
                <c:pt idx="620">
                  <c:v>0.08063192064131591</c:v>
                </c:pt>
                <c:pt idx="621">
                  <c:v>0.07887407676086025</c:v>
                </c:pt>
                <c:pt idx="622">
                  <c:v>0.07807504179257357</c:v>
                </c:pt>
                <c:pt idx="623">
                  <c:v>0.07774207279041621</c:v>
                </c:pt>
                <c:pt idx="624">
                  <c:v>0.07709015381314815</c:v>
                </c:pt>
                <c:pt idx="625">
                  <c:v>0.07670251839167</c:v>
                </c:pt>
                <c:pt idx="626">
                  <c:v>0.07709846426805769</c:v>
                </c:pt>
                <c:pt idx="627">
                  <c:v>0.07678958813010434</c:v>
                </c:pt>
                <c:pt idx="628">
                  <c:v>0.07723838423759936</c:v>
                </c:pt>
                <c:pt idx="629">
                  <c:v>0.07682477215427085</c:v>
                </c:pt>
                <c:pt idx="630">
                  <c:v>0.07717554941888144</c:v>
                </c:pt>
                <c:pt idx="631">
                  <c:v>0.0780426823885598</c:v>
                </c:pt>
                <c:pt idx="632">
                  <c:v>0.07728815990405181</c:v>
                </c:pt>
                <c:pt idx="633">
                  <c:v>0.07675236864653788</c:v>
                </c:pt>
                <c:pt idx="634">
                  <c:v>0.07684143787136075</c:v>
                </c:pt>
                <c:pt idx="635">
                  <c:v>0.0764904881532448</c:v>
                </c:pt>
                <c:pt idx="636">
                  <c:v>0.0767944194741028</c:v>
                </c:pt>
                <c:pt idx="637">
                  <c:v>0.07657686710905826</c:v>
                </c:pt>
                <c:pt idx="638">
                  <c:v>0.07582402047659718</c:v>
                </c:pt>
                <c:pt idx="639">
                  <c:v>0.07704328481868679</c:v>
                </c:pt>
                <c:pt idx="640">
                  <c:v>0.07636901201332888</c:v>
                </c:pt>
                <c:pt idx="641">
                  <c:v>0.07653526552081087</c:v>
                </c:pt>
                <c:pt idx="642">
                  <c:v>0.07632943304189571</c:v>
                </c:pt>
                <c:pt idx="643">
                  <c:v>0.07588609644329494</c:v>
                </c:pt>
                <c:pt idx="644">
                  <c:v>0.07704607872321498</c:v>
                </c:pt>
                <c:pt idx="645">
                  <c:v>0.07750946625507968</c:v>
                </c:pt>
                <c:pt idx="646">
                  <c:v>0.07953108771508714</c:v>
                </c:pt>
                <c:pt idx="647">
                  <c:v>0.08007107202102078</c:v>
                </c:pt>
                <c:pt idx="648">
                  <c:v>0.08083201219427684</c:v>
                </c:pt>
                <c:pt idx="649">
                  <c:v>0.08060836467794243</c:v>
                </c:pt>
                <c:pt idx="650">
                  <c:v>0.08111133400744594</c:v>
                </c:pt>
                <c:pt idx="651">
                  <c:v>0.08171621208415975</c:v>
                </c:pt>
                <c:pt idx="652">
                  <c:v>0.07976026389198057</c:v>
                </c:pt>
                <c:pt idx="653">
                  <c:v>0.08156089639871138</c:v>
                </c:pt>
                <c:pt idx="654">
                  <c:v>0.08121757329025939</c:v>
                </c:pt>
                <c:pt idx="655">
                  <c:v>0.08033826851231829</c:v>
                </c:pt>
                <c:pt idx="656">
                  <c:v>0.08004237826020087</c:v>
                </c:pt>
                <c:pt idx="657">
                  <c:v>0.080841561928006</c:v>
                </c:pt>
                <c:pt idx="658">
                  <c:v>0.08194858700412354</c:v>
                </c:pt>
                <c:pt idx="659">
                  <c:v>0.08535836611525142</c:v>
                </c:pt>
                <c:pt idx="660">
                  <c:v>0.08223056168296324</c:v>
                </c:pt>
                <c:pt idx="661">
                  <c:v>0.0818319462685754</c:v>
                </c:pt>
                <c:pt idx="662">
                  <c:v>0.08153595714276538</c:v>
                </c:pt>
                <c:pt idx="663">
                  <c:v>0.0813982652756434</c:v>
                </c:pt>
                <c:pt idx="664">
                  <c:v>0.08188557534804021</c:v>
                </c:pt>
                <c:pt idx="665">
                  <c:v>0.08151357603944363</c:v>
                </c:pt>
                <c:pt idx="666">
                  <c:v>0.08215867994343423</c:v>
                </c:pt>
                <c:pt idx="667">
                  <c:v>0.08175335976134675</c:v>
                </c:pt>
                <c:pt idx="668">
                  <c:v>0.08124204671064801</c:v>
                </c:pt>
                <c:pt idx="669">
                  <c:v>0.08086675416939071</c:v>
                </c:pt>
                <c:pt idx="670">
                  <c:v>0.0817712143746082</c:v>
                </c:pt>
                <c:pt idx="671">
                  <c:v>0.08277447911242095</c:v>
                </c:pt>
                <c:pt idx="672">
                  <c:v>0.08192058222961918</c:v>
                </c:pt>
                <c:pt idx="673">
                  <c:v>0.08200435370302186</c:v>
                </c:pt>
                <c:pt idx="674">
                  <c:v>0.08157624283383129</c:v>
                </c:pt>
                <c:pt idx="675">
                  <c:v>0.08095552745903709</c:v>
                </c:pt>
                <c:pt idx="676">
                  <c:v>0.08153633888930165</c:v>
                </c:pt>
                <c:pt idx="677">
                  <c:v>0.08162537960599747</c:v>
                </c:pt>
                <c:pt idx="678">
                  <c:v>0.08360869112232436</c:v>
                </c:pt>
                <c:pt idx="679">
                  <c:v>0.08207681197232701</c:v>
                </c:pt>
                <c:pt idx="680">
                  <c:v>0.08195686296687683</c:v>
                </c:pt>
                <c:pt idx="681">
                  <c:v>0.08224405355123779</c:v>
                </c:pt>
                <c:pt idx="682">
                  <c:v>0.08355046207270483</c:v>
                </c:pt>
                <c:pt idx="683">
                  <c:v>0.08396506578276858</c:v>
                </c:pt>
                <c:pt idx="684">
                  <c:v>0.0838398554454449</c:v>
                </c:pt>
                <c:pt idx="685">
                  <c:v>0.08542084979544204</c:v>
                </c:pt>
                <c:pt idx="686">
                  <c:v>0.0838832357529431</c:v>
                </c:pt>
                <c:pt idx="687">
                  <c:v>0.08484543857882829</c:v>
                </c:pt>
                <c:pt idx="688">
                  <c:v>0.08496952492368985</c:v>
                </c:pt>
                <c:pt idx="689">
                  <c:v>0.08396496184718359</c:v>
                </c:pt>
                <c:pt idx="690">
                  <c:v>0.08302314200782997</c:v>
                </c:pt>
                <c:pt idx="691">
                  <c:v>0.08398239946449425</c:v>
                </c:pt>
                <c:pt idx="692">
                  <c:v>0.0842387996507156</c:v>
                </c:pt>
                <c:pt idx="693">
                  <c:v>0.08455441591574332</c:v>
                </c:pt>
                <c:pt idx="694">
                  <c:v>0.08640242512377098</c:v>
                </c:pt>
                <c:pt idx="695">
                  <c:v>0.085799298580975</c:v>
                </c:pt>
                <c:pt idx="696">
                  <c:v>0.08756059762269754</c:v>
                </c:pt>
                <c:pt idx="697">
                  <c:v>0.08390492220641041</c:v>
                </c:pt>
                <c:pt idx="698">
                  <c:v>0.08370321077463665</c:v>
                </c:pt>
                <c:pt idx="699">
                  <c:v>0.08372069486119627</c:v>
                </c:pt>
                <c:pt idx="700">
                  <c:v>0.08240142085816662</c:v>
                </c:pt>
                <c:pt idx="701">
                  <c:v>0.08289132705361014</c:v>
                </c:pt>
                <c:pt idx="702">
                  <c:v>0.0828791865827557</c:v>
                </c:pt>
                <c:pt idx="703">
                  <c:v>0.08312193836529956</c:v>
                </c:pt>
                <c:pt idx="704">
                  <c:v>0.0831456259378101</c:v>
                </c:pt>
                <c:pt idx="705">
                  <c:v>0.0822901927947456</c:v>
                </c:pt>
                <c:pt idx="706">
                  <c:v>0.08434000748844496</c:v>
                </c:pt>
                <c:pt idx="707">
                  <c:v>0.08380539213047278</c:v>
                </c:pt>
                <c:pt idx="708">
                  <c:v>0.08407196786789332</c:v>
                </c:pt>
                <c:pt idx="709">
                  <c:v>0.0851659655829432</c:v>
                </c:pt>
                <c:pt idx="710">
                  <c:v>0.08584298842291288</c:v>
                </c:pt>
                <c:pt idx="711">
                  <c:v>0.08527289700516157</c:v>
                </c:pt>
                <c:pt idx="712">
                  <c:v>0.08662344750998696</c:v>
                </c:pt>
                <c:pt idx="713">
                  <c:v>0.0872097099348846</c:v>
                </c:pt>
                <c:pt idx="714">
                  <c:v>0.08646858727544696</c:v>
                </c:pt>
                <c:pt idx="715">
                  <c:v>0.08621200647705766</c:v>
                </c:pt>
                <c:pt idx="716">
                  <c:v>0.08723841351020163</c:v>
                </c:pt>
                <c:pt idx="717">
                  <c:v>0.08790894964356737</c:v>
                </c:pt>
                <c:pt idx="718">
                  <c:v>0.08778160859465767</c:v>
                </c:pt>
                <c:pt idx="719">
                  <c:v>0.08769316926255559</c:v>
                </c:pt>
                <c:pt idx="720">
                  <c:v>0.08913824935201307</c:v>
                </c:pt>
                <c:pt idx="721">
                  <c:v>0.08628789150501921</c:v>
                </c:pt>
                <c:pt idx="722">
                  <c:v>0.08585785986514187</c:v>
                </c:pt>
                <c:pt idx="723">
                  <c:v>0.08601534342549805</c:v>
                </c:pt>
                <c:pt idx="724">
                  <c:v>0.08597431320853408</c:v>
                </c:pt>
                <c:pt idx="725">
                  <c:v>0.08563755023680943</c:v>
                </c:pt>
                <c:pt idx="726">
                  <c:v>0.08562238710415675</c:v>
                </c:pt>
                <c:pt idx="727">
                  <c:v>0.08588689690009371</c:v>
                </c:pt>
                <c:pt idx="728">
                  <c:v>0.08619125366704633</c:v>
                </c:pt>
                <c:pt idx="729">
                  <c:v>0.08586221656648331</c:v>
                </c:pt>
                <c:pt idx="730">
                  <c:v>0.08606334701926432</c:v>
                </c:pt>
                <c:pt idx="731">
                  <c:v>0.08626945898459036</c:v>
                </c:pt>
                <c:pt idx="732">
                  <c:v>0.08624708211206861</c:v>
                </c:pt>
                <c:pt idx="733">
                  <c:v>0.08689681174108287</c:v>
                </c:pt>
                <c:pt idx="734">
                  <c:v>0.08620005151571455</c:v>
                </c:pt>
                <c:pt idx="735">
                  <c:v>0.08558429308347902</c:v>
                </c:pt>
                <c:pt idx="736">
                  <c:v>0.08598895534256257</c:v>
                </c:pt>
                <c:pt idx="737">
                  <c:v>0.08618655794328572</c:v>
                </c:pt>
                <c:pt idx="738">
                  <c:v>0.08671978108074016</c:v>
                </c:pt>
                <c:pt idx="739">
                  <c:v>0.08708472431274186</c:v>
                </c:pt>
                <c:pt idx="740">
                  <c:v>0.08831946934313317</c:v>
                </c:pt>
                <c:pt idx="741">
                  <c:v>0.08604625554788681</c:v>
                </c:pt>
                <c:pt idx="742">
                  <c:v>0.08690612070790586</c:v>
                </c:pt>
                <c:pt idx="743">
                  <c:v>0.08584767835484355</c:v>
                </c:pt>
                <c:pt idx="744">
                  <c:v>0.08595271410857178</c:v>
                </c:pt>
                <c:pt idx="745">
                  <c:v>0.08550748814481252</c:v>
                </c:pt>
                <c:pt idx="746">
                  <c:v>0.08611292311008172</c:v>
                </c:pt>
                <c:pt idx="747">
                  <c:v>0.08562740759164368</c:v>
                </c:pt>
                <c:pt idx="748">
                  <c:v>0.08139646053276058</c:v>
                </c:pt>
                <c:pt idx="749">
                  <c:v>0.0805236997110014</c:v>
                </c:pt>
                <c:pt idx="750">
                  <c:v>0.08626235266032517</c:v>
                </c:pt>
                <c:pt idx="751">
                  <c:v>0.0857294033571196</c:v>
                </c:pt>
                <c:pt idx="752">
                  <c:v>0.08527023425116906</c:v>
                </c:pt>
                <c:pt idx="753">
                  <c:v>0.08679676223914815</c:v>
                </c:pt>
                <c:pt idx="754">
                  <c:v>0.08701088798335883</c:v>
                </c:pt>
                <c:pt idx="755">
                  <c:v>0.08791950706151563</c:v>
                </c:pt>
                <c:pt idx="756">
                  <c:v>0.08839768191215917</c:v>
                </c:pt>
                <c:pt idx="757">
                  <c:v>0.0908161676624081</c:v>
                </c:pt>
                <c:pt idx="758">
                  <c:v>0.09187054183321484</c:v>
                </c:pt>
                <c:pt idx="759">
                  <c:v>0.09195691364473656</c:v>
                </c:pt>
                <c:pt idx="760">
                  <c:v>0.09295647684027668</c:v>
                </c:pt>
                <c:pt idx="761">
                  <c:v>0.09137246406621953</c:v>
                </c:pt>
                <c:pt idx="762">
                  <c:v>0.09078265030868686</c:v>
                </c:pt>
                <c:pt idx="763">
                  <c:v>0.09077507102646984</c:v>
                </c:pt>
                <c:pt idx="764">
                  <c:v>0.09088688902940828</c:v>
                </c:pt>
                <c:pt idx="765">
                  <c:v>0.09180477759635125</c:v>
                </c:pt>
                <c:pt idx="766">
                  <c:v>0.08833221643522181</c:v>
                </c:pt>
                <c:pt idx="767">
                  <c:v>0.0879082675602644</c:v>
                </c:pt>
                <c:pt idx="768">
                  <c:v>0.08768787423133731</c:v>
                </c:pt>
                <c:pt idx="769">
                  <c:v>0.08768787423133731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0F-4903-81C4-923C402A0739}"/>
            </c:ext>
          </c:extLst>
        </c:ser>
        <c:ser>
          <c:idx val="1"/>
          <c:order val="1"/>
          <c:tx>
            <c:strRef>
              <c:f>'Component treatment'!$AP$4</c:f>
              <c:strCache>
                <c:ptCount val="1"/>
                <c:pt idx="0">
                  <c:v>1Q</c:v>
                </c:pt>
              </c:strCache>
            </c:strRef>
          </c:tx>
          <c:spPr>
            <a:ln w="19050" cap="rnd">
              <a:solidFill>
                <a:srgbClr val="8EB3DF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'Component treatment'!$AN$5:$AN$50000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treatment'!$AP$5:$AP$50000</c:f>
              <c:numCache>
                <c:formatCode>0.0%</c:formatCode>
                <c:ptCount val="49996"/>
                <c:pt idx="0">
                  <c:v>0.062291139160092934</c:v>
                </c:pt>
                <c:pt idx="1">
                  <c:v>0.062291139160092934</c:v>
                </c:pt>
                <c:pt idx="2">
                  <c:v>0.062291139160092934</c:v>
                </c:pt>
                <c:pt idx="3">
                  <c:v>0.062291139160092934</c:v>
                </c:pt>
                <c:pt idx="4">
                  <c:v>0.062291139160092934</c:v>
                </c:pt>
                <c:pt idx="5">
                  <c:v>0.062291139160092934</c:v>
                </c:pt>
                <c:pt idx="6">
                  <c:v>0.062291139160092934</c:v>
                </c:pt>
                <c:pt idx="7">
                  <c:v>0.062291139160092934</c:v>
                </c:pt>
                <c:pt idx="8">
                  <c:v>0.062291139160092934</c:v>
                </c:pt>
                <c:pt idx="9">
                  <c:v>0.062291139160092934</c:v>
                </c:pt>
                <c:pt idx="10">
                  <c:v>0.062291139160092934</c:v>
                </c:pt>
                <c:pt idx="11">
                  <c:v>0.062291139160092934</c:v>
                </c:pt>
                <c:pt idx="12">
                  <c:v>0.062291139160092934</c:v>
                </c:pt>
                <c:pt idx="13">
                  <c:v>0.062291139160092934</c:v>
                </c:pt>
                <c:pt idx="14">
                  <c:v>0.062291139160092934</c:v>
                </c:pt>
                <c:pt idx="15">
                  <c:v>0.062291139160092934</c:v>
                </c:pt>
                <c:pt idx="16">
                  <c:v>0.062291139160092934</c:v>
                </c:pt>
                <c:pt idx="17">
                  <c:v>0.062291139160092934</c:v>
                </c:pt>
                <c:pt idx="18">
                  <c:v>0.062291139160092934</c:v>
                </c:pt>
                <c:pt idx="19">
                  <c:v>0.062291139160092934</c:v>
                </c:pt>
                <c:pt idx="20">
                  <c:v>0.062291139160092934</c:v>
                </c:pt>
                <c:pt idx="21">
                  <c:v>0.062291139160092934</c:v>
                </c:pt>
                <c:pt idx="22">
                  <c:v>0.062291139160092934</c:v>
                </c:pt>
                <c:pt idx="23">
                  <c:v>0.062291139160092934</c:v>
                </c:pt>
                <c:pt idx="24">
                  <c:v>0.062291139160092934</c:v>
                </c:pt>
                <c:pt idx="25">
                  <c:v>0.062291139160092934</c:v>
                </c:pt>
                <c:pt idx="26">
                  <c:v>0.062291139160092934</c:v>
                </c:pt>
                <c:pt idx="27">
                  <c:v>0.062291139160092934</c:v>
                </c:pt>
                <c:pt idx="28">
                  <c:v>0.062291139160092934</c:v>
                </c:pt>
                <c:pt idx="29">
                  <c:v>0.062291139160092934</c:v>
                </c:pt>
                <c:pt idx="30">
                  <c:v>0.062291139160092934</c:v>
                </c:pt>
                <c:pt idx="31">
                  <c:v>0.062291139160092934</c:v>
                </c:pt>
                <c:pt idx="32">
                  <c:v>0.062291139160092934</c:v>
                </c:pt>
                <c:pt idx="33">
                  <c:v>0.062291139160092934</c:v>
                </c:pt>
                <c:pt idx="34">
                  <c:v>0.062291139160092934</c:v>
                </c:pt>
                <c:pt idx="35">
                  <c:v>0.062291139160092934</c:v>
                </c:pt>
                <c:pt idx="36">
                  <c:v>0.062291139160092934</c:v>
                </c:pt>
                <c:pt idx="37">
                  <c:v>0.062291139160092934</c:v>
                </c:pt>
                <c:pt idx="38">
                  <c:v>0.062291139160092934</c:v>
                </c:pt>
                <c:pt idx="39">
                  <c:v>0.062291139160092934</c:v>
                </c:pt>
                <c:pt idx="40">
                  <c:v>0.062291139160092934</c:v>
                </c:pt>
                <c:pt idx="41">
                  <c:v>0.062291139160092934</c:v>
                </c:pt>
                <c:pt idx="42">
                  <c:v>0.062291139160092934</c:v>
                </c:pt>
                <c:pt idx="43">
                  <c:v>0.062291139160092934</c:v>
                </c:pt>
                <c:pt idx="44">
                  <c:v>0.062291139160092934</c:v>
                </c:pt>
                <c:pt idx="45">
                  <c:v>0.062291139160092934</c:v>
                </c:pt>
                <c:pt idx="46">
                  <c:v>0.062291139160092934</c:v>
                </c:pt>
                <c:pt idx="47">
                  <c:v>0.062291139160092934</c:v>
                </c:pt>
                <c:pt idx="48">
                  <c:v>0.062291139160092934</c:v>
                </c:pt>
                <c:pt idx="49">
                  <c:v>0.062291139160092934</c:v>
                </c:pt>
                <c:pt idx="50">
                  <c:v>0.062291139160092934</c:v>
                </c:pt>
                <c:pt idx="51">
                  <c:v>0.062291139160092934</c:v>
                </c:pt>
                <c:pt idx="52">
                  <c:v>0.062291139160092934</c:v>
                </c:pt>
                <c:pt idx="53">
                  <c:v>0.062291139160092934</c:v>
                </c:pt>
                <c:pt idx="54">
                  <c:v>0.062291139160092934</c:v>
                </c:pt>
                <c:pt idx="55">
                  <c:v>0.062291139160092934</c:v>
                </c:pt>
                <c:pt idx="56">
                  <c:v>0.062291139160092934</c:v>
                </c:pt>
                <c:pt idx="57">
                  <c:v>0.062291139160092934</c:v>
                </c:pt>
                <c:pt idx="58">
                  <c:v>0.062291139160092934</c:v>
                </c:pt>
                <c:pt idx="59">
                  <c:v>0.062291139160092934</c:v>
                </c:pt>
                <c:pt idx="60">
                  <c:v>0.062291139160092934</c:v>
                </c:pt>
                <c:pt idx="61">
                  <c:v>0.062291139160092934</c:v>
                </c:pt>
                <c:pt idx="62">
                  <c:v>0.062291139160092934</c:v>
                </c:pt>
                <c:pt idx="63">
                  <c:v>0.062291139160092934</c:v>
                </c:pt>
                <c:pt idx="64">
                  <c:v>0.062291139160092934</c:v>
                </c:pt>
                <c:pt idx="65">
                  <c:v>0.062291139160092934</c:v>
                </c:pt>
                <c:pt idx="66">
                  <c:v>0.062291139160092934</c:v>
                </c:pt>
                <c:pt idx="67">
                  <c:v>0.062291139160092934</c:v>
                </c:pt>
                <c:pt idx="68">
                  <c:v>0.062291139160092934</c:v>
                </c:pt>
                <c:pt idx="69">
                  <c:v>0.062291139160092934</c:v>
                </c:pt>
                <c:pt idx="70">
                  <c:v>0.062291139160092934</c:v>
                </c:pt>
                <c:pt idx="71">
                  <c:v>0.062291139160092934</c:v>
                </c:pt>
                <c:pt idx="72">
                  <c:v>0.062291139160092934</c:v>
                </c:pt>
                <c:pt idx="73">
                  <c:v>0.062291139160092934</c:v>
                </c:pt>
                <c:pt idx="74">
                  <c:v>0.062291139160092934</c:v>
                </c:pt>
                <c:pt idx="75">
                  <c:v>0.062291139160092934</c:v>
                </c:pt>
                <c:pt idx="76">
                  <c:v>0.062291139160092934</c:v>
                </c:pt>
                <c:pt idx="77">
                  <c:v>0.062291139160092934</c:v>
                </c:pt>
                <c:pt idx="78">
                  <c:v>0.062291139160092934</c:v>
                </c:pt>
                <c:pt idx="79">
                  <c:v>0.062291139160092934</c:v>
                </c:pt>
                <c:pt idx="80">
                  <c:v>0.062291139160092934</c:v>
                </c:pt>
                <c:pt idx="81">
                  <c:v>0.062291139160092934</c:v>
                </c:pt>
                <c:pt idx="82">
                  <c:v>0.062291139160092934</c:v>
                </c:pt>
                <c:pt idx="83">
                  <c:v>0.062291139160092934</c:v>
                </c:pt>
                <c:pt idx="84">
                  <c:v>0.062291139160092934</c:v>
                </c:pt>
                <c:pt idx="85">
                  <c:v>0.062291139160092934</c:v>
                </c:pt>
                <c:pt idx="86">
                  <c:v>0.062291139160092934</c:v>
                </c:pt>
                <c:pt idx="87">
                  <c:v>0.062291139160092934</c:v>
                </c:pt>
                <c:pt idx="88">
                  <c:v>0.062291139160092934</c:v>
                </c:pt>
                <c:pt idx="89">
                  <c:v>0.062291139160092934</c:v>
                </c:pt>
                <c:pt idx="90">
                  <c:v>0.062291139160092934</c:v>
                </c:pt>
                <c:pt idx="91">
                  <c:v>0.062291139160092934</c:v>
                </c:pt>
                <c:pt idx="92">
                  <c:v>0.062291139160092934</c:v>
                </c:pt>
                <c:pt idx="93">
                  <c:v>0.062291139160092934</c:v>
                </c:pt>
                <c:pt idx="94">
                  <c:v>0.062291139160092934</c:v>
                </c:pt>
                <c:pt idx="95">
                  <c:v>0.062291139160092934</c:v>
                </c:pt>
                <c:pt idx="96">
                  <c:v>0.062291139160092934</c:v>
                </c:pt>
                <c:pt idx="97">
                  <c:v>0.062291139160092934</c:v>
                </c:pt>
                <c:pt idx="98">
                  <c:v>0.062291139160092934</c:v>
                </c:pt>
                <c:pt idx="99">
                  <c:v>0.062291139160092934</c:v>
                </c:pt>
                <c:pt idx="100">
                  <c:v>0.062291139160092934</c:v>
                </c:pt>
                <c:pt idx="101">
                  <c:v>0.062291139160092934</c:v>
                </c:pt>
                <c:pt idx="102">
                  <c:v>0.062291139160092934</c:v>
                </c:pt>
                <c:pt idx="103">
                  <c:v>0.062291139160092934</c:v>
                </c:pt>
                <c:pt idx="104">
                  <c:v>0.062291139160092934</c:v>
                </c:pt>
                <c:pt idx="105">
                  <c:v>0.062291139160092934</c:v>
                </c:pt>
                <c:pt idx="106">
                  <c:v>0.062291139160092934</c:v>
                </c:pt>
                <c:pt idx="107">
                  <c:v>0.062291139160092934</c:v>
                </c:pt>
                <c:pt idx="108">
                  <c:v>0.062291139160092934</c:v>
                </c:pt>
                <c:pt idx="109">
                  <c:v>0.062291139160092934</c:v>
                </c:pt>
                <c:pt idx="110">
                  <c:v>0.062291139160092934</c:v>
                </c:pt>
                <c:pt idx="111">
                  <c:v>0.062291139160092934</c:v>
                </c:pt>
                <c:pt idx="112">
                  <c:v>0.062291139160092934</c:v>
                </c:pt>
                <c:pt idx="113">
                  <c:v>0.062291139160092934</c:v>
                </c:pt>
                <c:pt idx="114">
                  <c:v>0.062291139160092934</c:v>
                </c:pt>
                <c:pt idx="115">
                  <c:v>0.062291139160092934</c:v>
                </c:pt>
                <c:pt idx="116">
                  <c:v>0.062291139160092934</c:v>
                </c:pt>
                <c:pt idx="117">
                  <c:v>0.062291139160092934</c:v>
                </c:pt>
                <c:pt idx="118">
                  <c:v>0.062291139160092934</c:v>
                </c:pt>
                <c:pt idx="119">
                  <c:v>0.062291139160092934</c:v>
                </c:pt>
                <c:pt idx="120">
                  <c:v>0.062291139160092934</c:v>
                </c:pt>
                <c:pt idx="121">
                  <c:v>0.062291139160092934</c:v>
                </c:pt>
                <c:pt idx="122">
                  <c:v>0.062291139160092934</c:v>
                </c:pt>
                <c:pt idx="123">
                  <c:v>0.062291139160092934</c:v>
                </c:pt>
                <c:pt idx="124">
                  <c:v>0.062291139160092934</c:v>
                </c:pt>
                <c:pt idx="125">
                  <c:v>0.062291139160092934</c:v>
                </c:pt>
                <c:pt idx="126">
                  <c:v>0.062291139160092934</c:v>
                </c:pt>
                <c:pt idx="127">
                  <c:v>0.062291139160092934</c:v>
                </c:pt>
                <c:pt idx="128">
                  <c:v>0.062291139160092934</c:v>
                </c:pt>
                <c:pt idx="129">
                  <c:v>0.062291139160092934</c:v>
                </c:pt>
                <c:pt idx="130">
                  <c:v>0.062291139160092934</c:v>
                </c:pt>
                <c:pt idx="131">
                  <c:v>0.062291139160092934</c:v>
                </c:pt>
                <c:pt idx="132">
                  <c:v>0.062291139160092934</c:v>
                </c:pt>
                <c:pt idx="133">
                  <c:v>0.062291139160092934</c:v>
                </c:pt>
                <c:pt idx="134">
                  <c:v>0.062291139160092934</c:v>
                </c:pt>
                <c:pt idx="135">
                  <c:v>0.062291139160092934</c:v>
                </c:pt>
                <c:pt idx="136">
                  <c:v>0.062291139160092934</c:v>
                </c:pt>
                <c:pt idx="137">
                  <c:v>0.062291139160092934</c:v>
                </c:pt>
                <c:pt idx="138">
                  <c:v>0.062291139160092934</c:v>
                </c:pt>
                <c:pt idx="139">
                  <c:v>0.062291139160092934</c:v>
                </c:pt>
                <c:pt idx="140">
                  <c:v>0.062291139160092934</c:v>
                </c:pt>
                <c:pt idx="141">
                  <c:v>0.062291139160092934</c:v>
                </c:pt>
                <c:pt idx="142">
                  <c:v>0.062291139160092934</c:v>
                </c:pt>
                <c:pt idx="143">
                  <c:v>0.062291139160092934</c:v>
                </c:pt>
                <c:pt idx="144">
                  <c:v>0.062291139160092934</c:v>
                </c:pt>
                <c:pt idx="145">
                  <c:v>0.062291139160092934</c:v>
                </c:pt>
                <c:pt idx="146">
                  <c:v>0.062291139160092934</c:v>
                </c:pt>
                <c:pt idx="147">
                  <c:v>0.062291139160092934</c:v>
                </c:pt>
                <c:pt idx="148">
                  <c:v>0.062291139160092934</c:v>
                </c:pt>
                <c:pt idx="149">
                  <c:v>0.062291139160092934</c:v>
                </c:pt>
                <c:pt idx="150">
                  <c:v>0.062291139160092934</c:v>
                </c:pt>
                <c:pt idx="151">
                  <c:v>0.062291139160092934</c:v>
                </c:pt>
                <c:pt idx="152">
                  <c:v>0.062291139160092934</c:v>
                </c:pt>
                <c:pt idx="153">
                  <c:v>0.062291139160092934</c:v>
                </c:pt>
                <c:pt idx="154">
                  <c:v>0.062291139160092934</c:v>
                </c:pt>
                <c:pt idx="155">
                  <c:v>0.062291139160092934</c:v>
                </c:pt>
                <c:pt idx="156">
                  <c:v>0.062291139160092934</c:v>
                </c:pt>
                <c:pt idx="157">
                  <c:v>0.062291139160092934</c:v>
                </c:pt>
                <c:pt idx="158">
                  <c:v>0.062291139160092934</c:v>
                </c:pt>
                <c:pt idx="159">
                  <c:v>0.062291139160092934</c:v>
                </c:pt>
                <c:pt idx="160">
                  <c:v>0.062291139160092934</c:v>
                </c:pt>
                <c:pt idx="161">
                  <c:v>0.062291139160092934</c:v>
                </c:pt>
                <c:pt idx="162">
                  <c:v>0.062291139160092934</c:v>
                </c:pt>
                <c:pt idx="163">
                  <c:v>0.062291139160092934</c:v>
                </c:pt>
                <c:pt idx="164">
                  <c:v>0.062291139160092934</c:v>
                </c:pt>
                <c:pt idx="165">
                  <c:v>0.062291139160092934</c:v>
                </c:pt>
                <c:pt idx="166">
                  <c:v>0.062291139160092934</c:v>
                </c:pt>
                <c:pt idx="167">
                  <c:v>0.062291139160092934</c:v>
                </c:pt>
                <c:pt idx="168">
                  <c:v>0.062291139160092934</c:v>
                </c:pt>
                <c:pt idx="169">
                  <c:v>0.062291139160092934</c:v>
                </c:pt>
                <c:pt idx="170">
                  <c:v>0.062291139160092934</c:v>
                </c:pt>
                <c:pt idx="171">
                  <c:v>0.062291139160092934</c:v>
                </c:pt>
                <c:pt idx="172">
                  <c:v>0.062291139160092934</c:v>
                </c:pt>
                <c:pt idx="173">
                  <c:v>0.062291139160092934</c:v>
                </c:pt>
                <c:pt idx="174">
                  <c:v>0.062291139160092934</c:v>
                </c:pt>
                <c:pt idx="175">
                  <c:v>0.062291139160092934</c:v>
                </c:pt>
                <c:pt idx="176">
                  <c:v>0.062291139160092934</c:v>
                </c:pt>
                <c:pt idx="177">
                  <c:v>0.062291139160092934</c:v>
                </c:pt>
                <c:pt idx="178">
                  <c:v>0.062291139160092934</c:v>
                </c:pt>
                <c:pt idx="179">
                  <c:v>0.062291139160092934</c:v>
                </c:pt>
                <c:pt idx="180">
                  <c:v>0.062291139160092934</c:v>
                </c:pt>
                <c:pt idx="181">
                  <c:v>0.062291139160092934</c:v>
                </c:pt>
                <c:pt idx="182">
                  <c:v>0.062291139160092934</c:v>
                </c:pt>
                <c:pt idx="183">
                  <c:v>0.062291139160092934</c:v>
                </c:pt>
                <c:pt idx="184">
                  <c:v>0.062291139160092934</c:v>
                </c:pt>
                <c:pt idx="185">
                  <c:v>0.062291139160092934</c:v>
                </c:pt>
                <c:pt idx="186">
                  <c:v>0.062291139160092934</c:v>
                </c:pt>
                <c:pt idx="187">
                  <c:v>0.062291139160092934</c:v>
                </c:pt>
                <c:pt idx="188">
                  <c:v>0.062291139160092934</c:v>
                </c:pt>
                <c:pt idx="189">
                  <c:v>0.062291139160092934</c:v>
                </c:pt>
                <c:pt idx="190">
                  <c:v>0.062291139160092934</c:v>
                </c:pt>
                <c:pt idx="191">
                  <c:v>0.062291139160092934</c:v>
                </c:pt>
                <c:pt idx="192">
                  <c:v>0.062291139160092934</c:v>
                </c:pt>
                <c:pt idx="193">
                  <c:v>0.062291139160092934</c:v>
                </c:pt>
                <c:pt idx="194">
                  <c:v>0.062291139160092934</c:v>
                </c:pt>
                <c:pt idx="195">
                  <c:v>0.062291139160092934</c:v>
                </c:pt>
                <c:pt idx="196">
                  <c:v>0.062291139160092934</c:v>
                </c:pt>
                <c:pt idx="197">
                  <c:v>0.062291139160092934</c:v>
                </c:pt>
                <c:pt idx="198">
                  <c:v>0.062291139160092934</c:v>
                </c:pt>
                <c:pt idx="199">
                  <c:v>0.062291139160092934</c:v>
                </c:pt>
                <c:pt idx="200">
                  <c:v>0.062291139160092934</c:v>
                </c:pt>
                <c:pt idx="201">
                  <c:v>0.062291139160092934</c:v>
                </c:pt>
                <c:pt idx="202">
                  <c:v>0.062291139160092934</c:v>
                </c:pt>
                <c:pt idx="203">
                  <c:v>0.062291139160092934</c:v>
                </c:pt>
                <c:pt idx="204">
                  <c:v>0.062291139160092934</c:v>
                </c:pt>
                <c:pt idx="205">
                  <c:v>0.062291139160092934</c:v>
                </c:pt>
                <c:pt idx="206">
                  <c:v>0.062291139160092934</c:v>
                </c:pt>
                <c:pt idx="207">
                  <c:v>0.062291139160092934</c:v>
                </c:pt>
                <c:pt idx="208">
                  <c:v>0.062291139160092934</c:v>
                </c:pt>
                <c:pt idx="209">
                  <c:v>0.062291139160092934</c:v>
                </c:pt>
                <c:pt idx="210">
                  <c:v>0.062291139160092934</c:v>
                </c:pt>
                <c:pt idx="211">
                  <c:v>0.062291139160092934</c:v>
                </c:pt>
                <c:pt idx="212">
                  <c:v>0.062291139160092934</c:v>
                </c:pt>
                <c:pt idx="213">
                  <c:v>0.062291139160092934</c:v>
                </c:pt>
                <c:pt idx="214">
                  <c:v>0.062291139160092934</c:v>
                </c:pt>
                <c:pt idx="215">
                  <c:v>0.062291139160092934</c:v>
                </c:pt>
                <c:pt idx="216">
                  <c:v>0.062291139160092934</c:v>
                </c:pt>
                <c:pt idx="217">
                  <c:v>0.062291139160092934</c:v>
                </c:pt>
                <c:pt idx="218">
                  <c:v>0.062291139160092934</c:v>
                </c:pt>
                <c:pt idx="219">
                  <c:v>0.062291139160092934</c:v>
                </c:pt>
                <c:pt idx="220">
                  <c:v>0.062291139160092934</c:v>
                </c:pt>
                <c:pt idx="221">
                  <c:v>0.062291139160092934</c:v>
                </c:pt>
                <c:pt idx="222">
                  <c:v>0.062291139160092934</c:v>
                </c:pt>
                <c:pt idx="223">
                  <c:v>0.062291139160092934</c:v>
                </c:pt>
                <c:pt idx="224">
                  <c:v>0.062291139160092934</c:v>
                </c:pt>
                <c:pt idx="225">
                  <c:v>0.062291139160092934</c:v>
                </c:pt>
                <c:pt idx="226">
                  <c:v>0.062291139160092934</c:v>
                </c:pt>
                <c:pt idx="227">
                  <c:v>0.062291139160092934</c:v>
                </c:pt>
                <c:pt idx="228">
                  <c:v>0.062291139160092934</c:v>
                </c:pt>
                <c:pt idx="229">
                  <c:v>0.062291139160092934</c:v>
                </c:pt>
                <c:pt idx="230">
                  <c:v>0.062291139160092934</c:v>
                </c:pt>
                <c:pt idx="231">
                  <c:v>0.062291139160092934</c:v>
                </c:pt>
                <c:pt idx="232">
                  <c:v>0.062291139160092934</c:v>
                </c:pt>
                <c:pt idx="233">
                  <c:v>0.062291139160092934</c:v>
                </c:pt>
                <c:pt idx="234">
                  <c:v>0.062291139160092934</c:v>
                </c:pt>
                <c:pt idx="235">
                  <c:v>0.062291139160092934</c:v>
                </c:pt>
                <c:pt idx="236">
                  <c:v>0.062291139160092934</c:v>
                </c:pt>
                <c:pt idx="237">
                  <c:v>0.062291139160092934</c:v>
                </c:pt>
                <c:pt idx="238">
                  <c:v>0.062291139160092934</c:v>
                </c:pt>
                <c:pt idx="239">
                  <c:v>0.062291139160092934</c:v>
                </c:pt>
                <c:pt idx="240">
                  <c:v>0.062291139160092934</c:v>
                </c:pt>
                <c:pt idx="241">
                  <c:v>0.062291139160092934</c:v>
                </c:pt>
                <c:pt idx="242">
                  <c:v>0.062291139160092934</c:v>
                </c:pt>
                <c:pt idx="243">
                  <c:v>0.062291139160092934</c:v>
                </c:pt>
                <c:pt idx="244">
                  <c:v>0.062291139160092934</c:v>
                </c:pt>
                <c:pt idx="245">
                  <c:v>0.062291139160092934</c:v>
                </c:pt>
                <c:pt idx="246">
                  <c:v>0.062291139160092934</c:v>
                </c:pt>
                <c:pt idx="247">
                  <c:v>0.062291139160092934</c:v>
                </c:pt>
                <c:pt idx="248">
                  <c:v>0.062291139160092934</c:v>
                </c:pt>
                <c:pt idx="249">
                  <c:v>0.062291139160092934</c:v>
                </c:pt>
                <c:pt idx="250">
                  <c:v>0.062291139160092934</c:v>
                </c:pt>
                <c:pt idx="251">
                  <c:v>0.062291139160092934</c:v>
                </c:pt>
                <c:pt idx="252">
                  <c:v>0.062291139160092934</c:v>
                </c:pt>
                <c:pt idx="253">
                  <c:v>0.062291139160092934</c:v>
                </c:pt>
                <c:pt idx="254">
                  <c:v>0.062291139160092934</c:v>
                </c:pt>
                <c:pt idx="255">
                  <c:v>0.062291139160092934</c:v>
                </c:pt>
                <c:pt idx="256">
                  <c:v>0.062291139160092934</c:v>
                </c:pt>
                <c:pt idx="257">
                  <c:v>0.062291139160092934</c:v>
                </c:pt>
                <c:pt idx="258">
                  <c:v>0.062291139160092934</c:v>
                </c:pt>
                <c:pt idx="259">
                  <c:v>0.062291139160092934</c:v>
                </c:pt>
                <c:pt idx="260">
                  <c:v>0.062291139160092934</c:v>
                </c:pt>
                <c:pt idx="261">
                  <c:v>0.062291139160092934</c:v>
                </c:pt>
                <c:pt idx="262">
                  <c:v>0.062291139160092934</c:v>
                </c:pt>
                <c:pt idx="263">
                  <c:v>0.062291139160092934</c:v>
                </c:pt>
                <c:pt idx="264">
                  <c:v>0.062291139160092934</c:v>
                </c:pt>
                <c:pt idx="265">
                  <c:v>0.062291139160092934</c:v>
                </c:pt>
                <c:pt idx="266">
                  <c:v>0.062291139160092934</c:v>
                </c:pt>
                <c:pt idx="267">
                  <c:v>0.062291139160092934</c:v>
                </c:pt>
                <c:pt idx="268">
                  <c:v>0.062291139160092934</c:v>
                </c:pt>
                <c:pt idx="269">
                  <c:v>0.062291139160092934</c:v>
                </c:pt>
                <c:pt idx="270">
                  <c:v>0.062291139160092934</c:v>
                </c:pt>
                <c:pt idx="271">
                  <c:v>0.062291139160092934</c:v>
                </c:pt>
                <c:pt idx="272">
                  <c:v>0.062291139160092934</c:v>
                </c:pt>
                <c:pt idx="273">
                  <c:v>0.062291139160092934</c:v>
                </c:pt>
                <c:pt idx="274">
                  <c:v>0.062291139160092934</c:v>
                </c:pt>
                <c:pt idx="275">
                  <c:v>0.062291139160092934</c:v>
                </c:pt>
                <c:pt idx="276">
                  <c:v>0.062291139160092934</c:v>
                </c:pt>
                <c:pt idx="277">
                  <c:v>0.062291139160092934</c:v>
                </c:pt>
                <c:pt idx="278">
                  <c:v>0.062291139160092934</c:v>
                </c:pt>
                <c:pt idx="279">
                  <c:v>0.062291139160092934</c:v>
                </c:pt>
                <c:pt idx="280">
                  <c:v>0.062291139160092934</c:v>
                </c:pt>
                <c:pt idx="281">
                  <c:v>0.062291139160092934</c:v>
                </c:pt>
                <c:pt idx="282">
                  <c:v>0.062291139160092934</c:v>
                </c:pt>
                <c:pt idx="283">
                  <c:v>0.062291139160092934</c:v>
                </c:pt>
                <c:pt idx="284">
                  <c:v>0.062291139160092934</c:v>
                </c:pt>
                <c:pt idx="285">
                  <c:v>0.062291139160092934</c:v>
                </c:pt>
                <c:pt idx="286">
                  <c:v>0.062291139160092934</c:v>
                </c:pt>
                <c:pt idx="287">
                  <c:v>0.062291139160092934</c:v>
                </c:pt>
                <c:pt idx="288">
                  <c:v>0.062291139160092934</c:v>
                </c:pt>
                <c:pt idx="289">
                  <c:v>0.062291139160092934</c:v>
                </c:pt>
                <c:pt idx="290">
                  <c:v>0.062291139160092934</c:v>
                </c:pt>
                <c:pt idx="291">
                  <c:v>0.062291139160092934</c:v>
                </c:pt>
                <c:pt idx="292">
                  <c:v>0.062291139160092934</c:v>
                </c:pt>
                <c:pt idx="293">
                  <c:v>0.062291139160092934</c:v>
                </c:pt>
                <c:pt idx="294">
                  <c:v>0.062291139160092934</c:v>
                </c:pt>
                <c:pt idx="295">
                  <c:v>0.062291139160092934</c:v>
                </c:pt>
                <c:pt idx="296">
                  <c:v>0.062291139160092934</c:v>
                </c:pt>
                <c:pt idx="297">
                  <c:v>0.062291139160092934</c:v>
                </c:pt>
                <c:pt idx="298">
                  <c:v>0.062291139160092934</c:v>
                </c:pt>
                <c:pt idx="299">
                  <c:v>0.062291139160092934</c:v>
                </c:pt>
                <c:pt idx="300">
                  <c:v>0.062291139160092934</c:v>
                </c:pt>
                <c:pt idx="301">
                  <c:v>0.062291139160092934</c:v>
                </c:pt>
                <c:pt idx="302">
                  <c:v>0.062291139160092934</c:v>
                </c:pt>
                <c:pt idx="303">
                  <c:v>0.062291139160092934</c:v>
                </c:pt>
                <c:pt idx="304">
                  <c:v>0.062291139160092934</c:v>
                </c:pt>
                <c:pt idx="305">
                  <c:v>0.062291139160092934</c:v>
                </c:pt>
                <c:pt idx="306">
                  <c:v>0.062291139160092934</c:v>
                </c:pt>
                <c:pt idx="307">
                  <c:v>0.062291139160092934</c:v>
                </c:pt>
                <c:pt idx="308">
                  <c:v>0.062291139160092934</c:v>
                </c:pt>
                <c:pt idx="309">
                  <c:v>0.062291139160092934</c:v>
                </c:pt>
                <c:pt idx="310">
                  <c:v>0.062291139160092934</c:v>
                </c:pt>
                <c:pt idx="311">
                  <c:v>0.062291139160092934</c:v>
                </c:pt>
                <c:pt idx="312">
                  <c:v>0.062291139160092934</c:v>
                </c:pt>
                <c:pt idx="313">
                  <c:v>0.062291139160092934</c:v>
                </c:pt>
                <c:pt idx="314">
                  <c:v>0.062291139160092934</c:v>
                </c:pt>
                <c:pt idx="315">
                  <c:v>0.062291139160092934</c:v>
                </c:pt>
                <c:pt idx="316">
                  <c:v>0.062291139160092934</c:v>
                </c:pt>
                <c:pt idx="317">
                  <c:v>0.062291139160092934</c:v>
                </c:pt>
                <c:pt idx="318">
                  <c:v>0.062291139160092934</c:v>
                </c:pt>
                <c:pt idx="319">
                  <c:v>0.062291139160092934</c:v>
                </c:pt>
                <c:pt idx="320">
                  <c:v>0.062291139160092934</c:v>
                </c:pt>
                <c:pt idx="321">
                  <c:v>0.062291139160092934</c:v>
                </c:pt>
                <c:pt idx="322">
                  <c:v>0.062291139160092934</c:v>
                </c:pt>
                <c:pt idx="323">
                  <c:v>0.062291139160092934</c:v>
                </c:pt>
                <c:pt idx="324">
                  <c:v>0.062291139160092934</c:v>
                </c:pt>
                <c:pt idx="325">
                  <c:v>0.062291139160092934</c:v>
                </c:pt>
                <c:pt idx="326">
                  <c:v>0.062291139160092934</c:v>
                </c:pt>
                <c:pt idx="327">
                  <c:v>0.062291139160092934</c:v>
                </c:pt>
                <c:pt idx="328">
                  <c:v>0.062291139160092934</c:v>
                </c:pt>
                <c:pt idx="329">
                  <c:v>0.062291139160092934</c:v>
                </c:pt>
                <c:pt idx="330">
                  <c:v>0.062291139160092934</c:v>
                </c:pt>
                <c:pt idx="331">
                  <c:v>0.062291139160092934</c:v>
                </c:pt>
                <c:pt idx="332">
                  <c:v>0.062291139160092934</c:v>
                </c:pt>
                <c:pt idx="333">
                  <c:v>0.062291139160092934</c:v>
                </c:pt>
                <c:pt idx="334">
                  <c:v>0.062291139160092934</c:v>
                </c:pt>
                <c:pt idx="335">
                  <c:v>0.062291139160092934</c:v>
                </c:pt>
                <c:pt idx="336">
                  <c:v>0.062291139160092934</c:v>
                </c:pt>
                <c:pt idx="337">
                  <c:v>0.062291139160092934</c:v>
                </c:pt>
                <c:pt idx="338">
                  <c:v>0.062291139160092934</c:v>
                </c:pt>
                <c:pt idx="339">
                  <c:v>0.062291139160092934</c:v>
                </c:pt>
                <c:pt idx="340">
                  <c:v>0.062291139160092934</c:v>
                </c:pt>
                <c:pt idx="341">
                  <c:v>0.062291139160092934</c:v>
                </c:pt>
                <c:pt idx="342">
                  <c:v>0.062291139160092934</c:v>
                </c:pt>
                <c:pt idx="343">
                  <c:v>0.062291139160092934</c:v>
                </c:pt>
                <c:pt idx="344">
                  <c:v>0.062291139160092934</c:v>
                </c:pt>
                <c:pt idx="345">
                  <c:v>0.062291139160092934</c:v>
                </c:pt>
                <c:pt idx="346">
                  <c:v>0.062291139160092934</c:v>
                </c:pt>
                <c:pt idx="347">
                  <c:v>0.062291139160092934</c:v>
                </c:pt>
                <c:pt idx="348">
                  <c:v>0.062291139160092934</c:v>
                </c:pt>
                <c:pt idx="349">
                  <c:v>0.062291139160092934</c:v>
                </c:pt>
                <c:pt idx="350">
                  <c:v>0.062291139160092934</c:v>
                </c:pt>
                <c:pt idx="351">
                  <c:v>0.062291139160092934</c:v>
                </c:pt>
                <c:pt idx="352">
                  <c:v>0.062291139160092934</c:v>
                </c:pt>
                <c:pt idx="353">
                  <c:v>0.062291139160092934</c:v>
                </c:pt>
                <c:pt idx="354">
                  <c:v>0.062291139160092934</c:v>
                </c:pt>
                <c:pt idx="355">
                  <c:v>0.062291139160092934</c:v>
                </c:pt>
                <c:pt idx="356">
                  <c:v>0.062291139160092934</c:v>
                </c:pt>
                <c:pt idx="357">
                  <c:v>0.062291139160092934</c:v>
                </c:pt>
                <c:pt idx="358">
                  <c:v>0.062291139160092934</c:v>
                </c:pt>
                <c:pt idx="359">
                  <c:v>0.062291139160092934</c:v>
                </c:pt>
                <c:pt idx="360">
                  <c:v>0.062291139160092934</c:v>
                </c:pt>
                <c:pt idx="361">
                  <c:v>0.062291139160092934</c:v>
                </c:pt>
                <c:pt idx="362">
                  <c:v>0.062291139160092934</c:v>
                </c:pt>
                <c:pt idx="363">
                  <c:v>0.062291139160092934</c:v>
                </c:pt>
                <c:pt idx="364">
                  <c:v>0.062291139160092934</c:v>
                </c:pt>
                <c:pt idx="365">
                  <c:v>0.062291139160092934</c:v>
                </c:pt>
                <c:pt idx="366">
                  <c:v>0.062291139160092934</c:v>
                </c:pt>
                <c:pt idx="367">
                  <c:v>0.062291139160092934</c:v>
                </c:pt>
                <c:pt idx="368">
                  <c:v>0.062291139160092934</c:v>
                </c:pt>
                <c:pt idx="369">
                  <c:v>0.062291139160092934</c:v>
                </c:pt>
                <c:pt idx="370">
                  <c:v>0.062291139160092934</c:v>
                </c:pt>
                <c:pt idx="371">
                  <c:v>0.062291139160092934</c:v>
                </c:pt>
                <c:pt idx="372">
                  <c:v>0.062291139160092934</c:v>
                </c:pt>
                <c:pt idx="373">
                  <c:v>0.062291139160092934</c:v>
                </c:pt>
                <c:pt idx="374">
                  <c:v>0.062291139160092934</c:v>
                </c:pt>
                <c:pt idx="375">
                  <c:v>0.062291139160092934</c:v>
                </c:pt>
                <c:pt idx="376">
                  <c:v>0.062291139160092934</c:v>
                </c:pt>
                <c:pt idx="377">
                  <c:v>0.062291139160092934</c:v>
                </c:pt>
                <c:pt idx="378">
                  <c:v>0.062291139160092934</c:v>
                </c:pt>
                <c:pt idx="379">
                  <c:v>0.062291139160092934</c:v>
                </c:pt>
                <c:pt idx="380">
                  <c:v>0.062291139160092934</c:v>
                </c:pt>
                <c:pt idx="381">
                  <c:v>0.062291139160092934</c:v>
                </c:pt>
                <c:pt idx="382">
                  <c:v>0.062291139160092934</c:v>
                </c:pt>
                <c:pt idx="383">
                  <c:v>0.062291139160092934</c:v>
                </c:pt>
                <c:pt idx="384">
                  <c:v>0.062291139160092934</c:v>
                </c:pt>
                <c:pt idx="385">
                  <c:v>0.062291139160092934</c:v>
                </c:pt>
                <c:pt idx="386">
                  <c:v>0.062291139160092934</c:v>
                </c:pt>
                <c:pt idx="387">
                  <c:v>0.062291139160092934</c:v>
                </c:pt>
                <c:pt idx="388">
                  <c:v>0.062291139160092934</c:v>
                </c:pt>
                <c:pt idx="389">
                  <c:v>0.062291139160092934</c:v>
                </c:pt>
                <c:pt idx="390">
                  <c:v>0.062291139160092934</c:v>
                </c:pt>
                <c:pt idx="391">
                  <c:v>0.062291139160092934</c:v>
                </c:pt>
                <c:pt idx="392">
                  <c:v>0.062291139160092934</c:v>
                </c:pt>
                <c:pt idx="393">
                  <c:v>0.062291139160092934</c:v>
                </c:pt>
                <c:pt idx="394">
                  <c:v>0.062291139160092934</c:v>
                </c:pt>
                <c:pt idx="395">
                  <c:v>0.062291139160092934</c:v>
                </c:pt>
                <c:pt idx="396">
                  <c:v>0.062291139160092934</c:v>
                </c:pt>
                <c:pt idx="397">
                  <c:v>0.062291139160092934</c:v>
                </c:pt>
                <c:pt idx="398">
                  <c:v>0.062291139160092934</c:v>
                </c:pt>
                <c:pt idx="399">
                  <c:v>0.062291139160092934</c:v>
                </c:pt>
                <c:pt idx="400">
                  <c:v>0.062291139160092934</c:v>
                </c:pt>
                <c:pt idx="401">
                  <c:v>0.062291139160092934</c:v>
                </c:pt>
                <c:pt idx="402">
                  <c:v>0.062291139160092934</c:v>
                </c:pt>
                <c:pt idx="403">
                  <c:v>0.062291139160092934</c:v>
                </c:pt>
                <c:pt idx="404">
                  <c:v>0.062291139160092934</c:v>
                </c:pt>
                <c:pt idx="405">
                  <c:v>0.062291139160092934</c:v>
                </c:pt>
                <c:pt idx="406">
                  <c:v>0.062291139160092934</c:v>
                </c:pt>
                <c:pt idx="407">
                  <c:v>0.062291139160092934</c:v>
                </c:pt>
                <c:pt idx="408">
                  <c:v>0.062291139160092934</c:v>
                </c:pt>
                <c:pt idx="409">
                  <c:v>0.062291139160092934</c:v>
                </c:pt>
                <c:pt idx="410">
                  <c:v>0.062291139160092934</c:v>
                </c:pt>
                <c:pt idx="411">
                  <c:v>0.062291139160092934</c:v>
                </c:pt>
                <c:pt idx="412">
                  <c:v>0.062291139160092934</c:v>
                </c:pt>
                <c:pt idx="413">
                  <c:v>0.062291139160092934</c:v>
                </c:pt>
                <c:pt idx="414">
                  <c:v>0.062291139160092934</c:v>
                </c:pt>
                <c:pt idx="415">
                  <c:v>0.062291139160092934</c:v>
                </c:pt>
                <c:pt idx="416">
                  <c:v>0.062291139160092934</c:v>
                </c:pt>
                <c:pt idx="417">
                  <c:v>0.062291139160092934</c:v>
                </c:pt>
                <c:pt idx="418">
                  <c:v>0.062291139160092934</c:v>
                </c:pt>
                <c:pt idx="419">
                  <c:v>0.062291139160092934</c:v>
                </c:pt>
                <c:pt idx="420">
                  <c:v>0.062291139160092934</c:v>
                </c:pt>
                <c:pt idx="421">
                  <c:v>0.062291139160092934</c:v>
                </c:pt>
                <c:pt idx="422">
                  <c:v>0.062291139160092934</c:v>
                </c:pt>
                <c:pt idx="423">
                  <c:v>0.062291139160092934</c:v>
                </c:pt>
                <c:pt idx="424">
                  <c:v>0.062291139160092934</c:v>
                </c:pt>
                <c:pt idx="425">
                  <c:v>0.062291139160092934</c:v>
                </c:pt>
                <c:pt idx="426">
                  <c:v>0.062291139160092934</c:v>
                </c:pt>
                <c:pt idx="427">
                  <c:v>0.062291139160092934</c:v>
                </c:pt>
                <c:pt idx="428">
                  <c:v>0.062291139160092934</c:v>
                </c:pt>
                <c:pt idx="429">
                  <c:v>0.062291139160092934</c:v>
                </c:pt>
                <c:pt idx="430">
                  <c:v>0.062291139160092934</c:v>
                </c:pt>
                <c:pt idx="431">
                  <c:v>0.062291139160092934</c:v>
                </c:pt>
                <c:pt idx="432">
                  <c:v>0.062291139160092934</c:v>
                </c:pt>
                <c:pt idx="433">
                  <c:v>0.062291139160092934</c:v>
                </c:pt>
                <c:pt idx="434">
                  <c:v>0.062291139160092934</c:v>
                </c:pt>
                <c:pt idx="435">
                  <c:v>0.062291139160092934</c:v>
                </c:pt>
                <c:pt idx="436">
                  <c:v>0.062291139160092934</c:v>
                </c:pt>
                <c:pt idx="437">
                  <c:v>0.062291139160092934</c:v>
                </c:pt>
                <c:pt idx="438">
                  <c:v>0.062291139160092934</c:v>
                </c:pt>
                <c:pt idx="439">
                  <c:v>0.062291139160092934</c:v>
                </c:pt>
                <c:pt idx="440">
                  <c:v>0.062291139160092934</c:v>
                </c:pt>
                <c:pt idx="441">
                  <c:v>0.062291139160092934</c:v>
                </c:pt>
                <c:pt idx="442">
                  <c:v>0.062291139160092934</c:v>
                </c:pt>
                <c:pt idx="443">
                  <c:v>0.062291139160092934</c:v>
                </c:pt>
                <c:pt idx="444">
                  <c:v>0.062291139160092934</c:v>
                </c:pt>
                <c:pt idx="445">
                  <c:v>0.062291139160092934</c:v>
                </c:pt>
                <c:pt idx="446">
                  <c:v>0.062291139160092934</c:v>
                </c:pt>
                <c:pt idx="447">
                  <c:v>0.062291139160092934</c:v>
                </c:pt>
                <c:pt idx="448">
                  <c:v>0.062291139160092934</c:v>
                </c:pt>
                <c:pt idx="449">
                  <c:v>0.062291139160092934</c:v>
                </c:pt>
                <c:pt idx="450">
                  <c:v>0.062291139160092934</c:v>
                </c:pt>
                <c:pt idx="451">
                  <c:v>0.062291139160092934</c:v>
                </c:pt>
                <c:pt idx="452">
                  <c:v>0.062291139160092934</c:v>
                </c:pt>
                <c:pt idx="453">
                  <c:v>0.062291139160092934</c:v>
                </c:pt>
                <c:pt idx="454">
                  <c:v>0.062291139160092934</c:v>
                </c:pt>
                <c:pt idx="455">
                  <c:v>0.062291139160092934</c:v>
                </c:pt>
                <c:pt idx="456">
                  <c:v>0.062291139160092934</c:v>
                </c:pt>
                <c:pt idx="457">
                  <c:v>0.062291139160092934</c:v>
                </c:pt>
                <c:pt idx="458">
                  <c:v>0.062291139160092934</c:v>
                </c:pt>
                <c:pt idx="459">
                  <c:v>0.062291139160092934</c:v>
                </c:pt>
                <c:pt idx="460">
                  <c:v>0.062291139160092934</c:v>
                </c:pt>
                <c:pt idx="461">
                  <c:v>0.062291139160092934</c:v>
                </c:pt>
                <c:pt idx="462">
                  <c:v>0.062291139160092934</c:v>
                </c:pt>
                <c:pt idx="463">
                  <c:v>0.062291139160092934</c:v>
                </c:pt>
                <c:pt idx="464">
                  <c:v>0.062291139160092934</c:v>
                </c:pt>
                <c:pt idx="465">
                  <c:v>0.062291139160092934</c:v>
                </c:pt>
                <c:pt idx="466">
                  <c:v>0.062291139160092934</c:v>
                </c:pt>
                <c:pt idx="467">
                  <c:v>0.062291139160092934</c:v>
                </c:pt>
                <c:pt idx="468">
                  <c:v>0.062291139160092934</c:v>
                </c:pt>
                <c:pt idx="469">
                  <c:v>0.062291139160092934</c:v>
                </c:pt>
                <c:pt idx="470">
                  <c:v>0.062291139160092934</c:v>
                </c:pt>
                <c:pt idx="471">
                  <c:v>0.062291139160092934</c:v>
                </c:pt>
                <c:pt idx="472">
                  <c:v>0.062291139160092934</c:v>
                </c:pt>
                <c:pt idx="473">
                  <c:v>0.062291139160092934</c:v>
                </c:pt>
                <c:pt idx="474">
                  <c:v>0.062291139160092934</c:v>
                </c:pt>
                <c:pt idx="475">
                  <c:v>0.062291139160092934</c:v>
                </c:pt>
                <c:pt idx="476">
                  <c:v>0.062291139160092934</c:v>
                </c:pt>
                <c:pt idx="477">
                  <c:v>0.062291139160092934</c:v>
                </c:pt>
                <c:pt idx="478">
                  <c:v>0.062291139160092934</c:v>
                </c:pt>
                <c:pt idx="479">
                  <c:v>0.062291139160092934</c:v>
                </c:pt>
                <c:pt idx="480">
                  <c:v>0.062291139160092934</c:v>
                </c:pt>
                <c:pt idx="481">
                  <c:v>0.062291139160092934</c:v>
                </c:pt>
                <c:pt idx="482">
                  <c:v>0.062291139160092934</c:v>
                </c:pt>
                <c:pt idx="483">
                  <c:v>0.062291139160092934</c:v>
                </c:pt>
                <c:pt idx="484">
                  <c:v>0.062291139160092934</c:v>
                </c:pt>
                <c:pt idx="485">
                  <c:v>0.062291139160092934</c:v>
                </c:pt>
                <c:pt idx="486">
                  <c:v>0.062291139160092934</c:v>
                </c:pt>
                <c:pt idx="487">
                  <c:v>0.062291139160092934</c:v>
                </c:pt>
                <c:pt idx="488">
                  <c:v>0.062291139160092934</c:v>
                </c:pt>
                <c:pt idx="489">
                  <c:v>0.062291139160092934</c:v>
                </c:pt>
                <c:pt idx="490">
                  <c:v>0.062291139160092934</c:v>
                </c:pt>
                <c:pt idx="491">
                  <c:v>0.062291139160092934</c:v>
                </c:pt>
                <c:pt idx="492">
                  <c:v>0.062291139160092934</c:v>
                </c:pt>
                <c:pt idx="493">
                  <c:v>0.062291139160092934</c:v>
                </c:pt>
                <c:pt idx="494">
                  <c:v>0.062291139160092934</c:v>
                </c:pt>
                <c:pt idx="495">
                  <c:v>0.062291139160092934</c:v>
                </c:pt>
                <c:pt idx="496">
                  <c:v>0.062291139160092934</c:v>
                </c:pt>
                <c:pt idx="497">
                  <c:v>0.062291139160092934</c:v>
                </c:pt>
                <c:pt idx="498">
                  <c:v>0.062291139160092934</c:v>
                </c:pt>
                <c:pt idx="499">
                  <c:v>0.062291139160092934</c:v>
                </c:pt>
                <c:pt idx="500">
                  <c:v>0.062291139160092934</c:v>
                </c:pt>
                <c:pt idx="501">
                  <c:v>0.062291139160092934</c:v>
                </c:pt>
                <c:pt idx="502">
                  <c:v>0.062291139160092934</c:v>
                </c:pt>
                <c:pt idx="503">
                  <c:v>0.062291139160092934</c:v>
                </c:pt>
                <c:pt idx="504">
                  <c:v>0.062291139160092934</c:v>
                </c:pt>
                <c:pt idx="505">
                  <c:v>0.062291139160092934</c:v>
                </c:pt>
                <c:pt idx="506">
                  <c:v>0.062291139160092934</c:v>
                </c:pt>
                <c:pt idx="507">
                  <c:v>0.062291139160092934</c:v>
                </c:pt>
                <c:pt idx="508">
                  <c:v>0.062291139160092934</c:v>
                </c:pt>
                <c:pt idx="509">
                  <c:v>0.062291139160092934</c:v>
                </c:pt>
                <c:pt idx="510">
                  <c:v>0.062291139160092934</c:v>
                </c:pt>
                <c:pt idx="511">
                  <c:v>0.062291139160092934</c:v>
                </c:pt>
                <c:pt idx="512">
                  <c:v>0.062291139160092934</c:v>
                </c:pt>
                <c:pt idx="513">
                  <c:v>0.062291139160092934</c:v>
                </c:pt>
                <c:pt idx="514">
                  <c:v>0.062291139160092934</c:v>
                </c:pt>
                <c:pt idx="515">
                  <c:v>0.062291139160092934</c:v>
                </c:pt>
                <c:pt idx="516">
                  <c:v>0.062291139160092934</c:v>
                </c:pt>
                <c:pt idx="517">
                  <c:v>0.062291139160092934</c:v>
                </c:pt>
                <c:pt idx="518">
                  <c:v>0.062291139160092934</c:v>
                </c:pt>
                <c:pt idx="519">
                  <c:v>0.062291139160092934</c:v>
                </c:pt>
                <c:pt idx="520">
                  <c:v>0.062291139160092934</c:v>
                </c:pt>
                <c:pt idx="521">
                  <c:v>0.062291139160092934</c:v>
                </c:pt>
                <c:pt idx="522">
                  <c:v>0.062291139160092934</c:v>
                </c:pt>
                <c:pt idx="523">
                  <c:v>0.062291139160092934</c:v>
                </c:pt>
                <c:pt idx="524">
                  <c:v>0.062291139160092934</c:v>
                </c:pt>
                <c:pt idx="525">
                  <c:v>0.062291139160092934</c:v>
                </c:pt>
                <c:pt idx="526">
                  <c:v>0.062291139160092934</c:v>
                </c:pt>
                <c:pt idx="527">
                  <c:v>0.062291139160092934</c:v>
                </c:pt>
                <c:pt idx="528">
                  <c:v>0.062291139160092934</c:v>
                </c:pt>
                <c:pt idx="529">
                  <c:v>0.062291139160092934</c:v>
                </c:pt>
                <c:pt idx="530">
                  <c:v>0.062291139160092934</c:v>
                </c:pt>
                <c:pt idx="531">
                  <c:v>0.062291139160092934</c:v>
                </c:pt>
                <c:pt idx="532">
                  <c:v>0.062291139160092934</c:v>
                </c:pt>
                <c:pt idx="533">
                  <c:v>0.062291139160092934</c:v>
                </c:pt>
                <c:pt idx="534">
                  <c:v>0.062291139160092934</c:v>
                </c:pt>
                <c:pt idx="535">
                  <c:v>0.062291139160092934</c:v>
                </c:pt>
                <c:pt idx="536">
                  <c:v>0.062291139160092934</c:v>
                </c:pt>
                <c:pt idx="537">
                  <c:v>0.062291139160092934</c:v>
                </c:pt>
                <c:pt idx="538">
                  <c:v>0.062291139160092934</c:v>
                </c:pt>
                <c:pt idx="539">
                  <c:v>0.062291139160092934</c:v>
                </c:pt>
                <c:pt idx="540">
                  <c:v>0.062291139160092934</c:v>
                </c:pt>
                <c:pt idx="541">
                  <c:v>0.062291139160092934</c:v>
                </c:pt>
                <c:pt idx="542">
                  <c:v>0.062291139160092934</c:v>
                </c:pt>
                <c:pt idx="543">
                  <c:v>0.062291139160092934</c:v>
                </c:pt>
                <c:pt idx="544">
                  <c:v>0.062291139160092934</c:v>
                </c:pt>
                <c:pt idx="545">
                  <c:v>0.062291139160092934</c:v>
                </c:pt>
                <c:pt idx="546">
                  <c:v>0.062291139160092934</c:v>
                </c:pt>
                <c:pt idx="547">
                  <c:v>0.062291139160092934</c:v>
                </c:pt>
                <c:pt idx="548">
                  <c:v>0.062291139160092934</c:v>
                </c:pt>
                <c:pt idx="549">
                  <c:v>0.062291139160092934</c:v>
                </c:pt>
                <c:pt idx="550">
                  <c:v>0.062291139160092934</c:v>
                </c:pt>
                <c:pt idx="551">
                  <c:v>0.062291139160092934</c:v>
                </c:pt>
                <c:pt idx="552">
                  <c:v>0.062291139160092934</c:v>
                </c:pt>
                <c:pt idx="553">
                  <c:v>0.062291139160092934</c:v>
                </c:pt>
                <c:pt idx="554">
                  <c:v>0.062291139160092934</c:v>
                </c:pt>
                <c:pt idx="555">
                  <c:v>0.062291139160092934</c:v>
                </c:pt>
                <c:pt idx="556">
                  <c:v>0.062291139160092934</c:v>
                </c:pt>
                <c:pt idx="557">
                  <c:v>0.062291139160092934</c:v>
                </c:pt>
                <c:pt idx="558">
                  <c:v>0.062291139160092934</c:v>
                </c:pt>
                <c:pt idx="559">
                  <c:v>0.062291139160092934</c:v>
                </c:pt>
                <c:pt idx="560">
                  <c:v>0.062291139160092934</c:v>
                </c:pt>
                <c:pt idx="561">
                  <c:v>0.062291139160092934</c:v>
                </c:pt>
                <c:pt idx="562">
                  <c:v>0.062291139160092934</c:v>
                </c:pt>
                <c:pt idx="563">
                  <c:v>0.062291139160092934</c:v>
                </c:pt>
                <c:pt idx="564">
                  <c:v>0.062291139160092934</c:v>
                </c:pt>
                <c:pt idx="565">
                  <c:v>0.062291139160092934</c:v>
                </c:pt>
                <c:pt idx="566">
                  <c:v>0.062291139160092934</c:v>
                </c:pt>
                <c:pt idx="567">
                  <c:v>0.062291139160092934</c:v>
                </c:pt>
                <c:pt idx="568">
                  <c:v>0.062291139160092934</c:v>
                </c:pt>
                <c:pt idx="569">
                  <c:v>0.062291139160092934</c:v>
                </c:pt>
                <c:pt idx="570">
                  <c:v>0.062291139160092934</c:v>
                </c:pt>
                <c:pt idx="571">
                  <c:v>0.062291139160092934</c:v>
                </c:pt>
                <c:pt idx="572">
                  <c:v>0.062291139160092934</c:v>
                </c:pt>
                <c:pt idx="573">
                  <c:v>0.062291139160092934</c:v>
                </c:pt>
                <c:pt idx="574">
                  <c:v>0.062291139160092934</c:v>
                </c:pt>
                <c:pt idx="575">
                  <c:v>0.062291139160092934</c:v>
                </c:pt>
                <c:pt idx="576">
                  <c:v>0.062291139160092934</c:v>
                </c:pt>
                <c:pt idx="577">
                  <c:v>0.062291139160092934</c:v>
                </c:pt>
                <c:pt idx="578">
                  <c:v>0.062291139160092934</c:v>
                </c:pt>
                <c:pt idx="579">
                  <c:v>0.062291139160092934</c:v>
                </c:pt>
                <c:pt idx="580">
                  <c:v>0.062291139160092934</c:v>
                </c:pt>
                <c:pt idx="581">
                  <c:v>0.062291139160092934</c:v>
                </c:pt>
                <c:pt idx="582">
                  <c:v>0.062291139160092934</c:v>
                </c:pt>
                <c:pt idx="583">
                  <c:v>0.062291139160092934</c:v>
                </c:pt>
                <c:pt idx="584">
                  <c:v>0.062291139160092934</c:v>
                </c:pt>
                <c:pt idx="585">
                  <c:v>0.062291139160092934</c:v>
                </c:pt>
                <c:pt idx="586">
                  <c:v>0.062291139160092934</c:v>
                </c:pt>
                <c:pt idx="587">
                  <c:v>0.062291139160092934</c:v>
                </c:pt>
                <c:pt idx="588">
                  <c:v>0.062291139160092934</c:v>
                </c:pt>
                <c:pt idx="589">
                  <c:v>0.062291139160092934</c:v>
                </c:pt>
                <c:pt idx="590">
                  <c:v>0.062291139160092934</c:v>
                </c:pt>
                <c:pt idx="591">
                  <c:v>0.062291139160092934</c:v>
                </c:pt>
                <c:pt idx="592">
                  <c:v>0.062291139160092934</c:v>
                </c:pt>
                <c:pt idx="593">
                  <c:v>0.062291139160092934</c:v>
                </c:pt>
                <c:pt idx="594">
                  <c:v>0.062291139160092934</c:v>
                </c:pt>
                <c:pt idx="595">
                  <c:v>0.062291139160092934</c:v>
                </c:pt>
                <c:pt idx="596">
                  <c:v>0.062291139160092934</c:v>
                </c:pt>
                <c:pt idx="597">
                  <c:v>0.062291139160092934</c:v>
                </c:pt>
                <c:pt idx="598">
                  <c:v>0.062291139160092934</c:v>
                </c:pt>
                <c:pt idx="599">
                  <c:v>0.062291139160092934</c:v>
                </c:pt>
                <c:pt idx="600">
                  <c:v>0.062291139160092934</c:v>
                </c:pt>
                <c:pt idx="601">
                  <c:v>0.062291139160092934</c:v>
                </c:pt>
                <c:pt idx="602">
                  <c:v>0.062291139160092934</c:v>
                </c:pt>
                <c:pt idx="603">
                  <c:v>0.062291139160092934</c:v>
                </c:pt>
                <c:pt idx="604">
                  <c:v>0.062291139160092934</c:v>
                </c:pt>
                <c:pt idx="605">
                  <c:v>0.062291139160092934</c:v>
                </c:pt>
                <c:pt idx="606">
                  <c:v>0.062291139160092934</c:v>
                </c:pt>
                <c:pt idx="607">
                  <c:v>0.062291139160092934</c:v>
                </c:pt>
                <c:pt idx="608">
                  <c:v>0.062291139160092934</c:v>
                </c:pt>
                <c:pt idx="609">
                  <c:v>0.062291139160092934</c:v>
                </c:pt>
                <c:pt idx="610">
                  <c:v>0.062291139160092934</c:v>
                </c:pt>
                <c:pt idx="611">
                  <c:v>0.062291139160092934</c:v>
                </c:pt>
                <c:pt idx="612">
                  <c:v>0.062291139160092934</c:v>
                </c:pt>
                <c:pt idx="613">
                  <c:v>0.062291139160092934</c:v>
                </c:pt>
                <c:pt idx="614">
                  <c:v>0.062291139160092934</c:v>
                </c:pt>
                <c:pt idx="615">
                  <c:v>0.062291139160092934</c:v>
                </c:pt>
                <c:pt idx="616">
                  <c:v>0.062291139160092934</c:v>
                </c:pt>
                <c:pt idx="617">
                  <c:v>0.062291139160092934</c:v>
                </c:pt>
                <c:pt idx="618">
                  <c:v>0.062291139160092934</c:v>
                </c:pt>
                <c:pt idx="619">
                  <c:v>0.062291139160092934</c:v>
                </c:pt>
                <c:pt idx="620">
                  <c:v>0.062291139160092934</c:v>
                </c:pt>
                <c:pt idx="621">
                  <c:v>0.062291139160092934</c:v>
                </c:pt>
                <c:pt idx="622">
                  <c:v>0.062291139160092934</c:v>
                </c:pt>
                <c:pt idx="623">
                  <c:v>0.062291139160092934</c:v>
                </c:pt>
                <c:pt idx="624">
                  <c:v>0.062291139160092934</c:v>
                </c:pt>
                <c:pt idx="625">
                  <c:v>0.062291139160092934</c:v>
                </c:pt>
                <c:pt idx="626">
                  <c:v>0.062291139160092934</c:v>
                </c:pt>
                <c:pt idx="627">
                  <c:v>0.062291139160092934</c:v>
                </c:pt>
                <c:pt idx="628">
                  <c:v>0.062291139160092934</c:v>
                </c:pt>
                <c:pt idx="629">
                  <c:v>0.062291139160092934</c:v>
                </c:pt>
                <c:pt idx="630">
                  <c:v>0.062291139160092934</c:v>
                </c:pt>
                <c:pt idx="631">
                  <c:v>0.062291139160092934</c:v>
                </c:pt>
                <c:pt idx="632">
                  <c:v>0.062291139160092934</c:v>
                </c:pt>
                <c:pt idx="633">
                  <c:v>0.062291139160092934</c:v>
                </c:pt>
                <c:pt idx="634">
                  <c:v>0.062291139160092934</c:v>
                </c:pt>
                <c:pt idx="635">
                  <c:v>0.062291139160092934</c:v>
                </c:pt>
                <c:pt idx="636">
                  <c:v>0.062291139160092934</c:v>
                </c:pt>
                <c:pt idx="637">
                  <c:v>0.062291139160092934</c:v>
                </c:pt>
                <c:pt idx="638">
                  <c:v>0.062291139160092934</c:v>
                </c:pt>
                <c:pt idx="639">
                  <c:v>0.062291139160092934</c:v>
                </c:pt>
                <c:pt idx="640">
                  <c:v>0.062291139160092934</c:v>
                </c:pt>
                <c:pt idx="641">
                  <c:v>0.062291139160092934</c:v>
                </c:pt>
                <c:pt idx="642">
                  <c:v>0.062291139160092934</c:v>
                </c:pt>
                <c:pt idx="643">
                  <c:v>0.062291139160092934</c:v>
                </c:pt>
                <c:pt idx="644">
                  <c:v>0.062291139160092934</c:v>
                </c:pt>
                <c:pt idx="645">
                  <c:v>0.062291139160092934</c:v>
                </c:pt>
                <c:pt idx="646">
                  <c:v>0.062291139160092934</c:v>
                </c:pt>
                <c:pt idx="647">
                  <c:v>0.062291139160092934</c:v>
                </c:pt>
                <c:pt idx="648">
                  <c:v>0.062291139160092934</c:v>
                </c:pt>
                <c:pt idx="649">
                  <c:v>0.062291139160092934</c:v>
                </c:pt>
                <c:pt idx="650">
                  <c:v>0.062291139160092934</c:v>
                </c:pt>
                <c:pt idx="651">
                  <c:v>0.062291139160092934</c:v>
                </c:pt>
                <c:pt idx="652">
                  <c:v>0.062291139160092934</c:v>
                </c:pt>
                <c:pt idx="653">
                  <c:v>0.062291139160092934</c:v>
                </c:pt>
                <c:pt idx="654">
                  <c:v>0.062291139160092934</c:v>
                </c:pt>
                <c:pt idx="655">
                  <c:v>0.062291139160092934</c:v>
                </c:pt>
                <c:pt idx="656">
                  <c:v>0.062291139160092934</c:v>
                </c:pt>
                <c:pt idx="657">
                  <c:v>0.062291139160092934</c:v>
                </c:pt>
                <c:pt idx="658">
                  <c:v>0.062291139160092934</c:v>
                </c:pt>
                <c:pt idx="659">
                  <c:v>0.062291139160092934</c:v>
                </c:pt>
                <c:pt idx="660">
                  <c:v>0.062291139160092934</c:v>
                </c:pt>
                <c:pt idx="661">
                  <c:v>0.062291139160092934</c:v>
                </c:pt>
                <c:pt idx="662">
                  <c:v>0.062291139160092934</c:v>
                </c:pt>
                <c:pt idx="663">
                  <c:v>0.062291139160092934</c:v>
                </c:pt>
                <c:pt idx="664">
                  <c:v>0.062291139160092934</c:v>
                </c:pt>
                <c:pt idx="665">
                  <c:v>0.062291139160092934</c:v>
                </c:pt>
                <c:pt idx="666">
                  <c:v>0.062291139160092934</c:v>
                </c:pt>
                <c:pt idx="667">
                  <c:v>0.062291139160092934</c:v>
                </c:pt>
                <c:pt idx="668">
                  <c:v>0.062291139160092934</c:v>
                </c:pt>
                <c:pt idx="669">
                  <c:v>0.062291139160092934</c:v>
                </c:pt>
                <c:pt idx="670">
                  <c:v>0.062291139160092934</c:v>
                </c:pt>
                <c:pt idx="671">
                  <c:v>0.062291139160092934</c:v>
                </c:pt>
                <c:pt idx="672">
                  <c:v>0.062291139160092934</c:v>
                </c:pt>
                <c:pt idx="673">
                  <c:v>0.062291139160092934</c:v>
                </c:pt>
                <c:pt idx="674">
                  <c:v>0.062291139160092934</c:v>
                </c:pt>
                <c:pt idx="675">
                  <c:v>0.062291139160092934</c:v>
                </c:pt>
                <c:pt idx="676">
                  <c:v>0.062291139160092934</c:v>
                </c:pt>
                <c:pt idx="677">
                  <c:v>0.062291139160092934</c:v>
                </c:pt>
                <c:pt idx="678">
                  <c:v>0.062291139160092934</c:v>
                </c:pt>
                <c:pt idx="679">
                  <c:v>0.062291139160092934</c:v>
                </c:pt>
                <c:pt idx="680">
                  <c:v>0.062291139160092934</c:v>
                </c:pt>
                <c:pt idx="681">
                  <c:v>0.062291139160092934</c:v>
                </c:pt>
                <c:pt idx="682">
                  <c:v>0.062291139160092934</c:v>
                </c:pt>
                <c:pt idx="683">
                  <c:v>0.062291139160092934</c:v>
                </c:pt>
                <c:pt idx="684">
                  <c:v>0.062291139160092934</c:v>
                </c:pt>
                <c:pt idx="685">
                  <c:v>0.062291139160092934</c:v>
                </c:pt>
                <c:pt idx="686">
                  <c:v>0.062291139160092934</c:v>
                </c:pt>
                <c:pt idx="687">
                  <c:v>0.062291139160092934</c:v>
                </c:pt>
                <c:pt idx="688">
                  <c:v>0.062291139160092934</c:v>
                </c:pt>
                <c:pt idx="689">
                  <c:v>0.062291139160092934</c:v>
                </c:pt>
                <c:pt idx="690">
                  <c:v>0.062291139160092934</c:v>
                </c:pt>
                <c:pt idx="691">
                  <c:v>0.062291139160092934</c:v>
                </c:pt>
                <c:pt idx="692">
                  <c:v>0.062291139160092934</c:v>
                </c:pt>
                <c:pt idx="693">
                  <c:v>0.062291139160092934</c:v>
                </c:pt>
                <c:pt idx="694">
                  <c:v>0.062291139160092934</c:v>
                </c:pt>
                <c:pt idx="695">
                  <c:v>0.062291139160092934</c:v>
                </c:pt>
                <c:pt idx="696">
                  <c:v>0.062291139160092934</c:v>
                </c:pt>
                <c:pt idx="697">
                  <c:v>0.062291139160092934</c:v>
                </c:pt>
                <c:pt idx="698">
                  <c:v>0.062291139160092934</c:v>
                </c:pt>
                <c:pt idx="699">
                  <c:v>0.062291139160092934</c:v>
                </c:pt>
                <c:pt idx="700">
                  <c:v>0.062291139160092934</c:v>
                </c:pt>
                <c:pt idx="701">
                  <c:v>0.062291139160092934</c:v>
                </c:pt>
                <c:pt idx="702">
                  <c:v>0.062291139160092934</c:v>
                </c:pt>
                <c:pt idx="703">
                  <c:v>0.062291139160092934</c:v>
                </c:pt>
                <c:pt idx="704">
                  <c:v>0.062291139160092934</c:v>
                </c:pt>
                <c:pt idx="705">
                  <c:v>0.062291139160092934</c:v>
                </c:pt>
                <c:pt idx="706">
                  <c:v>0.062291139160092934</c:v>
                </c:pt>
                <c:pt idx="707">
                  <c:v>0.062291139160092934</c:v>
                </c:pt>
                <c:pt idx="708">
                  <c:v>0.062291139160092934</c:v>
                </c:pt>
                <c:pt idx="709">
                  <c:v>0.062291139160092934</c:v>
                </c:pt>
                <c:pt idx="710">
                  <c:v>0.062291139160092934</c:v>
                </c:pt>
                <c:pt idx="711">
                  <c:v>0.062291139160092934</c:v>
                </c:pt>
                <c:pt idx="712">
                  <c:v>0.062291139160092934</c:v>
                </c:pt>
                <c:pt idx="713">
                  <c:v>0.062291139160092934</c:v>
                </c:pt>
                <c:pt idx="714">
                  <c:v>0.062291139160092934</c:v>
                </c:pt>
                <c:pt idx="715">
                  <c:v>0.062291139160092934</c:v>
                </c:pt>
                <c:pt idx="716">
                  <c:v>0.062291139160092934</c:v>
                </c:pt>
                <c:pt idx="717">
                  <c:v>0.062291139160092934</c:v>
                </c:pt>
                <c:pt idx="718">
                  <c:v>0.062291139160092934</c:v>
                </c:pt>
                <c:pt idx="719">
                  <c:v>0.062291139160092934</c:v>
                </c:pt>
                <c:pt idx="720">
                  <c:v>0.062291139160092934</c:v>
                </c:pt>
                <c:pt idx="721">
                  <c:v>0.062291139160092934</c:v>
                </c:pt>
                <c:pt idx="722">
                  <c:v>0.062291139160092934</c:v>
                </c:pt>
                <c:pt idx="723">
                  <c:v>0.062291139160092934</c:v>
                </c:pt>
                <c:pt idx="724">
                  <c:v>0.062291139160092934</c:v>
                </c:pt>
                <c:pt idx="725">
                  <c:v>0.062291139160092934</c:v>
                </c:pt>
                <c:pt idx="726">
                  <c:v>0.062291139160092934</c:v>
                </c:pt>
                <c:pt idx="727">
                  <c:v>0.062291139160092934</c:v>
                </c:pt>
                <c:pt idx="728">
                  <c:v>0.062291139160092934</c:v>
                </c:pt>
                <c:pt idx="729">
                  <c:v>0.062291139160092934</c:v>
                </c:pt>
                <c:pt idx="730">
                  <c:v>0.062291139160092934</c:v>
                </c:pt>
                <c:pt idx="731">
                  <c:v>0.062291139160092934</c:v>
                </c:pt>
                <c:pt idx="732">
                  <c:v>0.062291139160092934</c:v>
                </c:pt>
                <c:pt idx="733">
                  <c:v>0.062291139160092934</c:v>
                </c:pt>
                <c:pt idx="734">
                  <c:v>0.062291139160092934</c:v>
                </c:pt>
                <c:pt idx="735">
                  <c:v>0.062291139160092934</c:v>
                </c:pt>
                <c:pt idx="736">
                  <c:v>0.062291139160092934</c:v>
                </c:pt>
                <c:pt idx="737">
                  <c:v>0.062291139160092934</c:v>
                </c:pt>
                <c:pt idx="738">
                  <c:v>0.062291139160092934</c:v>
                </c:pt>
                <c:pt idx="739">
                  <c:v>0.062291139160092934</c:v>
                </c:pt>
                <c:pt idx="740">
                  <c:v>0.062291139160092934</c:v>
                </c:pt>
                <c:pt idx="741">
                  <c:v>0.062291139160092934</c:v>
                </c:pt>
                <c:pt idx="742">
                  <c:v>0.062291139160092934</c:v>
                </c:pt>
                <c:pt idx="743">
                  <c:v>0.062291139160092934</c:v>
                </c:pt>
                <c:pt idx="744">
                  <c:v>0.062291139160092934</c:v>
                </c:pt>
                <c:pt idx="745">
                  <c:v>0.062291139160092934</c:v>
                </c:pt>
                <c:pt idx="746">
                  <c:v>0.062291139160092934</c:v>
                </c:pt>
                <c:pt idx="747">
                  <c:v>0.062291139160092934</c:v>
                </c:pt>
                <c:pt idx="748">
                  <c:v>0.062291139160092934</c:v>
                </c:pt>
                <c:pt idx="749">
                  <c:v>0.062291139160092934</c:v>
                </c:pt>
                <c:pt idx="750">
                  <c:v>0.062291139160092934</c:v>
                </c:pt>
                <c:pt idx="751">
                  <c:v>0.062291139160092934</c:v>
                </c:pt>
                <c:pt idx="752">
                  <c:v>0.062291139160092934</c:v>
                </c:pt>
                <c:pt idx="753">
                  <c:v>0.062291139160092934</c:v>
                </c:pt>
                <c:pt idx="754">
                  <c:v>0.062291139160092934</c:v>
                </c:pt>
                <c:pt idx="755">
                  <c:v>0.062291139160092934</c:v>
                </c:pt>
                <c:pt idx="756">
                  <c:v>0.062291139160092934</c:v>
                </c:pt>
                <c:pt idx="757">
                  <c:v>0.062291139160092934</c:v>
                </c:pt>
                <c:pt idx="758">
                  <c:v>0.062291139160092934</c:v>
                </c:pt>
                <c:pt idx="759">
                  <c:v>0.062291139160092934</c:v>
                </c:pt>
                <c:pt idx="760">
                  <c:v>0.062291139160092934</c:v>
                </c:pt>
                <c:pt idx="761">
                  <c:v>0.062291139160092934</c:v>
                </c:pt>
                <c:pt idx="762">
                  <c:v>0.062291139160092934</c:v>
                </c:pt>
                <c:pt idx="763">
                  <c:v>0.062291139160092934</c:v>
                </c:pt>
                <c:pt idx="764">
                  <c:v>0.062291139160092934</c:v>
                </c:pt>
                <c:pt idx="765">
                  <c:v>0.062291139160092934</c:v>
                </c:pt>
                <c:pt idx="766">
                  <c:v>0.062291139160092934</c:v>
                </c:pt>
                <c:pt idx="767">
                  <c:v>0.062291139160092934</c:v>
                </c:pt>
                <c:pt idx="768">
                  <c:v>0.062291139160092934</c:v>
                </c:pt>
                <c:pt idx="769">
                  <c:v>0.062291139160092934</c:v>
                </c:pt>
                <c:pt idx="770">
                  <c:v>0.062291139160092934</c:v>
                </c:pt>
                <c:pt idx="771">
                  <c:v>0.062291139160092934</c:v>
                </c:pt>
                <c:pt idx="772">
                  <c:v>0.062291139160092934</c:v>
                </c:pt>
                <c:pt idx="773">
                  <c:v>0.062291139160092934</c:v>
                </c:pt>
                <c:pt idx="774">
                  <c:v>0.062291139160092934</c:v>
                </c:pt>
                <c:pt idx="775">
                  <c:v>0.062291139160092934</c:v>
                </c:pt>
                <c:pt idx="776">
                  <c:v>0.062291139160092934</c:v>
                </c:pt>
                <c:pt idx="777">
                  <c:v>0.062291139160092934</c:v>
                </c:pt>
                <c:pt idx="778">
                  <c:v>0.062291139160092934</c:v>
                </c:pt>
                <c:pt idx="779">
                  <c:v>0.062291139160092934</c:v>
                </c:pt>
                <c:pt idx="780">
                  <c:v>0.062291139160092934</c:v>
                </c:pt>
                <c:pt idx="781">
                  <c:v>0.062291139160092934</c:v>
                </c:pt>
                <c:pt idx="782">
                  <c:v>0.062291139160092934</c:v>
                </c:pt>
                <c:pt idx="783">
                  <c:v>0.062291139160092934</c:v>
                </c:pt>
                <c:pt idx="784">
                  <c:v>0.062291139160092934</c:v>
                </c:pt>
                <c:pt idx="785">
                  <c:v>0.062291139160092934</c:v>
                </c:pt>
                <c:pt idx="786">
                  <c:v>0.062291139160092934</c:v>
                </c:pt>
                <c:pt idx="787">
                  <c:v>0.062291139160092934</c:v>
                </c:pt>
                <c:pt idx="788">
                  <c:v>0.062291139160092934</c:v>
                </c:pt>
                <c:pt idx="789">
                  <c:v>0.062291139160092934</c:v>
                </c:pt>
                <c:pt idx="790">
                  <c:v>0.062291139160092934</c:v>
                </c:pt>
                <c:pt idx="791">
                  <c:v>0.062291139160092934</c:v>
                </c:pt>
                <c:pt idx="792">
                  <c:v>0.062291139160092934</c:v>
                </c:pt>
                <c:pt idx="793">
                  <c:v>0.062291139160092934</c:v>
                </c:pt>
                <c:pt idx="794">
                  <c:v>0.062291139160092934</c:v>
                </c:pt>
                <c:pt idx="795">
                  <c:v>0.062291139160092934</c:v>
                </c:pt>
                <c:pt idx="796">
                  <c:v>0.062291139160092934</c:v>
                </c:pt>
                <c:pt idx="797">
                  <c:v>0.062291139160092934</c:v>
                </c:pt>
                <c:pt idx="798">
                  <c:v>0.062291139160092934</c:v>
                </c:pt>
                <c:pt idx="799">
                  <c:v>0.062291139160092934</c:v>
                </c:pt>
                <c:pt idx="800">
                  <c:v>0.062291139160092934</c:v>
                </c:pt>
                <c:pt idx="801">
                  <c:v>0.062291139160092934</c:v>
                </c:pt>
                <c:pt idx="802">
                  <c:v>0.062291139160092934</c:v>
                </c:pt>
                <c:pt idx="803">
                  <c:v>0.062291139160092934</c:v>
                </c:pt>
                <c:pt idx="804">
                  <c:v>0.062291139160092934</c:v>
                </c:pt>
                <c:pt idx="805">
                  <c:v>0.062291139160092934</c:v>
                </c:pt>
                <c:pt idx="806">
                  <c:v>0.062291139160092934</c:v>
                </c:pt>
                <c:pt idx="807">
                  <c:v>0.062291139160092934</c:v>
                </c:pt>
                <c:pt idx="808">
                  <c:v>0.062291139160092934</c:v>
                </c:pt>
                <c:pt idx="809">
                  <c:v>0.062291139160092934</c:v>
                </c:pt>
                <c:pt idx="810">
                  <c:v>0.062291139160092934</c:v>
                </c:pt>
                <c:pt idx="811">
                  <c:v>0.062291139160092934</c:v>
                </c:pt>
                <c:pt idx="812">
                  <c:v>0.062291139160092934</c:v>
                </c:pt>
                <c:pt idx="813">
                  <c:v>0.062291139160092934</c:v>
                </c:pt>
                <c:pt idx="814">
                  <c:v>0.062291139160092934</c:v>
                </c:pt>
                <c:pt idx="815">
                  <c:v>0.062291139160092934</c:v>
                </c:pt>
                <c:pt idx="816">
                  <c:v>0.062291139160092934</c:v>
                </c:pt>
                <c:pt idx="817">
                  <c:v>0.062291139160092934</c:v>
                </c:pt>
                <c:pt idx="818">
                  <c:v>0.062291139160092934</c:v>
                </c:pt>
                <c:pt idx="819">
                  <c:v>0.062291139160092934</c:v>
                </c:pt>
                <c:pt idx="820">
                  <c:v>0.062291139160092934</c:v>
                </c:pt>
                <c:pt idx="821">
                  <c:v>0.062291139160092934</c:v>
                </c:pt>
                <c:pt idx="822">
                  <c:v>0.062291139160092934</c:v>
                </c:pt>
                <c:pt idx="823">
                  <c:v>0.062291139160092934</c:v>
                </c:pt>
                <c:pt idx="824">
                  <c:v>0.062291139160092934</c:v>
                </c:pt>
                <c:pt idx="825">
                  <c:v>0.062291139160092934</c:v>
                </c:pt>
                <c:pt idx="826">
                  <c:v>0.062291139160092934</c:v>
                </c:pt>
                <c:pt idx="827">
                  <c:v>0.062291139160092934</c:v>
                </c:pt>
                <c:pt idx="828">
                  <c:v>0.062291139160092934</c:v>
                </c:pt>
                <c:pt idx="829">
                  <c:v>0.062291139160092934</c:v>
                </c:pt>
                <c:pt idx="830">
                  <c:v>0.062291139160092934</c:v>
                </c:pt>
                <c:pt idx="831">
                  <c:v>0.062291139160092934</c:v>
                </c:pt>
                <c:pt idx="832">
                  <c:v>0.062291139160092934</c:v>
                </c:pt>
                <c:pt idx="833">
                  <c:v>0.062291139160092934</c:v>
                </c:pt>
                <c:pt idx="834">
                  <c:v>0.062291139160092934</c:v>
                </c:pt>
                <c:pt idx="835">
                  <c:v>0.062291139160092934</c:v>
                </c:pt>
                <c:pt idx="836">
                  <c:v>0.062291139160092934</c:v>
                </c:pt>
                <c:pt idx="837">
                  <c:v>0.062291139160092934</c:v>
                </c:pt>
                <c:pt idx="838">
                  <c:v>0.062291139160092934</c:v>
                </c:pt>
                <c:pt idx="839">
                  <c:v>0.062291139160092934</c:v>
                </c:pt>
                <c:pt idx="840">
                  <c:v>0.062291139160092934</c:v>
                </c:pt>
                <c:pt idx="841">
                  <c:v>0.062291139160092934</c:v>
                </c:pt>
                <c:pt idx="842">
                  <c:v>0.062291139160092934</c:v>
                </c:pt>
                <c:pt idx="843">
                  <c:v>0.062291139160092934</c:v>
                </c:pt>
                <c:pt idx="844">
                  <c:v>0.062291139160092934</c:v>
                </c:pt>
                <c:pt idx="845">
                  <c:v>0.062291139160092934</c:v>
                </c:pt>
                <c:pt idx="846">
                  <c:v>0.062291139160092934</c:v>
                </c:pt>
                <c:pt idx="847">
                  <c:v>0.062291139160092934</c:v>
                </c:pt>
                <c:pt idx="848">
                  <c:v>0.062291139160092934</c:v>
                </c:pt>
                <c:pt idx="849">
                  <c:v>0.062291139160092934</c:v>
                </c:pt>
                <c:pt idx="850">
                  <c:v>0.062291139160092934</c:v>
                </c:pt>
                <c:pt idx="851">
                  <c:v>0.062291139160092934</c:v>
                </c:pt>
                <c:pt idx="852">
                  <c:v>0.062291139160092934</c:v>
                </c:pt>
                <c:pt idx="853">
                  <c:v>0.062291139160092934</c:v>
                </c:pt>
                <c:pt idx="854">
                  <c:v>0.062291139160092934</c:v>
                </c:pt>
                <c:pt idx="855">
                  <c:v>0.062291139160092934</c:v>
                </c:pt>
                <c:pt idx="856">
                  <c:v>0.062291139160092934</c:v>
                </c:pt>
                <c:pt idx="857">
                  <c:v>0.062291139160092934</c:v>
                </c:pt>
                <c:pt idx="858">
                  <c:v>0.062291139160092934</c:v>
                </c:pt>
                <c:pt idx="859">
                  <c:v>0.062291139160092934</c:v>
                </c:pt>
                <c:pt idx="860">
                  <c:v>0.062291139160092934</c:v>
                </c:pt>
                <c:pt idx="861">
                  <c:v>0.062291139160092934</c:v>
                </c:pt>
                <c:pt idx="862">
                  <c:v>0.062291139160092934</c:v>
                </c:pt>
                <c:pt idx="863">
                  <c:v>0.062291139160092934</c:v>
                </c:pt>
                <c:pt idx="864">
                  <c:v>0.062291139160092934</c:v>
                </c:pt>
                <c:pt idx="865">
                  <c:v>0.062291139160092934</c:v>
                </c:pt>
                <c:pt idx="866">
                  <c:v>0.062291139160092934</c:v>
                </c:pt>
                <c:pt idx="867">
                  <c:v>0.062291139160092934</c:v>
                </c:pt>
                <c:pt idx="868">
                  <c:v>0.062291139160092934</c:v>
                </c:pt>
                <c:pt idx="869">
                  <c:v>0.062291139160092934</c:v>
                </c:pt>
                <c:pt idx="870">
                  <c:v>0.062291139160092934</c:v>
                </c:pt>
                <c:pt idx="871">
                  <c:v>0.062291139160092934</c:v>
                </c:pt>
                <c:pt idx="872">
                  <c:v>0.062291139160092934</c:v>
                </c:pt>
                <c:pt idx="873">
                  <c:v>0.062291139160092934</c:v>
                </c:pt>
                <c:pt idx="874">
                  <c:v>0.062291139160092934</c:v>
                </c:pt>
                <c:pt idx="875">
                  <c:v>0.062291139160092934</c:v>
                </c:pt>
                <c:pt idx="876">
                  <c:v>0.062291139160092934</c:v>
                </c:pt>
                <c:pt idx="877">
                  <c:v>0.062291139160092934</c:v>
                </c:pt>
                <c:pt idx="878">
                  <c:v>0.062291139160092934</c:v>
                </c:pt>
                <c:pt idx="879">
                  <c:v>0.062291139160092934</c:v>
                </c:pt>
                <c:pt idx="880">
                  <c:v>0.062291139160092934</c:v>
                </c:pt>
                <c:pt idx="881">
                  <c:v>0.062291139160092934</c:v>
                </c:pt>
                <c:pt idx="882">
                  <c:v>0.062291139160092934</c:v>
                </c:pt>
                <c:pt idx="883">
                  <c:v>0.062291139160092934</c:v>
                </c:pt>
                <c:pt idx="884">
                  <c:v>0.062291139160092934</c:v>
                </c:pt>
                <c:pt idx="885">
                  <c:v>0.062291139160092934</c:v>
                </c:pt>
                <c:pt idx="886">
                  <c:v>0.062291139160092934</c:v>
                </c:pt>
                <c:pt idx="887">
                  <c:v>0.062291139160092934</c:v>
                </c:pt>
                <c:pt idx="888">
                  <c:v>0.062291139160092934</c:v>
                </c:pt>
                <c:pt idx="889">
                  <c:v>0.062291139160092934</c:v>
                </c:pt>
                <c:pt idx="890">
                  <c:v>0.062291139160092934</c:v>
                </c:pt>
                <c:pt idx="891">
                  <c:v>0.062291139160092934</c:v>
                </c:pt>
                <c:pt idx="892">
                  <c:v>0.062291139160092934</c:v>
                </c:pt>
                <c:pt idx="893">
                  <c:v>0.062291139160092934</c:v>
                </c:pt>
                <c:pt idx="894">
                  <c:v>0.062291139160092934</c:v>
                </c:pt>
                <c:pt idx="895">
                  <c:v>0.062291139160092934</c:v>
                </c:pt>
                <c:pt idx="896">
                  <c:v>0.062291139160092934</c:v>
                </c:pt>
                <c:pt idx="897">
                  <c:v>0.062291139160092934</c:v>
                </c:pt>
                <c:pt idx="898">
                  <c:v>0.062291139160092934</c:v>
                </c:pt>
                <c:pt idx="899">
                  <c:v>0.062291139160092934</c:v>
                </c:pt>
                <c:pt idx="900">
                  <c:v>0.062291139160092934</c:v>
                </c:pt>
                <c:pt idx="901">
                  <c:v>0.062291139160092934</c:v>
                </c:pt>
                <c:pt idx="902">
                  <c:v>0.062291139160092934</c:v>
                </c:pt>
                <c:pt idx="903">
                  <c:v>0.062291139160092934</c:v>
                </c:pt>
                <c:pt idx="904">
                  <c:v>0.062291139160092934</c:v>
                </c:pt>
                <c:pt idx="905">
                  <c:v>0.062291139160092934</c:v>
                </c:pt>
                <c:pt idx="906">
                  <c:v>0.062291139160092934</c:v>
                </c:pt>
                <c:pt idx="907">
                  <c:v>0.062291139160092934</c:v>
                </c:pt>
                <c:pt idx="908">
                  <c:v>0.062291139160092934</c:v>
                </c:pt>
                <c:pt idx="909">
                  <c:v>0.062291139160092934</c:v>
                </c:pt>
                <c:pt idx="910">
                  <c:v>0.062291139160092934</c:v>
                </c:pt>
                <c:pt idx="911">
                  <c:v>0.062291139160092934</c:v>
                </c:pt>
                <c:pt idx="912">
                  <c:v>0.062291139160092934</c:v>
                </c:pt>
                <c:pt idx="913">
                  <c:v>0.062291139160092934</c:v>
                </c:pt>
                <c:pt idx="914">
                  <c:v>0.062291139160092934</c:v>
                </c:pt>
                <c:pt idx="915">
                  <c:v>0.062291139160092934</c:v>
                </c:pt>
                <c:pt idx="916">
                  <c:v>0.062291139160092934</c:v>
                </c:pt>
                <c:pt idx="917">
                  <c:v>0.062291139160092934</c:v>
                </c:pt>
                <c:pt idx="918">
                  <c:v>0.062291139160092934</c:v>
                </c:pt>
                <c:pt idx="919">
                  <c:v>0.062291139160092934</c:v>
                </c:pt>
                <c:pt idx="920">
                  <c:v>0.062291139160092934</c:v>
                </c:pt>
                <c:pt idx="921">
                  <c:v>0.062291139160092934</c:v>
                </c:pt>
                <c:pt idx="922">
                  <c:v>0.062291139160092934</c:v>
                </c:pt>
                <c:pt idx="923">
                  <c:v>0.062291139160092934</c:v>
                </c:pt>
                <c:pt idx="924">
                  <c:v>0.062291139160092934</c:v>
                </c:pt>
                <c:pt idx="925">
                  <c:v>0.062291139160092934</c:v>
                </c:pt>
                <c:pt idx="926">
                  <c:v>0.062291139160092934</c:v>
                </c:pt>
                <c:pt idx="927">
                  <c:v>0.062291139160092934</c:v>
                </c:pt>
                <c:pt idx="928">
                  <c:v>0.062291139160092934</c:v>
                </c:pt>
                <c:pt idx="929">
                  <c:v>0.062291139160092934</c:v>
                </c:pt>
                <c:pt idx="930">
                  <c:v>0.062291139160092934</c:v>
                </c:pt>
                <c:pt idx="931">
                  <c:v>0.062291139160092934</c:v>
                </c:pt>
                <c:pt idx="932">
                  <c:v>0.062291139160092934</c:v>
                </c:pt>
                <c:pt idx="933">
                  <c:v>0.062291139160092934</c:v>
                </c:pt>
                <c:pt idx="934">
                  <c:v>0.062291139160092934</c:v>
                </c:pt>
                <c:pt idx="935">
                  <c:v>0.062291139160092934</c:v>
                </c:pt>
                <c:pt idx="936">
                  <c:v>0.062291139160092934</c:v>
                </c:pt>
                <c:pt idx="937">
                  <c:v>0.062291139160092934</c:v>
                </c:pt>
                <c:pt idx="938">
                  <c:v>0.062291139160092934</c:v>
                </c:pt>
                <c:pt idx="939">
                  <c:v>0.062291139160092934</c:v>
                </c:pt>
                <c:pt idx="940">
                  <c:v>0.062291139160092934</c:v>
                </c:pt>
                <c:pt idx="941">
                  <c:v>0.062291139160092934</c:v>
                </c:pt>
                <c:pt idx="942">
                  <c:v>0.062291139160092934</c:v>
                </c:pt>
                <c:pt idx="943">
                  <c:v>0.062291139160092934</c:v>
                </c:pt>
                <c:pt idx="944">
                  <c:v>0.062291139160092934</c:v>
                </c:pt>
                <c:pt idx="945">
                  <c:v>0.062291139160092934</c:v>
                </c:pt>
                <c:pt idx="946">
                  <c:v>0.062291139160092934</c:v>
                </c:pt>
                <c:pt idx="947">
                  <c:v>0.062291139160092934</c:v>
                </c:pt>
                <c:pt idx="948">
                  <c:v>0.062291139160092934</c:v>
                </c:pt>
                <c:pt idx="949">
                  <c:v>0.062291139160092934</c:v>
                </c:pt>
                <c:pt idx="950">
                  <c:v>0.062291139160092934</c:v>
                </c:pt>
                <c:pt idx="951">
                  <c:v>0.062291139160092934</c:v>
                </c:pt>
                <c:pt idx="952">
                  <c:v>0.062291139160092934</c:v>
                </c:pt>
                <c:pt idx="953">
                  <c:v>0.062291139160092934</c:v>
                </c:pt>
                <c:pt idx="954">
                  <c:v>0.062291139160092934</c:v>
                </c:pt>
                <c:pt idx="955">
                  <c:v>0.062291139160092934</c:v>
                </c:pt>
                <c:pt idx="956">
                  <c:v>0.062291139160092934</c:v>
                </c:pt>
                <c:pt idx="957">
                  <c:v>0.062291139160092934</c:v>
                </c:pt>
                <c:pt idx="958">
                  <c:v>0.062291139160092934</c:v>
                </c:pt>
                <c:pt idx="959">
                  <c:v>0.062291139160092934</c:v>
                </c:pt>
                <c:pt idx="960">
                  <c:v>0.062291139160092934</c:v>
                </c:pt>
                <c:pt idx="961">
                  <c:v>0.062291139160092934</c:v>
                </c:pt>
                <c:pt idx="962">
                  <c:v>0.062291139160092934</c:v>
                </c:pt>
                <c:pt idx="963">
                  <c:v>0.062291139160092934</c:v>
                </c:pt>
                <c:pt idx="964">
                  <c:v>0.062291139160092934</c:v>
                </c:pt>
                <c:pt idx="965">
                  <c:v>0.062291139160092934</c:v>
                </c:pt>
                <c:pt idx="966">
                  <c:v>0.062291139160092934</c:v>
                </c:pt>
                <c:pt idx="967">
                  <c:v>0.062291139160092934</c:v>
                </c:pt>
                <c:pt idx="968">
                  <c:v>0.062291139160092934</c:v>
                </c:pt>
                <c:pt idx="969">
                  <c:v>0.062291139160092934</c:v>
                </c:pt>
                <c:pt idx="970">
                  <c:v>0.062291139160092934</c:v>
                </c:pt>
                <c:pt idx="971">
                  <c:v>0.062291139160092934</c:v>
                </c:pt>
                <c:pt idx="972">
                  <c:v>0.062291139160092934</c:v>
                </c:pt>
                <c:pt idx="973">
                  <c:v>0.062291139160092934</c:v>
                </c:pt>
                <c:pt idx="974">
                  <c:v>0.062291139160092934</c:v>
                </c:pt>
                <c:pt idx="975">
                  <c:v>0.062291139160092934</c:v>
                </c:pt>
                <c:pt idx="976">
                  <c:v>0.062291139160092934</c:v>
                </c:pt>
                <c:pt idx="977">
                  <c:v>0.062291139160092934</c:v>
                </c:pt>
                <c:pt idx="978">
                  <c:v>0.062291139160092934</c:v>
                </c:pt>
                <c:pt idx="979">
                  <c:v>0.062291139160092934</c:v>
                </c:pt>
                <c:pt idx="980">
                  <c:v>0.062291139160092934</c:v>
                </c:pt>
                <c:pt idx="981">
                  <c:v>0.062291139160092934</c:v>
                </c:pt>
                <c:pt idx="982">
                  <c:v>0.062291139160092934</c:v>
                </c:pt>
                <c:pt idx="983">
                  <c:v>0.062291139160092934</c:v>
                </c:pt>
                <c:pt idx="984">
                  <c:v>0.062291139160092934</c:v>
                </c:pt>
                <c:pt idx="985">
                  <c:v>0.062291139160092934</c:v>
                </c:pt>
                <c:pt idx="986">
                  <c:v>0.062291139160092934</c:v>
                </c:pt>
                <c:pt idx="987">
                  <c:v>0.062291139160092934</c:v>
                </c:pt>
                <c:pt idx="988">
                  <c:v>0.062291139160092934</c:v>
                </c:pt>
                <c:pt idx="989">
                  <c:v>0.062291139160092934</c:v>
                </c:pt>
                <c:pt idx="990">
                  <c:v>0.062291139160092934</c:v>
                </c:pt>
                <c:pt idx="991">
                  <c:v>0.062291139160092934</c:v>
                </c:pt>
                <c:pt idx="992">
                  <c:v>0.062291139160092934</c:v>
                </c:pt>
                <c:pt idx="993">
                  <c:v>0.062291139160092934</c:v>
                </c:pt>
                <c:pt idx="994">
                  <c:v>0.062291139160092934</c:v>
                </c:pt>
                <c:pt idx="995">
                  <c:v>0.062291139160092934</c:v>
                </c:pt>
                <c:pt idx="996">
                  <c:v>0.062291139160092934</c:v>
                </c:pt>
                <c:pt idx="997">
                  <c:v>0.062291139160092934</c:v>
                </c:pt>
                <c:pt idx="998">
                  <c:v>0.062291139160092934</c:v>
                </c:pt>
                <c:pt idx="999">
                  <c:v>0.062291139160092934</c:v>
                </c:pt>
                <c:pt idx="1000">
                  <c:v>0.062291139160092934</c:v>
                </c:pt>
                <c:pt idx="1001">
                  <c:v>0.062291139160092934</c:v>
                </c:pt>
                <c:pt idx="1002">
                  <c:v>0.062291139160092934</c:v>
                </c:pt>
                <c:pt idx="1003">
                  <c:v>0.062291139160092934</c:v>
                </c:pt>
                <c:pt idx="1004">
                  <c:v>0.062291139160092934</c:v>
                </c:pt>
                <c:pt idx="1005">
                  <c:v>0.062291139160092934</c:v>
                </c:pt>
                <c:pt idx="1006">
                  <c:v>0.062291139160092934</c:v>
                </c:pt>
                <c:pt idx="1007">
                  <c:v>0.062291139160092934</c:v>
                </c:pt>
                <c:pt idx="1008">
                  <c:v>0.062291139160092934</c:v>
                </c:pt>
                <c:pt idx="1009">
                  <c:v>0.062291139160092934</c:v>
                </c:pt>
                <c:pt idx="1010">
                  <c:v>0.062291139160092934</c:v>
                </c:pt>
                <c:pt idx="1011">
                  <c:v>0.062291139160092934</c:v>
                </c:pt>
                <c:pt idx="1012">
                  <c:v>0.062291139160092934</c:v>
                </c:pt>
                <c:pt idx="1013">
                  <c:v>0.062291139160092934</c:v>
                </c:pt>
                <c:pt idx="1014">
                  <c:v>0.062291139160092934</c:v>
                </c:pt>
                <c:pt idx="1015">
                  <c:v>0.062291139160092934</c:v>
                </c:pt>
                <c:pt idx="1016">
                  <c:v>0.062291139160092934</c:v>
                </c:pt>
                <c:pt idx="1017">
                  <c:v>0.062291139160092934</c:v>
                </c:pt>
                <c:pt idx="1018">
                  <c:v>0.062291139160092934</c:v>
                </c:pt>
                <c:pt idx="1019">
                  <c:v>0.062291139160092934</c:v>
                </c:pt>
                <c:pt idx="1020">
                  <c:v>0.062291139160092934</c:v>
                </c:pt>
                <c:pt idx="1021">
                  <c:v>0.062291139160092934</c:v>
                </c:pt>
                <c:pt idx="1022">
                  <c:v>0.062291139160092934</c:v>
                </c:pt>
                <c:pt idx="1023">
                  <c:v>0.062291139160092934</c:v>
                </c:pt>
                <c:pt idx="1024">
                  <c:v>0.062291139160092934</c:v>
                </c:pt>
                <c:pt idx="1025">
                  <c:v>0.062291139160092934</c:v>
                </c:pt>
                <c:pt idx="1026">
                  <c:v>0.062291139160092934</c:v>
                </c:pt>
                <c:pt idx="1027">
                  <c:v>0.062291139160092934</c:v>
                </c:pt>
                <c:pt idx="1028">
                  <c:v>0.062291139160092934</c:v>
                </c:pt>
                <c:pt idx="1029">
                  <c:v>0.062291139160092934</c:v>
                </c:pt>
                <c:pt idx="1030">
                  <c:v>0.062291139160092934</c:v>
                </c:pt>
                <c:pt idx="1031">
                  <c:v>0.062291139160092934</c:v>
                </c:pt>
                <c:pt idx="1032">
                  <c:v>0.062291139160092934</c:v>
                </c:pt>
                <c:pt idx="1033">
                  <c:v>0.062291139160092934</c:v>
                </c:pt>
                <c:pt idx="1034">
                  <c:v>0.062291139160092934</c:v>
                </c:pt>
                <c:pt idx="1035">
                  <c:v>0.062291139160092934</c:v>
                </c:pt>
                <c:pt idx="1036">
                  <c:v>0.062291139160092934</c:v>
                </c:pt>
                <c:pt idx="1037">
                  <c:v>0.062291139160092934</c:v>
                </c:pt>
                <c:pt idx="1038">
                  <c:v>0.062291139160092934</c:v>
                </c:pt>
                <c:pt idx="1039">
                  <c:v>0.062291139160092934</c:v>
                </c:pt>
                <c:pt idx="1040">
                  <c:v>0.062291139160092934</c:v>
                </c:pt>
                <c:pt idx="1041">
                  <c:v>0.062291139160092934</c:v>
                </c:pt>
                <c:pt idx="1042">
                  <c:v>0.062291139160092934</c:v>
                </c:pt>
                <c:pt idx="1043">
                  <c:v>0.062291139160092934</c:v>
                </c:pt>
                <c:pt idx="1044">
                  <c:v>0.062291139160092934</c:v>
                </c:pt>
                <c:pt idx="1045">
                  <c:v>0.062291139160092934</c:v>
                </c:pt>
                <c:pt idx="1046">
                  <c:v>0.062291139160092934</c:v>
                </c:pt>
                <c:pt idx="1047">
                  <c:v>0.062291139160092934</c:v>
                </c:pt>
                <c:pt idx="1048">
                  <c:v>0.062291139160092934</c:v>
                </c:pt>
                <c:pt idx="1049">
                  <c:v>0.062291139160092934</c:v>
                </c:pt>
                <c:pt idx="1050">
                  <c:v>0.062291139160092934</c:v>
                </c:pt>
                <c:pt idx="1051">
                  <c:v>0.062291139160092934</c:v>
                </c:pt>
                <c:pt idx="1052">
                  <c:v>0.062291139160092934</c:v>
                </c:pt>
                <c:pt idx="1053">
                  <c:v>0.062291139160092934</c:v>
                </c:pt>
                <c:pt idx="1054">
                  <c:v>0.062291139160092934</c:v>
                </c:pt>
                <c:pt idx="1055">
                  <c:v>0.062291139160092934</c:v>
                </c:pt>
                <c:pt idx="1056">
                  <c:v>0.062291139160092934</c:v>
                </c:pt>
                <c:pt idx="1057">
                  <c:v>0.062291139160092934</c:v>
                </c:pt>
                <c:pt idx="1058">
                  <c:v>0.062291139160092934</c:v>
                </c:pt>
                <c:pt idx="1059">
                  <c:v>0.062291139160092934</c:v>
                </c:pt>
                <c:pt idx="1060">
                  <c:v>0.062291139160092934</c:v>
                </c:pt>
                <c:pt idx="1061">
                  <c:v>0.062291139160092934</c:v>
                </c:pt>
                <c:pt idx="1062">
                  <c:v>0.062291139160092934</c:v>
                </c:pt>
                <c:pt idx="1063">
                  <c:v>0.062291139160092934</c:v>
                </c:pt>
                <c:pt idx="1064">
                  <c:v>0.062291139160092934</c:v>
                </c:pt>
                <c:pt idx="1065">
                  <c:v>0.062291139160092934</c:v>
                </c:pt>
                <c:pt idx="1066">
                  <c:v>0.062291139160092934</c:v>
                </c:pt>
                <c:pt idx="1067">
                  <c:v>0.062291139160092934</c:v>
                </c:pt>
                <c:pt idx="1068">
                  <c:v>0.062291139160092934</c:v>
                </c:pt>
                <c:pt idx="1069">
                  <c:v>0.062291139160092934</c:v>
                </c:pt>
                <c:pt idx="1070">
                  <c:v>0.062291139160092934</c:v>
                </c:pt>
                <c:pt idx="1071">
                  <c:v>0.062291139160092934</c:v>
                </c:pt>
                <c:pt idx="1072">
                  <c:v>0.062291139160092934</c:v>
                </c:pt>
                <c:pt idx="1073">
                  <c:v>0.062291139160092934</c:v>
                </c:pt>
                <c:pt idx="1074">
                  <c:v>0.062291139160092934</c:v>
                </c:pt>
                <c:pt idx="1075">
                  <c:v>0.062291139160092934</c:v>
                </c:pt>
                <c:pt idx="1076">
                  <c:v>0.062291139160092934</c:v>
                </c:pt>
                <c:pt idx="1077">
                  <c:v>0.062291139160092934</c:v>
                </c:pt>
                <c:pt idx="1078">
                  <c:v>0.062291139160092934</c:v>
                </c:pt>
                <c:pt idx="1079">
                  <c:v>0.062291139160092934</c:v>
                </c:pt>
                <c:pt idx="1080">
                  <c:v>0.062291139160092934</c:v>
                </c:pt>
                <c:pt idx="1081">
                  <c:v>0.062291139160092934</c:v>
                </c:pt>
                <c:pt idx="1082">
                  <c:v>0.062291139160092934</c:v>
                </c:pt>
                <c:pt idx="1083">
                  <c:v>0.062291139160092934</c:v>
                </c:pt>
                <c:pt idx="1084">
                  <c:v>0.062291139160092934</c:v>
                </c:pt>
                <c:pt idx="1085">
                  <c:v>0.062291139160092934</c:v>
                </c:pt>
                <c:pt idx="1086">
                  <c:v>0.062291139160092934</c:v>
                </c:pt>
                <c:pt idx="1087">
                  <c:v>0.062291139160092934</c:v>
                </c:pt>
                <c:pt idx="1088">
                  <c:v>0.062291139160092934</c:v>
                </c:pt>
                <c:pt idx="1089">
                  <c:v>0.062291139160092934</c:v>
                </c:pt>
                <c:pt idx="1090">
                  <c:v>0.062291139160092934</c:v>
                </c:pt>
                <c:pt idx="1091">
                  <c:v>0.062291139160092934</c:v>
                </c:pt>
                <c:pt idx="1092">
                  <c:v>0.062291139160092934</c:v>
                </c:pt>
                <c:pt idx="1093">
                  <c:v>0.062291139160092934</c:v>
                </c:pt>
                <c:pt idx="1094">
                  <c:v>0.062291139160092934</c:v>
                </c:pt>
                <c:pt idx="1095">
                  <c:v>0.062291139160092934</c:v>
                </c:pt>
                <c:pt idx="1096">
                  <c:v>0.062291139160092934</c:v>
                </c:pt>
                <c:pt idx="1097">
                  <c:v>0.062291139160092934</c:v>
                </c:pt>
                <c:pt idx="1098">
                  <c:v>0.062291139160092934</c:v>
                </c:pt>
                <c:pt idx="1099">
                  <c:v>0.062291139160092934</c:v>
                </c:pt>
                <c:pt idx="1100">
                  <c:v>0.062291139160092934</c:v>
                </c:pt>
                <c:pt idx="1101">
                  <c:v>0.062291139160092934</c:v>
                </c:pt>
                <c:pt idx="1102">
                  <c:v>0.062291139160092934</c:v>
                </c:pt>
                <c:pt idx="1103">
                  <c:v>0.062291139160092934</c:v>
                </c:pt>
                <c:pt idx="1104">
                  <c:v>0.062291139160092934</c:v>
                </c:pt>
                <c:pt idx="1105">
                  <c:v>0.062291139160092934</c:v>
                </c:pt>
                <c:pt idx="1106">
                  <c:v>0.062291139160092934</c:v>
                </c:pt>
                <c:pt idx="1107">
                  <c:v>0.062291139160092934</c:v>
                </c:pt>
                <c:pt idx="1108">
                  <c:v>0.062291139160092934</c:v>
                </c:pt>
                <c:pt idx="1109">
                  <c:v>0.062291139160092934</c:v>
                </c:pt>
                <c:pt idx="1110">
                  <c:v>0.062291139160092934</c:v>
                </c:pt>
                <c:pt idx="1111">
                  <c:v>0.062291139160092934</c:v>
                </c:pt>
                <c:pt idx="1112">
                  <c:v>0.062291139160092934</c:v>
                </c:pt>
                <c:pt idx="1113">
                  <c:v>0.062291139160092934</c:v>
                </c:pt>
                <c:pt idx="1114">
                  <c:v>0.062291139160092934</c:v>
                </c:pt>
                <c:pt idx="1115">
                  <c:v>0.062291139160092934</c:v>
                </c:pt>
                <c:pt idx="1116">
                  <c:v>0.062291139160092934</c:v>
                </c:pt>
                <c:pt idx="1117">
                  <c:v>0.062291139160092934</c:v>
                </c:pt>
                <c:pt idx="1118">
                  <c:v>0.062291139160092934</c:v>
                </c:pt>
                <c:pt idx="1119">
                  <c:v>0.062291139160092934</c:v>
                </c:pt>
                <c:pt idx="1120">
                  <c:v>0.062291139160092934</c:v>
                </c:pt>
                <c:pt idx="1121">
                  <c:v>0.062291139160092934</c:v>
                </c:pt>
                <c:pt idx="1122">
                  <c:v>0.062291139160092934</c:v>
                </c:pt>
                <c:pt idx="1123">
                  <c:v>0.062291139160092934</c:v>
                </c:pt>
                <c:pt idx="1124">
                  <c:v>0.062291139160092934</c:v>
                </c:pt>
                <c:pt idx="1125">
                  <c:v>0.062291139160092934</c:v>
                </c:pt>
                <c:pt idx="1126">
                  <c:v>0.062291139160092934</c:v>
                </c:pt>
                <c:pt idx="1127">
                  <c:v>0.062291139160092934</c:v>
                </c:pt>
                <c:pt idx="1128">
                  <c:v>0.062291139160092934</c:v>
                </c:pt>
                <c:pt idx="1129">
                  <c:v>0.062291139160092934</c:v>
                </c:pt>
                <c:pt idx="1130">
                  <c:v>0.062291139160092934</c:v>
                </c:pt>
                <c:pt idx="1131">
                  <c:v>0.062291139160092934</c:v>
                </c:pt>
                <c:pt idx="1132">
                  <c:v>0.062291139160092934</c:v>
                </c:pt>
                <c:pt idx="1133">
                  <c:v>0.062291139160092934</c:v>
                </c:pt>
                <c:pt idx="1134">
                  <c:v>0.062291139160092934</c:v>
                </c:pt>
                <c:pt idx="1135">
                  <c:v>0.062291139160092934</c:v>
                </c:pt>
                <c:pt idx="1136">
                  <c:v>0.062291139160092934</c:v>
                </c:pt>
                <c:pt idx="1137">
                  <c:v>0.062291139160092934</c:v>
                </c:pt>
                <c:pt idx="1138">
                  <c:v>0.062291139160092934</c:v>
                </c:pt>
                <c:pt idx="1139">
                  <c:v>0.062291139160092934</c:v>
                </c:pt>
                <c:pt idx="1140">
                  <c:v>0.062291139160092934</c:v>
                </c:pt>
                <c:pt idx="1141">
                  <c:v>0.062291139160092934</c:v>
                </c:pt>
                <c:pt idx="1142">
                  <c:v>0.062291139160092934</c:v>
                </c:pt>
                <c:pt idx="1143">
                  <c:v>0.062291139160092934</c:v>
                </c:pt>
                <c:pt idx="1144">
                  <c:v>0.062291139160092934</c:v>
                </c:pt>
                <c:pt idx="1145">
                  <c:v>0.062291139160092934</c:v>
                </c:pt>
                <c:pt idx="1146">
                  <c:v>0.062291139160092934</c:v>
                </c:pt>
                <c:pt idx="1147">
                  <c:v>0.062291139160092934</c:v>
                </c:pt>
                <c:pt idx="1148">
                  <c:v>0.062291139160092934</c:v>
                </c:pt>
                <c:pt idx="1149">
                  <c:v>0.062291139160092934</c:v>
                </c:pt>
                <c:pt idx="1150">
                  <c:v>0.062291139160092934</c:v>
                </c:pt>
                <c:pt idx="1151">
                  <c:v>0.062291139160092934</c:v>
                </c:pt>
                <c:pt idx="1152">
                  <c:v>0.062291139160092934</c:v>
                </c:pt>
                <c:pt idx="1153">
                  <c:v>0.062291139160092934</c:v>
                </c:pt>
                <c:pt idx="1154">
                  <c:v>0.062291139160092934</c:v>
                </c:pt>
                <c:pt idx="1155">
                  <c:v>0.062291139160092934</c:v>
                </c:pt>
                <c:pt idx="1156">
                  <c:v>0.062291139160092934</c:v>
                </c:pt>
                <c:pt idx="1157">
                  <c:v>0.062291139160092934</c:v>
                </c:pt>
                <c:pt idx="1158">
                  <c:v>0.062291139160092934</c:v>
                </c:pt>
                <c:pt idx="1159">
                  <c:v>0.062291139160092934</c:v>
                </c:pt>
                <c:pt idx="1160">
                  <c:v>0.062291139160092934</c:v>
                </c:pt>
                <c:pt idx="1161">
                  <c:v>0.062291139160092934</c:v>
                </c:pt>
                <c:pt idx="1162">
                  <c:v>0.062291139160092934</c:v>
                </c:pt>
                <c:pt idx="1163">
                  <c:v>0.062291139160092934</c:v>
                </c:pt>
                <c:pt idx="1164">
                  <c:v>0.062291139160092934</c:v>
                </c:pt>
                <c:pt idx="1165">
                  <c:v>0.062291139160092934</c:v>
                </c:pt>
                <c:pt idx="1166">
                  <c:v>0.062291139160092934</c:v>
                </c:pt>
                <c:pt idx="1167">
                  <c:v>0.062291139160092934</c:v>
                </c:pt>
                <c:pt idx="1168">
                  <c:v>0.062291139160092934</c:v>
                </c:pt>
                <c:pt idx="1169">
                  <c:v>0.062291139160092934</c:v>
                </c:pt>
                <c:pt idx="1170">
                  <c:v>0.062291139160092934</c:v>
                </c:pt>
                <c:pt idx="1171">
                  <c:v>0.062291139160092934</c:v>
                </c:pt>
                <c:pt idx="1172">
                  <c:v>0.062291139160092934</c:v>
                </c:pt>
                <c:pt idx="1173">
                  <c:v>0.062291139160092934</c:v>
                </c:pt>
                <c:pt idx="1174">
                  <c:v>0.062291139160092934</c:v>
                </c:pt>
                <c:pt idx="1175">
                  <c:v>0.062291139160092934</c:v>
                </c:pt>
                <c:pt idx="1176">
                  <c:v>0.062291139160092934</c:v>
                </c:pt>
                <c:pt idx="1177">
                  <c:v>0.062291139160092934</c:v>
                </c:pt>
                <c:pt idx="1178">
                  <c:v>0.062291139160092934</c:v>
                </c:pt>
                <c:pt idx="1179">
                  <c:v>0.062291139160092934</c:v>
                </c:pt>
                <c:pt idx="1180">
                  <c:v>0.062291139160092934</c:v>
                </c:pt>
                <c:pt idx="1181">
                  <c:v>0.062291139160092934</c:v>
                </c:pt>
                <c:pt idx="1182">
                  <c:v>0.062291139160092934</c:v>
                </c:pt>
                <c:pt idx="1183">
                  <c:v>0.062291139160092934</c:v>
                </c:pt>
                <c:pt idx="1184">
                  <c:v>0.062291139160092934</c:v>
                </c:pt>
                <c:pt idx="1185">
                  <c:v>0.062291139160092934</c:v>
                </c:pt>
                <c:pt idx="1186">
                  <c:v>0.062291139160092934</c:v>
                </c:pt>
                <c:pt idx="1187">
                  <c:v>0.062291139160092934</c:v>
                </c:pt>
                <c:pt idx="1188">
                  <c:v>0.062291139160092934</c:v>
                </c:pt>
                <c:pt idx="1189">
                  <c:v>0.062291139160092934</c:v>
                </c:pt>
                <c:pt idx="1190">
                  <c:v>0.062291139160092934</c:v>
                </c:pt>
                <c:pt idx="1191">
                  <c:v>0.062291139160092934</c:v>
                </c:pt>
                <c:pt idx="1192">
                  <c:v>0.062291139160092934</c:v>
                </c:pt>
                <c:pt idx="1193">
                  <c:v>0.062291139160092934</c:v>
                </c:pt>
                <c:pt idx="1194">
                  <c:v>0.062291139160092934</c:v>
                </c:pt>
                <c:pt idx="1195">
                  <c:v>0.062291139160092934</c:v>
                </c:pt>
                <c:pt idx="1196">
                  <c:v>0.062291139160092934</c:v>
                </c:pt>
                <c:pt idx="1197">
                  <c:v>0.062291139160092934</c:v>
                </c:pt>
                <c:pt idx="1198">
                  <c:v>0.062291139160092934</c:v>
                </c:pt>
                <c:pt idx="1199">
                  <c:v>0.062291139160092934</c:v>
                </c:pt>
                <c:pt idx="1200">
                  <c:v>0.062291139160092934</c:v>
                </c:pt>
                <c:pt idx="1201">
                  <c:v>0.062291139160092934</c:v>
                </c:pt>
                <c:pt idx="1202">
                  <c:v>0.062291139160092934</c:v>
                </c:pt>
                <c:pt idx="1203">
                  <c:v>0.062291139160092934</c:v>
                </c:pt>
                <c:pt idx="1204">
                  <c:v>0.062291139160092934</c:v>
                </c:pt>
                <c:pt idx="1205">
                  <c:v>0.062291139160092934</c:v>
                </c:pt>
                <c:pt idx="1206">
                  <c:v>0.062291139160092934</c:v>
                </c:pt>
                <c:pt idx="1207">
                  <c:v>0.062291139160092934</c:v>
                </c:pt>
                <c:pt idx="1208">
                  <c:v>0.062291139160092934</c:v>
                </c:pt>
                <c:pt idx="1209">
                  <c:v>0.062291139160092934</c:v>
                </c:pt>
                <c:pt idx="1210">
                  <c:v>0.062291139160092934</c:v>
                </c:pt>
                <c:pt idx="1211">
                  <c:v>0.062291139160092934</c:v>
                </c:pt>
                <c:pt idx="1212">
                  <c:v>0.062291139160092934</c:v>
                </c:pt>
                <c:pt idx="1213">
                  <c:v>0.062291139160092934</c:v>
                </c:pt>
                <c:pt idx="1214">
                  <c:v>0.062291139160092934</c:v>
                </c:pt>
                <c:pt idx="1215">
                  <c:v>0.062291139160092934</c:v>
                </c:pt>
                <c:pt idx="1216">
                  <c:v>0.062291139160092934</c:v>
                </c:pt>
                <c:pt idx="1217">
                  <c:v>0.062291139160092934</c:v>
                </c:pt>
                <c:pt idx="1218">
                  <c:v>0.062291139160092934</c:v>
                </c:pt>
                <c:pt idx="1219">
                  <c:v>0.062291139160092934</c:v>
                </c:pt>
                <c:pt idx="1220">
                  <c:v>0.062291139160092934</c:v>
                </c:pt>
                <c:pt idx="1221">
                  <c:v>0.062291139160092934</c:v>
                </c:pt>
                <c:pt idx="1222">
                  <c:v>0.062291139160092934</c:v>
                </c:pt>
                <c:pt idx="1223">
                  <c:v>0.062291139160092934</c:v>
                </c:pt>
                <c:pt idx="1224">
                  <c:v>0.062291139160092934</c:v>
                </c:pt>
                <c:pt idx="1225">
                  <c:v>0.062291139160092934</c:v>
                </c:pt>
                <c:pt idx="1226">
                  <c:v>0.062291139160092934</c:v>
                </c:pt>
                <c:pt idx="1227">
                  <c:v>0.062291139160092934</c:v>
                </c:pt>
                <c:pt idx="1228">
                  <c:v>0.062291139160092934</c:v>
                </c:pt>
                <c:pt idx="1229">
                  <c:v>0.062291139160092934</c:v>
                </c:pt>
                <c:pt idx="1230">
                  <c:v>0.062291139160092934</c:v>
                </c:pt>
                <c:pt idx="1231">
                  <c:v>0.062291139160092934</c:v>
                </c:pt>
                <c:pt idx="1232">
                  <c:v>0.062291139160092934</c:v>
                </c:pt>
                <c:pt idx="1233">
                  <c:v>0.062291139160092934</c:v>
                </c:pt>
                <c:pt idx="1234">
                  <c:v>0.062291139160092934</c:v>
                </c:pt>
                <c:pt idx="1235">
                  <c:v>0.062291139160092934</c:v>
                </c:pt>
                <c:pt idx="1236">
                  <c:v>0.062291139160092934</c:v>
                </c:pt>
                <c:pt idx="1237">
                  <c:v>0.062291139160092934</c:v>
                </c:pt>
                <c:pt idx="1238">
                  <c:v>0.062291139160092934</c:v>
                </c:pt>
                <c:pt idx="1239">
                  <c:v>0.062291139160092934</c:v>
                </c:pt>
                <c:pt idx="1240">
                  <c:v>0.062291139160092934</c:v>
                </c:pt>
                <c:pt idx="1241">
                  <c:v>0.062291139160092934</c:v>
                </c:pt>
                <c:pt idx="1242">
                  <c:v>0.062291139160092934</c:v>
                </c:pt>
                <c:pt idx="1243">
                  <c:v>0.062291139160092934</c:v>
                </c:pt>
                <c:pt idx="1244">
                  <c:v>0.062291139160092934</c:v>
                </c:pt>
                <c:pt idx="1245">
                  <c:v>0.062291139160092934</c:v>
                </c:pt>
                <c:pt idx="1246">
                  <c:v>0.062291139160092934</c:v>
                </c:pt>
                <c:pt idx="1247">
                  <c:v>0.062291139160092934</c:v>
                </c:pt>
                <c:pt idx="1248">
                  <c:v>0.062291139160092934</c:v>
                </c:pt>
                <c:pt idx="1249">
                  <c:v>0.062291139160092934</c:v>
                </c:pt>
                <c:pt idx="1250">
                  <c:v>0.062291139160092934</c:v>
                </c:pt>
                <c:pt idx="1251">
                  <c:v>0.062291139160092934</c:v>
                </c:pt>
                <c:pt idx="1252">
                  <c:v>0.062291139160092934</c:v>
                </c:pt>
                <c:pt idx="1253">
                  <c:v>0.062291139160092934</c:v>
                </c:pt>
                <c:pt idx="1254">
                  <c:v>0.062291139160092934</c:v>
                </c:pt>
                <c:pt idx="1255">
                  <c:v>0.062291139160092934</c:v>
                </c:pt>
                <c:pt idx="1256">
                  <c:v>0.062291139160092934</c:v>
                </c:pt>
                <c:pt idx="1257">
                  <c:v>0.062291139160092934</c:v>
                </c:pt>
                <c:pt idx="1258">
                  <c:v>0.062291139160092934</c:v>
                </c:pt>
                <c:pt idx="1259">
                  <c:v>0.062291139160092934</c:v>
                </c:pt>
                <c:pt idx="1260">
                  <c:v>0.062291139160092934</c:v>
                </c:pt>
                <c:pt idx="1261">
                  <c:v>0.062291139160092934</c:v>
                </c:pt>
                <c:pt idx="1262">
                  <c:v>0.062291139160092934</c:v>
                </c:pt>
                <c:pt idx="1263">
                  <c:v>0.062291139160092934</c:v>
                </c:pt>
                <c:pt idx="1264">
                  <c:v>0.062291139160092934</c:v>
                </c:pt>
                <c:pt idx="1265">
                  <c:v>0.062291139160092934</c:v>
                </c:pt>
                <c:pt idx="1266">
                  <c:v>0.062291139160092934</c:v>
                </c:pt>
                <c:pt idx="1267">
                  <c:v>0.062291139160092934</c:v>
                </c:pt>
                <c:pt idx="1268">
                  <c:v>0.062291139160092934</c:v>
                </c:pt>
                <c:pt idx="1269">
                  <c:v>0.062291139160092934</c:v>
                </c:pt>
                <c:pt idx="1270">
                  <c:v>0.062291139160092934</c:v>
                </c:pt>
                <c:pt idx="1271">
                  <c:v>0.062291139160092934</c:v>
                </c:pt>
                <c:pt idx="1272">
                  <c:v>0.062291139160092934</c:v>
                </c:pt>
                <c:pt idx="1273">
                  <c:v>0.062291139160092934</c:v>
                </c:pt>
                <c:pt idx="1274">
                  <c:v>0.062291139160092934</c:v>
                </c:pt>
                <c:pt idx="1275">
                  <c:v>0.062291139160092934</c:v>
                </c:pt>
                <c:pt idx="1276">
                  <c:v>0.062291139160092934</c:v>
                </c:pt>
                <c:pt idx="1277">
                  <c:v>0.062291139160092934</c:v>
                </c:pt>
                <c:pt idx="1278">
                  <c:v>0.062291139160092934</c:v>
                </c:pt>
                <c:pt idx="1279">
                  <c:v>0.062291139160092934</c:v>
                </c:pt>
                <c:pt idx="1280">
                  <c:v>0.062291139160092934</c:v>
                </c:pt>
                <c:pt idx="1281">
                  <c:v>0.062291139160092934</c:v>
                </c:pt>
                <c:pt idx="1282">
                  <c:v>0.062291139160092934</c:v>
                </c:pt>
                <c:pt idx="1283">
                  <c:v>0.062291139160092934</c:v>
                </c:pt>
                <c:pt idx="1284">
                  <c:v>0.062291139160092934</c:v>
                </c:pt>
                <c:pt idx="1285">
                  <c:v>0.062291139160092934</c:v>
                </c:pt>
                <c:pt idx="1286">
                  <c:v>0.062291139160092934</c:v>
                </c:pt>
                <c:pt idx="1287">
                  <c:v>0.062291139160092934</c:v>
                </c:pt>
                <c:pt idx="1288">
                  <c:v>0.062291139160092934</c:v>
                </c:pt>
                <c:pt idx="1289">
                  <c:v>0.062291139160092934</c:v>
                </c:pt>
                <c:pt idx="1290">
                  <c:v>0.062291139160092934</c:v>
                </c:pt>
                <c:pt idx="1291">
                  <c:v>0.062291139160092934</c:v>
                </c:pt>
                <c:pt idx="1292">
                  <c:v>0.062291139160092934</c:v>
                </c:pt>
                <c:pt idx="1293">
                  <c:v>0.062291139160092934</c:v>
                </c:pt>
                <c:pt idx="1294">
                  <c:v>0.062291139160092934</c:v>
                </c:pt>
                <c:pt idx="1295">
                  <c:v>0.062291139160092934</c:v>
                </c:pt>
                <c:pt idx="1296">
                  <c:v>0.062291139160092934</c:v>
                </c:pt>
                <c:pt idx="1297">
                  <c:v>0.062291139160092934</c:v>
                </c:pt>
                <c:pt idx="1298">
                  <c:v>0.062291139160092934</c:v>
                </c:pt>
                <c:pt idx="1299">
                  <c:v>0.062291139160092934</c:v>
                </c:pt>
                <c:pt idx="1300">
                  <c:v>0.062291139160092934</c:v>
                </c:pt>
                <c:pt idx="1301">
                  <c:v>0.062291139160092934</c:v>
                </c:pt>
                <c:pt idx="1302">
                  <c:v>0.062291139160092934</c:v>
                </c:pt>
                <c:pt idx="1303">
                  <c:v>0.062291139160092934</c:v>
                </c:pt>
                <c:pt idx="1304">
                  <c:v>0.062291139160092934</c:v>
                </c:pt>
                <c:pt idx="1305">
                  <c:v>0.062291139160092934</c:v>
                </c:pt>
                <c:pt idx="1306">
                  <c:v>0.062291139160092934</c:v>
                </c:pt>
                <c:pt idx="1307">
                  <c:v>0.062291139160092934</c:v>
                </c:pt>
                <c:pt idx="1308">
                  <c:v>0.062291139160092934</c:v>
                </c:pt>
                <c:pt idx="1309">
                  <c:v>0.062291139160092934</c:v>
                </c:pt>
                <c:pt idx="1310">
                  <c:v>0.062291139160092934</c:v>
                </c:pt>
                <c:pt idx="1311">
                  <c:v>0.062291139160092934</c:v>
                </c:pt>
                <c:pt idx="1312">
                  <c:v>0.062291139160092934</c:v>
                </c:pt>
                <c:pt idx="1313">
                  <c:v>0.062291139160092934</c:v>
                </c:pt>
                <c:pt idx="1314">
                  <c:v>0.062291139160092934</c:v>
                </c:pt>
                <c:pt idx="1315">
                  <c:v>0.062291139160092934</c:v>
                </c:pt>
                <c:pt idx="1316">
                  <c:v>0.062291139160092934</c:v>
                </c:pt>
                <c:pt idx="1317">
                  <c:v>0.062291139160092934</c:v>
                </c:pt>
                <c:pt idx="1318">
                  <c:v>0.062291139160092934</c:v>
                </c:pt>
                <c:pt idx="1319">
                  <c:v>0.062291139160092934</c:v>
                </c:pt>
                <c:pt idx="1320">
                  <c:v>0.062291139160092934</c:v>
                </c:pt>
                <c:pt idx="1321">
                  <c:v>0.062291139160092934</c:v>
                </c:pt>
                <c:pt idx="1322">
                  <c:v>0.062291139160092934</c:v>
                </c:pt>
                <c:pt idx="1323">
                  <c:v>0.062291139160092934</c:v>
                </c:pt>
                <c:pt idx="1324">
                  <c:v>0.062291139160092934</c:v>
                </c:pt>
                <c:pt idx="1325">
                  <c:v>0.062291139160092934</c:v>
                </c:pt>
                <c:pt idx="1326">
                  <c:v>0.062291139160092934</c:v>
                </c:pt>
                <c:pt idx="1327">
                  <c:v>0.062291139160092934</c:v>
                </c:pt>
                <c:pt idx="1328">
                  <c:v>0.062291139160092934</c:v>
                </c:pt>
                <c:pt idx="1329">
                  <c:v>0.062291139160092934</c:v>
                </c:pt>
                <c:pt idx="1330">
                  <c:v>0.062291139160092934</c:v>
                </c:pt>
                <c:pt idx="1331">
                  <c:v>0.062291139160092934</c:v>
                </c:pt>
                <c:pt idx="1332">
                  <c:v>0.062291139160092934</c:v>
                </c:pt>
                <c:pt idx="1333">
                  <c:v>0.062291139160092934</c:v>
                </c:pt>
                <c:pt idx="1334">
                  <c:v>0.062291139160092934</c:v>
                </c:pt>
                <c:pt idx="1335">
                  <c:v>0.062291139160092934</c:v>
                </c:pt>
                <c:pt idx="1336">
                  <c:v>0.062291139160092934</c:v>
                </c:pt>
                <c:pt idx="1337">
                  <c:v>0.062291139160092934</c:v>
                </c:pt>
                <c:pt idx="1338">
                  <c:v>0.062291139160092934</c:v>
                </c:pt>
                <c:pt idx="1339">
                  <c:v>0.062291139160092934</c:v>
                </c:pt>
                <c:pt idx="1340">
                  <c:v>0.062291139160092934</c:v>
                </c:pt>
                <c:pt idx="1341">
                  <c:v>0.062291139160092934</c:v>
                </c:pt>
                <c:pt idx="1342">
                  <c:v>0.062291139160092934</c:v>
                </c:pt>
                <c:pt idx="1343">
                  <c:v>0.062291139160092934</c:v>
                </c:pt>
                <c:pt idx="1344">
                  <c:v>0.062291139160092934</c:v>
                </c:pt>
                <c:pt idx="1345">
                  <c:v>0.062291139160092934</c:v>
                </c:pt>
                <c:pt idx="1346">
                  <c:v>0.062291139160092934</c:v>
                </c:pt>
                <c:pt idx="1347">
                  <c:v>0.062291139160092934</c:v>
                </c:pt>
                <c:pt idx="1348">
                  <c:v>0.062291139160092934</c:v>
                </c:pt>
                <c:pt idx="1349">
                  <c:v>0.062291139160092934</c:v>
                </c:pt>
                <c:pt idx="1350">
                  <c:v>0.062291139160092934</c:v>
                </c:pt>
                <c:pt idx="1351">
                  <c:v>0.062291139160092934</c:v>
                </c:pt>
                <c:pt idx="1352">
                  <c:v>0.062291139160092934</c:v>
                </c:pt>
                <c:pt idx="1353">
                  <c:v>0.062291139160092934</c:v>
                </c:pt>
                <c:pt idx="1354">
                  <c:v>0.062291139160092934</c:v>
                </c:pt>
                <c:pt idx="1355">
                  <c:v>0.062291139160092934</c:v>
                </c:pt>
                <c:pt idx="1356">
                  <c:v>0.062291139160092934</c:v>
                </c:pt>
                <c:pt idx="1357">
                  <c:v>0.062291139160092934</c:v>
                </c:pt>
                <c:pt idx="1358">
                  <c:v>0.062291139160092934</c:v>
                </c:pt>
                <c:pt idx="1359">
                  <c:v>0.062291139160092934</c:v>
                </c:pt>
                <c:pt idx="1360">
                  <c:v>0.062291139160092934</c:v>
                </c:pt>
                <c:pt idx="1361">
                  <c:v>0.062291139160092934</c:v>
                </c:pt>
                <c:pt idx="1362">
                  <c:v>0.062291139160092934</c:v>
                </c:pt>
                <c:pt idx="1363">
                  <c:v>0.062291139160092934</c:v>
                </c:pt>
                <c:pt idx="1364">
                  <c:v>0.062291139160092934</c:v>
                </c:pt>
                <c:pt idx="1365">
                  <c:v>0.062291139160092934</c:v>
                </c:pt>
                <c:pt idx="1366">
                  <c:v>0.062291139160092934</c:v>
                </c:pt>
                <c:pt idx="1367">
                  <c:v>0.062291139160092934</c:v>
                </c:pt>
                <c:pt idx="1368">
                  <c:v>0.062291139160092934</c:v>
                </c:pt>
                <c:pt idx="1369">
                  <c:v>0.062291139160092934</c:v>
                </c:pt>
                <c:pt idx="1370">
                  <c:v>0.062291139160092934</c:v>
                </c:pt>
                <c:pt idx="1371">
                  <c:v>0.062291139160092934</c:v>
                </c:pt>
                <c:pt idx="1372">
                  <c:v>0.062291139160092934</c:v>
                </c:pt>
                <c:pt idx="1373">
                  <c:v>0.062291139160092934</c:v>
                </c:pt>
                <c:pt idx="1374">
                  <c:v>0.062291139160092934</c:v>
                </c:pt>
                <c:pt idx="1375">
                  <c:v>0.062291139160092934</c:v>
                </c:pt>
                <c:pt idx="1376">
                  <c:v>0.062291139160092934</c:v>
                </c:pt>
                <c:pt idx="1377">
                  <c:v>0.062291139160092934</c:v>
                </c:pt>
                <c:pt idx="1378">
                  <c:v>0.062291139160092934</c:v>
                </c:pt>
                <c:pt idx="1379">
                  <c:v>0.062291139160092934</c:v>
                </c:pt>
                <c:pt idx="1380">
                  <c:v>0.062291139160092934</c:v>
                </c:pt>
                <c:pt idx="1381">
                  <c:v>0.062291139160092934</c:v>
                </c:pt>
                <c:pt idx="1382">
                  <c:v>0.062291139160092934</c:v>
                </c:pt>
                <c:pt idx="1383">
                  <c:v>0.062291139160092934</c:v>
                </c:pt>
                <c:pt idx="1384">
                  <c:v>0.062291139160092934</c:v>
                </c:pt>
                <c:pt idx="1385">
                  <c:v>0.062291139160092934</c:v>
                </c:pt>
                <c:pt idx="1386">
                  <c:v>0.062291139160092934</c:v>
                </c:pt>
                <c:pt idx="1387">
                  <c:v>0.062291139160092934</c:v>
                </c:pt>
                <c:pt idx="1388">
                  <c:v>0.062291139160092934</c:v>
                </c:pt>
                <c:pt idx="1389">
                  <c:v>0.062291139160092934</c:v>
                </c:pt>
                <c:pt idx="1390">
                  <c:v>0.062291139160092934</c:v>
                </c:pt>
                <c:pt idx="1391">
                  <c:v>0.062291139160092934</c:v>
                </c:pt>
                <c:pt idx="1392">
                  <c:v>0.062291139160092934</c:v>
                </c:pt>
                <c:pt idx="1393">
                  <c:v>0.062291139160092934</c:v>
                </c:pt>
                <c:pt idx="1394">
                  <c:v>0.062291139160092934</c:v>
                </c:pt>
                <c:pt idx="1395">
                  <c:v>0.062291139160092934</c:v>
                </c:pt>
                <c:pt idx="1396">
                  <c:v>0.062291139160092934</c:v>
                </c:pt>
                <c:pt idx="1397">
                  <c:v>0.062291139160092934</c:v>
                </c:pt>
                <c:pt idx="1398">
                  <c:v>0.062291139160092934</c:v>
                </c:pt>
                <c:pt idx="1399">
                  <c:v>0.062291139160092934</c:v>
                </c:pt>
                <c:pt idx="1400">
                  <c:v>0.062291139160092934</c:v>
                </c:pt>
                <c:pt idx="1401">
                  <c:v>0.062291139160092934</c:v>
                </c:pt>
                <c:pt idx="1402">
                  <c:v>0.062291139160092934</c:v>
                </c:pt>
                <c:pt idx="1403">
                  <c:v>0.062291139160092934</c:v>
                </c:pt>
                <c:pt idx="1404">
                  <c:v>0.062291139160092934</c:v>
                </c:pt>
                <c:pt idx="1405">
                  <c:v>0.062291139160092934</c:v>
                </c:pt>
                <c:pt idx="1406">
                  <c:v>0.062291139160092934</c:v>
                </c:pt>
                <c:pt idx="1407">
                  <c:v>0.062291139160092934</c:v>
                </c:pt>
                <c:pt idx="1408">
                  <c:v>0.062291139160092934</c:v>
                </c:pt>
                <c:pt idx="1409">
                  <c:v>0.062291139160092934</c:v>
                </c:pt>
                <c:pt idx="1410">
                  <c:v>0.062291139160092934</c:v>
                </c:pt>
                <c:pt idx="1411">
                  <c:v>0.062291139160092934</c:v>
                </c:pt>
                <c:pt idx="1412">
                  <c:v>0.062291139160092934</c:v>
                </c:pt>
                <c:pt idx="1413">
                  <c:v>0.062291139160092934</c:v>
                </c:pt>
                <c:pt idx="1414">
                  <c:v>0.062291139160092934</c:v>
                </c:pt>
                <c:pt idx="1415">
                  <c:v>0.062291139160092934</c:v>
                </c:pt>
                <c:pt idx="1416">
                  <c:v>0.062291139160092934</c:v>
                </c:pt>
                <c:pt idx="1417">
                  <c:v>0.062291139160092934</c:v>
                </c:pt>
                <c:pt idx="1418">
                  <c:v>0.062291139160092934</c:v>
                </c:pt>
                <c:pt idx="1419">
                  <c:v>0.062291139160092934</c:v>
                </c:pt>
                <c:pt idx="1420">
                  <c:v>0.062291139160092934</c:v>
                </c:pt>
                <c:pt idx="1421">
                  <c:v>0.062291139160092934</c:v>
                </c:pt>
                <c:pt idx="1422">
                  <c:v>0.062291139160092934</c:v>
                </c:pt>
                <c:pt idx="1423">
                  <c:v>0.062291139160092934</c:v>
                </c:pt>
                <c:pt idx="1424">
                  <c:v>0.062291139160092934</c:v>
                </c:pt>
                <c:pt idx="1425">
                  <c:v>0.062291139160092934</c:v>
                </c:pt>
                <c:pt idx="1426">
                  <c:v>0.062291139160092934</c:v>
                </c:pt>
                <c:pt idx="1427">
                  <c:v>0.062291139160092934</c:v>
                </c:pt>
                <c:pt idx="1428">
                  <c:v>0.062291139160092934</c:v>
                </c:pt>
                <c:pt idx="1429">
                  <c:v>0.062291139160092934</c:v>
                </c:pt>
                <c:pt idx="1430">
                  <c:v>0.062291139160092934</c:v>
                </c:pt>
                <c:pt idx="1431">
                  <c:v>0.062291139160092934</c:v>
                </c:pt>
                <c:pt idx="1432">
                  <c:v>0.062291139160092934</c:v>
                </c:pt>
                <c:pt idx="1433">
                  <c:v>0.062291139160092934</c:v>
                </c:pt>
                <c:pt idx="1434">
                  <c:v>0.062291139160092934</c:v>
                </c:pt>
                <c:pt idx="1435">
                  <c:v>0.062291139160092934</c:v>
                </c:pt>
                <c:pt idx="1436">
                  <c:v>0.062291139160092934</c:v>
                </c:pt>
                <c:pt idx="1437">
                  <c:v>0.062291139160092934</c:v>
                </c:pt>
                <c:pt idx="1438">
                  <c:v>0.062291139160092934</c:v>
                </c:pt>
                <c:pt idx="1439">
                  <c:v>0.062291139160092934</c:v>
                </c:pt>
                <c:pt idx="1440">
                  <c:v>0.062291139160092934</c:v>
                </c:pt>
                <c:pt idx="1441">
                  <c:v>0.062291139160092934</c:v>
                </c:pt>
                <c:pt idx="1442">
                  <c:v>0.062291139160092934</c:v>
                </c:pt>
                <c:pt idx="1443">
                  <c:v>0.062291139160092934</c:v>
                </c:pt>
                <c:pt idx="1444">
                  <c:v>0.062291139160092934</c:v>
                </c:pt>
                <c:pt idx="1445">
                  <c:v>0.062291139160092934</c:v>
                </c:pt>
                <c:pt idx="1446">
                  <c:v>0.062291139160092934</c:v>
                </c:pt>
                <c:pt idx="1447">
                  <c:v>0.062291139160092934</c:v>
                </c:pt>
                <c:pt idx="1448">
                  <c:v>0.062291139160092934</c:v>
                </c:pt>
                <c:pt idx="1449">
                  <c:v>0.062291139160092934</c:v>
                </c:pt>
                <c:pt idx="1450">
                  <c:v>0.062291139160092934</c:v>
                </c:pt>
                <c:pt idx="1451">
                  <c:v>0.062291139160092934</c:v>
                </c:pt>
                <c:pt idx="1452">
                  <c:v>0.062291139160092934</c:v>
                </c:pt>
                <c:pt idx="1453">
                  <c:v>0.062291139160092934</c:v>
                </c:pt>
                <c:pt idx="1454">
                  <c:v>0.062291139160092934</c:v>
                </c:pt>
                <c:pt idx="1455">
                  <c:v>0.062291139160092934</c:v>
                </c:pt>
                <c:pt idx="1456">
                  <c:v>0.062291139160092934</c:v>
                </c:pt>
                <c:pt idx="1457">
                  <c:v>0.062291139160092934</c:v>
                </c:pt>
                <c:pt idx="1458">
                  <c:v>0.062291139160092934</c:v>
                </c:pt>
                <c:pt idx="1459">
                  <c:v>0.062291139160092934</c:v>
                </c:pt>
                <c:pt idx="1460">
                  <c:v>0.062291139160092934</c:v>
                </c:pt>
                <c:pt idx="1461">
                  <c:v>0.062291139160092934</c:v>
                </c:pt>
                <c:pt idx="1462">
                  <c:v>0.062291139160092934</c:v>
                </c:pt>
                <c:pt idx="1463">
                  <c:v>0.062291139160092934</c:v>
                </c:pt>
                <c:pt idx="1464">
                  <c:v>0.062291139160092934</c:v>
                </c:pt>
                <c:pt idx="1465">
                  <c:v>0.062291139160092934</c:v>
                </c:pt>
                <c:pt idx="1466">
                  <c:v>0.062291139160092934</c:v>
                </c:pt>
                <c:pt idx="1467">
                  <c:v>0.062291139160092934</c:v>
                </c:pt>
                <c:pt idx="1468">
                  <c:v>0.062291139160092934</c:v>
                </c:pt>
                <c:pt idx="1469">
                  <c:v>0.062291139160092934</c:v>
                </c:pt>
                <c:pt idx="1470">
                  <c:v>0.062291139160092934</c:v>
                </c:pt>
                <c:pt idx="1471">
                  <c:v>0.062291139160092934</c:v>
                </c:pt>
                <c:pt idx="1472">
                  <c:v>0.062291139160092934</c:v>
                </c:pt>
                <c:pt idx="1473">
                  <c:v>0.062291139160092934</c:v>
                </c:pt>
                <c:pt idx="1474">
                  <c:v>0.062291139160092934</c:v>
                </c:pt>
                <c:pt idx="1475">
                  <c:v>0.062291139160092934</c:v>
                </c:pt>
                <c:pt idx="1476">
                  <c:v>0.062291139160092934</c:v>
                </c:pt>
                <c:pt idx="1477">
                  <c:v>0.062291139160092934</c:v>
                </c:pt>
                <c:pt idx="1478">
                  <c:v>0.062291139160092934</c:v>
                </c:pt>
                <c:pt idx="1479">
                  <c:v>0.062291139160092934</c:v>
                </c:pt>
                <c:pt idx="1480">
                  <c:v>0.062291139160092934</c:v>
                </c:pt>
                <c:pt idx="1481">
                  <c:v>0.062291139160092934</c:v>
                </c:pt>
                <c:pt idx="1482">
                  <c:v>0.062291139160092934</c:v>
                </c:pt>
                <c:pt idx="1483">
                  <c:v>0.062291139160092934</c:v>
                </c:pt>
                <c:pt idx="1484">
                  <c:v>0.062291139160092934</c:v>
                </c:pt>
                <c:pt idx="1485">
                  <c:v>0.062291139160092934</c:v>
                </c:pt>
                <c:pt idx="1486">
                  <c:v>0.062291139160092934</c:v>
                </c:pt>
                <c:pt idx="1487">
                  <c:v>0.062291139160092934</c:v>
                </c:pt>
                <c:pt idx="1488">
                  <c:v>0.062291139160092934</c:v>
                </c:pt>
                <c:pt idx="1489">
                  <c:v>0.062291139160092934</c:v>
                </c:pt>
                <c:pt idx="1490">
                  <c:v>0.062291139160092934</c:v>
                </c:pt>
                <c:pt idx="1491">
                  <c:v>0.062291139160092934</c:v>
                </c:pt>
                <c:pt idx="1492">
                  <c:v>0.062291139160092934</c:v>
                </c:pt>
                <c:pt idx="1493">
                  <c:v>0.062291139160092934</c:v>
                </c:pt>
                <c:pt idx="1494">
                  <c:v>0.062291139160092934</c:v>
                </c:pt>
                <c:pt idx="1495">
                  <c:v>0.062291139160092934</c:v>
                </c:pt>
                <c:pt idx="1496">
                  <c:v>0.062291139160092934</c:v>
                </c:pt>
                <c:pt idx="1497">
                  <c:v>0.062291139160092934</c:v>
                </c:pt>
                <c:pt idx="1498">
                  <c:v>0.062291139160092934</c:v>
                </c:pt>
                <c:pt idx="1499">
                  <c:v>0.062291139160092934</c:v>
                </c:pt>
                <c:pt idx="1500">
                  <c:v>0.062291139160092934</c:v>
                </c:pt>
                <c:pt idx="1501">
                  <c:v>0.062291139160092934</c:v>
                </c:pt>
                <c:pt idx="1502">
                  <c:v>0.062291139160092934</c:v>
                </c:pt>
                <c:pt idx="1503">
                  <c:v>0.062291139160092934</c:v>
                </c:pt>
                <c:pt idx="1504">
                  <c:v>0.062291139160092934</c:v>
                </c:pt>
                <c:pt idx="1505">
                  <c:v>0.062291139160092934</c:v>
                </c:pt>
                <c:pt idx="1506">
                  <c:v>0.062291139160092934</c:v>
                </c:pt>
                <c:pt idx="1507">
                  <c:v>0.062291139160092934</c:v>
                </c:pt>
                <c:pt idx="1508">
                  <c:v>0.062291139160092934</c:v>
                </c:pt>
                <c:pt idx="1509">
                  <c:v>0.062291139160092934</c:v>
                </c:pt>
                <c:pt idx="1510">
                  <c:v>0.062291139160092934</c:v>
                </c:pt>
                <c:pt idx="1511">
                  <c:v>0.062291139160092934</c:v>
                </c:pt>
                <c:pt idx="1512">
                  <c:v>0.062291139160092934</c:v>
                </c:pt>
                <c:pt idx="1513">
                  <c:v>0.062291139160092934</c:v>
                </c:pt>
                <c:pt idx="1514">
                  <c:v>0.062291139160092934</c:v>
                </c:pt>
                <c:pt idx="1515">
                  <c:v>0.062291139160092934</c:v>
                </c:pt>
                <c:pt idx="1516">
                  <c:v>0.062291139160092934</c:v>
                </c:pt>
                <c:pt idx="1517">
                  <c:v>0.062291139160092934</c:v>
                </c:pt>
                <c:pt idx="1518">
                  <c:v>0.062291139160092934</c:v>
                </c:pt>
                <c:pt idx="1519">
                  <c:v>0.062291139160092934</c:v>
                </c:pt>
                <c:pt idx="1520">
                  <c:v>0.062291139160092934</c:v>
                </c:pt>
                <c:pt idx="1521">
                  <c:v>0.062291139160092934</c:v>
                </c:pt>
                <c:pt idx="1522">
                  <c:v>0.062291139160092934</c:v>
                </c:pt>
                <c:pt idx="1523">
                  <c:v>0.062291139160092934</c:v>
                </c:pt>
                <c:pt idx="1524">
                  <c:v>0.062291139160092934</c:v>
                </c:pt>
                <c:pt idx="1525">
                  <c:v>0.062291139160092934</c:v>
                </c:pt>
                <c:pt idx="1526">
                  <c:v>0.062291139160092934</c:v>
                </c:pt>
                <c:pt idx="1527">
                  <c:v>0.062291139160092934</c:v>
                </c:pt>
                <c:pt idx="1528">
                  <c:v>0.062291139160092934</c:v>
                </c:pt>
                <c:pt idx="1529">
                  <c:v>0.062291139160092934</c:v>
                </c:pt>
                <c:pt idx="1530">
                  <c:v>0.062291139160092934</c:v>
                </c:pt>
                <c:pt idx="1531">
                  <c:v>0.062291139160092934</c:v>
                </c:pt>
                <c:pt idx="1532">
                  <c:v>0.062291139160092934</c:v>
                </c:pt>
                <c:pt idx="1533">
                  <c:v>0.062291139160092934</c:v>
                </c:pt>
                <c:pt idx="1534">
                  <c:v>0.062291139160092934</c:v>
                </c:pt>
                <c:pt idx="1535">
                  <c:v>0.062291139160092934</c:v>
                </c:pt>
                <c:pt idx="1536">
                  <c:v>0.062291139160092934</c:v>
                </c:pt>
                <c:pt idx="1537">
                  <c:v>0.062291139160092934</c:v>
                </c:pt>
                <c:pt idx="1538">
                  <c:v>0.062291139160092934</c:v>
                </c:pt>
                <c:pt idx="1539">
                  <c:v>0.062291139160092934</c:v>
                </c:pt>
                <c:pt idx="1540">
                  <c:v>0.062291139160092934</c:v>
                </c:pt>
                <c:pt idx="1541">
                  <c:v>0.062291139160092934</c:v>
                </c:pt>
                <c:pt idx="1542">
                  <c:v>0.062291139160092934</c:v>
                </c:pt>
                <c:pt idx="1543">
                  <c:v>0.062291139160092934</c:v>
                </c:pt>
                <c:pt idx="1544">
                  <c:v>0.062291139160092934</c:v>
                </c:pt>
                <c:pt idx="1545">
                  <c:v>0.062291139160092934</c:v>
                </c:pt>
                <c:pt idx="1546">
                  <c:v>0.062291139160092934</c:v>
                </c:pt>
                <c:pt idx="1547">
                  <c:v>0.062291139160092934</c:v>
                </c:pt>
                <c:pt idx="1548">
                  <c:v>0.062291139160092934</c:v>
                </c:pt>
                <c:pt idx="1549">
                  <c:v>0.062291139160092934</c:v>
                </c:pt>
                <c:pt idx="1550">
                  <c:v>0.062291139160092934</c:v>
                </c:pt>
                <c:pt idx="1551">
                  <c:v>0.062291139160092934</c:v>
                </c:pt>
                <c:pt idx="1552">
                  <c:v>0.062291139160092934</c:v>
                </c:pt>
                <c:pt idx="1553">
                  <c:v>0.062291139160092934</c:v>
                </c:pt>
                <c:pt idx="1554">
                  <c:v>0.062291139160092934</c:v>
                </c:pt>
                <c:pt idx="1555">
                  <c:v>0.062291139160092934</c:v>
                </c:pt>
                <c:pt idx="1556">
                  <c:v>0.062291139160092934</c:v>
                </c:pt>
                <c:pt idx="1557">
                  <c:v>0.062291139160092934</c:v>
                </c:pt>
                <c:pt idx="1558">
                  <c:v>0.062291139160092934</c:v>
                </c:pt>
                <c:pt idx="1559">
                  <c:v>0.062291139160092934</c:v>
                </c:pt>
                <c:pt idx="1560">
                  <c:v>0.062291139160092934</c:v>
                </c:pt>
                <c:pt idx="1561">
                  <c:v>0.062291139160092934</c:v>
                </c:pt>
                <c:pt idx="1562">
                  <c:v>0.062291139160092934</c:v>
                </c:pt>
                <c:pt idx="1563">
                  <c:v>0.062291139160092934</c:v>
                </c:pt>
                <c:pt idx="1564">
                  <c:v>0.062291139160092934</c:v>
                </c:pt>
                <c:pt idx="1565">
                  <c:v>0.062291139160092934</c:v>
                </c:pt>
                <c:pt idx="1566">
                  <c:v>0.062291139160092934</c:v>
                </c:pt>
                <c:pt idx="1567">
                  <c:v>0.062291139160092934</c:v>
                </c:pt>
                <c:pt idx="1568">
                  <c:v>0.062291139160092934</c:v>
                </c:pt>
                <c:pt idx="1569">
                  <c:v>0.062291139160092934</c:v>
                </c:pt>
                <c:pt idx="1570">
                  <c:v>0.062291139160092934</c:v>
                </c:pt>
                <c:pt idx="1571">
                  <c:v>0.062291139160092934</c:v>
                </c:pt>
                <c:pt idx="1572">
                  <c:v>0.062291139160092934</c:v>
                </c:pt>
                <c:pt idx="1573">
                  <c:v>0.062291139160092934</c:v>
                </c:pt>
                <c:pt idx="1574">
                  <c:v>0.062291139160092934</c:v>
                </c:pt>
                <c:pt idx="1575">
                  <c:v>0.062291139160092934</c:v>
                </c:pt>
                <c:pt idx="1576">
                  <c:v>0.062291139160092934</c:v>
                </c:pt>
                <c:pt idx="1577">
                  <c:v>0.062291139160092934</c:v>
                </c:pt>
                <c:pt idx="1578">
                  <c:v>0.062291139160092934</c:v>
                </c:pt>
                <c:pt idx="1579">
                  <c:v>0.062291139160092934</c:v>
                </c:pt>
                <c:pt idx="1580">
                  <c:v>0.062291139160092934</c:v>
                </c:pt>
                <c:pt idx="1581">
                  <c:v>0.062291139160092934</c:v>
                </c:pt>
                <c:pt idx="1582">
                  <c:v>0.062291139160092934</c:v>
                </c:pt>
                <c:pt idx="1583">
                  <c:v>0.062291139160092934</c:v>
                </c:pt>
                <c:pt idx="1584">
                  <c:v>0.062291139160092934</c:v>
                </c:pt>
                <c:pt idx="1585">
                  <c:v>0.062291139160092934</c:v>
                </c:pt>
                <c:pt idx="1586">
                  <c:v>0.062291139160092934</c:v>
                </c:pt>
                <c:pt idx="1587">
                  <c:v>0.062291139160092934</c:v>
                </c:pt>
                <c:pt idx="1588">
                  <c:v>0.062291139160092934</c:v>
                </c:pt>
                <c:pt idx="1589">
                  <c:v>0.062291139160092934</c:v>
                </c:pt>
                <c:pt idx="1590">
                  <c:v>0.062291139160092934</c:v>
                </c:pt>
                <c:pt idx="1591">
                  <c:v>0.062291139160092934</c:v>
                </c:pt>
                <c:pt idx="1592">
                  <c:v>0.062291139160092934</c:v>
                </c:pt>
                <c:pt idx="1593">
                  <c:v>0.062291139160092934</c:v>
                </c:pt>
                <c:pt idx="1594">
                  <c:v>0.062291139160092934</c:v>
                </c:pt>
                <c:pt idx="1595">
                  <c:v>0.062291139160092934</c:v>
                </c:pt>
                <c:pt idx="1596">
                  <c:v>0.062291139160092934</c:v>
                </c:pt>
                <c:pt idx="1597">
                  <c:v>0.062291139160092934</c:v>
                </c:pt>
                <c:pt idx="1598">
                  <c:v>0.062291139160092934</c:v>
                </c:pt>
                <c:pt idx="1599">
                  <c:v>0.062291139160092934</c:v>
                </c:pt>
                <c:pt idx="1600">
                  <c:v>0.062291139160092934</c:v>
                </c:pt>
                <c:pt idx="1601">
                  <c:v>0.062291139160092934</c:v>
                </c:pt>
                <c:pt idx="1602">
                  <c:v>0.062291139160092934</c:v>
                </c:pt>
                <c:pt idx="1603">
                  <c:v>0.062291139160092934</c:v>
                </c:pt>
                <c:pt idx="1604">
                  <c:v>0.062291139160092934</c:v>
                </c:pt>
                <c:pt idx="1605">
                  <c:v>0.062291139160092934</c:v>
                </c:pt>
                <c:pt idx="1606">
                  <c:v>0.062291139160092934</c:v>
                </c:pt>
                <c:pt idx="1607">
                  <c:v>0.062291139160092934</c:v>
                </c:pt>
                <c:pt idx="1608">
                  <c:v>0.062291139160092934</c:v>
                </c:pt>
                <c:pt idx="1609">
                  <c:v>0.062291139160092934</c:v>
                </c:pt>
                <c:pt idx="1610">
                  <c:v>0.062291139160092934</c:v>
                </c:pt>
                <c:pt idx="1611">
                  <c:v>0.062291139160092934</c:v>
                </c:pt>
                <c:pt idx="1612">
                  <c:v>0.062291139160092934</c:v>
                </c:pt>
                <c:pt idx="1613">
                  <c:v>0.062291139160092934</c:v>
                </c:pt>
                <c:pt idx="1614">
                  <c:v>0.062291139160092934</c:v>
                </c:pt>
                <c:pt idx="1615">
                  <c:v>0.062291139160092934</c:v>
                </c:pt>
                <c:pt idx="1616">
                  <c:v>0.062291139160092934</c:v>
                </c:pt>
                <c:pt idx="1617">
                  <c:v>0.062291139160092934</c:v>
                </c:pt>
                <c:pt idx="1618">
                  <c:v>0.062291139160092934</c:v>
                </c:pt>
                <c:pt idx="1619">
                  <c:v>0.062291139160092934</c:v>
                </c:pt>
                <c:pt idx="1620">
                  <c:v>0.062291139160092934</c:v>
                </c:pt>
                <c:pt idx="1621">
                  <c:v>0.062291139160092934</c:v>
                </c:pt>
                <c:pt idx="1622">
                  <c:v>0.062291139160092934</c:v>
                </c:pt>
                <c:pt idx="1623">
                  <c:v>0.062291139160092934</c:v>
                </c:pt>
                <c:pt idx="1624">
                  <c:v>0.062291139160092934</c:v>
                </c:pt>
                <c:pt idx="1625">
                  <c:v>0.062291139160092934</c:v>
                </c:pt>
                <c:pt idx="1626">
                  <c:v>0.062291139160092934</c:v>
                </c:pt>
                <c:pt idx="1627">
                  <c:v>0.062291139160092934</c:v>
                </c:pt>
                <c:pt idx="1628">
                  <c:v>0.062291139160092934</c:v>
                </c:pt>
                <c:pt idx="1629">
                  <c:v>0.062291139160092934</c:v>
                </c:pt>
                <c:pt idx="1630">
                  <c:v>0.062291139160092934</c:v>
                </c:pt>
                <c:pt idx="1631">
                  <c:v>0.062291139160092934</c:v>
                </c:pt>
                <c:pt idx="1632">
                  <c:v>0.062291139160092934</c:v>
                </c:pt>
                <c:pt idx="1633">
                  <c:v>0.062291139160092934</c:v>
                </c:pt>
                <c:pt idx="1634">
                  <c:v>0.062291139160092934</c:v>
                </c:pt>
                <c:pt idx="1635">
                  <c:v>0.062291139160092934</c:v>
                </c:pt>
                <c:pt idx="1636">
                  <c:v>0.062291139160092934</c:v>
                </c:pt>
                <c:pt idx="1637">
                  <c:v>0.062291139160092934</c:v>
                </c:pt>
                <c:pt idx="1638">
                  <c:v>0.062291139160092934</c:v>
                </c:pt>
                <c:pt idx="1639">
                  <c:v>0.062291139160092934</c:v>
                </c:pt>
                <c:pt idx="1640">
                  <c:v>0.062291139160092934</c:v>
                </c:pt>
                <c:pt idx="1641">
                  <c:v>0.062291139160092934</c:v>
                </c:pt>
                <c:pt idx="1642">
                  <c:v>0.062291139160092934</c:v>
                </c:pt>
                <c:pt idx="1643">
                  <c:v>0.062291139160092934</c:v>
                </c:pt>
                <c:pt idx="1644">
                  <c:v>0.062291139160092934</c:v>
                </c:pt>
                <c:pt idx="1645">
                  <c:v>0.062291139160092934</c:v>
                </c:pt>
                <c:pt idx="1646">
                  <c:v>0.062291139160092934</c:v>
                </c:pt>
                <c:pt idx="1647">
                  <c:v>0.062291139160092934</c:v>
                </c:pt>
                <c:pt idx="1648">
                  <c:v>0.062291139160092934</c:v>
                </c:pt>
                <c:pt idx="1649">
                  <c:v>0.062291139160092934</c:v>
                </c:pt>
                <c:pt idx="1650">
                  <c:v>0.062291139160092934</c:v>
                </c:pt>
                <c:pt idx="1651">
                  <c:v>0.062291139160092934</c:v>
                </c:pt>
                <c:pt idx="1652">
                  <c:v>0.062291139160092934</c:v>
                </c:pt>
                <c:pt idx="1653">
                  <c:v>0.062291139160092934</c:v>
                </c:pt>
                <c:pt idx="1654">
                  <c:v>0.062291139160092934</c:v>
                </c:pt>
                <c:pt idx="1655">
                  <c:v>0.062291139160092934</c:v>
                </c:pt>
                <c:pt idx="1656">
                  <c:v>0.062291139160092934</c:v>
                </c:pt>
                <c:pt idx="1657">
                  <c:v>0.062291139160092934</c:v>
                </c:pt>
                <c:pt idx="1658">
                  <c:v>0.062291139160092934</c:v>
                </c:pt>
                <c:pt idx="1659">
                  <c:v>0.062291139160092934</c:v>
                </c:pt>
                <c:pt idx="1660">
                  <c:v>0.062291139160092934</c:v>
                </c:pt>
                <c:pt idx="1661">
                  <c:v>0.062291139160092934</c:v>
                </c:pt>
                <c:pt idx="1662">
                  <c:v>0.062291139160092934</c:v>
                </c:pt>
                <c:pt idx="1663">
                  <c:v>0.062291139160092934</c:v>
                </c:pt>
                <c:pt idx="1664">
                  <c:v>0.062291139160092934</c:v>
                </c:pt>
                <c:pt idx="1665">
                  <c:v>0.062291139160092934</c:v>
                </c:pt>
                <c:pt idx="1666">
                  <c:v>0.062291139160092934</c:v>
                </c:pt>
                <c:pt idx="1667">
                  <c:v>0.062291139160092934</c:v>
                </c:pt>
                <c:pt idx="1668">
                  <c:v>0.062291139160092934</c:v>
                </c:pt>
                <c:pt idx="1669">
                  <c:v>0.062291139160092934</c:v>
                </c:pt>
                <c:pt idx="1670">
                  <c:v>0.062291139160092934</c:v>
                </c:pt>
                <c:pt idx="1671">
                  <c:v>0.062291139160092934</c:v>
                </c:pt>
                <c:pt idx="1672">
                  <c:v>0.062291139160092934</c:v>
                </c:pt>
                <c:pt idx="1673">
                  <c:v>0.062291139160092934</c:v>
                </c:pt>
                <c:pt idx="1674">
                  <c:v>0.062291139160092934</c:v>
                </c:pt>
                <c:pt idx="1675">
                  <c:v>0.062291139160092934</c:v>
                </c:pt>
                <c:pt idx="1676">
                  <c:v>0.062291139160092934</c:v>
                </c:pt>
                <c:pt idx="1677">
                  <c:v>0.062291139160092934</c:v>
                </c:pt>
                <c:pt idx="1678">
                  <c:v>0.062291139160092934</c:v>
                </c:pt>
                <c:pt idx="1679">
                  <c:v>0.062291139160092934</c:v>
                </c:pt>
                <c:pt idx="1680">
                  <c:v>0.062291139160092934</c:v>
                </c:pt>
                <c:pt idx="1681">
                  <c:v>0.062291139160092934</c:v>
                </c:pt>
                <c:pt idx="1682">
                  <c:v>0.062291139160092934</c:v>
                </c:pt>
                <c:pt idx="1683">
                  <c:v>0.062291139160092934</c:v>
                </c:pt>
                <c:pt idx="1684">
                  <c:v>0.062291139160092934</c:v>
                </c:pt>
                <c:pt idx="1685">
                  <c:v>0.062291139160092934</c:v>
                </c:pt>
                <c:pt idx="1686">
                  <c:v>0.062291139160092934</c:v>
                </c:pt>
                <c:pt idx="1687">
                  <c:v>0.062291139160092934</c:v>
                </c:pt>
                <c:pt idx="1688">
                  <c:v>0.062291139160092934</c:v>
                </c:pt>
                <c:pt idx="1689">
                  <c:v>0.062291139160092934</c:v>
                </c:pt>
                <c:pt idx="1690">
                  <c:v>0.062291139160092934</c:v>
                </c:pt>
                <c:pt idx="1691">
                  <c:v>0.062291139160092934</c:v>
                </c:pt>
                <c:pt idx="1692">
                  <c:v>0.062291139160092934</c:v>
                </c:pt>
                <c:pt idx="1693">
                  <c:v>0.062291139160092934</c:v>
                </c:pt>
                <c:pt idx="1694">
                  <c:v>0.062291139160092934</c:v>
                </c:pt>
                <c:pt idx="1695">
                  <c:v>0.062291139160092934</c:v>
                </c:pt>
                <c:pt idx="1696">
                  <c:v>0.062291139160092934</c:v>
                </c:pt>
                <c:pt idx="1697">
                  <c:v>0.062291139160092934</c:v>
                </c:pt>
                <c:pt idx="1698">
                  <c:v>0.062291139160092934</c:v>
                </c:pt>
                <c:pt idx="1699">
                  <c:v>0.062291139160092934</c:v>
                </c:pt>
                <c:pt idx="1700">
                  <c:v>0.062291139160092934</c:v>
                </c:pt>
                <c:pt idx="1701">
                  <c:v>0.062291139160092934</c:v>
                </c:pt>
                <c:pt idx="1702">
                  <c:v>0.062291139160092934</c:v>
                </c:pt>
                <c:pt idx="1703">
                  <c:v>0.062291139160092934</c:v>
                </c:pt>
                <c:pt idx="1704">
                  <c:v>0.062291139160092934</c:v>
                </c:pt>
                <c:pt idx="1705">
                  <c:v>0.062291139160092934</c:v>
                </c:pt>
                <c:pt idx="1706">
                  <c:v>0.062291139160092934</c:v>
                </c:pt>
                <c:pt idx="1707">
                  <c:v>0.062291139160092934</c:v>
                </c:pt>
                <c:pt idx="1708">
                  <c:v>0.062291139160092934</c:v>
                </c:pt>
                <c:pt idx="1709">
                  <c:v>0.062291139160092934</c:v>
                </c:pt>
                <c:pt idx="1710">
                  <c:v>0.062291139160092934</c:v>
                </c:pt>
                <c:pt idx="1711">
                  <c:v>0.062291139160092934</c:v>
                </c:pt>
                <c:pt idx="1712">
                  <c:v>0.062291139160092934</c:v>
                </c:pt>
                <c:pt idx="1713">
                  <c:v>0.062291139160092934</c:v>
                </c:pt>
                <c:pt idx="1714">
                  <c:v>0.062291139160092934</c:v>
                </c:pt>
                <c:pt idx="1715">
                  <c:v>0.062291139160092934</c:v>
                </c:pt>
                <c:pt idx="1716">
                  <c:v>0.062291139160092934</c:v>
                </c:pt>
                <c:pt idx="1717">
                  <c:v>0.062291139160092934</c:v>
                </c:pt>
                <c:pt idx="1718">
                  <c:v>0.062291139160092934</c:v>
                </c:pt>
                <c:pt idx="1719">
                  <c:v>0.062291139160092934</c:v>
                </c:pt>
                <c:pt idx="1720">
                  <c:v>0.062291139160092934</c:v>
                </c:pt>
                <c:pt idx="1721">
                  <c:v>0.062291139160092934</c:v>
                </c:pt>
                <c:pt idx="1722">
                  <c:v>0.062291139160092934</c:v>
                </c:pt>
                <c:pt idx="1723">
                  <c:v>0.062291139160092934</c:v>
                </c:pt>
                <c:pt idx="1724">
                  <c:v>0.062291139160092934</c:v>
                </c:pt>
                <c:pt idx="1725">
                  <c:v>0.062291139160092934</c:v>
                </c:pt>
                <c:pt idx="1726">
                  <c:v>0.062291139160092934</c:v>
                </c:pt>
                <c:pt idx="1727">
                  <c:v>0.062291139160092934</c:v>
                </c:pt>
                <c:pt idx="1728">
                  <c:v>0.062291139160092934</c:v>
                </c:pt>
                <c:pt idx="1729">
                  <c:v>0.062291139160092934</c:v>
                </c:pt>
                <c:pt idx="1730">
                  <c:v>0.062291139160092934</c:v>
                </c:pt>
                <c:pt idx="1731">
                  <c:v>0.062291139160092934</c:v>
                </c:pt>
                <c:pt idx="1732">
                  <c:v>0.062291139160092934</c:v>
                </c:pt>
                <c:pt idx="1733">
                  <c:v>0.062291139160092934</c:v>
                </c:pt>
                <c:pt idx="1734">
                  <c:v>0.062291139160092934</c:v>
                </c:pt>
                <c:pt idx="1735">
                  <c:v>0.062291139160092934</c:v>
                </c:pt>
                <c:pt idx="1736">
                  <c:v>0.062291139160092934</c:v>
                </c:pt>
                <c:pt idx="1737">
                  <c:v>0.062291139160092934</c:v>
                </c:pt>
                <c:pt idx="1738">
                  <c:v>0.062291139160092934</c:v>
                </c:pt>
                <c:pt idx="1739">
                  <c:v>0.062291139160092934</c:v>
                </c:pt>
                <c:pt idx="1740">
                  <c:v>0.062291139160092934</c:v>
                </c:pt>
                <c:pt idx="1741">
                  <c:v>0.062291139160092934</c:v>
                </c:pt>
                <c:pt idx="1742">
                  <c:v>0.062291139160092934</c:v>
                </c:pt>
                <c:pt idx="1743">
                  <c:v>0.062291139160092934</c:v>
                </c:pt>
                <c:pt idx="1744">
                  <c:v>0.062291139160092934</c:v>
                </c:pt>
                <c:pt idx="1745">
                  <c:v>0.062291139160092934</c:v>
                </c:pt>
                <c:pt idx="1746">
                  <c:v>0.062291139160092934</c:v>
                </c:pt>
                <c:pt idx="1747">
                  <c:v>0.062291139160092934</c:v>
                </c:pt>
                <c:pt idx="1748">
                  <c:v>0.062291139160092934</c:v>
                </c:pt>
                <c:pt idx="1749">
                  <c:v>0.062291139160092934</c:v>
                </c:pt>
                <c:pt idx="1750">
                  <c:v>0.062291139160092934</c:v>
                </c:pt>
                <c:pt idx="1751">
                  <c:v>0.062291139160092934</c:v>
                </c:pt>
                <c:pt idx="1752">
                  <c:v>0.062291139160092934</c:v>
                </c:pt>
                <c:pt idx="1753">
                  <c:v>0.062291139160092934</c:v>
                </c:pt>
                <c:pt idx="1754">
                  <c:v>0.062291139160092934</c:v>
                </c:pt>
                <c:pt idx="1755">
                  <c:v>0.062291139160092934</c:v>
                </c:pt>
                <c:pt idx="1756">
                  <c:v>0.062291139160092934</c:v>
                </c:pt>
                <c:pt idx="1757">
                  <c:v>0.062291139160092934</c:v>
                </c:pt>
                <c:pt idx="1758">
                  <c:v>0.062291139160092934</c:v>
                </c:pt>
                <c:pt idx="1759">
                  <c:v>0.062291139160092934</c:v>
                </c:pt>
                <c:pt idx="1760">
                  <c:v>0.062291139160092934</c:v>
                </c:pt>
                <c:pt idx="1761">
                  <c:v>0.062291139160092934</c:v>
                </c:pt>
                <c:pt idx="1762">
                  <c:v>0.062291139160092934</c:v>
                </c:pt>
                <c:pt idx="1763">
                  <c:v>0.062291139160092934</c:v>
                </c:pt>
                <c:pt idx="1764">
                  <c:v>0.062291139160092934</c:v>
                </c:pt>
                <c:pt idx="1765">
                  <c:v>0.062291139160092934</c:v>
                </c:pt>
                <c:pt idx="1766">
                  <c:v>0.062291139160092934</c:v>
                </c:pt>
                <c:pt idx="1767">
                  <c:v>0.062291139160092934</c:v>
                </c:pt>
                <c:pt idx="1768">
                  <c:v>0.062291139160092934</c:v>
                </c:pt>
                <c:pt idx="1769">
                  <c:v>0.062291139160092934</c:v>
                </c:pt>
                <c:pt idx="1770">
                  <c:v>0.062291139160092934</c:v>
                </c:pt>
                <c:pt idx="1771">
                  <c:v>0.062291139160092934</c:v>
                </c:pt>
                <c:pt idx="1772">
                  <c:v>0.062291139160092934</c:v>
                </c:pt>
                <c:pt idx="1773">
                  <c:v>0.062291139160092934</c:v>
                </c:pt>
                <c:pt idx="1774">
                  <c:v>0.062291139160092934</c:v>
                </c:pt>
                <c:pt idx="1775">
                  <c:v>0.062291139160092934</c:v>
                </c:pt>
                <c:pt idx="1776">
                  <c:v>0.062291139160092934</c:v>
                </c:pt>
                <c:pt idx="1777">
                  <c:v>0.062291139160092934</c:v>
                </c:pt>
                <c:pt idx="1778">
                  <c:v>0.062291139160092934</c:v>
                </c:pt>
                <c:pt idx="1779">
                  <c:v>0.062291139160092934</c:v>
                </c:pt>
                <c:pt idx="1780">
                  <c:v>0.062291139160092934</c:v>
                </c:pt>
                <c:pt idx="1781">
                  <c:v>0.062291139160092934</c:v>
                </c:pt>
                <c:pt idx="1782">
                  <c:v>0.062291139160092934</c:v>
                </c:pt>
                <c:pt idx="1783">
                  <c:v>0.062291139160092934</c:v>
                </c:pt>
                <c:pt idx="1784">
                  <c:v>0.062291139160092934</c:v>
                </c:pt>
                <c:pt idx="1785">
                  <c:v>0.062291139160092934</c:v>
                </c:pt>
                <c:pt idx="1786">
                  <c:v>0.062291139160092934</c:v>
                </c:pt>
                <c:pt idx="1787">
                  <c:v>0.062291139160092934</c:v>
                </c:pt>
                <c:pt idx="1788">
                  <c:v>0.062291139160092934</c:v>
                </c:pt>
                <c:pt idx="1789">
                  <c:v>0.062291139160092934</c:v>
                </c:pt>
                <c:pt idx="1790">
                  <c:v>0.062291139160092934</c:v>
                </c:pt>
                <c:pt idx="1791">
                  <c:v>0.062291139160092934</c:v>
                </c:pt>
                <c:pt idx="1792">
                  <c:v>0.062291139160092934</c:v>
                </c:pt>
                <c:pt idx="1793">
                  <c:v>0.062291139160092934</c:v>
                </c:pt>
                <c:pt idx="1794">
                  <c:v>0.062291139160092934</c:v>
                </c:pt>
                <c:pt idx="1795">
                  <c:v>0.062291139160092934</c:v>
                </c:pt>
                <c:pt idx="1796">
                  <c:v>0.062291139160092934</c:v>
                </c:pt>
                <c:pt idx="1797">
                  <c:v>0.062291139160092934</c:v>
                </c:pt>
                <c:pt idx="1798">
                  <c:v>0.062291139160092934</c:v>
                </c:pt>
                <c:pt idx="1799">
                  <c:v>0.062291139160092934</c:v>
                </c:pt>
                <c:pt idx="1800">
                  <c:v>0.062291139160092934</c:v>
                </c:pt>
                <c:pt idx="1801">
                  <c:v>0.062291139160092934</c:v>
                </c:pt>
                <c:pt idx="1802">
                  <c:v>0.062291139160092934</c:v>
                </c:pt>
                <c:pt idx="1803">
                  <c:v>0.062291139160092934</c:v>
                </c:pt>
                <c:pt idx="1804">
                  <c:v>0.062291139160092934</c:v>
                </c:pt>
                <c:pt idx="1805">
                  <c:v>0.062291139160092934</c:v>
                </c:pt>
                <c:pt idx="1806">
                  <c:v>0.062291139160092934</c:v>
                </c:pt>
                <c:pt idx="1807">
                  <c:v>0.062291139160092934</c:v>
                </c:pt>
                <c:pt idx="1808">
                  <c:v>0.062291139160092934</c:v>
                </c:pt>
                <c:pt idx="1809">
                  <c:v>0.062291139160092934</c:v>
                </c:pt>
                <c:pt idx="1810">
                  <c:v>0.062291139160092934</c:v>
                </c:pt>
                <c:pt idx="1811">
                  <c:v>0.062291139160092934</c:v>
                </c:pt>
                <c:pt idx="1812">
                  <c:v>0.062291139160092934</c:v>
                </c:pt>
                <c:pt idx="1813">
                  <c:v>0.062291139160092934</c:v>
                </c:pt>
                <c:pt idx="1814">
                  <c:v>0.062291139160092934</c:v>
                </c:pt>
                <c:pt idx="1815">
                  <c:v>0.062291139160092934</c:v>
                </c:pt>
                <c:pt idx="1816">
                  <c:v>0.062291139160092934</c:v>
                </c:pt>
                <c:pt idx="1817">
                  <c:v>0.062291139160092934</c:v>
                </c:pt>
                <c:pt idx="1818">
                  <c:v>0.062291139160092934</c:v>
                </c:pt>
                <c:pt idx="1819">
                  <c:v>0.062291139160092934</c:v>
                </c:pt>
                <c:pt idx="1820">
                  <c:v>0.062291139160092934</c:v>
                </c:pt>
                <c:pt idx="1821">
                  <c:v>0.062291139160092934</c:v>
                </c:pt>
                <c:pt idx="1822">
                  <c:v>0.062291139160092934</c:v>
                </c:pt>
                <c:pt idx="1823">
                  <c:v>0.062291139160092934</c:v>
                </c:pt>
                <c:pt idx="1824">
                  <c:v>0.062291139160092934</c:v>
                </c:pt>
                <c:pt idx="1825">
                  <c:v>0.062291139160092934</c:v>
                </c:pt>
                <c:pt idx="1826">
                  <c:v>0.062291139160092934</c:v>
                </c:pt>
                <c:pt idx="1827">
                  <c:v>0.062291139160092934</c:v>
                </c:pt>
                <c:pt idx="1828">
                  <c:v>0.062291139160092934</c:v>
                </c:pt>
                <c:pt idx="1829">
                  <c:v>0.062291139160092934</c:v>
                </c:pt>
                <c:pt idx="1830">
                  <c:v>0.062291139160092934</c:v>
                </c:pt>
                <c:pt idx="1831">
                  <c:v>0.062291139160092934</c:v>
                </c:pt>
                <c:pt idx="1832">
                  <c:v>0.062291139160092934</c:v>
                </c:pt>
                <c:pt idx="1833">
                  <c:v>0.062291139160092934</c:v>
                </c:pt>
                <c:pt idx="1834">
                  <c:v>0.062291139160092934</c:v>
                </c:pt>
                <c:pt idx="1835">
                  <c:v>0.062291139160092934</c:v>
                </c:pt>
                <c:pt idx="1836">
                  <c:v>0.062291139160092934</c:v>
                </c:pt>
                <c:pt idx="1837">
                  <c:v>0.062291139160092934</c:v>
                </c:pt>
                <c:pt idx="1838">
                  <c:v>0.062291139160092934</c:v>
                </c:pt>
                <c:pt idx="1839">
                  <c:v>0.062291139160092934</c:v>
                </c:pt>
                <c:pt idx="1840">
                  <c:v>0.062291139160092934</c:v>
                </c:pt>
                <c:pt idx="1841">
                  <c:v>0.062291139160092934</c:v>
                </c:pt>
                <c:pt idx="1842">
                  <c:v>0.062291139160092934</c:v>
                </c:pt>
                <c:pt idx="1843">
                  <c:v>0.062291139160092934</c:v>
                </c:pt>
                <c:pt idx="1844">
                  <c:v>0.062291139160092934</c:v>
                </c:pt>
                <c:pt idx="1845">
                  <c:v>0.062291139160092934</c:v>
                </c:pt>
                <c:pt idx="1846">
                  <c:v>0.062291139160092934</c:v>
                </c:pt>
                <c:pt idx="1847">
                  <c:v>0.062291139160092934</c:v>
                </c:pt>
                <c:pt idx="1848">
                  <c:v>0.062291139160092934</c:v>
                </c:pt>
                <c:pt idx="1849">
                  <c:v>0.062291139160092934</c:v>
                </c:pt>
                <c:pt idx="1850">
                  <c:v>0.062291139160092934</c:v>
                </c:pt>
                <c:pt idx="1851">
                  <c:v>0.062291139160092934</c:v>
                </c:pt>
                <c:pt idx="1852">
                  <c:v>0.062291139160092934</c:v>
                </c:pt>
                <c:pt idx="1853">
                  <c:v>0.062291139160092934</c:v>
                </c:pt>
                <c:pt idx="1854">
                  <c:v>0.062291139160092934</c:v>
                </c:pt>
                <c:pt idx="1855">
                  <c:v>0.062291139160092934</c:v>
                </c:pt>
                <c:pt idx="1856">
                  <c:v>0.062291139160092934</c:v>
                </c:pt>
                <c:pt idx="1857">
                  <c:v>0.062291139160092934</c:v>
                </c:pt>
                <c:pt idx="1858">
                  <c:v>0.062291139160092934</c:v>
                </c:pt>
                <c:pt idx="1859">
                  <c:v>0.062291139160092934</c:v>
                </c:pt>
                <c:pt idx="1860">
                  <c:v>0.062291139160092934</c:v>
                </c:pt>
                <c:pt idx="1861">
                  <c:v>0.062291139160092934</c:v>
                </c:pt>
                <c:pt idx="1862">
                  <c:v>0.062291139160092934</c:v>
                </c:pt>
                <c:pt idx="1863">
                  <c:v>0.062291139160092934</c:v>
                </c:pt>
                <c:pt idx="1864">
                  <c:v>0.062291139160092934</c:v>
                </c:pt>
                <c:pt idx="1865">
                  <c:v>0.062291139160092934</c:v>
                </c:pt>
                <c:pt idx="1866">
                  <c:v>0.062291139160092934</c:v>
                </c:pt>
                <c:pt idx="1867">
                  <c:v>0.062291139160092934</c:v>
                </c:pt>
                <c:pt idx="1868">
                  <c:v>0.062291139160092934</c:v>
                </c:pt>
                <c:pt idx="1869">
                  <c:v>0.062291139160092934</c:v>
                </c:pt>
                <c:pt idx="1870">
                  <c:v>0.062291139160092934</c:v>
                </c:pt>
                <c:pt idx="1871">
                  <c:v>0.062291139160092934</c:v>
                </c:pt>
                <c:pt idx="1872">
                  <c:v>0.062291139160092934</c:v>
                </c:pt>
                <c:pt idx="1873">
                  <c:v>0.062291139160092934</c:v>
                </c:pt>
                <c:pt idx="1874">
                  <c:v>0.062291139160092934</c:v>
                </c:pt>
                <c:pt idx="1875">
                  <c:v>0.062291139160092934</c:v>
                </c:pt>
                <c:pt idx="1876">
                  <c:v>0.062291139160092934</c:v>
                </c:pt>
                <c:pt idx="1877">
                  <c:v>0.062291139160092934</c:v>
                </c:pt>
                <c:pt idx="1878">
                  <c:v>0.062291139160092934</c:v>
                </c:pt>
                <c:pt idx="1879">
                  <c:v>0.062291139160092934</c:v>
                </c:pt>
                <c:pt idx="1880">
                  <c:v>0.062291139160092934</c:v>
                </c:pt>
                <c:pt idx="1881">
                  <c:v>0.062291139160092934</c:v>
                </c:pt>
                <c:pt idx="1882">
                  <c:v>0.062291139160092934</c:v>
                </c:pt>
                <c:pt idx="1883">
                  <c:v>0.062291139160092934</c:v>
                </c:pt>
                <c:pt idx="1884">
                  <c:v>0.062291139160092934</c:v>
                </c:pt>
                <c:pt idx="1885">
                  <c:v>0.062291139160092934</c:v>
                </c:pt>
                <c:pt idx="1886">
                  <c:v>0.062291139160092934</c:v>
                </c:pt>
                <c:pt idx="1887">
                  <c:v>0.062291139160092934</c:v>
                </c:pt>
                <c:pt idx="1888">
                  <c:v>0.062291139160092934</c:v>
                </c:pt>
                <c:pt idx="1889">
                  <c:v>0.062291139160092934</c:v>
                </c:pt>
                <c:pt idx="1890">
                  <c:v>0.062291139160092934</c:v>
                </c:pt>
                <c:pt idx="1891">
                  <c:v>0.062291139160092934</c:v>
                </c:pt>
                <c:pt idx="1892">
                  <c:v>0.062291139160092934</c:v>
                </c:pt>
                <c:pt idx="1893">
                  <c:v>0.062291139160092934</c:v>
                </c:pt>
                <c:pt idx="1894">
                  <c:v>0.062291139160092934</c:v>
                </c:pt>
                <c:pt idx="1895">
                  <c:v>0.062291139160092934</c:v>
                </c:pt>
                <c:pt idx="1896">
                  <c:v>0.062291139160092934</c:v>
                </c:pt>
                <c:pt idx="1897">
                  <c:v>0.062291139160092934</c:v>
                </c:pt>
                <c:pt idx="1898">
                  <c:v>0.062291139160092934</c:v>
                </c:pt>
                <c:pt idx="1899">
                  <c:v>0.062291139160092934</c:v>
                </c:pt>
                <c:pt idx="1900">
                  <c:v>0.062291139160092934</c:v>
                </c:pt>
                <c:pt idx="1901">
                  <c:v>0.062291139160092934</c:v>
                </c:pt>
                <c:pt idx="1902">
                  <c:v>0.062291139160092934</c:v>
                </c:pt>
                <c:pt idx="1903">
                  <c:v>0.062291139160092934</c:v>
                </c:pt>
                <c:pt idx="1904">
                  <c:v>0.062291139160092934</c:v>
                </c:pt>
                <c:pt idx="1905">
                  <c:v>0.062291139160092934</c:v>
                </c:pt>
                <c:pt idx="1906">
                  <c:v>0.062291139160092934</c:v>
                </c:pt>
                <c:pt idx="1907">
                  <c:v>0.062291139160092934</c:v>
                </c:pt>
                <c:pt idx="1908">
                  <c:v>0.062291139160092934</c:v>
                </c:pt>
                <c:pt idx="1909">
                  <c:v>0.062291139160092934</c:v>
                </c:pt>
                <c:pt idx="1910">
                  <c:v>0.062291139160092934</c:v>
                </c:pt>
                <c:pt idx="1911">
                  <c:v>0.062291139160092934</c:v>
                </c:pt>
                <c:pt idx="1912">
                  <c:v>0.062291139160092934</c:v>
                </c:pt>
                <c:pt idx="1913">
                  <c:v>0.062291139160092934</c:v>
                </c:pt>
                <c:pt idx="1914">
                  <c:v>0.062291139160092934</c:v>
                </c:pt>
                <c:pt idx="1915">
                  <c:v>0.062291139160092934</c:v>
                </c:pt>
                <c:pt idx="1916">
                  <c:v>0.062291139160092934</c:v>
                </c:pt>
                <c:pt idx="1917">
                  <c:v>0.062291139160092934</c:v>
                </c:pt>
                <c:pt idx="1918">
                  <c:v>0.062291139160092934</c:v>
                </c:pt>
                <c:pt idx="1919">
                  <c:v>0.062291139160092934</c:v>
                </c:pt>
                <c:pt idx="1920">
                  <c:v>0.062291139160092934</c:v>
                </c:pt>
                <c:pt idx="1921">
                  <c:v>0.062291139160092934</c:v>
                </c:pt>
                <c:pt idx="1922">
                  <c:v>0.062291139160092934</c:v>
                </c:pt>
                <c:pt idx="1923">
                  <c:v>0.062291139160092934</c:v>
                </c:pt>
                <c:pt idx="1924">
                  <c:v>0.062291139160092934</c:v>
                </c:pt>
                <c:pt idx="1925">
                  <c:v>0.062291139160092934</c:v>
                </c:pt>
                <c:pt idx="1926">
                  <c:v>0.062291139160092934</c:v>
                </c:pt>
                <c:pt idx="1927">
                  <c:v>0.062291139160092934</c:v>
                </c:pt>
                <c:pt idx="1928">
                  <c:v>0.062291139160092934</c:v>
                </c:pt>
                <c:pt idx="1929">
                  <c:v>0.062291139160092934</c:v>
                </c:pt>
                <c:pt idx="1930">
                  <c:v>0.062291139160092934</c:v>
                </c:pt>
                <c:pt idx="1931">
                  <c:v>0.062291139160092934</c:v>
                </c:pt>
                <c:pt idx="1932">
                  <c:v>0.062291139160092934</c:v>
                </c:pt>
                <c:pt idx="1933">
                  <c:v>0.062291139160092934</c:v>
                </c:pt>
                <c:pt idx="1934">
                  <c:v>0.062291139160092934</c:v>
                </c:pt>
                <c:pt idx="1935">
                  <c:v>0.062291139160092934</c:v>
                </c:pt>
                <c:pt idx="1936">
                  <c:v>0.062291139160092934</c:v>
                </c:pt>
                <c:pt idx="1937">
                  <c:v>0.062291139160092934</c:v>
                </c:pt>
                <c:pt idx="1938">
                  <c:v>0.062291139160092934</c:v>
                </c:pt>
                <c:pt idx="1939">
                  <c:v>0.062291139160092934</c:v>
                </c:pt>
                <c:pt idx="1940">
                  <c:v>0.062291139160092934</c:v>
                </c:pt>
                <c:pt idx="1941">
                  <c:v>0.062291139160092934</c:v>
                </c:pt>
                <c:pt idx="1942">
                  <c:v>0.062291139160092934</c:v>
                </c:pt>
                <c:pt idx="1943">
                  <c:v>0.062291139160092934</c:v>
                </c:pt>
                <c:pt idx="1944">
                  <c:v>0.062291139160092934</c:v>
                </c:pt>
                <c:pt idx="1945">
                  <c:v>0.062291139160092934</c:v>
                </c:pt>
                <c:pt idx="1946">
                  <c:v>0.062291139160092934</c:v>
                </c:pt>
                <c:pt idx="1947">
                  <c:v>0.062291139160092934</c:v>
                </c:pt>
                <c:pt idx="1948">
                  <c:v>0.062291139160092934</c:v>
                </c:pt>
                <c:pt idx="1949">
                  <c:v>0.062291139160092934</c:v>
                </c:pt>
                <c:pt idx="1950">
                  <c:v>0.062291139160092934</c:v>
                </c:pt>
                <c:pt idx="1951">
                  <c:v>0.062291139160092934</c:v>
                </c:pt>
                <c:pt idx="1952">
                  <c:v>0.062291139160092934</c:v>
                </c:pt>
                <c:pt idx="1953">
                  <c:v>0.062291139160092934</c:v>
                </c:pt>
                <c:pt idx="1954">
                  <c:v>0.062291139160092934</c:v>
                </c:pt>
                <c:pt idx="1955">
                  <c:v>0.062291139160092934</c:v>
                </c:pt>
                <c:pt idx="1956">
                  <c:v>0.062291139160092934</c:v>
                </c:pt>
                <c:pt idx="1957">
                  <c:v>0.062291139160092934</c:v>
                </c:pt>
                <c:pt idx="1958">
                  <c:v>0.062291139160092934</c:v>
                </c:pt>
                <c:pt idx="1959">
                  <c:v>0.062291139160092934</c:v>
                </c:pt>
                <c:pt idx="1960">
                  <c:v>0.062291139160092934</c:v>
                </c:pt>
                <c:pt idx="1961">
                  <c:v>0.062291139160092934</c:v>
                </c:pt>
                <c:pt idx="1962">
                  <c:v>0.062291139160092934</c:v>
                </c:pt>
                <c:pt idx="1963">
                  <c:v>0.062291139160092934</c:v>
                </c:pt>
                <c:pt idx="1964">
                  <c:v>0.062291139160092934</c:v>
                </c:pt>
                <c:pt idx="1965">
                  <c:v>0.062291139160092934</c:v>
                </c:pt>
                <c:pt idx="1966">
                  <c:v>0.062291139160092934</c:v>
                </c:pt>
                <c:pt idx="1967">
                  <c:v>0.062291139160092934</c:v>
                </c:pt>
                <c:pt idx="1968">
                  <c:v>0.062291139160092934</c:v>
                </c:pt>
                <c:pt idx="1969">
                  <c:v>0.062291139160092934</c:v>
                </c:pt>
                <c:pt idx="1970">
                  <c:v>0.062291139160092934</c:v>
                </c:pt>
                <c:pt idx="1971">
                  <c:v>0.062291139160092934</c:v>
                </c:pt>
                <c:pt idx="1972">
                  <c:v>0.062291139160092934</c:v>
                </c:pt>
                <c:pt idx="1973">
                  <c:v>0.062291139160092934</c:v>
                </c:pt>
                <c:pt idx="1974">
                  <c:v>0.062291139160092934</c:v>
                </c:pt>
                <c:pt idx="1975">
                  <c:v>0.062291139160092934</c:v>
                </c:pt>
                <c:pt idx="1976">
                  <c:v>0.062291139160092934</c:v>
                </c:pt>
                <c:pt idx="1977">
                  <c:v>0.062291139160092934</c:v>
                </c:pt>
                <c:pt idx="1978">
                  <c:v>0.062291139160092934</c:v>
                </c:pt>
                <c:pt idx="1979">
                  <c:v>0.062291139160092934</c:v>
                </c:pt>
                <c:pt idx="1980">
                  <c:v>0.062291139160092934</c:v>
                </c:pt>
                <c:pt idx="1981">
                  <c:v>0.062291139160092934</c:v>
                </c:pt>
                <c:pt idx="1982">
                  <c:v>0.062291139160092934</c:v>
                </c:pt>
                <c:pt idx="1983">
                  <c:v>0.062291139160092934</c:v>
                </c:pt>
                <c:pt idx="1984">
                  <c:v>0.062291139160092934</c:v>
                </c:pt>
                <c:pt idx="1985">
                  <c:v>0.062291139160092934</c:v>
                </c:pt>
                <c:pt idx="1986">
                  <c:v>0.062291139160092934</c:v>
                </c:pt>
                <c:pt idx="1987">
                  <c:v>0.062291139160092934</c:v>
                </c:pt>
                <c:pt idx="1988">
                  <c:v>0.062291139160092934</c:v>
                </c:pt>
                <c:pt idx="1989">
                  <c:v>0.062291139160092934</c:v>
                </c:pt>
                <c:pt idx="1990">
                  <c:v>0.062291139160092934</c:v>
                </c:pt>
                <c:pt idx="1991">
                  <c:v>0.062291139160092934</c:v>
                </c:pt>
                <c:pt idx="1992">
                  <c:v>0.062291139160092934</c:v>
                </c:pt>
                <c:pt idx="1993">
                  <c:v>0.062291139160092934</c:v>
                </c:pt>
                <c:pt idx="1994">
                  <c:v>0.062291139160092934</c:v>
                </c:pt>
                <c:pt idx="1995">
                  <c:v>0.062291139160092934</c:v>
                </c:pt>
                <c:pt idx="1996">
                  <c:v>0.062291139160092934</c:v>
                </c:pt>
                <c:pt idx="1997">
                  <c:v>0.062291139160092934</c:v>
                </c:pt>
                <c:pt idx="1998">
                  <c:v>0.062291139160092934</c:v>
                </c:pt>
                <c:pt idx="1999">
                  <c:v>0.062291139160092934</c:v>
                </c:pt>
                <c:pt idx="2000">
                  <c:v>0.062291139160092934</c:v>
                </c:pt>
                <c:pt idx="2001">
                  <c:v>0.062291139160092934</c:v>
                </c:pt>
                <c:pt idx="2002">
                  <c:v>0.062291139160092934</c:v>
                </c:pt>
                <c:pt idx="2003">
                  <c:v>0.062291139160092934</c:v>
                </c:pt>
                <c:pt idx="2004">
                  <c:v>0.062291139160092934</c:v>
                </c:pt>
                <c:pt idx="2005">
                  <c:v>0.062291139160092934</c:v>
                </c:pt>
                <c:pt idx="2006">
                  <c:v>0.062291139160092934</c:v>
                </c:pt>
                <c:pt idx="2007">
                  <c:v>0.062291139160092934</c:v>
                </c:pt>
                <c:pt idx="2008">
                  <c:v>0.062291139160092934</c:v>
                </c:pt>
                <c:pt idx="2009">
                  <c:v>0.062291139160092934</c:v>
                </c:pt>
                <c:pt idx="2010">
                  <c:v>0.062291139160092934</c:v>
                </c:pt>
                <c:pt idx="2011">
                  <c:v>0.062291139160092934</c:v>
                </c:pt>
                <c:pt idx="2012">
                  <c:v>0.062291139160092934</c:v>
                </c:pt>
                <c:pt idx="2013">
                  <c:v>0.062291139160092934</c:v>
                </c:pt>
                <c:pt idx="2014">
                  <c:v>0.062291139160092934</c:v>
                </c:pt>
                <c:pt idx="2015">
                  <c:v>0.062291139160092934</c:v>
                </c:pt>
                <c:pt idx="2016">
                  <c:v>0.062291139160092934</c:v>
                </c:pt>
                <c:pt idx="2017">
                  <c:v>0.062291139160092934</c:v>
                </c:pt>
                <c:pt idx="2018">
                  <c:v>0.062291139160092934</c:v>
                </c:pt>
                <c:pt idx="2019">
                  <c:v>0.062291139160092934</c:v>
                </c:pt>
                <c:pt idx="2020">
                  <c:v>0.062291139160092934</c:v>
                </c:pt>
                <c:pt idx="2021">
                  <c:v>0.062291139160092934</c:v>
                </c:pt>
                <c:pt idx="2022">
                  <c:v>0.062291139160092934</c:v>
                </c:pt>
                <c:pt idx="2023">
                  <c:v>0.062291139160092934</c:v>
                </c:pt>
                <c:pt idx="2024">
                  <c:v>0.062291139160092934</c:v>
                </c:pt>
                <c:pt idx="2025">
                  <c:v>0.062291139160092934</c:v>
                </c:pt>
                <c:pt idx="2026">
                  <c:v>0.062291139160092934</c:v>
                </c:pt>
                <c:pt idx="2027">
                  <c:v>0.062291139160092934</c:v>
                </c:pt>
                <c:pt idx="2028">
                  <c:v>0.062291139160092934</c:v>
                </c:pt>
                <c:pt idx="2029">
                  <c:v>0.062291139160092934</c:v>
                </c:pt>
                <c:pt idx="2030">
                  <c:v>0.062291139160092934</c:v>
                </c:pt>
                <c:pt idx="2031">
                  <c:v>0.062291139160092934</c:v>
                </c:pt>
                <c:pt idx="2032">
                  <c:v>0.062291139160092934</c:v>
                </c:pt>
                <c:pt idx="2033">
                  <c:v>0.062291139160092934</c:v>
                </c:pt>
                <c:pt idx="2034">
                  <c:v>0.062291139160092934</c:v>
                </c:pt>
                <c:pt idx="2035">
                  <c:v>0.062291139160092934</c:v>
                </c:pt>
                <c:pt idx="2036">
                  <c:v>0.062291139160092934</c:v>
                </c:pt>
                <c:pt idx="2037">
                  <c:v>0.062291139160092934</c:v>
                </c:pt>
                <c:pt idx="2038">
                  <c:v>0.062291139160092934</c:v>
                </c:pt>
                <c:pt idx="2039">
                  <c:v>0.062291139160092934</c:v>
                </c:pt>
                <c:pt idx="2040">
                  <c:v>0.062291139160092934</c:v>
                </c:pt>
                <c:pt idx="2041">
                  <c:v>0.062291139160092934</c:v>
                </c:pt>
                <c:pt idx="2042">
                  <c:v>0.062291139160092934</c:v>
                </c:pt>
                <c:pt idx="2043">
                  <c:v>0.062291139160092934</c:v>
                </c:pt>
                <c:pt idx="2044">
                  <c:v>0.062291139160092934</c:v>
                </c:pt>
                <c:pt idx="2045">
                  <c:v>0.062291139160092934</c:v>
                </c:pt>
                <c:pt idx="2046">
                  <c:v>0.062291139160092934</c:v>
                </c:pt>
                <c:pt idx="2047">
                  <c:v>0.062291139160092934</c:v>
                </c:pt>
                <c:pt idx="2048">
                  <c:v>0.062291139160092934</c:v>
                </c:pt>
                <c:pt idx="2049">
                  <c:v>0.062291139160092934</c:v>
                </c:pt>
                <c:pt idx="2050">
                  <c:v>0.062291139160092934</c:v>
                </c:pt>
                <c:pt idx="2051">
                  <c:v>0.062291139160092934</c:v>
                </c:pt>
                <c:pt idx="2052">
                  <c:v>0.062291139160092934</c:v>
                </c:pt>
                <c:pt idx="2053">
                  <c:v>0.062291139160092934</c:v>
                </c:pt>
                <c:pt idx="2054">
                  <c:v>0.062291139160092934</c:v>
                </c:pt>
                <c:pt idx="2055">
                  <c:v>0.062291139160092934</c:v>
                </c:pt>
                <c:pt idx="2056">
                  <c:v>0.062291139160092934</c:v>
                </c:pt>
                <c:pt idx="2057">
                  <c:v>0.062291139160092934</c:v>
                </c:pt>
                <c:pt idx="2058">
                  <c:v>0.062291139160092934</c:v>
                </c:pt>
                <c:pt idx="2059">
                  <c:v>0.062291139160092934</c:v>
                </c:pt>
                <c:pt idx="2060">
                  <c:v>0.062291139160092934</c:v>
                </c:pt>
                <c:pt idx="2061">
                  <c:v>0.062291139160092934</c:v>
                </c:pt>
                <c:pt idx="2062">
                  <c:v>0.062291139160092934</c:v>
                </c:pt>
                <c:pt idx="2063">
                  <c:v>0.062291139160092934</c:v>
                </c:pt>
                <c:pt idx="2064">
                  <c:v>0.062291139160092934</c:v>
                </c:pt>
                <c:pt idx="2065">
                  <c:v>0.062291139160092934</c:v>
                </c:pt>
                <c:pt idx="2066">
                  <c:v>0.062291139160092934</c:v>
                </c:pt>
                <c:pt idx="2067">
                  <c:v>0.062291139160092934</c:v>
                </c:pt>
                <c:pt idx="2068">
                  <c:v>0.062291139160092934</c:v>
                </c:pt>
                <c:pt idx="2069">
                  <c:v>0.062291139160092934</c:v>
                </c:pt>
                <c:pt idx="2070">
                  <c:v>0.062291139160092934</c:v>
                </c:pt>
                <c:pt idx="2071">
                  <c:v>0.062291139160092934</c:v>
                </c:pt>
                <c:pt idx="2072">
                  <c:v>0.062291139160092934</c:v>
                </c:pt>
                <c:pt idx="2073">
                  <c:v>0.062291139160092934</c:v>
                </c:pt>
                <c:pt idx="2074">
                  <c:v>0.062291139160092934</c:v>
                </c:pt>
                <c:pt idx="2075">
                  <c:v>0.062291139160092934</c:v>
                </c:pt>
                <c:pt idx="2076">
                  <c:v>0.062291139160092934</c:v>
                </c:pt>
                <c:pt idx="2077">
                  <c:v>0.062291139160092934</c:v>
                </c:pt>
                <c:pt idx="2078">
                  <c:v>0.062291139160092934</c:v>
                </c:pt>
                <c:pt idx="2079">
                  <c:v>0.062291139160092934</c:v>
                </c:pt>
                <c:pt idx="2080">
                  <c:v>0.062291139160092934</c:v>
                </c:pt>
                <c:pt idx="2081">
                  <c:v>0.062291139160092934</c:v>
                </c:pt>
                <c:pt idx="2082">
                  <c:v>0.062291139160092934</c:v>
                </c:pt>
                <c:pt idx="2083">
                  <c:v>0.062291139160092934</c:v>
                </c:pt>
                <c:pt idx="2084">
                  <c:v>0.062291139160092934</c:v>
                </c:pt>
                <c:pt idx="2085">
                  <c:v>0.062291139160092934</c:v>
                </c:pt>
                <c:pt idx="2086">
                  <c:v>0.062291139160092934</c:v>
                </c:pt>
                <c:pt idx="2087">
                  <c:v>0.062291139160092934</c:v>
                </c:pt>
                <c:pt idx="2088">
                  <c:v>0.062291139160092934</c:v>
                </c:pt>
                <c:pt idx="2089">
                  <c:v>0.062291139160092934</c:v>
                </c:pt>
                <c:pt idx="2090">
                  <c:v>0.062291139160092934</c:v>
                </c:pt>
                <c:pt idx="2091">
                  <c:v>0.062291139160092934</c:v>
                </c:pt>
                <c:pt idx="2092">
                  <c:v>0.062291139160092934</c:v>
                </c:pt>
                <c:pt idx="2093">
                  <c:v>0.062291139160092934</c:v>
                </c:pt>
                <c:pt idx="2094">
                  <c:v>0.062291139160092934</c:v>
                </c:pt>
                <c:pt idx="2095">
                  <c:v>0.062291139160092934</c:v>
                </c:pt>
                <c:pt idx="2096">
                  <c:v>0.062291139160092934</c:v>
                </c:pt>
                <c:pt idx="2097">
                  <c:v>0.062291139160092934</c:v>
                </c:pt>
                <c:pt idx="2098">
                  <c:v>0.062291139160092934</c:v>
                </c:pt>
                <c:pt idx="2099">
                  <c:v>0.062291139160092934</c:v>
                </c:pt>
                <c:pt idx="2100">
                  <c:v>0.062291139160092934</c:v>
                </c:pt>
                <c:pt idx="2101">
                  <c:v>0.062291139160092934</c:v>
                </c:pt>
                <c:pt idx="2102">
                  <c:v>0.062291139160092934</c:v>
                </c:pt>
                <c:pt idx="2103">
                  <c:v>0.062291139160092934</c:v>
                </c:pt>
                <c:pt idx="2104">
                  <c:v>0.062291139160092934</c:v>
                </c:pt>
                <c:pt idx="2105">
                  <c:v>0.062291139160092934</c:v>
                </c:pt>
                <c:pt idx="2106">
                  <c:v>0.062291139160092934</c:v>
                </c:pt>
                <c:pt idx="2107">
                  <c:v>0.062291139160092934</c:v>
                </c:pt>
                <c:pt idx="2108">
                  <c:v>0.062291139160092934</c:v>
                </c:pt>
                <c:pt idx="2109">
                  <c:v>0.062291139160092934</c:v>
                </c:pt>
                <c:pt idx="2110">
                  <c:v>0.062291139160092934</c:v>
                </c:pt>
                <c:pt idx="2111">
                  <c:v>0.062291139160092934</c:v>
                </c:pt>
                <c:pt idx="2112">
                  <c:v>0.062291139160092934</c:v>
                </c:pt>
                <c:pt idx="2113">
                  <c:v>0.062291139160092934</c:v>
                </c:pt>
                <c:pt idx="2114">
                  <c:v>0.062291139160092934</c:v>
                </c:pt>
                <c:pt idx="2115">
                  <c:v>0.062291139160092934</c:v>
                </c:pt>
                <c:pt idx="2116">
                  <c:v>0.062291139160092934</c:v>
                </c:pt>
                <c:pt idx="2117">
                  <c:v>0.062291139160092934</c:v>
                </c:pt>
                <c:pt idx="2118">
                  <c:v>0.062291139160092934</c:v>
                </c:pt>
                <c:pt idx="2119">
                  <c:v>0.062291139160092934</c:v>
                </c:pt>
                <c:pt idx="2120">
                  <c:v>0.062291139160092934</c:v>
                </c:pt>
                <c:pt idx="2121">
                  <c:v>0.062291139160092934</c:v>
                </c:pt>
                <c:pt idx="2122">
                  <c:v>0.062291139160092934</c:v>
                </c:pt>
                <c:pt idx="2123">
                  <c:v>0.062291139160092934</c:v>
                </c:pt>
                <c:pt idx="2124">
                  <c:v>0.062291139160092934</c:v>
                </c:pt>
                <c:pt idx="2125">
                  <c:v>0.062291139160092934</c:v>
                </c:pt>
                <c:pt idx="2126">
                  <c:v>0.062291139160092934</c:v>
                </c:pt>
                <c:pt idx="2127">
                  <c:v>0.062291139160092934</c:v>
                </c:pt>
                <c:pt idx="2128">
                  <c:v>0.062291139160092934</c:v>
                </c:pt>
                <c:pt idx="2129">
                  <c:v>0.062291139160092934</c:v>
                </c:pt>
                <c:pt idx="2130">
                  <c:v>0.062291139160092934</c:v>
                </c:pt>
                <c:pt idx="2131">
                  <c:v>0.062291139160092934</c:v>
                </c:pt>
                <c:pt idx="2132">
                  <c:v>0.062291139160092934</c:v>
                </c:pt>
                <c:pt idx="2133">
                  <c:v>0.062291139160092934</c:v>
                </c:pt>
                <c:pt idx="2134">
                  <c:v>0.062291139160092934</c:v>
                </c:pt>
                <c:pt idx="2135">
                  <c:v>0.062291139160092934</c:v>
                </c:pt>
                <c:pt idx="2136">
                  <c:v>0.062291139160092934</c:v>
                </c:pt>
                <c:pt idx="2137">
                  <c:v>0.062291139160092934</c:v>
                </c:pt>
                <c:pt idx="2138">
                  <c:v>0.062291139160092934</c:v>
                </c:pt>
                <c:pt idx="2139">
                  <c:v>0.062291139160092934</c:v>
                </c:pt>
                <c:pt idx="2140">
                  <c:v>0.062291139160092934</c:v>
                </c:pt>
                <c:pt idx="2141">
                  <c:v>0.062291139160092934</c:v>
                </c:pt>
                <c:pt idx="2142">
                  <c:v>0.062291139160092934</c:v>
                </c:pt>
                <c:pt idx="2143">
                  <c:v>0.062291139160092934</c:v>
                </c:pt>
                <c:pt idx="2144">
                  <c:v>0.062291139160092934</c:v>
                </c:pt>
                <c:pt idx="2145">
                  <c:v>0.062291139160092934</c:v>
                </c:pt>
                <c:pt idx="2146">
                  <c:v>0.062291139160092934</c:v>
                </c:pt>
                <c:pt idx="2147">
                  <c:v>0.062291139160092934</c:v>
                </c:pt>
                <c:pt idx="2148">
                  <c:v>0.062291139160092934</c:v>
                </c:pt>
                <c:pt idx="2149">
                  <c:v>0.062291139160092934</c:v>
                </c:pt>
                <c:pt idx="2150">
                  <c:v>0.062291139160092934</c:v>
                </c:pt>
                <c:pt idx="2151">
                  <c:v>0.062291139160092934</c:v>
                </c:pt>
                <c:pt idx="2152">
                  <c:v>0.062291139160092934</c:v>
                </c:pt>
                <c:pt idx="2153">
                  <c:v>0.062291139160092934</c:v>
                </c:pt>
                <c:pt idx="2154">
                  <c:v>0.062291139160092934</c:v>
                </c:pt>
                <c:pt idx="2155">
                  <c:v>0.062291139160092934</c:v>
                </c:pt>
                <c:pt idx="2156">
                  <c:v>0.062291139160092934</c:v>
                </c:pt>
                <c:pt idx="2157">
                  <c:v>0.062291139160092934</c:v>
                </c:pt>
                <c:pt idx="2158">
                  <c:v>0.062291139160092934</c:v>
                </c:pt>
                <c:pt idx="2159">
                  <c:v>0.062291139160092934</c:v>
                </c:pt>
                <c:pt idx="2160">
                  <c:v>0.062291139160092934</c:v>
                </c:pt>
                <c:pt idx="2161">
                  <c:v>0.062291139160092934</c:v>
                </c:pt>
                <c:pt idx="2162">
                  <c:v>0.062291139160092934</c:v>
                </c:pt>
                <c:pt idx="2163">
                  <c:v>0.062291139160092934</c:v>
                </c:pt>
                <c:pt idx="2164">
                  <c:v>0.062291139160092934</c:v>
                </c:pt>
                <c:pt idx="2165">
                  <c:v>0.062291139160092934</c:v>
                </c:pt>
                <c:pt idx="2166">
                  <c:v>0.062291139160092934</c:v>
                </c:pt>
                <c:pt idx="2167">
                  <c:v>0.062291139160092934</c:v>
                </c:pt>
                <c:pt idx="2168">
                  <c:v>0.062291139160092934</c:v>
                </c:pt>
                <c:pt idx="2169">
                  <c:v>0.062291139160092934</c:v>
                </c:pt>
                <c:pt idx="2170">
                  <c:v>0.062291139160092934</c:v>
                </c:pt>
                <c:pt idx="2171">
                  <c:v>0.062291139160092934</c:v>
                </c:pt>
                <c:pt idx="2172">
                  <c:v>0.062291139160092934</c:v>
                </c:pt>
                <c:pt idx="2173">
                  <c:v>0.062291139160092934</c:v>
                </c:pt>
                <c:pt idx="2174">
                  <c:v>0.062291139160092934</c:v>
                </c:pt>
                <c:pt idx="2175">
                  <c:v>0.062291139160092934</c:v>
                </c:pt>
                <c:pt idx="2176">
                  <c:v>0.062291139160092934</c:v>
                </c:pt>
                <c:pt idx="2177">
                  <c:v>0.062291139160092934</c:v>
                </c:pt>
                <c:pt idx="2178">
                  <c:v>0.062291139160092934</c:v>
                </c:pt>
                <c:pt idx="2179">
                  <c:v>0.062291139160092934</c:v>
                </c:pt>
                <c:pt idx="2180">
                  <c:v>0.062291139160092934</c:v>
                </c:pt>
                <c:pt idx="2181">
                  <c:v>0.062291139160092934</c:v>
                </c:pt>
                <c:pt idx="2182">
                  <c:v>0.062291139160092934</c:v>
                </c:pt>
                <c:pt idx="2183">
                  <c:v>0.062291139160092934</c:v>
                </c:pt>
                <c:pt idx="2184">
                  <c:v>0.062291139160092934</c:v>
                </c:pt>
                <c:pt idx="2185">
                  <c:v>0.062291139160092934</c:v>
                </c:pt>
                <c:pt idx="2186">
                  <c:v>0.062291139160092934</c:v>
                </c:pt>
                <c:pt idx="2187">
                  <c:v>0.062291139160092934</c:v>
                </c:pt>
                <c:pt idx="2188">
                  <c:v>0.062291139160092934</c:v>
                </c:pt>
                <c:pt idx="2189">
                  <c:v>0.062291139160092934</c:v>
                </c:pt>
                <c:pt idx="2190">
                  <c:v>0.062291139160092934</c:v>
                </c:pt>
                <c:pt idx="2191">
                  <c:v>0.062291139160092934</c:v>
                </c:pt>
                <c:pt idx="2192">
                  <c:v>0.062291139160092934</c:v>
                </c:pt>
                <c:pt idx="2193">
                  <c:v>0.062291139160092934</c:v>
                </c:pt>
                <c:pt idx="2194">
                  <c:v>0.062291139160092934</c:v>
                </c:pt>
                <c:pt idx="2195">
                  <c:v>0.062291139160092934</c:v>
                </c:pt>
                <c:pt idx="2196">
                  <c:v>0.062291139160092934</c:v>
                </c:pt>
                <c:pt idx="2197">
                  <c:v>0.062291139160092934</c:v>
                </c:pt>
                <c:pt idx="2198">
                  <c:v>0.062291139160092934</c:v>
                </c:pt>
                <c:pt idx="2199">
                  <c:v>0.062291139160092934</c:v>
                </c:pt>
                <c:pt idx="2200">
                  <c:v>0.062291139160092934</c:v>
                </c:pt>
                <c:pt idx="2201">
                  <c:v>0.062291139160092934</c:v>
                </c:pt>
                <c:pt idx="2202">
                  <c:v>0.062291139160092934</c:v>
                </c:pt>
                <c:pt idx="2203">
                  <c:v>0.062291139160092934</c:v>
                </c:pt>
                <c:pt idx="2204">
                  <c:v>0.062291139160092934</c:v>
                </c:pt>
                <c:pt idx="2205">
                  <c:v>0.062291139160092934</c:v>
                </c:pt>
                <c:pt idx="2206">
                  <c:v>0.062291139160092934</c:v>
                </c:pt>
                <c:pt idx="2207">
                  <c:v>0.062291139160092934</c:v>
                </c:pt>
                <c:pt idx="2208">
                  <c:v>0.062291139160092934</c:v>
                </c:pt>
                <c:pt idx="2209">
                  <c:v>0.062291139160092934</c:v>
                </c:pt>
                <c:pt idx="2210">
                  <c:v>0.062291139160092934</c:v>
                </c:pt>
                <c:pt idx="2211">
                  <c:v>0.062291139160092934</c:v>
                </c:pt>
                <c:pt idx="2212">
                  <c:v>0.062291139160092934</c:v>
                </c:pt>
                <c:pt idx="2213">
                  <c:v>0.062291139160092934</c:v>
                </c:pt>
                <c:pt idx="2214">
                  <c:v>0.062291139160092934</c:v>
                </c:pt>
                <c:pt idx="2215">
                  <c:v>0.062291139160092934</c:v>
                </c:pt>
                <c:pt idx="2216">
                  <c:v>0.062291139160092934</c:v>
                </c:pt>
                <c:pt idx="2217">
                  <c:v>0.062291139160092934</c:v>
                </c:pt>
                <c:pt idx="2218">
                  <c:v>0.062291139160092934</c:v>
                </c:pt>
                <c:pt idx="2219">
                  <c:v>0.062291139160092934</c:v>
                </c:pt>
                <c:pt idx="2220">
                  <c:v>0.062291139160092934</c:v>
                </c:pt>
                <c:pt idx="2221">
                  <c:v>0.062291139160092934</c:v>
                </c:pt>
                <c:pt idx="2222">
                  <c:v>0.062291139160092934</c:v>
                </c:pt>
                <c:pt idx="2223">
                  <c:v>0.062291139160092934</c:v>
                </c:pt>
                <c:pt idx="2224">
                  <c:v>0.062291139160092934</c:v>
                </c:pt>
                <c:pt idx="2225">
                  <c:v>0.062291139160092934</c:v>
                </c:pt>
                <c:pt idx="2226">
                  <c:v>0.062291139160092934</c:v>
                </c:pt>
                <c:pt idx="2227">
                  <c:v>0.062291139160092934</c:v>
                </c:pt>
                <c:pt idx="2228">
                  <c:v>0.062291139160092934</c:v>
                </c:pt>
                <c:pt idx="2229">
                  <c:v>0.062291139160092934</c:v>
                </c:pt>
                <c:pt idx="2230">
                  <c:v>0.062291139160092934</c:v>
                </c:pt>
                <c:pt idx="2231">
                  <c:v>0.062291139160092934</c:v>
                </c:pt>
                <c:pt idx="2232">
                  <c:v>0.062291139160092934</c:v>
                </c:pt>
                <c:pt idx="2233">
                  <c:v>0.062291139160092934</c:v>
                </c:pt>
                <c:pt idx="2234">
                  <c:v>0.062291139160092934</c:v>
                </c:pt>
                <c:pt idx="2235">
                  <c:v>0.062291139160092934</c:v>
                </c:pt>
                <c:pt idx="2236">
                  <c:v>0.062291139160092934</c:v>
                </c:pt>
                <c:pt idx="2237">
                  <c:v>0.062291139160092934</c:v>
                </c:pt>
                <c:pt idx="2238">
                  <c:v>0.062291139160092934</c:v>
                </c:pt>
                <c:pt idx="2239">
                  <c:v>0.062291139160092934</c:v>
                </c:pt>
                <c:pt idx="2240">
                  <c:v>0.062291139160092934</c:v>
                </c:pt>
                <c:pt idx="2241">
                  <c:v>0.062291139160092934</c:v>
                </c:pt>
                <c:pt idx="2242">
                  <c:v>0.062291139160092934</c:v>
                </c:pt>
                <c:pt idx="2243">
                  <c:v>0.062291139160092934</c:v>
                </c:pt>
                <c:pt idx="2244">
                  <c:v>0.062291139160092934</c:v>
                </c:pt>
                <c:pt idx="2245">
                  <c:v>0.062291139160092934</c:v>
                </c:pt>
                <c:pt idx="2246">
                  <c:v>0.062291139160092934</c:v>
                </c:pt>
                <c:pt idx="2247">
                  <c:v>0.062291139160092934</c:v>
                </c:pt>
                <c:pt idx="2248">
                  <c:v>0.062291139160092934</c:v>
                </c:pt>
                <c:pt idx="2249">
                  <c:v>0.062291139160092934</c:v>
                </c:pt>
                <c:pt idx="2250">
                  <c:v>0.062291139160092934</c:v>
                </c:pt>
                <c:pt idx="2251">
                  <c:v>0.062291139160092934</c:v>
                </c:pt>
                <c:pt idx="2252">
                  <c:v>0.062291139160092934</c:v>
                </c:pt>
                <c:pt idx="2253">
                  <c:v>0.062291139160092934</c:v>
                </c:pt>
                <c:pt idx="2254">
                  <c:v>0.062291139160092934</c:v>
                </c:pt>
                <c:pt idx="2255">
                  <c:v>0.062291139160092934</c:v>
                </c:pt>
                <c:pt idx="2256">
                  <c:v>0.062291139160092934</c:v>
                </c:pt>
                <c:pt idx="2257">
                  <c:v>0.062291139160092934</c:v>
                </c:pt>
                <c:pt idx="2258">
                  <c:v>0.062291139160092934</c:v>
                </c:pt>
                <c:pt idx="2259">
                  <c:v>0.062291139160092934</c:v>
                </c:pt>
                <c:pt idx="2260">
                  <c:v>0.062291139160092934</c:v>
                </c:pt>
                <c:pt idx="2261">
                  <c:v>0.062291139160092934</c:v>
                </c:pt>
                <c:pt idx="2262">
                  <c:v>0.062291139160092934</c:v>
                </c:pt>
                <c:pt idx="2263">
                  <c:v>0.062291139160092934</c:v>
                </c:pt>
                <c:pt idx="2264">
                  <c:v>0.062291139160092934</c:v>
                </c:pt>
                <c:pt idx="2265">
                  <c:v>0.062291139160092934</c:v>
                </c:pt>
                <c:pt idx="2266">
                  <c:v>0.062291139160092934</c:v>
                </c:pt>
                <c:pt idx="2267">
                  <c:v>0.062291139160092934</c:v>
                </c:pt>
                <c:pt idx="2268">
                  <c:v>0.062291139160092934</c:v>
                </c:pt>
                <c:pt idx="2269">
                  <c:v>0.062291139160092934</c:v>
                </c:pt>
                <c:pt idx="2270">
                  <c:v>0.062291139160092934</c:v>
                </c:pt>
                <c:pt idx="2271">
                  <c:v>0.062291139160092934</c:v>
                </c:pt>
                <c:pt idx="2272">
                  <c:v>0.062291139160092934</c:v>
                </c:pt>
                <c:pt idx="2273">
                  <c:v>0.062291139160092934</c:v>
                </c:pt>
                <c:pt idx="2274">
                  <c:v>0.062291139160092934</c:v>
                </c:pt>
                <c:pt idx="2275">
                  <c:v>0.062291139160092934</c:v>
                </c:pt>
                <c:pt idx="2276">
                  <c:v>0.062291139160092934</c:v>
                </c:pt>
                <c:pt idx="2277">
                  <c:v>0.062291139160092934</c:v>
                </c:pt>
                <c:pt idx="2278">
                  <c:v>0.062291139160092934</c:v>
                </c:pt>
                <c:pt idx="2279">
                  <c:v>0.062291139160092934</c:v>
                </c:pt>
                <c:pt idx="2280">
                  <c:v>0.062291139160092934</c:v>
                </c:pt>
                <c:pt idx="2281">
                  <c:v>0.062291139160092934</c:v>
                </c:pt>
                <c:pt idx="2282">
                  <c:v>0.062291139160092934</c:v>
                </c:pt>
                <c:pt idx="2283">
                  <c:v>0.062291139160092934</c:v>
                </c:pt>
                <c:pt idx="2284">
                  <c:v>0.062291139160092934</c:v>
                </c:pt>
                <c:pt idx="2285">
                  <c:v>0.062291139160092934</c:v>
                </c:pt>
                <c:pt idx="2286">
                  <c:v>0.062291139160092934</c:v>
                </c:pt>
                <c:pt idx="2287">
                  <c:v>0.062291139160092934</c:v>
                </c:pt>
                <c:pt idx="2288">
                  <c:v>0.062291139160092934</c:v>
                </c:pt>
                <c:pt idx="2289">
                  <c:v>0.062291139160092934</c:v>
                </c:pt>
                <c:pt idx="2290">
                  <c:v>0.062291139160092934</c:v>
                </c:pt>
                <c:pt idx="2291">
                  <c:v>0.062291139160092934</c:v>
                </c:pt>
                <c:pt idx="2292">
                  <c:v>0.062291139160092934</c:v>
                </c:pt>
                <c:pt idx="2293">
                  <c:v>0.062291139160092934</c:v>
                </c:pt>
                <c:pt idx="2294">
                  <c:v>0.062291139160092934</c:v>
                </c:pt>
                <c:pt idx="2295">
                  <c:v>0.062291139160092934</c:v>
                </c:pt>
                <c:pt idx="2296">
                  <c:v>0.062291139160092934</c:v>
                </c:pt>
                <c:pt idx="2297">
                  <c:v>0.062291139160092934</c:v>
                </c:pt>
                <c:pt idx="2298">
                  <c:v>0.062291139160092934</c:v>
                </c:pt>
                <c:pt idx="2299">
                  <c:v>0.062291139160092934</c:v>
                </c:pt>
                <c:pt idx="2300">
                  <c:v>0.062291139160092934</c:v>
                </c:pt>
                <c:pt idx="2301">
                  <c:v>0.062291139160092934</c:v>
                </c:pt>
                <c:pt idx="2302">
                  <c:v>0.062291139160092934</c:v>
                </c:pt>
                <c:pt idx="2303">
                  <c:v>0.062291139160092934</c:v>
                </c:pt>
                <c:pt idx="2304">
                  <c:v>0.062291139160092934</c:v>
                </c:pt>
                <c:pt idx="2305">
                  <c:v>0.062291139160092934</c:v>
                </c:pt>
                <c:pt idx="2306">
                  <c:v>0.062291139160092934</c:v>
                </c:pt>
                <c:pt idx="2307">
                  <c:v>0.062291139160092934</c:v>
                </c:pt>
                <c:pt idx="2308">
                  <c:v>0.062291139160092934</c:v>
                </c:pt>
                <c:pt idx="2309">
                  <c:v>0.062291139160092934</c:v>
                </c:pt>
                <c:pt idx="2310">
                  <c:v>0.062291139160092934</c:v>
                </c:pt>
                <c:pt idx="2311">
                  <c:v>0.062291139160092934</c:v>
                </c:pt>
                <c:pt idx="2312">
                  <c:v>0.062291139160092934</c:v>
                </c:pt>
                <c:pt idx="2313">
                  <c:v>0.062291139160092934</c:v>
                </c:pt>
                <c:pt idx="2314">
                  <c:v>0.062291139160092934</c:v>
                </c:pt>
                <c:pt idx="2315">
                  <c:v>0.062291139160092934</c:v>
                </c:pt>
                <c:pt idx="2316">
                  <c:v>0.062291139160092934</c:v>
                </c:pt>
                <c:pt idx="2317">
                  <c:v>0.062291139160092934</c:v>
                </c:pt>
                <c:pt idx="2318">
                  <c:v>0.062291139160092934</c:v>
                </c:pt>
                <c:pt idx="2319">
                  <c:v>0.062291139160092934</c:v>
                </c:pt>
                <c:pt idx="2320">
                  <c:v>0.062291139160092934</c:v>
                </c:pt>
                <c:pt idx="2321">
                  <c:v>0.062291139160092934</c:v>
                </c:pt>
                <c:pt idx="2322">
                  <c:v>0.062291139160092934</c:v>
                </c:pt>
                <c:pt idx="2323">
                  <c:v>0.062291139160092934</c:v>
                </c:pt>
                <c:pt idx="2324">
                  <c:v>0.062291139160092934</c:v>
                </c:pt>
                <c:pt idx="2325">
                  <c:v>0.062291139160092934</c:v>
                </c:pt>
                <c:pt idx="2326">
                  <c:v>0.062291139160092934</c:v>
                </c:pt>
                <c:pt idx="2327">
                  <c:v>0.062291139160092934</c:v>
                </c:pt>
                <c:pt idx="2328">
                  <c:v>0.062291139160092934</c:v>
                </c:pt>
                <c:pt idx="2329">
                  <c:v>0.062291139160092934</c:v>
                </c:pt>
                <c:pt idx="2330">
                  <c:v>0.062291139160092934</c:v>
                </c:pt>
                <c:pt idx="2331">
                  <c:v>0.062291139160092934</c:v>
                </c:pt>
                <c:pt idx="2332">
                  <c:v>0.062291139160092934</c:v>
                </c:pt>
                <c:pt idx="2333">
                  <c:v>0.062291139160092934</c:v>
                </c:pt>
                <c:pt idx="2334">
                  <c:v>0.062291139160092934</c:v>
                </c:pt>
                <c:pt idx="2335">
                  <c:v>0.062291139160092934</c:v>
                </c:pt>
                <c:pt idx="2336">
                  <c:v>0.062291139160092934</c:v>
                </c:pt>
                <c:pt idx="2337">
                  <c:v>0.062291139160092934</c:v>
                </c:pt>
                <c:pt idx="2338">
                  <c:v>0.062291139160092934</c:v>
                </c:pt>
                <c:pt idx="2339">
                  <c:v>0.062291139160092934</c:v>
                </c:pt>
                <c:pt idx="2340">
                  <c:v>0.062291139160092934</c:v>
                </c:pt>
                <c:pt idx="2341">
                  <c:v>0.062291139160092934</c:v>
                </c:pt>
                <c:pt idx="2342">
                  <c:v>0.062291139160092934</c:v>
                </c:pt>
                <c:pt idx="2343">
                  <c:v>0.062291139160092934</c:v>
                </c:pt>
                <c:pt idx="2344">
                  <c:v>0.062291139160092934</c:v>
                </c:pt>
                <c:pt idx="2345">
                  <c:v>0.062291139160092934</c:v>
                </c:pt>
                <c:pt idx="2346">
                  <c:v>0.062291139160092934</c:v>
                </c:pt>
                <c:pt idx="2347">
                  <c:v>0.062291139160092934</c:v>
                </c:pt>
                <c:pt idx="2348">
                  <c:v>0.062291139160092934</c:v>
                </c:pt>
                <c:pt idx="2349">
                  <c:v>0.062291139160092934</c:v>
                </c:pt>
                <c:pt idx="2350">
                  <c:v>0.062291139160092934</c:v>
                </c:pt>
                <c:pt idx="2351">
                  <c:v>0.062291139160092934</c:v>
                </c:pt>
                <c:pt idx="2352">
                  <c:v>0.062291139160092934</c:v>
                </c:pt>
                <c:pt idx="2353">
                  <c:v>0.062291139160092934</c:v>
                </c:pt>
                <c:pt idx="2354">
                  <c:v>0.062291139160092934</c:v>
                </c:pt>
                <c:pt idx="2355">
                  <c:v>0.062291139160092934</c:v>
                </c:pt>
                <c:pt idx="2356">
                  <c:v>0.062291139160092934</c:v>
                </c:pt>
                <c:pt idx="2357">
                  <c:v>0.062291139160092934</c:v>
                </c:pt>
                <c:pt idx="2358">
                  <c:v>0.062291139160092934</c:v>
                </c:pt>
                <c:pt idx="2359">
                  <c:v>0.062291139160092934</c:v>
                </c:pt>
                <c:pt idx="2360">
                  <c:v>0.062291139160092934</c:v>
                </c:pt>
                <c:pt idx="2361">
                  <c:v>0.062291139160092934</c:v>
                </c:pt>
                <c:pt idx="2362">
                  <c:v>0.062291139160092934</c:v>
                </c:pt>
                <c:pt idx="2363">
                  <c:v>0.062291139160092934</c:v>
                </c:pt>
                <c:pt idx="2364">
                  <c:v>0.062291139160092934</c:v>
                </c:pt>
                <c:pt idx="2365">
                  <c:v>0.062291139160092934</c:v>
                </c:pt>
                <c:pt idx="2366">
                  <c:v>0.062291139160092934</c:v>
                </c:pt>
                <c:pt idx="2367">
                  <c:v>0.062291139160092934</c:v>
                </c:pt>
                <c:pt idx="2368">
                  <c:v>0.062291139160092934</c:v>
                </c:pt>
                <c:pt idx="2369">
                  <c:v>0.062291139160092934</c:v>
                </c:pt>
                <c:pt idx="2370">
                  <c:v>0.062291139160092934</c:v>
                </c:pt>
                <c:pt idx="2371">
                  <c:v>0.062291139160092934</c:v>
                </c:pt>
                <c:pt idx="2372">
                  <c:v>0.062291139160092934</c:v>
                </c:pt>
                <c:pt idx="2373">
                  <c:v>0.062291139160092934</c:v>
                </c:pt>
                <c:pt idx="2374">
                  <c:v>0.062291139160092934</c:v>
                </c:pt>
                <c:pt idx="2375">
                  <c:v>0.062291139160092934</c:v>
                </c:pt>
                <c:pt idx="2376">
                  <c:v>0.062291139160092934</c:v>
                </c:pt>
                <c:pt idx="2377">
                  <c:v>0.062291139160092934</c:v>
                </c:pt>
                <c:pt idx="2378">
                  <c:v>0.062291139160092934</c:v>
                </c:pt>
                <c:pt idx="2379">
                  <c:v>0.062291139160092934</c:v>
                </c:pt>
                <c:pt idx="2380">
                  <c:v>0.062291139160092934</c:v>
                </c:pt>
                <c:pt idx="2381">
                  <c:v>0.062291139160092934</c:v>
                </c:pt>
                <c:pt idx="2382">
                  <c:v>0.062291139160092934</c:v>
                </c:pt>
                <c:pt idx="2383">
                  <c:v>0.062291139160092934</c:v>
                </c:pt>
                <c:pt idx="2384">
                  <c:v>0.062291139160092934</c:v>
                </c:pt>
                <c:pt idx="2385">
                  <c:v>0.062291139160092934</c:v>
                </c:pt>
                <c:pt idx="2386">
                  <c:v>0.062291139160092934</c:v>
                </c:pt>
                <c:pt idx="2387">
                  <c:v>0.062291139160092934</c:v>
                </c:pt>
                <c:pt idx="2388">
                  <c:v>0.062291139160092934</c:v>
                </c:pt>
                <c:pt idx="2389">
                  <c:v>0.062291139160092934</c:v>
                </c:pt>
                <c:pt idx="2390">
                  <c:v>0.062291139160092934</c:v>
                </c:pt>
                <c:pt idx="2391">
                  <c:v>0.062291139160092934</c:v>
                </c:pt>
                <c:pt idx="2392">
                  <c:v>0.062291139160092934</c:v>
                </c:pt>
                <c:pt idx="2393">
                  <c:v>0.062291139160092934</c:v>
                </c:pt>
                <c:pt idx="2394">
                  <c:v>0.062291139160092934</c:v>
                </c:pt>
                <c:pt idx="2395">
                  <c:v>0.062291139160092934</c:v>
                </c:pt>
                <c:pt idx="2396">
                  <c:v>0.062291139160092934</c:v>
                </c:pt>
                <c:pt idx="2397">
                  <c:v>0.062291139160092934</c:v>
                </c:pt>
                <c:pt idx="2398">
                  <c:v>0.062291139160092934</c:v>
                </c:pt>
                <c:pt idx="2399">
                  <c:v>0.062291139160092934</c:v>
                </c:pt>
                <c:pt idx="2400">
                  <c:v>0.062291139160092934</c:v>
                </c:pt>
                <c:pt idx="2401">
                  <c:v>0.062291139160092934</c:v>
                </c:pt>
                <c:pt idx="2402">
                  <c:v>0.062291139160092934</c:v>
                </c:pt>
                <c:pt idx="2403">
                  <c:v>0.062291139160092934</c:v>
                </c:pt>
                <c:pt idx="2404">
                  <c:v>0.062291139160092934</c:v>
                </c:pt>
                <c:pt idx="2405">
                  <c:v>0.062291139160092934</c:v>
                </c:pt>
                <c:pt idx="2406">
                  <c:v>0.062291139160092934</c:v>
                </c:pt>
                <c:pt idx="2407">
                  <c:v>0.062291139160092934</c:v>
                </c:pt>
                <c:pt idx="2408">
                  <c:v>0.062291139160092934</c:v>
                </c:pt>
                <c:pt idx="2409">
                  <c:v>0.062291139160092934</c:v>
                </c:pt>
                <c:pt idx="2410">
                  <c:v>0.062291139160092934</c:v>
                </c:pt>
                <c:pt idx="2411">
                  <c:v>0.062291139160092934</c:v>
                </c:pt>
                <c:pt idx="2412">
                  <c:v>0.062291139160092934</c:v>
                </c:pt>
                <c:pt idx="2413">
                  <c:v>0.062291139160092934</c:v>
                </c:pt>
                <c:pt idx="2414">
                  <c:v>0.062291139160092934</c:v>
                </c:pt>
                <c:pt idx="2415">
                  <c:v>0.062291139160092934</c:v>
                </c:pt>
                <c:pt idx="2416">
                  <c:v>0.062291139160092934</c:v>
                </c:pt>
                <c:pt idx="2417">
                  <c:v>0.062291139160092934</c:v>
                </c:pt>
                <c:pt idx="2418">
                  <c:v>0.062291139160092934</c:v>
                </c:pt>
                <c:pt idx="2419">
                  <c:v>0.062291139160092934</c:v>
                </c:pt>
                <c:pt idx="2420">
                  <c:v>0.062291139160092934</c:v>
                </c:pt>
                <c:pt idx="2421">
                  <c:v>0.062291139160092934</c:v>
                </c:pt>
                <c:pt idx="2422">
                  <c:v>0.062291139160092934</c:v>
                </c:pt>
                <c:pt idx="2423">
                  <c:v>0.062291139160092934</c:v>
                </c:pt>
                <c:pt idx="2424">
                  <c:v>0.062291139160092934</c:v>
                </c:pt>
                <c:pt idx="2425">
                  <c:v>0.062291139160092934</c:v>
                </c:pt>
                <c:pt idx="2426">
                  <c:v>0.062291139160092934</c:v>
                </c:pt>
                <c:pt idx="2427">
                  <c:v>0.062291139160092934</c:v>
                </c:pt>
                <c:pt idx="2428">
                  <c:v>0.062291139160092934</c:v>
                </c:pt>
                <c:pt idx="2429">
                  <c:v>0.062291139160092934</c:v>
                </c:pt>
                <c:pt idx="2430">
                  <c:v>0.062291139160092934</c:v>
                </c:pt>
                <c:pt idx="2431">
                  <c:v>0.062291139160092934</c:v>
                </c:pt>
                <c:pt idx="2432">
                  <c:v>0.062291139160092934</c:v>
                </c:pt>
                <c:pt idx="2433">
                  <c:v>0.062291139160092934</c:v>
                </c:pt>
                <c:pt idx="2434">
                  <c:v>0.062291139160092934</c:v>
                </c:pt>
                <c:pt idx="2435">
                  <c:v>0.062291139160092934</c:v>
                </c:pt>
                <c:pt idx="2436">
                  <c:v>0.062291139160092934</c:v>
                </c:pt>
                <c:pt idx="2437">
                  <c:v>0.062291139160092934</c:v>
                </c:pt>
                <c:pt idx="2438">
                  <c:v>0.062291139160092934</c:v>
                </c:pt>
                <c:pt idx="2439">
                  <c:v>0.062291139160092934</c:v>
                </c:pt>
                <c:pt idx="2440">
                  <c:v>0.062291139160092934</c:v>
                </c:pt>
                <c:pt idx="2441">
                  <c:v>0.062291139160092934</c:v>
                </c:pt>
                <c:pt idx="2442">
                  <c:v>0.062291139160092934</c:v>
                </c:pt>
                <c:pt idx="2443">
                  <c:v>0.062291139160092934</c:v>
                </c:pt>
                <c:pt idx="2444">
                  <c:v>0.062291139160092934</c:v>
                </c:pt>
                <c:pt idx="2445">
                  <c:v>0.062291139160092934</c:v>
                </c:pt>
                <c:pt idx="2446">
                  <c:v>0.062291139160092934</c:v>
                </c:pt>
                <c:pt idx="2447">
                  <c:v>0.062291139160092934</c:v>
                </c:pt>
                <c:pt idx="2448">
                  <c:v>0.062291139160092934</c:v>
                </c:pt>
                <c:pt idx="2449">
                  <c:v>0.062291139160092934</c:v>
                </c:pt>
                <c:pt idx="2450">
                  <c:v>0.062291139160092934</c:v>
                </c:pt>
                <c:pt idx="2451">
                  <c:v>0.062291139160092934</c:v>
                </c:pt>
                <c:pt idx="2452">
                  <c:v>0.062291139160092934</c:v>
                </c:pt>
                <c:pt idx="2453">
                  <c:v>0.062291139160092934</c:v>
                </c:pt>
                <c:pt idx="2454">
                  <c:v>0.062291139160092934</c:v>
                </c:pt>
                <c:pt idx="2455">
                  <c:v>0.062291139160092934</c:v>
                </c:pt>
                <c:pt idx="2456">
                  <c:v>0.062291139160092934</c:v>
                </c:pt>
                <c:pt idx="2457">
                  <c:v>0.062291139160092934</c:v>
                </c:pt>
                <c:pt idx="2458">
                  <c:v>0.062291139160092934</c:v>
                </c:pt>
                <c:pt idx="2459">
                  <c:v>0.062291139160092934</c:v>
                </c:pt>
                <c:pt idx="2460">
                  <c:v>0.062291139160092934</c:v>
                </c:pt>
                <c:pt idx="2461">
                  <c:v>0.062291139160092934</c:v>
                </c:pt>
                <c:pt idx="2462">
                  <c:v>0.062291139160092934</c:v>
                </c:pt>
                <c:pt idx="2463">
                  <c:v>0.062291139160092934</c:v>
                </c:pt>
                <c:pt idx="2464">
                  <c:v>0.062291139160092934</c:v>
                </c:pt>
                <c:pt idx="2465">
                  <c:v>0.062291139160092934</c:v>
                </c:pt>
                <c:pt idx="2466">
                  <c:v>0.062291139160092934</c:v>
                </c:pt>
                <c:pt idx="2467">
                  <c:v>0.062291139160092934</c:v>
                </c:pt>
                <c:pt idx="2468">
                  <c:v>0.062291139160092934</c:v>
                </c:pt>
                <c:pt idx="2469">
                  <c:v>0.062291139160092934</c:v>
                </c:pt>
                <c:pt idx="2470">
                  <c:v>0.062291139160092934</c:v>
                </c:pt>
                <c:pt idx="2471">
                  <c:v>0.062291139160092934</c:v>
                </c:pt>
                <c:pt idx="2472">
                  <c:v>0.062291139160092934</c:v>
                </c:pt>
                <c:pt idx="2473">
                  <c:v>0.062291139160092934</c:v>
                </c:pt>
                <c:pt idx="2474">
                  <c:v>0.062291139160092934</c:v>
                </c:pt>
                <c:pt idx="2475">
                  <c:v>0.062291139160092934</c:v>
                </c:pt>
                <c:pt idx="2476">
                  <c:v>0.062291139160092934</c:v>
                </c:pt>
                <c:pt idx="2477">
                  <c:v>0.062291139160092934</c:v>
                </c:pt>
                <c:pt idx="2478">
                  <c:v>0.062291139160092934</c:v>
                </c:pt>
                <c:pt idx="2479">
                  <c:v>0.062291139160092934</c:v>
                </c:pt>
                <c:pt idx="2480">
                  <c:v>0.062291139160092934</c:v>
                </c:pt>
                <c:pt idx="2481">
                  <c:v>0.062291139160092934</c:v>
                </c:pt>
                <c:pt idx="2482">
                  <c:v>0.062291139160092934</c:v>
                </c:pt>
                <c:pt idx="2483">
                  <c:v>0.062291139160092934</c:v>
                </c:pt>
                <c:pt idx="2484">
                  <c:v>0.062291139160092934</c:v>
                </c:pt>
                <c:pt idx="2485">
                  <c:v>0.062291139160092934</c:v>
                </c:pt>
                <c:pt idx="2486">
                  <c:v>0.062291139160092934</c:v>
                </c:pt>
                <c:pt idx="2487">
                  <c:v>0.062291139160092934</c:v>
                </c:pt>
                <c:pt idx="2488">
                  <c:v>0.062291139160092934</c:v>
                </c:pt>
                <c:pt idx="2489">
                  <c:v>0.062291139160092934</c:v>
                </c:pt>
                <c:pt idx="2490">
                  <c:v>0.062291139160092934</c:v>
                </c:pt>
                <c:pt idx="2491">
                  <c:v>0.062291139160092934</c:v>
                </c:pt>
                <c:pt idx="2492">
                  <c:v>0.062291139160092934</c:v>
                </c:pt>
                <c:pt idx="2493">
                  <c:v>0.062291139160092934</c:v>
                </c:pt>
                <c:pt idx="2494">
                  <c:v>0.062291139160092934</c:v>
                </c:pt>
                <c:pt idx="2495">
                  <c:v>0.062291139160092934</c:v>
                </c:pt>
                <c:pt idx="2496">
                  <c:v>0.062291139160092934</c:v>
                </c:pt>
                <c:pt idx="2497">
                  <c:v>0.062291139160092934</c:v>
                </c:pt>
                <c:pt idx="2498">
                  <c:v>0.062291139160092934</c:v>
                </c:pt>
                <c:pt idx="2499">
                  <c:v>0.062291139160092934</c:v>
                </c:pt>
                <c:pt idx="2500">
                  <c:v>0.062291139160092934</c:v>
                </c:pt>
                <c:pt idx="2501">
                  <c:v>0.062291139160092934</c:v>
                </c:pt>
                <c:pt idx="2502">
                  <c:v>0.062291139160092934</c:v>
                </c:pt>
                <c:pt idx="2503">
                  <c:v>0.062291139160092934</c:v>
                </c:pt>
                <c:pt idx="2504">
                  <c:v>0.062291139160092934</c:v>
                </c:pt>
                <c:pt idx="2505">
                  <c:v>0.062291139160092934</c:v>
                </c:pt>
                <c:pt idx="2506">
                  <c:v>0.062291139160092934</c:v>
                </c:pt>
                <c:pt idx="2507">
                  <c:v>0.062291139160092934</c:v>
                </c:pt>
                <c:pt idx="2508">
                  <c:v>0.062291139160092934</c:v>
                </c:pt>
                <c:pt idx="2509">
                  <c:v>0.062291139160092934</c:v>
                </c:pt>
                <c:pt idx="2510">
                  <c:v>0.062291139160092934</c:v>
                </c:pt>
                <c:pt idx="2511">
                  <c:v>0.062291139160092934</c:v>
                </c:pt>
                <c:pt idx="2512">
                  <c:v>0.062291139160092934</c:v>
                </c:pt>
                <c:pt idx="2513">
                  <c:v>0.062291139160092934</c:v>
                </c:pt>
                <c:pt idx="2514">
                  <c:v>0.062291139160092934</c:v>
                </c:pt>
                <c:pt idx="2515">
                  <c:v>0.062291139160092934</c:v>
                </c:pt>
                <c:pt idx="2516">
                  <c:v>0.062291139160092934</c:v>
                </c:pt>
                <c:pt idx="2517">
                  <c:v>0.062291139160092934</c:v>
                </c:pt>
                <c:pt idx="2518">
                  <c:v>0.062291139160092934</c:v>
                </c:pt>
                <c:pt idx="2519">
                  <c:v>0.062291139160092934</c:v>
                </c:pt>
                <c:pt idx="2520">
                  <c:v>0.062291139160092934</c:v>
                </c:pt>
                <c:pt idx="2521">
                  <c:v>0.062291139160092934</c:v>
                </c:pt>
                <c:pt idx="2522">
                  <c:v>0.062291139160092934</c:v>
                </c:pt>
                <c:pt idx="2523">
                  <c:v>0.062291139160092934</c:v>
                </c:pt>
                <c:pt idx="2524">
                  <c:v>0.062291139160092934</c:v>
                </c:pt>
                <c:pt idx="2525">
                  <c:v>0.062291139160092934</c:v>
                </c:pt>
                <c:pt idx="2526">
                  <c:v>0.062291139160092934</c:v>
                </c:pt>
                <c:pt idx="2527">
                  <c:v>0.062291139160092934</c:v>
                </c:pt>
                <c:pt idx="2528">
                  <c:v>0.062291139160092934</c:v>
                </c:pt>
                <c:pt idx="2529">
                  <c:v>0.062291139160092934</c:v>
                </c:pt>
                <c:pt idx="2530">
                  <c:v>0.062291139160092934</c:v>
                </c:pt>
                <c:pt idx="2531">
                  <c:v>0.062291139160092934</c:v>
                </c:pt>
                <c:pt idx="2532">
                  <c:v>0.062291139160092934</c:v>
                </c:pt>
                <c:pt idx="2533">
                  <c:v>0.062291139160092934</c:v>
                </c:pt>
                <c:pt idx="2534">
                  <c:v>0.062291139160092934</c:v>
                </c:pt>
                <c:pt idx="2535">
                  <c:v>0.062291139160092934</c:v>
                </c:pt>
                <c:pt idx="2536">
                  <c:v>0.062291139160092934</c:v>
                </c:pt>
                <c:pt idx="2537">
                  <c:v>0.062291139160092934</c:v>
                </c:pt>
                <c:pt idx="2538">
                  <c:v>0.062291139160092934</c:v>
                </c:pt>
                <c:pt idx="2539">
                  <c:v>0.062291139160092934</c:v>
                </c:pt>
                <c:pt idx="2540">
                  <c:v>0.062291139160092934</c:v>
                </c:pt>
                <c:pt idx="2541">
                  <c:v>0.062291139160092934</c:v>
                </c:pt>
                <c:pt idx="2542">
                  <c:v>0.062291139160092934</c:v>
                </c:pt>
                <c:pt idx="2543">
                  <c:v>0.062291139160092934</c:v>
                </c:pt>
                <c:pt idx="2544">
                  <c:v>0.062291139160092934</c:v>
                </c:pt>
                <c:pt idx="2545">
                  <c:v>0.062291139160092934</c:v>
                </c:pt>
                <c:pt idx="2546">
                  <c:v>0.062291139160092934</c:v>
                </c:pt>
                <c:pt idx="2547">
                  <c:v>0.062291139160092934</c:v>
                </c:pt>
                <c:pt idx="2548">
                  <c:v>0.062291139160092934</c:v>
                </c:pt>
                <c:pt idx="2549">
                  <c:v>0.062291139160092934</c:v>
                </c:pt>
                <c:pt idx="2550">
                  <c:v>0.062291139160092934</c:v>
                </c:pt>
                <c:pt idx="2551">
                  <c:v>0.062291139160092934</c:v>
                </c:pt>
                <c:pt idx="2552">
                  <c:v>0.062291139160092934</c:v>
                </c:pt>
                <c:pt idx="2553">
                  <c:v>0.062291139160092934</c:v>
                </c:pt>
                <c:pt idx="2554">
                  <c:v>0.062291139160092934</c:v>
                </c:pt>
                <c:pt idx="2555">
                  <c:v>0.062291139160092934</c:v>
                </c:pt>
                <c:pt idx="2556">
                  <c:v>0.062291139160092934</c:v>
                </c:pt>
                <c:pt idx="2557">
                  <c:v>0.062291139160092934</c:v>
                </c:pt>
                <c:pt idx="2558">
                  <c:v>0.062291139160092934</c:v>
                </c:pt>
                <c:pt idx="2559">
                  <c:v>0.062291139160092934</c:v>
                </c:pt>
                <c:pt idx="2560">
                  <c:v>0.062291139160092934</c:v>
                </c:pt>
                <c:pt idx="2561">
                  <c:v>0.062291139160092934</c:v>
                </c:pt>
                <c:pt idx="2562">
                  <c:v>0.062291139160092934</c:v>
                </c:pt>
                <c:pt idx="2563">
                  <c:v>0.062291139160092934</c:v>
                </c:pt>
                <c:pt idx="2564">
                  <c:v>0.062291139160092934</c:v>
                </c:pt>
                <c:pt idx="2565">
                  <c:v>0.062291139160092934</c:v>
                </c:pt>
                <c:pt idx="2566">
                  <c:v>0.062291139160092934</c:v>
                </c:pt>
                <c:pt idx="2567">
                  <c:v>0.062291139160092934</c:v>
                </c:pt>
                <c:pt idx="2568">
                  <c:v>0.062291139160092934</c:v>
                </c:pt>
                <c:pt idx="2569">
                  <c:v>0.062291139160092934</c:v>
                </c:pt>
                <c:pt idx="2570">
                  <c:v>0.062291139160092934</c:v>
                </c:pt>
                <c:pt idx="2571">
                  <c:v>0.062291139160092934</c:v>
                </c:pt>
                <c:pt idx="2572">
                  <c:v>0.062291139160092934</c:v>
                </c:pt>
                <c:pt idx="2573">
                  <c:v>0.062291139160092934</c:v>
                </c:pt>
                <c:pt idx="2574">
                  <c:v>0.062291139160092934</c:v>
                </c:pt>
                <c:pt idx="2575">
                  <c:v>0.062291139160092934</c:v>
                </c:pt>
                <c:pt idx="2576">
                  <c:v>0.062291139160092934</c:v>
                </c:pt>
                <c:pt idx="2577">
                  <c:v>0.062291139160092934</c:v>
                </c:pt>
                <c:pt idx="2578">
                  <c:v>0.062291139160092934</c:v>
                </c:pt>
                <c:pt idx="2579">
                  <c:v>0.062291139160092934</c:v>
                </c:pt>
                <c:pt idx="2580">
                  <c:v>0.062291139160092934</c:v>
                </c:pt>
                <c:pt idx="2581">
                  <c:v>0.062291139160092934</c:v>
                </c:pt>
                <c:pt idx="2582">
                  <c:v>0.062291139160092934</c:v>
                </c:pt>
                <c:pt idx="2583">
                  <c:v>0.062291139160092934</c:v>
                </c:pt>
                <c:pt idx="2584">
                  <c:v>0.062291139160092934</c:v>
                </c:pt>
                <c:pt idx="2585">
                  <c:v>0.062291139160092934</c:v>
                </c:pt>
                <c:pt idx="2586">
                  <c:v>0.062291139160092934</c:v>
                </c:pt>
                <c:pt idx="2587">
                  <c:v>0.062291139160092934</c:v>
                </c:pt>
                <c:pt idx="2588">
                  <c:v>0.062291139160092934</c:v>
                </c:pt>
                <c:pt idx="2589">
                  <c:v>0.062291139160092934</c:v>
                </c:pt>
                <c:pt idx="2590">
                  <c:v>0.062291139160092934</c:v>
                </c:pt>
                <c:pt idx="2591">
                  <c:v>0.062291139160092934</c:v>
                </c:pt>
                <c:pt idx="2592">
                  <c:v>0.062291139160092934</c:v>
                </c:pt>
                <c:pt idx="2593">
                  <c:v>0.062291139160092934</c:v>
                </c:pt>
                <c:pt idx="2594">
                  <c:v>0.062291139160092934</c:v>
                </c:pt>
                <c:pt idx="2595">
                  <c:v>0.062291139160092934</c:v>
                </c:pt>
                <c:pt idx="2596">
                  <c:v>0.062291139160092934</c:v>
                </c:pt>
                <c:pt idx="2597">
                  <c:v>0.062291139160092934</c:v>
                </c:pt>
                <c:pt idx="2598">
                  <c:v>0.062291139160092934</c:v>
                </c:pt>
                <c:pt idx="2599">
                  <c:v>0.062291139160092934</c:v>
                </c:pt>
                <c:pt idx="2600">
                  <c:v>0.062291139160092934</c:v>
                </c:pt>
                <c:pt idx="2601">
                  <c:v>0.062291139160092934</c:v>
                </c:pt>
                <c:pt idx="2602">
                  <c:v>0.062291139160092934</c:v>
                </c:pt>
                <c:pt idx="2603">
                  <c:v>0.062291139160092934</c:v>
                </c:pt>
                <c:pt idx="2604">
                  <c:v>0.062291139160092934</c:v>
                </c:pt>
                <c:pt idx="2605">
                  <c:v>0.062291139160092934</c:v>
                </c:pt>
                <c:pt idx="2606">
                  <c:v>0.062291139160092934</c:v>
                </c:pt>
                <c:pt idx="2607">
                  <c:v>0.062291139160092934</c:v>
                </c:pt>
                <c:pt idx="2608">
                  <c:v>0.062291139160092934</c:v>
                </c:pt>
                <c:pt idx="2609">
                  <c:v>0.062291139160092934</c:v>
                </c:pt>
                <c:pt idx="2610">
                  <c:v>0.062291139160092934</c:v>
                </c:pt>
                <c:pt idx="2611">
                  <c:v>0.062291139160092934</c:v>
                </c:pt>
                <c:pt idx="2612">
                  <c:v>0.062291139160092934</c:v>
                </c:pt>
                <c:pt idx="2613">
                  <c:v>0.062291139160092934</c:v>
                </c:pt>
                <c:pt idx="2614">
                  <c:v>0.062291139160092934</c:v>
                </c:pt>
                <c:pt idx="2615">
                  <c:v>0.062291139160092934</c:v>
                </c:pt>
                <c:pt idx="2616">
                  <c:v>0.062291139160092934</c:v>
                </c:pt>
                <c:pt idx="2617">
                  <c:v>0.062291139160092934</c:v>
                </c:pt>
                <c:pt idx="2618">
                  <c:v>0.062291139160092934</c:v>
                </c:pt>
                <c:pt idx="2619">
                  <c:v>0.062291139160092934</c:v>
                </c:pt>
                <c:pt idx="2620">
                  <c:v>0.062291139160092934</c:v>
                </c:pt>
                <c:pt idx="2621">
                  <c:v>0.062291139160092934</c:v>
                </c:pt>
                <c:pt idx="2622">
                  <c:v>0.062291139160092934</c:v>
                </c:pt>
                <c:pt idx="2623">
                  <c:v>0.062291139160092934</c:v>
                </c:pt>
                <c:pt idx="2624">
                  <c:v>0.062291139160092934</c:v>
                </c:pt>
                <c:pt idx="2625">
                  <c:v>0.062291139160092934</c:v>
                </c:pt>
                <c:pt idx="2626">
                  <c:v>0.062291139160092934</c:v>
                </c:pt>
                <c:pt idx="2627">
                  <c:v>0.062291139160092934</c:v>
                </c:pt>
                <c:pt idx="2628">
                  <c:v>0.062291139160092934</c:v>
                </c:pt>
                <c:pt idx="2629">
                  <c:v>0.062291139160092934</c:v>
                </c:pt>
                <c:pt idx="2630">
                  <c:v>0.062291139160092934</c:v>
                </c:pt>
                <c:pt idx="2631">
                  <c:v>0.062291139160092934</c:v>
                </c:pt>
                <c:pt idx="2632">
                  <c:v>0.062291139160092934</c:v>
                </c:pt>
                <c:pt idx="2633">
                  <c:v>0.062291139160092934</c:v>
                </c:pt>
                <c:pt idx="2634">
                  <c:v>0.062291139160092934</c:v>
                </c:pt>
                <c:pt idx="2635">
                  <c:v>0.062291139160092934</c:v>
                </c:pt>
                <c:pt idx="2636">
                  <c:v>0.062291139160092934</c:v>
                </c:pt>
                <c:pt idx="2637">
                  <c:v>0.062291139160092934</c:v>
                </c:pt>
                <c:pt idx="2638">
                  <c:v>0.062291139160092934</c:v>
                </c:pt>
                <c:pt idx="2639">
                  <c:v>0.062291139160092934</c:v>
                </c:pt>
                <c:pt idx="2640">
                  <c:v>0.062291139160092934</c:v>
                </c:pt>
                <c:pt idx="2641">
                  <c:v>0.062291139160092934</c:v>
                </c:pt>
                <c:pt idx="2642">
                  <c:v>0.062291139160092934</c:v>
                </c:pt>
                <c:pt idx="2643">
                  <c:v>0.062291139160092934</c:v>
                </c:pt>
                <c:pt idx="2644">
                  <c:v>0.062291139160092934</c:v>
                </c:pt>
                <c:pt idx="2645">
                  <c:v>0.062291139160092934</c:v>
                </c:pt>
                <c:pt idx="2646">
                  <c:v>0.062291139160092934</c:v>
                </c:pt>
                <c:pt idx="2647">
                  <c:v>0.062291139160092934</c:v>
                </c:pt>
                <c:pt idx="2648">
                  <c:v>0.062291139160092934</c:v>
                </c:pt>
                <c:pt idx="2649">
                  <c:v>0.062291139160092934</c:v>
                </c:pt>
                <c:pt idx="2650">
                  <c:v>0.062291139160092934</c:v>
                </c:pt>
                <c:pt idx="2651">
                  <c:v>0.062291139160092934</c:v>
                </c:pt>
                <c:pt idx="2652">
                  <c:v>0.062291139160092934</c:v>
                </c:pt>
                <c:pt idx="2653">
                  <c:v>0.062291139160092934</c:v>
                </c:pt>
                <c:pt idx="2654">
                  <c:v>0.062291139160092934</c:v>
                </c:pt>
                <c:pt idx="2655">
                  <c:v>0.062291139160092934</c:v>
                </c:pt>
                <c:pt idx="2656">
                  <c:v>0.062291139160092934</c:v>
                </c:pt>
                <c:pt idx="2657">
                  <c:v>0.062291139160092934</c:v>
                </c:pt>
                <c:pt idx="2658">
                  <c:v>0.062291139160092934</c:v>
                </c:pt>
                <c:pt idx="2659">
                  <c:v>0.062291139160092934</c:v>
                </c:pt>
                <c:pt idx="2660">
                  <c:v>0.062291139160092934</c:v>
                </c:pt>
                <c:pt idx="2661">
                  <c:v>0.062291139160092934</c:v>
                </c:pt>
                <c:pt idx="2662">
                  <c:v>0.062291139160092934</c:v>
                </c:pt>
                <c:pt idx="2663">
                  <c:v>0.062291139160092934</c:v>
                </c:pt>
                <c:pt idx="2664">
                  <c:v>0.062291139160092934</c:v>
                </c:pt>
                <c:pt idx="2665">
                  <c:v>0.062291139160092934</c:v>
                </c:pt>
                <c:pt idx="2666">
                  <c:v>0.062291139160092934</c:v>
                </c:pt>
                <c:pt idx="2667">
                  <c:v>0.062291139160092934</c:v>
                </c:pt>
                <c:pt idx="2668">
                  <c:v>0.062291139160092934</c:v>
                </c:pt>
                <c:pt idx="2669">
                  <c:v>0.062291139160092934</c:v>
                </c:pt>
                <c:pt idx="2670">
                  <c:v>0.062291139160092934</c:v>
                </c:pt>
                <c:pt idx="2671">
                  <c:v>0.062291139160092934</c:v>
                </c:pt>
                <c:pt idx="2672">
                  <c:v>0.062291139160092934</c:v>
                </c:pt>
                <c:pt idx="2673">
                  <c:v>0.062291139160092934</c:v>
                </c:pt>
                <c:pt idx="2674">
                  <c:v>0.062291139160092934</c:v>
                </c:pt>
                <c:pt idx="2675">
                  <c:v>0.062291139160092934</c:v>
                </c:pt>
                <c:pt idx="2676">
                  <c:v>0.062291139160092934</c:v>
                </c:pt>
                <c:pt idx="2677">
                  <c:v>0.062291139160092934</c:v>
                </c:pt>
                <c:pt idx="2678">
                  <c:v>0.062291139160092934</c:v>
                </c:pt>
                <c:pt idx="2679">
                  <c:v>0.062291139160092934</c:v>
                </c:pt>
                <c:pt idx="2680">
                  <c:v>0.062291139160092934</c:v>
                </c:pt>
                <c:pt idx="2681">
                  <c:v>0.062291139160092934</c:v>
                </c:pt>
                <c:pt idx="2682">
                  <c:v>0.062291139160092934</c:v>
                </c:pt>
                <c:pt idx="2683">
                  <c:v>0.062291139160092934</c:v>
                </c:pt>
                <c:pt idx="2684">
                  <c:v>0.062291139160092934</c:v>
                </c:pt>
                <c:pt idx="2685">
                  <c:v>0.062291139160092934</c:v>
                </c:pt>
                <c:pt idx="2686">
                  <c:v>0.062291139160092934</c:v>
                </c:pt>
                <c:pt idx="2687">
                  <c:v>0.062291139160092934</c:v>
                </c:pt>
                <c:pt idx="2688">
                  <c:v>0.062291139160092934</c:v>
                </c:pt>
                <c:pt idx="2689">
                  <c:v>0.062291139160092934</c:v>
                </c:pt>
                <c:pt idx="2690">
                  <c:v>0.062291139160092934</c:v>
                </c:pt>
                <c:pt idx="2691">
                  <c:v>0.062291139160092934</c:v>
                </c:pt>
                <c:pt idx="2692">
                  <c:v>0.062291139160092934</c:v>
                </c:pt>
                <c:pt idx="2693">
                  <c:v>0.062291139160092934</c:v>
                </c:pt>
                <c:pt idx="2694">
                  <c:v>0.062291139160092934</c:v>
                </c:pt>
                <c:pt idx="2695">
                  <c:v>0.062291139160092934</c:v>
                </c:pt>
                <c:pt idx="2696">
                  <c:v>0.062291139160092934</c:v>
                </c:pt>
                <c:pt idx="2697">
                  <c:v>0.062291139160092934</c:v>
                </c:pt>
                <c:pt idx="2698">
                  <c:v>0.062291139160092934</c:v>
                </c:pt>
                <c:pt idx="2699">
                  <c:v>0.062291139160092934</c:v>
                </c:pt>
                <c:pt idx="2700">
                  <c:v>0.062291139160092934</c:v>
                </c:pt>
                <c:pt idx="2701">
                  <c:v>0.062291139160092934</c:v>
                </c:pt>
                <c:pt idx="2702">
                  <c:v>0.062291139160092934</c:v>
                </c:pt>
                <c:pt idx="2703">
                  <c:v>0.062291139160092934</c:v>
                </c:pt>
                <c:pt idx="2704">
                  <c:v>0.062291139160092934</c:v>
                </c:pt>
                <c:pt idx="2705">
                  <c:v>0.062291139160092934</c:v>
                </c:pt>
                <c:pt idx="2706">
                  <c:v>0.062291139160092934</c:v>
                </c:pt>
                <c:pt idx="2707">
                  <c:v>0.062291139160092934</c:v>
                </c:pt>
                <c:pt idx="2708">
                  <c:v>0.062291139160092934</c:v>
                </c:pt>
                <c:pt idx="2709">
                  <c:v>0.062291139160092934</c:v>
                </c:pt>
                <c:pt idx="2710">
                  <c:v>0.062291139160092934</c:v>
                </c:pt>
                <c:pt idx="2711">
                  <c:v>0.062291139160092934</c:v>
                </c:pt>
                <c:pt idx="2712">
                  <c:v>0.062291139160092934</c:v>
                </c:pt>
                <c:pt idx="2713">
                  <c:v>0.062291139160092934</c:v>
                </c:pt>
                <c:pt idx="2714">
                  <c:v>0.062291139160092934</c:v>
                </c:pt>
                <c:pt idx="2715">
                  <c:v>0.062291139160092934</c:v>
                </c:pt>
                <c:pt idx="2716">
                  <c:v>0.062291139160092934</c:v>
                </c:pt>
                <c:pt idx="2717">
                  <c:v>0.062291139160092934</c:v>
                </c:pt>
                <c:pt idx="2718">
                  <c:v>0.062291139160092934</c:v>
                </c:pt>
                <c:pt idx="2719">
                  <c:v>0.062291139160092934</c:v>
                </c:pt>
                <c:pt idx="2720">
                  <c:v>0.062291139160092934</c:v>
                </c:pt>
                <c:pt idx="2721">
                  <c:v>0.062291139160092934</c:v>
                </c:pt>
                <c:pt idx="2722">
                  <c:v>0.062291139160092934</c:v>
                </c:pt>
                <c:pt idx="2723">
                  <c:v>0.062291139160092934</c:v>
                </c:pt>
                <c:pt idx="2724">
                  <c:v>0.062291139160092934</c:v>
                </c:pt>
                <c:pt idx="2725">
                  <c:v>0.062291139160092934</c:v>
                </c:pt>
                <c:pt idx="2726">
                  <c:v>0.062291139160092934</c:v>
                </c:pt>
                <c:pt idx="2727">
                  <c:v>0.062291139160092934</c:v>
                </c:pt>
                <c:pt idx="2728">
                  <c:v>0.062291139160092934</c:v>
                </c:pt>
                <c:pt idx="2729">
                  <c:v>0.062291139160092934</c:v>
                </c:pt>
                <c:pt idx="2730">
                  <c:v>0.062291139160092934</c:v>
                </c:pt>
                <c:pt idx="2731">
                  <c:v>0.062291139160092934</c:v>
                </c:pt>
                <c:pt idx="2732">
                  <c:v>0.062291139160092934</c:v>
                </c:pt>
                <c:pt idx="2733">
                  <c:v>0.062291139160092934</c:v>
                </c:pt>
                <c:pt idx="2734">
                  <c:v>0.062291139160092934</c:v>
                </c:pt>
                <c:pt idx="2735">
                  <c:v>0.062291139160092934</c:v>
                </c:pt>
                <c:pt idx="2736">
                  <c:v>0.062291139160092934</c:v>
                </c:pt>
                <c:pt idx="2737">
                  <c:v>0.062291139160092934</c:v>
                </c:pt>
                <c:pt idx="2738">
                  <c:v>0.062291139160092934</c:v>
                </c:pt>
                <c:pt idx="2739">
                  <c:v>0.062291139160092934</c:v>
                </c:pt>
                <c:pt idx="2740">
                  <c:v>0.062291139160092934</c:v>
                </c:pt>
                <c:pt idx="2741">
                  <c:v>0.062291139160092934</c:v>
                </c:pt>
                <c:pt idx="2742">
                  <c:v>0.062291139160092934</c:v>
                </c:pt>
                <c:pt idx="2743">
                  <c:v>0.062291139160092934</c:v>
                </c:pt>
                <c:pt idx="2744">
                  <c:v>0.062291139160092934</c:v>
                </c:pt>
                <c:pt idx="2745">
                  <c:v>0.062291139160092934</c:v>
                </c:pt>
                <c:pt idx="2746">
                  <c:v>0.062291139160092934</c:v>
                </c:pt>
                <c:pt idx="2747">
                  <c:v>0.062291139160092934</c:v>
                </c:pt>
                <c:pt idx="2748">
                  <c:v>0.062291139160092934</c:v>
                </c:pt>
                <c:pt idx="2749">
                  <c:v>0.062291139160092934</c:v>
                </c:pt>
                <c:pt idx="2750">
                  <c:v>0.062291139160092934</c:v>
                </c:pt>
                <c:pt idx="2751">
                  <c:v>0.062291139160092934</c:v>
                </c:pt>
                <c:pt idx="2752">
                  <c:v>0.062291139160092934</c:v>
                </c:pt>
                <c:pt idx="2753">
                  <c:v>0.062291139160092934</c:v>
                </c:pt>
                <c:pt idx="2754">
                  <c:v>0.062291139160092934</c:v>
                </c:pt>
                <c:pt idx="2755">
                  <c:v>0.062291139160092934</c:v>
                </c:pt>
                <c:pt idx="2756">
                  <c:v>0.062291139160092934</c:v>
                </c:pt>
                <c:pt idx="2757">
                  <c:v>0.062291139160092934</c:v>
                </c:pt>
                <c:pt idx="2758">
                  <c:v>0.062291139160092934</c:v>
                </c:pt>
                <c:pt idx="2759">
                  <c:v>0.062291139160092934</c:v>
                </c:pt>
                <c:pt idx="2760">
                  <c:v>0.062291139160092934</c:v>
                </c:pt>
                <c:pt idx="2761">
                  <c:v>0.062291139160092934</c:v>
                </c:pt>
                <c:pt idx="2762">
                  <c:v>0.062291139160092934</c:v>
                </c:pt>
                <c:pt idx="2763">
                  <c:v>0.062291139160092934</c:v>
                </c:pt>
                <c:pt idx="2764">
                  <c:v>0.062291139160092934</c:v>
                </c:pt>
                <c:pt idx="2765">
                  <c:v>0.062291139160092934</c:v>
                </c:pt>
                <c:pt idx="2766">
                  <c:v>0.062291139160092934</c:v>
                </c:pt>
                <c:pt idx="2767">
                  <c:v>0.062291139160092934</c:v>
                </c:pt>
                <c:pt idx="2768">
                  <c:v>0.062291139160092934</c:v>
                </c:pt>
                <c:pt idx="2769">
                  <c:v>0.062291139160092934</c:v>
                </c:pt>
                <c:pt idx="2770">
                  <c:v>0.062291139160092934</c:v>
                </c:pt>
                <c:pt idx="2771">
                  <c:v>0.062291139160092934</c:v>
                </c:pt>
                <c:pt idx="2772">
                  <c:v>0.062291139160092934</c:v>
                </c:pt>
                <c:pt idx="2773">
                  <c:v>0.062291139160092934</c:v>
                </c:pt>
                <c:pt idx="2774">
                  <c:v>0.062291139160092934</c:v>
                </c:pt>
                <c:pt idx="2775">
                  <c:v>0.062291139160092934</c:v>
                </c:pt>
                <c:pt idx="2776">
                  <c:v>0.062291139160092934</c:v>
                </c:pt>
                <c:pt idx="2777">
                  <c:v>0.062291139160092934</c:v>
                </c:pt>
                <c:pt idx="2778">
                  <c:v>0.062291139160092934</c:v>
                </c:pt>
                <c:pt idx="2779">
                  <c:v>0.062291139160092934</c:v>
                </c:pt>
                <c:pt idx="2780">
                  <c:v>0.062291139160092934</c:v>
                </c:pt>
                <c:pt idx="2781">
                  <c:v>0.062291139160092934</c:v>
                </c:pt>
                <c:pt idx="2782">
                  <c:v>0.062291139160092934</c:v>
                </c:pt>
                <c:pt idx="2783">
                  <c:v>0.062291139160092934</c:v>
                </c:pt>
                <c:pt idx="2784">
                  <c:v>0.062291139160092934</c:v>
                </c:pt>
                <c:pt idx="2785">
                  <c:v>0.062291139160092934</c:v>
                </c:pt>
                <c:pt idx="2786">
                  <c:v>0.062291139160092934</c:v>
                </c:pt>
                <c:pt idx="2787">
                  <c:v>0.062291139160092934</c:v>
                </c:pt>
                <c:pt idx="2788">
                  <c:v>0.062291139160092934</c:v>
                </c:pt>
                <c:pt idx="2789">
                  <c:v>0.062291139160092934</c:v>
                </c:pt>
                <c:pt idx="2790">
                  <c:v>0.062291139160092934</c:v>
                </c:pt>
                <c:pt idx="2791">
                  <c:v>0.062291139160092934</c:v>
                </c:pt>
                <c:pt idx="2792">
                  <c:v>0.062291139160092934</c:v>
                </c:pt>
                <c:pt idx="2793">
                  <c:v>0.062291139160092934</c:v>
                </c:pt>
                <c:pt idx="2794">
                  <c:v>0.062291139160092934</c:v>
                </c:pt>
                <c:pt idx="2795">
                  <c:v>0.062291139160092934</c:v>
                </c:pt>
                <c:pt idx="2796">
                  <c:v>0.062291139160092934</c:v>
                </c:pt>
                <c:pt idx="2797">
                  <c:v>0.062291139160092934</c:v>
                </c:pt>
                <c:pt idx="2798">
                  <c:v>0.062291139160092934</c:v>
                </c:pt>
                <c:pt idx="2799">
                  <c:v>0.062291139160092934</c:v>
                </c:pt>
                <c:pt idx="2800">
                  <c:v>0.062291139160092934</c:v>
                </c:pt>
                <c:pt idx="2801">
                  <c:v>0.062291139160092934</c:v>
                </c:pt>
                <c:pt idx="2802">
                  <c:v>0.062291139160092934</c:v>
                </c:pt>
                <c:pt idx="2803">
                  <c:v>0.062291139160092934</c:v>
                </c:pt>
                <c:pt idx="2804">
                  <c:v>0.062291139160092934</c:v>
                </c:pt>
                <c:pt idx="2805">
                  <c:v>0.062291139160092934</c:v>
                </c:pt>
                <c:pt idx="2806">
                  <c:v>0.062291139160092934</c:v>
                </c:pt>
                <c:pt idx="2807">
                  <c:v>0.062291139160092934</c:v>
                </c:pt>
                <c:pt idx="2808">
                  <c:v>0.062291139160092934</c:v>
                </c:pt>
                <c:pt idx="2809">
                  <c:v>0.062291139160092934</c:v>
                </c:pt>
                <c:pt idx="2810">
                  <c:v>0.062291139160092934</c:v>
                </c:pt>
                <c:pt idx="2811">
                  <c:v>0.062291139160092934</c:v>
                </c:pt>
                <c:pt idx="2812">
                  <c:v>0.062291139160092934</c:v>
                </c:pt>
                <c:pt idx="2813">
                  <c:v>0.062291139160092934</c:v>
                </c:pt>
                <c:pt idx="2814">
                  <c:v>0.062291139160092934</c:v>
                </c:pt>
                <c:pt idx="2815">
                  <c:v>0.062291139160092934</c:v>
                </c:pt>
                <c:pt idx="2816">
                  <c:v>0.062291139160092934</c:v>
                </c:pt>
                <c:pt idx="2817">
                  <c:v>0.062291139160092934</c:v>
                </c:pt>
                <c:pt idx="2818">
                  <c:v>0.062291139160092934</c:v>
                </c:pt>
                <c:pt idx="2819">
                  <c:v>0.062291139160092934</c:v>
                </c:pt>
                <c:pt idx="2820">
                  <c:v>0.062291139160092934</c:v>
                </c:pt>
                <c:pt idx="2821">
                  <c:v>0.062291139160092934</c:v>
                </c:pt>
                <c:pt idx="2822">
                  <c:v>0.062291139160092934</c:v>
                </c:pt>
                <c:pt idx="2823">
                  <c:v>0.062291139160092934</c:v>
                </c:pt>
                <c:pt idx="2824">
                  <c:v>0.062291139160092934</c:v>
                </c:pt>
                <c:pt idx="2825">
                  <c:v>0.062291139160092934</c:v>
                </c:pt>
                <c:pt idx="2826">
                  <c:v>0.062291139160092934</c:v>
                </c:pt>
                <c:pt idx="2827">
                  <c:v>0.062291139160092934</c:v>
                </c:pt>
                <c:pt idx="2828">
                  <c:v>0.062291139160092934</c:v>
                </c:pt>
                <c:pt idx="2829">
                  <c:v>0.062291139160092934</c:v>
                </c:pt>
                <c:pt idx="2830">
                  <c:v>0.062291139160092934</c:v>
                </c:pt>
                <c:pt idx="2831">
                  <c:v>0.062291139160092934</c:v>
                </c:pt>
                <c:pt idx="2832">
                  <c:v>0.062291139160092934</c:v>
                </c:pt>
                <c:pt idx="2833">
                  <c:v>0.062291139160092934</c:v>
                </c:pt>
                <c:pt idx="2834">
                  <c:v>0.062291139160092934</c:v>
                </c:pt>
                <c:pt idx="2835">
                  <c:v>0.062291139160092934</c:v>
                </c:pt>
                <c:pt idx="2836">
                  <c:v>0.062291139160092934</c:v>
                </c:pt>
                <c:pt idx="2837">
                  <c:v>0.062291139160092934</c:v>
                </c:pt>
                <c:pt idx="2838">
                  <c:v>0.062291139160092934</c:v>
                </c:pt>
                <c:pt idx="2839">
                  <c:v>0.062291139160092934</c:v>
                </c:pt>
                <c:pt idx="2840">
                  <c:v>0.062291139160092934</c:v>
                </c:pt>
                <c:pt idx="2841">
                  <c:v>0.062291139160092934</c:v>
                </c:pt>
                <c:pt idx="2842">
                  <c:v>0.062291139160092934</c:v>
                </c:pt>
                <c:pt idx="2843">
                  <c:v>0.062291139160092934</c:v>
                </c:pt>
                <c:pt idx="2844">
                  <c:v>0.062291139160092934</c:v>
                </c:pt>
                <c:pt idx="2845">
                  <c:v>0.062291139160092934</c:v>
                </c:pt>
                <c:pt idx="2846">
                  <c:v>0.062291139160092934</c:v>
                </c:pt>
                <c:pt idx="2847">
                  <c:v>0.062291139160092934</c:v>
                </c:pt>
                <c:pt idx="2848">
                  <c:v>0.062291139160092934</c:v>
                </c:pt>
                <c:pt idx="2849">
                  <c:v>0.062291139160092934</c:v>
                </c:pt>
                <c:pt idx="2850">
                  <c:v>0.062291139160092934</c:v>
                </c:pt>
                <c:pt idx="2851">
                  <c:v>0.062291139160092934</c:v>
                </c:pt>
                <c:pt idx="2852">
                  <c:v>0.062291139160092934</c:v>
                </c:pt>
                <c:pt idx="2853">
                  <c:v>0.062291139160092934</c:v>
                </c:pt>
                <c:pt idx="2854">
                  <c:v>0.062291139160092934</c:v>
                </c:pt>
                <c:pt idx="2855">
                  <c:v>0.062291139160092934</c:v>
                </c:pt>
                <c:pt idx="2856">
                  <c:v>0.062291139160092934</c:v>
                </c:pt>
                <c:pt idx="2857">
                  <c:v>0.062291139160092934</c:v>
                </c:pt>
                <c:pt idx="2858">
                  <c:v>0.062291139160092934</c:v>
                </c:pt>
                <c:pt idx="2859">
                  <c:v>0.062291139160092934</c:v>
                </c:pt>
                <c:pt idx="2860">
                  <c:v>0.062291139160092934</c:v>
                </c:pt>
                <c:pt idx="2861">
                  <c:v>0.062291139160092934</c:v>
                </c:pt>
                <c:pt idx="2862">
                  <c:v>0.062291139160092934</c:v>
                </c:pt>
                <c:pt idx="2863">
                  <c:v>0.062291139160092934</c:v>
                </c:pt>
                <c:pt idx="2864">
                  <c:v>0.062291139160092934</c:v>
                </c:pt>
                <c:pt idx="2865">
                  <c:v>0.062291139160092934</c:v>
                </c:pt>
                <c:pt idx="2866">
                  <c:v>0.062291139160092934</c:v>
                </c:pt>
                <c:pt idx="2867">
                  <c:v>0.062291139160092934</c:v>
                </c:pt>
                <c:pt idx="2868">
                  <c:v>0.062291139160092934</c:v>
                </c:pt>
                <c:pt idx="2869">
                  <c:v>0.062291139160092934</c:v>
                </c:pt>
                <c:pt idx="2870">
                  <c:v>0.062291139160092934</c:v>
                </c:pt>
                <c:pt idx="2871">
                  <c:v>0.062291139160092934</c:v>
                </c:pt>
                <c:pt idx="2872">
                  <c:v>0.062291139160092934</c:v>
                </c:pt>
                <c:pt idx="2873">
                  <c:v>0.062291139160092934</c:v>
                </c:pt>
                <c:pt idx="2874">
                  <c:v>0.062291139160092934</c:v>
                </c:pt>
                <c:pt idx="2875">
                  <c:v>0.062291139160092934</c:v>
                </c:pt>
                <c:pt idx="2876">
                  <c:v>0.062291139160092934</c:v>
                </c:pt>
                <c:pt idx="2877">
                  <c:v>0.062291139160092934</c:v>
                </c:pt>
                <c:pt idx="2878">
                  <c:v>0.062291139160092934</c:v>
                </c:pt>
                <c:pt idx="2879">
                  <c:v>0.062291139160092934</c:v>
                </c:pt>
                <c:pt idx="2880">
                  <c:v>0.062291139160092934</c:v>
                </c:pt>
                <c:pt idx="2881">
                  <c:v>0.062291139160092934</c:v>
                </c:pt>
                <c:pt idx="2882">
                  <c:v>0.062291139160092934</c:v>
                </c:pt>
                <c:pt idx="2883">
                  <c:v>0.062291139160092934</c:v>
                </c:pt>
                <c:pt idx="2884">
                  <c:v>0.062291139160092934</c:v>
                </c:pt>
                <c:pt idx="2885">
                  <c:v>0.062291139160092934</c:v>
                </c:pt>
                <c:pt idx="2886">
                  <c:v>0.062291139160092934</c:v>
                </c:pt>
                <c:pt idx="2887">
                  <c:v>0.062291139160092934</c:v>
                </c:pt>
                <c:pt idx="2888">
                  <c:v>0.062291139160092934</c:v>
                </c:pt>
                <c:pt idx="2889">
                  <c:v>0.062291139160092934</c:v>
                </c:pt>
                <c:pt idx="2890">
                  <c:v>0.062291139160092934</c:v>
                </c:pt>
                <c:pt idx="2891">
                  <c:v>0.062291139160092934</c:v>
                </c:pt>
                <c:pt idx="2892">
                  <c:v>0.062291139160092934</c:v>
                </c:pt>
                <c:pt idx="2893">
                  <c:v>0.062291139160092934</c:v>
                </c:pt>
                <c:pt idx="2894">
                  <c:v>0.062291139160092934</c:v>
                </c:pt>
                <c:pt idx="2895">
                  <c:v>0.062291139160092934</c:v>
                </c:pt>
                <c:pt idx="2896">
                  <c:v>0.062291139160092934</c:v>
                </c:pt>
                <c:pt idx="2897">
                  <c:v>0.062291139160092934</c:v>
                </c:pt>
                <c:pt idx="2898">
                  <c:v>0.062291139160092934</c:v>
                </c:pt>
                <c:pt idx="2899">
                  <c:v>0.062291139160092934</c:v>
                </c:pt>
                <c:pt idx="2900">
                  <c:v>0.062291139160092934</c:v>
                </c:pt>
                <c:pt idx="2901">
                  <c:v>0.062291139160092934</c:v>
                </c:pt>
                <c:pt idx="2902">
                  <c:v>0.062291139160092934</c:v>
                </c:pt>
                <c:pt idx="2903">
                  <c:v>0.062291139160092934</c:v>
                </c:pt>
                <c:pt idx="2904">
                  <c:v>0.062291139160092934</c:v>
                </c:pt>
                <c:pt idx="2905">
                  <c:v>0.062291139160092934</c:v>
                </c:pt>
                <c:pt idx="2906">
                  <c:v>0.062291139160092934</c:v>
                </c:pt>
                <c:pt idx="2907">
                  <c:v>0.062291139160092934</c:v>
                </c:pt>
                <c:pt idx="2908">
                  <c:v>0.062291139160092934</c:v>
                </c:pt>
                <c:pt idx="2909">
                  <c:v>0.062291139160092934</c:v>
                </c:pt>
                <c:pt idx="2910">
                  <c:v>0.062291139160092934</c:v>
                </c:pt>
                <c:pt idx="2911">
                  <c:v>0.062291139160092934</c:v>
                </c:pt>
                <c:pt idx="2912">
                  <c:v>0.062291139160092934</c:v>
                </c:pt>
                <c:pt idx="2913">
                  <c:v>0.062291139160092934</c:v>
                </c:pt>
                <c:pt idx="2914">
                  <c:v>0.062291139160092934</c:v>
                </c:pt>
                <c:pt idx="2915">
                  <c:v>0.062291139160092934</c:v>
                </c:pt>
                <c:pt idx="2916">
                  <c:v>0.062291139160092934</c:v>
                </c:pt>
                <c:pt idx="2917">
                  <c:v>0.062291139160092934</c:v>
                </c:pt>
                <c:pt idx="2918">
                  <c:v>0.062291139160092934</c:v>
                </c:pt>
                <c:pt idx="2919">
                  <c:v>0.062291139160092934</c:v>
                </c:pt>
                <c:pt idx="2920">
                  <c:v>0.062291139160092934</c:v>
                </c:pt>
                <c:pt idx="2921">
                  <c:v>0.062291139160092934</c:v>
                </c:pt>
                <c:pt idx="2922">
                  <c:v>0.062291139160092934</c:v>
                </c:pt>
                <c:pt idx="2923">
                  <c:v>0.062291139160092934</c:v>
                </c:pt>
                <c:pt idx="2924">
                  <c:v>0.062291139160092934</c:v>
                </c:pt>
                <c:pt idx="2925">
                  <c:v>0.062291139160092934</c:v>
                </c:pt>
                <c:pt idx="2926">
                  <c:v>0.062291139160092934</c:v>
                </c:pt>
                <c:pt idx="2927">
                  <c:v>0.062291139160092934</c:v>
                </c:pt>
                <c:pt idx="2928">
                  <c:v>0.062291139160092934</c:v>
                </c:pt>
                <c:pt idx="2929">
                  <c:v>0.062291139160092934</c:v>
                </c:pt>
                <c:pt idx="2930">
                  <c:v>0.062291139160092934</c:v>
                </c:pt>
                <c:pt idx="2931">
                  <c:v>0.062291139160092934</c:v>
                </c:pt>
                <c:pt idx="2932">
                  <c:v>0.062291139160092934</c:v>
                </c:pt>
                <c:pt idx="2933">
                  <c:v>0.062291139160092934</c:v>
                </c:pt>
                <c:pt idx="2934">
                  <c:v>0.062291139160092934</c:v>
                </c:pt>
                <c:pt idx="2935">
                  <c:v>0.062291139160092934</c:v>
                </c:pt>
                <c:pt idx="2936">
                  <c:v>0.062291139160092934</c:v>
                </c:pt>
                <c:pt idx="2937">
                  <c:v>0.062291139160092934</c:v>
                </c:pt>
                <c:pt idx="2938">
                  <c:v>0.062291139160092934</c:v>
                </c:pt>
                <c:pt idx="2939">
                  <c:v>0.062291139160092934</c:v>
                </c:pt>
                <c:pt idx="2940">
                  <c:v>0.062291139160092934</c:v>
                </c:pt>
                <c:pt idx="2941">
                  <c:v>0.062291139160092934</c:v>
                </c:pt>
                <c:pt idx="2942">
                  <c:v>0.062291139160092934</c:v>
                </c:pt>
                <c:pt idx="2943">
                  <c:v>0.062291139160092934</c:v>
                </c:pt>
                <c:pt idx="2944">
                  <c:v>0.062291139160092934</c:v>
                </c:pt>
                <c:pt idx="2945">
                  <c:v>0.062291139160092934</c:v>
                </c:pt>
                <c:pt idx="2946">
                  <c:v>0.062291139160092934</c:v>
                </c:pt>
                <c:pt idx="2947">
                  <c:v>0.062291139160092934</c:v>
                </c:pt>
                <c:pt idx="2948">
                  <c:v>0.062291139160092934</c:v>
                </c:pt>
                <c:pt idx="2949">
                  <c:v>0.062291139160092934</c:v>
                </c:pt>
                <c:pt idx="2950">
                  <c:v>0.062291139160092934</c:v>
                </c:pt>
                <c:pt idx="2951">
                  <c:v>0.062291139160092934</c:v>
                </c:pt>
                <c:pt idx="2952">
                  <c:v>0.062291139160092934</c:v>
                </c:pt>
                <c:pt idx="2953">
                  <c:v>0.062291139160092934</c:v>
                </c:pt>
                <c:pt idx="2954">
                  <c:v>0.062291139160092934</c:v>
                </c:pt>
                <c:pt idx="2955">
                  <c:v>0.062291139160092934</c:v>
                </c:pt>
                <c:pt idx="2956">
                  <c:v>0.062291139160092934</c:v>
                </c:pt>
                <c:pt idx="2957">
                  <c:v>0.062291139160092934</c:v>
                </c:pt>
                <c:pt idx="2958">
                  <c:v>0.062291139160092934</c:v>
                </c:pt>
                <c:pt idx="2959">
                  <c:v>0.062291139160092934</c:v>
                </c:pt>
                <c:pt idx="2960">
                  <c:v>0.062291139160092934</c:v>
                </c:pt>
                <c:pt idx="2961">
                  <c:v>0.062291139160092934</c:v>
                </c:pt>
                <c:pt idx="2962">
                  <c:v>0.062291139160092934</c:v>
                </c:pt>
                <c:pt idx="2963">
                  <c:v>0.062291139160092934</c:v>
                </c:pt>
                <c:pt idx="2964">
                  <c:v>0.062291139160092934</c:v>
                </c:pt>
                <c:pt idx="2965">
                  <c:v>0.062291139160092934</c:v>
                </c:pt>
                <c:pt idx="2966">
                  <c:v>0.062291139160092934</c:v>
                </c:pt>
                <c:pt idx="2967">
                  <c:v>0.062291139160092934</c:v>
                </c:pt>
                <c:pt idx="2968">
                  <c:v>0.062291139160092934</c:v>
                </c:pt>
                <c:pt idx="2969">
                  <c:v>0.062291139160092934</c:v>
                </c:pt>
                <c:pt idx="2970">
                  <c:v>0.062291139160092934</c:v>
                </c:pt>
                <c:pt idx="2971">
                  <c:v>0.062291139160092934</c:v>
                </c:pt>
                <c:pt idx="2972">
                  <c:v>0.062291139160092934</c:v>
                </c:pt>
                <c:pt idx="2973">
                  <c:v>0.062291139160092934</c:v>
                </c:pt>
                <c:pt idx="2974">
                  <c:v>0.062291139160092934</c:v>
                </c:pt>
                <c:pt idx="2975">
                  <c:v>0.062291139160092934</c:v>
                </c:pt>
                <c:pt idx="2976">
                  <c:v>0.062291139160092934</c:v>
                </c:pt>
                <c:pt idx="2977">
                  <c:v>0.062291139160092934</c:v>
                </c:pt>
                <c:pt idx="2978">
                  <c:v>0.062291139160092934</c:v>
                </c:pt>
                <c:pt idx="2979">
                  <c:v>0.062291139160092934</c:v>
                </c:pt>
                <c:pt idx="2980">
                  <c:v>0.062291139160092934</c:v>
                </c:pt>
                <c:pt idx="2981">
                  <c:v>0.062291139160092934</c:v>
                </c:pt>
                <c:pt idx="2982">
                  <c:v>0.062291139160092934</c:v>
                </c:pt>
                <c:pt idx="2983">
                  <c:v>0.062291139160092934</c:v>
                </c:pt>
                <c:pt idx="2984">
                  <c:v>0.062291139160092934</c:v>
                </c:pt>
                <c:pt idx="2985">
                  <c:v>0.062291139160092934</c:v>
                </c:pt>
                <c:pt idx="2986">
                  <c:v>0.062291139160092934</c:v>
                </c:pt>
                <c:pt idx="2987">
                  <c:v>0.062291139160092934</c:v>
                </c:pt>
                <c:pt idx="2988">
                  <c:v>0.062291139160092934</c:v>
                </c:pt>
                <c:pt idx="2989">
                  <c:v>0.062291139160092934</c:v>
                </c:pt>
                <c:pt idx="2990">
                  <c:v>0.062291139160092934</c:v>
                </c:pt>
                <c:pt idx="2991">
                  <c:v>0.062291139160092934</c:v>
                </c:pt>
                <c:pt idx="2992">
                  <c:v>0.062291139160092934</c:v>
                </c:pt>
                <c:pt idx="2993">
                  <c:v>0.062291139160092934</c:v>
                </c:pt>
                <c:pt idx="2994">
                  <c:v>0.062291139160092934</c:v>
                </c:pt>
                <c:pt idx="2995">
                  <c:v>0.062291139160092934</c:v>
                </c:pt>
                <c:pt idx="2996">
                  <c:v>0.062291139160092934</c:v>
                </c:pt>
                <c:pt idx="2997">
                  <c:v>0.062291139160092934</c:v>
                </c:pt>
                <c:pt idx="2998">
                  <c:v>0.062291139160092934</c:v>
                </c:pt>
                <c:pt idx="2999">
                  <c:v>0.062291139160092934</c:v>
                </c:pt>
                <c:pt idx="3000">
                  <c:v>0.062291139160092934</c:v>
                </c:pt>
                <c:pt idx="3001">
                  <c:v>0.062291139160092934</c:v>
                </c:pt>
                <c:pt idx="3002">
                  <c:v>0.062291139160092934</c:v>
                </c:pt>
                <c:pt idx="3003">
                  <c:v>0.062291139160092934</c:v>
                </c:pt>
                <c:pt idx="3004">
                  <c:v>0.062291139160092934</c:v>
                </c:pt>
                <c:pt idx="3005">
                  <c:v>0.062291139160092934</c:v>
                </c:pt>
                <c:pt idx="3006">
                  <c:v>0.062291139160092934</c:v>
                </c:pt>
                <c:pt idx="3007">
                  <c:v>0.062291139160092934</c:v>
                </c:pt>
                <c:pt idx="3008">
                  <c:v>0.062291139160092934</c:v>
                </c:pt>
                <c:pt idx="3009">
                  <c:v>0.062291139160092934</c:v>
                </c:pt>
                <c:pt idx="3010">
                  <c:v>0.062291139160092934</c:v>
                </c:pt>
                <c:pt idx="3011">
                  <c:v>0.062291139160092934</c:v>
                </c:pt>
                <c:pt idx="3012">
                  <c:v>0.062291139160092934</c:v>
                </c:pt>
                <c:pt idx="3013">
                  <c:v>0.062291139160092934</c:v>
                </c:pt>
                <c:pt idx="3014">
                  <c:v>0.062291139160092934</c:v>
                </c:pt>
                <c:pt idx="3015">
                  <c:v>0.062291139160092934</c:v>
                </c:pt>
                <c:pt idx="3016">
                  <c:v>0.062291139160092934</c:v>
                </c:pt>
                <c:pt idx="3017">
                  <c:v>0.062291139160092934</c:v>
                </c:pt>
                <c:pt idx="3018">
                  <c:v>0.062291139160092934</c:v>
                </c:pt>
                <c:pt idx="3019">
                  <c:v>0.062291139160092934</c:v>
                </c:pt>
                <c:pt idx="3020">
                  <c:v>0.062291139160092934</c:v>
                </c:pt>
                <c:pt idx="3021">
                  <c:v>0.062291139160092934</c:v>
                </c:pt>
                <c:pt idx="3022">
                  <c:v>0.062291139160092934</c:v>
                </c:pt>
                <c:pt idx="3023">
                  <c:v>0.062291139160092934</c:v>
                </c:pt>
                <c:pt idx="3024">
                  <c:v>0.062291139160092934</c:v>
                </c:pt>
                <c:pt idx="3025">
                  <c:v>0.062291139160092934</c:v>
                </c:pt>
                <c:pt idx="3026">
                  <c:v>0.062291139160092934</c:v>
                </c:pt>
                <c:pt idx="3027">
                  <c:v>0.062291139160092934</c:v>
                </c:pt>
                <c:pt idx="3028">
                  <c:v>0.062291139160092934</c:v>
                </c:pt>
                <c:pt idx="3029">
                  <c:v>0.062291139160092934</c:v>
                </c:pt>
                <c:pt idx="3030">
                  <c:v>0.062291139160092934</c:v>
                </c:pt>
                <c:pt idx="3031">
                  <c:v>0.062291139160092934</c:v>
                </c:pt>
                <c:pt idx="3032">
                  <c:v>0.062291139160092934</c:v>
                </c:pt>
                <c:pt idx="3033">
                  <c:v>0.062291139160092934</c:v>
                </c:pt>
                <c:pt idx="3034">
                  <c:v>0.062291139160092934</c:v>
                </c:pt>
                <c:pt idx="3035">
                  <c:v>0.062291139160092934</c:v>
                </c:pt>
                <c:pt idx="3036">
                  <c:v>0.062291139160092934</c:v>
                </c:pt>
                <c:pt idx="3037">
                  <c:v>0.062291139160092934</c:v>
                </c:pt>
                <c:pt idx="3038">
                  <c:v>0.062291139160092934</c:v>
                </c:pt>
                <c:pt idx="3039">
                  <c:v>0.062291139160092934</c:v>
                </c:pt>
                <c:pt idx="3040">
                  <c:v>0.062291139160092934</c:v>
                </c:pt>
                <c:pt idx="3041">
                  <c:v>0.062291139160092934</c:v>
                </c:pt>
                <c:pt idx="3042">
                  <c:v>0.062291139160092934</c:v>
                </c:pt>
                <c:pt idx="3043">
                  <c:v>0.062291139160092934</c:v>
                </c:pt>
                <c:pt idx="3044">
                  <c:v>0.062291139160092934</c:v>
                </c:pt>
                <c:pt idx="3045">
                  <c:v>0.062291139160092934</c:v>
                </c:pt>
                <c:pt idx="3046">
                  <c:v>0.062291139160092934</c:v>
                </c:pt>
                <c:pt idx="3047">
                  <c:v>0.062291139160092934</c:v>
                </c:pt>
                <c:pt idx="3048">
                  <c:v>0.062291139160092934</c:v>
                </c:pt>
                <c:pt idx="3049">
                  <c:v>0.062291139160092934</c:v>
                </c:pt>
                <c:pt idx="3050">
                  <c:v>0.062291139160092934</c:v>
                </c:pt>
                <c:pt idx="3051">
                  <c:v>0.062291139160092934</c:v>
                </c:pt>
                <c:pt idx="3052">
                  <c:v>0.062291139160092934</c:v>
                </c:pt>
                <c:pt idx="3053">
                  <c:v>0.062291139160092934</c:v>
                </c:pt>
                <c:pt idx="3054">
                  <c:v>0.062291139160092934</c:v>
                </c:pt>
                <c:pt idx="3055">
                  <c:v>0.062291139160092934</c:v>
                </c:pt>
                <c:pt idx="3056">
                  <c:v>0.062291139160092934</c:v>
                </c:pt>
                <c:pt idx="3057">
                  <c:v>0.062291139160092934</c:v>
                </c:pt>
                <c:pt idx="3058">
                  <c:v>0.062291139160092934</c:v>
                </c:pt>
                <c:pt idx="3059">
                  <c:v>0.062291139160092934</c:v>
                </c:pt>
                <c:pt idx="3060">
                  <c:v>0.062291139160092934</c:v>
                </c:pt>
                <c:pt idx="3061">
                  <c:v>0.062291139160092934</c:v>
                </c:pt>
                <c:pt idx="3062">
                  <c:v>0.062291139160092934</c:v>
                </c:pt>
                <c:pt idx="3063">
                  <c:v>0.062291139160092934</c:v>
                </c:pt>
                <c:pt idx="3064">
                  <c:v>0.062291139160092934</c:v>
                </c:pt>
                <c:pt idx="3065">
                  <c:v>0.062291139160092934</c:v>
                </c:pt>
                <c:pt idx="3066">
                  <c:v>0.062291139160092934</c:v>
                </c:pt>
                <c:pt idx="3067">
                  <c:v>0.062291139160092934</c:v>
                </c:pt>
                <c:pt idx="3068">
                  <c:v>0.062291139160092934</c:v>
                </c:pt>
                <c:pt idx="3069">
                  <c:v>0.062291139160092934</c:v>
                </c:pt>
                <c:pt idx="3070">
                  <c:v>0.062291139160092934</c:v>
                </c:pt>
                <c:pt idx="3071">
                  <c:v>0.062291139160092934</c:v>
                </c:pt>
                <c:pt idx="3072">
                  <c:v>0.062291139160092934</c:v>
                </c:pt>
                <c:pt idx="3073">
                  <c:v>0.062291139160092934</c:v>
                </c:pt>
                <c:pt idx="3074">
                  <c:v>0.062291139160092934</c:v>
                </c:pt>
                <c:pt idx="3075">
                  <c:v>0.062291139160092934</c:v>
                </c:pt>
                <c:pt idx="3076">
                  <c:v>0.062291139160092934</c:v>
                </c:pt>
                <c:pt idx="3077">
                  <c:v>0.062291139160092934</c:v>
                </c:pt>
                <c:pt idx="3078">
                  <c:v>0.062291139160092934</c:v>
                </c:pt>
                <c:pt idx="3079">
                  <c:v>0.062291139160092934</c:v>
                </c:pt>
                <c:pt idx="3080">
                  <c:v>0.062291139160092934</c:v>
                </c:pt>
                <c:pt idx="3081">
                  <c:v>0.062291139160092934</c:v>
                </c:pt>
                <c:pt idx="3082">
                  <c:v>0.062291139160092934</c:v>
                </c:pt>
                <c:pt idx="3083">
                  <c:v>0.062291139160092934</c:v>
                </c:pt>
                <c:pt idx="3084">
                  <c:v>0.062291139160092934</c:v>
                </c:pt>
                <c:pt idx="3085">
                  <c:v>0.062291139160092934</c:v>
                </c:pt>
                <c:pt idx="3086">
                  <c:v>0.062291139160092934</c:v>
                </c:pt>
                <c:pt idx="3087">
                  <c:v>0.062291139160092934</c:v>
                </c:pt>
                <c:pt idx="3088">
                  <c:v>0.062291139160092934</c:v>
                </c:pt>
                <c:pt idx="3089">
                  <c:v>0.062291139160092934</c:v>
                </c:pt>
                <c:pt idx="3090">
                  <c:v>0.062291139160092934</c:v>
                </c:pt>
                <c:pt idx="3091">
                  <c:v>0.062291139160092934</c:v>
                </c:pt>
                <c:pt idx="3092">
                  <c:v>0.062291139160092934</c:v>
                </c:pt>
                <c:pt idx="3093">
                  <c:v>0.062291139160092934</c:v>
                </c:pt>
                <c:pt idx="3094">
                  <c:v>0.062291139160092934</c:v>
                </c:pt>
                <c:pt idx="3095">
                  <c:v>0.062291139160092934</c:v>
                </c:pt>
                <c:pt idx="3096">
                  <c:v>0.062291139160092934</c:v>
                </c:pt>
                <c:pt idx="3097">
                  <c:v>0.062291139160092934</c:v>
                </c:pt>
                <c:pt idx="3098">
                  <c:v>0.062291139160092934</c:v>
                </c:pt>
                <c:pt idx="3099">
                  <c:v>0.062291139160092934</c:v>
                </c:pt>
                <c:pt idx="3100">
                  <c:v>0.062291139160092934</c:v>
                </c:pt>
                <c:pt idx="3101">
                  <c:v>0.062291139160092934</c:v>
                </c:pt>
                <c:pt idx="3102">
                  <c:v>0.062291139160092934</c:v>
                </c:pt>
                <c:pt idx="3103">
                  <c:v>0.062291139160092934</c:v>
                </c:pt>
                <c:pt idx="3104">
                  <c:v>0.062291139160092934</c:v>
                </c:pt>
                <c:pt idx="3105">
                  <c:v>0.062291139160092934</c:v>
                </c:pt>
                <c:pt idx="3106">
                  <c:v>0.062291139160092934</c:v>
                </c:pt>
                <c:pt idx="3107">
                  <c:v>0.062291139160092934</c:v>
                </c:pt>
                <c:pt idx="3108">
                  <c:v>0.062291139160092934</c:v>
                </c:pt>
                <c:pt idx="3109">
                  <c:v>0.062291139160092934</c:v>
                </c:pt>
                <c:pt idx="3110">
                  <c:v>0.062291139160092934</c:v>
                </c:pt>
                <c:pt idx="3111">
                  <c:v>0.062291139160092934</c:v>
                </c:pt>
                <c:pt idx="3112">
                  <c:v>0.062291139160092934</c:v>
                </c:pt>
                <c:pt idx="3113">
                  <c:v>0.062291139160092934</c:v>
                </c:pt>
                <c:pt idx="3114">
                  <c:v>0.062291139160092934</c:v>
                </c:pt>
                <c:pt idx="3115">
                  <c:v>0.062291139160092934</c:v>
                </c:pt>
                <c:pt idx="3116">
                  <c:v>0.062291139160092934</c:v>
                </c:pt>
                <c:pt idx="3117">
                  <c:v>0.062291139160092934</c:v>
                </c:pt>
                <c:pt idx="3118">
                  <c:v>0.062291139160092934</c:v>
                </c:pt>
                <c:pt idx="3119">
                  <c:v>0.062291139160092934</c:v>
                </c:pt>
                <c:pt idx="3120">
                  <c:v>0.062291139160092934</c:v>
                </c:pt>
                <c:pt idx="3121">
                  <c:v>0.062291139160092934</c:v>
                </c:pt>
                <c:pt idx="3122">
                  <c:v>0.062291139160092934</c:v>
                </c:pt>
                <c:pt idx="3123">
                  <c:v>0.062291139160092934</c:v>
                </c:pt>
                <c:pt idx="3124">
                  <c:v>0.062291139160092934</c:v>
                </c:pt>
                <c:pt idx="3125">
                  <c:v>0.062291139160092934</c:v>
                </c:pt>
                <c:pt idx="3126">
                  <c:v>0.062291139160092934</c:v>
                </c:pt>
                <c:pt idx="3127">
                  <c:v>0.062291139160092934</c:v>
                </c:pt>
                <c:pt idx="3128">
                  <c:v>0.062291139160092934</c:v>
                </c:pt>
                <c:pt idx="3129">
                  <c:v>0.062291139160092934</c:v>
                </c:pt>
                <c:pt idx="3130">
                  <c:v>0.062291139160092934</c:v>
                </c:pt>
                <c:pt idx="3131">
                  <c:v>0.062291139160092934</c:v>
                </c:pt>
                <c:pt idx="3132">
                  <c:v>0.062291139160092934</c:v>
                </c:pt>
                <c:pt idx="3133">
                  <c:v>0.062291139160092934</c:v>
                </c:pt>
                <c:pt idx="3134">
                  <c:v>0.062291139160092934</c:v>
                </c:pt>
                <c:pt idx="3135">
                  <c:v>0.062291139160092934</c:v>
                </c:pt>
                <c:pt idx="3136">
                  <c:v>0.062291139160092934</c:v>
                </c:pt>
                <c:pt idx="3137">
                  <c:v>0.062291139160092934</c:v>
                </c:pt>
                <c:pt idx="3138">
                  <c:v>0.062291139160092934</c:v>
                </c:pt>
                <c:pt idx="3139">
                  <c:v>0.062291139160092934</c:v>
                </c:pt>
                <c:pt idx="3140">
                  <c:v>0.062291139160092934</c:v>
                </c:pt>
                <c:pt idx="3141">
                  <c:v>0.062291139160092934</c:v>
                </c:pt>
                <c:pt idx="3142">
                  <c:v>0.062291139160092934</c:v>
                </c:pt>
                <c:pt idx="3143">
                  <c:v>0.062291139160092934</c:v>
                </c:pt>
                <c:pt idx="3144">
                  <c:v>0.062291139160092934</c:v>
                </c:pt>
                <c:pt idx="3145">
                  <c:v>0.062291139160092934</c:v>
                </c:pt>
                <c:pt idx="3146">
                  <c:v>0.062291139160092934</c:v>
                </c:pt>
                <c:pt idx="3147">
                  <c:v>0.062291139160092934</c:v>
                </c:pt>
                <c:pt idx="3148">
                  <c:v>0.062291139160092934</c:v>
                </c:pt>
                <c:pt idx="3149">
                  <c:v>0.062291139160092934</c:v>
                </c:pt>
                <c:pt idx="3150">
                  <c:v>0.062291139160092934</c:v>
                </c:pt>
                <c:pt idx="3151">
                  <c:v>0.062291139160092934</c:v>
                </c:pt>
                <c:pt idx="3152">
                  <c:v>0.062291139160092934</c:v>
                </c:pt>
                <c:pt idx="3153">
                  <c:v>0.062291139160092934</c:v>
                </c:pt>
                <c:pt idx="3154">
                  <c:v>0.062291139160092934</c:v>
                </c:pt>
                <c:pt idx="3155">
                  <c:v>0.062291139160092934</c:v>
                </c:pt>
                <c:pt idx="3156">
                  <c:v>0.062291139160092934</c:v>
                </c:pt>
                <c:pt idx="3157">
                  <c:v>0.062291139160092934</c:v>
                </c:pt>
                <c:pt idx="3158">
                  <c:v>0.062291139160092934</c:v>
                </c:pt>
                <c:pt idx="3159">
                  <c:v>0.062291139160092934</c:v>
                </c:pt>
                <c:pt idx="3160">
                  <c:v>0.062291139160092934</c:v>
                </c:pt>
                <c:pt idx="3161">
                  <c:v>0.062291139160092934</c:v>
                </c:pt>
                <c:pt idx="3162">
                  <c:v>0.062291139160092934</c:v>
                </c:pt>
                <c:pt idx="3163">
                  <c:v>0.062291139160092934</c:v>
                </c:pt>
                <c:pt idx="3164">
                  <c:v>0.062291139160092934</c:v>
                </c:pt>
                <c:pt idx="3165">
                  <c:v>0.062291139160092934</c:v>
                </c:pt>
                <c:pt idx="3166">
                  <c:v>0.062291139160092934</c:v>
                </c:pt>
                <c:pt idx="3167">
                  <c:v>0.062291139160092934</c:v>
                </c:pt>
                <c:pt idx="3168">
                  <c:v>0.062291139160092934</c:v>
                </c:pt>
                <c:pt idx="3169">
                  <c:v>0.062291139160092934</c:v>
                </c:pt>
                <c:pt idx="3170">
                  <c:v>0.062291139160092934</c:v>
                </c:pt>
                <c:pt idx="3171">
                  <c:v>0.062291139160092934</c:v>
                </c:pt>
                <c:pt idx="3172">
                  <c:v>0.062291139160092934</c:v>
                </c:pt>
                <c:pt idx="3173">
                  <c:v>0.062291139160092934</c:v>
                </c:pt>
                <c:pt idx="3174">
                  <c:v>0.062291139160092934</c:v>
                </c:pt>
                <c:pt idx="3175">
                  <c:v>0.062291139160092934</c:v>
                </c:pt>
                <c:pt idx="3176">
                  <c:v>0.062291139160092934</c:v>
                </c:pt>
                <c:pt idx="3177">
                  <c:v>0.062291139160092934</c:v>
                </c:pt>
                <c:pt idx="3178">
                  <c:v>0.062291139160092934</c:v>
                </c:pt>
                <c:pt idx="3179">
                  <c:v>0.062291139160092934</c:v>
                </c:pt>
                <c:pt idx="3180">
                  <c:v>0.062291139160092934</c:v>
                </c:pt>
                <c:pt idx="3181">
                  <c:v>0.062291139160092934</c:v>
                </c:pt>
                <c:pt idx="3182">
                  <c:v>0.062291139160092934</c:v>
                </c:pt>
                <c:pt idx="3183">
                  <c:v>0.062291139160092934</c:v>
                </c:pt>
                <c:pt idx="3184">
                  <c:v>0.062291139160092934</c:v>
                </c:pt>
                <c:pt idx="3185">
                  <c:v>0.062291139160092934</c:v>
                </c:pt>
                <c:pt idx="3186">
                  <c:v>0.062291139160092934</c:v>
                </c:pt>
                <c:pt idx="3187">
                  <c:v>0.062291139160092934</c:v>
                </c:pt>
                <c:pt idx="3188">
                  <c:v>0.062291139160092934</c:v>
                </c:pt>
                <c:pt idx="3189">
                  <c:v>0.062291139160092934</c:v>
                </c:pt>
                <c:pt idx="3190">
                  <c:v>0.062291139160092934</c:v>
                </c:pt>
                <c:pt idx="3191">
                  <c:v>0.062291139160092934</c:v>
                </c:pt>
                <c:pt idx="3192">
                  <c:v>0.062291139160092934</c:v>
                </c:pt>
                <c:pt idx="3193">
                  <c:v>0.062291139160092934</c:v>
                </c:pt>
                <c:pt idx="3194">
                  <c:v>0.062291139160092934</c:v>
                </c:pt>
                <c:pt idx="3195">
                  <c:v>0.062291139160092934</c:v>
                </c:pt>
                <c:pt idx="3196">
                  <c:v>0.062291139160092934</c:v>
                </c:pt>
                <c:pt idx="3197">
                  <c:v>0.062291139160092934</c:v>
                </c:pt>
                <c:pt idx="3198">
                  <c:v>0.062291139160092934</c:v>
                </c:pt>
                <c:pt idx="3199">
                  <c:v>0.062291139160092934</c:v>
                </c:pt>
                <c:pt idx="3200">
                  <c:v>0.062291139160092934</c:v>
                </c:pt>
                <c:pt idx="3201">
                  <c:v>0.062291139160092934</c:v>
                </c:pt>
                <c:pt idx="3202">
                  <c:v>0.062291139160092934</c:v>
                </c:pt>
                <c:pt idx="3203">
                  <c:v>0.062291139160092934</c:v>
                </c:pt>
                <c:pt idx="3204">
                  <c:v>0.062291139160092934</c:v>
                </c:pt>
                <c:pt idx="3205">
                  <c:v>0.062291139160092934</c:v>
                </c:pt>
                <c:pt idx="3206">
                  <c:v>0.062291139160092934</c:v>
                </c:pt>
                <c:pt idx="3207">
                  <c:v>0.062291139160092934</c:v>
                </c:pt>
                <c:pt idx="3208">
                  <c:v>0.062291139160092934</c:v>
                </c:pt>
                <c:pt idx="3209">
                  <c:v>0.062291139160092934</c:v>
                </c:pt>
                <c:pt idx="3210">
                  <c:v>0.062291139160092934</c:v>
                </c:pt>
                <c:pt idx="3211">
                  <c:v>0.062291139160092934</c:v>
                </c:pt>
                <c:pt idx="3212">
                  <c:v>0.062291139160092934</c:v>
                </c:pt>
                <c:pt idx="3213">
                  <c:v>0.062291139160092934</c:v>
                </c:pt>
                <c:pt idx="3214">
                  <c:v>0.062291139160092934</c:v>
                </c:pt>
                <c:pt idx="3215">
                  <c:v>0.062291139160092934</c:v>
                </c:pt>
                <c:pt idx="3216">
                  <c:v>0.062291139160092934</c:v>
                </c:pt>
                <c:pt idx="3217">
                  <c:v>0.062291139160092934</c:v>
                </c:pt>
                <c:pt idx="3218">
                  <c:v>0.062291139160092934</c:v>
                </c:pt>
                <c:pt idx="3219">
                  <c:v>0.062291139160092934</c:v>
                </c:pt>
                <c:pt idx="3220">
                  <c:v>0.062291139160092934</c:v>
                </c:pt>
                <c:pt idx="3221">
                  <c:v>0.062291139160092934</c:v>
                </c:pt>
                <c:pt idx="3222">
                  <c:v>0.062291139160092934</c:v>
                </c:pt>
                <c:pt idx="3223">
                  <c:v>0.062291139160092934</c:v>
                </c:pt>
                <c:pt idx="3224">
                  <c:v>0.062291139160092934</c:v>
                </c:pt>
                <c:pt idx="3225">
                  <c:v>0.062291139160092934</c:v>
                </c:pt>
                <c:pt idx="3226">
                  <c:v>0.062291139160092934</c:v>
                </c:pt>
                <c:pt idx="3227">
                  <c:v>0.062291139160092934</c:v>
                </c:pt>
                <c:pt idx="3228">
                  <c:v>0.062291139160092934</c:v>
                </c:pt>
                <c:pt idx="3229">
                  <c:v>0.062291139160092934</c:v>
                </c:pt>
                <c:pt idx="3230">
                  <c:v>0.062291139160092934</c:v>
                </c:pt>
                <c:pt idx="3231">
                  <c:v>0.062291139160092934</c:v>
                </c:pt>
                <c:pt idx="3232">
                  <c:v>0.062291139160092934</c:v>
                </c:pt>
                <c:pt idx="3233">
                  <c:v>0.062291139160092934</c:v>
                </c:pt>
                <c:pt idx="3234">
                  <c:v>0.062291139160092934</c:v>
                </c:pt>
                <c:pt idx="3235">
                  <c:v>0.062291139160092934</c:v>
                </c:pt>
                <c:pt idx="3236">
                  <c:v>0.062291139160092934</c:v>
                </c:pt>
                <c:pt idx="3237">
                  <c:v>0.062291139160092934</c:v>
                </c:pt>
                <c:pt idx="3238">
                  <c:v>0.062291139160092934</c:v>
                </c:pt>
                <c:pt idx="3239">
                  <c:v>0.062291139160092934</c:v>
                </c:pt>
                <c:pt idx="3240">
                  <c:v>0.062291139160092934</c:v>
                </c:pt>
                <c:pt idx="3241">
                  <c:v>0.062291139160092934</c:v>
                </c:pt>
                <c:pt idx="3242">
                  <c:v>0.062291139160092934</c:v>
                </c:pt>
                <c:pt idx="3243">
                  <c:v>0.062291139160092934</c:v>
                </c:pt>
                <c:pt idx="3244">
                  <c:v>0.062291139160092934</c:v>
                </c:pt>
                <c:pt idx="3245">
                  <c:v>0.062291139160092934</c:v>
                </c:pt>
                <c:pt idx="3246">
                  <c:v>0.062291139160092934</c:v>
                </c:pt>
                <c:pt idx="3247">
                  <c:v>0.062291139160092934</c:v>
                </c:pt>
                <c:pt idx="3248">
                  <c:v>0.062291139160092934</c:v>
                </c:pt>
                <c:pt idx="3249">
                  <c:v>0.062291139160092934</c:v>
                </c:pt>
                <c:pt idx="3250">
                  <c:v>0.062291139160092934</c:v>
                </c:pt>
                <c:pt idx="3251">
                  <c:v>0.062291139160092934</c:v>
                </c:pt>
                <c:pt idx="3252">
                  <c:v>0.062291139160092934</c:v>
                </c:pt>
                <c:pt idx="3253">
                  <c:v>0.062291139160092934</c:v>
                </c:pt>
                <c:pt idx="3254">
                  <c:v>0.062291139160092934</c:v>
                </c:pt>
                <c:pt idx="3255">
                  <c:v>0.062291139160092934</c:v>
                </c:pt>
                <c:pt idx="3256">
                  <c:v>0.062291139160092934</c:v>
                </c:pt>
                <c:pt idx="3257">
                  <c:v>0.062291139160092934</c:v>
                </c:pt>
                <c:pt idx="3258">
                  <c:v>0.062291139160092934</c:v>
                </c:pt>
                <c:pt idx="3259">
                  <c:v>0.062291139160092934</c:v>
                </c:pt>
                <c:pt idx="3260">
                  <c:v>0.062291139160092934</c:v>
                </c:pt>
                <c:pt idx="3261">
                  <c:v>0.062291139160092934</c:v>
                </c:pt>
                <c:pt idx="3262">
                  <c:v>0.062291139160092934</c:v>
                </c:pt>
                <c:pt idx="3263">
                  <c:v>0.062291139160092934</c:v>
                </c:pt>
                <c:pt idx="3264">
                  <c:v>0.062291139160092934</c:v>
                </c:pt>
                <c:pt idx="3265">
                  <c:v>0.062291139160092934</c:v>
                </c:pt>
                <c:pt idx="3266">
                  <c:v>0.062291139160092934</c:v>
                </c:pt>
                <c:pt idx="3267">
                  <c:v>0.062291139160092934</c:v>
                </c:pt>
                <c:pt idx="3268">
                  <c:v>0.062291139160092934</c:v>
                </c:pt>
                <c:pt idx="3269">
                  <c:v>0.062291139160092934</c:v>
                </c:pt>
                <c:pt idx="3270">
                  <c:v>0.062291139160092934</c:v>
                </c:pt>
                <c:pt idx="3271">
                  <c:v>0.062291139160092934</c:v>
                </c:pt>
                <c:pt idx="3272">
                  <c:v>0.062291139160092934</c:v>
                </c:pt>
                <c:pt idx="3273">
                  <c:v>0.062291139160092934</c:v>
                </c:pt>
                <c:pt idx="3274">
                  <c:v>0.062291139160092934</c:v>
                </c:pt>
                <c:pt idx="3275">
                  <c:v>0.062291139160092934</c:v>
                </c:pt>
                <c:pt idx="3276">
                  <c:v>0.062291139160092934</c:v>
                </c:pt>
                <c:pt idx="3277">
                  <c:v>0.062291139160092934</c:v>
                </c:pt>
                <c:pt idx="3278">
                  <c:v>0.062291139160092934</c:v>
                </c:pt>
                <c:pt idx="3279">
                  <c:v>0.062291139160092934</c:v>
                </c:pt>
                <c:pt idx="3280">
                  <c:v>0.062291139160092934</c:v>
                </c:pt>
                <c:pt idx="3281">
                  <c:v>0.062291139160092934</c:v>
                </c:pt>
                <c:pt idx="3282">
                  <c:v>0.062291139160092934</c:v>
                </c:pt>
                <c:pt idx="3283">
                  <c:v>0.062291139160092934</c:v>
                </c:pt>
                <c:pt idx="3284">
                  <c:v>0.062291139160092934</c:v>
                </c:pt>
                <c:pt idx="3285">
                  <c:v>0.062291139160092934</c:v>
                </c:pt>
                <c:pt idx="3286">
                  <c:v>0.062291139160092934</c:v>
                </c:pt>
                <c:pt idx="3287">
                  <c:v>0.062291139160092934</c:v>
                </c:pt>
                <c:pt idx="3288">
                  <c:v>0.062291139160092934</c:v>
                </c:pt>
                <c:pt idx="3289">
                  <c:v>0.062291139160092934</c:v>
                </c:pt>
                <c:pt idx="3290">
                  <c:v>0.062291139160092934</c:v>
                </c:pt>
                <c:pt idx="3291">
                  <c:v>0.062291139160092934</c:v>
                </c:pt>
                <c:pt idx="3292">
                  <c:v>0.062291139160092934</c:v>
                </c:pt>
                <c:pt idx="3293">
                  <c:v>0.062291139160092934</c:v>
                </c:pt>
                <c:pt idx="3294">
                  <c:v>0.062291139160092934</c:v>
                </c:pt>
                <c:pt idx="3295">
                  <c:v>0.062291139160092934</c:v>
                </c:pt>
                <c:pt idx="3296">
                  <c:v>0.062291139160092934</c:v>
                </c:pt>
                <c:pt idx="3297">
                  <c:v>0.062291139160092934</c:v>
                </c:pt>
                <c:pt idx="3298">
                  <c:v>0.062291139160092934</c:v>
                </c:pt>
                <c:pt idx="3299">
                  <c:v>0.062291139160092934</c:v>
                </c:pt>
                <c:pt idx="3300">
                  <c:v>0.062291139160092934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0F-4903-81C4-923C402A0739}"/>
            </c:ext>
          </c:extLst>
        </c:ser>
        <c:ser>
          <c:idx val="2"/>
          <c:order val="2"/>
          <c:tx>
            <c:strRef>
              <c:f>'Component treatment'!$AQ$4</c:f>
              <c:strCache>
                <c:ptCount val="1"/>
                <c:pt idx="0">
                  <c:v>3Q</c:v>
                </c:pt>
              </c:strCache>
            </c:strRef>
          </c:tx>
          <c:spPr>
            <a:ln w="19050" cap="rnd">
              <a:solidFill>
                <a:srgbClr val="C0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'Component treatment'!$AN$5:$AN$50000</c:f>
              <c:numCache>
                <c:formatCode>m/d/yyyy</c:formatCode>
                <c:ptCount val="49996"/>
                <c:pt idx="0">
                  <c:v>45145</c:v>
                </c:pt>
                <c:pt idx="1">
                  <c:v>45146</c:v>
                </c:pt>
                <c:pt idx="2">
                  <c:v>45147</c:v>
                </c:pt>
                <c:pt idx="3">
                  <c:v>45148</c:v>
                </c:pt>
                <c:pt idx="4">
                  <c:v>45149</c:v>
                </c:pt>
                <c:pt idx="5">
                  <c:v>45152</c:v>
                </c:pt>
                <c:pt idx="6">
                  <c:v>45153</c:v>
                </c:pt>
                <c:pt idx="7">
                  <c:v>45154</c:v>
                </c:pt>
                <c:pt idx="8">
                  <c:v>45155</c:v>
                </c:pt>
                <c:pt idx="9">
                  <c:v>45156</c:v>
                </c:pt>
                <c:pt idx="10">
                  <c:v>45159</c:v>
                </c:pt>
                <c:pt idx="11">
                  <c:v>45160</c:v>
                </c:pt>
                <c:pt idx="12">
                  <c:v>45161</c:v>
                </c:pt>
                <c:pt idx="13">
                  <c:v>45162</c:v>
                </c:pt>
                <c:pt idx="14">
                  <c:v>45163</c:v>
                </c:pt>
                <c:pt idx="15">
                  <c:v>45166</c:v>
                </c:pt>
                <c:pt idx="16">
                  <c:v>45167</c:v>
                </c:pt>
                <c:pt idx="17">
                  <c:v>45168</c:v>
                </c:pt>
                <c:pt idx="18">
                  <c:v>45169</c:v>
                </c:pt>
                <c:pt idx="19">
                  <c:v>45170</c:v>
                </c:pt>
                <c:pt idx="20">
                  <c:v>45173</c:v>
                </c:pt>
                <c:pt idx="21">
                  <c:v>45174</c:v>
                </c:pt>
                <c:pt idx="22">
                  <c:v>45175</c:v>
                </c:pt>
                <c:pt idx="23">
                  <c:v>45177</c:v>
                </c:pt>
                <c:pt idx="24">
                  <c:v>45180</c:v>
                </c:pt>
                <c:pt idx="25">
                  <c:v>45181</c:v>
                </c:pt>
                <c:pt idx="26">
                  <c:v>45182</c:v>
                </c:pt>
                <c:pt idx="27">
                  <c:v>45183</c:v>
                </c:pt>
                <c:pt idx="28">
                  <c:v>45184</c:v>
                </c:pt>
                <c:pt idx="29">
                  <c:v>45187</c:v>
                </c:pt>
                <c:pt idx="30">
                  <c:v>45188</c:v>
                </c:pt>
                <c:pt idx="31">
                  <c:v>45189</c:v>
                </c:pt>
                <c:pt idx="32">
                  <c:v>45190</c:v>
                </c:pt>
                <c:pt idx="33">
                  <c:v>45191</c:v>
                </c:pt>
                <c:pt idx="34">
                  <c:v>45194</c:v>
                </c:pt>
                <c:pt idx="35">
                  <c:v>45195</c:v>
                </c:pt>
                <c:pt idx="36">
                  <c:v>45196</c:v>
                </c:pt>
                <c:pt idx="37">
                  <c:v>45197</c:v>
                </c:pt>
                <c:pt idx="38">
                  <c:v>45198</c:v>
                </c:pt>
                <c:pt idx="39">
                  <c:v>45201</c:v>
                </c:pt>
                <c:pt idx="40">
                  <c:v>45202</c:v>
                </c:pt>
                <c:pt idx="41">
                  <c:v>45203</c:v>
                </c:pt>
                <c:pt idx="42">
                  <c:v>45204</c:v>
                </c:pt>
                <c:pt idx="43">
                  <c:v>45205</c:v>
                </c:pt>
                <c:pt idx="44">
                  <c:v>45208</c:v>
                </c:pt>
                <c:pt idx="45">
                  <c:v>45209</c:v>
                </c:pt>
                <c:pt idx="46">
                  <c:v>45210</c:v>
                </c:pt>
                <c:pt idx="47">
                  <c:v>45212</c:v>
                </c:pt>
                <c:pt idx="48">
                  <c:v>45215</c:v>
                </c:pt>
                <c:pt idx="49">
                  <c:v>45216</c:v>
                </c:pt>
                <c:pt idx="50">
                  <c:v>45217</c:v>
                </c:pt>
                <c:pt idx="51">
                  <c:v>45218</c:v>
                </c:pt>
                <c:pt idx="52">
                  <c:v>45219</c:v>
                </c:pt>
                <c:pt idx="53">
                  <c:v>45222</c:v>
                </c:pt>
                <c:pt idx="54">
                  <c:v>45223</c:v>
                </c:pt>
                <c:pt idx="55">
                  <c:v>45224</c:v>
                </c:pt>
                <c:pt idx="56">
                  <c:v>45225</c:v>
                </c:pt>
                <c:pt idx="57">
                  <c:v>45226</c:v>
                </c:pt>
                <c:pt idx="58">
                  <c:v>45229</c:v>
                </c:pt>
                <c:pt idx="59">
                  <c:v>45230</c:v>
                </c:pt>
                <c:pt idx="60">
                  <c:v>45231</c:v>
                </c:pt>
                <c:pt idx="61">
                  <c:v>45233</c:v>
                </c:pt>
                <c:pt idx="62">
                  <c:v>45236</c:v>
                </c:pt>
                <c:pt idx="63">
                  <c:v>45237</c:v>
                </c:pt>
                <c:pt idx="64">
                  <c:v>45238</c:v>
                </c:pt>
                <c:pt idx="65">
                  <c:v>45239</c:v>
                </c:pt>
                <c:pt idx="66">
                  <c:v>45240</c:v>
                </c:pt>
                <c:pt idx="67">
                  <c:v>45243</c:v>
                </c:pt>
                <c:pt idx="68">
                  <c:v>45244</c:v>
                </c:pt>
                <c:pt idx="69">
                  <c:v>45246</c:v>
                </c:pt>
                <c:pt idx="70">
                  <c:v>45247</c:v>
                </c:pt>
                <c:pt idx="71">
                  <c:v>45250</c:v>
                </c:pt>
                <c:pt idx="72">
                  <c:v>45251</c:v>
                </c:pt>
                <c:pt idx="73">
                  <c:v>45252</c:v>
                </c:pt>
                <c:pt idx="74">
                  <c:v>45253</c:v>
                </c:pt>
                <c:pt idx="75">
                  <c:v>45254</c:v>
                </c:pt>
                <c:pt idx="76">
                  <c:v>45257</c:v>
                </c:pt>
                <c:pt idx="77">
                  <c:v>45258</c:v>
                </c:pt>
                <c:pt idx="78">
                  <c:v>45259</c:v>
                </c:pt>
                <c:pt idx="79">
                  <c:v>45260</c:v>
                </c:pt>
                <c:pt idx="80">
                  <c:v>45261</c:v>
                </c:pt>
                <c:pt idx="81">
                  <c:v>45264</c:v>
                </c:pt>
                <c:pt idx="82">
                  <c:v>45265</c:v>
                </c:pt>
                <c:pt idx="83">
                  <c:v>45266</c:v>
                </c:pt>
                <c:pt idx="84">
                  <c:v>45267</c:v>
                </c:pt>
                <c:pt idx="85">
                  <c:v>45268</c:v>
                </c:pt>
                <c:pt idx="86">
                  <c:v>45271</c:v>
                </c:pt>
                <c:pt idx="87">
                  <c:v>45272</c:v>
                </c:pt>
                <c:pt idx="88">
                  <c:v>45273</c:v>
                </c:pt>
                <c:pt idx="89">
                  <c:v>45274</c:v>
                </c:pt>
                <c:pt idx="90">
                  <c:v>45275</c:v>
                </c:pt>
                <c:pt idx="91">
                  <c:v>45278</c:v>
                </c:pt>
                <c:pt idx="92">
                  <c:v>45279</c:v>
                </c:pt>
                <c:pt idx="93">
                  <c:v>45280</c:v>
                </c:pt>
                <c:pt idx="94">
                  <c:v>45281</c:v>
                </c:pt>
                <c:pt idx="95">
                  <c:v>45282</c:v>
                </c:pt>
                <c:pt idx="96">
                  <c:v>45286</c:v>
                </c:pt>
                <c:pt idx="97">
                  <c:v>45287</c:v>
                </c:pt>
                <c:pt idx="98">
                  <c:v>45288</c:v>
                </c:pt>
                <c:pt idx="99">
                  <c:v>45289</c:v>
                </c:pt>
                <c:pt idx="100">
                  <c:v>45293</c:v>
                </c:pt>
                <c:pt idx="101">
                  <c:v>45294</c:v>
                </c:pt>
                <c:pt idx="102">
                  <c:v>45295</c:v>
                </c:pt>
                <c:pt idx="103">
                  <c:v>45296</c:v>
                </c:pt>
                <c:pt idx="104">
                  <c:v>45299</c:v>
                </c:pt>
                <c:pt idx="105">
                  <c:v>45300</c:v>
                </c:pt>
                <c:pt idx="106">
                  <c:v>45301</c:v>
                </c:pt>
                <c:pt idx="107">
                  <c:v>45302</c:v>
                </c:pt>
                <c:pt idx="108">
                  <c:v>45303</c:v>
                </c:pt>
                <c:pt idx="109">
                  <c:v>45306</c:v>
                </c:pt>
                <c:pt idx="110">
                  <c:v>45307</c:v>
                </c:pt>
                <c:pt idx="111">
                  <c:v>45308</c:v>
                </c:pt>
                <c:pt idx="112">
                  <c:v>45309</c:v>
                </c:pt>
                <c:pt idx="113">
                  <c:v>45310</c:v>
                </c:pt>
                <c:pt idx="114">
                  <c:v>45313</c:v>
                </c:pt>
                <c:pt idx="115">
                  <c:v>45314</c:v>
                </c:pt>
                <c:pt idx="116">
                  <c:v>45315</c:v>
                </c:pt>
                <c:pt idx="117">
                  <c:v>45316</c:v>
                </c:pt>
                <c:pt idx="118">
                  <c:v>45317</c:v>
                </c:pt>
                <c:pt idx="119">
                  <c:v>45320</c:v>
                </c:pt>
                <c:pt idx="120">
                  <c:v>45321</c:v>
                </c:pt>
                <c:pt idx="121">
                  <c:v>45322</c:v>
                </c:pt>
                <c:pt idx="122">
                  <c:v>45323</c:v>
                </c:pt>
                <c:pt idx="123">
                  <c:v>45324</c:v>
                </c:pt>
                <c:pt idx="124">
                  <c:v>45327</c:v>
                </c:pt>
                <c:pt idx="125">
                  <c:v>45328</c:v>
                </c:pt>
                <c:pt idx="126">
                  <c:v>45329</c:v>
                </c:pt>
                <c:pt idx="127">
                  <c:v>45330</c:v>
                </c:pt>
                <c:pt idx="128">
                  <c:v>45331</c:v>
                </c:pt>
                <c:pt idx="129">
                  <c:v>45336</c:v>
                </c:pt>
                <c:pt idx="130">
                  <c:v>45337</c:v>
                </c:pt>
                <c:pt idx="131">
                  <c:v>45338</c:v>
                </c:pt>
                <c:pt idx="132">
                  <c:v>45341</c:v>
                </c:pt>
                <c:pt idx="133">
                  <c:v>45342</c:v>
                </c:pt>
                <c:pt idx="134">
                  <c:v>45343</c:v>
                </c:pt>
                <c:pt idx="135">
                  <c:v>45344</c:v>
                </c:pt>
                <c:pt idx="136">
                  <c:v>45345</c:v>
                </c:pt>
                <c:pt idx="137">
                  <c:v>45348</c:v>
                </c:pt>
                <c:pt idx="138">
                  <c:v>45349</c:v>
                </c:pt>
                <c:pt idx="139">
                  <c:v>45350</c:v>
                </c:pt>
                <c:pt idx="140">
                  <c:v>45351</c:v>
                </c:pt>
                <c:pt idx="141">
                  <c:v>45352</c:v>
                </c:pt>
                <c:pt idx="142">
                  <c:v>45355</c:v>
                </c:pt>
                <c:pt idx="143">
                  <c:v>45356</c:v>
                </c:pt>
                <c:pt idx="144">
                  <c:v>45357</c:v>
                </c:pt>
                <c:pt idx="145">
                  <c:v>45358</c:v>
                </c:pt>
                <c:pt idx="146">
                  <c:v>45359</c:v>
                </c:pt>
                <c:pt idx="147">
                  <c:v>45362</c:v>
                </c:pt>
                <c:pt idx="148">
                  <c:v>45363</c:v>
                </c:pt>
                <c:pt idx="149">
                  <c:v>45364</c:v>
                </c:pt>
                <c:pt idx="150">
                  <c:v>45365</c:v>
                </c:pt>
                <c:pt idx="151">
                  <c:v>45366</c:v>
                </c:pt>
                <c:pt idx="152">
                  <c:v>45369</c:v>
                </c:pt>
                <c:pt idx="153">
                  <c:v>45370</c:v>
                </c:pt>
                <c:pt idx="154">
                  <c:v>45371</c:v>
                </c:pt>
                <c:pt idx="155">
                  <c:v>45372</c:v>
                </c:pt>
                <c:pt idx="156">
                  <c:v>45373</c:v>
                </c:pt>
                <c:pt idx="157">
                  <c:v>45376</c:v>
                </c:pt>
                <c:pt idx="158">
                  <c:v>45377</c:v>
                </c:pt>
                <c:pt idx="159">
                  <c:v>45378</c:v>
                </c:pt>
                <c:pt idx="160">
                  <c:v>45379</c:v>
                </c:pt>
                <c:pt idx="161">
                  <c:v>45383</c:v>
                </c:pt>
                <c:pt idx="162">
                  <c:v>45384</c:v>
                </c:pt>
                <c:pt idx="163">
                  <c:v>45385</c:v>
                </c:pt>
                <c:pt idx="164">
                  <c:v>45386</c:v>
                </c:pt>
                <c:pt idx="165">
                  <c:v>45387</c:v>
                </c:pt>
                <c:pt idx="166">
                  <c:v>45390</c:v>
                </c:pt>
                <c:pt idx="167">
                  <c:v>45391</c:v>
                </c:pt>
                <c:pt idx="168">
                  <c:v>45392</c:v>
                </c:pt>
                <c:pt idx="169">
                  <c:v>45393</c:v>
                </c:pt>
                <c:pt idx="170">
                  <c:v>45394</c:v>
                </c:pt>
                <c:pt idx="171">
                  <c:v>45397</c:v>
                </c:pt>
                <c:pt idx="172">
                  <c:v>45398</c:v>
                </c:pt>
                <c:pt idx="173">
                  <c:v>45399</c:v>
                </c:pt>
                <c:pt idx="174">
                  <c:v>45400</c:v>
                </c:pt>
                <c:pt idx="175">
                  <c:v>45401</c:v>
                </c:pt>
                <c:pt idx="176">
                  <c:v>45404</c:v>
                </c:pt>
                <c:pt idx="177">
                  <c:v>45405</c:v>
                </c:pt>
                <c:pt idx="178">
                  <c:v>45406</c:v>
                </c:pt>
                <c:pt idx="179">
                  <c:v>45407</c:v>
                </c:pt>
                <c:pt idx="180">
                  <c:v>45408</c:v>
                </c:pt>
                <c:pt idx="181">
                  <c:v>45411</c:v>
                </c:pt>
                <c:pt idx="182">
                  <c:v>45412</c:v>
                </c:pt>
                <c:pt idx="183">
                  <c:v>45414</c:v>
                </c:pt>
                <c:pt idx="184">
                  <c:v>45415</c:v>
                </c:pt>
                <c:pt idx="185">
                  <c:v>45418</c:v>
                </c:pt>
                <c:pt idx="186">
                  <c:v>45419</c:v>
                </c:pt>
                <c:pt idx="187">
                  <c:v>45420</c:v>
                </c:pt>
                <c:pt idx="188">
                  <c:v>45421</c:v>
                </c:pt>
                <c:pt idx="189">
                  <c:v>45422</c:v>
                </c:pt>
                <c:pt idx="190">
                  <c:v>45425</c:v>
                </c:pt>
                <c:pt idx="191">
                  <c:v>45426</c:v>
                </c:pt>
                <c:pt idx="192">
                  <c:v>45427</c:v>
                </c:pt>
                <c:pt idx="193">
                  <c:v>45428</c:v>
                </c:pt>
                <c:pt idx="194">
                  <c:v>45429</c:v>
                </c:pt>
                <c:pt idx="195">
                  <c:v>45432</c:v>
                </c:pt>
                <c:pt idx="196">
                  <c:v>45433</c:v>
                </c:pt>
                <c:pt idx="197">
                  <c:v>45434</c:v>
                </c:pt>
                <c:pt idx="198">
                  <c:v>45435</c:v>
                </c:pt>
                <c:pt idx="199">
                  <c:v>45436</c:v>
                </c:pt>
                <c:pt idx="200">
                  <c:v>45439</c:v>
                </c:pt>
                <c:pt idx="201">
                  <c:v>45440</c:v>
                </c:pt>
                <c:pt idx="202">
                  <c:v>45441</c:v>
                </c:pt>
                <c:pt idx="203">
                  <c:v>45443</c:v>
                </c:pt>
                <c:pt idx="204">
                  <c:v>45446</c:v>
                </c:pt>
                <c:pt idx="205">
                  <c:v>45447</c:v>
                </c:pt>
                <c:pt idx="206">
                  <c:v>45448</c:v>
                </c:pt>
                <c:pt idx="207">
                  <c:v>45449</c:v>
                </c:pt>
                <c:pt idx="208">
                  <c:v>45450</c:v>
                </c:pt>
                <c:pt idx="209">
                  <c:v>45453</c:v>
                </c:pt>
                <c:pt idx="210">
                  <c:v>45454</c:v>
                </c:pt>
                <c:pt idx="211">
                  <c:v>45455</c:v>
                </c:pt>
                <c:pt idx="212">
                  <c:v>45456</c:v>
                </c:pt>
                <c:pt idx="213">
                  <c:v>45457</c:v>
                </c:pt>
                <c:pt idx="214">
                  <c:v>45460</c:v>
                </c:pt>
                <c:pt idx="215">
                  <c:v>45461</c:v>
                </c:pt>
                <c:pt idx="216">
                  <c:v>45462</c:v>
                </c:pt>
                <c:pt idx="217">
                  <c:v>45463</c:v>
                </c:pt>
                <c:pt idx="218">
                  <c:v>45464</c:v>
                </c:pt>
                <c:pt idx="219">
                  <c:v>45467</c:v>
                </c:pt>
                <c:pt idx="220">
                  <c:v>45468</c:v>
                </c:pt>
                <c:pt idx="221">
                  <c:v>45469</c:v>
                </c:pt>
                <c:pt idx="222">
                  <c:v>45470</c:v>
                </c:pt>
                <c:pt idx="223">
                  <c:v>45471</c:v>
                </c:pt>
                <c:pt idx="224">
                  <c:v>45474</c:v>
                </c:pt>
                <c:pt idx="225">
                  <c:v>45475</c:v>
                </c:pt>
                <c:pt idx="226">
                  <c:v>45476</c:v>
                </c:pt>
                <c:pt idx="227">
                  <c:v>45477</c:v>
                </c:pt>
                <c:pt idx="228">
                  <c:v>45478</c:v>
                </c:pt>
                <c:pt idx="229">
                  <c:v>45481</c:v>
                </c:pt>
                <c:pt idx="230">
                  <c:v>45482</c:v>
                </c:pt>
                <c:pt idx="231">
                  <c:v>45483</c:v>
                </c:pt>
                <c:pt idx="232">
                  <c:v>45484</c:v>
                </c:pt>
                <c:pt idx="233">
                  <c:v>45485</c:v>
                </c:pt>
                <c:pt idx="234">
                  <c:v>45488</c:v>
                </c:pt>
                <c:pt idx="235">
                  <c:v>45489</c:v>
                </c:pt>
                <c:pt idx="236">
                  <c:v>45490</c:v>
                </c:pt>
                <c:pt idx="237">
                  <c:v>45491</c:v>
                </c:pt>
                <c:pt idx="238">
                  <c:v>45492</c:v>
                </c:pt>
                <c:pt idx="239">
                  <c:v>45495</c:v>
                </c:pt>
                <c:pt idx="240">
                  <c:v>45496</c:v>
                </c:pt>
                <c:pt idx="241">
                  <c:v>45497</c:v>
                </c:pt>
                <c:pt idx="242">
                  <c:v>45498</c:v>
                </c:pt>
                <c:pt idx="243">
                  <c:v>45499</c:v>
                </c:pt>
                <c:pt idx="244">
                  <c:v>45502</c:v>
                </c:pt>
                <c:pt idx="245">
                  <c:v>45503</c:v>
                </c:pt>
                <c:pt idx="246">
                  <c:v>45504</c:v>
                </c:pt>
                <c:pt idx="247">
                  <c:v>45505</c:v>
                </c:pt>
                <c:pt idx="248">
                  <c:v>45506</c:v>
                </c:pt>
                <c:pt idx="249">
                  <c:v>45509</c:v>
                </c:pt>
                <c:pt idx="250">
                  <c:v>45510</c:v>
                </c:pt>
                <c:pt idx="251">
                  <c:v>45511</c:v>
                </c:pt>
                <c:pt idx="252">
                  <c:v>45512</c:v>
                </c:pt>
                <c:pt idx="253">
                  <c:v>45513</c:v>
                </c:pt>
                <c:pt idx="254">
                  <c:v>45516</c:v>
                </c:pt>
                <c:pt idx="255">
                  <c:v>45517</c:v>
                </c:pt>
                <c:pt idx="256">
                  <c:v>45518</c:v>
                </c:pt>
                <c:pt idx="257">
                  <c:v>45519</c:v>
                </c:pt>
                <c:pt idx="258">
                  <c:v>45520</c:v>
                </c:pt>
                <c:pt idx="259">
                  <c:v>45523</c:v>
                </c:pt>
                <c:pt idx="260">
                  <c:v>45524</c:v>
                </c:pt>
                <c:pt idx="261">
                  <c:v>45525</c:v>
                </c:pt>
                <c:pt idx="262">
                  <c:v>45526</c:v>
                </c:pt>
                <c:pt idx="263">
                  <c:v>45527</c:v>
                </c:pt>
                <c:pt idx="264">
                  <c:v>45530</c:v>
                </c:pt>
                <c:pt idx="265">
                  <c:v>45531</c:v>
                </c:pt>
                <c:pt idx="266">
                  <c:v>45532</c:v>
                </c:pt>
                <c:pt idx="267">
                  <c:v>45533</c:v>
                </c:pt>
                <c:pt idx="268">
                  <c:v>45534</c:v>
                </c:pt>
                <c:pt idx="269">
                  <c:v>45537</c:v>
                </c:pt>
                <c:pt idx="270">
                  <c:v>45538</c:v>
                </c:pt>
                <c:pt idx="271">
                  <c:v>45539</c:v>
                </c:pt>
                <c:pt idx="272">
                  <c:v>45540</c:v>
                </c:pt>
                <c:pt idx="273">
                  <c:v>45541</c:v>
                </c:pt>
                <c:pt idx="274">
                  <c:v>45544</c:v>
                </c:pt>
                <c:pt idx="275">
                  <c:v>45545</c:v>
                </c:pt>
                <c:pt idx="276">
                  <c:v>45546</c:v>
                </c:pt>
                <c:pt idx="277">
                  <c:v>45547</c:v>
                </c:pt>
                <c:pt idx="278">
                  <c:v>45548</c:v>
                </c:pt>
                <c:pt idx="279">
                  <c:v>45551</c:v>
                </c:pt>
                <c:pt idx="280">
                  <c:v>45552</c:v>
                </c:pt>
                <c:pt idx="281">
                  <c:v>45553</c:v>
                </c:pt>
                <c:pt idx="282">
                  <c:v>45554</c:v>
                </c:pt>
                <c:pt idx="283">
                  <c:v>45555</c:v>
                </c:pt>
                <c:pt idx="284">
                  <c:v>45558</c:v>
                </c:pt>
                <c:pt idx="285">
                  <c:v>45559</c:v>
                </c:pt>
                <c:pt idx="286">
                  <c:v>45560</c:v>
                </c:pt>
                <c:pt idx="287">
                  <c:v>45561</c:v>
                </c:pt>
                <c:pt idx="288">
                  <c:v>45562</c:v>
                </c:pt>
                <c:pt idx="289">
                  <c:v>45565</c:v>
                </c:pt>
                <c:pt idx="290">
                  <c:v>45566</c:v>
                </c:pt>
                <c:pt idx="291">
                  <c:v>45567</c:v>
                </c:pt>
                <c:pt idx="292">
                  <c:v>45568</c:v>
                </c:pt>
                <c:pt idx="293">
                  <c:v>45569</c:v>
                </c:pt>
                <c:pt idx="294">
                  <c:v>45572</c:v>
                </c:pt>
                <c:pt idx="295">
                  <c:v>45573</c:v>
                </c:pt>
                <c:pt idx="296">
                  <c:v>45574</c:v>
                </c:pt>
                <c:pt idx="297">
                  <c:v>45575</c:v>
                </c:pt>
                <c:pt idx="298">
                  <c:v>45576</c:v>
                </c:pt>
                <c:pt idx="299">
                  <c:v>45579</c:v>
                </c:pt>
                <c:pt idx="300">
                  <c:v>45580</c:v>
                </c:pt>
                <c:pt idx="301">
                  <c:v>45581</c:v>
                </c:pt>
                <c:pt idx="302">
                  <c:v>45582</c:v>
                </c:pt>
                <c:pt idx="303">
                  <c:v>45583</c:v>
                </c:pt>
                <c:pt idx="304">
                  <c:v>45586</c:v>
                </c:pt>
                <c:pt idx="305">
                  <c:v>45587</c:v>
                </c:pt>
                <c:pt idx="306">
                  <c:v>45588</c:v>
                </c:pt>
                <c:pt idx="307">
                  <c:v>45589</c:v>
                </c:pt>
                <c:pt idx="308">
                  <c:v>45590</c:v>
                </c:pt>
                <c:pt idx="309">
                  <c:v>45593</c:v>
                </c:pt>
                <c:pt idx="310">
                  <c:v>45594</c:v>
                </c:pt>
                <c:pt idx="311">
                  <c:v>45595</c:v>
                </c:pt>
                <c:pt idx="312">
                  <c:v>45596</c:v>
                </c:pt>
                <c:pt idx="313">
                  <c:v>45597</c:v>
                </c:pt>
                <c:pt idx="314">
                  <c:v>45600</c:v>
                </c:pt>
                <c:pt idx="315">
                  <c:v>45601</c:v>
                </c:pt>
                <c:pt idx="316">
                  <c:v>45602</c:v>
                </c:pt>
                <c:pt idx="317">
                  <c:v>45603</c:v>
                </c:pt>
                <c:pt idx="318">
                  <c:v>45604</c:v>
                </c:pt>
                <c:pt idx="319">
                  <c:v>45607</c:v>
                </c:pt>
                <c:pt idx="320">
                  <c:v>45608</c:v>
                </c:pt>
                <c:pt idx="321">
                  <c:v>45609</c:v>
                </c:pt>
                <c:pt idx="322">
                  <c:v>45610</c:v>
                </c:pt>
                <c:pt idx="323">
                  <c:v>45614</c:v>
                </c:pt>
                <c:pt idx="324">
                  <c:v>45615</c:v>
                </c:pt>
                <c:pt idx="325">
                  <c:v>45617</c:v>
                </c:pt>
                <c:pt idx="326">
                  <c:v>45618</c:v>
                </c:pt>
                <c:pt idx="327">
                  <c:v>45621</c:v>
                </c:pt>
                <c:pt idx="328">
                  <c:v>45622</c:v>
                </c:pt>
                <c:pt idx="329">
                  <c:v>45623</c:v>
                </c:pt>
                <c:pt idx="330">
                  <c:v>45624</c:v>
                </c:pt>
                <c:pt idx="331">
                  <c:v>45625</c:v>
                </c:pt>
                <c:pt idx="332">
                  <c:v>45628</c:v>
                </c:pt>
                <c:pt idx="333">
                  <c:v>45629</c:v>
                </c:pt>
                <c:pt idx="334">
                  <c:v>45630</c:v>
                </c:pt>
                <c:pt idx="335">
                  <c:v>45631</c:v>
                </c:pt>
                <c:pt idx="336">
                  <c:v>45632</c:v>
                </c:pt>
                <c:pt idx="337">
                  <c:v>45635</c:v>
                </c:pt>
                <c:pt idx="338">
                  <c:v>45636</c:v>
                </c:pt>
                <c:pt idx="339">
                  <c:v>45637</c:v>
                </c:pt>
                <c:pt idx="340">
                  <c:v>45638</c:v>
                </c:pt>
                <c:pt idx="341">
                  <c:v>45639</c:v>
                </c:pt>
                <c:pt idx="342">
                  <c:v>45642</c:v>
                </c:pt>
                <c:pt idx="343">
                  <c:v>45643</c:v>
                </c:pt>
                <c:pt idx="344">
                  <c:v>45644</c:v>
                </c:pt>
                <c:pt idx="345">
                  <c:v>45645</c:v>
                </c:pt>
                <c:pt idx="346">
                  <c:v>45646</c:v>
                </c:pt>
                <c:pt idx="347">
                  <c:v>45649</c:v>
                </c:pt>
                <c:pt idx="348">
                  <c:v>45650</c:v>
                </c:pt>
                <c:pt idx="349">
                  <c:v>45652</c:v>
                </c:pt>
                <c:pt idx="350">
                  <c:v>45653</c:v>
                </c:pt>
                <c:pt idx="351">
                  <c:v>45656</c:v>
                </c:pt>
                <c:pt idx="352">
                  <c:v>45657</c:v>
                </c:pt>
                <c:pt idx="353">
                  <c:v>45659</c:v>
                </c:pt>
                <c:pt idx="354">
                  <c:v>45660</c:v>
                </c:pt>
                <c:pt idx="355">
                  <c:v>45663</c:v>
                </c:pt>
                <c:pt idx="356">
                  <c:v>45664</c:v>
                </c:pt>
                <c:pt idx="357">
                  <c:v>45665</c:v>
                </c:pt>
                <c:pt idx="358">
                  <c:v>45666</c:v>
                </c:pt>
                <c:pt idx="359">
                  <c:v>45667</c:v>
                </c:pt>
                <c:pt idx="360">
                  <c:v>45670</c:v>
                </c:pt>
                <c:pt idx="361">
                  <c:v>45671</c:v>
                </c:pt>
                <c:pt idx="362">
                  <c:v>45672</c:v>
                </c:pt>
                <c:pt idx="363">
                  <c:v>45673</c:v>
                </c:pt>
                <c:pt idx="364">
                  <c:v>45674</c:v>
                </c:pt>
                <c:pt idx="365">
                  <c:v>45677</c:v>
                </c:pt>
                <c:pt idx="366">
                  <c:v>45678</c:v>
                </c:pt>
                <c:pt idx="367">
                  <c:v>45679</c:v>
                </c:pt>
                <c:pt idx="368">
                  <c:v>45680</c:v>
                </c:pt>
                <c:pt idx="369">
                  <c:v>45681</c:v>
                </c:pt>
                <c:pt idx="370">
                  <c:v>45684</c:v>
                </c:pt>
                <c:pt idx="371">
                  <c:v>45685</c:v>
                </c:pt>
                <c:pt idx="372">
                  <c:v>45686</c:v>
                </c:pt>
                <c:pt idx="373">
                  <c:v>45687</c:v>
                </c:pt>
                <c:pt idx="374">
                  <c:v>45688</c:v>
                </c:pt>
                <c:pt idx="375">
                  <c:v>45691</c:v>
                </c:pt>
                <c:pt idx="376">
                  <c:v>45692</c:v>
                </c:pt>
                <c:pt idx="377">
                  <c:v>45693</c:v>
                </c:pt>
                <c:pt idx="378">
                  <c:v>45694</c:v>
                </c:pt>
                <c:pt idx="379">
                  <c:v>45695</c:v>
                </c:pt>
                <c:pt idx="380">
                  <c:v>45698</c:v>
                </c:pt>
                <c:pt idx="381">
                  <c:v>45699</c:v>
                </c:pt>
                <c:pt idx="382">
                  <c:v>45700</c:v>
                </c:pt>
                <c:pt idx="383">
                  <c:v>45701</c:v>
                </c:pt>
                <c:pt idx="384">
                  <c:v>45702</c:v>
                </c:pt>
                <c:pt idx="385">
                  <c:v>45705</c:v>
                </c:pt>
                <c:pt idx="386">
                  <c:v>45706</c:v>
                </c:pt>
                <c:pt idx="387">
                  <c:v>45707</c:v>
                </c:pt>
                <c:pt idx="388">
                  <c:v>45708</c:v>
                </c:pt>
                <c:pt idx="389">
                  <c:v>45709</c:v>
                </c:pt>
                <c:pt idx="390">
                  <c:v>45712</c:v>
                </c:pt>
                <c:pt idx="391">
                  <c:v>45713</c:v>
                </c:pt>
                <c:pt idx="392">
                  <c:v>45714</c:v>
                </c:pt>
                <c:pt idx="393">
                  <c:v>45715</c:v>
                </c:pt>
                <c:pt idx="394">
                  <c:v>45716</c:v>
                </c:pt>
                <c:pt idx="395">
                  <c:v>45721</c:v>
                </c:pt>
                <c:pt idx="396">
                  <c:v>45722</c:v>
                </c:pt>
                <c:pt idx="397">
                  <c:v>45723</c:v>
                </c:pt>
                <c:pt idx="398">
                  <c:v>45726</c:v>
                </c:pt>
                <c:pt idx="399">
                  <c:v>45727</c:v>
                </c:pt>
                <c:pt idx="400">
                  <c:v>45728</c:v>
                </c:pt>
                <c:pt idx="401">
                  <c:v>45729</c:v>
                </c:pt>
                <c:pt idx="402">
                  <c:v>45730</c:v>
                </c:pt>
                <c:pt idx="403">
                  <c:v>45733</c:v>
                </c:pt>
                <c:pt idx="404">
                  <c:v>45734</c:v>
                </c:pt>
                <c:pt idx="405">
                  <c:v>45735</c:v>
                </c:pt>
                <c:pt idx="406">
                  <c:v>45736</c:v>
                </c:pt>
                <c:pt idx="407">
                  <c:v>45737</c:v>
                </c:pt>
                <c:pt idx="408">
                  <c:v>45740</c:v>
                </c:pt>
                <c:pt idx="409">
                  <c:v>45741</c:v>
                </c:pt>
                <c:pt idx="410">
                  <c:v>45742</c:v>
                </c:pt>
                <c:pt idx="411">
                  <c:v>45743</c:v>
                </c:pt>
                <c:pt idx="412">
                  <c:v>45744</c:v>
                </c:pt>
                <c:pt idx="413">
                  <c:v>45747</c:v>
                </c:pt>
                <c:pt idx="414">
                  <c:v>45748</c:v>
                </c:pt>
                <c:pt idx="415">
                  <c:v>45749</c:v>
                </c:pt>
                <c:pt idx="416">
                  <c:v>45750</c:v>
                </c:pt>
                <c:pt idx="417">
                  <c:v>45751</c:v>
                </c:pt>
                <c:pt idx="418">
                  <c:v>45754</c:v>
                </c:pt>
                <c:pt idx="419">
                  <c:v>45755</c:v>
                </c:pt>
                <c:pt idx="420">
                  <c:v>45756</c:v>
                </c:pt>
                <c:pt idx="421">
                  <c:v>45757</c:v>
                </c:pt>
                <c:pt idx="422">
                  <c:v>45758</c:v>
                </c:pt>
                <c:pt idx="423">
                  <c:v>45761</c:v>
                </c:pt>
                <c:pt idx="424">
                  <c:v>45762</c:v>
                </c:pt>
                <c:pt idx="425">
                  <c:v>45763</c:v>
                </c:pt>
                <c:pt idx="426">
                  <c:v>45764</c:v>
                </c:pt>
                <c:pt idx="427">
                  <c:v>45769</c:v>
                </c:pt>
                <c:pt idx="428">
                  <c:v>45770</c:v>
                </c:pt>
                <c:pt idx="429">
                  <c:v>45771</c:v>
                </c:pt>
                <c:pt idx="430">
                  <c:v>45772</c:v>
                </c:pt>
                <c:pt idx="431">
                  <c:v>45775</c:v>
                </c:pt>
                <c:pt idx="432">
                  <c:v>45776</c:v>
                </c:pt>
                <c:pt idx="433">
                  <c:v>45777</c:v>
                </c:pt>
                <c:pt idx="434">
                  <c:v>45779</c:v>
                </c:pt>
                <c:pt idx="435">
                  <c:v>45782</c:v>
                </c:pt>
                <c:pt idx="436">
                  <c:v>45783</c:v>
                </c:pt>
                <c:pt idx="437">
                  <c:v>45784</c:v>
                </c:pt>
                <c:pt idx="438">
                  <c:v>45785</c:v>
                </c:pt>
                <c:pt idx="439">
                  <c:v>45786</c:v>
                </c:pt>
                <c:pt idx="440">
                  <c:v>45789</c:v>
                </c:pt>
                <c:pt idx="441">
                  <c:v>45790</c:v>
                </c:pt>
                <c:pt idx="442">
                  <c:v>45791</c:v>
                </c:pt>
                <c:pt idx="443">
                  <c:v>45792</c:v>
                </c:pt>
                <c:pt idx="444">
                  <c:v>45793</c:v>
                </c:pt>
                <c:pt idx="445">
                  <c:v>45796</c:v>
                </c:pt>
                <c:pt idx="446">
                  <c:v>45797</c:v>
                </c:pt>
                <c:pt idx="447">
                  <c:v>45798</c:v>
                </c:pt>
                <c:pt idx="448">
                  <c:v>45799</c:v>
                </c:pt>
                <c:pt idx="449">
                  <c:v>45800</c:v>
                </c:pt>
                <c:pt idx="450">
                  <c:v>45803</c:v>
                </c:pt>
                <c:pt idx="451">
                  <c:v>45804</c:v>
                </c:pt>
                <c:pt idx="452">
                  <c:v>45805</c:v>
                </c:pt>
                <c:pt idx="453">
                  <c:v>45806</c:v>
                </c:pt>
                <c:pt idx="454">
                  <c:v>45807</c:v>
                </c:pt>
                <c:pt idx="455">
                  <c:v>45810</c:v>
                </c:pt>
                <c:pt idx="456">
                  <c:v>45811</c:v>
                </c:pt>
                <c:pt idx="457">
                  <c:v>45812</c:v>
                </c:pt>
                <c:pt idx="458">
                  <c:v>45813</c:v>
                </c:pt>
                <c:pt idx="459">
                  <c:v>45814</c:v>
                </c:pt>
                <c:pt idx="460">
                  <c:v>45817</c:v>
                </c:pt>
                <c:pt idx="461">
                  <c:v>45818</c:v>
                </c:pt>
                <c:pt idx="462">
                  <c:v>45819</c:v>
                </c:pt>
                <c:pt idx="463">
                  <c:v>45820</c:v>
                </c:pt>
                <c:pt idx="464">
                  <c:v>45821</c:v>
                </c:pt>
                <c:pt idx="465">
                  <c:v>45824</c:v>
                </c:pt>
                <c:pt idx="466">
                  <c:v>45825</c:v>
                </c:pt>
                <c:pt idx="467">
                  <c:v>45826</c:v>
                </c:pt>
                <c:pt idx="468">
                  <c:v>45828</c:v>
                </c:pt>
                <c:pt idx="469">
                  <c:v>45831</c:v>
                </c:pt>
                <c:pt idx="470">
                  <c:v>45832</c:v>
                </c:pt>
                <c:pt idx="471">
                  <c:v>45833</c:v>
                </c:pt>
                <c:pt idx="472">
                  <c:v>45834</c:v>
                </c:pt>
                <c:pt idx="473">
                  <c:v>45835</c:v>
                </c:pt>
                <c:pt idx="474">
                  <c:v>45838</c:v>
                </c:pt>
                <c:pt idx="475">
                  <c:v>45839</c:v>
                </c:pt>
                <c:pt idx="476">
                  <c:v>45840</c:v>
                </c:pt>
                <c:pt idx="477">
                  <c:v>45841</c:v>
                </c:pt>
                <c:pt idx="478">
                  <c:v>45842</c:v>
                </c:pt>
                <c:pt idx="479">
                  <c:v>45845</c:v>
                </c:pt>
                <c:pt idx="480">
                  <c:v>45846</c:v>
                </c:pt>
                <c:pt idx="481">
                  <c:v>45847</c:v>
                </c:pt>
                <c:pt idx="482">
                  <c:v>45848</c:v>
                </c:pt>
                <c:pt idx="483">
                  <c:v>45849</c:v>
                </c:pt>
                <c:pt idx="484">
                  <c:v>45852</c:v>
                </c:pt>
                <c:pt idx="485">
                  <c:v>45853</c:v>
                </c:pt>
                <c:pt idx="486">
                  <c:v>45854</c:v>
                </c:pt>
                <c:pt idx="487">
                  <c:v>45855</c:v>
                </c:pt>
                <c:pt idx="488">
                  <c:v>45856</c:v>
                </c:pt>
                <c:pt idx="489">
                  <c:v>45859</c:v>
                </c:pt>
                <c:pt idx="490">
                  <c:v>45860</c:v>
                </c:pt>
                <c:pt idx="491">
                  <c:v>45861</c:v>
                </c:pt>
                <c:pt idx="492">
                  <c:v>45862</c:v>
                </c:pt>
                <c:pt idx="493">
                  <c:v>45863</c:v>
                </c:pt>
                <c:pt idx="494">
                  <c:v>45866</c:v>
                </c:pt>
                <c:pt idx="495">
                  <c:v>45867</c:v>
                </c:pt>
                <c:pt idx="496">
                  <c:v>45868</c:v>
                </c:pt>
                <c:pt idx="497">
                  <c:v>45869</c:v>
                </c:pt>
                <c:pt idx="498">
                  <c:v>45870</c:v>
                </c:pt>
                <c:pt idx="499">
                  <c:v>45873</c:v>
                </c:pt>
                <c:pt idx="500">
                  <c:v>45874</c:v>
                </c:pt>
                <c:pt idx="501">
                  <c:v>45875</c:v>
                </c:pt>
                <c:pt idx="502">
                  <c:v>45876</c:v>
                </c:pt>
                <c:pt idx="503">
                  <c:v>45877</c:v>
                </c:pt>
                <c:pt idx="504">
                  <c:v>45880</c:v>
                </c:pt>
                <c:pt idx="505">
                  <c:v>45881</c:v>
                </c:pt>
                <c:pt idx="506">
                  <c:v>45882</c:v>
                </c:pt>
                <c:pt idx="507">
                  <c:v>45883</c:v>
                </c:pt>
                <c:pt idx="508">
                  <c:v>45884</c:v>
                </c:pt>
                <c:pt idx="509">
                  <c:v>45887</c:v>
                </c:pt>
                <c:pt idx="510">
                  <c:v>45888</c:v>
                </c:pt>
                <c:pt idx="511">
                  <c:v>45889</c:v>
                </c:pt>
                <c:pt idx="512">
                  <c:v>45890</c:v>
                </c:pt>
                <c:pt idx="513">
                  <c:v>45891</c:v>
                </c:pt>
                <c:pt idx="514">
                  <c:v>45894</c:v>
                </c:pt>
                <c:pt idx="515">
                  <c:v>45895</c:v>
                </c:pt>
                <c:pt idx="516">
                  <c:v>45896</c:v>
                </c:pt>
                <c:pt idx="517">
                  <c:v>45897</c:v>
                </c:pt>
                <c:pt idx="518">
                  <c:v>45898</c:v>
                </c:pt>
                <c:pt idx="519">
                  <c:v>45901</c:v>
                </c:pt>
                <c:pt idx="520">
                  <c:v>45902</c:v>
                </c:pt>
                <c:pt idx="521">
                  <c:v>45903</c:v>
                </c:pt>
                <c:pt idx="522">
                  <c:v>45904</c:v>
                </c:pt>
                <c:pt idx="523">
                  <c:v>45905</c:v>
                </c:pt>
                <c:pt idx="524">
                  <c:v>45908</c:v>
                </c:pt>
                <c:pt idx="525">
                  <c:v>45909</c:v>
                </c:pt>
                <c:pt idx="526">
                  <c:v>45910</c:v>
                </c:pt>
                <c:pt idx="527">
                  <c:v>45911</c:v>
                </c:pt>
                <c:pt idx="528">
                  <c:v>45912</c:v>
                </c:pt>
                <c:pt idx="529">
                  <c:v>45915</c:v>
                </c:pt>
                <c:pt idx="530">
                  <c:v>45916</c:v>
                </c:pt>
                <c:pt idx="531">
                  <c:v>45917</c:v>
                </c:pt>
                <c:pt idx="532">
                  <c:v>45918</c:v>
                </c:pt>
                <c:pt idx="533">
                  <c:v>45919</c:v>
                </c:pt>
                <c:pt idx="534">
                  <c:v>45922</c:v>
                </c:pt>
                <c:pt idx="535">
                  <c:v>45923</c:v>
                </c:pt>
                <c:pt idx="536">
                  <c:v>45924</c:v>
                </c:pt>
                <c:pt idx="537">
                  <c:v>45925</c:v>
                </c:pt>
                <c:pt idx="538">
                  <c:v>45926</c:v>
                </c:pt>
                <c:pt idx="539">
                  <c:v>45929</c:v>
                </c:pt>
                <c:pt idx="540">
                  <c:v>45930</c:v>
                </c:pt>
                <c:pt idx="541">
                  <c:v>45931</c:v>
                </c:pt>
                <c:pt idx="542">
                  <c:v>45932</c:v>
                </c:pt>
                <c:pt idx="543">
                  <c:v>45933</c:v>
                </c:pt>
                <c:pt idx="544">
                  <c:v>45936</c:v>
                </c:pt>
                <c:pt idx="545">
                  <c:v>45937</c:v>
                </c:pt>
                <c:pt idx="546">
                  <c:v>45938</c:v>
                </c:pt>
                <c:pt idx="547">
                  <c:v>45939</c:v>
                </c:pt>
                <c:pt idx="548">
                  <c:v>45940</c:v>
                </c:pt>
                <c:pt idx="549">
                  <c:v>45943</c:v>
                </c:pt>
                <c:pt idx="550">
                  <c:v>45944</c:v>
                </c:pt>
                <c:pt idx="551">
                  <c:v>45945</c:v>
                </c:pt>
                <c:pt idx="552">
                  <c:v>45946</c:v>
                </c:pt>
                <c:pt idx="553">
                  <c:v>45947</c:v>
                </c:pt>
                <c:pt idx="554">
                  <c:v>45950</c:v>
                </c:pt>
                <c:pt idx="555">
                  <c:v>45951</c:v>
                </c:pt>
                <c:pt idx="556">
                  <c:v>45952</c:v>
                </c:pt>
                <c:pt idx="557">
                  <c:v>45953</c:v>
                </c:pt>
                <c:pt idx="558">
                  <c:v>45954</c:v>
                </c:pt>
                <c:pt idx="559">
                  <c:v>45957</c:v>
                </c:pt>
                <c:pt idx="560">
                  <c:v>45958</c:v>
                </c:pt>
                <c:pt idx="561">
                  <c:v>45959</c:v>
                </c:pt>
                <c:pt idx="562">
                  <c:v>45960</c:v>
                </c:pt>
                <c:pt idx="563">
                  <c:v>45961</c:v>
                </c:pt>
                <c:pt idx="564">
                  <c:v>45964</c:v>
                </c:pt>
                <c:pt idx="565">
                  <c:v>45965</c:v>
                </c:pt>
                <c:pt idx="566">
                  <c:v>45966</c:v>
                </c:pt>
                <c:pt idx="567">
                  <c:v>45967</c:v>
                </c:pt>
                <c:pt idx="568">
                  <c:v>45968</c:v>
                </c:pt>
                <c:pt idx="569">
                  <c:v>45971</c:v>
                </c:pt>
                <c:pt idx="570">
                  <c:v>45972</c:v>
                </c:pt>
                <c:pt idx="571">
                  <c:v>45973</c:v>
                </c:pt>
                <c:pt idx="572">
                  <c:v>45974</c:v>
                </c:pt>
                <c:pt idx="573">
                  <c:v>45975</c:v>
                </c:pt>
                <c:pt idx="574">
                  <c:v>45978</c:v>
                </c:pt>
                <c:pt idx="575">
                  <c:v>45979</c:v>
                </c:pt>
                <c:pt idx="576">
                  <c:v>45980</c:v>
                </c:pt>
                <c:pt idx="577">
                  <c:v>45982</c:v>
                </c:pt>
                <c:pt idx="578">
                  <c:v>45985</c:v>
                </c:pt>
                <c:pt idx="579">
                  <c:v>45986</c:v>
                </c:pt>
                <c:pt idx="580">
                  <c:v>45987</c:v>
                </c:pt>
                <c:pt idx="581">
                  <c:v>45988</c:v>
                </c:pt>
                <c:pt idx="582">
                  <c:v>45989</c:v>
                </c:pt>
                <c:pt idx="583">
                  <c:v>45992</c:v>
                </c:pt>
                <c:pt idx="584">
                  <c:v>45993</c:v>
                </c:pt>
                <c:pt idx="585">
                  <c:v>45994</c:v>
                </c:pt>
                <c:pt idx="586">
                  <c:v>45995</c:v>
                </c:pt>
                <c:pt idx="587">
                  <c:v>45996</c:v>
                </c:pt>
                <c:pt idx="588">
                  <c:v>45999</c:v>
                </c:pt>
                <c:pt idx="589">
                  <c:v>46000</c:v>
                </c:pt>
                <c:pt idx="590">
                  <c:v>46001</c:v>
                </c:pt>
                <c:pt idx="591">
                  <c:v>46002</c:v>
                </c:pt>
                <c:pt idx="592">
                  <c:v>46003</c:v>
                </c:pt>
                <c:pt idx="593">
                  <c:v>46006</c:v>
                </c:pt>
                <c:pt idx="594">
                  <c:v>46007</c:v>
                </c:pt>
                <c:pt idx="595">
                  <c:v>46008</c:v>
                </c:pt>
                <c:pt idx="596">
                  <c:v>46009</c:v>
                </c:pt>
                <c:pt idx="597">
                  <c:v>46010</c:v>
                </c:pt>
                <c:pt idx="598">
                  <c:v>46013</c:v>
                </c:pt>
                <c:pt idx="599">
                  <c:v>46014</c:v>
                </c:pt>
                <c:pt idx="600">
                  <c:v>46015</c:v>
                </c:pt>
                <c:pt idx="601">
                  <c:v>46017</c:v>
                </c:pt>
                <c:pt idx="602">
                  <c:v>46020</c:v>
                </c:pt>
                <c:pt idx="603">
                  <c:v>46021</c:v>
                </c:pt>
                <c:pt idx="604">
                  <c:v>46022</c:v>
                </c:pt>
                <c:pt idx="605">
                  <c:v>46024</c:v>
                </c:pt>
                <c:pt idx="606">
                  <c:v>46027</c:v>
                </c:pt>
                <c:pt idx="607">
                  <c:v>46028</c:v>
                </c:pt>
                <c:pt idx="608">
                  <c:v>46029</c:v>
                </c:pt>
                <c:pt idx="609">
                  <c:v>46030</c:v>
                </c:pt>
                <c:pt idx="610">
                  <c:v>46031</c:v>
                </c:pt>
                <c:pt idx="611">
                  <c:v>46034</c:v>
                </c:pt>
                <c:pt idx="612">
                  <c:v>46035</c:v>
                </c:pt>
                <c:pt idx="613">
                  <c:v>46036</c:v>
                </c:pt>
                <c:pt idx="614">
                  <c:v>46037</c:v>
                </c:pt>
                <c:pt idx="615">
                  <c:v>46038</c:v>
                </c:pt>
                <c:pt idx="616">
                  <c:v>46041</c:v>
                </c:pt>
                <c:pt idx="617">
                  <c:v>46042</c:v>
                </c:pt>
                <c:pt idx="618">
                  <c:v>46043</c:v>
                </c:pt>
                <c:pt idx="619">
                  <c:v>46044</c:v>
                </c:pt>
                <c:pt idx="620">
                  <c:v>46045</c:v>
                </c:pt>
                <c:pt idx="621">
                  <c:v>46048</c:v>
                </c:pt>
                <c:pt idx="622">
                  <c:v>46049</c:v>
                </c:pt>
                <c:pt idx="623">
                  <c:v>46050</c:v>
                </c:pt>
                <c:pt idx="624">
                  <c:v>46051</c:v>
                </c:pt>
                <c:pt idx="625">
                  <c:v>46052</c:v>
                </c:pt>
                <c:pt idx="626">
                  <c:v>46055</c:v>
                </c:pt>
                <c:pt idx="627">
                  <c:v>46056</c:v>
                </c:pt>
                <c:pt idx="628">
                  <c:v>46057</c:v>
                </c:pt>
                <c:pt idx="629">
                  <c:v>46058</c:v>
                </c:pt>
                <c:pt idx="630">
                  <c:v>46059</c:v>
                </c:pt>
                <c:pt idx="631">
                  <c:v>46062</c:v>
                </c:pt>
                <c:pt idx="632">
                  <c:v>46063</c:v>
                </c:pt>
                <c:pt idx="633">
                  <c:v>46064</c:v>
                </c:pt>
                <c:pt idx="634">
                  <c:v>46065</c:v>
                </c:pt>
                <c:pt idx="635">
                  <c:v>46066</c:v>
                </c:pt>
                <c:pt idx="636">
                  <c:v>46071</c:v>
                </c:pt>
                <c:pt idx="637">
                  <c:v>46072</c:v>
                </c:pt>
                <c:pt idx="638">
                  <c:v>46073</c:v>
                </c:pt>
                <c:pt idx="639">
                  <c:v>46076</c:v>
                </c:pt>
                <c:pt idx="640">
                  <c:v>46077</c:v>
                </c:pt>
                <c:pt idx="641">
                  <c:v>46078</c:v>
                </c:pt>
                <c:pt idx="642">
                  <c:v>46079</c:v>
                </c:pt>
                <c:pt idx="643">
                  <c:v>46080</c:v>
                </c:pt>
                <c:pt idx="644">
                  <c:v>46083</c:v>
                </c:pt>
                <c:pt idx="645">
                  <c:v>46084</c:v>
                </c:pt>
                <c:pt idx="646">
                  <c:v>46085</c:v>
                </c:pt>
                <c:pt idx="647">
                  <c:v>46086</c:v>
                </c:pt>
                <c:pt idx="648">
                  <c:v>46087</c:v>
                </c:pt>
                <c:pt idx="649">
                  <c:v>46090</c:v>
                </c:pt>
                <c:pt idx="650">
                  <c:v>46091</c:v>
                </c:pt>
                <c:pt idx="651">
                  <c:v>46092</c:v>
                </c:pt>
                <c:pt idx="652">
                  <c:v>46093</c:v>
                </c:pt>
                <c:pt idx="653">
                  <c:v>46094</c:v>
                </c:pt>
                <c:pt idx="654">
                  <c:v>46097</c:v>
                </c:pt>
                <c:pt idx="655">
                  <c:v>46098</c:v>
                </c:pt>
                <c:pt idx="656">
                  <c:v>46099</c:v>
                </c:pt>
                <c:pt idx="657">
                  <c:v>46100</c:v>
                </c:pt>
                <c:pt idx="658">
                  <c:v>46101</c:v>
                </c:pt>
                <c:pt idx="659">
                  <c:v>46104</c:v>
                </c:pt>
                <c:pt idx="660">
                  <c:v>46105</c:v>
                </c:pt>
                <c:pt idx="661">
                  <c:v>46106</c:v>
                </c:pt>
                <c:pt idx="662">
                  <c:v>46107</c:v>
                </c:pt>
                <c:pt idx="663">
                  <c:v>46108</c:v>
                </c:pt>
                <c:pt idx="664">
                  <c:v>46111</c:v>
                </c:pt>
                <c:pt idx="665">
                  <c:v>46112</c:v>
                </c:pt>
                <c:pt idx="666">
                  <c:v>46113</c:v>
                </c:pt>
                <c:pt idx="667">
                  <c:v>46114</c:v>
                </c:pt>
                <c:pt idx="668">
                  <c:v>46118</c:v>
                </c:pt>
                <c:pt idx="669">
                  <c:v>46119</c:v>
                </c:pt>
                <c:pt idx="670">
                  <c:v>46120</c:v>
                </c:pt>
                <c:pt idx="671">
                  <c:v>46121</c:v>
                </c:pt>
                <c:pt idx="672">
                  <c:v>46122</c:v>
                </c:pt>
                <c:pt idx="673">
                  <c:v>46125</c:v>
                </c:pt>
                <c:pt idx="674">
                  <c:v>46126</c:v>
                </c:pt>
                <c:pt idx="675">
                  <c:v>46127</c:v>
                </c:pt>
                <c:pt idx="676">
                  <c:v>46128</c:v>
                </c:pt>
                <c:pt idx="677">
                  <c:v>46129</c:v>
                </c:pt>
                <c:pt idx="678">
                  <c:v>46132</c:v>
                </c:pt>
                <c:pt idx="679">
                  <c:v>46134</c:v>
                </c:pt>
                <c:pt idx="680">
                  <c:v>46135</c:v>
                </c:pt>
                <c:pt idx="681">
                  <c:v>46136</c:v>
                </c:pt>
                <c:pt idx="682">
                  <c:v>46139</c:v>
                </c:pt>
                <c:pt idx="683">
                  <c:v>46140</c:v>
                </c:pt>
                <c:pt idx="684">
                  <c:v>46141</c:v>
                </c:pt>
                <c:pt idx="685">
                  <c:v>46142</c:v>
                </c:pt>
                <c:pt idx="686">
                  <c:v>46146</c:v>
                </c:pt>
                <c:pt idx="687">
                  <c:v>46147</c:v>
                </c:pt>
                <c:pt idx="688">
                  <c:v>46148</c:v>
                </c:pt>
                <c:pt idx="689">
                  <c:v>46149</c:v>
                </c:pt>
                <c:pt idx="690">
                  <c:v>46150</c:v>
                </c:pt>
                <c:pt idx="691">
                  <c:v>46153</c:v>
                </c:pt>
                <c:pt idx="692">
                  <c:v>46154</c:v>
                </c:pt>
                <c:pt idx="693">
                  <c:v>46155</c:v>
                </c:pt>
                <c:pt idx="694">
                  <c:v>46156</c:v>
                </c:pt>
                <c:pt idx="695">
                  <c:v>46157</c:v>
                </c:pt>
                <c:pt idx="696">
                  <c:v>46160</c:v>
                </c:pt>
                <c:pt idx="697">
                  <c:v>46161</c:v>
                </c:pt>
                <c:pt idx="698">
                  <c:v>46162</c:v>
                </c:pt>
                <c:pt idx="699">
                  <c:v>46163</c:v>
                </c:pt>
                <c:pt idx="700">
                  <c:v>46164</c:v>
                </c:pt>
                <c:pt idx="701">
                  <c:v>46167</c:v>
                </c:pt>
                <c:pt idx="702">
                  <c:v>46168</c:v>
                </c:pt>
                <c:pt idx="703">
                  <c:v>46169</c:v>
                </c:pt>
                <c:pt idx="704">
                  <c:v>46170</c:v>
                </c:pt>
                <c:pt idx="705">
                  <c:v>46171</c:v>
                </c:pt>
                <c:pt idx="706">
                  <c:v>46174</c:v>
                </c:pt>
                <c:pt idx="707">
                  <c:v>46175</c:v>
                </c:pt>
                <c:pt idx="708">
                  <c:v>46176</c:v>
                </c:pt>
                <c:pt idx="709">
                  <c:v>46178</c:v>
                </c:pt>
                <c:pt idx="710">
                  <c:v>46181</c:v>
                </c:pt>
                <c:pt idx="711">
                  <c:v>46182</c:v>
                </c:pt>
                <c:pt idx="712">
                  <c:v>46183</c:v>
                </c:pt>
                <c:pt idx="713">
                  <c:v>46184</c:v>
                </c:pt>
                <c:pt idx="714">
                  <c:v>46185</c:v>
                </c:pt>
                <c:pt idx="715">
                  <c:v>46188</c:v>
                </c:pt>
                <c:pt idx="716">
                  <c:v>46189</c:v>
                </c:pt>
                <c:pt idx="717">
                  <c:v>46190</c:v>
                </c:pt>
                <c:pt idx="718">
                  <c:v>46191</c:v>
                </c:pt>
                <c:pt idx="719">
                  <c:v>46192</c:v>
                </c:pt>
                <c:pt idx="720">
                  <c:v>46195</c:v>
                </c:pt>
                <c:pt idx="721">
                  <c:v>46196</c:v>
                </c:pt>
                <c:pt idx="722">
                  <c:v>46197</c:v>
                </c:pt>
                <c:pt idx="723">
                  <c:v>46198</c:v>
                </c:pt>
                <c:pt idx="724">
                  <c:v>46199</c:v>
                </c:pt>
                <c:pt idx="725">
                  <c:v>46202</c:v>
                </c:pt>
                <c:pt idx="726">
                  <c:v>46203</c:v>
                </c:pt>
                <c:pt idx="727">
                  <c:v>46204</c:v>
                </c:pt>
                <c:pt idx="728">
                  <c:v>46205</c:v>
                </c:pt>
                <c:pt idx="729">
                  <c:v>46206</c:v>
                </c:pt>
                <c:pt idx="730">
                  <c:v>46209</c:v>
                </c:pt>
                <c:pt idx="731">
                  <c:v>46210</c:v>
                </c:pt>
                <c:pt idx="732">
                  <c:v>46211</c:v>
                </c:pt>
                <c:pt idx="733">
                  <c:v>46212</c:v>
                </c:pt>
                <c:pt idx="734">
                  <c:v>46213</c:v>
                </c:pt>
                <c:pt idx="735">
                  <c:v>46216</c:v>
                </c:pt>
                <c:pt idx="736">
                  <c:v>46217</c:v>
                </c:pt>
                <c:pt idx="737">
                  <c:v>46218</c:v>
                </c:pt>
                <c:pt idx="738">
                  <c:v>46219</c:v>
                </c:pt>
                <c:pt idx="739">
                  <c:v>46220</c:v>
                </c:pt>
                <c:pt idx="740">
                  <c:v>46223</c:v>
                </c:pt>
                <c:pt idx="741">
                  <c:v>46224</c:v>
                </c:pt>
                <c:pt idx="742">
                  <c:v>46225</c:v>
                </c:pt>
                <c:pt idx="743">
                  <c:v>46226</c:v>
                </c:pt>
                <c:pt idx="744">
                  <c:v>46227</c:v>
                </c:pt>
                <c:pt idx="745">
                  <c:v>46230</c:v>
                </c:pt>
                <c:pt idx="746">
                  <c:v>46231</c:v>
                </c:pt>
                <c:pt idx="747">
                  <c:v>46232</c:v>
                </c:pt>
                <c:pt idx="748">
                  <c:v>46233</c:v>
                </c:pt>
                <c:pt idx="749">
                  <c:v>46234</c:v>
                </c:pt>
                <c:pt idx="750">
                  <c:v>46237</c:v>
                </c:pt>
                <c:pt idx="751">
                  <c:v>46238</c:v>
                </c:pt>
                <c:pt idx="752">
                  <c:v>46239</c:v>
                </c:pt>
                <c:pt idx="753">
                  <c:v>46240</c:v>
                </c:pt>
                <c:pt idx="754">
                  <c:v>46241</c:v>
                </c:pt>
                <c:pt idx="755">
                  <c:v>46244</c:v>
                </c:pt>
                <c:pt idx="756">
                  <c:v>46245</c:v>
                </c:pt>
                <c:pt idx="757">
                  <c:v>46246</c:v>
                </c:pt>
                <c:pt idx="758">
                  <c:v>46247</c:v>
                </c:pt>
                <c:pt idx="759">
                  <c:v>46248</c:v>
                </c:pt>
                <c:pt idx="760">
                  <c:v>46251</c:v>
                </c:pt>
                <c:pt idx="761">
                  <c:v>46252</c:v>
                </c:pt>
                <c:pt idx="762">
                  <c:v>46253</c:v>
                </c:pt>
                <c:pt idx="763">
                  <c:v>46254</c:v>
                </c:pt>
                <c:pt idx="764">
                  <c:v>46255</c:v>
                </c:pt>
                <c:pt idx="765">
                  <c:v>46258</c:v>
                </c:pt>
                <c:pt idx="766">
                  <c:v>46259</c:v>
                </c:pt>
                <c:pt idx="767">
                  <c:v>46260</c:v>
                </c:pt>
                <c:pt idx="768">
                  <c:v>46261</c:v>
                </c:pt>
                <c:pt idx="769">
                  <c:v>46262</c:v>
                </c:pt>
              </c:numCache>
            </c:numRef>
          </c:cat>
          <c:val>
            <c:numRef>
              <c:f>'Component treatment'!$AQ$5:$AQ$50000</c:f>
              <c:numCache>
                <c:formatCode>0.0%</c:formatCode>
                <c:ptCount val="49996"/>
                <c:pt idx="0">
                  <c:v>0.07366328227292718</c:v>
                </c:pt>
                <c:pt idx="1">
                  <c:v>0.07366328227292718</c:v>
                </c:pt>
                <c:pt idx="2">
                  <c:v>0.07366328227292718</c:v>
                </c:pt>
                <c:pt idx="3">
                  <c:v>0.07366328227292718</c:v>
                </c:pt>
                <c:pt idx="4">
                  <c:v>0.07366328227292718</c:v>
                </c:pt>
                <c:pt idx="5">
                  <c:v>0.07366328227292718</c:v>
                </c:pt>
                <c:pt idx="6">
                  <c:v>0.07366328227292718</c:v>
                </c:pt>
                <c:pt idx="7">
                  <c:v>0.07366328227292718</c:v>
                </c:pt>
                <c:pt idx="8">
                  <c:v>0.07366328227292718</c:v>
                </c:pt>
                <c:pt idx="9">
                  <c:v>0.07366328227292718</c:v>
                </c:pt>
                <c:pt idx="10">
                  <c:v>0.07366328227292718</c:v>
                </c:pt>
                <c:pt idx="11">
                  <c:v>0.07366328227292718</c:v>
                </c:pt>
                <c:pt idx="12">
                  <c:v>0.07366328227292718</c:v>
                </c:pt>
                <c:pt idx="13">
                  <c:v>0.07366328227292718</c:v>
                </c:pt>
                <c:pt idx="14">
                  <c:v>0.07366328227292718</c:v>
                </c:pt>
                <c:pt idx="15">
                  <c:v>0.07366328227292718</c:v>
                </c:pt>
                <c:pt idx="16">
                  <c:v>0.07366328227292718</c:v>
                </c:pt>
                <c:pt idx="17">
                  <c:v>0.07366328227292718</c:v>
                </c:pt>
                <c:pt idx="18">
                  <c:v>0.07366328227292718</c:v>
                </c:pt>
                <c:pt idx="19">
                  <c:v>0.07366328227292718</c:v>
                </c:pt>
                <c:pt idx="20">
                  <c:v>0.07366328227292718</c:v>
                </c:pt>
                <c:pt idx="21">
                  <c:v>0.07366328227292718</c:v>
                </c:pt>
                <c:pt idx="22">
                  <c:v>0.07366328227292718</c:v>
                </c:pt>
                <c:pt idx="23">
                  <c:v>0.07366328227292718</c:v>
                </c:pt>
                <c:pt idx="24">
                  <c:v>0.07366328227292718</c:v>
                </c:pt>
                <c:pt idx="25">
                  <c:v>0.07366328227292718</c:v>
                </c:pt>
                <c:pt idx="26">
                  <c:v>0.07366328227292718</c:v>
                </c:pt>
                <c:pt idx="27">
                  <c:v>0.07366328227292718</c:v>
                </c:pt>
                <c:pt idx="28">
                  <c:v>0.07366328227292718</c:v>
                </c:pt>
                <c:pt idx="29">
                  <c:v>0.07366328227292718</c:v>
                </c:pt>
                <c:pt idx="30">
                  <c:v>0.07366328227292718</c:v>
                </c:pt>
                <c:pt idx="31">
                  <c:v>0.07366328227292718</c:v>
                </c:pt>
                <c:pt idx="32">
                  <c:v>0.07366328227292718</c:v>
                </c:pt>
                <c:pt idx="33">
                  <c:v>0.07366328227292718</c:v>
                </c:pt>
                <c:pt idx="34">
                  <c:v>0.07366328227292718</c:v>
                </c:pt>
                <c:pt idx="35">
                  <c:v>0.07366328227292718</c:v>
                </c:pt>
                <c:pt idx="36">
                  <c:v>0.07366328227292718</c:v>
                </c:pt>
                <c:pt idx="37">
                  <c:v>0.07366328227292718</c:v>
                </c:pt>
                <c:pt idx="38">
                  <c:v>0.07366328227292718</c:v>
                </c:pt>
                <c:pt idx="39">
                  <c:v>0.07366328227292718</c:v>
                </c:pt>
                <c:pt idx="40">
                  <c:v>0.07366328227292718</c:v>
                </c:pt>
                <c:pt idx="41">
                  <c:v>0.07366328227292718</c:v>
                </c:pt>
                <c:pt idx="42">
                  <c:v>0.07366328227292718</c:v>
                </c:pt>
                <c:pt idx="43">
                  <c:v>0.07366328227292718</c:v>
                </c:pt>
                <c:pt idx="44">
                  <c:v>0.07366328227292718</c:v>
                </c:pt>
                <c:pt idx="45">
                  <c:v>0.07366328227292718</c:v>
                </c:pt>
                <c:pt idx="46">
                  <c:v>0.07366328227292718</c:v>
                </c:pt>
                <c:pt idx="47">
                  <c:v>0.07366328227292718</c:v>
                </c:pt>
                <c:pt idx="48">
                  <c:v>0.07366328227292718</c:v>
                </c:pt>
                <c:pt idx="49">
                  <c:v>0.07366328227292718</c:v>
                </c:pt>
                <c:pt idx="50">
                  <c:v>0.07366328227292718</c:v>
                </c:pt>
                <c:pt idx="51">
                  <c:v>0.07366328227292718</c:v>
                </c:pt>
                <c:pt idx="52">
                  <c:v>0.07366328227292718</c:v>
                </c:pt>
                <c:pt idx="53">
                  <c:v>0.07366328227292718</c:v>
                </c:pt>
                <c:pt idx="54">
                  <c:v>0.07366328227292718</c:v>
                </c:pt>
                <c:pt idx="55">
                  <c:v>0.07366328227292718</c:v>
                </c:pt>
                <c:pt idx="56">
                  <c:v>0.07366328227292718</c:v>
                </c:pt>
                <c:pt idx="57">
                  <c:v>0.07366328227292718</c:v>
                </c:pt>
                <c:pt idx="58">
                  <c:v>0.07366328227292718</c:v>
                </c:pt>
                <c:pt idx="59">
                  <c:v>0.07366328227292718</c:v>
                </c:pt>
                <c:pt idx="60">
                  <c:v>0.07366328227292718</c:v>
                </c:pt>
                <c:pt idx="61">
                  <c:v>0.07366328227292718</c:v>
                </c:pt>
                <c:pt idx="62">
                  <c:v>0.07366328227292718</c:v>
                </c:pt>
                <c:pt idx="63">
                  <c:v>0.07366328227292718</c:v>
                </c:pt>
                <c:pt idx="64">
                  <c:v>0.07366328227292718</c:v>
                </c:pt>
                <c:pt idx="65">
                  <c:v>0.07366328227292718</c:v>
                </c:pt>
                <c:pt idx="66">
                  <c:v>0.07366328227292718</c:v>
                </c:pt>
                <c:pt idx="67">
                  <c:v>0.07366328227292718</c:v>
                </c:pt>
                <c:pt idx="68">
                  <c:v>0.07366328227292718</c:v>
                </c:pt>
                <c:pt idx="69">
                  <c:v>0.07366328227292718</c:v>
                </c:pt>
                <c:pt idx="70">
                  <c:v>0.07366328227292718</c:v>
                </c:pt>
                <c:pt idx="71">
                  <c:v>0.07366328227292718</c:v>
                </c:pt>
                <c:pt idx="72">
                  <c:v>0.07366328227292718</c:v>
                </c:pt>
                <c:pt idx="73">
                  <c:v>0.07366328227292718</c:v>
                </c:pt>
                <c:pt idx="74">
                  <c:v>0.07366328227292718</c:v>
                </c:pt>
                <c:pt idx="75">
                  <c:v>0.07366328227292718</c:v>
                </c:pt>
                <c:pt idx="76">
                  <c:v>0.07366328227292718</c:v>
                </c:pt>
                <c:pt idx="77">
                  <c:v>0.07366328227292718</c:v>
                </c:pt>
                <c:pt idx="78">
                  <c:v>0.07366328227292718</c:v>
                </c:pt>
                <c:pt idx="79">
                  <c:v>0.07366328227292718</c:v>
                </c:pt>
                <c:pt idx="80">
                  <c:v>0.07366328227292718</c:v>
                </c:pt>
                <c:pt idx="81">
                  <c:v>0.07366328227292718</c:v>
                </c:pt>
                <c:pt idx="82">
                  <c:v>0.07366328227292718</c:v>
                </c:pt>
                <c:pt idx="83">
                  <c:v>0.07366328227292718</c:v>
                </c:pt>
                <c:pt idx="84">
                  <c:v>0.07366328227292718</c:v>
                </c:pt>
                <c:pt idx="85">
                  <c:v>0.07366328227292718</c:v>
                </c:pt>
                <c:pt idx="86">
                  <c:v>0.07366328227292718</c:v>
                </c:pt>
                <c:pt idx="87">
                  <c:v>0.07366328227292718</c:v>
                </c:pt>
                <c:pt idx="88">
                  <c:v>0.07366328227292718</c:v>
                </c:pt>
                <c:pt idx="89">
                  <c:v>0.07366328227292718</c:v>
                </c:pt>
                <c:pt idx="90">
                  <c:v>0.07366328227292718</c:v>
                </c:pt>
                <c:pt idx="91">
                  <c:v>0.07366328227292718</c:v>
                </c:pt>
                <c:pt idx="92">
                  <c:v>0.07366328227292718</c:v>
                </c:pt>
                <c:pt idx="93">
                  <c:v>0.07366328227292718</c:v>
                </c:pt>
                <c:pt idx="94">
                  <c:v>0.07366328227292718</c:v>
                </c:pt>
                <c:pt idx="95">
                  <c:v>0.07366328227292718</c:v>
                </c:pt>
                <c:pt idx="96">
                  <c:v>0.07366328227292718</c:v>
                </c:pt>
                <c:pt idx="97">
                  <c:v>0.07366328227292718</c:v>
                </c:pt>
                <c:pt idx="98">
                  <c:v>0.07366328227292718</c:v>
                </c:pt>
                <c:pt idx="99">
                  <c:v>0.07366328227292718</c:v>
                </c:pt>
                <c:pt idx="100">
                  <c:v>0.07366328227292718</c:v>
                </c:pt>
                <c:pt idx="101">
                  <c:v>0.07366328227292718</c:v>
                </c:pt>
                <c:pt idx="102">
                  <c:v>0.07366328227292718</c:v>
                </c:pt>
                <c:pt idx="103">
                  <c:v>0.07366328227292718</c:v>
                </c:pt>
                <c:pt idx="104">
                  <c:v>0.07366328227292718</c:v>
                </c:pt>
                <c:pt idx="105">
                  <c:v>0.07366328227292718</c:v>
                </c:pt>
                <c:pt idx="106">
                  <c:v>0.07366328227292718</c:v>
                </c:pt>
                <c:pt idx="107">
                  <c:v>0.07366328227292718</c:v>
                </c:pt>
                <c:pt idx="108">
                  <c:v>0.07366328227292718</c:v>
                </c:pt>
                <c:pt idx="109">
                  <c:v>0.07366328227292718</c:v>
                </c:pt>
                <c:pt idx="110">
                  <c:v>0.07366328227292718</c:v>
                </c:pt>
                <c:pt idx="111">
                  <c:v>0.07366328227292718</c:v>
                </c:pt>
                <c:pt idx="112">
                  <c:v>0.07366328227292718</c:v>
                </c:pt>
                <c:pt idx="113">
                  <c:v>0.07366328227292718</c:v>
                </c:pt>
                <c:pt idx="114">
                  <c:v>0.07366328227292718</c:v>
                </c:pt>
                <c:pt idx="115">
                  <c:v>0.07366328227292718</c:v>
                </c:pt>
                <c:pt idx="116">
                  <c:v>0.07366328227292718</c:v>
                </c:pt>
                <c:pt idx="117">
                  <c:v>0.07366328227292718</c:v>
                </c:pt>
                <c:pt idx="118">
                  <c:v>0.07366328227292718</c:v>
                </c:pt>
                <c:pt idx="119">
                  <c:v>0.07366328227292718</c:v>
                </c:pt>
                <c:pt idx="120">
                  <c:v>0.07366328227292718</c:v>
                </c:pt>
                <c:pt idx="121">
                  <c:v>0.07366328227292718</c:v>
                </c:pt>
                <c:pt idx="122">
                  <c:v>0.07366328227292718</c:v>
                </c:pt>
                <c:pt idx="123">
                  <c:v>0.07366328227292718</c:v>
                </c:pt>
                <c:pt idx="124">
                  <c:v>0.07366328227292718</c:v>
                </c:pt>
                <c:pt idx="125">
                  <c:v>0.07366328227292718</c:v>
                </c:pt>
                <c:pt idx="126">
                  <c:v>0.07366328227292718</c:v>
                </c:pt>
                <c:pt idx="127">
                  <c:v>0.07366328227292718</c:v>
                </c:pt>
                <c:pt idx="128">
                  <c:v>0.07366328227292718</c:v>
                </c:pt>
                <c:pt idx="129">
                  <c:v>0.07366328227292718</c:v>
                </c:pt>
                <c:pt idx="130">
                  <c:v>0.07366328227292718</c:v>
                </c:pt>
                <c:pt idx="131">
                  <c:v>0.07366328227292718</c:v>
                </c:pt>
                <c:pt idx="132">
                  <c:v>0.07366328227292718</c:v>
                </c:pt>
                <c:pt idx="133">
                  <c:v>0.07366328227292718</c:v>
                </c:pt>
                <c:pt idx="134">
                  <c:v>0.07366328227292718</c:v>
                </c:pt>
                <c:pt idx="135">
                  <c:v>0.07366328227292718</c:v>
                </c:pt>
                <c:pt idx="136">
                  <c:v>0.07366328227292718</c:v>
                </c:pt>
                <c:pt idx="137">
                  <c:v>0.07366328227292718</c:v>
                </c:pt>
                <c:pt idx="138">
                  <c:v>0.07366328227292718</c:v>
                </c:pt>
                <c:pt idx="139">
                  <c:v>0.07366328227292718</c:v>
                </c:pt>
                <c:pt idx="140">
                  <c:v>0.07366328227292718</c:v>
                </c:pt>
                <c:pt idx="141">
                  <c:v>0.07366328227292718</c:v>
                </c:pt>
                <c:pt idx="142">
                  <c:v>0.07366328227292718</c:v>
                </c:pt>
                <c:pt idx="143">
                  <c:v>0.07366328227292718</c:v>
                </c:pt>
                <c:pt idx="144">
                  <c:v>0.07366328227292718</c:v>
                </c:pt>
                <c:pt idx="145">
                  <c:v>0.07366328227292718</c:v>
                </c:pt>
                <c:pt idx="146">
                  <c:v>0.07366328227292718</c:v>
                </c:pt>
                <c:pt idx="147">
                  <c:v>0.07366328227292718</c:v>
                </c:pt>
                <c:pt idx="148">
                  <c:v>0.07366328227292718</c:v>
                </c:pt>
                <c:pt idx="149">
                  <c:v>0.07366328227292718</c:v>
                </c:pt>
                <c:pt idx="150">
                  <c:v>0.07366328227292718</c:v>
                </c:pt>
                <c:pt idx="151">
                  <c:v>0.07366328227292718</c:v>
                </c:pt>
                <c:pt idx="152">
                  <c:v>0.07366328227292718</c:v>
                </c:pt>
                <c:pt idx="153">
                  <c:v>0.07366328227292718</c:v>
                </c:pt>
                <c:pt idx="154">
                  <c:v>0.07366328227292718</c:v>
                </c:pt>
                <c:pt idx="155">
                  <c:v>0.07366328227292718</c:v>
                </c:pt>
                <c:pt idx="156">
                  <c:v>0.07366328227292718</c:v>
                </c:pt>
                <c:pt idx="157">
                  <c:v>0.07366328227292718</c:v>
                </c:pt>
                <c:pt idx="158">
                  <c:v>0.07366328227292718</c:v>
                </c:pt>
                <c:pt idx="159">
                  <c:v>0.07366328227292718</c:v>
                </c:pt>
                <c:pt idx="160">
                  <c:v>0.07366328227292718</c:v>
                </c:pt>
                <c:pt idx="161">
                  <c:v>0.07366328227292718</c:v>
                </c:pt>
                <c:pt idx="162">
                  <c:v>0.07366328227292718</c:v>
                </c:pt>
                <c:pt idx="163">
                  <c:v>0.07366328227292718</c:v>
                </c:pt>
                <c:pt idx="164">
                  <c:v>0.07366328227292718</c:v>
                </c:pt>
                <c:pt idx="165">
                  <c:v>0.07366328227292718</c:v>
                </c:pt>
                <c:pt idx="166">
                  <c:v>0.07366328227292718</c:v>
                </c:pt>
                <c:pt idx="167">
                  <c:v>0.07366328227292718</c:v>
                </c:pt>
                <c:pt idx="168">
                  <c:v>0.07366328227292718</c:v>
                </c:pt>
                <c:pt idx="169">
                  <c:v>0.07366328227292718</c:v>
                </c:pt>
                <c:pt idx="170">
                  <c:v>0.07366328227292718</c:v>
                </c:pt>
                <c:pt idx="171">
                  <c:v>0.07366328227292718</c:v>
                </c:pt>
                <c:pt idx="172">
                  <c:v>0.07366328227292718</c:v>
                </c:pt>
                <c:pt idx="173">
                  <c:v>0.07366328227292718</c:v>
                </c:pt>
                <c:pt idx="174">
                  <c:v>0.07366328227292718</c:v>
                </c:pt>
                <c:pt idx="175">
                  <c:v>0.07366328227292718</c:v>
                </c:pt>
                <c:pt idx="176">
                  <c:v>0.07366328227292718</c:v>
                </c:pt>
                <c:pt idx="177">
                  <c:v>0.07366328227292718</c:v>
                </c:pt>
                <c:pt idx="178">
                  <c:v>0.07366328227292718</c:v>
                </c:pt>
                <c:pt idx="179">
                  <c:v>0.07366328227292718</c:v>
                </c:pt>
                <c:pt idx="180">
                  <c:v>0.07366328227292718</c:v>
                </c:pt>
                <c:pt idx="181">
                  <c:v>0.07366328227292718</c:v>
                </c:pt>
                <c:pt idx="182">
                  <c:v>0.07366328227292718</c:v>
                </c:pt>
                <c:pt idx="183">
                  <c:v>0.07366328227292718</c:v>
                </c:pt>
                <c:pt idx="184">
                  <c:v>0.07366328227292718</c:v>
                </c:pt>
                <c:pt idx="185">
                  <c:v>0.07366328227292718</c:v>
                </c:pt>
                <c:pt idx="186">
                  <c:v>0.07366328227292718</c:v>
                </c:pt>
                <c:pt idx="187">
                  <c:v>0.07366328227292718</c:v>
                </c:pt>
                <c:pt idx="188">
                  <c:v>0.07366328227292718</c:v>
                </c:pt>
                <c:pt idx="189">
                  <c:v>0.07366328227292718</c:v>
                </c:pt>
                <c:pt idx="190">
                  <c:v>0.07366328227292718</c:v>
                </c:pt>
                <c:pt idx="191">
                  <c:v>0.07366328227292718</c:v>
                </c:pt>
                <c:pt idx="192">
                  <c:v>0.07366328227292718</c:v>
                </c:pt>
                <c:pt idx="193">
                  <c:v>0.07366328227292718</c:v>
                </c:pt>
                <c:pt idx="194">
                  <c:v>0.07366328227292718</c:v>
                </c:pt>
                <c:pt idx="195">
                  <c:v>0.07366328227292718</c:v>
                </c:pt>
                <c:pt idx="196">
                  <c:v>0.07366328227292718</c:v>
                </c:pt>
                <c:pt idx="197">
                  <c:v>0.07366328227292718</c:v>
                </c:pt>
                <c:pt idx="198">
                  <c:v>0.07366328227292718</c:v>
                </c:pt>
                <c:pt idx="199">
                  <c:v>0.07366328227292718</c:v>
                </c:pt>
                <c:pt idx="200">
                  <c:v>0.07366328227292718</c:v>
                </c:pt>
                <c:pt idx="201">
                  <c:v>0.07366328227292718</c:v>
                </c:pt>
                <c:pt idx="202">
                  <c:v>0.07366328227292718</c:v>
                </c:pt>
                <c:pt idx="203">
                  <c:v>0.07366328227292718</c:v>
                </c:pt>
                <c:pt idx="204">
                  <c:v>0.07366328227292718</c:v>
                </c:pt>
                <c:pt idx="205">
                  <c:v>0.07366328227292718</c:v>
                </c:pt>
                <c:pt idx="206">
                  <c:v>0.07366328227292718</c:v>
                </c:pt>
                <c:pt idx="207">
                  <c:v>0.07366328227292718</c:v>
                </c:pt>
                <c:pt idx="208">
                  <c:v>0.07366328227292718</c:v>
                </c:pt>
                <c:pt idx="209">
                  <c:v>0.07366328227292718</c:v>
                </c:pt>
                <c:pt idx="210">
                  <c:v>0.07366328227292718</c:v>
                </c:pt>
                <c:pt idx="211">
                  <c:v>0.07366328227292718</c:v>
                </c:pt>
                <c:pt idx="212">
                  <c:v>0.07366328227292718</c:v>
                </c:pt>
                <c:pt idx="213">
                  <c:v>0.07366328227292718</c:v>
                </c:pt>
                <c:pt idx="214">
                  <c:v>0.07366328227292718</c:v>
                </c:pt>
                <c:pt idx="215">
                  <c:v>0.07366328227292718</c:v>
                </c:pt>
                <c:pt idx="216">
                  <c:v>0.07366328227292718</c:v>
                </c:pt>
                <c:pt idx="217">
                  <c:v>0.07366328227292718</c:v>
                </c:pt>
                <c:pt idx="218">
                  <c:v>0.07366328227292718</c:v>
                </c:pt>
                <c:pt idx="219">
                  <c:v>0.07366328227292718</c:v>
                </c:pt>
                <c:pt idx="220">
                  <c:v>0.07366328227292718</c:v>
                </c:pt>
                <c:pt idx="221">
                  <c:v>0.07366328227292718</c:v>
                </c:pt>
                <c:pt idx="222">
                  <c:v>0.07366328227292718</c:v>
                </c:pt>
                <c:pt idx="223">
                  <c:v>0.07366328227292718</c:v>
                </c:pt>
                <c:pt idx="224">
                  <c:v>0.07366328227292718</c:v>
                </c:pt>
                <c:pt idx="225">
                  <c:v>0.07366328227292718</c:v>
                </c:pt>
                <c:pt idx="226">
                  <c:v>0.07366328227292718</c:v>
                </c:pt>
                <c:pt idx="227">
                  <c:v>0.07366328227292718</c:v>
                </c:pt>
                <c:pt idx="228">
                  <c:v>0.07366328227292718</c:v>
                </c:pt>
                <c:pt idx="229">
                  <c:v>0.07366328227292718</c:v>
                </c:pt>
                <c:pt idx="230">
                  <c:v>0.07366328227292718</c:v>
                </c:pt>
                <c:pt idx="231">
                  <c:v>0.07366328227292718</c:v>
                </c:pt>
                <c:pt idx="232">
                  <c:v>0.07366328227292718</c:v>
                </c:pt>
                <c:pt idx="233">
                  <c:v>0.07366328227292718</c:v>
                </c:pt>
                <c:pt idx="234">
                  <c:v>0.07366328227292718</c:v>
                </c:pt>
                <c:pt idx="235">
                  <c:v>0.07366328227292718</c:v>
                </c:pt>
                <c:pt idx="236">
                  <c:v>0.07366328227292718</c:v>
                </c:pt>
                <c:pt idx="237">
                  <c:v>0.07366328227292718</c:v>
                </c:pt>
                <c:pt idx="238">
                  <c:v>0.07366328227292718</c:v>
                </c:pt>
                <c:pt idx="239">
                  <c:v>0.07366328227292718</c:v>
                </c:pt>
                <c:pt idx="240">
                  <c:v>0.07366328227292718</c:v>
                </c:pt>
                <c:pt idx="241">
                  <c:v>0.07366328227292718</c:v>
                </c:pt>
                <c:pt idx="242">
                  <c:v>0.07366328227292718</c:v>
                </c:pt>
                <c:pt idx="243">
                  <c:v>0.07366328227292718</c:v>
                </c:pt>
                <c:pt idx="244">
                  <c:v>0.07366328227292718</c:v>
                </c:pt>
                <c:pt idx="245">
                  <c:v>0.07366328227292718</c:v>
                </c:pt>
                <c:pt idx="246">
                  <c:v>0.07366328227292718</c:v>
                </c:pt>
                <c:pt idx="247">
                  <c:v>0.07366328227292718</c:v>
                </c:pt>
                <c:pt idx="248">
                  <c:v>0.07366328227292718</c:v>
                </c:pt>
                <c:pt idx="249">
                  <c:v>0.07366328227292718</c:v>
                </c:pt>
                <c:pt idx="250">
                  <c:v>0.07366328227292718</c:v>
                </c:pt>
                <c:pt idx="251">
                  <c:v>0.07366328227292718</c:v>
                </c:pt>
                <c:pt idx="252">
                  <c:v>0.07366328227292718</c:v>
                </c:pt>
                <c:pt idx="253">
                  <c:v>0.07366328227292718</c:v>
                </c:pt>
                <c:pt idx="254">
                  <c:v>0.07366328227292718</c:v>
                </c:pt>
                <c:pt idx="255">
                  <c:v>0.07366328227292718</c:v>
                </c:pt>
                <c:pt idx="256">
                  <c:v>0.07366328227292718</c:v>
                </c:pt>
                <c:pt idx="257">
                  <c:v>0.07366328227292718</c:v>
                </c:pt>
                <c:pt idx="258">
                  <c:v>0.07366328227292718</c:v>
                </c:pt>
                <c:pt idx="259">
                  <c:v>0.07366328227292718</c:v>
                </c:pt>
                <c:pt idx="260">
                  <c:v>0.07366328227292718</c:v>
                </c:pt>
                <c:pt idx="261">
                  <c:v>0.07366328227292718</c:v>
                </c:pt>
                <c:pt idx="262">
                  <c:v>0.07366328227292718</c:v>
                </c:pt>
                <c:pt idx="263">
                  <c:v>0.07366328227292718</c:v>
                </c:pt>
                <c:pt idx="264">
                  <c:v>0.07366328227292718</c:v>
                </c:pt>
                <c:pt idx="265">
                  <c:v>0.07366328227292718</c:v>
                </c:pt>
                <c:pt idx="266">
                  <c:v>0.07366328227292718</c:v>
                </c:pt>
                <c:pt idx="267">
                  <c:v>0.07366328227292718</c:v>
                </c:pt>
                <c:pt idx="268">
                  <c:v>0.07366328227292718</c:v>
                </c:pt>
                <c:pt idx="269">
                  <c:v>0.07366328227292718</c:v>
                </c:pt>
                <c:pt idx="270">
                  <c:v>0.07366328227292718</c:v>
                </c:pt>
                <c:pt idx="271">
                  <c:v>0.07366328227292718</c:v>
                </c:pt>
                <c:pt idx="272">
                  <c:v>0.07366328227292718</c:v>
                </c:pt>
                <c:pt idx="273">
                  <c:v>0.07366328227292718</c:v>
                </c:pt>
                <c:pt idx="274">
                  <c:v>0.07366328227292718</c:v>
                </c:pt>
                <c:pt idx="275">
                  <c:v>0.07366328227292718</c:v>
                </c:pt>
                <c:pt idx="276">
                  <c:v>0.07366328227292718</c:v>
                </c:pt>
                <c:pt idx="277">
                  <c:v>0.07366328227292718</c:v>
                </c:pt>
                <c:pt idx="278">
                  <c:v>0.07366328227292718</c:v>
                </c:pt>
                <c:pt idx="279">
                  <c:v>0.07366328227292718</c:v>
                </c:pt>
                <c:pt idx="280">
                  <c:v>0.07366328227292718</c:v>
                </c:pt>
                <c:pt idx="281">
                  <c:v>0.07366328227292718</c:v>
                </c:pt>
                <c:pt idx="282">
                  <c:v>0.07366328227292718</c:v>
                </c:pt>
                <c:pt idx="283">
                  <c:v>0.07366328227292718</c:v>
                </c:pt>
                <c:pt idx="284">
                  <c:v>0.07366328227292718</c:v>
                </c:pt>
                <c:pt idx="285">
                  <c:v>0.07366328227292718</c:v>
                </c:pt>
                <c:pt idx="286">
                  <c:v>0.07366328227292718</c:v>
                </c:pt>
                <c:pt idx="287">
                  <c:v>0.07366328227292718</c:v>
                </c:pt>
                <c:pt idx="288">
                  <c:v>0.07366328227292718</c:v>
                </c:pt>
                <c:pt idx="289">
                  <c:v>0.07366328227292718</c:v>
                </c:pt>
                <c:pt idx="290">
                  <c:v>0.07366328227292718</c:v>
                </c:pt>
                <c:pt idx="291">
                  <c:v>0.07366328227292718</c:v>
                </c:pt>
                <c:pt idx="292">
                  <c:v>0.07366328227292718</c:v>
                </c:pt>
                <c:pt idx="293">
                  <c:v>0.07366328227292718</c:v>
                </c:pt>
                <c:pt idx="294">
                  <c:v>0.07366328227292718</c:v>
                </c:pt>
                <c:pt idx="295">
                  <c:v>0.07366328227292718</c:v>
                </c:pt>
                <c:pt idx="296">
                  <c:v>0.07366328227292718</c:v>
                </c:pt>
                <c:pt idx="297">
                  <c:v>0.07366328227292718</c:v>
                </c:pt>
                <c:pt idx="298">
                  <c:v>0.07366328227292718</c:v>
                </c:pt>
                <c:pt idx="299">
                  <c:v>0.07366328227292718</c:v>
                </c:pt>
                <c:pt idx="300">
                  <c:v>0.07366328227292718</c:v>
                </c:pt>
                <c:pt idx="301">
                  <c:v>0.07366328227292718</c:v>
                </c:pt>
                <c:pt idx="302">
                  <c:v>0.07366328227292718</c:v>
                </c:pt>
                <c:pt idx="303">
                  <c:v>0.07366328227292718</c:v>
                </c:pt>
                <c:pt idx="304">
                  <c:v>0.07366328227292718</c:v>
                </c:pt>
                <c:pt idx="305">
                  <c:v>0.07366328227292718</c:v>
                </c:pt>
                <c:pt idx="306">
                  <c:v>0.07366328227292718</c:v>
                </c:pt>
                <c:pt idx="307">
                  <c:v>0.07366328227292718</c:v>
                </c:pt>
                <c:pt idx="308">
                  <c:v>0.07366328227292718</c:v>
                </c:pt>
                <c:pt idx="309">
                  <c:v>0.07366328227292718</c:v>
                </c:pt>
                <c:pt idx="310">
                  <c:v>0.07366328227292718</c:v>
                </c:pt>
                <c:pt idx="311">
                  <c:v>0.07366328227292718</c:v>
                </c:pt>
                <c:pt idx="312">
                  <c:v>0.07366328227292718</c:v>
                </c:pt>
                <c:pt idx="313">
                  <c:v>0.07366328227292718</c:v>
                </c:pt>
                <c:pt idx="314">
                  <c:v>0.07366328227292718</c:v>
                </c:pt>
                <c:pt idx="315">
                  <c:v>0.07366328227292718</c:v>
                </c:pt>
                <c:pt idx="316">
                  <c:v>0.07366328227292718</c:v>
                </c:pt>
                <c:pt idx="317">
                  <c:v>0.07366328227292718</c:v>
                </c:pt>
                <c:pt idx="318">
                  <c:v>0.07366328227292718</c:v>
                </c:pt>
                <c:pt idx="319">
                  <c:v>0.07366328227292718</c:v>
                </c:pt>
                <c:pt idx="320">
                  <c:v>0.07366328227292718</c:v>
                </c:pt>
                <c:pt idx="321">
                  <c:v>0.07366328227292718</c:v>
                </c:pt>
                <c:pt idx="322">
                  <c:v>0.07366328227292718</c:v>
                </c:pt>
                <c:pt idx="323">
                  <c:v>0.07366328227292718</c:v>
                </c:pt>
                <c:pt idx="324">
                  <c:v>0.07366328227292718</c:v>
                </c:pt>
                <c:pt idx="325">
                  <c:v>0.07366328227292718</c:v>
                </c:pt>
                <c:pt idx="326">
                  <c:v>0.07366328227292718</c:v>
                </c:pt>
                <c:pt idx="327">
                  <c:v>0.07366328227292718</c:v>
                </c:pt>
                <c:pt idx="328">
                  <c:v>0.07366328227292718</c:v>
                </c:pt>
                <c:pt idx="329">
                  <c:v>0.07366328227292718</c:v>
                </c:pt>
                <c:pt idx="330">
                  <c:v>0.07366328227292718</c:v>
                </c:pt>
                <c:pt idx="331">
                  <c:v>0.07366328227292718</c:v>
                </c:pt>
                <c:pt idx="332">
                  <c:v>0.07366328227292718</c:v>
                </c:pt>
                <c:pt idx="333">
                  <c:v>0.07366328227292718</c:v>
                </c:pt>
                <c:pt idx="334">
                  <c:v>0.07366328227292718</c:v>
                </c:pt>
                <c:pt idx="335">
                  <c:v>0.07366328227292718</c:v>
                </c:pt>
                <c:pt idx="336">
                  <c:v>0.07366328227292718</c:v>
                </c:pt>
                <c:pt idx="337">
                  <c:v>0.07366328227292718</c:v>
                </c:pt>
                <c:pt idx="338">
                  <c:v>0.07366328227292718</c:v>
                </c:pt>
                <c:pt idx="339">
                  <c:v>0.07366328227292718</c:v>
                </c:pt>
                <c:pt idx="340">
                  <c:v>0.07366328227292718</c:v>
                </c:pt>
                <c:pt idx="341">
                  <c:v>0.07366328227292718</c:v>
                </c:pt>
                <c:pt idx="342">
                  <c:v>0.07366328227292718</c:v>
                </c:pt>
                <c:pt idx="343">
                  <c:v>0.07366328227292718</c:v>
                </c:pt>
                <c:pt idx="344">
                  <c:v>0.07366328227292718</c:v>
                </c:pt>
                <c:pt idx="345">
                  <c:v>0.07366328227292718</c:v>
                </c:pt>
                <c:pt idx="346">
                  <c:v>0.07366328227292718</c:v>
                </c:pt>
                <c:pt idx="347">
                  <c:v>0.07366328227292718</c:v>
                </c:pt>
                <c:pt idx="348">
                  <c:v>0.07366328227292718</c:v>
                </c:pt>
                <c:pt idx="349">
                  <c:v>0.07366328227292718</c:v>
                </c:pt>
                <c:pt idx="350">
                  <c:v>0.07366328227292718</c:v>
                </c:pt>
                <c:pt idx="351">
                  <c:v>0.07366328227292718</c:v>
                </c:pt>
                <c:pt idx="352">
                  <c:v>0.07366328227292718</c:v>
                </c:pt>
                <c:pt idx="353">
                  <c:v>0.07366328227292718</c:v>
                </c:pt>
                <c:pt idx="354">
                  <c:v>0.07366328227292718</c:v>
                </c:pt>
                <c:pt idx="355">
                  <c:v>0.07366328227292718</c:v>
                </c:pt>
                <c:pt idx="356">
                  <c:v>0.07366328227292718</c:v>
                </c:pt>
                <c:pt idx="357">
                  <c:v>0.07366328227292718</c:v>
                </c:pt>
                <c:pt idx="358">
                  <c:v>0.07366328227292718</c:v>
                </c:pt>
                <c:pt idx="359">
                  <c:v>0.07366328227292718</c:v>
                </c:pt>
                <c:pt idx="360">
                  <c:v>0.07366328227292718</c:v>
                </c:pt>
                <c:pt idx="361">
                  <c:v>0.07366328227292718</c:v>
                </c:pt>
                <c:pt idx="362">
                  <c:v>0.07366328227292718</c:v>
                </c:pt>
                <c:pt idx="363">
                  <c:v>0.07366328227292718</c:v>
                </c:pt>
                <c:pt idx="364">
                  <c:v>0.07366328227292718</c:v>
                </c:pt>
                <c:pt idx="365">
                  <c:v>0.07366328227292718</c:v>
                </c:pt>
                <c:pt idx="366">
                  <c:v>0.07366328227292718</c:v>
                </c:pt>
                <c:pt idx="367">
                  <c:v>0.07366328227292718</c:v>
                </c:pt>
                <c:pt idx="368">
                  <c:v>0.07366328227292718</c:v>
                </c:pt>
                <c:pt idx="369">
                  <c:v>0.07366328227292718</c:v>
                </c:pt>
                <c:pt idx="370">
                  <c:v>0.07366328227292718</c:v>
                </c:pt>
                <c:pt idx="371">
                  <c:v>0.07366328227292718</c:v>
                </c:pt>
                <c:pt idx="372">
                  <c:v>0.07366328227292718</c:v>
                </c:pt>
                <c:pt idx="373">
                  <c:v>0.07366328227292718</c:v>
                </c:pt>
                <c:pt idx="374">
                  <c:v>0.07366328227292718</c:v>
                </c:pt>
                <c:pt idx="375">
                  <c:v>0.07366328227292718</c:v>
                </c:pt>
                <c:pt idx="376">
                  <c:v>0.07366328227292718</c:v>
                </c:pt>
                <c:pt idx="377">
                  <c:v>0.07366328227292718</c:v>
                </c:pt>
                <c:pt idx="378">
                  <c:v>0.07366328227292718</c:v>
                </c:pt>
                <c:pt idx="379">
                  <c:v>0.07366328227292718</c:v>
                </c:pt>
                <c:pt idx="380">
                  <c:v>0.07366328227292718</c:v>
                </c:pt>
                <c:pt idx="381">
                  <c:v>0.07366328227292718</c:v>
                </c:pt>
                <c:pt idx="382">
                  <c:v>0.07366328227292718</c:v>
                </c:pt>
                <c:pt idx="383">
                  <c:v>0.07366328227292718</c:v>
                </c:pt>
                <c:pt idx="384">
                  <c:v>0.07366328227292718</c:v>
                </c:pt>
                <c:pt idx="385">
                  <c:v>0.07366328227292718</c:v>
                </c:pt>
                <c:pt idx="386">
                  <c:v>0.07366328227292718</c:v>
                </c:pt>
                <c:pt idx="387">
                  <c:v>0.07366328227292718</c:v>
                </c:pt>
                <c:pt idx="388">
                  <c:v>0.07366328227292718</c:v>
                </c:pt>
                <c:pt idx="389">
                  <c:v>0.07366328227292718</c:v>
                </c:pt>
                <c:pt idx="390">
                  <c:v>0.07366328227292718</c:v>
                </c:pt>
                <c:pt idx="391">
                  <c:v>0.07366328227292718</c:v>
                </c:pt>
                <c:pt idx="392">
                  <c:v>0.07366328227292718</c:v>
                </c:pt>
                <c:pt idx="393">
                  <c:v>0.07366328227292718</c:v>
                </c:pt>
                <c:pt idx="394">
                  <c:v>0.07366328227292718</c:v>
                </c:pt>
                <c:pt idx="395">
                  <c:v>0.07366328227292718</c:v>
                </c:pt>
                <c:pt idx="396">
                  <c:v>0.07366328227292718</c:v>
                </c:pt>
                <c:pt idx="397">
                  <c:v>0.07366328227292718</c:v>
                </c:pt>
                <c:pt idx="398">
                  <c:v>0.07366328227292718</c:v>
                </c:pt>
                <c:pt idx="399">
                  <c:v>0.07366328227292718</c:v>
                </c:pt>
                <c:pt idx="400">
                  <c:v>0.07366328227292718</c:v>
                </c:pt>
                <c:pt idx="401">
                  <c:v>0.07366328227292718</c:v>
                </c:pt>
                <c:pt idx="402">
                  <c:v>0.07366328227292718</c:v>
                </c:pt>
                <c:pt idx="403">
                  <c:v>0.07366328227292718</c:v>
                </c:pt>
                <c:pt idx="404">
                  <c:v>0.07366328227292718</c:v>
                </c:pt>
                <c:pt idx="405">
                  <c:v>0.07366328227292718</c:v>
                </c:pt>
                <c:pt idx="406">
                  <c:v>0.07366328227292718</c:v>
                </c:pt>
                <c:pt idx="407">
                  <c:v>0.07366328227292718</c:v>
                </c:pt>
                <c:pt idx="408">
                  <c:v>0.07366328227292718</c:v>
                </c:pt>
                <c:pt idx="409">
                  <c:v>0.07366328227292718</c:v>
                </c:pt>
                <c:pt idx="410">
                  <c:v>0.07366328227292718</c:v>
                </c:pt>
                <c:pt idx="411">
                  <c:v>0.07366328227292718</c:v>
                </c:pt>
                <c:pt idx="412">
                  <c:v>0.07366328227292718</c:v>
                </c:pt>
                <c:pt idx="413">
                  <c:v>0.07366328227292718</c:v>
                </c:pt>
                <c:pt idx="414">
                  <c:v>0.07366328227292718</c:v>
                </c:pt>
                <c:pt idx="415">
                  <c:v>0.07366328227292718</c:v>
                </c:pt>
                <c:pt idx="416">
                  <c:v>0.07366328227292718</c:v>
                </c:pt>
                <c:pt idx="417">
                  <c:v>0.07366328227292718</c:v>
                </c:pt>
                <c:pt idx="418">
                  <c:v>0.07366328227292718</c:v>
                </c:pt>
                <c:pt idx="419">
                  <c:v>0.07366328227292718</c:v>
                </c:pt>
                <c:pt idx="420">
                  <c:v>0.07366328227292718</c:v>
                </c:pt>
                <c:pt idx="421">
                  <c:v>0.07366328227292718</c:v>
                </c:pt>
                <c:pt idx="422">
                  <c:v>0.07366328227292718</c:v>
                </c:pt>
                <c:pt idx="423">
                  <c:v>0.07366328227292718</c:v>
                </c:pt>
                <c:pt idx="424">
                  <c:v>0.07366328227292718</c:v>
                </c:pt>
                <c:pt idx="425">
                  <c:v>0.07366328227292718</c:v>
                </c:pt>
                <c:pt idx="426">
                  <c:v>0.07366328227292718</c:v>
                </c:pt>
                <c:pt idx="427">
                  <c:v>0.07366328227292718</c:v>
                </c:pt>
                <c:pt idx="428">
                  <c:v>0.07366328227292718</c:v>
                </c:pt>
                <c:pt idx="429">
                  <c:v>0.07366328227292718</c:v>
                </c:pt>
                <c:pt idx="430">
                  <c:v>0.07366328227292718</c:v>
                </c:pt>
                <c:pt idx="431">
                  <c:v>0.07366328227292718</c:v>
                </c:pt>
                <c:pt idx="432">
                  <c:v>0.07366328227292718</c:v>
                </c:pt>
                <c:pt idx="433">
                  <c:v>0.07366328227292718</c:v>
                </c:pt>
                <c:pt idx="434">
                  <c:v>0.07366328227292718</c:v>
                </c:pt>
                <c:pt idx="435">
                  <c:v>0.07366328227292718</c:v>
                </c:pt>
                <c:pt idx="436">
                  <c:v>0.07366328227292718</c:v>
                </c:pt>
                <c:pt idx="437">
                  <c:v>0.07366328227292718</c:v>
                </c:pt>
                <c:pt idx="438">
                  <c:v>0.07366328227292718</c:v>
                </c:pt>
                <c:pt idx="439">
                  <c:v>0.07366328227292718</c:v>
                </c:pt>
                <c:pt idx="440">
                  <c:v>0.07366328227292718</c:v>
                </c:pt>
                <c:pt idx="441">
                  <c:v>0.07366328227292718</c:v>
                </c:pt>
                <c:pt idx="442">
                  <c:v>0.07366328227292718</c:v>
                </c:pt>
                <c:pt idx="443">
                  <c:v>0.07366328227292718</c:v>
                </c:pt>
                <c:pt idx="444">
                  <c:v>0.07366328227292718</c:v>
                </c:pt>
                <c:pt idx="445">
                  <c:v>0.07366328227292718</c:v>
                </c:pt>
                <c:pt idx="446">
                  <c:v>0.07366328227292718</c:v>
                </c:pt>
                <c:pt idx="447">
                  <c:v>0.07366328227292718</c:v>
                </c:pt>
                <c:pt idx="448">
                  <c:v>0.07366328227292718</c:v>
                </c:pt>
                <c:pt idx="449">
                  <c:v>0.07366328227292718</c:v>
                </c:pt>
                <c:pt idx="450">
                  <c:v>0.07366328227292718</c:v>
                </c:pt>
                <c:pt idx="451">
                  <c:v>0.07366328227292718</c:v>
                </c:pt>
                <c:pt idx="452">
                  <c:v>0.07366328227292718</c:v>
                </c:pt>
                <c:pt idx="453">
                  <c:v>0.07366328227292718</c:v>
                </c:pt>
                <c:pt idx="454">
                  <c:v>0.07366328227292718</c:v>
                </c:pt>
                <c:pt idx="455">
                  <c:v>0.07366328227292718</c:v>
                </c:pt>
                <c:pt idx="456">
                  <c:v>0.07366328227292718</c:v>
                </c:pt>
                <c:pt idx="457">
                  <c:v>0.07366328227292718</c:v>
                </c:pt>
                <c:pt idx="458">
                  <c:v>0.07366328227292718</c:v>
                </c:pt>
                <c:pt idx="459">
                  <c:v>0.07366328227292718</c:v>
                </c:pt>
                <c:pt idx="460">
                  <c:v>0.07366328227292718</c:v>
                </c:pt>
                <c:pt idx="461">
                  <c:v>0.07366328227292718</c:v>
                </c:pt>
                <c:pt idx="462">
                  <c:v>0.07366328227292718</c:v>
                </c:pt>
                <c:pt idx="463">
                  <c:v>0.07366328227292718</c:v>
                </c:pt>
                <c:pt idx="464">
                  <c:v>0.07366328227292718</c:v>
                </c:pt>
                <c:pt idx="465">
                  <c:v>0.07366328227292718</c:v>
                </c:pt>
                <c:pt idx="466">
                  <c:v>0.07366328227292718</c:v>
                </c:pt>
                <c:pt idx="467">
                  <c:v>0.07366328227292718</c:v>
                </c:pt>
                <c:pt idx="468">
                  <c:v>0.07366328227292718</c:v>
                </c:pt>
                <c:pt idx="469">
                  <c:v>0.07366328227292718</c:v>
                </c:pt>
                <c:pt idx="470">
                  <c:v>0.07366328227292718</c:v>
                </c:pt>
                <c:pt idx="471">
                  <c:v>0.07366328227292718</c:v>
                </c:pt>
                <c:pt idx="472">
                  <c:v>0.07366328227292718</c:v>
                </c:pt>
                <c:pt idx="473">
                  <c:v>0.07366328227292718</c:v>
                </c:pt>
                <c:pt idx="474">
                  <c:v>0.07366328227292718</c:v>
                </c:pt>
                <c:pt idx="475">
                  <c:v>0.07366328227292718</c:v>
                </c:pt>
                <c:pt idx="476">
                  <c:v>0.07366328227292718</c:v>
                </c:pt>
                <c:pt idx="477">
                  <c:v>0.07366328227292718</c:v>
                </c:pt>
                <c:pt idx="478">
                  <c:v>0.07366328227292718</c:v>
                </c:pt>
                <c:pt idx="479">
                  <c:v>0.07366328227292718</c:v>
                </c:pt>
                <c:pt idx="480">
                  <c:v>0.07366328227292718</c:v>
                </c:pt>
                <c:pt idx="481">
                  <c:v>0.07366328227292718</c:v>
                </c:pt>
                <c:pt idx="482">
                  <c:v>0.07366328227292718</c:v>
                </c:pt>
                <c:pt idx="483">
                  <c:v>0.07366328227292718</c:v>
                </c:pt>
                <c:pt idx="484">
                  <c:v>0.07366328227292718</c:v>
                </c:pt>
                <c:pt idx="485">
                  <c:v>0.07366328227292718</c:v>
                </c:pt>
                <c:pt idx="486">
                  <c:v>0.07366328227292718</c:v>
                </c:pt>
                <c:pt idx="487">
                  <c:v>0.07366328227292718</c:v>
                </c:pt>
                <c:pt idx="488">
                  <c:v>0.07366328227292718</c:v>
                </c:pt>
                <c:pt idx="489">
                  <c:v>0.07366328227292718</c:v>
                </c:pt>
                <c:pt idx="490">
                  <c:v>0.07366328227292718</c:v>
                </c:pt>
                <c:pt idx="491">
                  <c:v>0.07366328227292718</c:v>
                </c:pt>
                <c:pt idx="492">
                  <c:v>0.07366328227292718</c:v>
                </c:pt>
                <c:pt idx="493">
                  <c:v>0.07366328227292718</c:v>
                </c:pt>
                <c:pt idx="494">
                  <c:v>0.07366328227292718</c:v>
                </c:pt>
                <c:pt idx="495">
                  <c:v>0.07366328227292718</c:v>
                </c:pt>
                <c:pt idx="496">
                  <c:v>0.07366328227292718</c:v>
                </c:pt>
                <c:pt idx="497">
                  <c:v>0.07366328227292718</c:v>
                </c:pt>
                <c:pt idx="498">
                  <c:v>0.07366328227292718</c:v>
                </c:pt>
                <c:pt idx="499">
                  <c:v>0.07366328227292718</c:v>
                </c:pt>
                <c:pt idx="500">
                  <c:v>0.07366328227292718</c:v>
                </c:pt>
                <c:pt idx="501">
                  <c:v>0.07366328227292718</c:v>
                </c:pt>
                <c:pt idx="502">
                  <c:v>0.07366328227292718</c:v>
                </c:pt>
                <c:pt idx="503">
                  <c:v>0.07366328227292718</c:v>
                </c:pt>
                <c:pt idx="504">
                  <c:v>0.07366328227292718</c:v>
                </c:pt>
                <c:pt idx="505">
                  <c:v>0.07366328227292718</c:v>
                </c:pt>
                <c:pt idx="506">
                  <c:v>0.07366328227292718</c:v>
                </c:pt>
                <c:pt idx="507">
                  <c:v>0.07366328227292718</c:v>
                </c:pt>
                <c:pt idx="508">
                  <c:v>0.07366328227292718</c:v>
                </c:pt>
                <c:pt idx="509">
                  <c:v>0.07366328227292718</c:v>
                </c:pt>
                <c:pt idx="510">
                  <c:v>0.07366328227292718</c:v>
                </c:pt>
                <c:pt idx="511">
                  <c:v>0.07366328227292718</c:v>
                </c:pt>
                <c:pt idx="512">
                  <c:v>0.07366328227292718</c:v>
                </c:pt>
                <c:pt idx="513">
                  <c:v>0.07366328227292718</c:v>
                </c:pt>
                <c:pt idx="514">
                  <c:v>0.07366328227292718</c:v>
                </c:pt>
                <c:pt idx="515">
                  <c:v>0.07366328227292718</c:v>
                </c:pt>
                <c:pt idx="516">
                  <c:v>0.07366328227292718</c:v>
                </c:pt>
                <c:pt idx="517">
                  <c:v>0.07366328227292718</c:v>
                </c:pt>
                <c:pt idx="518">
                  <c:v>0.07366328227292718</c:v>
                </c:pt>
                <c:pt idx="519">
                  <c:v>0.07366328227292718</c:v>
                </c:pt>
                <c:pt idx="520">
                  <c:v>0.07366328227292718</c:v>
                </c:pt>
                <c:pt idx="521">
                  <c:v>0.07366328227292718</c:v>
                </c:pt>
                <c:pt idx="522">
                  <c:v>0.07366328227292718</c:v>
                </c:pt>
                <c:pt idx="523">
                  <c:v>0.07366328227292718</c:v>
                </c:pt>
                <c:pt idx="524">
                  <c:v>0.07366328227292718</c:v>
                </c:pt>
                <c:pt idx="525">
                  <c:v>0.07366328227292718</c:v>
                </c:pt>
                <c:pt idx="526">
                  <c:v>0.07366328227292718</c:v>
                </c:pt>
                <c:pt idx="527">
                  <c:v>0.07366328227292718</c:v>
                </c:pt>
                <c:pt idx="528">
                  <c:v>0.07366328227292718</c:v>
                </c:pt>
                <c:pt idx="529">
                  <c:v>0.07366328227292718</c:v>
                </c:pt>
                <c:pt idx="530">
                  <c:v>0.07366328227292718</c:v>
                </c:pt>
                <c:pt idx="531">
                  <c:v>0.07366328227292718</c:v>
                </c:pt>
                <c:pt idx="532">
                  <c:v>0.07366328227292718</c:v>
                </c:pt>
                <c:pt idx="533">
                  <c:v>0.07366328227292718</c:v>
                </c:pt>
                <c:pt idx="534">
                  <c:v>0.07366328227292718</c:v>
                </c:pt>
                <c:pt idx="535">
                  <c:v>0.07366328227292718</c:v>
                </c:pt>
                <c:pt idx="536">
                  <c:v>0.07366328227292718</c:v>
                </c:pt>
                <c:pt idx="537">
                  <c:v>0.07366328227292718</c:v>
                </c:pt>
                <c:pt idx="538">
                  <c:v>0.07366328227292718</c:v>
                </c:pt>
                <c:pt idx="539">
                  <c:v>0.07366328227292718</c:v>
                </c:pt>
                <c:pt idx="540">
                  <c:v>0.07366328227292718</c:v>
                </c:pt>
                <c:pt idx="541">
                  <c:v>0.07366328227292718</c:v>
                </c:pt>
                <c:pt idx="542">
                  <c:v>0.07366328227292718</c:v>
                </c:pt>
                <c:pt idx="543">
                  <c:v>0.07366328227292718</c:v>
                </c:pt>
                <c:pt idx="544">
                  <c:v>0.07366328227292718</c:v>
                </c:pt>
                <c:pt idx="545">
                  <c:v>0.07366328227292718</c:v>
                </c:pt>
                <c:pt idx="546">
                  <c:v>0.07366328227292718</c:v>
                </c:pt>
                <c:pt idx="547">
                  <c:v>0.07366328227292718</c:v>
                </c:pt>
                <c:pt idx="548">
                  <c:v>0.07366328227292718</c:v>
                </c:pt>
                <c:pt idx="549">
                  <c:v>0.07366328227292718</c:v>
                </c:pt>
                <c:pt idx="550">
                  <c:v>0.07366328227292718</c:v>
                </c:pt>
                <c:pt idx="551">
                  <c:v>0.07366328227292718</c:v>
                </c:pt>
                <c:pt idx="552">
                  <c:v>0.07366328227292718</c:v>
                </c:pt>
                <c:pt idx="553">
                  <c:v>0.07366328227292718</c:v>
                </c:pt>
                <c:pt idx="554">
                  <c:v>0.07366328227292718</c:v>
                </c:pt>
                <c:pt idx="555">
                  <c:v>0.07366328227292718</c:v>
                </c:pt>
                <c:pt idx="556">
                  <c:v>0.07366328227292718</c:v>
                </c:pt>
                <c:pt idx="557">
                  <c:v>0.07366328227292718</c:v>
                </c:pt>
                <c:pt idx="558">
                  <c:v>0.07366328227292718</c:v>
                </c:pt>
                <c:pt idx="559">
                  <c:v>0.07366328227292718</c:v>
                </c:pt>
                <c:pt idx="560">
                  <c:v>0.07366328227292718</c:v>
                </c:pt>
                <c:pt idx="561">
                  <c:v>0.07366328227292718</c:v>
                </c:pt>
                <c:pt idx="562">
                  <c:v>0.07366328227292718</c:v>
                </c:pt>
                <c:pt idx="563">
                  <c:v>0.07366328227292718</c:v>
                </c:pt>
                <c:pt idx="564">
                  <c:v>0.07366328227292718</c:v>
                </c:pt>
                <c:pt idx="565">
                  <c:v>0.07366328227292718</c:v>
                </c:pt>
                <c:pt idx="566">
                  <c:v>0.07366328227292718</c:v>
                </c:pt>
                <c:pt idx="567">
                  <c:v>0.07366328227292718</c:v>
                </c:pt>
                <c:pt idx="568">
                  <c:v>0.07366328227292718</c:v>
                </c:pt>
                <c:pt idx="569">
                  <c:v>0.07366328227292718</c:v>
                </c:pt>
                <c:pt idx="570">
                  <c:v>0.07366328227292718</c:v>
                </c:pt>
                <c:pt idx="571">
                  <c:v>0.07366328227292718</c:v>
                </c:pt>
                <c:pt idx="572">
                  <c:v>0.07366328227292718</c:v>
                </c:pt>
                <c:pt idx="573">
                  <c:v>0.07366328227292718</c:v>
                </c:pt>
                <c:pt idx="574">
                  <c:v>0.07366328227292718</c:v>
                </c:pt>
                <c:pt idx="575">
                  <c:v>0.07366328227292718</c:v>
                </c:pt>
                <c:pt idx="576">
                  <c:v>0.07366328227292718</c:v>
                </c:pt>
                <c:pt idx="577">
                  <c:v>0.07366328227292718</c:v>
                </c:pt>
                <c:pt idx="578">
                  <c:v>0.07366328227292718</c:v>
                </c:pt>
                <c:pt idx="579">
                  <c:v>0.07366328227292718</c:v>
                </c:pt>
                <c:pt idx="580">
                  <c:v>0.07366328227292718</c:v>
                </c:pt>
                <c:pt idx="581">
                  <c:v>0.07366328227292718</c:v>
                </c:pt>
                <c:pt idx="582">
                  <c:v>0.07366328227292718</c:v>
                </c:pt>
                <c:pt idx="583">
                  <c:v>0.07366328227292718</c:v>
                </c:pt>
                <c:pt idx="584">
                  <c:v>0.07366328227292718</c:v>
                </c:pt>
                <c:pt idx="585">
                  <c:v>0.07366328227292718</c:v>
                </c:pt>
                <c:pt idx="586">
                  <c:v>0.07366328227292718</c:v>
                </c:pt>
                <c:pt idx="587">
                  <c:v>0.07366328227292718</c:v>
                </c:pt>
                <c:pt idx="588">
                  <c:v>0.07366328227292718</c:v>
                </c:pt>
                <c:pt idx="589">
                  <c:v>0.07366328227292718</c:v>
                </c:pt>
                <c:pt idx="590">
                  <c:v>0.07366328227292718</c:v>
                </c:pt>
                <c:pt idx="591">
                  <c:v>0.07366328227292718</c:v>
                </c:pt>
                <c:pt idx="592">
                  <c:v>0.07366328227292718</c:v>
                </c:pt>
                <c:pt idx="593">
                  <c:v>0.07366328227292718</c:v>
                </c:pt>
                <c:pt idx="594">
                  <c:v>0.07366328227292718</c:v>
                </c:pt>
                <c:pt idx="595">
                  <c:v>0.07366328227292718</c:v>
                </c:pt>
                <c:pt idx="596">
                  <c:v>0.07366328227292718</c:v>
                </c:pt>
                <c:pt idx="597">
                  <c:v>0.07366328227292718</c:v>
                </c:pt>
                <c:pt idx="598">
                  <c:v>0.07366328227292718</c:v>
                </c:pt>
                <c:pt idx="599">
                  <c:v>0.07366328227292718</c:v>
                </c:pt>
                <c:pt idx="600">
                  <c:v>0.07366328227292718</c:v>
                </c:pt>
                <c:pt idx="601">
                  <c:v>0.07366328227292718</c:v>
                </c:pt>
                <c:pt idx="602">
                  <c:v>0.07366328227292718</c:v>
                </c:pt>
                <c:pt idx="603">
                  <c:v>0.07366328227292718</c:v>
                </c:pt>
                <c:pt idx="604">
                  <c:v>0.07366328227292718</c:v>
                </c:pt>
                <c:pt idx="605">
                  <c:v>0.07366328227292718</c:v>
                </c:pt>
                <c:pt idx="606">
                  <c:v>0.07366328227292718</c:v>
                </c:pt>
                <c:pt idx="607">
                  <c:v>0.07366328227292718</c:v>
                </c:pt>
                <c:pt idx="608">
                  <c:v>0.07366328227292718</c:v>
                </c:pt>
                <c:pt idx="609">
                  <c:v>0.07366328227292718</c:v>
                </c:pt>
                <c:pt idx="610">
                  <c:v>0.07366328227292718</c:v>
                </c:pt>
                <c:pt idx="611">
                  <c:v>0.07366328227292718</c:v>
                </c:pt>
                <c:pt idx="612">
                  <c:v>0.07366328227292718</c:v>
                </c:pt>
                <c:pt idx="613">
                  <c:v>0.07366328227292718</c:v>
                </c:pt>
                <c:pt idx="614">
                  <c:v>0.07366328227292718</c:v>
                </c:pt>
                <c:pt idx="615">
                  <c:v>0.07366328227292718</c:v>
                </c:pt>
                <c:pt idx="616">
                  <c:v>0.07366328227292718</c:v>
                </c:pt>
                <c:pt idx="617">
                  <c:v>0.07366328227292718</c:v>
                </c:pt>
                <c:pt idx="618">
                  <c:v>0.07366328227292718</c:v>
                </c:pt>
                <c:pt idx="619">
                  <c:v>0.07366328227292718</c:v>
                </c:pt>
                <c:pt idx="620">
                  <c:v>0.07366328227292718</c:v>
                </c:pt>
                <c:pt idx="621">
                  <c:v>0.07366328227292718</c:v>
                </c:pt>
                <c:pt idx="622">
                  <c:v>0.07366328227292718</c:v>
                </c:pt>
                <c:pt idx="623">
                  <c:v>0.07366328227292718</c:v>
                </c:pt>
                <c:pt idx="624">
                  <c:v>0.07366328227292718</c:v>
                </c:pt>
                <c:pt idx="625">
                  <c:v>0.07366328227292718</c:v>
                </c:pt>
                <c:pt idx="626">
                  <c:v>0.07366328227292718</c:v>
                </c:pt>
                <c:pt idx="627">
                  <c:v>0.07366328227292718</c:v>
                </c:pt>
                <c:pt idx="628">
                  <c:v>0.07366328227292718</c:v>
                </c:pt>
                <c:pt idx="629">
                  <c:v>0.07366328227292718</c:v>
                </c:pt>
                <c:pt idx="630">
                  <c:v>0.07366328227292718</c:v>
                </c:pt>
                <c:pt idx="631">
                  <c:v>0.07366328227292718</c:v>
                </c:pt>
                <c:pt idx="632">
                  <c:v>0.07366328227292718</c:v>
                </c:pt>
                <c:pt idx="633">
                  <c:v>0.07366328227292718</c:v>
                </c:pt>
                <c:pt idx="634">
                  <c:v>0.07366328227292718</c:v>
                </c:pt>
                <c:pt idx="635">
                  <c:v>0.07366328227292718</c:v>
                </c:pt>
                <c:pt idx="636">
                  <c:v>0.07366328227292718</c:v>
                </c:pt>
                <c:pt idx="637">
                  <c:v>0.07366328227292718</c:v>
                </c:pt>
                <c:pt idx="638">
                  <c:v>0.07366328227292718</c:v>
                </c:pt>
                <c:pt idx="639">
                  <c:v>0.07366328227292718</c:v>
                </c:pt>
                <c:pt idx="640">
                  <c:v>0.07366328227292718</c:v>
                </c:pt>
                <c:pt idx="641">
                  <c:v>0.07366328227292718</c:v>
                </c:pt>
                <c:pt idx="642">
                  <c:v>0.07366328227292718</c:v>
                </c:pt>
                <c:pt idx="643">
                  <c:v>0.07366328227292718</c:v>
                </c:pt>
                <c:pt idx="644">
                  <c:v>0.07366328227292718</c:v>
                </c:pt>
                <c:pt idx="645">
                  <c:v>0.07366328227292718</c:v>
                </c:pt>
                <c:pt idx="646">
                  <c:v>0.07366328227292718</c:v>
                </c:pt>
                <c:pt idx="647">
                  <c:v>0.07366328227292718</c:v>
                </c:pt>
                <c:pt idx="648">
                  <c:v>0.07366328227292718</c:v>
                </c:pt>
                <c:pt idx="649">
                  <c:v>0.07366328227292718</c:v>
                </c:pt>
                <c:pt idx="650">
                  <c:v>0.07366328227292718</c:v>
                </c:pt>
                <c:pt idx="651">
                  <c:v>0.07366328227292718</c:v>
                </c:pt>
                <c:pt idx="652">
                  <c:v>0.07366328227292718</c:v>
                </c:pt>
                <c:pt idx="653">
                  <c:v>0.07366328227292718</c:v>
                </c:pt>
                <c:pt idx="654">
                  <c:v>0.07366328227292718</c:v>
                </c:pt>
                <c:pt idx="655">
                  <c:v>0.07366328227292718</c:v>
                </c:pt>
                <c:pt idx="656">
                  <c:v>0.07366328227292718</c:v>
                </c:pt>
                <c:pt idx="657">
                  <c:v>0.07366328227292718</c:v>
                </c:pt>
                <c:pt idx="658">
                  <c:v>0.07366328227292718</c:v>
                </c:pt>
                <c:pt idx="659">
                  <c:v>0.07366328227292718</c:v>
                </c:pt>
                <c:pt idx="660">
                  <c:v>0.07366328227292718</c:v>
                </c:pt>
                <c:pt idx="661">
                  <c:v>0.07366328227292718</c:v>
                </c:pt>
                <c:pt idx="662">
                  <c:v>0.07366328227292718</c:v>
                </c:pt>
                <c:pt idx="663">
                  <c:v>0.07366328227292718</c:v>
                </c:pt>
                <c:pt idx="664">
                  <c:v>0.07366328227292718</c:v>
                </c:pt>
                <c:pt idx="665">
                  <c:v>0.07366328227292718</c:v>
                </c:pt>
                <c:pt idx="666">
                  <c:v>0.07366328227292718</c:v>
                </c:pt>
                <c:pt idx="667">
                  <c:v>0.07366328227292718</c:v>
                </c:pt>
                <c:pt idx="668">
                  <c:v>0.07366328227292718</c:v>
                </c:pt>
                <c:pt idx="669">
                  <c:v>0.07366328227292718</c:v>
                </c:pt>
                <c:pt idx="670">
                  <c:v>0.07366328227292718</c:v>
                </c:pt>
                <c:pt idx="671">
                  <c:v>0.07366328227292718</c:v>
                </c:pt>
                <c:pt idx="672">
                  <c:v>0.07366328227292718</c:v>
                </c:pt>
                <c:pt idx="673">
                  <c:v>0.07366328227292718</c:v>
                </c:pt>
                <c:pt idx="674">
                  <c:v>0.07366328227292718</c:v>
                </c:pt>
                <c:pt idx="675">
                  <c:v>0.07366328227292718</c:v>
                </c:pt>
                <c:pt idx="676">
                  <c:v>0.07366328227292718</c:v>
                </c:pt>
                <c:pt idx="677">
                  <c:v>0.07366328227292718</c:v>
                </c:pt>
                <c:pt idx="678">
                  <c:v>0.07366328227292718</c:v>
                </c:pt>
                <c:pt idx="679">
                  <c:v>0.07366328227292718</c:v>
                </c:pt>
                <c:pt idx="680">
                  <c:v>0.07366328227292718</c:v>
                </c:pt>
                <c:pt idx="681">
                  <c:v>0.07366328227292718</c:v>
                </c:pt>
                <c:pt idx="682">
                  <c:v>0.07366328227292718</c:v>
                </c:pt>
                <c:pt idx="683">
                  <c:v>0.07366328227292718</c:v>
                </c:pt>
                <c:pt idx="684">
                  <c:v>0.07366328227292718</c:v>
                </c:pt>
                <c:pt idx="685">
                  <c:v>0.07366328227292718</c:v>
                </c:pt>
                <c:pt idx="686">
                  <c:v>0.07366328227292718</c:v>
                </c:pt>
                <c:pt idx="687">
                  <c:v>0.07366328227292718</c:v>
                </c:pt>
                <c:pt idx="688">
                  <c:v>0.07366328227292718</c:v>
                </c:pt>
                <c:pt idx="689">
                  <c:v>0.07366328227292718</c:v>
                </c:pt>
                <c:pt idx="690">
                  <c:v>0.07366328227292718</c:v>
                </c:pt>
                <c:pt idx="691">
                  <c:v>0.07366328227292718</c:v>
                </c:pt>
                <c:pt idx="692">
                  <c:v>0.07366328227292718</c:v>
                </c:pt>
                <c:pt idx="693">
                  <c:v>0.07366328227292718</c:v>
                </c:pt>
                <c:pt idx="694">
                  <c:v>0.07366328227292718</c:v>
                </c:pt>
                <c:pt idx="695">
                  <c:v>0.07366328227292718</c:v>
                </c:pt>
                <c:pt idx="696">
                  <c:v>0.07366328227292718</c:v>
                </c:pt>
                <c:pt idx="697">
                  <c:v>0.07366328227292718</c:v>
                </c:pt>
                <c:pt idx="698">
                  <c:v>0.07366328227292718</c:v>
                </c:pt>
                <c:pt idx="699">
                  <c:v>0.07366328227292718</c:v>
                </c:pt>
                <c:pt idx="700">
                  <c:v>0.07366328227292718</c:v>
                </c:pt>
                <c:pt idx="701">
                  <c:v>0.07366328227292718</c:v>
                </c:pt>
                <c:pt idx="702">
                  <c:v>0.07366328227292718</c:v>
                </c:pt>
                <c:pt idx="703">
                  <c:v>0.07366328227292718</c:v>
                </c:pt>
                <c:pt idx="704">
                  <c:v>0.07366328227292718</c:v>
                </c:pt>
                <c:pt idx="705">
                  <c:v>0.07366328227292718</c:v>
                </c:pt>
                <c:pt idx="706">
                  <c:v>0.07366328227292718</c:v>
                </c:pt>
                <c:pt idx="707">
                  <c:v>0.07366328227292718</c:v>
                </c:pt>
                <c:pt idx="708">
                  <c:v>0.07366328227292718</c:v>
                </c:pt>
                <c:pt idx="709">
                  <c:v>0.07366328227292718</c:v>
                </c:pt>
                <c:pt idx="710">
                  <c:v>0.07366328227292718</c:v>
                </c:pt>
                <c:pt idx="711">
                  <c:v>0.07366328227292718</c:v>
                </c:pt>
                <c:pt idx="712">
                  <c:v>0.07366328227292718</c:v>
                </c:pt>
                <c:pt idx="713">
                  <c:v>0.07366328227292718</c:v>
                </c:pt>
                <c:pt idx="714">
                  <c:v>0.07366328227292718</c:v>
                </c:pt>
                <c:pt idx="715">
                  <c:v>0.07366328227292718</c:v>
                </c:pt>
                <c:pt idx="716">
                  <c:v>0.07366328227292718</c:v>
                </c:pt>
                <c:pt idx="717">
                  <c:v>0.07366328227292718</c:v>
                </c:pt>
                <c:pt idx="718">
                  <c:v>0.07366328227292718</c:v>
                </c:pt>
                <c:pt idx="719">
                  <c:v>0.07366328227292718</c:v>
                </c:pt>
                <c:pt idx="720">
                  <c:v>0.07366328227292718</c:v>
                </c:pt>
                <c:pt idx="721">
                  <c:v>0.07366328227292718</c:v>
                </c:pt>
                <c:pt idx="722">
                  <c:v>0.07366328227292718</c:v>
                </c:pt>
                <c:pt idx="723">
                  <c:v>0.07366328227292718</c:v>
                </c:pt>
                <c:pt idx="724">
                  <c:v>0.07366328227292718</c:v>
                </c:pt>
                <c:pt idx="725">
                  <c:v>0.07366328227292718</c:v>
                </c:pt>
                <c:pt idx="726">
                  <c:v>0.07366328227292718</c:v>
                </c:pt>
                <c:pt idx="727">
                  <c:v>0.07366328227292718</c:v>
                </c:pt>
                <c:pt idx="728">
                  <c:v>0.07366328227292718</c:v>
                </c:pt>
                <c:pt idx="729">
                  <c:v>0.07366328227292718</c:v>
                </c:pt>
                <c:pt idx="730">
                  <c:v>0.07366328227292718</c:v>
                </c:pt>
                <c:pt idx="731">
                  <c:v>0.07366328227292718</c:v>
                </c:pt>
                <c:pt idx="732">
                  <c:v>0.07366328227292718</c:v>
                </c:pt>
                <c:pt idx="733">
                  <c:v>0.07366328227292718</c:v>
                </c:pt>
                <c:pt idx="734">
                  <c:v>0.07366328227292718</c:v>
                </c:pt>
                <c:pt idx="735">
                  <c:v>0.07366328227292718</c:v>
                </c:pt>
                <c:pt idx="736">
                  <c:v>0.07366328227292718</c:v>
                </c:pt>
                <c:pt idx="737">
                  <c:v>0.07366328227292718</c:v>
                </c:pt>
                <c:pt idx="738">
                  <c:v>0.07366328227292718</c:v>
                </c:pt>
                <c:pt idx="739">
                  <c:v>0.07366328227292718</c:v>
                </c:pt>
                <c:pt idx="740">
                  <c:v>0.07366328227292718</c:v>
                </c:pt>
                <c:pt idx="741">
                  <c:v>0.07366328227292718</c:v>
                </c:pt>
                <c:pt idx="742">
                  <c:v>0.07366328227292718</c:v>
                </c:pt>
                <c:pt idx="743">
                  <c:v>0.07366328227292718</c:v>
                </c:pt>
                <c:pt idx="744">
                  <c:v>0.07366328227292718</c:v>
                </c:pt>
                <c:pt idx="745">
                  <c:v>0.07366328227292718</c:v>
                </c:pt>
                <c:pt idx="746">
                  <c:v>0.07366328227292718</c:v>
                </c:pt>
                <c:pt idx="747">
                  <c:v>0.07366328227292718</c:v>
                </c:pt>
                <c:pt idx="748">
                  <c:v>0.07366328227292718</c:v>
                </c:pt>
                <c:pt idx="749">
                  <c:v>0.07366328227292718</c:v>
                </c:pt>
                <c:pt idx="750">
                  <c:v>0.07366328227292718</c:v>
                </c:pt>
                <c:pt idx="751">
                  <c:v>0.07366328227292718</c:v>
                </c:pt>
                <c:pt idx="752">
                  <c:v>0.07366328227292718</c:v>
                </c:pt>
                <c:pt idx="753">
                  <c:v>0.07366328227292718</c:v>
                </c:pt>
                <c:pt idx="754">
                  <c:v>0.07366328227292718</c:v>
                </c:pt>
                <c:pt idx="755">
                  <c:v>0.07366328227292718</c:v>
                </c:pt>
                <c:pt idx="756">
                  <c:v>0.07366328227292718</c:v>
                </c:pt>
                <c:pt idx="757">
                  <c:v>0.07366328227292718</c:v>
                </c:pt>
                <c:pt idx="758">
                  <c:v>0.07366328227292718</c:v>
                </c:pt>
                <c:pt idx="759">
                  <c:v>0.07366328227292718</c:v>
                </c:pt>
                <c:pt idx="760">
                  <c:v>0.07366328227292718</c:v>
                </c:pt>
                <c:pt idx="761">
                  <c:v>0.07366328227292718</c:v>
                </c:pt>
                <c:pt idx="762">
                  <c:v>0.07366328227292718</c:v>
                </c:pt>
                <c:pt idx="763">
                  <c:v>0.07366328227292718</c:v>
                </c:pt>
                <c:pt idx="764">
                  <c:v>0.07366328227292718</c:v>
                </c:pt>
                <c:pt idx="765">
                  <c:v>0.07366328227292718</c:v>
                </c:pt>
                <c:pt idx="766">
                  <c:v>0.07366328227292718</c:v>
                </c:pt>
                <c:pt idx="767">
                  <c:v>0.07366328227292718</c:v>
                </c:pt>
                <c:pt idx="768">
                  <c:v>0.07366328227292718</c:v>
                </c:pt>
                <c:pt idx="769">
                  <c:v>0.07366328227292718</c:v>
                </c:pt>
                <c:pt idx="770">
                  <c:v>0.07366328227292718</c:v>
                </c:pt>
                <c:pt idx="771">
                  <c:v>0.07366328227292718</c:v>
                </c:pt>
                <c:pt idx="772">
                  <c:v>0.07366328227292718</c:v>
                </c:pt>
                <c:pt idx="773">
                  <c:v>0.07366328227292718</c:v>
                </c:pt>
                <c:pt idx="774">
                  <c:v>0.07366328227292718</c:v>
                </c:pt>
                <c:pt idx="775">
                  <c:v>0.07366328227292718</c:v>
                </c:pt>
                <c:pt idx="776">
                  <c:v>0.07366328227292718</c:v>
                </c:pt>
                <c:pt idx="777">
                  <c:v>0.07366328227292718</c:v>
                </c:pt>
                <c:pt idx="778">
                  <c:v>0.07366328227292718</c:v>
                </c:pt>
                <c:pt idx="779">
                  <c:v>0.07366328227292718</c:v>
                </c:pt>
                <c:pt idx="780">
                  <c:v>0.07366328227292718</c:v>
                </c:pt>
                <c:pt idx="781">
                  <c:v>0.07366328227292718</c:v>
                </c:pt>
                <c:pt idx="782">
                  <c:v>0.07366328227292718</c:v>
                </c:pt>
                <c:pt idx="783">
                  <c:v>0.07366328227292718</c:v>
                </c:pt>
                <c:pt idx="784">
                  <c:v>0.07366328227292718</c:v>
                </c:pt>
                <c:pt idx="785">
                  <c:v>0.07366328227292718</c:v>
                </c:pt>
                <c:pt idx="786">
                  <c:v>0.07366328227292718</c:v>
                </c:pt>
                <c:pt idx="787">
                  <c:v>0.07366328227292718</c:v>
                </c:pt>
                <c:pt idx="788">
                  <c:v>0.07366328227292718</c:v>
                </c:pt>
                <c:pt idx="789">
                  <c:v>0.07366328227292718</c:v>
                </c:pt>
                <c:pt idx="790">
                  <c:v>0.07366328227292718</c:v>
                </c:pt>
                <c:pt idx="791">
                  <c:v>0.07366328227292718</c:v>
                </c:pt>
                <c:pt idx="792">
                  <c:v>0.07366328227292718</c:v>
                </c:pt>
                <c:pt idx="793">
                  <c:v>0.07366328227292718</c:v>
                </c:pt>
                <c:pt idx="794">
                  <c:v>0.07366328227292718</c:v>
                </c:pt>
                <c:pt idx="795">
                  <c:v>0.07366328227292718</c:v>
                </c:pt>
                <c:pt idx="796">
                  <c:v>0.07366328227292718</c:v>
                </c:pt>
                <c:pt idx="797">
                  <c:v>0.07366328227292718</c:v>
                </c:pt>
                <c:pt idx="798">
                  <c:v>0.07366328227292718</c:v>
                </c:pt>
                <c:pt idx="799">
                  <c:v>0.07366328227292718</c:v>
                </c:pt>
                <c:pt idx="800">
                  <c:v>0.07366328227292718</c:v>
                </c:pt>
                <c:pt idx="801">
                  <c:v>0.07366328227292718</c:v>
                </c:pt>
                <c:pt idx="802">
                  <c:v>0.07366328227292718</c:v>
                </c:pt>
                <c:pt idx="803">
                  <c:v>0.07366328227292718</c:v>
                </c:pt>
                <c:pt idx="804">
                  <c:v>0.07366328227292718</c:v>
                </c:pt>
                <c:pt idx="805">
                  <c:v>0.07366328227292718</c:v>
                </c:pt>
                <c:pt idx="806">
                  <c:v>0.07366328227292718</c:v>
                </c:pt>
                <c:pt idx="807">
                  <c:v>0.07366328227292718</c:v>
                </c:pt>
                <c:pt idx="808">
                  <c:v>0.07366328227292718</c:v>
                </c:pt>
                <c:pt idx="809">
                  <c:v>0.07366328227292718</c:v>
                </c:pt>
                <c:pt idx="810">
                  <c:v>0.07366328227292718</c:v>
                </c:pt>
                <c:pt idx="811">
                  <c:v>0.07366328227292718</c:v>
                </c:pt>
                <c:pt idx="812">
                  <c:v>0.07366328227292718</c:v>
                </c:pt>
                <c:pt idx="813">
                  <c:v>0.07366328227292718</c:v>
                </c:pt>
                <c:pt idx="814">
                  <c:v>0.07366328227292718</c:v>
                </c:pt>
                <c:pt idx="815">
                  <c:v>0.07366328227292718</c:v>
                </c:pt>
                <c:pt idx="816">
                  <c:v>0.07366328227292718</c:v>
                </c:pt>
                <c:pt idx="817">
                  <c:v>0.07366328227292718</c:v>
                </c:pt>
                <c:pt idx="818">
                  <c:v>0.07366328227292718</c:v>
                </c:pt>
                <c:pt idx="819">
                  <c:v>0.07366328227292718</c:v>
                </c:pt>
                <c:pt idx="820">
                  <c:v>0.07366328227292718</c:v>
                </c:pt>
                <c:pt idx="821">
                  <c:v>0.07366328227292718</c:v>
                </c:pt>
                <c:pt idx="822">
                  <c:v>0.07366328227292718</c:v>
                </c:pt>
                <c:pt idx="823">
                  <c:v>0.07366328227292718</c:v>
                </c:pt>
                <c:pt idx="824">
                  <c:v>0.07366328227292718</c:v>
                </c:pt>
                <c:pt idx="825">
                  <c:v>0.07366328227292718</c:v>
                </c:pt>
                <c:pt idx="826">
                  <c:v>0.07366328227292718</c:v>
                </c:pt>
                <c:pt idx="827">
                  <c:v>0.07366328227292718</c:v>
                </c:pt>
                <c:pt idx="828">
                  <c:v>0.07366328227292718</c:v>
                </c:pt>
                <c:pt idx="829">
                  <c:v>0.07366328227292718</c:v>
                </c:pt>
                <c:pt idx="830">
                  <c:v>0.07366328227292718</c:v>
                </c:pt>
                <c:pt idx="831">
                  <c:v>0.07366328227292718</c:v>
                </c:pt>
                <c:pt idx="832">
                  <c:v>0.07366328227292718</c:v>
                </c:pt>
                <c:pt idx="833">
                  <c:v>0.07366328227292718</c:v>
                </c:pt>
                <c:pt idx="834">
                  <c:v>0.07366328227292718</c:v>
                </c:pt>
                <c:pt idx="835">
                  <c:v>0.07366328227292718</c:v>
                </c:pt>
                <c:pt idx="836">
                  <c:v>0.07366328227292718</c:v>
                </c:pt>
                <c:pt idx="837">
                  <c:v>0.07366328227292718</c:v>
                </c:pt>
                <c:pt idx="838">
                  <c:v>0.07366328227292718</c:v>
                </c:pt>
                <c:pt idx="839">
                  <c:v>0.07366328227292718</c:v>
                </c:pt>
                <c:pt idx="840">
                  <c:v>0.07366328227292718</c:v>
                </c:pt>
                <c:pt idx="841">
                  <c:v>0.07366328227292718</c:v>
                </c:pt>
                <c:pt idx="842">
                  <c:v>0.07366328227292718</c:v>
                </c:pt>
                <c:pt idx="843">
                  <c:v>0.07366328227292718</c:v>
                </c:pt>
                <c:pt idx="844">
                  <c:v>0.07366328227292718</c:v>
                </c:pt>
                <c:pt idx="845">
                  <c:v>0.07366328227292718</c:v>
                </c:pt>
                <c:pt idx="846">
                  <c:v>0.07366328227292718</c:v>
                </c:pt>
                <c:pt idx="847">
                  <c:v>0.07366328227292718</c:v>
                </c:pt>
                <c:pt idx="848">
                  <c:v>0.07366328227292718</c:v>
                </c:pt>
                <c:pt idx="849">
                  <c:v>0.07366328227292718</c:v>
                </c:pt>
                <c:pt idx="850">
                  <c:v>0.07366328227292718</c:v>
                </c:pt>
                <c:pt idx="851">
                  <c:v>0.07366328227292718</c:v>
                </c:pt>
                <c:pt idx="852">
                  <c:v>0.07366328227292718</c:v>
                </c:pt>
                <c:pt idx="853">
                  <c:v>0.07366328227292718</c:v>
                </c:pt>
                <c:pt idx="854">
                  <c:v>0.07366328227292718</c:v>
                </c:pt>
                <c:pt idx="855">
                  <c:v>0.07366328227292718</c:v>
                </c:pt>
                <c:pt idx="856">
                  <c:v>0.07366328227292718</c:v>
                </c:pt>
                <c:pt idx="857">
                  <c:v>0.07366328227292718</c:v>
                </c:pt>
                <c:pt idx="858">
                  <c:v>0.07366328227292718</c:v>
                </c:pt>
                <c:pt idx="859">
                  <c:v>0.07366328227292718</c:v>
                </c:pt>
                <c:pt idx="860">
                  <c:v>0.07366328227292718</c:v>
                </c:pt>
                <c:pt idx="861">
                  <c:v>0.07366328227292718</c:v>
                </c:pt>
                <c:pt idx="862">
                  <c:v>0.07366328227292718</c:v>
                </c:pt>
                <c:pt idx="863">
                  <c:v>0.07366328227292718</c:v>
                </c:pt>
                <c:pt idx="864">
                  <c:v>0.07366328227292718</c:v>
                </c:pt>
                <c:pt idx="865">
                  <c:v>0.07366328227292718</c:v>
                </c:pt>
                <c:pt idx="866">
                  <c:v>0.07366328227292718</c:v>
                </c:pt>
                <c:pt idx="867">
                  <c:v>0.07366328227292718</c:v>
                </c:pt>
                <c:pt idx="868">
                  <c:v>0.07366328227292718</c:v>
                </c:pt>
                <c:pt idx="869">
                  <c:v>0.07366328227292718</c:v>
                </c:pt>
                <c:pt idx="870">
                  <c:v>0.07366328227292718</c:v>
                </c:pt>
                <c:pt idx="871">
                  <c:v>0.07366328227292718</c:v>
                </c:pt>
                <c:pt idx="872">
                  <c:v>0.07366328227292718</c:v>
                </c:pt>
                <c:pt idx="873">
                  <c:v>0.07366328227292718</c:v>
                </c:pt>
                <c:pt idx="874">
                  <c:v>0.07366328227292718</c:v>
                </c:pt>
                <c:pt idx="875">
                  <c:v>0.07366328227292718</c:v>
                </c:pt>
                <c:pt idx="876">
                  <c:v>0.07366328227292718</c:v>
                </c:pt>
                <c:pt idx="877">
                  <c:v>0.07366328227292718</c:v>
                </c:pt>
                <c:pt idx="878">
                  <c:v>0.07366328227292718</c:v>
                </c:pt>
                <c:pt idx="879">
                  <c:v>0.07366328227292718</c:v>
                </c:pt>
                <c:pt idx="880">
                  <c:v>0.07366328227292718</c:v>
                </c:pt>
                <c:pt idx="881">
                  <c:v>0.07366328227292718</c:v>
                </c:pt>
                <c:pt idx="882">
                  <c:v>0.07366328227292718</c:v>
                </c:pt>
                <c:pt idx="883">
                  <c:v>0.07366328227292718</c:v>
                </c:pt>
                <c:pt idx="884">
                  <c:v>0.07366328227292718</c:v>
                </c:pt>
                <c:pt idx="885">
                  <c:v>0.07366328227292718</c:v>
                </c:pt>
                <c:pt idx="886">
                  <c:v>0.07366328227292718</c:v>
                </c:pt>
                <c:pt idx="887">
                  <c:v>0.07366328227292718</c:v>
                </c:pt>
                <c:pt idx="888">
                  <c:v>0.07366328227292718</c:v>
                </c:pt>
                <c:pt idx="889">
                  <c:v>0.07366328227292718</c:v>
                </c:pt>
                <c:pt idx="890">
                  <c:v>0.07366328227292718</c:v>
                </c:pt>
                <c:pt idx="891">
                  <c:v>0.07366328227292718</c:v>
                </c:pt>
                <c:pt idx="892">
                  <c:v>0.07366328227292718</c:v>
                </c:pt>
                <c:pt idx="893">
                  <c:v>0.07366328227292718</c:v>
                </c:pt>
                <c:pt idx="894">
                  <c:v>0.07366328227292718</c:v>
                </c:pt>
                <c:pt idx="895">
                  <c:v>0.07366328227292718</c:v>
                </c:pt>
                <c:pt idx="896">
                  <c:v>0.07366328227292718</c:v>
                </c:pt>
                <c:pt idx="897">
                  <c:v>0.07366328227292718</c:v>
                </c:pt>
                <c:pt idx="898">
                  <c:v>0.07366328227292718</c:v>
                </c:pt>
                <c:pt idx="899">
                  <c:v>0.07366328227292718</c:v>
                </c:pt>
                <c:pt idx="900">
                  <c:v>0.07366328227292718</c:v>
                </c:pt>
                <c:pt idx="901">
                  <c:v>0.07366328227292718</c:v>
                </c:pt>
                <c:pt idx="902">
                  <c:v>0.07366328227292718</c:v>
                </c:pt>
                <c:pt idx="903">
                  <c:v>0.07366328227292718</c:v>
                </c:pt>
                <c:pt idx="904">
                  <c:v>0.07366328227292718</c:v>
                </c:pt>
                <c:pt idx="905">
                  <c:v>0.07366328227292718</c:v>
                </c:pt>
                <c:pt idx="906">
                  <c:v>0.07366328227292718</c:v>
                </c:pt>
                <c:pt idx="907">
                  <c:v>0.07366328227292718</c:v>
                </c:pt>
                <c:pt idx="908">
                  <c:v>0.07366328227292718</c:v>
                </c:pt>
                <c:pt idx="909">
                  <c:v>0.07366328227292718</c:v>
                </c:pt>
                <c:pt idx="910">
                  <c:v>0.07366328227292718</c:v>
                </c:pt>
                <c:pt idx="911">
                  <c:v>0.07366328227292718</c:v>
                </c:pt>
                <c:pt idx="912">
                  <c:v>0.07366328227292718</c:v>
                </c:pt>
                <c:pt idx="913">
                  <c:v>0.07366328227292718</c:v>
                </c:pt>
                <c:pt idx="914">
                  <c:v>0.07366328227292718</c:v>
                </c:pt>
                <c:pt idx="915">
                  <c:v>0.07366328227292718</c:v>
                </c:pt>
                <c:pt idx="916">
                  <c:v>0.07366328227292718</c:v>
                </c:pt>
                <c:pt idx="917">
                  <c:v>0.07366328227292718</c:v>
                </c:pt>
                <c:pt idx="918">
                  <c:v>0.07366328227292718</c:v>
                </c:pt>
                <c:pt idx="919">
                  <c:v>0.07366328227292718</c:v>
                </c:pt>
                <c:pt idx="920">
                  <c:v>0.07366328227292718</c:v>
                </c:pt>
                <c:pt idx="921">
                  <c:v>0.07366328227292718</c:v>
                </c:pt>
                <c:pt idx="922">
                  <c:v>0.07366328227292718</c:v>
                </c:pt>
                <c:pt idx="923">
                  <c:v>0.07366328227292718</c:v>
                </c:pt>
                <c:pt idx="924">
                  <c:v>0.07366328227292718</c:v>
                </c:pt>
                <c:pt idx="925">
                  <c:v>0.07366328227292718</c:v>
                </c:pt>
                <c:pt idx="926">
                  <c:v>0.07366328227292718</c:v>
                </c:pt>
                <c:pt idx="927">
                  <c:v>0.07366328227292718</c:v>
                </c:pt>
                <c:pt idx="928">
                  <c:v>0.07366328227292718</c:v>
                </c:pt>
                <c:pt idx="929">
                  <c:v>0.07366328227292718</c:v>
                </c:pt>
                <c:pt idx="930">
                  <c:v>0.07366328227292718</c:v>
                </c:pt>
                <c:pt idx="931">
                  <c:v>0.07366328227292718</c:v>
                </c:pt>
                <c:pt idx="932">
                  <c:v>0.07366328227292718</c:v>
                </c:pt>
                <c:pt idx="933">
                  <c:v>0.07366328227292718</c:v>
                </c:pt>
                <c:pt idx="934">
                  <c:v>0.07366328227292718</c:v>
                </c:pt>
                <c:pt idx="935">
                  <c:v>0.07366328227292718</c:v>
                </c:pt>
                <c:pt idx="936">
                  <c:v>0.07366328227292718</c:v>
                </c:pt>
                <c:pt idx="937">
                  <c:v>0.07366328227292718</c:v>
                </c:pt>
                <c:pt idx="938">
                  <c:v>0.07366328227292718</c:v>
                </c:pt>
                <c:pt idx="939">
                  <c:v>0.07366328227292718</c:v>
                </c:pt>
                <c:pt idx="940">
                  <c:v>0.07366328227292718</c:v>
                </c:pt>
                <c:pt idx="941">
                  <c:v>0.07366328227292718</c:v>
                </c:pt>
                <c:pt idx="942">
                  <c:v>0.07366328227292718</c:v>
                </c:pt>
                <c:pt idx="943">
                  <c:v>0.07366328227292718</c:v>
                </c:pt>
                <c:pt idx="944">
                  <c:v>0.07366328227292718</c:v>
                </c:pt>
                <c:pt idx="945">
                  <c:v>0.07366328227292718</c:v>
                </c:pt>
                <c:pt idx="946">
                  <c:v>0.07366328227292718</c:v>
                </c:pt>
                <c:pt idx="947">
                  <c:v>0.07366328227292718</c:v>
                </c:pt>
                <c:pt idx="948">
                  <c:v>0.07366328227292718</c:v>
                </c:pt>
                <c:pt idx="949">
                  <c:v>0.07366328227292718</c:v>
                </c:pt>
                <c:pt idx="950">
                  <c:v>0.07366328227292718</c:v>
                </c:pt>
                <c:pt idx="951">
                  <c:v>0.07366328227292718</c:v>
                </c:pt>
                <c:pt idx="952">
                  <c:v>0.07366328227292718</c:v>
                </c:pt>
                <c:pt idx="953">
                  <c:v>0.07366328227292718</c:v>
                </c:pt>
                <c:pt idx="954">
                  <c:v>0.07366328227292718</c:v>
                </c:pt>
                <c:pt idx="955">
                  <c:v>0.07366328227292718</c:v>
                </c:pt>
                <c:pt idx="956">
                  <c:v>0.07366328227292718</c:v>
                </c:pt>
                <c:pt idx="957">
                  <c:v>0.07366328227292718</c:v>
                </c:pt>
                <c:pt idx="958">
                  <c:v>0.07366328227292718</c:v>
                </c:pt>
                <c:pt idx="959">
                  <c:v>0.07366328227292718</c:v>
                </c:pt>
                <c:pt idx="960">
                  <c:v>0.07366328227292718</c:v>
                </c:pt>
                <c:pt idx="961">
                  <c:v>0.07366328227292718</c:v>
                </c:pt>
                <c:pt idx="962">
                  <c:v>0.07366328227292718</c:v>
                </c:pt>
                <c:pt idx="963">
                  <c:v>0.07366328227292718</c:v>
                </c:pt>
                <c:pt idx="964">
                  <c:v>0.07366328227292718</c:v>
                </c:pt>
                <c:pt idx="965">
                  <c:v>0.07366328227292718</c:v>
                </c:pt>
                <c:pt idx="966">
                  <c:v>0.07366328227292718</c:v>
                </c:pt>
                <c:pt idx="967">
                  <c:v>0.07366328227292718</c:v>
                </c:pt>
                <c:pt idx="968">
                  <c:v>0.07366328227292718</c:v>
                </c:pt>
                <c:pt idx="969">
                  <c:v>0.07366328227292718</c:v>
                </c:pt>
                <c:pt idx="970">
                  <c:v>0.07366328227292718</c:v>
                </c:pt>
                <c:pt idx="971">
                  <c:v>0.07366328227292718</c:v>
                </c:pt>
                <c:pt idx="972">
                  <c:v>0.07366328227292718</c:v>
                </c:pt>
                <c:pt idx="973">
                  <c:v>0.07366328227292718</c:v>
                </c:pt>
                <c:pt idx="974">
                  <c:v>0.07366328227292718</c:v>
                </c:pt>
                <c:pt idx="975">
                  <c:v>0.07366328227292718</c:v>
                </c:pt>
                <c:pt idx="976">
                  <c:v>0.07366328227292718</c:v>
                </c:pt>
                <c:pt idx="977">
                  <c:v>0.07366328227292718</c:v>
                </c:pt>
                <c:pt idx="978">
                  <c:v>0.07366328227292718</c:v>
                </c:pt>
                <c:pt idx="979">
                  <c:v>0.07366328227292718</c:v>
                </c:pt>
                <c:pt idx="980">
                  <c:v>0.07366328227292718</c:v>
                </c:pt>
                <c:pt idx="981">
                  <c:v>0.07366328227292718</c:v>
                </c:pt>
                <c:pt idx="982">
                  <c:v>0.07366328227292718</c:v>
                </c:pt>
                <c:pt idx="983">
                  <c:v>0.07366328227292718</c:v>
                </c:pt>
                <c:pt idx="984">
                  <c:v>0.07366328227292718</c:v>
                </c:pt>
                <c:pt idx="985">
                  <c:v>0.07366328227292718</c:v>
                </c:pt>
                <c:pt idx="986">
                  <c:v>0.07366328227292718</c:v>
                </c:pt>
                <c:pt idx="987">
                  <c:v>0.07366328227292718</c:v>
                </c:pt>
                <c:pt idx="988">
                  <c:v>0.07366328227292718</c:v>
                </c:pt>
                <c:pt idx="989">
                  <c:v>0.07366328227292718</c:v>
                </c:pt>
                <c:pt idx="990">
                  <c:v>0.07366328227292718</c:v>
                </c:pt>
                <c:pt idx="991">
                  <c:v>0.07366328227292718</c:v>
                </c:pt>
                <c:pt idx="992">
                  <c:v>0.07366328227292718</c:v>
                </c:pt>
                <c:pt idx="993">
                  <c:v>0.07366328227292718</c:v>
                </c:pt>
                <c:pt idx="994">
                  <c:v>0.07366328227292718</c:v>
                </c:pt>
                <c:pt idx="995">
                  <c:v>0.07366328227292718</c:v>
                </c:pt>
                <c:pt idx="996">
                  <c:v>0.07366328227292718</c:v>
                </c:pt>
                <c:pt idx="997">
                  <c:v>0.07366328227292718</c:v>
                </c:pt>
                <c:pt idx="998">
                  <c:v>0.07366328227292718</c:v>
                </c:pt>
                <c:pt idx="999">
                  <c:v>0.07366328227292718</c:v>
                </c:pt>
                <c:pt idx="1000">
                  <c:v>0.07366328227292718</c:v>
                </c:pt>
                <c:pt idx="1001">
                  <c:v>0.07366328227292718</c:v>
                </c:pt>
                <c:pt idx="1002">
                  <c:v>0.07366328227292718</c:v>
                </c:pt>
                <c:pt idx="1003">
                  <c:v>0.07366328227292718</c:v>
                </c:pt>
                <c:pt idx="1004">
                  <c:v>0.07366328227292718</c:v>
                </c:pt>
                <c:pt idx="1005">
                  <c:v>0.07366328227292718</c:v>
                </c:pt>
                <c:pt idx="1006">
                  <c:v>0.07366328227292718</c:v>
                </c:pt>
                <c:pt idx="1007">
                  <c:v>0.07366328227292718</c:v>
                </c:pt>
                <c:pt idx="1008">
                  <c:v>0.07366328227292718</c:v>
                </c:pt>
                <c:pt idx="1009">
                  <c:v>0.07366328227292718</c:v>
                </c:pt>
                <c:pt idx="1010">
                  <c:v>0.07366328227292718</c:v>
                </c:pt>
                <c:pt idx="1011">
                  <c:v>0.07366328227292718</c:v>
                </c:pt>
                <c:pt idx="1012">
                  <c:v>0.07366328227292718</c:v>
                </c:pt>
                <c:pt idx="1013">
                  <c:v>0.07366328227292718</c:v>
                </c:pt>
                <c:pt idx="1014">
                  <c:v>0.07366328227292718</c:v>
                </c:pt>
                <c:pt idx="1015">
                  <c:v>0.07366328227292718</c:v>
                </c:pt>
                <c:pt idx="1016">
                  <c:v>0.07366328227292718</c:v>
                </c:pt>
                <c:pt idx="1017">
                  <c:v>0.07366328227292718</c:v>
                </c:pt>
                <c:pt idx="1018">
                  <c:v>0.07366328227292718</c:v>
                </c:pt>
                <c:pt idx="1019">
                  <c:v>0.07366328227292718</c:v>
                </c:pt>
                <c:pt idx="1020">
                  <c:v>0.07366328227292718</c:v>
                </c:pt>
                <c:pt idx="1021">
                  <c:v>0.07366328227292718</c:v>
                </c:pt>
                <c:pt idx="1022">
                  <c:v>0.07366328227292718</c:v>
                </c:pt>
                <c:pt idx="1023">
                  <c:v>0.07366328227292718</c:v>
                </c:pt>
                <c:pt idx="1024">
                  <c:v>0.07366328227292718</c:v>
                </c:pt>
                <c:pt idx="1025">
                  <c:v>0.07366328227292718</c:v>
                </c:pt>
                <c:pt idx="1026">
                  <c:v>0.07366328227292718</c:v>
                </c:pt>
                <c:pt idx="1027">
                  <c:v>0.07366328227292718</c:v>
                </c:pt>
                <c:pt idx="1028">
                  <c:v>0.07366328227292718</c:v>
                </c:pt>
                <c:pt idx="1029">
                  <c:v>0.07366328227292718</c:v>
                </c:pt>
                <c:pt idx="1030">
                  <c:v>0.07366328227292718</c:v>
                </c:pt>
                <c:pt idx="1031">
                  <c:v>0.07366328227292718</c:v>
                </c:pt>
                <c:pt idx="1032">
                  <c:v>0.07366328227292718</c:v>
                </c:pt>
                <c:pt idx="1033">
                  <c:v>0.07366328227292718</c:v>
                </c:pt>
                <c:pt idx="1034">
                  <c:v>0.07366328227292718</c:v>
                </c:pt>
                <c:pt idx="1035">
                  <c:v>0.07366328227292718</c:v>
                </c:pt>
                <c:pt idx="1036">
                  <c:v>0.07366328227292718</c:v>
                </c:pt>
                <c:pt idx="1037">
                  <c:v>0.07366328227292718</c:v>
                </c:pt>
                <c:pt idx="1038">
                  <c:v>0.07366328227292718</c:v>
                </c:pt>
                <c:pt idx="1039">
                  <c:v>0.07366328227292718</c:v>
                </c:pt>
                <c:pt idx="1040">
                  <c:v>0.07366328227292718</c:v>
                </c:pt>
                <c:pt idx="1041">
                  <c:v>0.07366328227292718</c:v>
                </c:pt>
                <c:pt idx="1042">
                  <c:v>0.07366328227292718</c:v>
                </c:pt>
                <c:pt idx="1043">
                  <c:v>0.07366328227292718</c:v>
                </c:pt>
                <c:pt idx="1044">
                  <c:v>0.07366328227292718</c:v>
                </c:pt>
                <c:pt idx="1045">
                  <c:v>0.07366328227292718</c:v>
                </c:pt>
                <c:pt idx="1046">
                  <c:v>0.07366328227292718</c:v>
                </c:pt>
                <c:pt idx="1047">
                  <c:v>0.07366328227292718</c:v>
                </c:pt>
                <c:pt idx="1048">
                  <c:v>0.07366328227292718</c:v>
                </c:pt>
                <c:pt idx="1049">
                  <c:v>0.07366328227292718</c:v>
                </c:pt>
                <c:pt idx="1050">
                  <c:v>0.07366328227292718</c:v>
                </c:pt>
                <c:pt idx="1051">
                  <c:v>0.07366328227292718</c:v>
                </c:pt>
                <c:pt idx="1052">
                  <c:v>0.07366328227292718</c:v>
                </c:pt>
                <c:pt idx="1053">
                  <c:v>0.07366328227292718</c:v>
                </c:pt>
                <c:pt idx="1054">
                  <c:v>0.07366328227292718</c:v>
                </c:pt>
                <c:pt idx="1055">
                  <c:v>0.07366328227292718</c:v>
                </c:pt>
                <c:pt idx="1056">
                  <c:v>0.07366328227292718</c:v>
                </c:pt>
                <c:pt idx="1057">
                  <c:v>0.07366328227292718</c:v>
                </c:pt>
                <c:pt idx="1058">
                  <c:v>0.07366328227292718</c:v>
                </c:pt>
                <c:pt idx="1059">
                  <c:v>0.07366328227292718</c:v>
                </c:pt>
                <c:pt idx="1060">
                  <c:v>0.07366328227292718</c:v>
                </c:pt>
                <c:pt idx="1061">
                  <c:v>0.07366328227292718</c:v>
                </c:pt>
                <c:pt idx="1062">
                  <c:v>0.07366328227292718</c:v>
                </c:pt>
                <c:pt idx="1063">
                  <c:v>0.07366328227292718</c:v>
                </c:pt>
                <c:pt idx="1064">
                  <c:v>0.07366328227292718</c:v>
                </c:pt>
                <c:pt idx="1065">
                  <c:v>0.07366328227292718</c:v>
                </c:pt>
                <c:pt idx="1066">
                  <c:v>0.07366328227292718</c:v>
                </c:pt>
                <c:pt idx="1067">
                  <c:v>0.07366328227292718</c:v>
                </c:pt>
                <c:pt idx="1068">
                  <c:v>0.07366328227292718</c:v>
                </c:pt>
                <c:pt idx="1069">
                  <c:v>0.07366328227292718</c:v>
                </c:pt>
                <c:pt idx="1070">
                  <c:v>0.07366328227292718</c:v>
                </c:pt>
                <c:pt idx="1071">
                  <c:v>0.07366328227292718</c:v>
                </c:pt>
                <c:pt idx="1072">
                  <c:v>0.07366328227292718</c:v>
                </c:pt>
                <c:pt idx="1073">
                  <c:v>0.07366328227292718</c:v>
                </c:pt>
                <c:pt idx="1074">
                  <c:v>0.07366328227292718</c:v>
                </c:pt>
                <c:pt idx="1075">
                  <c:v>0.07366328227292718</c:v>
                </c:pt>
                <c:pt idx="1076">
                  <c:v>0.07366328227292718</c:v>
                </c:pt>
                <c:pt idx="1077">
                  <c:v>0.07366328227292718</c:v>
                </c:pt>
                <c:pt idx="1078">
                  <c:v>0.07366328227292718</c:v>
                </c:pt>
                <c:pt idx="1079">
                  <c:v>0.07366328227292718</c:v>
                </c:pt>
                <c:pt idx="1080">
                  <c:v>0.07366328227292718</c:v>
                </c:pt>
                <c:pt idx="1081">
                  <c:v>0.07366328227292718</c:v>
                </c:pt>
                <c:pt idx="1082">
                  <c:v>0.07366328227292718</c:v>
                </c:pt>
                <c:pt idx="1083">
                  <c:v>0.07366328227292718</c:v>
                </c:pt>
                <c:pt idx="1084">
                  <c:v>0.07366328227292718</c:v>
                </c:pt>
                <c:pt idx="1085">
                  <c:v>0.07366328227292718</c:v>
                </c:pt>
                <c:pt idx="1086">
                  <c:v>0.07366328227292718</c:v>
                </c:pt>
                <c:pt idx="1087">
                  <c:v>0.07366328227292718</c:v>
                </c:pt>
                <c:pt idx="1088">
                  <c:v>0.07366328227292718</c:v>
                </c:pt>
                <c:pt idx="1089">
                  <c:v>0.07366328227292718</c:v>
                </c:pt>
                <c:pt idx="1090">
                  <c:v>0.07366328227292718</c:v>
                </c:pt>
                <c:pt idx="1091">
                  <c:v>0.07366328227292718</c:v>
                </c:pt>
                <c:pt idx="1092">
                  <c:v>0.07366328227292718</c:v>
                </c:pt>
                <c:pt idx="1093">
                  <c:v>0.07366328227292718</c:v>
                </c:pt>
                <c:pt idx="1094">
                  <c:v>0.07366328227292718</c:v>
                </c:pt>
                <c:pt idx="1095">
                  <c:v>0.07366328227292718</c:v>
                </c:pt>
                <c:pt idx="1096">
                  <c:v>0.07366328227292718</c:v>
                </c:pt>
                <c:pt idx="1097">
                  <c:v>0.07366328227292718</c:v>
                </c:pt>
                <c:pt idx="1098">
                  <c:v>0.07366328227292718</c:v>
                </c:pt>
                <c:pt idx="1099">
                  <c:v>0.07366328227292718</c:v>
                </c:pt>
                <c:pt idx="1100">
                  <c:v>0.07366328227292718</c:v>
                </c:pt>
                <c:pt idx="1101">
                  <c:v>0.07366328227292718</c:v>
                </c:pt>
                <c:pt idx="1102">
                  <c:v>0.07366328227292718</c:v>
                </c:pt>
                <c:pt idx="1103">
                  <c:v>0.07366328227292718</c:v>
                </c:pt>
                <c:pt idx="1104">
                  <c:v>0.07366328227292718</c:v>
                </c:pt>
                <c:pt idx="1105">
                  <c:v>0.07366328227292718</c:v>
                </c:pt>
                <c:pt idx="1106">
                  <c:v>0.07366328227292718</c:v>
                </c:pt>
                <c:pt idx="1107">
                  <c:v>0.07366328227292718</c:v>
                </c:pt>
                <c:pt idx="1108">
                  <c:v>0.07366328227292718</c:v>
                </c:pt>
                <c:pt idx="1109">
                  <c:v>0.07366328227292718</c:v>
                </c:pt>
                <c:pt idx="1110">
                  <c:v>0.07366328227292718</c:v>
                </c:pt>
                <c:pt idx="1111">
                  <c:v>0.07366328227292718</c:v>
                </c:pt>
                <c:pt idx="1112">
                  <c:v>0.07366328227292718</c:v>
                </c:pt>
                <c:pt idx="1113">
                  <c:v>0.07366328227292718</c:v>
                </c:pt>
                <c:pt idx="1114">
                  <c:v>0.07366328227292718</c:v>
                </c:pt>
                <c:pt idx="1115">
                  <c:v>0.07366328227292718</c:v>
                </c:pt>
                <c:pt idx="1116">
                  <c:v>0.07366328227292718</c:v>
                </c:pt>
                <c:pt idx="1117">
                  <c:v>0.07366328227292718</c:v>
                </c:pt>
                <c:pt idx="1118">
                  <c:v>0.07366328227292718</c:v>
                </c:pt>
                <c:pt idx="1119">
                  <c:v>0.07366328227292718</c:v>
                </c:pt>
                <c:pt idx="1120">
                  <c:v>0.07366328227292718</c:v>
                </c:pt>
                <c:pt idx="1121">
                  <c:v>0.07366328227292718</c:v>
                </c:pt>
                <c:pt idx="1122">
                  <c:v>0.07366328227292718</c:v>
                </c:pt>
                <c:pt idx="1123">
                  <c:v>0.07366328227292718</c:v>
                </c:pt>
                <c:pt idx="1124">
                  <c:v>0.07366328227292718</c:v>
                </c:pt>
                <c:pt idx="1125">
                  <c:v>0.07366328227292718</c:v>
                </c:pt>
                <c:pt idx="1126">
                  <c:v>0.07366328227292718</c:v>
                </c:pt>
                <c:pt idx="1127">
                  <c:v>0.07366328227292718</c:v>
                </c:pt>
                <c:pt idx="1128">
                  <c:v>0.07366328227292718</c:v>
                </c:pt>
                <c:pt idx="1129">
                  <c:v>0.07366328227292718</c:v>
                </c:pt>
                <c:pt idx="1130">
                  <c:v>0.07366328227292718</c:v>
                </c:pt>
                <c:pt idx="1131">
                  <c:v>0.07366328227292718</c:v>
                </c:pt>
                <c:pt idx="1132">
                  <c:v>0.07366328227292718</c:v>
                </c:pt>
                <c:pt idx="1133">
                  <c:v>0.07366328227292718</c:v>
                </c:pt>
                <c:pt idx="1134">
                  <c:v>0.07366328227292718</c:v>
                </c:pt>
                <c:pt idx="1135">
                  <c:v>0.07366328227292718</c:v>
                </c:pt>
                <c:pt idx="1136">
                  <c:v>0.07366328227292718</c:v>
                </c:pt>
                <c:pt idx="1137">
                  <c:v>0.07366328227292718</c:v>
                </c:pt>
                <c:pt idx="1138">
                  <c:v>0.07366328227292718</c:v>
                </c:pt>
                <c:pt idx="1139">
                  <c:v>0.07366328227292718</c:v>
                </c:pt>
                <c:pt idx="1140">
                  <c:v>0.07366328227292718</c:v>
                </c:pt>
                <c:pt idx="1141">
                  <c:v>0.07366328227292718</c:v>
                </c:pt>
                <c:pt idx="1142">
                  <c:v>0.07366328227292718</c:v>
                </c:pt>
                <c:pt idx="1143">
                  <c:v>0.07366328227292718</c:v>
                </c:pt>
                <c:pt idx="1144">
                  <c:v>0.07366328227292718</c:v>
                </c:pt>
                <c:pt idx="1145">
                  <c:v>0.07366328227292718</c:v>
                </c:pt>
                <c:pt idx="1146">
                  <c:v>0.07366328227292718</c:v>
                </c:pt>
                <c:pt idx="1147">
                  <c:v>0.07366328227292718</c:v>
                </c:pt>
                <c:pt idx="1148">
                  <c:v>0.07366328227292718</c:v>
                </c:pt>
                <c:pt idx="1149">
                  <c:v>0.07366328227292718</c:v>
                </c:pt>
                <c:pt idx="1150">
                  <c:v>0.07366328227292718</c:v>
                </c:pt>
                <c:pt idx="1151">
                  <c:v>0.07366328227292718</c:v>
                </c:pt>
                <c:pt idx="1152">
                  <c:v>0.07366328227292718</c:v>
                </c:pt>
                <c:pt idx="1153">
                  <c:v>0.07366328227292718</c:v>
                </c:pt>
                <c:pt idx="1154">
                  <c:v>0.07366328227292718</c:v>
                </c:pt>
                <c:pt idx="1155">
                  <c:v>0.07366328227292718</c:v>
                </c:pt>
                <c:pt idx="1156">
                  <c:v>0.07366328227292718</c:v>
                </c:pt>
                <c:pt idx="1157">
                  <c:v>0.07366328227292718</c:v>
                </c:pt>
                <c:pt idx="1158">
                  <c:v>0.07366328227292718</c:v>
                </c:pt>
                <c:pt idx="1159">
                  <c:v>0.07366328227292718</c:v>
                </c:pt>
                <c:pt idx="1160">
                  <c:v>0.07366328227292718</c:v>
                </c:pt>
                <c:pt idx="1161">
                  <c:v>0.07366328227292718</c:v>
                </c:pt>
                <c:pt idx="1162">
                  <c:v>0.07366328227292718</c:v>
                </c:pt>
                <c:pt idx="1163">
                  <c:v>0.07366328227292718</c:v>
                </c:pt>
                <c:pt idx="1164">
                  <c:v>0.07366328227292718</c:v>
                </c:pt>
                <c:pt idx="1165">
                  <c:v>0.07366328227292718</c:v>
                </c:pt>
                <c:pt idx="1166">
                  <c:v>0.07366328227292718</c:v>
                </c:pt>
                <c:pt idx="1167">
                  <c:v>0.07366328227292718</c:v>
                </c:pt>
                <c:pt idx="1168">
                  <c:v>0.07366328227292718</c:v>
                </c:pt>
                <c:pt idx="1169">
                  <c:v>0.07366328227292718</c:v>
                </c:pt>
                <c:pt idx="1170">
                  <c:v>0.07366328227292718</c:v>
                </c:pt>
                <c:pt idx="1171">
                  <c:v>0.07366328227292718</c:v>
                </c:pt>
                <c:pt idx="1172">
                  <c:v>0.07366328227292718</c:v>
                </c:pt>
                <c:pt idx="1173">
                  <c:v>0.07366328227292718</c:v>
                </c:pt>
                <c:pt idx="1174">
                  <c:v>0.07366328227292718</c:v>
                </c:pt>
                <c:pt idx="1175">
                  <c:v>0.07366328227292718</c:v>
                </c:pt>
                <c:pt idx="1176">
                  <c:v>0.07366328227292718</c:v>
                </c:pt>
                <c:pt idx="1177">
                  <c:v>0.07366328227292718</c:v>
                </c:pt>
                <c:pt idx="1178">
                  <c:v>0.07366328227292718</c:v>
                </c:pt>
                <c:pt idx="1179">
                  <c:v>0.07366328227292718</c:v>
                </c:pt>
                <c:pt idx="1180">
                  <c:v>0.07366328227292718</c:v>
                </c:pt>
                <c:pt idx="1181">
                  <c:v>0.07366328227292718</c:v>
                </c:pt>
                <c:pt idx="1182">
                  <c:v>0.07366328227292718</c:v>
                </c:pt>
                <c:pt idx="1183">
                  <c:v>0.07366328227292718</c:v>
                </c:pt>
                <c:pt idx="1184">
                  <c:v>0.07366328227292718</c:v>
                </c:pt>
                <c:pt idx="1185">
                  <c:v>0.07366328227292718</c:v>
                </c:pt>
                <c:pt idx="1186">
                  <c:v>0.07366328227292718</c:v>
                </c:pt>
                <c:pt idx="1187">
                  <c:v>0.07366328227292718</c:v>
                </c:pt>
                <c:pt idx="1188">
                  <c:v>0.07366328227292718</c:v>
                </c:pt>
                <c:pt idx="1189">
                  <c:v>0.07366328227292718</c:v>
                </c:pt>
                <c:pt idx="1190">
                  <c:v>0.07366328227292718</c:v>
                </c:pt>
                <c:pt idx="1191">
                  <c:v>0.07366328227292718</c:v>
                </c:pt>
                <c:pt idx="1192">
                  <c:v>0.07366328227292718</c:v>
                </c:pt>
                <c:pt idx="1193">
                  <c:v>0.07366328227292718</c:v>
                </c:pt>
                <c:pt idx="1194">
                  <c:v>0.07366328227292718</c:v>
                </c:pt>
                <c:pt idx="1195">
                  <c:v>0.07366328227292718</c:v>
                </c:pt>
                <c:pt idx="1196">
                  <c:v>0.07366328227292718</c:v>
                </c:pt>
                <c:pt idx="1197">
                  <c:v>0.07366328227292718</c:v>
                </c:pt>
                <c:pt idx="1198">
                  <c:v>0.07366328227292718</c:v>
                </c:pt>
                <c:pt idx="1199">
                  <c:v>0.07366328227292718</c:v>
                </c:pt>
                <c:pt idx="1200">
                  <c:v>0.07366328227292718</c:v>
                </c:pt>
                <c:pt idx="1201">
                  <c:v>0.07366328227292718</c:v>
                </c:pt>
                <c:pt idx="1202">
                  <c:v>0.07366328227292718</c:v>
                </c:pt>
                <c:pt idx="1203">
                  <c:v>0.07366328227292718</c:v>
                </c:pt>
                <c:pt idx="1204">
                  <c:v>0.07366328227292718</c:v>
                </c:pt>
                <c:pt idx="1205">
                  <c:v>0.07366328227292718</c:v>
                </c:pt>
                <c:pt idx="1206">
                  <c:v>0.07366328227292718</c:v>
                </c:pt>
                <c:pt idx="1207">
                  <c:v>0.07366328227292718</c:v>
                </c:pt>
                <c:pt idx="1208">
                  <c:v>0.07366328227292718</c:v>
                </c:pt>
                <c:pt idx="1209">
                  <c:v>0.07366328227292718</c:v>
                </c:pt>
                <c:pt idx="1210">
                  <c:v>0.07366328227292718</c:v>
                </c:pt>
                <c:pt idx="1211">
                  <c:v>0.07366328227292718</c:v>
                </c:pt>
                <c:pt idx="1212">
                  <c:v>0.07366328227292718</c:v>
                </c:pt>
                <c:pt idx="1213">
                  <c:v>0.07366328227292718</c:v>
                </c:pt>
                <c:pt idx="1214">
                  <c:v>0.07366328227292718</c:v>
                </c:pt>
                <c:pt idx="1215">
                  <c:v>0.07366328227292718</c:v>
                </c:pt>
                <c:pt idx="1216">
                  <c:v>0.07366328227292718</c:v>
                </c:pt>
                <c:pt idx="1217">
                  <c:v>0.07366328227292718</c:v>
                </c:pt>
                <c:pt idx="1218">
                  <c:v>0.07366328227292718</c:v>
                </c:pt>
                <c:pt idx="1219">
                  <c:v>0.07366328227292718</c:v>
                </c:pt>
                <c:pt idx="1220">
                  <c:v>0.07366328227292718</c:v>
                </c:pt>
                <c:pt idx="1221">
                  <c:v>0.07366328227292718</c:v>
                </c:pt>
                <c:pt idx="1222">
                  <c:v>0.07366328227292718</c:v>
                </c:pt>
                <c:pt idx="1223">
                  <c:v>0.07366328227292718</c:v>
                </c:pt>
                <c:pt idx="1224">
                  <c:v>0.07366328227292718</c:v>
                </c:pt>
                <c:pt idx="1225">
                  <c:v>0.07366328227292718</c:v>
                </c:pt>
                <c:pt idx="1226">
                  <c:v>0.07366328227292718</c:v>
                </c:pt>
                <c:pt idx="1227">
                  <c:v>0.07366328227292718</c:v>
                </c:pt>
                <c:pt idx="1228">
                  <c:v>0.07366328227292718</c:v>
                </c:pt>
                <c:pt idx="1229">
                  <c:v>0.07366328227292718</c:v>
                </c:pt>
                <c:pt idx="1230">
                  <c:v>0.07366328227292718</c:v>
                </c:pt>
                <c:pt idx="1231">
                  <c:v>0.07366328227292718</c:v>
                </c:pt>
                <c:pt idx="1232">
                  <c:v>0.07366328227292718</c:v>
                </c:pt>
                <c:pt idx="1233">
                  <c:v>0.07366328227292718</c:v>
                </c:pt>
                <c:pt idx="1234">
                  <c:v>0.07366328227292718</c:v>
                </c:pt>
                <c:pt idx="1235">
                  <c:v>0.07366328227292718</c:v>
                </c:pt>
                <c:pt idx="1236">
                  <c:v>0.07366328227292718</c:v>
                </c:pt>
                <c:pt idx="1237">
                  <c:v>0.07366328227292718</c:v>
                </c:pt>
                <c:pt idx="1238">
                  <c:v>0.07366328227292718</c:v>
                </c:pt>
                <c:pt idx="1239">
                  <c:v>0.07366328227292718</c:v>
                </c:pt>
                <c:pt idx="1240">
                  <c:v>0.07366328227292718</c:v>
                </c:pt>
                <c:pt idx="1241">
                  <c:v>0.07366328227292718</c:v>
                </c:pt>
                <c:pt idx="1242">
                  <c:v>0.07366328227292718</c:v>
                </c:pt>
                <c:pt idx="1243">
                  <c:v>0.07366328227292718</c:v>
                </c:pt>
                <c:pt idx="1244">
                  <c:v>0.07366328227292718</c:v>
                </c:pt>
                <c:pt idx="1245">
                  <c:v>0.07366328227292718</c:v>
                </c:pt>
                <c:pt idx="1246">
                  <c:v>0.07366328227292718</c:v>
                </c:pt>
                <c:pt idx="1247">
                  <c:v>0.07366328227292718</c:v>
                </c:pt>
                <c:pt idx="1248">
                  <c:v>0.07366328227292718</c:v>
                </c:pt>
                <c:pt idx="1249">
                  <c:v>0.07366328227292718</c:v>
                </c:pt>
                <c:pt idx="1250">
                  <c:v>0.07366328227292718</c:v>
                </c:pt>
                <c:pt idx="1251">
                  <c:v>0.07366328227292718</c:v>
                </c:pt>
                <c:pt idx="1252">
                  <c:v>0.07366328227292718</c:v>
                </c:pt>
                <c:pt idx="1253">
                  <c:v>0.07366328227292718</c:v>
                </c:pt>
                <c:pt idx="1254">
                  <c:v>0.07366328227292718</c:v>
                </c:pt>
                <c:pt idx="1255">
                  <c:v>0.07366328227292718</c:v>
                </c:pt>
                <c:pt idx="1256">
                  <c:v>0.07366328227292718</c:v>
                </c:pt>
                <c:pt idx="1257">
                  <c:v>0.07366328227292718</c:v>
                </c:pt>
                <c:pt idx="1258">
                  <c:v>0.07366328227292718</c:v>
                </c:pt>
                <c:pt idx="1259">
                  <c:v>0.07366328227292718</c:v>
                </c:pt>
                <c:pt idx="1260">
                  <c:v>0.07366328227292718</c:v>
                </c:pt>
                <c:pt idx="1261">
                  <c:v>0.07366328227292718</c:v>
                </c:pt>
                <c:pt idx="1262">
                  <c:v>0.07366328227292718</c:v>
                </c:pt>
                <c:pt idx="1263">
                  <c:v>0.07366328227292718</c:v>
                </c:pt>
                <c:pt idx="1264">
                  <c:v>0.07366328227292718</c:v>
                </c:pt>
                <c:pt idx="1265">
                  <c:v>0.07366328227292718</c:v>
                </c:pt>
                <c:pt idx="1266">
                  <c:v>0.07366328227292718</c:v>
                </c:pt>
                <c:pt idx="1267">
                  <c:v>0.07366328227292718</c:v>
                </c:pt>
                <c:pt idx="1268">
                  <c:v>0.07366328227292718</c:v>
                </c:pt>
                <c:pt idx="1269">
                  <c:v>0.07366328227292718</c:v>
                </c:pt>
                <c:pt idx="1270">
                  <c:v>0.07366328227292718</c:v>
                </c:pt>
                <c:pt idx="1271">
                  <c:v>0.07366328227292718</c:v>
                </c:pt>
                <c:pt idx="1272">
                  <c:v>0.07366328227292718</c:v>
                </c:pt>
                <c:pt idx="1273">
                  <c:v>0.07366328227292718</c:v>
                </c:pt>
                <c:pt idx="1274">
                  <c:v>0.07366328227292718</c:v>
                </c:pt>
                <c:pt idx="1275">
                  <c:v>0.07366328227292718</c:v>
                </c:pt>
                <c:pt idx="1276">
                  <c:v>0.07366328227292718</c:v>
                </c:pt>
                <c:pt idx="1277">
                  <c:v>0.07366328227292718</c:v>
                </c:pt>
                <c:pt idx="1278">
                  <c:v>0.07366328227292718</c:v>
                </c:pt>
                <c:pt idx="1279">
                  <c:v>0.07366328227292718</c:v>
                </c:pt>
                <c:pt idx="1280">
                  <c:v>0.07366328227292718</c:v>
                </c:pt>
                <c:pt idx="1281">
                  <c:v>0.07366328227292718</c:v>
                </c:pt>
                <c:pt idx="1282">
                  <c:v>0.07366328227292718</c:v>
                </c:pt>
                <c:pt idx="1283">
                  <c:v>0.07366328227292718</c:v>
                </c:pt>
                <c:pt idx="1284">
                  <c:v>0.07366328227292718</c:v>
                </c:pt>
                <c:pt idx="1285">
                  <c:v>0.07366328227292718</c:v>
                </c:pt>
                <c:pt idx="1286">
                  <c:v>0.07366328227292718</c:v>
                </c:pt>
                <c:pt idx="1287">
                  <c:v>0.07366328227292718</c:v>
                </c:pt>
                <c:pt idx="1288">
                  <c:v>0.07366328227292718</c:v>
                </c:pt>
                <c:pt idx="1289">
                  <c:v>0.07366328227292718</c:v>
                </c:pt>
                <c:pt idx="1290">
                  <c:v>0.07366328227292718</c:v>
                </c:pt>
                <c:pt idx="1291">
                  <c:v>0.07366328227292718</c:v>
                </c:pt>
                <c:pt idx="1292">
                  <c:v>0.07366328227292718</c:v>
                </c:pt>
                <c:pt idx="1293">
                  <c:v>0.07366328227292718</c:v>
                </c:pt>
                <c:pt idx="1294">
                  <c:v>0.07366328227292718</c:v>
                </c:pt>
                <c:pt idx="1295">
                  <c:v>0.07366328227292718</c:v>
                </c:pt>
                <c:pt idx="1296">
                  <c:v>0.07366328227292718</c:v>
                </c:pt>
                <c:pt idx="1297">
                  <c:v>0.07366328227292718</c:v>
                </c:pt>
                <c:pt idx="1298">
                  <c:v>0.07366328227292718</c:v>
                </c:pt>
                <c:pt idx="1299">
                  <c:v>0.07366328227292718</c:v>
                </c:pt>
                <c:pt idx="1300">
                  <c:v>0.07366328227292718</c:v>
                </c:pt>
                <c:pt idx="1301">
                  <c:v>0.07366328227292718</c:v>
                </c:pt>
                <c:pt idx="1302">
                  <c:v>0.07366328227292718</c:v>
                </c:pt>
                <c:pt idx="1303">
                  <c:v>0.07366328227292718</c:v>
                </c:pt>
                <c:pt idx="1304">
                  <c:v>0.07366328227292718</c:v>
                </c:pt>
                <c:pt idx="1305">
                  <c:v>0.07366328227292718</c:v>
                </c:pt>
                <c:pt idx="1306">
                  <c:v>0.07366328227292718</c:v>
                </c:pt>
                <c:pt idx="1307">
                  <c:v>0.07366328227292718</c:v>
                </c:pt>
                <c:pt idx="1308">
                  <c:v>0.07366328227292718</c:v>
                </c:pt>
                <c:pt idx="1309">
                  <c:v>0.07366328227292718</c:v>
                </c:pt>
                <c:pt idx="1310">
                  <c:v>0.07366328227292718</c:v>
                </c:pt>
                <c:pt idx="1311">
                  <c:v>0.07366328227292718</c:v>
                </c:pt>
                <c:pt idx="1312">
                  <c:v>0.07366328227292718</c:v>
                </c:pt>
                <c:pt idx="1313">
                  <c:v>0.07366328227292718</c:v>
                </c:pt>
                <c:pt idx="1314">
                  <c:v>0.07366328227292718</c:v>
                </c:pt>
                <c:pt idx="1315">
                  <c:v>0.07366328227292718</c:v>
                </c:pt>
                <c:pt idx="1316">
                  <c:v>0.07366328227292718</c:v>
                </c:pt>
                <c:pt idx="1317">
                  <c:v>0.07366328227292718</c:v>
                </c:pt>
                <c:pt idx="1318">
                  <c:v>0.07366328227292718</c:v>
                </c:pt>
                <c:pt idx="1319">
                  <c:v>0.07366328227292718</c:v>
                </c:pt>
                <c:pt idx="1320">
                  <c:v>0.07366328227292718</c:v>
                </c:pt>
                <c:pt idx="1321">
                  <c:v>0.07366328227292718</c:v>
                </c:pt>
                <c:pt idx="1322">
                  <c:v>0.07366328227292718</c:v>
                </c:pt>
                <c:pt idx="1323">
                  <c:v>0.07366328227292718</c:v>
                </c:pt>
                <c:pt idx="1324">
                  <c:v>0.07366328227292718</c:v>
                </c:pt>
                <c:pt idx="1325">
                  <c:v>0.07366328227292718</c:v>
                </c:pt>
                <c:pt idx="1326">
                  <c:v>0.07366328227292718</c:v>
                </c:pt>
                <c:pt idx="1327">
                  <c:v>0.07366328227292718</c:v>
                </c:pt>
                <c:pt idx="1328">
                  <c:v>0.07366328227292718</c:v>
                </c:pt>
                <c:pt idx="1329">
                  <c:v>0.07366328227292718</c:v>
                </c:pt>
                <c:pt idx="1330">
                  <c:v>0.07366328227292718</c:v>
                </c:pt>
                <c:pt idx="1331">
                  <c:v>0.07366328227292718</c:v>
                </c:pt>
                <c:pt idx="1332">
                  <c:v>0.07366328227292718</c:v>
                </c:pt>
                <c:pt idx="1333">
                  <c:v>0.07366328227292718</c:v>
                </c:pt>
                <c:pt idx="1334">
                  <c:v>0.07366328227292718</c:v>
                </c:pt>
                <c:pt idx="1335">
                  <c:v>0.07366328227292718</c:v>
                </c:pt>
                <c:pt idx="1336">
                  <c:v>0.07366328227292718</c:v>
                </c:pt>
                <c:pt idx="1337">
                  <c:v>0.07366328227292718</c:v>
                </c:pt>
                <c:pt idx="1338">
                  <c:v>0.07366328227292718</c:v>
                </c:pt>
                <c:pt idx="1339">
                  <c:v>0.07366328227292718</c:v>
                </c:pt>
                <c:pt idx="1340">
                  <c:v>0.07366328227292718</c:v>
                </c:pt>
                <c:pt idx="1341">
                  <c:v>0.07366328227292718</c:v>
                </c:pt>
                <c:pt idx="1342">
                  <c:v>0.07366328227292718</c:v>
                </c:pt>
                <c:pt idx="1343">
                  <c:v>0.07366328227292718</c:v>
                </c:pt>
                <c:pt idx="1344">
                  <c:v>0.07366328227292718</c:v>
                </c:pt>
                <c:pt idx="1345">
                  <c:v>0.07366328227292718</c:v>
                </c:pt>
                <c:pt idx="1346">
                  <c:v>0.07366328227292718</c:v>
                </c:pt>
                <c:pt idx="1347">
                  <c:v>0.07366328227292718</c:v>
                </c:pt>
                <c:pt idx="1348">
                  <c:v>0.07366328227292718</c:v>
                </c:pt>
                <c:pt idx="1349">
                  <c:v>0.07366328227292718</c:v>
                </c:pt>
                <c:pt idx="1350">
                  <c:v>0.07366328227292718</c:v>
                </c:pt>
                <c:pt idx="1351">
                  <c:v>0.07366328227292718</c:v>
                </c:pt>
                <c:pt idx="1352">
                  <c:v>0.07366328227292718</c:v>
                </c:pt>
                <c:pt idx="1353">
                  <c:v>0.07366328227292718</c:v>
                </c:pt>
                <c:pt idx="1354">
                  <c:v>0.07366328227292718</c:v>
                </c:pt>
                <c:pt idx="1355">
                  <c:v>0.07366328227292718</c:v>
                </c:pt>
                <c:pt idx="1356">
                  <c:v>0.07366328227292718</c:v>
                </c:pt>
                <c:pt idx="1357">
                  <c:v>0.07366328227292718</c:v>
                </c:pt>
                <c:pt idx="1358">
                  <c:v>0.07366328227292718</c:v>
                </c:pt>
                <c:pt idx="1359">
                  <c:v>0.07366328227292718</c:v>
                </c:pt>
                <c:pt idx="1360">
                  <c:v>0.07366328227292718</c:v>
                </c:pt>
                <c:pt idx="1361">
                  <c:v>0.07366328227292718</c:v>
                </c:pt>
                <c:pt idx="1362">
                  <c:v>0.07366328227292718</c:v>
                </c:pt>
                <c:pt idx="1363">
                  <c:v>0.07366328227292718</c:v>
                </c:pt>
                <c:pt idx="1364">
                  <c:v>0.07366328227292718</c:v>
                </c:pt>
                <c:pt idx="1365">
                  <c:v>0.07366328227292718</c:v>
                </c:pt>
                <c:pt idx="1366">
                  <c:v>0.07366328227292718</c:v>
                </c:pt>
                <c:pt idx="1367">
                  <c:v>0.07366328227292718</c:v>
                </c:pt>
                <c:pt idx="1368">
                  <c:v>0.07366328227292718</c:v>
                </c:pt>
                <c:pt idx="1369">
                  <c:v>0.07366328227292718</c:v>
                </c:pt>
                <c:pt idx="1370">
                  <c:v>0.07366328227292718</c:v>
                </c:pt>
                <c:pt idx="1371">
                  <c:v>0.07366328227292718</c:v>
                </c:pt>
                <c:pt idx="1372">
                  <c:v>0.07366328227292718</c:v>
                </c:pt>
                <c:pt idx="1373">
                  <c:v>0.07366328227292718</c:v>
                </c:pt>
                <c:pt idx="1374">
                  <c:v>0.07366328227292718</c:v>
                </c:pt>
                <c:pt idx="1375">
                  <c:v>0.07366328227292718</c:v>
                </c:pt>
                <c:pt idx="1376">
                  <c:v>0.07366328227292718</c:v>
                </c:pt>
                <c:pt idx="1377">
                  <c:v>0.07366328227292718</c:v>
                </c:pt>
                <c:pt idx="1378">
                  <c:v>0.07366328227292718</c:v>
                </c:pt>
                <c:pt idx="1379">
                  <c:v>0.07366328227292718</c:v>
                </c:pt>
                <c:pt idx="1380">
                  <c:v>0.07366328227292718</c:v>
                </c:pt>
                <c:pt idx="1381">
                  <c:v>0.07366328227292718</c:v>
                </c:pt>
                <c:pt idx="1382">
                  <c:v>0.07366328227292718</c:v>
                </c:pt>
                <c:pt idx="1383">
                  <c:v>0.07366328227292718</c:v>
                </c:pt>
                <c:pt idx="1384">
                  <c:v>0.07366328227292718</c:v>
                </c:pt>
                <c:pt idx="1385">
                  <c:v>0.07366328227292718</c:v>
                </c:pt>
                <c:pt idx="1386">
                  <c:v>0.07366328227292718</c:v>
                </c:pt>
                <c:pt idx="1387">
                  <c:v>0.07366328227292718</c:v>
                </c:pt>
                <c:pt idx="1388">
                  <c:v>0.07366328227292718</c:v>
                </c:pt>
                <c:pt idx="1389">
                  <c:v>0.07366328227292718</c:v>
                </c:pt>
                <c:pt idx="1390">
                  <c:v>0.07366328227292718</c:v>
                </c:pt>
                <c:pt idx="1391">
                  <c:v>0.07366328227292718</c:v>
                </c:pt>
                <c:pt idx="1392">
                  <c:v>0.07366328227292718</c:v>
                </c:pt>
                <c:pt idx="1393">
                  <c:v>0.07366328227292718</c:v>
                </c:pt>
                <c:pt idx="1394">
                  <c:v>0.07366328227292718</c:v>
                </c:pt>
                <c:pt idx="1395">
                  <c:v>0.07366328227292718</c:v>
                </c:pt>
                <c:pt idx="1396">
                  <c:v>0.07366328227292718</c:v>
                </c:pt>
                <c:pt idx="1397">
                  <c:v>0.07366328227292718</c:v>
                </c:pt>
                <c:pt idx="1398">
                  <c:v>0.07366328227292718</c:v>
                </c:pt>
                <c:pt idx="1399">
                  <c:v>0.07366328227292718</c:v>
                </c:pt>
                <c:pt idx="1400">
                  <c:v>0.07366328227292718</c:v>
                </c:pt>
                <c:pt idx="1401">
                  <c:v>0.07366328227292718</c:v>
                </c:pt>
                <c:pt idx="1402">
                  <c:v>0.07366328227292718</c:v>
                </c:pt>
                <c:pt idx="1403">
                  <c:v>0.07366328227292718</c:v>
                </c:pt>
                <c:pt idx="1404">
                  <c:v>0.07366328227292718</c:v>
                </c:pt>
                <c:pt idx="1405">
                  <c:v>0.07366328227292718</c:v>
                </c:pt>
                <c:pt idx="1406">
                  <c:v>0.07366328227292718</c:v>
                </c:pt>
                <c:pt idx="1407">
                  <c:v>0.07366328227292718</c:v>
                </c:pt>
                <c:pt idx="1408">
                  <c:v>0.07366328227292718</c:v>
                </c:pt>
                <c:pt idx="1409">
                  <c:v>0.07366328227292718</c:v>
                </c:pt>
                <c:pt idx="1410">
                  <c:v>0.07366328227292718</c:v>
                </c:pt>
                <c:pt idx="1411">
                  <c:v>0.07366328227292718</c:v>
                </c:pt>
                <c:pt idx="1412">
                  <c:v>0.07366328227292718</c:v>
                </c:pt>
                <c:pt idx="1413">
                  <c:v>0.07366328227292718</c:v>
                </c:pt>
                <c:pt idx="1414">
                  <c:v>0.07366328227292718</c:v>
                </c:pt>
                <c:pt idx="1415">
                  <c:v>0.07366328227292718</c:v>
                </c:pt>
                <c:pt idx="1416">
                  <c:v>0.07366328227292718</c:v>
                </c:pt>
                <c:pt idx="1417">
                  <c:v>0.07366328227292718</c:v>
                </c:pt>
                <c:pt idx="1418">
                  <c:v>0.07366328227292718</c:v>
                </c:pt>
                <c:pt idx="1419">
                  <c:v>0.07366328227292718</c:v>
                </c:pt>
                <c:pt idx="1420">
                  <c:v>0.07366328227292718</c:v>
                </c:pt>
                <c:pt idx="1421">
                  <c:v>0.07366328227292718</c:v>
                </c:pt>
                <c:pt idx="1422">
                  <c:v>0.07366328227292718</c:v>
                </c:pt>
                <c:pt idx="1423">
                  <c:v>0.07366328227292718</c:v>
                </c:pt>
                <c:pt idx="1424">
                  <c:v>0.07366328227292718</c:v>
                </c:pt>
                <c:pt idx="1425">
                  <c:v>0.07366328227292718</c:v>
                </c:pt>
                <c:pt idx="1426">
                  <c:v>0.07366328227292718</c:v>
                </c:pt>
                <c:pt idx="1427">
                  <c:v>0.07366328227292718</c:v>
                </c:pt>
                <c:pt idx="1428">
                  <c:v>0.07366328227292718</c:v>
                </c:pt>
                <c:pt idx="1429">
                  <c:v>0.07366328227292718</c:v>
                </c:pt>
                <c:pt idx="1430">
                  <c:v>0.07366328227292718</c:v>
                </c:pt>
                <c:pt idx="1431">
                  <c:v>0.07366328227292718</c:v>
                </c:pt>
                <c:pt idx="1432">
                  <c:v>0.07366328227292718</c:v>
                </c:pt>
                <c:pt idx="1433">
                  <c:v>0.07366328227292718</c:v>
                </c:pt>
                <c:pt idx="1434">
                  <c:v>0.07366328227292718</c:v>
                </c:pt>
                <c:pt idx="1435">
                  <c:v>0.07366328227292718</c:v>
                </c:pt>
                <c:pt idx="1436">
                  <c:v>0.07366328227292718</c:v>
                </c:pt>
                <c:pt idx="1437">
                  <c:v>0.07366328227292718</c:v>
                </c:pt>
                <c:pt idx="1438">
                  <c:v>0.07366328227292718</c:v>
                </c:pt>
                <c:pt idx="1439">
                  <c:v>0.07366328227292718</c:v>
                </c:pt>
                <c:pt idx="1440">
                  <c:v>0.07366328227292718</c:v>
                </c:pt>
                <c:pt idx="1441">
                  <c:v>0.07366328227292718</c:v>
                </c:pt>
                <c:pt idx="1442">
                  <c:v>0.07366328227292718</c:v>
                </c:pt>
                <c:pt idx="1443">
                  <c:v>0.07366328227292718</c:v>
                </c:pt>
                <c:pt idx="1444">
                  <c:v>0.07366328227292718</c:v>
                </c:pt>
                <c:pt idx="1445">
                  <c:v>0.07366328227292718</c:v>
                </c:pt>
                <c:pt idx="1446">
                  <c:v>0.07366328227292718</c:v>
                </c:pt>
                <c:pt idx="1447">
                  <c:v>0.07366328227292718</c:v>
                </c:pt>
                <c:pt idx="1448">
                  <c:v>0.07366328227292718</c:v>
                </c:pt>
                <c:pt idx="1449">
                  <c:v>0.07366328227292718</c:v>
                </c:pt>
                <c:pt idx="1450">
                  <c:v>0.07366328227292718</c:v>
                </c:pt>
                <c:pt idx="1451">
                  <c:v>0.07366328227292718</c:v>
                </c:pt>
                <c:pt idx="1452">
                  <c:v>0.07366328227292718</c:v>
                </c:pt>
                <c:pt idx="1453">
                  <c:v>0.07366328227292718</c:v>
                </c:pt>
                <c:pt idx="1454">
                  <c:v>0.07366328227292718</c:v>
                </c:pt>
                <c:pt idx="1455">
                  <c:v>0.07366328227292718</c:v>
                </c:pt>
                <c:pt idx="1456">
                  <c:v>0.07366328227292718</c:v>
                </c:pt>
                <c:pt idx="1457">
                  <c:v>0.07366328227292718</c:v>
                </c:pt>
                <c:pt idx="1458">
                  <c:v>0.07366328227292718</c:v>
                </c:pt>
                <c:pt idx="1459">
                  <c:v>0.07366328227292718</c:v>
                </c:pt>
                <c:pt idx="1460">
                  <c:v>0.07366328227292718</c:v>
                </c:pt>
                <c:pt idx="1461">
                  <c:v>0.07366328227292718</c:v>
                </c:pt>
                <c:pt idx="1462">
                  <c:v>0.07366328227292718</c:v>
                </c:pt>
                <c:pt idx="1463">
                  <c:v>0.07366328227292718</c:v>
                </c:pt>
                <c:pt idx="1464">
                  <c:v>0.07366328227292718</c:v>
                </c:pt>
                <c:pt idx="1465">
                  <c:v>0.07366328227292718</c:v>
                </c:pt>
                <c:pt idx="1466">
                  <c:v>0.07366328227292718</c:v>
                </c:pt>
                <c:pt idx="1467">
                  <c:v>0.07366328227292718</c:v>
                </c:pt>
                <c:pt idx="1468">
                  <c:v>0.07366328227292718</c:v>
                </c:pt>
                <c:pt idx="1469">
                  <c:v>0.07366328227292718</c:v>
                </c:pt>
                <c:pt idx="1470">
                  <c:v>0.07366328227292718</c:v>
                </c:pt>
                <c:pt idx="1471">
                  <c:v>0.07366328227292718</c:v>
                </c:pt>
                <c:pt idx="1472">
                  <c:v>0.07366328227292718</c:v>
                </c:pt>
                <c:pt idx="1473">
                  <c:v>0.07366328227292718</c:v>
                </c:pt>
                <c:pt idx="1474">
                  <c:v>0.07366328227292718</c:v>
                </c:pt>
                <c:pt idx="1475">
                  <c:v>0.07366328227292718</c:v>
                </c:pt>
                <c:pt idx="1476">
                  <c:v>0.07366328227292718</c:v>
                </c:pt>
                <c:pt idx="1477">
                  <c:v>0.07366328227292718</c:v>
                </c:pt>
                <c:pt idx="1478">
                  <c:v>0.07366328227292718</c:v>
                </c:pt>
                <c:pt idx="1479">
                  <c:v>0.07366328227292718</c:v>
                </c:pt>
                <c:pt idx="1480">
                  <c:v>0.07366328227292718</c:v>
                </c:pt>
                <c:pt idx="1481">
                  <c:v>0.07366328227292718</c:v>
                </c:pt>
                <c:pt idx="1482">
                  <c:v>0.07366328227292718</c:v>
                </c:pt>
                <c:pt idx="1483">
                  <c:v>0.07366328227292718</c:v>
                </c:pt>
                <c:pt idx="1484">
                  <c:v>0.07366328227292718</c:v>
                </c:pt>
                <c:pt idx="1485">
                  <c:v>0.07366328227292718</c:v>
                </c:pt>
                <c:pt idx="1486">
                  <c:v>0.07366328227292718</c:v>
                </c:pt>
                <c:pt idx="1487">
                  <c:v>0.07366328227292718</c:v>
                </c:pt>
                <c:pt idx="1488">
                  <c:v>0.07366328227292718</c:v>
                </c:pt>
                <c:pt idx="1489">
                  <c:v>0.07366328227292718</c:v>
                </c:pt>
                <c:pt idx="1490">
                  <c:v>0.07366328227292718</c:v>
                </c:pt>
                <c:pt idx="1491">
                  <c:v>0.07366328227292718</c:v>
                </c:pt>
                <c:pt idx="1492">
                  <c:v>0.07366328227292718</c:v>
                </c:pt>
                <c:pt idx="1493">
                  <c:v>0.07366328227292718</c:v>
                </c:pt>
                <c:pt idx="1494">
                  <c:v>0.07366328227292718</c:v>
                </c:pt>
                <c:pt idx="1495">
                  <c:v>0.07366328227292718</c:v>
                </c:pt>
                <c:pt idx="1496">
                  <c:v>0.07366328227292718</c:v>
                </c:pt>
                <c:pt idx="1497">
                  <c:v>0.07366328227292718</c:v>
                </c:pt>
                <c:pt idx="1498">
                  <c:v>0.07366328227292718</c:v>
                </c:pt>
                <c:pt idx="1499">
                  <c:v>0.07366328227292718</c:v>
                </c:pt>
                <c:pt idx="1500">
                  <c:v>0.07366328227292718</c:v>
                </c:pt>
                <c:pt idx="1501">
                  <c:v>0.07366328227292718</c:v>
                </c:pt>
                <c:pt idx="1502">
                  <c:v>0.07366328227292718</c:v>
                </c:pt>
                <c:pt idx="1503">
                  <c:v>0.07366328227292718</c:v>
                </c:pt>
                <c:pt idx="1504">
                  <c:v>0.07366328227292718</c:v>
                </c:pt>
                <c:pt idx="1505">
                  <c:v>0.07366328227292718</c:v>
                </c:pt>
                <c:pt idx="1506">
                  <c:v>0.07366328227292718</c:v>
                </c:pt>
                <c:pt idx="1507">
                  <c:v>0.07366328227292718</c:v>
                </c:pt>
                <c:pt idx="1508">
                  <c:v>0.07366328227292718</c:v>
                </c:pt>
                <c:pt idx="1509">
                  <c:v>0.07366328227292718</c:v>
                </c:pt>
                <c:pt idx="1510">
                  <c:v>0.07366328227292718</c:v>
                </c:pt>
                <c:pt idx="1511">
                  <c:v>0.07366328227292718</c:v>
                </c:pt>
                <c:pt idx="1512">
                  <c:v>0.07366328227292718</c:v>
                </c:pt>
                <c:pt idx="1513">
                  <c:v>0.07366328227292718</c:v>
                </c:pt>
                <c:pt idx="1514">
                  <c:v>0.07366328227292718</c:v>
                </c:pt>
                <c:pt idx="1515">
                  <c:v>0.07366328227292718</c:v>
                </c:pt>
                <c:pt idx="1516">
                  <c:v>0.07366328227292718</c:v>
                </c:pt>
                <c:pt idx="1517">
                  <c:v>0.07366328227292718</c:v>
                </c:pt>
                <c:pt idx="1518">
                  <c:v>0.07366328227292718</c:v>
                </c:pt>
                <c:pt idx="1519">
                  <c:v>0.07366328227292718</c:v>
                </c:pt>
                <c:pt idx="1520">
                  <c:v>0.07366328227292718</c:v>
                </c:pt>
                <c:pt idx="1521">
                  <c:v>0.07366328227292718</c:v>
                </c:pt>
                <c:pt idx="1522">
                  <c:v>0.07366328227292718</c:v>
                </c:pt>
                <c:pt idx="1523">
                  <c:v>0.07366328227292718</c:v>
                </c:pt>
                <c:pt idx="1524">
                  <c:v>0.07366328227292718</c:v>
                </c:pt>
                <c:pt idx="1525">
                  <c:v>0.07366328227292718</c:v>
                </c:pt>
                <c:pt idx="1526">
                  <c:v>0.07366328227292718</c:v>
                </c:pt>
                <c:pt idx="1527">
                  <c:v>0.07366328227292718</c:v>
                </c:pt>
                <c:pt idx="1528">
                  <c:v>0.07366328227292718</c:v>
                </c:pt>
                <c:pt idx="1529">
                  <c:v>0.07366328227292718</c:v>
                </c:pt>
                <c:pt idx="1530">
                  <c:v>0.07366328227292718</c:v>
                </c:pt>
                <c:pt idx="1531">
                  <c:v>0.07366328227292718</c:v>
                </c:pt>
                <c:pt idx="1532">
                  <c:v>0.07366328227292718</c:v>
                </c:pt>
                <c:pt idx="1533">
                  <c:v>0.07366328227292718</c:v>
                </c:pt>
                <c:pt idx="1534">
                  <c:v>0.07366328227292718</c:v>
                </c:pt>
                <c:pt idx="1535">
                  <c:v>0.07366328227292718</c:v>
                </c:pt>
                <c:pt idx="1536">
                  <c:v>0.07366328227292718</c:v>
                </c:pt>
                <c:pt idx="1537">
                  <c:v>0.07366328227292718</c:v>
                </c:pt>
                <c:pt idx="1538">
                  <c:v>0.07366328227292718</c:v>
                </c:pt>
                <c:pt idx="1539">
                  <c:v>0.07366328227292718</c:v>
                </c:pt>
                <c:pt idx="1540">
                  <c:v>0.07366328227292718</c:v>
                </c:pt>
                <c:pt idx="1541">
                  <c:v>0.07366328227292718</c:v>
                </c:pt>
                <c:pt idx="1542">
                  <c:v>0.07366328227292718</c:v>
                </c:pt>
                <c:pt idx="1543">
                  <c:v>0.07366328227292718</c:v>
                </c:pt>
                <c:pt idx="1544">
                  <c:v>0.07366328227292718</c:v>
                </c:pt>
                <c:pt idx="1545">
                  <c:v>0.07366328227292718</c:v>
                </c:pt>
                <c:pt idx="1546">
                  <c:v>0.07366328227292718</c:v>
                </c:pt>
                <c:pt idx="1547">
                  <c:v>0.07366328227292718</c:v>
                </c:pt>
                <c:pt idx="1548">
                  <c:v>0.07366328227292718</c:v>
                </c:pt>
                <c:pt idx="1549">
                  <c:v>0.07366328227292718</c:v>
                </c:pt>
                <c:pt idx="1550">
                  <c:v>0.07366328227292718</c:v>
                </c:pt>
                <c:pt idx="1551">
                  <c:v>0.07366328227292718</c:v>
                </c:pt>
                <c:pt idx="1552">
                  <c:v>0.07366328227292718</c:v>
                </c:pt>
                <c:pt idx="1553">
                  <c:v>0.07366328227292718</c:v>
                </c:pt>
                <c:pt idx="1554">
                  <c:v>0.07366328227292718</c:v>
                </c:pt>
                <c:pt idx="1555">
                  <c:v>0.07366328227292718</c:v>
                </c:pt>
                <c:pt idx="1556">
                  <c:v>0.07366328227292718</c:v>
                </c:pt>
                <c:pt idx="1557">
                  <c:v>0.07366328227292718</c:v>
                </c:pt>
                <c:pt idx="1558">
                  <c:v>0.07366328227292718</c:v>
                </c:pt>
                <c:pt idx="1559">
                  <c:v>0.07366328227292718</c:v>
                </c:pt>
                <c:pt idx="1560">
                  <c:v>0.07366328227292718</c:v>
                </c:pt>
                <c:pt idx="1561">
                  <c:v>0.07366328227292718</c:v>
                </c:pt>
                <c:pt idx="1562">
                  <c:v>0.07366328227292718</c:v>
                </c:pt>
                <c:pt idx="1563">
                  <c:v>0.07366328227292718</c:v>
                </c:pt>
                <c:pt idx="1564">
                  <c:v>0.07366328227292718</c:v>
                </c:pt>
                <c:pt idx="1565">
                  <c:v>0.07366328227292718</c:v>
                </c:pt>
                <c:pt idx="1566">
                  <c:v>0.07366328227292718</c:v>
                </c:pt>
                <c:pt idx="1567">
                  <c:v>0.07366328227292718</c:v>
                </c:pt>
                <c:pt idx="1568">
                  <c:v>0.07366328227292718</c:v>
                </c:pt>
                <c:pt idx="1569">
                  <c:v>0.07366328227292718</c:v>
                </c:pt>
                <c:pt idx="1570">
                  <c:v>0.07366328227292718</c:v>
                </c:pt>
                <c:pt idx="1571">
                  <c:v>0.07366328227292718</c:v>
                </c:pt>
                <c:pt idx="1572">
                  <c:v>0.07366328227292718</c:v>
                </c:pt>
                <c:pt idx="1573">
                  <c:v>0.07366328227292718</c:v>
                </c:pt>
                <c:pt idx="1574">
                  <c:v>0.07366328227292718</c:v>
                </c:pt>
                <c:pt idx="1575">
                  <c:v>0.07366328227292718</c:v>
                </c:pt>
                <c:pt idx="1576">
                  <c:v>0.07366328227292718</c:v>
                </c:pt>
                <c:pt idx="1577">
                  <c:v>0.07366328227292718</c:v>
                </c:pt>
                <c:pt idx="1578">
                  <c:v>0.07366328227292718</c:v>
                </c:pt>
                <c:pt idx="1579">
                  <c:v>0.07366328227292718</c:v>
                </c:pt>
                <c:pt idx="1580">
                  <c:v>0.07366328227292718</c:v>
                </c:pt>
                <c:pt idx="1581">
                  <c:v>0.07366328227292718</c:v>
                </c:pt>
                <c:pt idx="1582">
                  <c:v>0.07366328227292718</c:v>
                </c:pt>
                <c:pt idx="1583">
                  <c:v>0.07366328227292718</c:v>
                </c:pt>
                <c:pt idx="1584">
                  <c:v>0.07366328227292718</c:v>
                </c:pt>
                <c:pt idx="1585">
                  <c:v>0.07366328227292718</c:v>
                </c:pt>
                <c:pt idx="1586">
                  <c:v>0.07366328227292718</c:v>
                </c:pt>
                <c:pt idx="1587">
                  <c:v>0.07366328227292718</c:v>
                </c:pt>
                <c:pt idx="1588">
                  <c:v>0.07366328227292718</c:v>
                </c:pt>
                <c:pt idx="1589">
                  <c:v>0.07366328227292718</c:v>
                </c:pt>
                <c:pt idx="1590">
                  <c:v>0.07366328227292718</c:v>
                </c:pt>
                <c:pt idx="1591">
                  <c:v>0.07366328227292718</c:v>
                </c:pt>
                <c:pt idx="1592">
                  <c:v>0.07366328227292718</c:v>
                </c:pt>
                <c:pt idx="1593">
                  <c:v>0.07366328227292718</c:v>
                </c:pt>
                <c:pt idx="1594">
                  <c:v>0.07366328227292718</c:v>
                </c:pt>
                <c:pt idx="1595">
                  <c:v>0.07366328227292718</c:v>
                </c:pt>
                <c:pt idx="1596">
                  <c:v>0.07366328227292718</c:v>
                </c:pt>
                <c:pt idx="1597">
                  <c:v>0.07366328227292718</c:v>
                </c:pt>
                <c:pt idx="1598">
                  <c:v>0.07366328227292718</c:v>
                </c:pt>
                <c:pt idx="1599">
                  <c:v>0.07366328227292718</c:v>
                </c:pt>
                <c:pt idx="1600">
                  <c:v>0.07366328227292718</c:v>
                </c:pt>
                <c:pt idx="1601">
                  <c:v>0.07366328227292718</c:v>
                </c:pt>
                <c:pt idx="1602">
                  <c:v>0.07366328227292718</c:v>
                </c:pt>
                <c:pt idx="1603">
                  <c:v>0.07366328227292718</c:v>
                </c:pt>
                <c:pt idx="1604">
                  <c:v>0.07366328227292718</c:v>
                </c:pt>
                <c:pt idx="1605">
                  <c:v>0.07366328227292718</c:v>
                </c:pt>
                <c:pt idx="1606">
                  <c:v>0.07366328227292718</c:v>
                </c:pt>
                <c:pt idx="1607">
                  <c:v>0.07366328227292718</c:v>
                </c:pt>
                <c:pt idx="1608">
                  <c:v>0.07366328227292718</c:v>
                </c:pt>
                <c:pt idx="1609">
                  <c:v>0.07366328227292718</c:v>
                </c:pt>
                <c:pt idx="1610">
                  <c:v>0.07366328227292718</c:v>
                </c:pt>
                <c:pt idx="1611">
                  <c:v>0.07366328227292718</c:v>
                </c:pt>
                <c:pt idx="1612">
                  <c:v>0.07366328227292718</c:v>
                </c:pt>
                <c:pt idx="1613">
                  <c:v>0.07366328227292718</c:v>
                </c:pt>
                <c:pt idx="1614">
                  <c:v>0.07366328227292718</c:v>
                </c:pt>
                <c:pt idx="1615">
                  <c:v>0.07366328227292718</c:v>
                </c:pt>
                <c:pt idx="1616">
                  <c:v>0.07366328227292718</c:v>
                </c:pt>
                <c:pt idx="1617">
                  <c:v>0.07366328227292718</c:v>
                </c:pt>
                <c:pt idx="1618">
                  <c:v>0.07366328227292718</c:v>
                </c:pt>
                <c:pt idx="1619">
                  <c:v>0.07366328227292718</c:v>
                </c:pt>
                <c:pt idx="1620">
                  <c:v>0.07366328227292718</c:v>
                </c:pt>
                <c:pt idx="1621">
                  <c:v>0.07366328227292718</c:v>
                </c:pt>
                <c:pt idx="1622">
                  <c:v>0.07366328227292718</c:v>
                </c:pt>
                <c:pt idx="1623">
                  <c:v>0.07366328227292718</c:v>
                </c:pt>
                <c:pt idx="1624">
                  <c:v>0.07366328227292718</c:v>
                </c:pt>
                <c:pt idx="1625">
                  <c:v>0.07366328227292718</c:v>
                </c:pt>
                <c:pt idx="1626">
                  <c:v>0.07366328227292718</c:v>
                </c:pt>
                <c:pt idx="1627">
                  <c:v>0.07366328227292718</c:v>
                </c:pt>
                <c:pt idx="1628">
                  <c:v>0.07366328227292718</c:v>
                </c:pt>
                <c:pt idx="1629">
                  <c:v>0.07366328227292718</c:v>
                </c:pt>
                <c:pt idx="1630">
                  <c:v>0.07366328227292718</c:v>
                </c:pt>
                <c:pt idx="1631">
                  <c:v>0.07366328227292718</c:v>
                </c:pt>
                <c:pt idx="1632">
                  <c:v>0.07366328227292718</c:v>
                </c:pt>
                <c:pt idx="1633">
                  <c:v>0.07366328227292718</c:v>
                </c:pt>
                <c:pt idx="1634">
                  <c:v>0.07366328227292718</c:v>
                </c:pt>
                <c:pt idx="1635">
                  <c:v>0.07366328227292718</c:v>
                </c:pt>
                <c:pt idx="1636">
                  <c:v>0.07366328227292718</c:v>
                </c:pt>
                <c:pt idx="1637">
                  <c:v>0.07366328227292718</c:v>
                </c:pt>
                <c:pt idx="1638">
                  <c:v>0.07366328227292718</c:v>
                </c:pt>
                <c:pt idx="1639">
                  <c:v>0.07366328227292718</c:v>
                </c:pt>
                <c:pt idx="1640">
                  <c:v>0.07366328227292718</c:v>
                </c:pt>
                <c:pt idx="1641">
                  <c:v>0.07366328227292718</c:v>
                </c:pt>
                <c:pt idx="1642">
                  <c:v>0.07366328227292718</c:v>
                </c:pt>
                <c:pt idx="1643">
                  <c:v>0.07366328227292718</c:v>
                </c:pt>
                <c:pt idx="1644">
                  <c:v>0.07366328227292718</c:v>
                </c:pt>
                <c:pt idx="1645">
                  <c:v>0.07366328227292718</c:v>
                </c:pt>
                <c:pt idx="1646">
                  <c:v>0.07366328227292718</c:v>
                </c:pt>
                <c:pt idx="1647">
                  <c:v>0.07366328227292718</c:v>
                </c:pt>
                <c:pt idx="1648">
                  <c:v>0.07366328227292718</c:v>
                </c:pt>
                <c:pt idx="1649">
                  <c:v>0.07366328227292718</c:v>
                </c:pt>
                <c:pt idx="1650">
                  <c:v>0.07366328227292718</c:v>
                </c:pt>
                <c:pt idx="1651">
                  <c:v>0.07366328227292718</c:v>
                </c:pt>
                <c:pt idx="1652">
                  <c:v>0.07366328227292718</c:v>
                </c:pt>
                <c:pt idx="1653">
                  <c:v>0.07366328227292718</c:v>
                </c:pt>
                <c:pt idx="1654">
                  <c:v>0.07366328227292718</c:v>
                </c:pt>
                <c:pt idx="1655">
                  <c:v>0.07366328227292718</c:v>
                </c:pt>
                <c:pt idx="1656">
                  <c:v>0.07366328227292718</c:v>
                </c:pt>
                <c:pt idx="1657">
                  <c:v>0.07366328227292718</c:v>
                </c:pt>
                <c:pt idx="1658">
                  <c:v>0.07366328227292718</c:v>
                </c:pt>
                <c:pt idx="1659">
                  <c:v>0.07366328227292718</c:v>
                </c:pt>
                <c:pt idx="1660">
                  <c:v>0.07366328227292718</c:v>
                </c:pt>
                <c:pt idx="1661">
                  <c:v>0.07366328227292718</c:v>
                </c:pt>
                <c:pt idx="1662">
                  <c:v>0.07366328227292718</c:v>
                </c:pt>
                <c:pt idx="1663">
                  <c:v>0.07366328227292718</c:v>
                </c:pt>
                <c:pt idx="1664">
                  <c:v>0.07366328227292718</c:v>
                </c:pt>
                <c:pt idx="1665">
                  <c:v>0.07366328227292718</c:v>
                </c:pt>
                <c:pt idx="1666">
                  <c:v>0.07366328227292718</c:v>
                </c:pt>
                <c:pt idx="1667">
                  <c:v>0.07366328227292718</c:v>
                </c:pt>
                <c:pt idx="1668">
                  <c:v>0.07366328227292718</c:v>
                </c:pt>
                <c:pt idx="1669">
                  <c:v>0.07366328227292718</c:v>
                </c:pt>
                <c:pt idx="1670">
                  <c:v>0.07366328227292718</c:v>
                </c:pt>
                <c:pt idx="1671">
                  <c:v>0.07366328227292718</c:v>
                </c:pt>
                <c:pt idx="1672">
                  <c:v>0.07366328227292718</c:v>
                </c:pt>
                <c:pt idx="1673">
                  <c:v>0.07366328227292718</c:v>
                </c:pt>
                <c:pt idx="1674">
                  <c:v>0.07366328227292718</c:v>
                </c:pt>
                <c:pt idx="1675">
                  <c:v>0.07366328227292718</c:v>
                </c:pt>
                <c:pt idx="1676">
                  <c:v>0.07366328227292718</c:v>
                </c:pt>
                <c:pt idx="1677">
                  <c:v>0.07366328227292718</c:v>
                </c:pt>
                <c:pt idx="1678">
                  <c:v>0.07366328227292718</c:v>
                </c:pt>
                <c:pt idx="1679">
                  <c:v>0.07366328227292718</c:v>
                </c:pt>
                <c:pt idx="1680">
                  <c:v>0.07366328227292718</c:v>
                </c:pt>
                <c:pt idx="1681">
                  <c:v>0.07366328227292718</c:v>
                </c:pt>
                <c:pt idx="1682">
                  <c:v>0.07366328227292718</c:v>
                </c:pt>
                <c:pt idx="1683">
                  <c:v>0.07366328227292718</c:v>
                </c:pt>
                <c:pt idx="1684">
                  <c:v>0.07366328227292718</c:v>
                </c:pt>
                <c:pt idx="1685">
                  <c:v>0.07366328227292718</c:v>
                </c:pt>
                <c:pt idx="1686">
                  <c:v>0.07366328227292718</c:v>
                </c:pt>
                <c:pt idx="1687">
                  <c:v>0.07366328227292718</c:v>
                </c:pt>
                <c:pt idx="1688">
                  <c:v>0.07366328227292718</c:v>
                </c:pt>
                <c:pt idx="1689">
                  <c:v>0.07366328227292718</c:v>
                </c:pt>
                <c:pt idx="1690">
                  <c:v>0.07366328227292718</c:v>
                </c:pt>
                <c:pt idx="1691">
                  <c:v>0.07366328227292718</c:v>
                </c:pt>
                <c:pt idx="1692">
                  <c:v>0.07366328227292718</c:v>
                </c:pt>
                <c:pt idx="1693">
                  <c:v>0.07366328227292718</c:v>
                </c:pt>
                <c:pt idx="1694">
                  <c:v>0.07366328227292718</c:v>
                </c:pt>
                <c:pt idx="1695">
                  <c:v>0.07366328227292718</c:v>
                </c:pt>
                <c:pt idx="1696">
                  <c:v>0.07366328227292718</c:v>
                </c:pt>
                <c:pt idx="1697">
                  <c:v>0.07366328227292718</c:v>
                </c:pt>
                <c:pt idx="1698">
                  <c:v>0.07366328227292718</c:v>
                </c:pt>
                <c:pt idx="1699">
                  <c:v>0.07366328227292718</c:v>
                </c:pt>
                <c:pt idx="1700">
                  <c:v>0.07366328227292718</c:v>
                </c:pt>
                <c:pt idx="1701">
                  <c:v>0.07366328227292718</c:v>
                </c:pt>
                <c:pt idx="1702">
                  <c:v>0.07366328227292718</c:v>
                </c:pt>
                <c:pt idx="1703">
                  <c:v>0.07366328227292718</c:v>
                </c:pt>
                <c:pt idx="1704">
                  <c:v>0.07366328227292718</c:v>
                </c:pt>
                <c:pt idx="1705">
                  <c:v>0.07366328227292718</c:v>
                </c:pt>
                <c:pt idx="1706">
                  <c:v>0.07366328227292718</c:v>
                </c:pt>
                <c:pt idx="1707">
                  <c:v>0.07366328227292718</c:v>
                </c:pt>
                <c:pt idx="1708">
                  <c:v>0.07366328227292718</c:v>
                </c:pt>
                <c:pt idx="1709">
                  <c:v>0.07366328227292718</c:v>
                </c:pt>
                <c:pt idx="1710">
                  <c:v>0.07366328227292718</c:v>
                </c:pt>
                <c:pt idx="1711">
                  <c:v>0.07366328227292718</c:v>
                </c:pt>
                <c:pt idx="1712">
                  <c:v>0.07366328227292718</c:v>
                </c:pt>
                <c:pt idx="1713">
                  <c:v>0.07366328227292718</c:v>
                </c:pt>
                <c:pt idx="1714">
                  <c:v>0.07366328227292718</c:v>
                </c:pt>
                <c:pt idx="1715">
                  <c:v>0.07366328227292718</c:v>
                </c:pt>
                <c:pt idx="1716">
                  <c:v>0.07366328227292718</c:v>
                </c:pt>
                <c:pt idx="1717">
                  <c:v>0.07366328227292718</c:v>
                </c:pt>
                <c:pt idx="1718">
                  <c:v>0.07366328227292718</c:v>
                </c:pt>
                <c:pt idx="1719">
                  <c:v>0.07366328227292718</c:v>
                </c:pt>
                <c:pt idx="1720">
                  <c:v>0.07366328227292718</c:v>
                </c:pt>
                <c:pt idx="1721">
                  <c:v>0.07366328227292718</c:v>
                </c:pt>
                <c:pt idx="1722">
                  <c:v>0.07366328227292718</c:v>
                </c:pt>
                <c:pt idx="1723">
                  <c:v>0.07366328227292718</c:v>
                </c:pt>
                <c:pt idx="1724">
                  <c:v>0.07366328227292718</c:v>
                </c:pt>
                <c:pt idx="1725">
                  <c:v>0.07366328227292718</c:v>
                </c:pt>
                <c:pt idx="1726">
                  <c:v>0.07366328227292718</c:v>
                </c:pt>
                <c:pt idx="1727">
                  <c:v>0.07366328227292718</c:v>
                </c:pt>
                <c:pt idx="1728">
                  <c:v>0.07366328227292718</c:v>
                </c:pt>
                <c:pt idx="1729">
                  <c:v>0.07366328227292718</c:v>
                </c:pt>
                <c:pt idx="1730">
                  <c:v>0.07366328227292718</c:v>
                </c:pt>
                <c:pt idx="1731">
                  <c:v>0.07366328227292718</c:v>
                </c:pt>
                <c:pt idx="1732">
                  <c:v>0.07366328227292718</c:v>
                </c:pt>
                <c:pt idx="1733">
                  <c:v>0.07366328227292718</c:v>
                </c:pt>
                <c:pt idx="1734">
                  <c:v>0.07366328227292718</c:v>
                </c:pt>
                <c:pt idx="1735">
                  <c:v>0.07366328227292718</c:v>
                </c:pt>
                <c:pt idx="1736">
                  <c:v>0.07366328227292718</c:v>
                </c:pt>
                <c:pt idx="1737">
                  <c:v>0.07366328227292718</c:v>
                </c:pt>
                <c:pt idx="1738">
                  <c:v>0.07366328227292718</c:v>
                </c:pt>
                <c:pt idx="1739">
                  <c:v>0.07366328227292718</c:v>
                </c:pt>
                <c:pt idx="1740">
                  <c:v>0.07366328227292718</c:v>
                </c:pt>
                <c:pt idx="1741">
                  <c:v>0.07366328227292718</c:v>
                </c:pt>
                <c:pt idx="1742">
                  <c:v>0.07366328227292718</c:v>
                </c:pt>
                <c:pt idx="1743">
                  <c:v>0.07366328227292718</c:v>
                </c:pt>
                <c:pt idx="1744">
                  <c:v>0.07366328227292718</c:v>
                </c:pt>
                <c:pt idx="1745">
                  <c:v>0.07366328227292718</c:v>
                </c:pt>
                <c:pt idx="1746">
                  <c:v>0.07366328227292718</c:v>
                </c:pt>
                <c:pt idx="1747">
                  <c:v>0.07366328227292718</c:v>
                </c:pt>
                <c:pt idx="1748">
                  <c:v>0.07366328227292718</c:v>
                </c:pt>
                <c:pt idx="1749">
                  <c:v>0.07366328227292718</c:v>
                </c:pt>
                <c:pt idx="1750">
                  <c:v>0.07366328227292718</c:v>
                </c:pt>
                <c:pt idx="1751">
                  <c:v>0.07366328227292718</c:v>
                </c:pt>
                <c:pt idx="1752">
                  <c:v>0.07366328227292718</c:v>
                </c:pt>
                <c:pt idx="1753">
                  <c:v>0.07366328227292718</c:v>
                </c:pt>
                <c:pt idx="1754">
                  <c:v>0.07366328227292718</c:v>
                </c:pt>
                <c:pt idx="1755">
                  <c:v>0.07366328227292718</c:v>
                </c:pt>
                <c:pt idx="1756">
                  <c:v>0.07366328227292718</c:v>
                </c:pt>
                <c:pt idx="1757">
                  <c:v>0.07366328227292718</c:v>
                </c:pt>
                <c:pt idx="1758">
                  <c:v>0.07366328227292718</c:v>
                </c:pt>
                <c:pt idx="1759">
                  <c:v>0.07366328227292718</c:v>
                </c:pt>
                <c:pt idx="1760">
                  <c:v>0.07366328227292718</c:v>
                </c:pt>
                <c:pt idx="1761">
                  <c:v>0.07366328227292718</c:v>
                </c:pt>
                <c:pt idx="1762">
                  <c:v>0.07366328227292718</c:v>
                </c:pt>
                <c:pt idx="1763">
                  <c:v>0.07366328227292718</c:v>
                </c:pt>
                <c:pt idx="1764">
                  <c:v>0.07366328227292718</c:v>
                </c:pt>
                <c:pt idx="1765">
                  <c:v>0.07366328227292718</c:v>
                </c:pt>
                <c:pt idx="1766">
                  <c:v>0.07366328227292718</c:v>
                </c:pt>
                <c:pt idx="1767">
                  <c:v>0.07366328227292718</c:v>
                </c:pt>
                <c:pt idx="1768">
                  <c:v>0.07366328227292718</c:v>
                </c:pt>
                <c:pt idx="1769">
                  <c:v>0.07366328227292718</c:v>
                </c:pt>
                <c:pt idx="1770">
                  <c:v>0.07366328227292718</c:v>
                </c:pt>
                <c:pt idx="1771">
                  <c:v>0.07366328227292718</c:v>
                </c:pt>
                <c:pt idx="1772">
                  <c:v>0.07366328227292718</c:v>
                </c:pt>
                <c:pt idx="1773">
                  <c:v>0.07366328227292718</c:v>
                </c:pt>
                <c:pt idx="1774">
                  <c:v>0.07366328227292718</c:v>
                </c:pt>
                <c:pt idx="1775">
                  <c:v>0.07366328227292718</c:v>
                </c:pt>
                <c:pt idx="1776">
                  <c:v>0.07366328227292718</c:v>
                </c:pt>
                <c:pt idx="1777">
                  <c:v>0.07366328227292718</c:v>
                </c:pt>
                <c:pt idx="1778">
                  <c:v>0.07366328227292718</c:v>
                </c:pt>
                <c:pt idx="1779">
                  <c:v>0.07366328227292718</c:v>
                </c:pt>
                <c:pt idx="1780">
                  <c:v>0.07366328227292718</c:v>
                </c:pt>
                <c:pt idx="1781">
                  <c:v>0.07366328227292718</c:v>
                </c:pt>
                <c:pt idx="1782">
                  <c:v>0.07366328227292718</c:v>
                </c:pt>
                <c:pt idx="1783">
                  <c:v>0.07366328227292718</c:v>
                </c:pt>
                <c:pt idx="1784">
                  <c:v>0.07366328227292718</c:v>
                </c:pt>
                <c:pt idx="1785">
                  <c:v>0.07366328227292718</c:v>
                </c:pt>
                <c:pt idx="1786">
                  <c:v>0.07366328227292718</c:v>
                </c:pt>
                <c:pt idx="1787">
                  <c:v>0.07366328227292718</c:v>
                </c:pt>
                <c:pt idx="1788">
                  <c:v>0.07366328227292718</c:v>
                </c:pt>
                <c:pt idx="1789">
                  <c:v>0.07366328227292718</c:v>
                </c:pt>
                <c:pt idx="1790">
                  <c:v>0.07366328227292718</c:v>
                </c:pt>
                <c:pt idx="1791">
                  <c:v>0.07366328227292718</c:v>
                </c:pt>
                <c:pt idx="1792">
                  <c:v>0.07366328227292718</c:v>
                </c:pt>
                <c:pt idx="1793">
                  <c:v>0.07366328227292718</c:v>
                </c:pt>
                <c:pt idx="1794">
                  <c:v>0.07366328227292718</c:v>
                </c:pt>
                <c:pt idx="1795">
                  <c:v>0.07366328227292718</c:v>
                </c:pt>
                <c:pt idx="1796">
                  <c:v>0.07366328227292718</c:v>
                </c:pt>
                <c:pt idx="1797">
                  <c:v>0.07366328227292718</c:v>
                </c:pt>
                <c:pt idx="1798">
                  <c:v>0.07366328227292718</c:v>
                </c:pt>
                <c:pt idx="1799">
                  <c:v>0.07366328227292718</c:v>
                </c:pt>
                <c:pt idx="1800">
                  <c:v>0.07366328227292718</c:v>
                </c:pt>
                <c:pt idx="1801">
                  <c:v>0.07366328227292718</c:v>
                </c:pt>
                <c:pt idx="1802">
                  <c:v>0.07366328227292718</c:v>
                </c:pt>
                <c:pt idx="1803">
                  <c:v>0.07366328227292718</c:v>
                </c:pt>
                <c:pt idx="1804">
                  <c:v>0.07366328227292718</c:v>
                </c:pt>
                <c:pt idx="1805">
                  <c:v>0.07366328227292718</c:v>
                </c:pt>
                <c:pt idx="1806">
                  <c:v>0.07366328227292718</c:v>
                </c:pt>
                <c:pt idx="1807">
                  <c:v>0.07366328227292718</c:v>
                </c:pt>
                <c:pt idx="1808">
                  <c:v>0.07366328227292718</c:v>
                </c:pt>
                <c:pt idx="1809">
                  <c:v>0.07366328227292718</c:v>
                </c:pt>
                <c:pt idx="1810">
                  <c:v>0.07366328227292718</c:v>
                </c:pt>
                <c:pt idx="1811">
                  <c:v>0.07366328227292718</c:v>
                </c:pt>
                <c:pt idx="1812">
                  <c:v>0.07366328227292718</c:v>
                </c:pt>
                <c:pt idx="1813">
                  <c:v>0.07366328227292718</c:v>
                </c:pt>
                <c:pt idx="1814">
                  <c:v>0.07366328227292718</c:v>
                </c:pt>
                <c:pt idx="1815">
                  <c:v>0.07366328227292718</c:v>
                </c:pt>
                <c:pt idx="1816">
                  <c:v>0.07366328227292718</c:v>
                </c:pt>
                <c:pt idx="1817">
                  <c:v>0.07366328227292718</c:v>
                </c:pt>
                <c:pt idx="1818">
                  <c:v>0.07366328227292718</c:v>
                </c:pt>
                <c:pt idx="1819">
                  <c:v>0.07366328227292718</c:v>
                </c:pt>
                <c:pt idx="1820">
                  <c:v>0.07366328227292718</c:v>
                </c:pt>
                <c:pt idx="1821">
                  <c:v>0.07366328227292718</c:v>
                </c:pt>
                <c:pt idx="1822">
                  <c:v>0.07366328227292718</c:v>
                </c:pt>
                <c:pt idx="1823">
                  <c:v>0.07366328227292718</c:v>
                </c:pt>
                <c:pt idx="1824">
                  <c:v>0.07366328227292718</c:v>
                </c:pt>
                <c:pt idx="1825">
                  <c:v>0.07366328227292718</c:v>
                </c:pt>
                <c:pt idx="1826">
                  <c:v>0.07366328227292718</c:v>
                </c:pt>
                <c:pt idx="1827">
                  <c:v>0.07366328227292718</c:v>
                </c:pt>
                <c:pt idx="1828">
                  <c:v>0.07366328227292718</c:v>
                </c:pt>
                <c:pt idx="1829">
                  <c:v>0.07366328227292718</c:v>
                </c:pt>
                <c:pt idx="1830">
                  <c:v>0.07366328227292718</c:v>
                </c:pt>
                <c:pt idx="1831">
                  <c:v>0.07366328227292718</c:v>
                </c:pt>
                <c:pt idx="1832">
                  <c:v>0.07366328227292718</c:v>
                </c:pt>
                <c:pt idx="1833">
                  <c:v>0.07366328227292718</c:v>
                </c:pt>
                <c:pt idx="1834">
                  <c:v>0.07366328227292718</c:v>
                </c:pt>
                <c:pt idx="1835">
                  <c:v>0.07366328227292718</c:v>
                </c:pt>
                <c:pt idx="1836">
                  <c:v>0.07366328227292718</c:v>
                </c:pt>
                <c:pt idx="1837">
                  <c:v>0.07366328227292718</c:v>
                </c:pt>
                <c:pt idx="1838">
                  <c:v>0.07366328227292718</c:v>
                </c:pt>
                <c:pt idx="1839">
                  <c:v>0.07366328227292718</c:v>
                </c:pt>
                <c:pt idx="1840">
                  <c:v>0.07366328227292718</c:v>
                </c:pt>
                <c:pt idx="1841">
                  <c:v>0.07366328227292718</c:v>
                </c:pt>
                <c:pt idx="1842">
                  <c:v>0.07366328227292718</c:v>
                </c:pt>
                <c:pt idx="1843">
                  <c:v>0.07366328227292718</c:v>
                </c:pt>
                <c:pt idx="1844">
                  <c:v>0.07366328227292718</c:v>
                </c:pt>
                <c:pt idx="1845">
                  <c:v>0.07366328227292718</c:v>
                </c:pt>
                <c:pt idx="1846">
                  <c:v>0.07366328227292718</c:v>
                </c:pt>
                <c:pt idx="1847">
                  <c:v>0.07366328227292718</c:v>
                </c:pt>
                <c:pt idx="1848">
                  <c:v>0.07366328227292718</c:v>
                </c:pt>
                <c:pt idx="1849">
                  <c:v>0.07366328227292718</c:v>
                </c:pt>
                <c:pt idx="1850">
                  <c:v>0.07366328227292718</c:v>
                </c:pt>
                <c:pt idx="1851">
                  <c:v>0.07366328227292718</c:v>
                </c:pt>
                <c:pt idx="1852">
                  <c:v>0.07366328227292718</c:v>
                </c:pt>
                <c:pt idx="1853">
                  <c:v>0.07366328227292718</c:v>
                </c:pt>
                <c:pt idx="1854">
                  <c:v>0.07366328227292718</c:v>
                </c:pt>
                <c:pt idx="1855">
                  <c:v>0.07366328227292718</c:v>
                </c:pt>
                <c:pt idx="1856">
                  <c:v>0.07366328227292718</c:v>
                </c:pt>
                <c:pt idx="1857">
                  <c:v>0.07366328227292718</c:v>
                </c:pt>
                <c:pt idx="1858">
                  <c:v>0.07366328227292718</c:v>
                </c:pt>
                <c:pt idx="1859">
                  <c:v>0.07366328227292718</c:v>
                </c:pt>
                <c:pt idx="1860">
                  <c:v>0.07366328227292718</c:v>
                </c:pt>
                <c:pt idx="1861">
                  <c:v>0.07366328227292718</c:v>
                </c:pt>
                <c:pt idx="1862">
                  <c:v>0.07366328227292718</c:v>
                </c:pt>
                <c:pt idx="1863">
                  <c:v>0.07366328227292718</c:v>
                </c:pt>
                <c:pt idx="1864">
                  <c:v>0.07366328227292718</c:v>
                </c:pt>
                <c:pt idx="1865">
                  <c:v>0.07366328227292718</c:v>
                </c:pt>
                <c:pt idx="1866">
                  <c:v>0.07366328227292718</c:v>
                </c:pt>
                <c:pt idx="1867">
                  <c:v>0.07366328227292718</c:v>
                </c:pt>
                <c:pt idx="1868">
                  <c:v>0.07366328227292718</c:v>
                </c:pt>
                <c:pt idx="1869">
                  <c:v>0.07366328227292718</c:v>
                </c:pt>
                <c:pt idx="1870">
                  <c:v>0.07366328227292718</c:v>
                </c:pt>
                <c:pt idx="1871">
                  <c:v>0.07366328227292718</c:v>
                </c:pt>
                <c:pt idx="1872">
                  <c:v>0.07366328227292718</c:v>
                </c:pt>
                <c:pt idx="1873">
                  <c:v>0.07366328227292718</c:v>
                </c:pt>
                <c:pt idx="1874">
                  <c:v>0.07366328227292718</c:v>
                </c:pt>
                <c:pt idx="1875">
                  <c:v>0.07366328227292718</c:v>
                </c:pt>
                <c:pt idx="1876">
                  <c:v>0.07366328227292718</c:v>
                </c:pt>
                <c:pt idx="1877">
                  <c:v>0.07366328227292718</c:v>
                </c:pt>
                <c:pt idx="1878">
                  <c:v>0.07366328227292718</c:v>
                </c:pt>
                <c:pt idx="1879">
                  <c:v>0.07366328227292718</c:v>
                </c:pt>
                <c:pt idx="1880">
                  <c:v>0.07366328227292718</c:v>
                </c:pt>
                <c:pt idx="1881">
                  <c:v>0.07366328227292718</c:v>
                </c:pt>
                <c:pt idx="1882">
                  <c:v>0.07366328227292718</c:v>
                </c:pt>
                <c:pt idx="1883">
                  <c:v>0.07366328227292718</c:v>
                </c:pt>
                <c:pt idx="1884">
                  <c:v>0.07366328227292718</c:v>
                </c:pt>
                <c:pt idx="1885">
                  <c:v>0.07366328227292718</c:v>
                </c:pt>
                <c:pt idx="1886">
                  <c:v>0.07366328227292718</c:v>
                </c:pt>
                <c:pt idx="1887">
                  <c:v>0.07366328227292718</c:v>
                </c:pt>
                <c:pt idx="1888">
                  <c:v>0.07366328227292718</c:v>
                </c:pt>
                <c:pt idx="1889">
                  <c:v>0.07366328227292718</c:v>
                </c:pt>
                <c:pt idx="1890">
                  <c:v>0.07366328227292718</c:v>
                </c:pt>
                <c:pt idx="1891">
                  <c:v>0.07366328227292718</c:v>
                </c:pt>
                <c:pt idx="1892">
                  <c:v>0.07366328227292718</c:v>
                </c:pt>
                <c:pt idx="1893">
                  <c:v>0.07366328227292718</c:v>
                </c:pt>
                <c:pt idx="1894">
                  <c:v>0.07366328227292718</c:v>
                </c:pt>
                <c:pt idx="1895">
                  <c:v>0.07366328227292718</c:v>
                </c:pt>
                <c:pt idx="1896">
                  <c:v>0.07366328227292718</c:v>
                </c:pt>
                <c:pt idx="1897">
                  <c:v>0.07366328227292718</c:v>
                </c:pt>
                <c:pt idx="1898">
                  <c:v>0.07366328227292718</c:v>
                </c:pt>
                <c:pt idx="1899">
                  <c:v>0.07366328227292718</c:v>
                </c:pt>
                <c:pt idx="1900">
                  <c:v>0.07366328227292718</c:v>
                </c:pt>
                <c:pt idx="1901">
                  <c:v>0.07366328227292718</c:v>
                </c:pt>
                <c:pt idx="1902">
                  <c:v>0.07366328227292718</c:v>
                </c:pt>
                <c:pt idx="1903">
                  <c:v>0.07366328227292718</c:v>
                </c:pt>
                <c:pt idx="1904">
                  <c:v>0.07366328227292718</c:v>
                </c:pt>
                <c:pt idx="1905">
                  <c:v>0.07366328227292718</c:v>
                </c:pt>
                <c:pt idx="1906">
                  <c:v>0.07366328227292718</c:v>
                </c:pt>
                <c:pt idx="1907">
                  <c:v>0.07366328227292718</c:v>
                </c:pt>
                <c:pt idx="1908">
                  <c:v>0.07366328227292718</c:v>
                </c:pt>
                <c:pt idx="1909">
                  <c:v>0.07366328227292718</c:v>
                </c:pt>
                <c:pt idx="1910">
                  <c:v>0.07366328227292718</c:v>
                </c:pt>
                <c:pt idx="1911">
                  <c:v>0.07366328227292718</c:v>
                </c:pt>
                <c:pt idx="1912">
                  <c:v>0.07366328227292718</c:v>
                </c:pt>
                <c:pt idx="1913">
                  <c:v>0.07366328227292718</c:v>
                </c:pt>
                <c:pt idx="1914">
                  <c:v>0.07366328227292718</c:v>
                </c:pt>
                <c:pt idx="1915">
                  <c:v>0.07366328227292718</c:v>
                </c:pt>
                <c:pt idx="1916">
                  <c:v>0.07366328227292718</c:v>
                </c:pt>
                <c:pt idx="1917">
                  <c:v>0.07366328227292718</c:v>
                </c:pt>
                <c:pt idx="1918">
                  <c:v>0.07366328227292718</c:v>
                </c:pt>
                <c:pt idx="1919">
                  <c:v>0.07366328227292718</c:v>
                </c:pt>
                <c:pt idx="1920">
                  <c:v>0.07366328227292718</c:v>
                </c:pt>
                <c:pt idx="1921">
                  <c:v>0.07366328227292718</c:v>
                </c:pt>
                <c:pt idx="1922">
                  <c:v>0.07366328227292718</c:v>
                </c:pt>
                <c:pt idx="1923">
                  <c:v>0.07366328227292718</c:v>
                </c:pt>
                <c:pt idx="1924">
                  <c:v>0.07366328227292718</c:v>
                </c:pt>
                <c:pt idx="1925">
                  <c:v>0.07366328227292718</c:v>
                </c:pt>
                <c:pt idx="1926">
                  <c:v>0.07366328227292718</c:v>
                </c:pt>
                <c:pt idx="1927">
                  <c:v>0.07366328227292718</c:v>
                </c:pt>
                <c:pt idx="1928">
                  <c:v>0.07366328227292718</c:v>
                </c:pt>
                <c:pt idx="1929">
                  <c:v>0.07366328227292718</c:v>
                </c:pt>
                <c:pt idx="1930">
                  <c:v>0.07366328227292718</c:v>
                </c:pt>
                <c:pt idx="1931">
                  <c:v>0.07366328227292718</c:v>
                </c:pt>
                <c:pt idx="1932">
                  <c:v>0.07366328227292718</c:v>
                </c:pt>
                <c:pt idx="1933">
                  <c:v>0.07366328227292718</c:v>
                </c:pt>
                <c:pt idx="1934">
                  <c:v>0.07366328227292718</c:v>
                </c:pt>
                <c:pt idx="1935">
                  <c:v>0.07366328227292718</c:v>
                </c:pt>
                <c:pt idx="1936">
                  <c:v>0.07366328227292718</c:v>
                </c:pt>
                <c:pt idx="1937">
                  <c:v>0.07366328227292718</c:v>
                </c:pt>
                <c:pt idx="1938">
                  <c:v>0.07366328227292718</c:v>
                </c:pt>
                <c:pt idx="1939">
                  <c:v>0.07366328227292718</c:v>
                </c:pt>
                <c:pt idx="1940">
                  <c:v>0.07366328227292718</c:v>
                </c:pt>
                <c:pt idx="1941">
                  <c:v>0.07366328227292718</c:v>
                </c:pt>
                <c:pt idx="1942">
                  <c:v>0.07366328227292718</c:v>
                </c:pt>
                <c:pt idx="1943">
                  <c:v>0.07366328227292718</c:v>
                </c:pt>
                <c:pt idx="1944">
                  <c:v>0.07366328227292718</c:v>
                </c:pt>
                <c:pt idx="1945">
                  <c:v>0.07366328227292718</c:v>
                </c:pt>
                <c:pt idx="1946">
                  <c:v>0.07366328227292718</c:v>
                </c:pt>
                <c:pt idx="1947">
                  <c:v>0.07366328227292718</c:v>
                </c:pt>
                <c:pt idx="1948">
                  <c:v>0.07366328227292718</c:v>
                </c:pt>
                <c:pt idx="1949">
                  <c:v>0.07366328227292718</c:v>
                </c:pt>
                <c:pt idx="1950">
                  <c:v>0.07366328227292718</c:v>
                </c:pt>
                <c:pt idx="1951">
                  <c:v>0.07366328227292718</c:v>
                </c:pt>
                <c:pt idx="1952">
                  <c:v>0.07366328227292718</c:v>
                </c:pt>
                <c:pt idx="1953">
                  <c:v>0.07366328227292718</c:v>
                </c:pt>
                <c:pt idx="1954">
                  <c:v>0.07366328227292718</c:v>
                </c:pt>
                <c:pt idx="1955">
                  <c:v>0.07366328227292718</c:v>
                </c:pt>
                <c:pt idx="1956">
                  <c:v>0.07366328227292718</c:v>
                </c:pt>
                <c:pt idx="1957">
                  <c:v>0.07366328227292718</c:v>
                </c:pt>
                <c:pt idx="1958">
                  <c:v>0.07366328227292718</c:v>
                </c:pt>
                <c:pt idx="1959">
                  <c:v>0.07366328227292718</c:v>
                </c:pt>
                <c:pt idx="1960">
                  <c:v>0.07366328227292718</c:v>
                </c:pt>
                <c:pt idx="1961">
                  <c:v>0.07366328227292718</c:v>
                </c:pt>
                <c:pt idx="1962">
                  <c:v>0.07366328227292718</c:v>
                </c:pt>
                <c:pt idx="1963">
                  <c:v>0.07366328227292718</c:v>
                </c:pt>
                <c:pt idx="1964">
                  <c:v>0.07366328227292718</c:v>
                </c:pt>
                <c:pt idx="1965">
                  <c:v>0.07366328227292718</c:v>
                </c:pt>
                <c:pt idx="1966">
                  <c:v>0.07366328227292718</c:v>
                </c:pt>
                <c:pt idx="1967">
                  <c:v>0.07366328227292718</c:v>
                </c:pt>
                <c:pt idx="1968">
                  <c:v>0.07366328227292718</c:v>
                </c:pt>
                <c:pt idx="1969">
                  <c:v>0.07366328227292718</c:v>
                </c:pt>
                <c:pt idx="1970">
                  <c:v>0.07366328227292718</c:v>
                </c:pt>
                <c:pt idx="1971">
                  <c:v>0.07366328227292718</c:v>
                </c:pt>
                <c:pt idx="1972">
                  <c:v>0.07366328227292718</c:v>
                </c:pt>
                <c:pt idx="1973">
                  <c:v>0.07366328227292718</c:v>
                </c:pt>
                <c:pt idx="1974">
                  <c:v>0.07366328227292718</c:v>
                </c:pt>
                <c:pt idx="1975">
                  <c:v>0.07366328227292718</c:v>
                </c:pt>
                <c:pt idx="1976">
                  <c:v>0.07366328227292718</c:v>
                </c:pt>
                <c:pt idx="1977">
                  <c:v>0.07366328227292718</c:v>
                </c:pt>
                <c:pt idx="1978">
                  <c:v>0.07366328227292718</c:v>
                </c:pt>
                <c:pt idx="1979">
                  <c:v>0.07366328227292718</c:v>
                </c:pt>
                <c:pt idx="1980">
                  <c:v>0.07366328227292718</c:v>
                </c:pt>
                <c:pt idx="1981">
                  <c:v>0.07366328227292718</c:v>
                </c:pt>
                <c:pt idx="1982">
                  <c:v>0.07366328227292718</c:v>
                </c:pt>
                <c:pt idx="1983">
                  <c:v>0.07366328227292718</c:v>
                </c:pt>
                <c:pt idx="1984">
                  <c:v>0.07366328227292718</c:v>
                </c:pt>
                <c:pt idx="1985">
                  <c:v>0.07366328227292718</c:v>
                </c:pt>
                <c:pt idx="1986">
                  <c:v>0.07366328227292718</c:v>
                </c:pt>
                <c:pt idx="1987">
                  <c:v>0.07366328227292718</c:v>
                </c:pt>
                <c:pt idx="1988">
                  <c:v>0.07366328227292718</c:v>
                </c:pt>
                <c:pt idx="1989">
                  <c:v>0.07366328227292718</c:v>
                </c:pt>
                <c:pt idx="1990">
                  <c:v>0.07366328227292718</c:v>
                </c:pt>
                <c:pt idx="1991">
                  <c:v>0.07366328227292718</c:v>
                </c:pt>
                <c:pt idx="1992">
                  <c:v>0.07366328227292718</c:v>
                </c:pt>
                <c:pt idx="1993">
                  <c:v>0.07366328227292718</c:v>
                </c:pt>
                <c:pt idx="1994">
                  <c:v>0.07366328227292718</c:v>
                </c:pt>
                <c:pt idx="1995">
                  <c:v>0.07366328227292718</c:v>
                </c:pt>
                <c:pt idx="1996">
                  <c:v>0.07366328227292718</c:v>
                </c:pt>
                <c:pt idx="1997">
                  <c:v>0.07366328227292718</c:v>
                </c:pt>
                <c:pt idx="1998">
                  <c:v>0.07366328227292718</c:v>
                </c:pt>
                <c:pt idx="1999">
                  <c:v>0.07366328227292718</c:v>
                </c:pt>
                <c:pt idx="2000">
                  <c:v>0.07366328227292718</c:v>
                </c:pt>
                <c:pt idx="2001">
                  <c:v>0.07366328227292718</c:v>
                </c:pt>
                <c:pt idx="2002">
                  <c:v>0.07366328227292718</c:v>
                </c:pt>
                <c:pt idx="2003">
                  <c:v>0.07366328227292718</c:v>
                </c:pt>
                <c:pt idx="2004">
                  <c:v>0.07366328227292718</c:v>
                </c:pt>
                <c:pt idx="2005">
                  <c:v>0.07366328227292718</c:v>
                </c:pt>
                <c:pt idx="2006">
                  <c:v>0.07366328227292718</c:v>
                </c:pt>
                <c:pt idx="2007">
                  <c:v>0.07366328227292718</c:v>
                </c:pt>
                <c:pt idx="2008">
                  <c:v>0.07366328227292718</c:v>
                </c:pt>
                <c:pt idx="2009">
                  <c:v>0.07366328227292718</c:v>
                </c:pt>
                <c:pt idx="2010">
                  <c:v>0.07366328227292718</c:v>
                </c:pt>
                <c:pt idx="2011">
                  <c:v>0.07366328227292718</c:v>
                </c:pt>
                <c:pt idx="2012">
                  <c:v>0.07366328227292718</c:v>
                </c:pt>
                <c:pt idx="2013">
                  <c:v>0.07366328227292718</c:v>
                </c:pt>
                <c:pt idx="2014">
                  <c:v>0.07366328227292718</c:v>
                </c:pt>
                <c:pt idx="2015">
                  <c:v>0.07366328227292718</c:v>
                </c:pt>
                <c:pt idx="2016">
                  <c:v>0.07366328227292718</c:v>
                </c:pt>
                <c:pt idx="2017">
                  <c:v>0.07366328227292718</c:v>
                </c:pt>
                <c:pt idx="2018">
                  <c:v>0.07366328227292718</c:v>
                </c:pt>
                <c:pt idx="2019">
                  <c:v>0.07366328227292718</c:v>
                </c:pt>
                <c:pt idx="2020">
                  <c:v>0.07366328227292718</c:v>
                </c:pt>
                <c:pt idx="2021">
                  <c:v>0.07366328227292718</c:v>
                </c:pt>
                <c:pt idx="2022">
                  <c:v>0.07366328227292718</c:v>
                </c:pt>
                <c:pt idx="2023">
                  <c:v>0.07366328227292718</c:v>
                </c:pt>
                <c:pt idx="2024">
                  <c:v>0.07366328227292718</c:v>
                </c:pt>
                <c:pt idx="2025">
                  <c:v>0.07366328227292718</c:v>
                </c:pt>
                <c:pt idx="2026">
                  <c:v>0.07366328227292718</c:v>
                </c:pt>
                <c:pt idx="2027">
                  <c:v>0.07366328227292718</c:v>
                </c:pt>
                <c:pt idx="2028">
                  <c:v>0.07366328227292718</c:v>
                </c:pt>
                <c:pt idx="2029">
                  <c:v>0.07366328227292718</c:v>
                </c:pt>
                <c:pt idx="2030">
                  <c:v>0.07366328227292718</c:v>
                </c:pt>
                <c:pt idx="2031">
                  <c:v>0.07366328227292718</c:v>
                </c:pt>
                <c:pt idx="2032">
                  <c:v>0.07366328227292718</c:v>
                </c:pt>
                <c:pt idx="2033">
                  <c:v>0.07366328227292718</c:v>
                </c:pt>
                <c:pt idx="2034">
                  <c:v>0.07366328227292718</c:v>
                </c:pt>
                <c:pt idx="2035">
                  <c:v>0.07366328227292718</c:v>
                </c:pt>
                <c:pt idx="2036">
                  <c:v>0.07366328227292718</c:v>
                </c:pt>
                <c:pt idx="2037">
                  <c:v>0.07366328227292718</c:v>
                </c:pt>
                <c:pt idx="2038">
                  <c:v>0.07366328227292718</c:v>
                </c:pt>
                <c:pt idx="2039">
                  <c:v>0.07366328227292718</c:v>
                </c:pt>
                <c:pt idx="2040">
                  <c:v>0.07366328227292718</c:v>
                </c:pt>
                <c:pt idx="2041">
                  <c:v>0.07366328227292718</c:v>
                </c:pt>
                <c:pt idx="2042">
                  <c:v>0.07366328227292718</c:v>
                </c:pt>
                <c:pt idx="2043">
                  <c:v>0.07366328227292718</c:v>
                </c:pt>
                <c:pt idx="2044">
                  <c:v>0.07366328227292718</c:v>
                </c:pt>
                <c:pt idx="2045">
                  <c:v>0.07366328227292718</c:v>
                </c:pt>
                <c:pt idx="2046">
                  <c:v>0.07366328227292718</c:v>
                </c:pt>
                <c:pt idx="2047">
                  <c:v>0.07366328227292718</c:v>
                </c:pt>
                <c:pt idx="2048">
                  <c:v>0.07366328227292718</c:v>
                </c:pt>
                <c:pt idx="2049">
                  <c:v>0.07366328227292718</c:v>
                </c:pt>
                <c:pt idx="2050">
                  <c:v>0.07366328227292718</c:v>
                </c:pt>
                <c:pt idx="2051">
                  <c:v>0.07366328227292718</c:v>
                </c:pt>
                <c:pt idx="2052">
                  <c:v>0.07366328227292718</c:v>
                </c:pt>
                <c:pt idx="2053">
                  <c:v>0.07366328227292718</c:v>
                </c:pt>
                <c:pt idx="2054">
                  <c:v>0.07366328227292718</c:v>
                </c:pt>
                <c:pt idx="2055">
                  <c:v>0.07366328227292718</c:v>
                </c:pt>
                <c:pt idx="2056">
                  <c:v>0.07366328227292718</c:v>
                </c:pt>
                <c:pt idx="2057">
                  <c:v>0.07366328227292718</c:v>
                </c:pt>
                <c:pt idx="2058">
                  <c:v>0.07366328227292718</c:v>
                </c:pt>
                <c:pt idx="2059">
                  <c:v>0.07366328227292718</c:v>
                </c:pt>
                <c:pt idx="2060">
                  <c:v>0.07366328227292718</c:v>
                </c:pt>
                <c:pt idx="2061">
                  <c:v>0.07366328227292718</c:v>
                </c:pt>
                <c:pt idx="2062">
                  <c:v>0.07366328227292718</c:v>
                </c:pt>
                <c:pt idx="2063">
                  <c:v>0.07366328227292718</c:v>
                </c:pt>
                <c:pt idx="2064">
                  <c:v>0.07366328227292718</c:v>
                </c:pt>
                <c:pt idx="2065">
                  <c:v>0.07366328227292718</c:v>
                </c:pt>
                <c:pt idx="2066">
                  <c:v>0.07366328227292718</c:v>
                </c:pt>
                <c:pt idx="2067">
                  <c:v>0.07366328227292718</c:v>
                </c:pt>
                <c:pt idx="2068">
                  <c:v>0.07366328227292718</c:v>
                </c:pt>
                <c:pt idx="2069">
                  <c:v>0.07366328227292718</c:v>
                </c:pt>
                <c:pt idx="2070">
                  <c:v>0.07366328227292718</c:v>
                </c:pt>
                <c:pt idx="2071">
                  <c:v>0.07366328227292718</c:v>
                </c:pt>
                <c:pt idx="2072">
                  <c:v>0.07366328227292718</c:v>
                </c:pt>
                <c:pt idx="2073">
                  <c:v>0.07366328227292718</c:v>
                </c:pt>
                <c:pt idx="2074">
                  <c:v>0.07366328227292718</c:v>
                </c:pt>
                <c:pt idx="2075">
                  <c:v>0.07366328227292718</c:v>
                </c:pt>
                <c:pt idx="2076">
                  <c:v>0.07366328227292718</c:v>
                </c:pt>
                <c:pt idx="2077">
                  <c:v>0.07366328227292718</c:v>
                </c:pt>
                <c:pt idx="2078">
                  <c:v>0.07366328227292718</c:v>
                </c:pt>
                <c:pt idx="2079">
                  <c:v>0.07366328227292718</c:v>
                </c:pt>
                <c:pt idx="2080">
                  <c:v>0.07366328227292718</c:v>
                </c:pt>
                <c:pt idx="2081">
                  <c:v>0.07366328227292718</c:v>
                </c:pt>
                <c:pt idx="2082">
                  <c:v>0.07366328227292718</c:v>
                </c:pt>
                <c:pt idx="2083">
                  <c:v>0.07366328227292718</c:v>
                </c:pt>
                <c:pt idx="2084">
                  <c:v>0.07366328227292718</c:v>
                </c:pt>
                <c:pt idx="2085">
                  <c:v>0.07366328227292718</c:v>
                </c:pt>
                <c:pt idx="2086">
                  <c:v>0.07366328227292718</c:v>
                </c:pt>
                <c:pt idx="2087">
                  <c:v>0.07366328227292718</c:v>
                </c:pt>
                <c:pt idx="2088">
                  <c:v>0.07366328227292718</c:v>
                </c:pt>
                <c:pt idx="2089">
                  <c:v>0.07366328227292718</c:v>
                </c:pt>
                <c:pt idx="2090">
                  <c:v>0.07366328227292718</c:v>
                </c:pt>
                <c:pt idx="2091">
                  <c:v>0.07366328227292718</c:v>
                </c:pt>
                <c:pt idx="2092">
                  <c:v>0.07366328227292718</c:v>
                </c:pt>
                <c:pt idx="2093">
                  <c:v>0.07366328227292718</c:v>
                </c:pt>
                <c:pt idx="2094">
                  <c:v>0.07366328227292718</c:v>
                </c:pt>
                <c:pt idx="2095">
                  <c:v>0.07366328227292718</c:v>
                </c:pt>
                <c:pt idx="2096">
                  <c:v>0.07366328227292718</c:v>
                </c:pt>
                <c:pt idx="2097">
                  <c:v>0.07366328227292718</c:v>
                </c:pt>
                <c:pt idx="2098">
                  <c:v>0.07366328227292718</c:v>
                </c:pt>
                <c:pt idx="2099">
                  <c:v>0.07366328227292718</c:v>
                </c:pt>
                <c:pt idx="2100">
                  <c:v>0.07366328227292718</c:v>
                </c:pt>
                <c:pt idx="2101">
                  <c:v>0.07366328227292718</c:v>
                </c:pt>
                <c:pt idx="2102">
                  <c:v>0.07366328227292718</c:v>
                </c:pt>
                <c:pt idx="2103">
                  <c:v>0.07366328227292718</c:v>
                </c:pt>
                <c:pt idx="2104">
                  <c:v>0.07366328227292718</c:v>
                </c:pt>
                <c:pt idx="2105">
                  <c:v>0.07366328227292718</c:v>
                </c:pt>
                <c:pt idx="2106">
                  <c:v>0.07366328227292718</c:v>
                </c:pt>
                <c:pt idx="2107">
                  <c:v>0.07366328227292718</c:v>
                </c:pt>
                <c:pt idx="2108">
                  <c:v>0.07366328227292718</c:v>
                </c:pt>
                <c:pt idx="2109">
                  <c:v>0.07366328227292718</c:v>
                </c:pt>
                <c:pt idx="2110">
                  <c:v>0.07366328227292718</c:v>
                </c:pt>
                <c:pt idx="2111">
                  <c:v>0.07366328227292718</c:v>
                </c:pt>
                <c:pt idx="2112">
                  <c:v>0.07366328227292718</c:v>
                </c:pt>
                <c:pt idx="2113">
                  <c:v>0.07366328227292718</c:v>
                </c:pt>
                <c:pt idx="2114">
                  <c:v>0.07366328227292718</c:v>
                </c:pt>
                <c:pt idx="2115">
                  <c:v>0.07366328227292718</c:v>
                </c:pt>
                <c:pt idx="2116">
                  <c:v>0.07366328227292718</c:v>
                </c:pt>
                <c:pt idx="2117">
                  <c:v>0.07366328227292718</c:v>
                </c:pt>
                <c:pt idx="2118">
                  <c:v>0.07366328227292718</c:v>
                </c:pt>
                <c:pt idx="2119">
                  <c:v>0.07366328227292718</c:v>
                </c:pt>
                <c:pt idx="2120">
                  <c:v>0.07366328227292718</c:v>
                </c:pt>
                <c:pt idx="2121">
                  <c:v>0.07366328227292718</c:v>
                </c:pt>
                <c:pt idx="2122">
                  <c:v>0.07366328227292718</c:v>
                </c:pt>
                <c:pt idx="2123">
                  <c:v>0.07366328227292718</c:v>
                </c:pt>
                <c:pt idx="2124">
                  <c:v>0.07366328227292718</c:v>
                </c:pt>
                <c:pt idx="2125">
                  <c:v>0.07366328227292718</c:v>
                </c:pt>
                <c:pt idx="2126">
                  <c:v>0.07366328227292718</c:v>
                </c:pt>
                <c:pt idx="2127">
                  <c:v>0.07366328227292718</c:v>
                </c:pt>
                <c:pt idx="2128">
                  <c:v>0.07366328227292718</c:v>
                </c:pt>
                <c:pt idx="2129">
                  <c:v>0.07366328227292718</c:v>
                </c:pt>
                <c:pt idx="2130">
                  <c:v>0.07366328227292718</c:v>
                </c:pt>
                <c:pt idx="2131">
                  <c:v>0.07366328227292718</c:v>
                </c:pt>
                <c:pt idx="2132">
                  <c:v>0.07366328227292718</c:v>
                </c:pt>
                <c:pt idx="2133">
                  <c:v>0.07366328227292718</c:v>
                </c:pt>
                <c:pt idx="2134">
                  <c:v>0.07366328227292718</c:v>
                </c:pt>
                <c:pt idx="2135">
                  <c:v>0.07366328227292718</c:v>
                </c:pt>
                <c:pt idx="2136">
                  <c:v>0.07366328227292718</c:v>
                </c:pt>
                <c:pt idx="2137">
                  <c:v>0.07366328227292718</c:v>
                </c:pt>
                <c:pt idx="2138">
                  <c:v>0.07366328227292718</c:v>
                </c:pt>
                <c:pt idx="2139">
                  <c:v>0.07366328227292718</c:v>
                </c:pt>
                <c:pt idx="2140">
                  <c:v>0.07366328227292718</c:v>
                </c:pt>
                <c:pt idx="2141">
                  <c:v>0.07366328227292718</c:v>
                </c:pt>
                <c:pt idx="2142">
                  <c:v>0.07366328227292718</c:v>
                </c:pt>
                <c:pt idx="2143">
                  <c:v>0.07366328227292718</c:v>
                </c:pt>
                <c:pt idx="2144">
                  <c:v>0.07366328227292718</c:v>
                </c:pt>
                <c:pt idx="2145">
                  <c:v>0.07366328227292718</c:v>
                </c:pt>
                <c:pt idx="2146">
                  <c:v>0.07366328227292718</c:v>
                </c:pt>
                <c:pt idx="2147">
                  <c:v>0.07366328227292718</c:v>
                </c:pt>
                <c:pt idx="2148">
                  <c:v>0.07366328227292718</c:v>
                </c:pt>
                <c:pt idx="2149">
                  <c:v>0.07366328227292718</c:v>
                </c:pt>
                <c:pt idx="2150">
                  <c:v>0.07366328227292718</c:v>
                </c:pt>
                <c:pt idx="2151">
                  <c:v>0.07366328227292718</c:v>
                </c:pt>
                <c:pt idx="2152">
                  <c:v>0.07366328227292718</c:v>
                </c:pt>
                <c:pt idx="2153">
                  <c:v>0.07366328227292718</c:v>
                </c:pt>
                <c:pt idx="2154">
                  <c:v>0.07366328227292718</c:v>
                </c:pt>
                <c:pt idx="2155">
                  <c:v>0.07366328227292718</c:v>
                </c:pt>
                <c:pt idx="2156">
                  <c:v>0.07366328227292718</c:v>
                </c:pt>
                <c:pt idx="2157">
                  <c:v>0.07366328227292718</c:v>
                </c:pt>
                <c:pt idx="2158">
                  <c:v>0.07366328227292718</c:v>
                </c:pt>
                <c:pt idx="2159">
                  <c:v>0.07366328227292718</c:v>
                </c:pt>
                <c:pt idx="2160">
                  <c:v>0.07366328227292718</c:v>
                </c:pt>
                <c:pt idx="2161">
                  <c:v>0.07366328227292718</c:v>
                </c:pt>
                <c:pt idx="2162">
                  <c:v>0.07366328227292718</c:v>
                </c:pt>
                <c:pt idx="2163">
                  <c:v>0.07366328227292718</c:v>
                </c:pt>
                <c:pt idx="2164">
                  <c:v>0.07366328227292718</c:v>
                </c:pt>
                <c:pt idx="2165">
                  <c:v>0.07366328227292718</c:v>
                </c:pt>
                <c:pt idx="2166">
                  <c:v>0.07366328227292718</c:v>
                </c:pt>
                <c:pt idx="2167">
                  <c:v>0.07366328227292718</c:v>
                </c:pt>
                <c:pt idx="2168">
                  <c:v>0.07366328227292718</c:v>
                </c:pt>
                <c:pt idx="2169">
                  <c:v>0.07366328227292718</c:v>
                </c:pt>
                <c:pt idx="2170">
                  <c:v>0.07366328227292718</c:v>
                </c:pt>
                <c:pt idx="2171">
                  <c:v>0.07366328227292718</c:v>
                </c:pt>
                <c:pt idx="2172">
                  <c:v>0.07366328227292718</c:v>
                </c:pt>
                <c:pt idx="2173">
                  <c:v>0.07366328227292718</c:v>
                </c:pt>
                <c:pt idx="2174">
                  <c:v>0.07366328227292718</c:v>
                </c:pt>
                <c:pt idx="2175">
                  <c:v>0.07366328227292718</c:v>
                </c:pt>
                <c:pt idx="2176">
                  <c:v>0.07366328227292718</c:v>
                </c:pt>
                <c:pt idx="2177">
                  <c:v>0.07366328227292718</c:v>
                </c:pt>
                <c:pt idx="2178">
                  <c:v>0.07366328227292718</c:v>
                </c:pt>
                <c:pt idx="2179">
                  <c:v>0.07366328227292718</c:v>
                </c:pt>
                <c:pt idx="2180">
                  <c:v>0.07366328227292718</c:v>
                </c:pt>
                <c:pt idx="2181">
                  <c:v>0.07366328227292718</c:v>
                </c:pt>
                <c:pt idx="2182">
                  <c:v>0.07366328227292718</c:v>
                </c:pt>
                <c:pt idx="2183">
                  <c:v>0.07366328227292718</c:v>
                </c:pt>
                <c:pt idx="2184">
                  <c:v>0.07366328227292718</c:v>
                </c:pt>
                <c:pt idx="2185">
                  <c:v>0.07366328227292718</c:v>
                </c:pt>
                <c:pt idx="2186">
                  <c:v>0.07366328227292718</c:v>
                </c:pt>
                <c:pt idx="2187">
                  <c:v>0.07366328227292718</c:v>
                </c:pt>
                <c:pt idx="2188">
                  <c:v>0.07366328227292718</c:v>
                </c:pt>
                <c:pt idx="2189">
                  <c:v>0.07366328227292718</c:v>
                </c:pt>
                <c:pt idx="2190">
                  <c:v>0.07366328227292718</c:v>
                </c:pt>
                <c:pt idx="2191">
                  <c:v>0.07366328227292718</c:v>
                </c:pt>
                <c:pt idx="2192">
                  <c:v>0.07366328227292718</c:v>
                </c:pt>
                <c:pt idx="2193">
                  <c:v>0.07366328227292718</c:v>
                </c:pt>
                <c:pt idx="2194">
                  <c:v>0.07366328227292718</c:v>
                </c:pt>
                <c:pt idx="2195">
                  <c:v>0.07366328227292718</c:v>
                </c:pt>
                <c:pt idx="2196">
                  <c:v>0.07366328227292718</c:v>
                </c:pt>
                <c:pt idx="2197">
                  <c:v>0.07366328227292718</c:v>
                </c:pt>
                <c:pt idx="2198">
                  <c:v>0.07366328227292718</c:v>
                </c:pt>
                <c:pt idx="2199">
                  <c:v>0.07366328227292718</c:v>
                </c:pt>
                <c:pt idx="2200">
                  <c:v>0.07366328227292718</c:v>
                </c:pt>
                <c:pt idx="2201">
                  <c:v>0.07366328227292718</c:v>
                </c:pt>
                <c:pt idx="2202">
                  <c:v>0.07366328227292718</c:v>
                </c:pt>
                <c:pt idx="2203">
                  <c:v>0.07366328227292718</c:v>
                </c:pt>
                <c:pt idx="2204">
                  <c:v>0.07366328227292718</c:v>
                </c:pt>
                <c:pt idx="2205">
                  <c:v>0.07366328227292718</c:v>
                </c:pt>
                <c:pt idx="2206">
                  <c:v>0.07366328227292718</c:v>
                </c:pt>
                <c:pt idx="2207">
                  <c:v>0.07366328227292718</c:v>
                </c:pt>
                <c:pt idx="2208">
                  <c:v>0.07366328227292718</c:v>
                </c:pt>
                <c:pt idx="2209">
                  <c:v>0.07366328227292718</c:v>
                </c:pt>
                <c:pt idx="2210">
                  <c:v>0.07366328227292718</c:v>
                </c:pt>
                <c:pt idx="2211">
                  <c:v>0.07366328227292718</c:v>
                </c:pt>
                <c:pt idx="2212">
                  <c:v>0.07366328227292718</c:v>
                </c:pt>
                <c:pt idx="2213">
                  <c:v>0.07366328227292718</c:v>
                </c:pt>
                <c:pt idx="2214">
                  <c:v>0.07366328227292718</c:v>
                </c:pt>
                <c:pt idx="2215">
                  <c:v>0.07366328227292718</c:v>
                </c:pt>
                <c:pt idx="2216">
                  <c:v>0.07366328227292718</c:v>
                </c:pt>
                <c:pt idx="2217">
                  <c:v>0.07366328227292718</c:v>
                </c:pt>
                <c:pt idx="2218">
                  <c:v>0.07366328227292718</c:v>
                </c:pt>
                <c:pt idx="2219">
                  <c:v>0.07366328227292718</c:v>
                </c:pt>
                <c:pt idx="2220">
                  <c:v>0.07366328227292718</c:v>
                </c:pt>
                <c:pt idx="2221">
                  <c:v>0.07366328227292718</c:v>
                </c:pt>
                <c:pt idx="2222">
                  <c:v>0.07366328227292718</c:v>
                </c:pt>
                <c:pt idx="2223">
                  <c:v>0.07366328227292718</c:v>
                </c:pt>
                <c:pt idx="2224">
                  <c:v>0.07366328227292718</c:v>
                </c:pt>
                <c:pt idx="2225">
                  <c:v>0.07366328227292718</c:v>
                </c:pt>
                <c:pt idx="2226">
                  <c:v>0.07366328227292718</c:v>
                </c:pt>
                <c:pt idx="2227">
                  <c:v>0.07366328227292718</c:v>
                </c:pt>
                <c:pt idx="2228">
                  <c:v>0.07366328227292718</c:v>
                </c:pt>
                <c:pt idx="2229">
                  <c:v>0.07366328227292718</c:v>
                </c:pt>
                <c:pt idx="2230">
                  <c:v>0.07366328227292718</c:v>
                </c:pt>
                <c:pt idx="2231">
                  <c:v>0.07366328227292718</c:v>
                </c:pt>
                <c:pt idx="2232">
                  <c:v>0.07366328227292718</c:v>
                </c:pt>
                <c:pt idx="2233">
                  <c:v>0.07366328227292718</c:v>
                </c:pt>
                <c:pt idx="2234">
                  <c:v>0.07366328227292718</c:v>
                </c:pt>
                <c:pt idx="2235">
                  <c:v>0.07366328227292718</c:v>
                </c:pt>
                <c:pt idx="2236">
                  <c:v>0.07366328227292718</c:v>
                </c:pt>
                <c:pt idx="2237">
                  <c:v>0.07366328227292718</c:v>
                </c:pt>
                <c:pt idx="2238">
                  <c:v>0.07366328227292718</c:v>
                </c:pt>
                <c:pt idx="2239">
                  <c:v>0.07366328227292718</c:v>
                </c:pt>
                <c:pt idx="2240">
                  <c:v>0.07366328227292718</c:v>
                </c:pt>
                <c:pt idx="2241">
                  <c:v>0.07366328227292718</c:v>
                </c:pt>
                <c:pt idx="2242">
                  <c:v>0.07366328227292718</c:v>
                </c:pt>
                <c:pt idx="2243">
                  <c:v>0.07366328227292718</c:v>
                </c:pt>
                <c:pt idx="2244">
                  <c:v>0.07366328227292718</c:v>
                </c:pt>
                <c:pt idx="2245">
                  <c:v>0.07366328227292718</c:v>
                </c:pt>
                <c:pt idx="2246">
                  <c:v>0.07366328227292718</c:v>
                </c:pt>
                <c:pt idx="2247">
                  <c:v>0.07366328227292718</c:v>
                </c:pt>
                <c:pt idx="2248">
                  <c:v>0.07366328227292718</c:v>
                </c:pt>
                <c:pt idx="2249">
                  <c:v>0.07366328227292718</c:v>
                </c:pt>
                <c:pt idx="2250">
                  <c:v>0.07366328227292718</c:v>
                </c:pt>
                <c:pt idx="2251">
                  <c:v>0.07366328227292718</c:v>
                </c:pt>
                <c:pt idx="2252">
                  <c:v>0.07366328227292718</c:v>
                </c:pt>
                <c:pt idx="2253">
                  <c:v>0.07366328227292718</c:v>
                </c:pt>
                <c:pt idx="2254">
                  <c:v>0.07366328227292718</c:v>
                </c:pt>
                <c:pt idx="2255">
                  <c:v>0.07366328227292718</c:v>
                </c:pt>
                <c:pt idx="2256">
                  <c:v>0.07366328227292718</c:v>
                </c:pt>
                <c:pt idx="2257">
                  <c:v>0.07366328227292718</c:v>
                </c:pt>
                <c:pt idx="2258">
                  <c:v>0.07366328227292718</c:v>
                </c:pt>
                <c:pt idx="2259">
                  <c:v>0.07366328227292718</c:v>
                </c:pt>
                <c:pt idx="2260">
                  <c:v>0.07366328227292718</c:v>
                </c:pt>
                <c:pt idx="2261">
                  <c:v>0.07366328227292718</c:v>
                </c:pt>
                <c:pt idx="2262">
                  <c:v>0.07366328227292718</c:v>
                </c:pt>
                <c:pt idx="2263">
                  <c:v>0.07366328227292718</c:v>
                </c:pt>
                <c:pt idx="2264">
                  <c:v>0.07366328227292718</c:v>
                </c:pt>
                <c:pt idx="2265">
                  <c:v>0.07366328227292718</c:v>
                </c:pt>
                <c:pt idx="2266">
                  <c:v>0.07366328227292718</c:v>
                </c:pt>
                <c:pt idx="2267">
                  <c:v>0.07366328227292718</c:v>
                </c:pt>
                <c:pt idx="2268">
                  <c:v>0.07366328227292718</c:v>
                </c:pt>
                <c:pt idx="2269">
                  <c:v>0.07366328227292718</c:v>
                </c:pt>
                <c:pt idx="2270">
                  <c:v>0.07366328227292718</c:v>
                </c:pt>
                <c:pt idx="2271">
                  <c:v>0.07366328227292718</c:v>
                </c:pt>
                <c:pt idx="2272">
                  <c:v>0.07366328227292718</c:v>
                </c:pt>
                <c:pt idx="2273">
                  <c:v>0.07366328227292718</c:v>
                </c:pt>
                <c:pt idx="2274">
                  <c:v>0.07366328227292718</c:v>
                </c:pt>
                <c:pt idx="2275">
                  <c:v>0.07366328227292718</c:v>
                </c:pt>
                <c:pt idx="2276">
                  <c:v>0.07366328227292718</c:v>
                </c:pt>
                <c:pt idx="2277">
                  <c:v>0.07366328227292718</c:v>
                </c:pt>
                <c:pt idx="2278">
                  <c:v>0.07366328227292718</c:v>
                </c:pt>
                <c:pt idx="2279">
                  <c:v>0.07366328227292718</c:v>
                </c:pt>
                <c:pt idx="2280">
                  <c:v>0.07366328227292718</c:v>
                </c:pt>
                <c:pt idx="2281">
                  <c:v>0.07366328227292718</c:v>
                </c:pt>
                <c:pt idx="2282">
                  <c:v>0.07366328227292718</c:v>
                </c:pt>
                <c:pt idx="2283">
                  <c:v>0.07366328227292718</c:v>
                </c:pt>
                <c:pt idx="2284">
                  <c:v>0.07366328227292718</c:v>
                </c:pt>
                <c:pt idx="2285">
                  <c:v>0.07366328227292718</c:v>
                </c:pt>
                <c:pt idx="2286">
                  <c:v>0.07366328227292718</c:v>
                </c:pt>
                <c:pt idx="2287">
                  <c:v>0.07366328227292718</c:v>
                </c:pt>
                <c:pt idx="2288">
                  <c:v>0.07366328227292718</c:v>
                </c:pt>
                <c:pt idx="2289">
                  <c:v>0.07366328227292718</c:v>
                </c:pt>
                <c:pt idx="2290">
                  <c:v>0.07366328227292718</c:v>
                </c:pt>
                <c:pt idx="2291">
                  <c:v>0.07366328227292718</c:v>
                </c:pt>
                <c:pt idx="2292">
                  <c:v>0.07366328227292718</c:v>
                </c:pt>
                <c:pt idx="2293">
                  <c:v>0.07366328227292718</c:v>
                </c:pt>
                <c:pt idx="2294">
                  <c:v>0.07366328227292718</c:v>
                </c:pt>
                <c:pt idx="2295">
                  <c:v>0.07366328227292718</c:v>
                </c:pt>
                <c:pt idx="2296">
                  <c:v>0.07366328227292718</c:v>
                </c:pt>
                <c:pt idx="2297">
                  <c:v>0.07366328227292718</c:v>
                </c:pt>
                <c:pt idx="2298">
                  <c:v>0.07366328227292718</c:v>
                </c:pt>
                <c:pt idx="2299">
                  <c:v>0.07366328227292718</c:v>
                </c:pt>
                <c:pt idx="2300">
                  <c:v>0.07366328227292718</c:v>
                </c:pt>
                <c:pt idx="2301">
                  <c:v>0.07366328227292718</c:v>
                </c:pt>
                <c:pt idx="2302">
                  <c:v>0.07366328227292718</c:v>
                </c:pt>
                <c:pt idx="2303">
                  <c:v>0.07366328227292718</c:v>
                </c:pt>
                <c:pt idx="2304">
                  <c:v>0.07366328227292718</c:v>
                </c:pt>
                <c:pt idx="2305">
                  <c:v>0.07366328227292718</c:v>
                </c:pt>
                <c:pt idx="2306">
                  <c:v>0.07366328227292718</c:v>
                </c:pt>
                <c:pt idx="2307">
                  <c:v>0.07366328227292718</c:v>
                </c:pt>
                <c:pt idx="2308">
                  <c:v>0.07366328227292718</c:v>
                </c:pt>
                <c:pt idx="2309">
                  <c:v>0.07366328227292718</c:v>
                </c:pt>
                <c:pt idx="2310">
                  <c:v>0.07366328227292718</c:v>
                </c:pt>
                <c:pt idx="2311">
                  <c:v>0.07366328227292718</c:v>
                </c:pt>
                <c:pt idx="2312">
                  <c:v>0.07366328227292718</c:v>
                </c:pt>
                <c:pt idx="2313">
                  <c:v>0.07366328227292718</c:v>
                </c:pt>
                <c:pt idx="2314">
                  <c:v>0.07366328227292718</c:v>
                </c:pt>
                <c:pt idx="2315">
                  <c:v>0.07366328227292718</c:v>
                </c:pt>
                <c:pt idx="2316">
                  <c:v>0.07366328227292718</c:v>
                </c:pt>
                <c:pt idx="2317">
                  <c:v>0.07366328227292718</c:v>
                </c:pt>
                <c:pt idx="2318">
                  <c:v>0.07366328227292718</c:v>
                </c:pt>
                <c:pt idx="2319">
                  <c:v>0.07366328227292718</c:v>
                </c:pt>
                <c:pt idx="2320">
                  <c:v>0.07366328227292718</c:v>
                </c:pt>
                <c:pt idx="2321">
                  <c:v>0.07366328227292718</c:v>
                </c:pt>
                <c:pt idx="2322">
                  <c:v>0.07366328227292718</c:v>
                </c:pt>
                <c:pt idx="2323">
                  <c:v>0.07366328227292718</c:v>
                </c:pt>
                <c:pt idx="2324">
                  <c:v>0.07366328227292718</c:v>
                </c:pt>
                <c:pt idx="2325">
                  <c:v>0.07366328227292718</c:v>
                </c:pt>
                <c:pt idx="2326">
                  <c:v>0.07366328227292718</c:v>
                </c:pt>
                <c:pt idx="2327">
                  <c:v>0.07366328227292718</c:v>
                </c:pt>
                <c:pt idx="2328">
                  <c:v>0.07366328227292718</c:v>
                </c:pt>
                <c:pt idx="2329">
                  <c:v>0.07366328227292718</c:v>
                </c:pt>
                <c:pt idx="2330">
                  <c:v>0.07366328227292718</c:v>
                </c:pt>
                <c:pt idx="2331">
                  <c:v>0.07366328227292718</c:v>
                </c:pt>
                <c:pt idx="2332">
                  <c:v>0.07366328227292718</c:v>
                </c:pt>
                <c:pt idx="2333">
                  <c:v>0.07366328227292718</c:v>
                </c:pt>
                <c:pt idx="2334">
                  <c:v>0.07366328227292718</c:v>
                </c:pt>
                <c:pt idx="2335">
                  <c:v>0.07366328227292718</c:v>
                </c:pt>
                <c:pt idx="2336">
                  <c:v>0.07366328227292718</c:v>
                </c:pt>
                <c:pt idx="2337">
                  <c:v>0.07366328227292718</c:v>
                </c:pt>
                <c:pt idx="2338">
                  <c:v>0.07366328227292718</c:v>
                </c:pt>
                <c:pt idx="2339">
                  <c:v>0.07366328227292718</c:v>
                </c:pt>
                <c:pt idx="2340">
                  <c:v>0.07366328227292718</c:v>
                </c:pt>
                <c:pt idx="2341">
                  <c:v>0.07366328227292718</c:v>
                </c:pt>
                <c:pt idx="2342">
                  <c:v>0.07366328227292718</c:v>
                </c:pt>
                <c:pt idx="2343">
                  <c:v>0.07366328227292718</c:v>
                </c:pt>
                <c:pt idx="2344">
                  <c:v>0.07366328227292718</c:v>
                </c:pt>
                <c:pt idx="2345">
                  <c:v>0.07366328227292718</c:v>
                </c:pt>
                <c:pt idx="2346">
                  <c:v>0.07366328227292718</c:v>
                </c:pt>
                <c:pt idx="2347">
                  <c:v>0.07366328227292718</c:v>
                </c:pt>
                <c:pt idx="2348">
                  <c:v>0.07366328227292718</c:v>
                </c:pt>
                <c:pt idx="2349">
                  <c:v>0.07366328227292718</c:v>
                </c:pt>
                <c:pt idx="2350">
                  <c:v>0.07366328227292718</c:v>
                </c:pt>
                <c:pt idx="2351">
                  <c:v>0.07366328227292718</c:v>
                </c:pt>
                <c:pt idx="2352">
                  <c:v>0.07366328227292718</c:v>
                </c:pt>
                <c:pt idx="2353">
                  <c:v>0.07366328227292718</c:v>
                </c:pt>
                <c:pt idx="2354">
                  <c:v>0.07366328227292718</c:v>
                </c:pt>
                <c:pt idx="2355">
                  <c:v>0.07366328227292718</c:v>
                </c:pt>
                <c:pt idx="2356">
                  <c:v>0.07366328227292718</c:v>
                </c:pt>
                <c:pt idx="2357">
                  <c:v>0.07366328227292718</c:v>
                </c:pt>
                <c:pt idx="2358">
                  <c:v>0.07366328227292718</c:v>
                </c:pt>
                <c:pt idx="2359">
                  <c:v>0.07366328227292718</c:v>
                </c:pt>
                <c:pt idx="2360">
                  <c:v>0.07366328227292718</c:v>
                </c:pt>
                <c:pt idx="2361">
                  <c:v>0.07366328227292718</c:v>
                </c:pt>
                <c:pt idx="2362">
                  <c:v>0.07366328227292718</c:v>
                </c:pt>
                <c:pt idx="2363">
                  <c:v>0.07366328227292718</c:v>
                </c:pt>
                <c:pt idx="2364">
                  <c:v>0.07366328227292718</c:v>
                </c:pt>
                <c:pt idx="2365">
                  <c:v>0.07366328227292718</c:v>
                </c:pt>
                <c:pt idx="2366">
                  <c:v>0.07366328227292718</c:v>
                </c:pt>
                <c:pt idx="2367">
                  <c:v>0.07366328227292718</c:v>
                </c:pt>
                <c:pt idx="2368">
                  <c:v>0.07366328227292718</c:v>
                </c:pt>
                <c:pt idx="2369">
                  <c:v>0.07366328227292718</c:v>
                </c:pt>
                <c:pt idx="2370">
                  <c:v>0.07366328227292718</c:v>
                </c:pt>
                <c:pt idx="2371">
                  <c:v>0.07366328227292718</c:v>
                </c:pt>
                <c:pt idx="2372">
                  <c:v>0.07366328227292718</c:v>
                </c:pt>
                <c:pt idx="2373">
                  <c:v>0.07366328227292718</c:v>
                </c:pt>
                <c:pt idx="2374">
                  <c:v>0.07366328227292718</c:v>
                </c:pt>
                <c:pt idx="2375">
                  <c:v>0.07366328227292718</c:v>
                </c:pt>
                <c:pt idx="2376">
                  <c:v>0.07366328227292718</c:v>
                </c:pt>
                <c:pt idx="2377">
                  <c:v>0.07366328227292718</c:v>
                </c:pt>
                <c:pt idx="2378">
                  <c:v>0.07366328227292718</c:v>
                </c:pt>
                <c:pt idx="2379">
                  <c:v>0.07366328227292718</c:v>
                </c:pt>
                <c:pt idx="2380">
                  <c:v>0.07366328227292718</c:v>
                </c:pt>
                <c:pt idx="2381">
                  <c:v>0.07366328227292718</c:v>
                </c:pt>
                <c:pt idx="2382">
                  <c:v>0.07366328227292718</c:v>
                </c:pt>
                <c:pt idx="2383">
                  <c:v>0.07366328227292718</c:v>
                </c:pt>
                <c:pt idx="2384">
                  <c:v>0.07366328227292718</c:v>
                </c:pt>
                <c:pt idx="2385">
                  <c:v>0.07366328227292718</c:v>
                </c:pt>
                <c:pt idx="2386">
                  <c:v>0.07366328227292718</c:v>
                </c:pt>
                <c:pt idx="2387">
                  <c:v>0.07366328227292718</c:v>
                </c:pt>
                <c:pt idx="2388">
                  <c:v>0.07366328227292718</c:v>
                </c:pt>
                <c:pt idx="2389">
                  <c:v>0.07366328227292718</c:v>
                </c:pt>
                <c:pt idx="2390">
                  <c:v>0.07366328227292718</c:v>
                </c:pt>
                <c:pt idx="2391">
                  <c:v>0.07366328227292718</c:v>
                </c:pt>
                <c:pt idx="2392">
                  <c:v>0.07366328227292718</c:v>
                </c:pt>
                <c:pt idx="2393">
                  <c:v>0.07366328227292718</c:v>
                </c:pt>
                <c:pt idx="2394">
                  <c:v>0.07366328227292718</c:v>
                </c:pt>
                <c:pt idx="2395">
                  <c:v>0.07366328227292718</c:v>
                </c:pt>
                <c:pt idx="2396">
                  <c:v>0.07366328227292718</c:v>
                </c:pt>
                <c:pt idx="2397">
                  <c:v>0.07366328227292718</c:v>
                </c:pt>
                <c:pt idx="2398">
                  <c:v>0.07366328227292718</c:v>
                </c:pt>
                <c:pt idx="2399">
                  <c:v>0.07366328227292718</c:v>
                </c:pt>
                <c:pt idx="2400">
                  <c:v>0.07366328227292718</c:v>
                </c:pt>
                <c:pt idx="2401">
                  <c:v>0.07366328227292718</c:v>
                </c:pt>
                <c:pt idx="2402">
                  <c:v>0.07366328227292718</c:v>
                </c:pt>
                <c:pt idx="2403">
                  <c:v>0.07366328227292718</c:v>
                </c:pt>
                <c:pt idx="2404">
                  <c:v>0.07366328227292718</c:v>
                </c:pt>
                <c:pt idx="2405">
                  <c:v>0.07366328227292718</c:v>
                </c:pt>
                <c:pt idx="2406">
                  <c:v>0.07366328227292718</c:v>
                </c:pt>
                <c:pt idx="2407">
                  <c:v>0.07366328227292718</c:v>
                </c:pt>
                <c:pt idx="2408">
                  <c:v>0.07366328227292718</c:v>
                </c:pt>
                <c:pt idx="2409">
                  <c:v>0.07366328227292718</c:v>
                </c:pt>
                <c:pt idx="2410">
                  <c:v>0.07366328227292718</c:v>
                </c:pt>
                <c:pt idx="2411">
                  <c:v>0.07366328227292718</c:v>
                </c:pt>
                <c:pt idx="2412">
                  <c:v>0.07366328227292718</c:v>
                </c:pt>
                <c:pt idx="2413">
                  <c:v>0.07366328227292718</c:v>
                </c:pt>
                <c:pt idx="2414">
                  <c:v>0.07366328227292718</c:v>
                </c:pt>
                <c:pt idx="2415">
                  <c:v>0.07366328227292718</c:v>
                </c:pt>
                <c:pt idx="2416">
                  <c:v>0.07366328227292718</c:v>
                </c:pt>
                <c:pt idx="2417">
                  <c:v>0.07366328227292718</c:v>
                </c:pt>
                <c:pt idx="2418">
                  <c:v>0.07366328227292718</c:v>
                </c:pt>
                <c:pt idx="2419">
                  <c:v>0.07366328227292718</c:v>
                </c:pt>
                <c:pt idx="2420">
                  <c:v>0.07366328227292718</c:v>
                </c:pt>
                <c:pt idx="2421">
                  <c:v>0.07366328227292718</c:v>
                </c:pt>
                <c:pt idx="2422">
                  <c:v>0.07366328227292718</c:v>
                </c:pt>
                <c:pt idx="2423">
                  <c:v>0.07366328227292718</c:v>
                </c:pt>
                <c:pt idx="2424">
                  <c:v>0.07366328227292718</c:v>
                </c:pt>
                <c:pt idx="2425">
                  <c:v>0.07366328227292718</c:v>
                </c:pt>
                <c:pt idx="2426">
                  <c:v>0.07366328227292718</c:v>
                </c:pt>
                <c:pt idx="2427">
                  <c:v>0.07366328227292718</c:v>
                </c:pt>
                <c:pt idx="2428">
                  <c:v>0.07366328227292718</c:v>
                </c:pt>
                <c:pt idx="2429">
                  <c:v>0.07366328227292718</c:v>
                </c:pt>
                <c:pt idx="2430">
                  <c:v>0.07366328227292718</c:v>
                </c:pt>
                <c:pt idx="2431">
                  <c:v>0.07366328227292718</c:v>
                </c:pt>
                <c:pt idx="2432">
                  <c:v>0.07366328227292718</c:v>
                </c:pt>
                <c:pt idx="2433">
                  <c:v>0.07366328227292718</c:v>
                </c:pt>
                <c:pt idx="2434">
                  <c:v>0.07366328227292718</c:v>
                </c:pt>
                <c:pt idx="2435">
                  <c:v>0.07366328227292718</c:v>
                </c:pt>
                <c:pt idx="2436">
                  <c:v>0.07366328227292718</c:v>
                </c:pt>
                <c:pt idx="2437">
                  <c:v>0.07366328227292718</c:v>
                </c:pt>
                <c:pt idx="2438">
                  <c:v>0.07366328227292718</c:v>
                </c:pt>
                <c:pt idx="2439">
                  <c:v>0.07366328227292718</c:v>
                </c:pt>
                <c:pt idx="2440">
                  <c:v>0.07366328227292718</c:v>
                </c:pt>
                <c:pt idx="2441">
                  <c:v>0.07366328227292718</c:v>
                </c:pt>
                <c:pt idx="2442">
                  <c:v>0.07366328227292718</c:v>
                </c:pt>
                <c:pt idx="2443">
                  <c:v>0.07366328227292718</c:v>
                </c:pt>
                <c:pt idx="2444">
                  <c:v>0.07366328227292718</c:v>
                </c:pt>
                <c:pt idx="2445">
                  <c:v>0.07366328227292718</c:v>
                </c:pt>
                <c:pt idx="2446">
                  <c:v>0.07366328227292718</c:v>
                </c:pt>
                <c:pt idx="2447">
                  <c:v>0.07366328227292718</c:v>
                </c:pt>
                <c:pt idx="2448">
                  <c:v>0.07366328227292718</c:v>
                </c:pt>
                <c:pt idx="2449">
                  <c:v>0.07366328227292718</c:v>
                </c:pt>
                <c:pt idx="2450">
                  <c:v>0.07366328227292718</c:v>
                </c:pt>
                <c:pt idx="2451">
                  <c:v>0.07366328227292718</c:v>
                </c:pt>
                <c:pt idx="2452">
                  <c:v>0.07366328227292718</c:v>
                </c:pt>
                <c:pt idx="2453">
                  <c:v>0.07366328227292718</c:v>
                </c:pt>
                <c:pt idx="2454">
                  <c:v>0.07366328227292718</c:v>
                </c:pt>
                <c:pt idx="2455">
                  <c:v>0.07366328227292718</c:v>
                </c:pt>
                <c:pt idx="2456">
                  <c:v>0.07366328227292718</c:v>
                </c:pt>
                <c:pt idx="2457">
                  <c:v>0.07366328227292718</c:v>
                </c:pt>
                <c:pt idx="2458">
                  <c:v>0.07366328227292718</c:v>
                </c:pt>
                <c:pt idx="2459">
                  <c:v>0.07366328227292718</c:v>
                </c:pt>
                <c:pt idx="2460">
                  <c:v>0.07366328227292718</c:v>
                </c:pt>
                <c:pt idx="2461">
                  <c:v>0.07366328227292718</c:v>
                </c:pt>
                <c:pt idx="2462">
                  <c:v>0.07366328227292718</c:v>
                </c:pt>
                <c:pt idx="2463">
                  <c:v>0.07366328227292718</c:v>
                </c:pt>
                <c:pt idx="2464">
                  <c:v>0.07366328227292718</c:v>
                </c:pt>
                <c:pt idx="2465">
                  <c:v>0.07366328227292718</c:v>
                </c:pt>
                <c:pt idx="2466">
                  <c:v>0.07366328227292718</c:v>
                </c:pt>
                <c:pt idx="2467">
                  <c:v>0.07366328227292718</c:v>
                </c:pt>
                <c:pt idx="2468">
                  <c:v>0.07366328227292718</c:v>
                </c:pt>
                <c:pt idx="2469">
                  <c:v>0.07366328227292718</c:v>
                </c:pt>
                <c:pt idx="2470">
                  <c:v>0.07366328227292718</c:v>
                </c:pt>
                <c:pt idx="2471">
                  <c:v>0.07366328227292718</c:v>
                </c:pt>
                <c:pt idx="2472">
                  <c:v>0.07366328227292718</c:v>
                </c:pt>
                <c:pt idx="2473">
                  <c:v>0.07366328227292718</c:v>
                </c:pt>
                <c:pt idx="2474">
                  <c:v>0.07366328227292718</c:v>
                </c:pt>
                <c:pt idx="2475">
                  <c:v>0.07366328227292718</c:v>
                </c:pt>
                <c:pt idx="2476">
                  <c:v>0.07366328227292718</c:v>
                </c:pt>
                <c:pt idx="2477">
                  <c:v>0.07366328227292718</c:v>
                </c:pt>
                <c:pt idx="2478">
                  <c:v>0.07366328227292718</c:v>
                </c:pt>
                <c:pt idx="2479">
                  <c:v>0.07366328227292718</c:v>
                </c:pt>
                <c:pt idx="2480">
                  <c:v>0.07366328227292718</c:v>
                </c:pt>
                <c:pt idx="2481">
                  <c:v>0.07366328227292718</c:v>
                </c:pt>
                <c:pt idx="2482">
                  <c:v>0.07366328227292718</c:v>
                </c:pt>
                <c:pt idx="2483">
                  <c:v>0.07366328227292718</c:v>
                </c:pt>
                <c:pt idx="2484">
                  <c:v>0.07366328227292718</c:v>
                </c:pt>
                <c:pt idx="2485">
                  <c:v>0.07366328227292718</c:v>
                </c:pt>
                <c:pt idx="2486">
                  <c:v>0.07366328227292718</c:v>
                </c:pt>
                <c:pt idx="2487">
                  <c:v>0.07366328227292718</c:v>
                </c:pt>
                <c:pt idx="2488">
                  <c:v>0.07366328227292718</c:v>
                </c:pt>
                <c:pt idx="2489">
                  <c:v>0.07366328227292718</c:v>
                </c:pt>
                <c:pt idx="2490">
                  <c:v>0.07366328227292718</c:v>
                </c:pt>
                <c:pt idx="2491">
                  <c:v>0.07366328227292718</c:v>
                </c:pt>
                <c:pt idx="2492">
                  <c:v>0.07366328227292718</c:v>
                </c:pt>
                <c:pt idx="2493">
                  <c:v>0.07366328227292718</c:v>
                </c:pt>
                <c:pt idx="2494">
                  <c:v>0.07366328227292718</c:v>
                </c:pt>
                <c:pt idx="2495">
                  <c:v>0.07366328227292718</c:v>
                </c:pt>
                <c:pt idx="2496">
                  <c:v>0.07366328227292718</c:v>
                </c:pt>
                <c:pt idx="2497">
                  <c:v>0.07366328227292718</c:v>
                </c:pt>
                <c:pt idx="2498">
                  <c:v>0.07366328227292718</c:v>
                </c:pt>
                <c:pt idx="2499">
                  <c:v>0.07366328227292718</c:v>
                </c:pt>
                <c:pt idx="2500">
                  <c:v>0.07366328227292718</c:v>
                </c:pt>
                <c:pt idx="2501">
                  <c:v>0.07366328227292718</c:v>
                </c:pt>
                <c:pt idx="2502">
                  <c:v>0.07366328227292718</c:v>
                </c:pt>
                <c:pt idx="2503">
                  <c:v>0.07366328227292718</c:v>
                </c:pt>
                <c:pt idx="2504">
                  <c:v>0.07366328227292718</c:v>
                </c:pt>
                <c:pt idx="2505">
                  <c:v>0.07366328227292718</c:v>
                </c:pt>
                <c:pt idx="2506">
                  <c:v>0.07366328227292718</c:v>
                </c:pt>
                <c:pt idx="2507">
                  <c:v>0.07366328227292718</c:v>
                </c:pt>
                <c:pt idx="2508">
                  <c:v>0.07366328227292718</c:v>
                </c:pt>
                <c:pt idx="2509">
                  <c:v>0.07366328227292718</c:v>
                </c:pt>
                <c:pt idx="2510">
                  <c:v>0.07366328227292718</c:v>
                </c:pt>
                <c:pt idx="2511">
                  <c:v>0.07366328227292718</c:v>
                </c:pt>
                <c:pt idx="2512">
                  <c:v>0.07366328227292718</c:v>
                </c:pt>
                <c:pt idx="2513">
                  <c:v>0.07366328227292718</c:v>
                </c:pt>
                <c:pt idx="2514">
                  <c:v>0.07366328227292718</c:v>
                </c:pt>
                <c:pt idx="2515">
                  <c:v>0.07366328227292718</c:v>
                </c:pt>
                <c:pt idx="2516">
                  <c:v>0.07366328227292718</c:v>
                </c:pt>
                <c:pt idx="2517">
                  <c:v>0.07366328227292718</c:v>
                </c:pt>
                <c:pt idx="2518">
                  <c:v>0.07366328227292718</c:v>
                </c:pt>
                <c:pt idx="2519">
                  <c:v>0.07366328227292718</c:v>
                </c:pt>
                <c:pt idx="2520">
                  <c:v>0.07366328227292718</c:v>
                </c:pt>
                <c:pt idx="2521">
                  <c:v>0.07366328227292718</c:v>
                </c:pt>
                <c:pt idx="2522">
                  <c:v>0.07366328227292718</c:v>
                </c:pt>
                <c:pt idx="2523">
                  <c:v>0.07366328227292718</c:v>
                </c:pt>
                <c:pt idx="2524">
                  <c:v>0.07366328227292718</c:v>
                </c:pt>
                <c:pt idx="2525">
                  <c:v>0.07366328227292718</c:v>
                </c:pt>
                <c:pt idx="2526">
                  <c:v>0.07366328227292718</c:v>
                </c:pt>
                <c:pt idx="2527">
                  <c:v>0.07366328227292718</c:v>
                </c:pt>
                <c:pt idx="2528">
                  <c:v>0.07366328227292718</c:v>
                </c:pt>
                <c:pt idx="2529">
                  <c:v>0.07366328227292718</c:v>
                </c:pt>
                <c:pt idx="2530">
                  <c:v>0.07366328227292718</c:v>
                </c:pt>
                <c:pt idx="2531">
                  <c:v>0.07366328227292718</c:v>
                </c:pt>
                <c:pt idx="2532">
                  <c:v>0.07366328227292718</c:v>
                </c:pt>
                <c:pt idx="2533">
                  <c:v>0.07366328227292718</c:v>
                </c:pt>
                <c:pt idx="2534">
                  <c:v>0.07366328227292718</c:v>
                </c:pt>
                <c:pt idx="2535">
                  <c:v>0.07366328227292718</c:v>
                </c:pt>
                <c:pt idx="2536">
                  <c:v>0.07366328227292718</c:v>
                </c:pt>
                <c:pt idx="2537">
                  <c:v>0.07366328227292718</c:v>
                </c:pt>
                <c:pt idx="2538">
                  <c:v>0.07366328227292718</c:v>
                </c:pt>
                <c:pt idx="2539">
                  <c:v>0.07366328227292718</c:v>
                </c:pt>
                <c:pt idx="2540">
                  <c:v>0.07366328227292718</c:v>
                </c:pt>
                <c:pt idx="2541">
                  <c:v>0.07366328227292718</c:v>
                </c:pt>
                <c:pt idx="2542">
                  <c:v>0.07366328227292718</c:v>
                </c:pt>
                <c:pt idx="2543">
                  <c:v>0.07366328227292718</c:v>
                </c:pt>
                <c:pt idx="2544">
                  <c:v>0.07366328227292718</c:v>
                </c:pt>
                <c:pt idx="2545">
                  <c:v>0.07366328227292718</c:v>
                </c:pt>
                <c:pt idx="2546">
                  <c:v>0.07366328227292718</c:v>
                </c:pt>
                <c:pt idx="2547">
                  <c:v>0.07366328227292718</c:v>
                </c:pt>
                <c:pt idx="2548">
                  <c:v>0.07366328227292718</c:v>
                </c:pt>
                <c:pt idx="2549">
                  <c:v>0.07366328227292718</c:v>
                </c:pt>
                <c:pt idx="2550">
                  <c:v>0.07366328227292718</c:v>
                </c:pt>
                <c:pt idx="2551">
                  <c:v>0.07366328227292718</c:v>
                </c:pt>
                <c:pt idx="2552">
                  <c:v>0.07366328227292718</c:v>
                </c:pt>
                <c:pt idx="2553">
                  <c:v>0.07366328227292718</c:v>
                </c:pt>
                <c:pt idx="2554">
                  <c:v>0.07366328227292718</c:v>
                </c:pt>
                <c:pt idx="2555">
                  <c:v>0.07366328227292718</c:v>
                </c:pt>
                <c:pt idx="2556">
                  <c:v>0.07366328227292718</c:v>
                </c:pt>
                <c:pt idx="2557">
                  <c:v>0.07366328227292718</c:v>
                </c:pt>
                <c:pt idx="2558">
                  <c:v>0.07366328227292718</c:v>
                </c:pt>
                <c:pt idx="2559">
                  <c:v>0.07366328227292718</c:v>
                </c:pt>
                <c:pt idx="2560">
                  <c:v>0.07366328227292718</c:v>
                </c:pt>
                <c:pt idx="2561">
                  <c:v>0.07366328227292718</c:v>
                </c:pt>
                <c:pt idx="2562">
                  <c:v>0.07366328227292718</c:v>
                </c:pt>
                <c:pt idx="2563">
                  <c:v>0.07366328227292718</c:v>
                </c:pt>
                <c:pt idx="2564">
                  <c:v>0.07366328227292718</c:v>
                </c:pt>
                <c:pt idx="2565">
                  <c:v>0.07366328227292718</c:v>
                </c:pt>
                <c:pt idx="2566">
                  <c:v>0.07366328227292718</c:v>
                </c:pt>
                <c:pt idx="2567">
                  <c:v>0.07366328227292718</c:v>
                </c:pt>
                <c:pt idx="2568">
                  <c:v>0.07366328227292718</c:v>
                </c:pt>
                <c:pt idx="2569">
                  <c:v>0.07366328227292718</c:v>
                </c:pt>
                <c:pt idx="2570">
                  <c:v>0.07366328227292718</c:v>
                </c:pt>
                <c:pt idx="2571">
                  <c:v>0.07366328227292718</c:v>
                </c:pt>
                <c:pt idx="2572">
                  <c:v>0.07366328227292718</c:v>
                </c:pt>
                <c:pt idx="2573">
                  <c:v>0.07366328227292718</c:v>
                </c:pt>
                <c:pt idx="2574">
                  <c:v>0.07366328227292718</c:v>
                </c:pt>
                <c:pt idx="2575">
                  <c:v>0.07366328227292718</c:v>
                </c:pt>
                <c:pt idx="2576">
                  <c:v>0.07366328227292718</c:v>
                </c:pt>
                <c:pt idx="2577">
                  <c:v>0.07366328227292718</c:v>
                </c:pt>
                <c:pt idx="2578">
                  <c:v>0.07366328227292718</c:v>
                </c:pt>
                <c:pt idx="2579">
                  <c:v>0.07366328227292718</c:v>
                </c:pt>
                <c:pt idx="2580">
                  <c:v>0.07366328227292718</c:v>
                </c:pt>
                <c:pt idx="2581">
                  <c:v>0.07366328227292718</c:v>
                </c:pt>
                <c:pt idx="2582">
                  <c:v>0.07366328227292718</c:v>
                </c:pt>
                <c:pt idx="2583">
                  <c:v>0.07366328227292718</c:v>
                </c:pt>
                <c:pt idx="2584">
                  <c:v>0.07366328227292718</c:v>
                </c:pt>
                <c:pt idx="2585">
                  <c:v>0.07366328227292718</c:v>
                </c:pt>
                <c:pt idx="2586">
                  <c:v>0.07366328227292718</c:v>
                </c:pt>
                <c:pt idx="2587">
                  <c:v>0.07366328227292718</c:v>
                </c:pt>
                <c:pt idx="2588">
                  <c:v>0.07366328227292718</c:v>
                </c:pt>
                <c:pt idx="2589">
                  <c:v>0.07366328227292718</c:v>
                </c:pt>
                <c:pt idx="2590">
                  <c:v>0.07366328227292718</c:v>
                </c:pt>
                <c:pt idx="2591">
                  <c:v>0.07366328227292718</c:v>
                </c:pt>
                <c:pt idx="2592">
                  <c:v>0.07366328227292718</c:v>
                </c:pt>
                <c:pt idx="2593">
                  <c:v>0.07366328227292718</c:v>
                </c:pt>
                <c:pt idx="2594">
                  <c:v>0.07366328227292718</c:v>
                </c:pt>
                <c:pt idx="2595">
                  <c:v>0.07366328227292718</c:v>
                </c:pt>
                <c:pt idx="2596">
                  <c:v>0.07366328227292718</c:v>
                </c:pt>
                <c:pt idx="2597">
                  <c:v>0.07366328227292718</c:v>
                </c:pt>
                <c:pt idx="2598">
                  <c:v>0.07366328227292718</c:v>
                </c:pt>
                <c:pt idx="2599">
                  <c:v>0.07366328227292718</c:v>
                </c:pt>
                <c:pt idx="2600">
                  <c:v>0.07366328227292718</c:v>
                </c:pt>
                <c:pt idx="2601">
                  <c:v>0.07366328227292718</c:v>
                </c:pt>
                <c:pt idx="2602">
                  <c:v>0.07366328227292718</c:v>
                </c:pt>
                <c:pt idx="2603">
                  <c:v>0.07366328227292718</c:v>
                </c:pt>
                <c:pt idx="2604">
                  <c:v>0.07366328227292718</c:v>
                </c:pt>
                <c:pt idx="2605">
                  <c:v>0.07366328227292718</c:v>
                </c:pt>
                <c:pt idx="2606">
                  <c:v>0.07366328227292718</c:v>
                </c:pt>
                <c:pt idx="2607">
                  <c:v>0.07366328227292718</c:v>
                </c:pt>
                <c:pt idx="2608">
                  <c:v>0.07366328227292718</c:v>
                </c:pt>
                <c:pt idx="2609">
                  <c:v>0.07366328227292718</c:v>
                </c:pt>
                <c:pt idx="2610">
                  <c:v>0.07366328227292718</c:v>
                </c:pt>
                <c:pt idx="2611">
                  <c:v>0.07366328227292718</c:v>
                </c:pt>
                <c:pt idx="2612">
                  <c:v>0.07366328227292718</c:v>
                </c:pt>
                <c:pt idx="2613">
                  <c:v>0.07366328227292718</c:v>
                </c:pt>
                <c:pt idx="2614">
                  <c:v>0.07366328227292718</c:v>
                </c:pt>
                <c:pt idx="2615">
                  <c:v>0.07366328227292718</c:v>
                </c:pt>
                <c:pt idx="2616">
                  <c:v>0.07366328227292718</c:v>
                </c:pt>
                <c:pt idx="2617">
                  <c:v>0.07366328227292718</c:v>
                </c:pt>
                <c:pt idx="2618">
                  <c:v>0.07366328227292718</c:v>
                </c:pt>
                <c:pt idx="2619">
                  <c:v>0.07366328227292718</c:v>
                </c:pt>
                <c:pt idx="2620">
                  <c:v>0.07366328227292718</c:v>
                </c:pt>
                <c:pt idx="2621">
                  <c:v>0.07366328227292718</c:v>
                </c:pt>
                <c:pt idx="2622">
                  <c:v>0.07366328227292718</c:v>
                </c:pt>
                <c:pt idx="2623">
                  <c:v>0.07366328227292718</c:v>
                </c:pt>
                <c:pt idx="2624">
                  <c:v>0.07366328227292718</c:v>
                </c:pt>
                <c:pt idx="2625">
                  <c:v>0.07366328227292718</c:v>
                </c:pt>
                <c:pt idx="2626">
                  <c:v>0.07366328227292718</c:v>
                </c:pt>
                <c:pt idx="2627">
                  <c:v>0.07366328227292718</c:v>
                </c:pt>
                <c:pt idx="2628">
                  <c:v>0.07366328227292718</c:v>
                </c:pt>
                <c:pt idx="2629">
                  <c:v>0.07366328227292718</c:v>
                </c:pt>
                <c:pt idx="2630">
                  <c:v>0.07366328227292718</c:v>
                </c:pt>
                <c:pt idx="2631">
                  <c:v>0.07366328227292718</c:v>
                </c:pt>
                <c:pt idx="2632">
                  <c:v>0.07366328227292718</c:v>
                </c:pt>
                <c:pt idx="2633">
                  <c:v>0.07366328227292718</c:v>
                </c:pt>
                <c:pt idx="2634">
                  <c:v>0.07366328227292718</c:v>
                </c:pt>
                <c:pt idx="2635">
                  <c:v>0.07366328227292718</c:v>
                </c:pt>
                <c:pt idx="2636">
                  <c:v>0.07366328227292718</c:v>
                </c:pt>
                <c:pt idx="2637">
                  <c:v>0.07366328227292718</c:v>
                </c:pt>
                <c:pt idx="2638">
                  <c:v>0.07366328227292718</c:v>
                </c:pt>
                <c:pt idx="2639">
                  <c:v>0.07366328227292718</c:v>
                </c:pt>
                <c:pt idx="2640">
                  <c:v>0.07366328227292718</c:v>
                </c:pt>
                <c:pt idx="2641">
                  <c:v>0.07366328227292718</c:v>
                </c:pt>
                <c:pt idx="2642">
                  <c:v>0.07366328227292718</c:v>
                </c:pt>
                <c:pt idx="2643">
                  <c:v>0.07366328227292718</c:v>
                </c:pt>
                <c:pt idx="2644">
                  <c:v>0.07366328227292718</c:v>
                </c:pt>
                <c:pt idx="2645">
                  <c:v>0.07366328227292718</c:v>
                </c:pt>
                <c:pt idx="2646">
                  <c:v>0.07366328227292718</c:v>
                </c:pt>
                <c:pt idx="2647">
                  <c:v>0.07366328227292718</c:v>
                </c:pt>
                <c:pt idx="2648">
                  <c:v>0.07366328227292718</c:v>
                </c:pt>
                <c:pt idx="2649">
                  <c:v>0.07366328227292718</c:v>
                </c:pt>
                <c:pt idx="2650">
                  <c:v>0.07366328227292718</c:v>
                </c:pt>
                <c:pt idx="2651">
                  <c:v>0.07366328227292718</c:v>
                </c:pt>
                <c:pt idx="2652">
                  <c:v>0.07366328227292718</c:v>
                </c:pt>
                <c:pt idx="2653">
                  <c:v>0.07366328227292718</c:v>
                </c:pt>
                <c:pt idx="2654">
                  <c:v>0.07366328227292718</c:v>
                </c:pt>
                <c:pt idx="2655">
                  <c:v>0.07366328227292718</c:v>
                </c:pt>
                <c:pt idx="2656">
                  <c:v>0.07366328227292718</c:v>
                </c:pt>
                <c:pt idx="2657">
                  <c:v>0.07366328227292718</c:v>
                </c:pt>
                <c:pt idx="2658">
                  <c:v>0.07366328227292718</c:v>
                </c:pt>
                <c:pt idx="2659">
                  <c:v>0.07366328227292718</c:v>
                </c:pt>
                <c:pt idx="2660">
                  <c:v>0.07366328227292718</c:v>
                </c:pt>
                <c:pt idx="2661">
                  <c:v>0.07366328227292718</c:v>
                </c:pt>
                <c:pt idx="2662">
                  <c:v>0.07366328227292718</c:v>
                </c:pt>
                <c:pt idx="2663">
                  <c:v>0.07366328227292718</c:v>
                </c:pt>
                <c:pt idx="2664">
                  <c:v>0.07366328227292718</c:v>
                </c:pt>
                <c:pt idx="2665">
                  <c:v>0.07366328227292718</c:v>
                </c:pt>
                <c:pt idx="2666">
                  <c:v>0.07366328227292718</c:v>
                </c:pt>
                <c:pt idx="2667">
                  <c:v>0.07366328227292718</c:v>
                </c:pt>
                <c:pt idx="2668">
                  <c:v>0.07366328227292718</c:v>
                </c:pt>
                <c:pt idx="2669">
                  <c:v>0.07366328227292718</c:v>
                </c:pt>
                <c:pt idx="2670">
                  <c:v>0.07366328227292718</c:v>
                </c:pt>
                <c:pt idx="2671">
                  <c:v>0.07366328227292718</c:v>
                </c:pt>
                <c:pt idx="2672">
                  <c:v>0.07366328227292718</c:v>
                </c:pt>
                <c:pt idx="2673">
                  <c:v>0.07366328227292718</c:v>
                </c:pt>
                <c:pt idx="2674">
                  <c:v>0.07366328227292718</c:v>
                </c:pt>
                <c:pt idx="2675">
                  <c:v>0.07366328227292718</c:v>
                </c:pt>
                <c:pt idx="2676">
                  <c:v>0.07366328227292718</c:v>
                </c:pt>
                <c:pt idx="2677">
                  <c:v>0.07366328227292718</c:v>
                </c:pt>
                <c:pt idx="2678">
                  <c:v>0.07366328227292718</c:v>
                </c:pt>
                <c:pt idx="2679">
                  <c:v>0.07366328227292718</c:v>
                </c:pt>
                <c:pt idx="2680">
                  <c:v>0.07366328227292718</c:v>
                </c:pt>
                <c:pt idx="2681">
                  <c:v>0.07366328227292718</c:v>
                </c:pt>
                <c:pt idx="2682">
                  <c:v>0.07366328227292718</c:v>
                </c:pt>
                <c:pt idx="2683">
                  <c:v>0.07366328227292718</c:v>
                </c:pt>
                <c:pt idx="2684">
                  <c:v>0.07366328227292718</c:v>
                </c:pt>
                <c:pt idx="2685">
                  <c:v>0.07366328227292718</c:v>
                </c:pt>
                <c:pt idx="2686">
                  <c:v>0.07366328227292718</c:v>
                </c:pt>
                <c:pt idx="2687">
                  <c:v>0.07366328227292718</c:v>
                </c:pt>
                <c:pt idx="2688">
                  <c:v>0.07366328227292718</c:v>
                </c:pt>
                <c:pt idx="2689">
                  <c:v>0.07366328227292718</c:v>
                </c:pt>
                <c:pt idx="2690">
                  <c:v>0.07366328227292718</c:v>
                </c:pt>
                <c:pt idx="2691">
                  <c:v>0.07366328227292718</c:v>
                </c:pt>
                <c:pt idx="2692">
                  <c:v>0.07366328227292718</c:v>
                </c:pt>
                <c:pt idx="2693">
                  <c:v>0.07366328227292718</c:v>
                </c:pt>
                <c:pt idx="2694">
                  <c:v>0.07366328227292718</c:v>
                </c:pt>
                <c:pt idx="2695">
                  <c:v>0.07366328227292718</c:v>
                </c:pt>
                <c:pt idx="2696">
                  <c:v>0.07366328227292718</c:v>
                </c:pt>
                <c:pt idx="2697">
                  <c:v>0.07366328227292718</c:v>
                </c:pt>
                <c:pt idx="2698">
                  <c:v>0.07366328227292718</c:v>
                </c:pt>
                <c:pt idx="2699">
                  <c:v>0.07366328227292718</c:v>
                </c:pt>
                <c:pt idx="2700">
                  <c:v>0.07366328227292718</c:v>
                </c:pt>
                <c:pt idx="2701">
                  <c:v>0.07366328227292718</c:v>
                </c:pt>
                <c:pt idx="2702">
                  <c:v>0.07366328227292718</c:v>
                </c:pt>
                <c:pt idx="2703">
                  <c:v>0.07366328227292718</c:v>
                </c:pt>
                <c:pt idx="2704">
                  <c:v>0.07366328227292718</c:v>
                </c:pt>
                <c:pt idx="2705">
                  <c:v>0.07366328227292718</c:v>
                </c:pt>
                <c:pt idx="2706">
                  <c:v>0.07366328227292718</c:v>
                </c:pt>
                <c:pt idx="2707">
                  <c:v>0.07366328227292718</c:v>
                </c:pt>
                <c:pt idx="2708">
                  <c:v>0.07366328227292718</c:v>
                </c:pt>
                <c:pt idx="2709">
                  <c:v>0.07366328227292718</c:v>
                </c:pt>
                <c:pt idx="2710">
                  <c:v>0.07366328227292718</c:v>
                </c:pt>
                <c:pt idx="2711">
                  <c:v>0.07366328227292718</c:v>
                </c:pt>
                <c:pt idx="2712">
                  <c:v>0.07366328227292718</c:v>
                </c:pt>
                <c:pt idx="2713">
                  <c:v>0.07366328227292718</c:v>
                </c:pt>
                <c:pt idx="2714">
                  <c:v>0.07366328227292718</c:v>
                </c:pt>
                <c:pt idx="2715">
                  <c:v>0.07366328227292718</c:v>
                </c:pt>
                <c:pt idx="2716">
                  <c:v>0.07366328227292718</c:v>
                </c:pt>
                <c:pt idx="2717">
                  <c:v>0.07366328227292718</c:v>
                </c:pt>
                <c:pt idx="2718">
                  <c:v>0.07366328227292718</c:v>
                </c:pt>
                <c:pt idx="2719">
                  <c:v>0.07366328227292718</c:v>
                </c:pt>
                <c:pt idx="2720">
                  <c:v>0.07366328227292718</c:v>
                </c:pt>
                <c:pt idx="2721">
                  <c:v>0.07366328227292718</c:v>
                </c:pt>
                <c:pt idx="2722">
                  <c:v>0.07366328227292718</c:v>
                </c:pt>
                <c:pt idx="2723">
                  <c:v>0.07366328227292718</c:v>
                </c:pt>
                <c:pt idx="2724">
                  <c:v>0.07366328227292718</c:v>
                </c:pt>
                <c:pt idx="2725">
                  <c:v>0.07366328227292718</c:v>
                </c:pt>
                <c:pt idx="2726">
                  <c:v>0.07366328227292718</c:v>
                </c:pt>
                <c:pt idx="2727">
                  <c:v>0.07366328227292718</c:v>
                </c:pt>
                <c:pt idx="2728">
                  <c:v>0.07366328227292718</c:v>
                </c:pt>
                <c:pt idx="2729">
                  <c:v>0.07366328227292718</c:v>
                </c:pt>
                <c:pt idx="2730">
                  <c:v>0.07366328227292718</c:v>
                </c:pt>
                <c:pt idx="2731">
                  <c:v>0.07366328227292718</c:v>
                </c:pt>
                <c:pt idx="2732">
                  <c:v>0.07366328227292718</c:v>
                </c:pt>
                <c:pt idx="2733">
                  <c:v>0.07366328227292718</c:v>
                </c:pt>
                <c:pt idx="2734">
                  <c:v>0.07366328227292718</c:v>
                </c:pt>
                <c:pt idx="2735">
                  <c:v>0.07366328227292718</c:v>
                </c:pt>
                <c:pt idx="2736">
                  <c:v>0.07366328227292718</c:v>
                </c:pt>
                <c:pt idx="2737">
                  <c:v>0.07366328227292718</c:v>
                </c:pt>
                <c:pt idx="2738">
                  <c:v>0.07366328227292718</c:v>
                </c:pt>
                <c:pt idx="2739">
                  <c:v>0.07366328227292718</c:v>
                </c:pt>
                <c:pt idx="2740">
                  <c:v>0.07366328227292718</c:v>
                </c:pt>
                <c:pt idx="2741">
                  <c:v>0.07366328227292718</c:v>
                </c:pt>
                <c:pt idx="2742">
                  <c:v>0.07366328227292718</c:v>
                </c:pt>
                <c:pt idx="2743">
                  <c:v>0.07366328227292718</c:v>
                </c:pt>
                <c:pt idx="2744">
                  <c:v>0.07366328227292718</c:v>
                </c:pt>
                <c:pt idx="2745">
                  <c:v>0.07366328227292718</c:v>
                </c:pt>
                <c:pt idx="2746">
                  <c:v>0.07366328227292718</c:v>
                </c:pt>
                <c:pt idx="2747">
                  <c:v>0.07366328227292718</c:v>
                </c:pt>
                <c:pt idx="2748">
                  <c:v>0.07366328227292718</c:v>
                </c:pt>
                <c:pt idx="2749">
                  <c:v>0.07366328227292718</c:v>
                </c:pt>
                <c:pt idx="2750">
                  <c:v>0.07366328227292718</c:v>
                </c:pt>
                <c:pt idx="2751">
                  <c:v>0.07366328227292718</c:v>
                </c:pt>
                <c:pt idx="2752">
                  <c:v>0.07366328227292718</c:v>
                </c:pt>
                <c:pt idx="2753">
                  <c:v>0.07366328227292718</c:v>
                </c:pt>
                <c:pt idx="2754">
                  <c:v>0.07366328227292718</c:v>
                </c:pt>
                <c:pt idx="2755">
                  <c:v>0.07366328227292718</c:v>
                </c:pt>
                <c:pt idx="2756">
                  <c:v>0.07366328227292718</c:v>
                </c:pt>
                <c:pt idx="2757">
                  <c:v>0.07366328227292718</c:v>
                </c:pt>
                <c:pt idx="2758">
                  <c:v>0.07366328227292718</c:v>
                </c:pt>
                <c:pt idx="2759">
                  <c:v>0.07366328227292718</c:v>
                </c:pt>
                <c:pt idx="2760">
                  <c:v>0.07366328227292718</c:v>
                </c:pt>
                <c:pt idx="2761">
                  <c:v>0.07366328227292718</c:v>
                </c:pt>
                <c:pt idx="2762">
                  <c:v>0.07366328227292718</c:v>
                </c:pt>
                <c:pt idx="2763">
                  <c:v>0.07366328227292718</c:v>
                </c:pt>
                <c:pt idx="2764">
                  <c:v>0.07366328227292718</c:v>
                </c:pt>
                <c:pt idx="2765">
                  <c:v>0.07366328227292718</c:v>
                </c:pt>
                <c:pt idx="2766">
                  <c:v>0.07366328227292718</c:v>
                </c:pt>
                <c:pt idx="2767">
                  <c:v>0.07366328227292718</c:v>
                </c:pt>
                <c:pt idx="2768">
                  <c:v>0.07366328227292718</c:v>
                </c:pt>
                <c:pt idx="2769">
                  <c:v>0.07366328227292718</c:v>
                </c:pt>
                <c:pt idx="2770">
                  <c:v>0.07366328227292718</c:v>
                </c:pt>
                <c:pt idx="2771">
                  <c:v>0.07366328227292718</c:v>
                </c:pt>
                <c:pt idx="2772">
                  <c:v>0.07366328227292718</c:v>
                </c:pt>
                <c:pt idx="2773">
                  <c:v>0.07366328227292718</c:v>
                </c:pt>
                <c:pt idx="2774">
                  <c:v>0.07366328227292718</c:v>
                </c:pt>
                <c:pt idx="2775">
                  <c:v>0.07366328227292718</c:v>
                </c:pt>
                <c:pt idx="2776">
                  <c:v>0.07366328227292718</c:v>
                </c:pt>
                <c:pt idx="2777">
                  <c:v>0.07366328227292718</c:v>
                </c:pt>
                <c:pt idx="2778">
                  <c:v>0.07366328227292718</c:v>
                </c:pt>
                <c:pt idx="2779">
                  <c:v>0.07366328227292718</c:v>
                </c:pt>
                <c:pt idx="2780">
                  <c:v>0.07366328227292718</c:v>
                </c:pt>
                <c:pt idx="2781">
                  <c:v>0.07366328227292718</c:v>
                </c:pt>
                <c:pt idx="2782">
                  <c:v>0.07366328227292718</c:v>
                </c:pt>
                <c:pt idx="2783">
                  <c:v>0.07366328227292718</c:v>
                </c:pt>
                <c:pt idx="2784">
                  <c:v>0.07366328227292718</c:v>
                </c:pt>
                <c:pt idx="2785">
                  <c:v>0.07366328227292718</c:v>
                </c:pt>
                <c:pt idx="2786">
                  <c:v>0.07366328227292718</c:v>
                </c:pt>
                <c:pt idx="2787">
                  <c:v>0.07366328227292718</c:v>
                </c:pt>
                <c:pt idx="2788">
                  <c:v>0.07366328227292718</c:v>
                </c:pt>
                <c:pt idx="2789">
                  <c:v>0.07366328227292718</c:v>
                </c:pt>
                <c:pt idx="2790">
                  <c:v>0.07366328227292718</c:v>
                </c:pt>
                <c:pt idx="2791">
                  <c:v>0.07366328227292718</c:v>
                </c:pt>
                <c:pt idx="2792">
                  <c:v>0.07366328227292718</c:v>
                </c:pt>
                <c:pt idx="2793">
                  <c:v>0.07366328227292718</c:v>
                </c:pt>
                <c:pt idx="2794">
                  <c:v>0.07366328227292718</c:v>
                </c:pt>
                <c:pt idx="2795">
                  <c:v>0.07366328227292718</c:v>
                </c:pt>
                <c:pt idx="2796">
                  <c:v>0.07366328227292718</c:v>
                </c:pt>
                <c:pt idx="2797">
                  <c:v>0.07366328227292718</c:v>
                </c:pt>
                <c:pt idx="2798">
                  <c:v>0.07366328227292718</c:v>
                </c:pt>
                <c:pt idx="2799">
                  <c:v>0.07366328227292718</c:v>
                </c:pt>
                <c:pt idx="2800">
                  <c:v>0.07366328227292718</c:v>
                </c:pt>
                <c:pt idx="2801">
                  <c:v>0.07366328227292718</c:v>
                </c:pt>
                <c:pt idx="2802">
                  <c:v>0.07366328227292718</c:v>
                </c:pt>
                <c:pt idx="2803">
                  <c:v>0.07366328227292718</c:v>
                </c:pt>
                <c:pt idx="2804">
                  <c:v>0.07366328227292718</c:v>
                </c:pt>
                <c:pt idx="2805">
                  <c:v>0.07366328227292718</c:v>
                </c:pt>
                <c:pt idx="2806">
                  <c:v>0.07366328227292718</c:v>
                </c:pt>
                <c:pt idx="2807">
                  <c:v>0.07366328227292718</c:v>
                </c:pt>
                <c:pt idx="2808">
                  <c:v>0.07366328227292718</c:v>
                </c:pt>
                <c:pt idx="2809">
                  <c:v>0.07366328227292718</c:v>
                </c:pt>
                <c:pt idx="2810">
                  <c:v>0.07366328227292718</c:v>
                </c:pt>
                <c:pt idx="2811">
                  <c:v>0.07366328227292718</c:v>
                </c:pt>
                <c:pt idx="2812">
                  <c:v>0.07366328227292718</c:v>
                </c:pt>
                <c:pt idx="2813">
                  <c:v>0.07366328227292718</c:v>
                </c:pt>
                <c:pt idx="2814">
                  <c:v>0.07366328227292718</c:v>
                </c:pt>
                <c:pt idx="2815">
                  <c:v>0.07366328227292718</c:v>
                </c:pt>
                <c:pt idx="2816">
                  <c:v>0.07366328227292718</c:v>
                </c:pt>
                <c:pt idx="2817">
                  <c:v>0.07366328227292718</c:v>
                </c:pt>
                <c:pt idx="2818">
                  <c:v>0.07366328227292718</c:v>
                </c:pt>
                <c:pt idx="2819">
                  <c:v>0.07366328227292718</c:v>
                </c:pt>
                <c:pt idx="2820">
                  <c:v>0.07366328227292718</c:v>
                </c:pt>
                <c:pt idx="2821">
                  <c:v>0.07366328227292718</c:v>
                </c:pt>
                <c:pt idx="2822">
                  <c:v>0.07366328227292718</c:v>
                </c:pt>
                <c:pt idx="2823">
                  <c:v>0.07366328227292718</c:v>
                </c:pt>
                <c:pt idx="2824">
                  <c:v>0.07366328227292718</c:v>
                </c:pt>
                <c:pt idx="2825">
                  <c:v>0.07366328227292718</c:v>
                </c:pt>
                <c:pt idx="2826">
                  <c:v>0.07366328227292718</c:v>
                </c:pt>
                <c:pt idx="2827">
                  <c:v>0.07366328227292718</c:v>
                </c:pt>
                <c:pt idx="2828">
                  <c:v>0.07366328227292718</c:v>
                </c:pt>
                <c:pt idx="2829">
                  <c:v>0.07366328227292718</c:v>
                </c:pt>
                <c:pt idx="2830">
                  <c:v>0.07366328227292718</c:v>
                </c:pt>
                <c:pt idx="2831">
                  <c:v>0.07366328227292718</c:v>
                </c:pt>
                <c:pt idx="2832">
                  <c:v>0.07366328227292718</c:v>
                </c:pt>
                <c:pt idx="2833">
                  <c:v>0.07366328227292718</c:v>
                </c:pt>
                <c:pt idx="2834">
                  <c:v>0.07366328227292718</c:v>
                </c:pt>
                <c:pt idx="2835">
                  <c:v>0.07366328227292718</c:v>
                </c:pt>
                <c:pt idx="2836">
                  <c:v>0.07366328227292718</c:v>
                </c:pt>
                <c:pt idx="2837">
                  <c:v>0.07366328227292718</c:v>
                </c:pt>
                <c:pt idx="2838">
                  <c:v>0.07366328227292718</c:v>
                </c:pt>
                <c:pt idx="2839">
                  <c:v>0.07366328227292718</c:v>
                </c:pt>
                <c:pt idx="2840">
                  <c:v>0.07366328227292718</c:v>
                </c:pt>
                <c:pt idx="2841">
                  <c:v>0.07366328227292718</c:v>
                </c:pt>
                <c:pt idx="2842">
                  <c:v>0.07366328227292718</c:v>
                </c:pt>
                <c:pt idx="2843">
                  <c:v>0.07366328227292718</c:v>
                </c:pt>
                <c:pt idx="2844">
                  <c:v>0.07366328227292718</c:v>
                </c:pt>
                <c:pt idx="2845">
                  <c:v>0.07366328227292718</c:v>
                </c:pt>
                <c:pt idx="2846">
                  <c:v>0.07366328227292718</c:v>
                </c:pt>
                <c:pt idx="2847">
                  <c:v>0.07366328227292718</c:v>
                </c:pt>
                <c:pt idx="2848">
                  <c:v>0.07366328227292718</c:v>
                </c:pt>
                <c:pt idx="2849">
                  <c:v>0.07366328227292718</c:v>
                </c:pt>
                <c:pt idx="2850">
                  <c:v>0.07366328227292718</c:v>
                </c:pt>
                <c:pt idx="2851">
                  <c:v>0.07366328227292718</c:v>
                </c:pt>
                <c:pt idx="2852">
                  <c:v>0.07366328227292718</c:v>
                </c:pt>
                <c:pt idx="2853">
                  <c:v>0.07366328227292718</c:v>
                </c:pt>
                <c:pt idx="2854">
                  <c:v>0.07366328227292718</c:v>
                </c:pt>
                <c:pt idx="2855">
                  <c:v>0.07366328227292718</c:v>
                </c:pt>
                <c:pt idx="2856">
                  <c:v>0.07366328227292718</c:v>
                </c:pt>
                <c:pt idx="2857">
                  <c:v>0.07366328227292718</c:v>
                </c:pt>
                <c:pt idx="2858">
                  <c:v>0.07366328227292718</c:v>
                </c:pt>
                <c:pt idx="2859">
                  <c:v>0.07366328227292718</c:v>
                </c:pt>
                <c:pt idx="2860">
                  <c:v>0.07366328227292718</c:v>
                </c:pt>
                <c:pt idx="2861">
                  <c:v>0.07366328227292718</c:v>
                </c:pt>
                <c:pt idx="2862">
                  <c:v>0.07366328227292718</c:v>
                </c:pt>
                <c:pt idx="2863">
                  <c:v>0.07366328227292718</c:v>
                </c:pt>
                <c:pt idx="2864">
                  <c:v>0.07366328227292718</c:v>
                </c:pt>
                <c:pt idx="2865">
                  <c:v>0.07366328227292718</c:v>
                </c:pt>
                <c:pt idx="2866">
                  <c:v>0.07366328227292718</c:v>
                </c:pt>
                <c:pt idx="2867">
                  <c:v>0.07366328227292718</c:v>
                </c:pt>
                <c:pt idx="2868">
                  <c:v>0.07366328227292718</c:v>
                </c:pt>
                <c:pt idx="2869">
                  <c:v>0.07366328227292718</c:v>
                </c:pt>
                <c:pt idx="2870">
                  <c:v>0.07366328227292718</c:v>
                </c:pt>
                <c:pt idx="2871">
                  <c:v>0.07366328227292718</c:v>
                </c:pt>
                <c:pt idx="2872">
                  <c:v>0.07366328227292718</c:v>
                </c:pt>
                <c:pt idx="2873">
                  <c:v>0.07366328227292718</c:v>
                </c:pt>
                <c:pt idx="2874">
                  <c:v>0.07366328227292718</c:v>
                </c:pt>
                <c:pt idx="2875">
                  <c:v>0.07366328227292718</c:v>
                </c:pt>
                <c:pt idx="2876">
                  <c:v>0.07366328227292718</c:v>
                </c:pt>
                <c:pt idx="2877">
                  <c:v>0.07366328227292718</c:v>
                </c:pt>
                <c:pt idx="2878">
                  <c:v>0.07366328227292718</c:v>
                </c:pt>
                <c:pt idx="2879">
                  <c:v>0.07366328227292718</c:v>
                </c:pt>
                <c:pt idx="2880">
                  <c:v>0.07366328227292718</c:v>
                </c:pt>
                <c:pt idx="2881">
                  <c:v>0.07366328227292718</c:v>
                </c:pt>
                <c:pt idx="2882">
                  <c:v>0.07366328227292718</c:v>
                </c:pt>
                <c:pt idx="2883">
                  <c:v>0.07366328227292718</c:v>
                </c:pt>
                <c:pt idx="2884">
                  <c:v>0.07366328227292718</c:v>
                </c:pt>
                <c:pt idx="2885">
                  <c:v>0.07366328227292718</c:v>
                </c:pt>
                <c:pt idx="2886">
                  <c:v>0.07366328227292718</c:v>
                </c:pt>
                <c:pt idx="2887">
                  <c:v>0.07366328227292718</c:v>
                </c:pt>
                <c:pt idx="2888">
                  <c:v>0.07366328227292718</c:v>
                </c:pt>
                <c:pt idx="2889">
                  <c:v>0.07366328227292718</c:v>
                </c:pt>
                <c:pt idx="2890">
                  <c:v>0.07366328227292718</c:v>
                </c:pt>
                <c:pt idx="2891">
                  <c:v>0.07366328227292718</c:v>
                </c:pt>
                <c:pt idx="2892">
                  <c:v>0.07366328227292718</c:v>
                </c:pt>
                <c:pt idx="2893">
                  <c:v>0.07366328227292718</c:v>
                </c:pt>
                <c:pt idx="2894">
                  <c:v>0.07366328227292718</c:v>
                </c:pt>
                <c:pt idx="2895">
                  <c:v>0.07366328227292718</c:v>
                </c:pt>
                <c:pt idx="2896">
                  <c:v>0.07366328227292718</c:v>
                </c:pt>
                <c:pt idx="2897">
                  <c:v>0.07366328227292718</c:v>
                </c:pt>
                <c:pt idx="2898">
                  <c:v>0.07366328227292718</c:v>
                </c:pt>
                <c:pt idx="2899">
                  <c:v>0.07366328227292718</c:v>
                </c:pt>
                <c:pt idx="2900">
                  <c:v>0.07366328227292718</c:v>
                </c:pt>
                <c:pt idx="2901">
                  <c:v>0.07366328227292718</c:v>
                </c:pt>
                <c:pt idx="2902">
                  <c:v>0.07366328227292718</c:v>
                </c:pt>
                <c:pt idx="2903">
                  <c:v>0.07366328227292718</c:v>
                </c:pt>
                <c:pt idx="2904">
                  <c:v>0.07366328227292718</c:v>
                </c:pt>
                <c:pt idx="2905">
                  <c:v>0.07366328227292718</c:v>
                </c:pt>
                <c:pt idx="2906">
                  <c:v>0.07366328227292718</c:v>
                </c:pt>
                <c:pt idx="2907">
                  <c:v>0.07366328227292718</c:v>
                </c:pt>
                <c:pt idx="2908">
                  <c:v>0.07366328227292718</c:v>
                </c:pt>
                <c:pt idx="2909">
                  <c:v>0.07366328227292718</c:v>
                </c:pt>
                <c:pt idx="2910">
                  <c:v>0.07366328227292718</c:v>
                </c:pt>
                <c:pt idx="2911">
                  <c:v>0.07366328227292718</c:v>
                </c:pt>
                <c:pt idx="2912">
                  <c:v>0.07366328227292718</c:v>
                </c:pt>
                <c:pt idx="2913">
                  <c:v>0.07366328227292718</c:v>
                </c:pt>
                <c:pt idx="2914">
                  <c:v>0.07366328227292718</c:v>
                </c:pt>
                <c:pt idx="2915">
                  <c:v>0.07366328227292718</c:v>
                </c:pt>
                <c:pt idx="2916">
                  <c:v>0.07366328227292718</c:v>
                </c:pt>
                <c:pt idx="2917">
                  <c:v>0.07366328227292718</c:v>
                </c:pt>
                <c:pt idx="2918">
                  <c:v>0.07366328227292718</c:v>
                </c:pt>
                <c:pt idx="2919">
                  <c:v>0.07366328227292718</c:v>
                </c:pt>
                <c:pt idx="2920">
                  <c:v>0.07366328227292718</c:v>
                </c:pt>
                <c:pt idx="2921">
                  <c:v>0.07366328227292718</c:v>
                </c:pt>
                <c:pt idx="2922">
                  <c:v>0.07366328227292718</c:v>
                </c:pt>
                <c:pt idx="2923">
                  <c:v>0.07366328227292718</c:v>
                </c:pt>
                <c:pt idx="2924">
                  <c:v>0.07366328227292718</c:v>
                </c:pt>
                <c:pt idx="2925">
                  <c:v>0.07366328227292718</c:v>
                </c:pt>
                <c:pt idx="2926">
                  <c:v>0.07366328227292718</c:v>
                </c:pt>
                <c:pt idx="2927">
                  <c:v>0.07366328227292718</c:v>
                </c:pt>
                <c:pt idx="2928">
                  <c:v>0.07366328227292718</c:v>
                </c:pt>
                <c:pt idx="2929">
                  <c:v>0.07366328227292718</c:v>
                </c:pt>
                <c:pt idx="2930">
                  <c:v>0.07366328227292718</c:v>
                </c:pt>
                <c:pt idx="2931">
                  <c:v>0.07366328227292718</c:v>
                </c:pt>
                <c:pt idx="2932">
                  <c:v>0.07366328227292718</c:v>
                </c:pt>
                <c:pt idx="2933">
                  <c:v>0.07366328227292718</c:v>
                </c:pt>
                <c:pt idx="2934">
                  <c:v>0.07366328227292718</c:v>
                </c:pt>
                <c:pt idx="2935">
                  <c:v>0.07366328227292718</c:v>
                </c:pt>
                <c:pt idx="2936">
                  <c:v>0.07366328227292718</c:v>
                </c:pt>
                <c:pt idx="2937">
                  <c:v>0.07366328227292718</c:v>
                </c:pt>
                <c:pt idx="2938">
                  <c:v>0.07366328227292718</c:v>
                </c:pt>
                <c:pt idx="2939">
                  <c:v>0.07366328227292718</c:v>
                </c:pt>
                <c:pt idx="2940">
                  <c:v>0.07366328227292718</c:v>
                </c:pt>
                <c:pt idx="2941">
                  <c:v>0.07366328227292718</c:v>
                </c:pt>
                <c:pt idx="2942">
                  <c:v>0.07366328227292718</c:v>
                </c:pt>
                <c:pt idx="2943">
                  <c:v>0.07366328227292718</c:v>
                </c:pt>
                <c:pt idx="2944">
                  <c:v>0.07366328227292718</c:v>
                </c:pt>
                <c:pt idx="2945">
                  <c:v>0.07366328227292718</c:v>
                </c:pt>
                <c:pt idx="2946">
                  <c:v>0.07366328227292718</c:v>
                </c:pt>
                <c:pt idx="2947">
                  <c:v>0.07366328227292718</c:v>
                </c:pt>
                <c:pt idx="2948">
                  <c:v>0.07366328227292718</c:v>
                </c:pt>
                <c:pt idx="2949">
                  <c:v>0.07366328227292718</c:v>
                </c:pt>
                <c:pt idx="2950">
                  <c:v>0.07366328227292718</c:v>
                </c:pt>
                <c:pt idx="2951">
                  <c:v>0.07366328227292718</c:v>
                </c:pt>
                <c:pt idx="2952">
                  <c:v>0.07366328227292718</c:v>
                </c:pt>
                <c:pt idx="2953">
                  <c:v>0.07366328227292718</c:v>
                </c:pt>
                <c:pt idx="2954">
                  <c:v>0.07366328227292718</c:v>
                </c:pt>
                <c:pt idx="2955">
                  <c:v>0.07366328227292718</c:v>
                </c:pt>
                <c:pt idx="2956">
                  <c:v>0.07366328227292718</c:v>
                </c:pt>
                <c:pt idx="2957">
                  <c:v>0.07366328227292718</c:v>
                </c:pt>
                <c:pt idx="2958">
                  <c:v>0.07366328227292718</c:v>
                </c:pt>
                <c:pt idx="2959">
                  <c:v>0.07366328227292718</c:v>
                </c:pt>
                <c:pt idx="2960">
                  <c:v>0.07366328227292718</c:v>
                </c:pt>
                <c:pt idx="2961">
                  <c:v>0.07366328227292718</c:v>
                </c:pt>
                <c:pt idx="2962">
                  <c:v>0.07366328227292718</c:v>
                </c:pt>
                <c:pt idx="2963">
                  <c:v>0.07366328227292718</c:v>
                </c:pt>
                <c:pt idx="2964">
                  <c:v>0.07366328227292718</c:v>
                </c:pt>
                <c:pt idx="2965">
                  <c:v>0.07366328227292718</c:v>
                </c:pt>
                <c:pt idx="2966">
                  <c:v>0.07366328227292718</c:v>
                </c:pt>
                <c:pt idx="2967">
                  <c:v>0.07366328227292718</c:v>
                </c:pt>
                <c:pt idx="2968">
                  <c:v>0.07366328227292718</c:v>
                </c:pt>
                <c:pt idx="2969">
                  <c:v>0.07366328227292718</c:v>
                </c:pt>
                <c:pt idx="2970">
                  <c:v>0.07366328227292718</c:v>
                </c:pt>
                <c:pt idx="2971">
                  <c:v>0.07366328227292718</c:v>
                </c:pt>
                <c:pt idx="2972">
                  <c:v>0.07366328227292718</c:v>
                </c:pt>
                <c:pt idx="2973">
                  <c:v>0.07366328227292718</c:v>
                </c:pt>
                <c:pt idx="2974">
                  <c:v>0.07366328227292718</c:v>
                </c:pt>
                <c:pt idx="2975">
                  <c:v>0.07366328227292718</c:v>
                </c:pt>
                <c:pt idx="2976">
                  <c:v>0.07366328227292718</c:v>
                </c:pt>
                <c:pt idx="2977">
                  <c:v>0.07366328227292718</c:v>
                </c:pt>
                <c:pt idx="2978">
                  <c:v>0.07366328227292718</c:v>
                </c:pt>
                <c:pt idx="2979">
                  <c:v>0.07366328227292718</c:v>
                </c:pt>
                <c:pt idx="2980">
                  <c:v>0.07366328227292718</c:v>
                </c:pt>
                <c:pt idx="2981">
                  <c:v>0.07366328227292718</c:v>
                </c:pt>
                <c:pt idx="2982">
                  <c:v>0.07366328227292718</c:v>
                </c:pt>
                <c:pt idx="2983">
                  <c:v>0.07366328227292718</c:v>
                </c:pt>
                <c:pt idx="2984">
                  <c:v>0.07366328227292718</c:v>
                </c:pt>
                <c:pt idx="2985">
                  <c:v>0.07366328227292718</c:v>
                </c:pt>
                <c:pt idx="2986">
                  <c:v>0.07366328227292718</c:v>
                </c:pt>
                <c:pt idx="2987">
                  <c:v>0.07366328227292718</c:v>
                </c:pt>
                <c:pt idx="2988">
                  <c:v>0.07366328227292718</c:v>
                </c:pt>
                <c:pt idx="2989">
                  <c:v>0.07366328227292718</c:v>
                </c:pt>
                <c:pt idx="2990">
                  <c:v>0.07366328227292718</c:v>
                </c:pt>
                <c:pt idx="2991">
                  <c:v>0.07366328227292718</c:v>
                </c:pt>
                <c:pt idx="2992">
                  <c:v>0.07366328227292718</c:v>
                </c:pt>
                <c:pt idx="2993">
                  <c:v>0.07366328227292718</c:v>
                </c:pt>
                <c:pt idx="2994">
                  <c:v>0.07366328227292718</c:v>
                </c:pt>
                <c:pt idx="2995">
                  <c:v>0.07366328227292718</c:v>
                </c:pt>
                <c:pt idx="2996">
                  <c:v>0.07366328227292718</c:v>
                </c:pt>
                <c:pt idx="2997">
                  <c:v>0.07366328227292718</c:v>
                </c:pt>
                <c:pt idx="2998">
                  <c:v>0.07366328227292718</c:v>
                </c:pt>
                <c:pt idx="2999">
                  <c:v>0.07366328227292718</c:v>
                </c:pt>
                <c:pt idx="3000">
                  <c:v>0.07366328227292718</c:v>
                </c:pt>
                <c:pt idx="3001">
                  <c:v>0.07366328227292718</c:v>
                </c:pt>
                <c:pt idx="3002">
                  <c:v>0.07366328227292718</c:v>
                </c:pt>
                <c:pt idx="3003">
                  <c:v>0.07366328227292718</c:v>
                </c:pt>
                <c:pt idx="3004">
                  <c:v>0.07366328227292718</c:v>
                </c:pt>
                <c:pt idx="3005">
                  <c:v>0.07366328227292718</c:v>
                </c:pt>
                <c:pt idx="3006">
                  <c:v>0.07366328227292718</c:v>
                </c:pt>
                <c:pt idx="3007">
                  <c:v>0.07366328227292718</c:v>
                </c:pt>
                <c:pt idx="3008">
                  <c:v>0.07366328227292718</c:v>
                </c:pt>
                <c:pt idx="3009">
                  <c:v>0.07366328227292718</c:v>
                </c:pt>
                <c:pt idx="3010">
                  <c:v>0.07366328227292718</c:v>
                </c:pt>
                <c:pt idx="3011">
                  <c:v>0.07366328227292718</c:v>
                </c:pt>
                <c:pt idx="3012">
                  <c:v>0.07366328227292718</c:v>
                </c:pt>
                <c:pt idx="3013">
                  <c:v>0.07366328227292718</c:v>
                </c:pt>
                <c:pt idx="3014">
                  <c:v>0.07366328227292718</c:v>
                </c:pt>
                <c:pt idx="3015">
                  <c:v>0.07366328227292718</c:v>
                </c:pt>
                <c:pt idx="3016">
                  <c:v>0.07366328227292718</c:v>
                </c:pt>
                <c:pt idx="3017">
                  <c:v>0.07366328227292718</c:v>
                </c:pt>
                <c:pt idx="3018">
                  <c:v>0.07366328227292718</c:v>
                </c:pt>
                <c:pt idx="3019">
                  <c:v>0.07366328227292718</c:v>
                </c:pt>
                <c:pt idx="3020">
                  <c:v>0.07366328227292718</c:v>
                </c:pt>
                <c:pt idx="3021">
                  <c:v>0.07366328227292718</c:v>
                </c:pt>
                <c:pt idx="3022">
                  <c:v>0.07366328227292718</c:v>
                </c:pt>
                <c:pt idx="3023">
                  <c:v>0.07366328227292718</c:v>
                </c:pt>
                <c:pt idx="3024">
                  <c:v>0.07366328227292718</c:v>
                </c:pt>
                <c:pt idx="3025">
                  <c:v>0.07366328227292718</c:v>
                </c:pt>
                <c:pt idx="3026">
                  <c:v>0.07366328227292718</c:v>
                </c:pt>
                <c:pt idx="3027">
                  <c:v>0.07366328227292718</c:v>
                </c:pt>
                <c:pt idx="3028">
                  <c:v>0.07366328227292718</c:v>
                </c:pt>
                <c:pt idx="3029">
                  <c:v>0.07366328227292718</c:v>
                </c:pt>
                <c:pt idx="3030">
                  <c:v>0.07366328227292718</c:v>
                </c:pt>
                <c:pt idx="3031">
                  <c:v>0.07366328227292718</c:v>
                </c:pt>
                <c:pt idx="3032">
                  <c:v>0.07366328227292718</c:v>
                </c:pt>
                <c:pt idx="3033">
                  <c:v>0.07366328227292718</c:v>
                </c:pt>
                <c:pt idx="3034">
                  <c:v>0.07366328227292718</c:v>
                </c:pt>
                <c:pt idx="3035">
                  <c:v>0.07366328227292718</c:v>
                </c:pt>
                <c:pt idx="3036">
                  <c:v>0.07366328227292718</c:v>
                </c:pt>
                <c:pt idx="3037">
                  <c:v>0.07366328227292718</c:v>
                </c:pt>
                <c:pt idx="3038">
                  <c:v>0.07366328227292718</c:v>
                </c:pt>
                <c:pt idx="3039">
                  <c:v>0.07366328227292718</c:v>
                </c:pt>
                <c:pt idx="3040">
                  <c:v>0.07366328227292718</c:v>
                </c:pt>
                <c:pt idx="3041">
                  <c:v>0.07366328227292718</c:v>
                </c:pt>
                <c:pt idx="3042">
                  <c:v>0.07366328227292718</c:v>
                </c:pt>
                <c:pt idx="3043">
                  <c:v>0.07366328227292718</c:v>
                </c:pt>
                <c:pt idx="3044">
                  <c:v>0.07366328227292718</c:v>
                </c:pt>
                <c:pt idx="3045">
                  <c:v>0.07366328227292718</c:v>
                </c:pt>
                <c:pt idx="3046">
                  <c:v>0.07366328227292718</c:v>
                </c:pt>
                <c:pt idx="3047">
                  <c:v>0.07366328227292718</c:v>
                </c:pt>
                <c:pt idx="3048">
                  <c:v>0.07366328227292718</c:v>
                </c:pt>
                <c:pt idx="3049">
                  <c:v>0.07366328227292718</c:v>
                </c:pt>
                <c:pt idx="3050">
                  <c:v>0.07366328227292718</c:v>
                </c:pt>
                <c:pt idx="3051">
                  <c:v>0.07366328227292718</c:v>
                </c:pt>
                <c:pt idx="3052">
                  <c:v>0.07366328227292718</c:v>
                </c:pt>
                <c:pt idx="3053">
                  <c:v>0.07366328227292718</c:v>
                </c:pt>
                <c:pt idx="3054">
                  <c:v>0.07366328227292718</c:v>
                </c:pt>
                <c:pt idx="3055">
                  <c:v>0.07366328227292718</c:v>
                </c:pt>
                <c:pt idx="3056">
                  <c:v>0.07366328227292718</c:v>
                </c:pt>
                <c:pt idx="3057">
                  <c:v>0.07366328227292718</c:v>
                </c:pt>
                <c:pt idx="3058">
                  <c:v>0.07366328227292718</c:v>
                </c:pt>
                <c:pt idx="3059">
                  <c:v>0.07366328227292718</c:v>
                </c:pt>
                <c:pt idx="3060">
                  <c:v>0.07366328227292718</c:v>
                </c:pt>
                <c:pt idx="3061">
                  <c:v>0.07366328227292718</c:v>
                </c:pt>
                <c:pt idx="3062">
                  <c:v>0.07366328227292718</c:v>
                </c:pt>
                <c:pt idx="3063">
                  <c:v>0.07366328227292718</c:v>
                </c:pt>
                <c:pt idx="3064">
                  <c:v>0.07366328227292718</c:v>
                </c:pt>
                <c:pt idx="3065">
                  <c:v>0.07366328227292718</c:v>
                </c:pt>
                <c:pt idx="3066">
                  <c:v>0.07366328227292718</c:v>
                </c:pt>
                <c:pt idx="3067">
                  <c:v>0.07366328227292718</c:v>
                </c:pt>
                <c:pt idx="3068">
                  <c:v>0.07366328227292718</c:v>
                </c:pt>
                <c:pt idx="3069">
                  <c:v>0.07366328227292718</c:v>
                </c:pt>
                <c:pt idx="3070">
                  <c:v>0.07366328227292718</c:v>
                </c:pt>
                <c:pt idx="3071">
                  <c:v>0.07366328227292718</c:v>
                </c:pt>
                <c:pt idx="3072">
                  <c:v>0.07366328227292718</c:v>
                </c:pt>
                <c:pt idx="3073">
                  <c:v>0.07366328227292718</c:v>
                </c:pt>
                <c:pt idx="3074">
                  <c:v>0.07366328227292718</c:v>
                </c:pt>
                <c:pt idx="3075">
                  <c:v>0.07366328227292718</c:v>
                </c:pt>
                <c:pt idx="3076">
                  <c:v>0.07366328227292718</c:v>
                </c:pt>
                <c:pt idx="3077">
                  <c:v>0.07366328227292718</c:v>
                </c:pt>
                <c:pt idx="3078">
                  <c:v>0.07366328227292718</c:v>
                </c:pt>
                <c:pt idx="3079">
                  <c:v>0.07366328227292718</c:v>
                </c:pt>
                <c:pt idx="3080">
                  <c:v>0.07366328227292718</c:v>
                </c:pt>
                <c:pt idx="3081">
                  <c:v>0.07366328227292718</c:v>
                </c:pt>
                <c:pt idx="3082">
                  <c:v>0.07366328227292718</c:v>
                </c:pt>
                <c:pt idx="3083">
                  <c:v>0.07366328227292718</c:v>
                </c:pt>
                <c:pt idx="3084">
                  <c:v>0.07366328227292718</c:v>
                </c:pt>
                <c:pt idx="3085">
                  <c:v>0.07366328227292718</c:v>
                </c:pt>
                <c:pt idx="3086">
                  <c:v>0.07366328227292718</c:v>
                </c:pt>
                <c:pt idx="3087">
                  <c:v>0.07366328227292718</c:v>
                </c:pt>
                <c:pt idx="3088">
                  <c:v>0.07366328227292718</c:v>
                </c:pt>
                <c:pt idx="3089">
                  <c:v>0.07366328227292718</c:v>
                </c:pt>
                <c:pt idx="3090">
                  <c:v>0.07366328227292718</c:v>
                </c:pt>
                <c:pt idx="3091">
                  <c:v>0.07366328227292718</c:v>
                </c:pt>
                <c:pt idx="3092">
                  <c:v>0.07366328227292718</c:v>
                </c:pt>
                <c:pt idx="3093">
                  <c:v>0.07366328227292718</c:v>
                </c:pt>
                <c:pt idx="3094">
                  <c:v>0.07366328227292718</c:v>
                </c:pt>
                <c:pt idx="3095">
                  <c:v>0.07366328227292718</c:v>
                </c:pt>
                <c:pt idx="3096">
                  <c:v>0.07366328227292718</c:v>
                </c:pt>
                <c:pt idx="3097">
                  <c:v>0.07366328227292718</c:v>
                </c:pt>
                <c:pt idx="3098">
                  <c:v>0.07366328227292718</c:v>
                </c:pt>
                <c:pt idx="3099">
                  <c:v>0.07366328227292718</c:v>
                </c:pt>
                <c:pt idx="3100">
                  <c:v>0.07366328227292718</c:v>
                </c:pt>
                <c:pt idx="3101">
                  <c:v>0.07366328227292718</c:v>
                </c:pt>
                <c:pt idx="3102">
                  <c:v>0.07366328227292718</c:v>
                </c:pt>
                <c:pt idx="3103">
                  <c:v>0.07366328227292718</c:v>
                </c:pt>
                <c:pt idx="3104">
                  <c:v>0.07366328227292718</c:v>
                </c:pt>
                <c:pt idx="3105">
                  <c:v>0.07366328227292718</c:v>
                </c:pt>
                <c:pt idx="3106">
                  <c:v>0.07366328227292718</c:v>
                </c:pt>
                <c:pt idx="3107">
                  <c:v>0.07366328227292718</c:v>
                </c:pt>
                <c:pt idx="3108">
                  <c:v>0.07366328227292718</c:v>
                </c:pt>
                <c:pt idx="3109">
                  <c:v>0.07366328227292718</c:v>
                </c:pt>
                <c:pt idx="3110">
                  <c:v>0.07366328227292718</c:v>
                </c:pt>
                <c:pt idx="3111">
                  <c:v>0.07366328227292718</c:v>
                </c:pt>
                <c:pt idx="3112">
                  <c:v>0.07366328227292718</c:v>
                </c:pt>
                <c:pt idx="3113">
                  <c:v>0.07366328227292718</c:v>
                </c:pt>
                <c:pt idx="3114">
                  <c:v>0.07366328227292718</c:v>
                </c:pt>
                <c:pt idx="3115">
                  <c:v>0.07366328227292718</c:v>
                </c:pt>
                <c:pt idx="3116">
                  <c:v>0.07366328227292718</c:v>
                </c:pt>
                <c:pt idx="3117">
                  <c:v>0.07366328227292718</c:v>
                </c:pt>
                <c:pt idx="3118">
                  <c:v>0.07366328227292718</c:v>
                </c:pt>
                <c:pt idx="3119">
                  <c:v>0.07366328227292718</c:v>
                </c:pt>
                <c:pt idx="3120">
                  <c:v>0.07366328227292718</c:v>
                </c:pt>
                <c:pt idx="3121">
                  <c:v>0.07366328227292718</c:v>
                </c:pt>
                <c:pt idx="3122">
                  <c:v>0.07366328227292718</c:v>
                </c:pt>
                <c:pt idx="3123">
                  <c:v>0.07366328227292718</c:v>
                </c:pt>
                <c:pt idx="3124">
                  <c:v>0.07366328227292718</c:v>
                </c:pt>
                <c:pt idx="3125">
                  <c:v>0.07366328227292718</c:v>
                </c:pt>
                <c:pt idx="3126">
                  <c:v>0.07366328227292718</c:v>
                </c:pt>
                <c:pt idx="3127">
                  <c:v>0.07366328227292718</c:v>
                </c:pt>
                <c:pt idx="3128">
                  <c:v>0.07366328227292718</c:v>
                </c:pt>
                <c:pt idx="3129">
                  <c:v>0.07366328227292718</c:v>
                </c:pt>
                <c:pt idx="3130">
                  <c:v>0.07366328227292718</c:v>
                </c:pt>
                <c:pt idx="3131">
                  <c:v>0.07366328227292718</c:v>
                </c:pt>
                <c:pt idx="3132">
                  <c:v>0.07366328227292718</c:v>
                </c:pt>
                <c:pt idx="3133">
                  <c:v>0.07366328227292718</c:v>
                </c:pt>
                <c:pt idx="3134">
                  <c:v>0.07366328227292718</c:v>
                </c:pt>
                <c:pt idx="3135">
                  <c:v>0.07366328227292718</c:v>
                </c:pt>
                <c:pt idx="3136">
                  <c:v>0.07366328227292718</c:v>
                </c:pt>
                <c:pt idx="3137">
                  <c:v>0.07366328227292718</c:v>
                </c:pt>
                <c:pt idx="3138">
                  <c:v>0.07366328227292718</c:v>
                </c:pt>
                <c:pt idx="3139">
                  <c:v>0.07366328227292718</c:v>
                </c:pt>
                <c:pt idx="3140">
                  <c:v>0.07366328227292718</c:v>
                </c:pt>
                <c:pt idx="3141">
                  <c:v>0.07366328227292718</c:v>
                </c:pt>
                <c:pt idx="3142">
                  <c:v>0.07366328227292718</c:v>
                </c:pt>
                <c:pt idx="3143">
                  <c:v>0.07366328227292718</c:v>
                </c:pt>
                <c:pt idx="3144">
                  <c:v>0.07366328227292718</c:v>
                </c:pt>
                <c:pt idx="3145">
                  <c:v>0.07366328227292718</c:v>
                </c:pt>
                <c:pt idx="3146">
                  <c:v>0.07366328227292718</c:v>
                </c:pt>
                <c:pt idx="3147">
                  <c:v>0.07366328227292718</c:v>
                </c:pt>
                <c:pt idx="3148">
                  <c:v>0.07366328227292718</c:v>
                </c:pt>
                <c:pt idx="3149">
                  <c:v>0.07366328227292718</c:v>
                </c:pt>
                <c:pt idx="3150">
                  <c:v>0.07366328227292718</c:v>
                </c:pt>
                <c:pt idx="3151">
                  <c:v>0.07366328227292718</c:v>
                </c:pt>
                <c:pt idx="3152">
                  <c:v>0.07366328227292718</c:v>
                </c:pt>
                <c:pt idx="3153">
                  <c:v>0.07366328227292718</c:v>
                </c:pt>
                <c:pt idx="3154">
                  <c:v>0.07366328227292718</c:v>
                </c:pt>
                <c:pt idx="3155">
                  <c:v>0.07366328227292718</c:v>
                </c:pt>
                <c:pt idx="3156">
                  <c:v>0.07366328227292718</c:v>
                </c:pt>
                <c:pt idx="3157">
                  <c:v>0.07366328227292718</c:v>
                </c:pt>
                <c:pt idx="3158">
                  <c:v>0.07366328227292718</c:v>
                </c:pt>
                <c:pt idx="3159">
                  <c:v>0.07366328227292718</c:v>
                </c:pt>
                <c:pt idx="3160">
                  <c:v>0.07366328227292718</c:v>
                </c:pt>
                <c:pt idx="3161">
                  <c:v>0.07366328227292718</c:v>
                </c:pt>
                <c:pt idx="3162">
                  <c:v>0.07366328227292718</c:v>
                </c:pt>
                <c:pt idx="3163">
                  <c:v>0.07366328227292718</c:v>
                </c:pt>
                <c:pt idx="3164">
                  <c:v>0.07366328227292718</c:v>
                </c:pt>
                <c:pt idx="3165">
                  <c:v>0.07366328227292718</c:v>
                </c:pt>
                <c:pt idx="3166">
                  <c:v>0.07366328227292718</c:v>
                </c:pt>
                <c:pt idx="3167">
                  <c:v>0.07366328227292718</c:v>
                </c:pt>
                <c:pt idx="3168">
                  <c:v>0.07366328227292718</c:v>
                </c:pt>
                <c:pt idx="3169">
                  <c:v>0.07366328227292718</c:v>
                </c:pt>
                <c:pt idx="3170">
                  <c:v>0.07366328227292718</c:v>
                </c:pt>
                <c:pt idx="3171">
                  <c:v>0.07366328227292718</c:v>
                </c:pt>
                <c:pt idx="3172">
                  <c:v>0.07366328227292718</c:v>
                </c:pt>
                <c:pt idx="3173">
                  <c:v>0.07366328227292718</c:v>
                </c:pt>
                <c:pt idx="3174">
                  <c:v>0.07366328227292718</c:v>
                </c:pt>
                <c:pt idx="3175">
                  <c:v>0.07366328227292718</c:v>
                </c:pt>
                <c:pt idx="3176">
                  <c:v>0.07366328227292718</c:v>
                </c:pt>
                <c:pt idx="3177">
                  <c:v>0.07366328227292718</c:v>
                </c:pt>
                <c:pt idx="3178">
                  <c:v>0.07366328227292718</c:v>
                </c:pt>
                <c:pt idx="3179">
                  <c:v>0.07366328227292718</c:v>
                </c:pt>
                <c:pt idx="3180">
                  <c:v>0.07366328227292718</c:v>
                </c:pt>
                <c:pt idx="3181">
                  <c:v>0.07366328227292718</c:v>
                </c:pt>
                <c:pt idx="3182">
                  <c:v>0.07366328227292718</c:v>
                </c:pt>
                <c:pt idx="3183">
                  <c:v>0.07366328227292718</c:v>
                </c:pt>
                <c:pt idx="3184">
                  <c:v>0.07366328227292718</c:v>
                </c:pt>
                <c:pt idx="3185">
                  <c:v>0.07366328227292718</c:v>
                </c:pt>
                <c:pt idx="3186">
                  <c:v>0.07366328227292718</c:v>
                </c:pt>
                <c:pt idx="3187">
                  <c:v>0.07366328227292718</c:v>
                </c:pt>
                <c:pt idx="3188">
                  <c:v>0.07366328227292718</c:v>
                </c:pt>
                <c:pt idx="3189">
                  <c:v>0.07366328227292718</c:v>
                </c:pt>
                <c:pt idx="3190">
                  <c:v>0.07366328227292718</c:v>
                </c:pt>
                <c:pt idx="3191">
                  <c:v>0.07366328227292718</c:v>
                </c:pt>
                <c:pt idx="3192">
                  <c:v>0.07366328227292718</c:v>
                </c:pt>
                <c:pt idx="3193">
                  <c:v>0.07366328227292718</c:v>
                </c:pt>
                <c:pt idx="3194">
                  <c:v>0.07366328227292718</c:v>
                </c:pt>
                <c:pt idx="3195">
                  <c:v>0.07366328227292718</c:v>
                </c:pt>
                <c:pt idx="3196">
                  <c:v>0.07366328227292718</c:v>
                </c:pt>
                <c:pt idx="3197">
                  <c:v>0.07366328227292718</c:v>
                </c:pt>
                <c:pt idx="3198">
                  <c:v>0.07366328227292718</c:v>
                </c:pt>
                <c:pt idx="3199">
                  <c:v>0.07366328227292718</c:v>
                </c:pt>
                <c:pt idx="3200">
                  <c:v>0.07366328227292718</c:v>
                </c:pt>
                <c:pt idx="3201">
                  <c:v>0.07366328227292718</c:v>
                </c:pt>
                <c:pt idx="3202">
                  <c:v>0.07366328227292718</c:v>
                </c:pt>
                <c:pt idx="3203">
                  <c:v>0.07366328227292718</c:v>
                </c:pt>
                <c:pt idx="3204">
                  <c:v>0.07366328227292718</c:v>
                </c:pt>
                <c:pt idx="3205">
                  <c:v>0.07366328227292718</c:v>
                </c:pt>
                <c:pt idx="3206">
                  <c:v>0.07366328227292718</c:v>
                </c:pt>
                <c:pt idx="3207">
                  <c:v>0.07366328227292718</c:v>
                </c:pt>
                <c:pt idx="3208">
                  <c:v>0.07366328227292718</c:v>
                </c:pt>
                <c:pt idx="3209">
                  <c:v>0.07366328227292718</c:v>
                </c:pt>
                <c:pt idx="3210">
                  <c:v>0.07366328227292718</c:v>
                </c:pt>
                <c:pt idx="3211">
                  <c:v>0.07366328227292718</c:v>
                </c:pt>
                <c:pt idx="3212">
                  <c:v>0.07366328227292718</c:v>
                </c:pt>
                <c:pt idx="3213">
                  <c:v>0.07366328227292718</c:v>
                </c:pt>
                <c:pt idx="3214">
                  <c:v>0.07366328227292718</c:v>
                </c:pt>
                <c:pt idx="3215">
                  <c:v>0.07366328227292718</c:v>
                </c:pt>
                <c:pt idx="3216">
                  <c:v>0.07366328227292718</c:v>
                </c:pt>
                <c:pt idx="3217">
                  <c:v>0.07366328227292718</c:v>
                </c:pt>
                <c:pt idx="3218">
                  <c:v>0.07366328227292718</c:v>
                </c:pt>
                <c:pt idx="3219">
                  <c:v>0.07366328227292718</c:v>
                </c:pt>
                <c:pt idx="3220">
                  <c:v>0.07366328227292718</c:v>
                </c:pt>
                <c:pt idx="3221">
                  <c:v>0.07366328227292718</c:v>
                </c:pt>
                <c:pt idx="3222">
                  <c:v>0.07366328227292718</c:v>
                </c:pt>
                <c:pt idx="3223">
                  <c:v>0.07366328227292718</c:v>
                </c:pt>
                <c:pt idx="3224">
                  <c:v>0.07366328227292718</c:v>
                </c:pt>
                <c:pt idx="3225">
                  <c:v>0.07366328227292718</c:v>
                </c:pt>
                <c:pt idx="3226">
                  <c:v>0.07366328227292718</c:v>
                </c:pt>
                <c:pt idx="3227">
                  <c:v>0.07366328227292718</c:v>
                </c:pt>
                <c:pt idx="3228">
                  <c:v>0.07366328227292718</c:v>
                </c:pt>
                <c:pt idx="3229">
                  <c:v>0.07366328227292718</c:v>
                </c:pt>
                <c:pt idx="3230">
                  <c:v>0.07366328227292718</c:v>
                </c:pt>
                <c:pt idx="3231">
                  <c:v>0.07366328227292718</c:v>
                </c:pt>
                <c:pt idx="3232">
                  <c:v>0.07366328227292718</c:v>
                </c:pt>
                <c:pt idx="3233">
                  <c:v>0.07366328227292718</c:v>
                </c:pt>
                <c:pt idx="3234">
                  <c:v>0.07366328227292718</c:v>
                </c:pt>
                <c:pt idx="3235">
                  <c:v>0.07366328227292718</c:v>
                </c:pt>
                <c:pt idx="3236">
                  <c:v>0.07366328227292718</c:v>
                </c:pt>
                <c:pt idx="3237">
                  <c:v>0.07366328227292718</c:v>
                </c:pt>
                <c:pt idx="3238">
                  <c:v>0.07366328227292718</c:v>
                </c:pt>
                <c:pt idx="3239">
                  <c:v>0.07366328227292718</c:v>
                </c:pt>
                <c:pt idx="3240">
                  <c:v>0.07366328227292718</c:v>
                </c:pt>
                <c:pt idx="3241">
                  <c:v>0.07366328227292718</c:v>
                </c:pt>
                <c:pt idx="3242">
                  <c:v>0.07366328227292718</c:v>
                </c:pt>
                <c:pt idx="3243">
                  <c:v>0.07366328227292718</c:v>
                </c:pt>
                <c:pt idx="3244">
                  <c:v>0.07366328227292718</c:v>
                </c:pt>
                <c:pt idx="3245">
                  <c:v>0.07366328227292718</c:v>
                </c:pt>
                <c:pt idx="3246">
                  <c:v>0.07366328227292718</c:v>
                </c:pt>
                <c:pt idx="3247">
                  <c:v>0.07366328227292718</c:v>
                </c:pt>
                <c:pt idx="3248">
                  <c:v>0.07366328227292718</c:v>
                </c:pt>
                <c:pt idx="3249">
                  <c:v>0.07366328227292718</c:v>
                </c:pt>
                <c:pt idx="3250">
                  <c:v>0.07366328227292718</c:v>
                </c:pt>
                <c:pt idx="3251">
                  <c:v>0.07366328227292718</c:v>
                </c:pt>
                <c:pt idx="3252">
                  <c:v>0.07366328227292718</c:v>
                </c:pt>
                <c:pt idx="3253">
                  <c:v>0.07366328227292718</c:v>
                </c:pt>
                <c:pt idx="3254">
                  <c:v>0.07366328227292718</c:v>
                </c:pt>
                <c:pt idx="3255">
                  <c:v>0.07366328227292718</c:v>
                </c:pt>
                <c:pt idx="3256">
                  <c:v>0.07366328227292718</c:v>
                </c:pt>
                <c:pt idx="3257">
                  <c:v>0.07366328227292718</c:v>
                </c:pt>
                <c:pt idx="3258">
                  <c:v>0.07366328227292718</c:v>
                </c:pt>
                <c:pt idx="3259">
                  <c:v>0.07366328227292718</c:v>
                </c:pt>
                <c:pt idx="3260">
                  <c:v>0.07366328227292718</c:v>
                </c:pt>
                <c:pt idx="3261">
                  <c:v>0.07366328227292718</c:v>
                </c:pt>
                <c:pt idx="3262">
                  <c:v>0.07366328227292718</c:v>
                </c:pt>
                <c:pt idx="3263">
                  <c:v>0.07366328227292718</c:v>
                </c:pt>
                <c:pt idx="3264">
                  <c:v>0.07366328227292718</c:v>
                </c:pt>
                <c:pt idx="3265">
                  <c:v>0.07366328227292718</c:v>
                </c:pt>
                <c:pt idx="3266">
                  <c:v>0.07366328227292718</c:v>
                </c:pt>
                <c:pt idx="3267">
                  <c:v>0.07366328227292718</c:v>
                </c:pt>
                <c:pt idx="3268">
                  <c:v>0.07366328227292718</c:v>
                </c:pt>
                <c:pt idx="3269">
                  <c:v>0.07366328227292718</c:v>
                </c:pt>
                <c:pt idx="3270">
                  <c:v>0.07366328227292718</c:v>
                </c:pt>
                <c:pt idx="3271">
                  <c:v>0.07366328227292718</c:v>
                </c:pt>
                <c:pt idx="3272">
                  <c:v>0.07366328227292718</c:v>
                </c:pt>
                <c:pt idx="3273">
                  <c:v>0.07366328227292718</c:v>
                </c:pt>
                <c:pt idx="3274">
                  <c:v>0.07366328227292718</c:v>
                </c:pt>
                <c:pt idx="3275">
                  <c:v>0.07366328227292718</c:v>
                </c:pt>
                <c:pt idx="3276">
                  <c:v>0.07366328227292718</c:v>
                </c:pt>
                <c:pt idx="3277">
                  <c:v>0.07366328227292718</c:v>
                </c:pt>
                <c:pt idx="3278">
                  <c:v>0.07366328227292718</c:v>
                </c:pt>
                <c:pt idx="3279">
                  <c:v>0.07366328227292718</c:v>
                </c:pt>
                <c:pt idx="3280">
                  <c:v>0.07366328227292718</c:v>
                </c:pt>
                <c:pt idx="3281">
                  <c:v>0.07366328227292718</c:v>
                </c:pt>
                <c:pt idx="3282">
                  <c:v>0.07366328227292718</c:v>
                </c:pt>
                <c:pt idx="3283">
                  <c:v>0.07366328227292718</c:v>
                </c:pt>
                <c:pt idx="3284">
                  <c:v>0.07366328227292718</c:v>
                </c:pt>
                <c:pt idx="3285">
                  <c:v>0.07366328227292718</c:v>
                </c:pt>
                <c:pt idx="3286">
                  <c:v>0.07366328227292718</c:v>
                </c:pt>
                <c:pt idx="3287">
                  <c:v>0.07366328227292718</c:v>
                </c:pt>
                <c:pt idx="3288">
                  <c:v>0.07366328227292718</c:v>
                </c:pt>
                <c:pt idx="3289">
                  <c:v>0.07366328227292718</c:v>
                </c:pt>
                <c:pt idx="3290">
                  <c:v>0.07366328227292718</c:v>
                </c:pt>
                <c:pt idx="3291">
                  <c:v>0.07366328227292718</c:v>
                </c:pt>
                <c:pt idx="3292">
                  <c:v>0.07366328227292718</c:v>
                </c:pt>
                <c:pt idx="3293">
                  <c:v>0.07366328227292718</c:v>
                </c:pt>
                <c:pt idx="3294">
                  <c:v>0.07366328227292718</c:v>
                </c:pt>
                <c:pt idx="3295">
                  <c:v>0.07366328227292718</c:v>
                </c:pt>
                <c:pt idx="3296">
                  <c:v>0.07366328227292718</c:v>
                </c:pt>
                <c:pt idx="3297">
                  <c:v>0.07366328227292718</c:v>
                </c:pt>
                <c:pt idx="3298">
                  <c:v>0.07366328227292718</c:v>
                </c:pt>
                <c:pt idx="3299">
                  <c:v>0.07366328227292718</c:v>
                </c:pt>
                <c:pt idx="3300">
                  <c:v>0.07366328227292718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A0F-4903-81C4-923C402A0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0145295"/>
        <c:axId val="390144335"/>
      </c:lineChart>
      <c:dateAx>
        <c:axId val="390145295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4335"/>
        <c:crosses val="autoZero"/>
        <c:auto val="1"/>
        <c:lblOffset val="100"/>
        <c:baseTimeUnit val="days"/>
      </c:dateAx>
      <c:valAx>
        <c:axId val="390144335"/>
        <c:scaling>
          <c:orientation val="minMax"/>
          <c:min val="5.000000000000001E-2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39014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Top Ações XP</c:v>
          </c:tx>
          <c:spPr>
            <a:ln w="22225" cap="rnd">
              <a:solidFill>
                <a:srgbClr val="8EB3DF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100'!$M$4:$M$10000</c:f>
              <c:numCache>
                <c:formatCode>m/d/yyyy</c:formatCode>
                <c:ptCount val="9997"/>
                <c:pt idx="0">
                  <c:v>45716</c:v>
                </c:pt>
                <c:pt idx="1">
                  <c:v>45721</c:v>
                </c:pt>
                <c:pt idx="2">
                  <c:v>45722</c:v>
                </c:pt>
                <c:pt idx="3">
                  <c:v>45723</c:v>
                </c:pt>
                <c:pt idx="4">
                  <c:v>45726</c:v>
                </c:pt>
                <c:pt idx="5">
                  <c:v>45727</c:v>
                </c:pt>
                <c:pt idx="6">
                  <c:v>45728</c:v>
                </c:pt>
                <c:pt idx="7">
                  <c:v>45729</c:v>
                </c:pt>
                <c:pt idx="8">
                  <c:v>45730</c:v>
                </c:pt>
                <c:pt idx="9">
                  <c:v>45733</c:v>
                </c:pt>
                <c:pt idx="10">
                  <c:v>45734</c:v>
                </c:pt>
                <c:pt idx="11">
                  <c:v>45735</c:v>
                </c:pt>
                <c:pt idx="12">
                  <c:v>45736</c:v>
                </c:pt>
                <c:pt idx="13">
                  <c:v>45737</c:v>
                </c:pt>
                <c:pt idx="14">
                  <c:v>45740</c:v>
                </c:pt>
                <c:pt idx="15">
                  <c:v>45741</c:v>
                </c:pt>
                <c:pt idx="16">
                  <c:v>45742</c:v>
                </c:pt>
                <c:pt idx="17">
                  <c:v>45743</c:v>
                </c:pt>
                <c:pt idx="18">
                  <c:v>45744</c:v>
                </c:pt>
                <c:pt idx="19">
                  <c:v>45747</c:v>
                </c:pt>
                <c:pt idx="20">
                  <c:v>45748</c:v>
                </c:pt>
                <c:pt idx="21">
                  <c:v>45749</c:v>
                </c:pt>
                <c:pt idx="22">
                  <c:v>45750</c:v>
                </c:pt>
                <c:pt idx="23">
                  <c:v>45751</c:v>
                </c:pt>
                <c:pt idx="24">
                  <c:v>45754</c:v>
                </c:pt>
                <c:pt idx="25">
                  <c:v>45755</c:v>
                </c:pt>
                <c:pt idx="26">
                  <c:v>45756</c:v>
                </c:pt>
                <c:pt idx="27">
                  <c:v>45757</c:v>
                </c:pt>
                <c:pt idx="28">
                  <c:v>45758</c:v>
                </c:pt>
                <c:pt idx="29">
                  <c:v>45761</c:v>
                </c:pt>
                <c:pt idx="30">
                  <c:v>45762</c:v>
                </c:pt>
                <c:pt idx="31">
                  <c:v>45763</c:v>
                </c:pt>
                <c:pt idx="32">
                  <c:v>45764</c:v>
                </c:pt>
                <c:pt idx="33">
                  <c:v>45769</c:v>
                </c:pt>
                <c:pt idx="34">
                  <c:v>45770</c:v>
                </c:pt>
                <c:pt idx="35">
                  <c:v>45771</c:v>
                </c:pt>
                <c:pt idx="36">
                  <c:v>45772</c:v>
                </c:pt>
                <c:pt idx="37">
                  <c:v>45775</c:v>
                </c:pt>
                <c:pt idx="38">
                  <c:v>45776</c:v>
                </c:pt>
                <c:pt idx="39">
                  <c:v>45777</c:v>
                </c:pt>
                <c:pt idx="40">
                  <c:v>45779</c:v>
                </c:pt>
                <c:pt idx="41">
                  <c:v>45782</c:v>
                </c:pt>
                <c:pt idx="42">
                  <c:v>45783</c:v>
                </c:pt>
                <c:pt idx="43">
                  <c:v>45784</c:v>
                </c:pt>
                <c:pt idx="44">
                  <c:v>45785</c:v>
                </c:pt>
                <c:pt idx="45">
                  <c:v>45786</c:v>
                </c:pt>
                <c:pt idx="46">
                  <c:v>45789</c:v>
                </c:pt>
                <c:pt idx="47">
                  <c:v>45790</c:v>
                </c:pt>
                <c:pt idx="48">
                  <c:v>45791</c:v>
                </c:pt>
                <c:pt idx="49">
                  <c:v>45792</c:v>
                </c:pt>
                <c:pt idx="50">
                  <c:v>45793</c:v>
                </c:pt>
                <c:pt idx="51">
                  <c:v>45796</c:v>
                </c:pt>
                <c:pt idx="52">
                  <c:v>45797</c:v>
                </c:pt>
                <c:pt idx="53">
                  <c:v>45798</c:v>
                </c:pt>
                <c:pt idx="54">
                  <c:v>45799</c:v>
                </c:pt>
                <c:pt idx="55">
                  <c:v>45800</c:v>
                </c:pt>
                <c:pt idx="56">
                  <c:v>45803</c:v>
                </c:pt>
                <c:pt idx="57">
                  <c:v>45804</c:v>
                </c:pt>
                <c:pt idx="58">
                  <c:v>45805</c:v>
                </c:pt>
                <c:pt idx="59">
                  <c:v>45806</c:v>
                </c:pt>
                <c:pt idx="60">
                  <c:v>45807</c:v>
                </c:pt>
                <c:pt idx="61">
                  <c:v>45810</c:v>
                </c:pt>
                <c:pt idx="62">
                  <c:v>45811</c:v>
                </c:pt>
                <c:pt idx="63">
                  <c:v>45812</c:v>
                </c:pt>
                <c:pt idx="64">
                  <c:v>45813</c:v>
                </c:pt>
                <c:pt idx="65">
                  <c:v>45814</c:v>
                </c:pt>
                <c:pt idx="66">
                  <c:v>45817</c:v>
                </c:pt>
                <c:pt idx="67">
                  <c:v>45818</c:v>
                </c:pt>
                <c:pt idx="68">
                  <c:v>45819</c:v>
                </c:pt>
                <c:pt idx="69">
                  <c:v>45820</c:v>
                </c:pt>
                <c:pt idx="70">
                  <c:v>45821</c:v>
                </c:pt>
                <c:pt idx="71">
                  <c:v>45824</c:v>
                </c:pt>
                <c:pt idx="72">
                  <c:v>45825</c:v>
                </c:pt>
                <c:pt idx="73">
                  <c:v>45826</c:v>
                </c:pt>
                <c:pt idx="74">
                  <c:v>45828</c:v>
                </c:pt>
                <c:pt idx="75">
                  <c:v>45831</c:v>
                </c:pt>
                <c:pt idx="76">
                  <c:v>45832</c:v>
                </c:pt>
                <c:pt idx="77">
                  <c:v>45833</c:v>
                </c:pt>
                <c:pt idx="78">
                  <c:v>45834</c:v>
                </c:pt>
                <c:pt idx="79">
                  <c:v>45835</c:v>
                </c:pt>
                <c:pt idx="80">
                  <c:v>45838</c:v>
                </c:pt>
                <c:pt idx="81">
                  <c:v>45839</c:v>
                </c:pt>
                <c:pt idx="82">
                  <c:v>45840</c:v>
                </c:pt>
                <c:pt idx="83">
                  <c:v>45841</c:v>
                </c:pt>
                <c:pt idx="84">
                  <c:v>45842</c:v>
                </c:pt>
                <c:pt idx="85">
                  <c:v>45845</c:v>
                </c:pt>
                <c:pt idx="86">
                  <c:v>45846</c:v>
                </c:pt>
                <c:pt idx="87">
                  <c:v>45847</c:v>
                </c:pt>
                <c:pt idx="88">
                  <c:v>45848</c:v>
                </c:pt>
                <c:pt idx="89">
                  <c:v>45849</c:v>
                </c:pt>
                <c:pt idx="90">
                  <c:v>45852</c:v>
                </c:pt>
                <c:pt idx="91">
                  <c:v>45853</c:v>
                </c:pt>
                <c:pt idx="92">
                  <c:v>45854</c:v>
                </c:pt>
                <c:pt idx="93">
                  <c:v>45855</c:v>
                </c:pt>
                <c:pt idx="94">
                  <c:v>45856</c:v>
                </c:pt>
                <c:pt idx="95">
                  <c:v>45859</c:v>
                </c:pt>
                <c:pt idx="96">
                  <c:v>45860</c:v>
                </c:pt>
                <c:pt idx="97">
                  <c:v>45861</c:v>
                </c:pt>
                <c:pt idx="98">
                  <c:v>45862</c:v>
                </c:pt>
                <c:pt idx="99">
                  <c:v>45863</c:v>
                </c:pt>
                <c:pt idx="100">
                  <c:v>45866</c:v>
                </c:pt>
                <c:pt idx="101">
                  <c:v>45867</c:v>
                </c:pt>
                <c:pt idx="102">
                  <c:v>45868</c:v>
                </c:pt>
                <c:pt idx="103">
                  <c:v>45869</c:v>
                </c:pt>
                <c:pt idx="104">
                  <c:v>45870</c:v>
                </c:pt>
                <c:pt idx="105">
                  <c:v>45873</c:v>
                </c:pt>
                <c:pt idx="106">
                  <c:v>45874</c:v>
                </c:pt>
                <c:pt idx="107">
                  <c:v>45875</c:v>
                </c:pt>
                <c:pt idx="108">
                  <c:v>45876</c:v>
                </c:pt>
                <c:pt idx="109">
                  <c:v>45877</c:v>
                </c:pt>
                <c:pt idx="110">
                  <c:v>45880</c:v>
                </c:pt>
                <c:pt idx="111">
                  <c:v>45881</c:v>
                </c:pt>
                <c:pt idx="112">
                  <c:v>45882</c:v>
                </c:pt>
                <c:pt idx="113">
                  <c:v>45883</c:v>
                </c:pt>
                <c:pt idx="114">
                  <c:v>45884</c:v>
                </c:pt>
                <c:pt idx="115">
                  <c:v>45887</c:v>
                </c:pt>
                <c:pt idx="116">
                  <c:v>45888</c:v>
                </c:pt>
                <c:pt idx="117">
                  <c:v>45889</c:v>
                </c:pt>
                <c:pt idx="118">
                  <c:v>45890</c:v>
                </c:pt>
                <c:pt idx="119">
                  <c:v>45891</c:v>
                </c:pt>
                <c:pt idx="120">
                  <c:v>45894</c:v>
                </c:pt>
                <c:pt idx="121">
                  <c:v>45895</c:v>
                </c:pt>
                <c:pt idx="122">
                  <c:v>45896</c:v>
                </c:pt>
                <c:pt idx="123">
                  <c:v>45897</c:v>
                </c:pt>
                <c:pt idx="124">
                  <c:v>45898</c:v>
                </c:pt>
                <c:pt idx="125">
                  <c:v>45901</c:v>
                </c:pt>
                <c:pt idx="126">
                  <c:v>45902</c:v>
                </c:pt>
                <c:pt idx="127">
                  <c:v>45903</c:v>
                </c:pt>
                <c:pt idx="128">
                  <c:v>45904</c:v>
                </c:pt>
                <c:pt idx="129">
                  <c:v>45905</c:v>
                </c:pt>
                <c:pt idx="130">
                  <c:v>45908</c:v>
                </c:pt>
                <c:pt idx="131">
                  <c:v>45909</c:v>
                </c:pt>
                <c:pt idx="132">
                  <c:v>45910</c:v>
                </c:pt>
                <c:pt idx="133">
                  <c:v>45911</c:v>
                </c:pt>
                <c:pt idx="134">
                  <c:v>45912</c:v>
                </c:pt>
                <c:pt idx="135">
                  <c:v>45915</c:v>
                </c:pt>
                <c:pt idx="136">
                  <c:v>45916</c:v>
                </c:pt>
                <c:pt idx="137">
                  <c:v>45917</c:v>
                </c:pt>
                <c:pt idx="138">
                  <c:v>45918</c:v>
                </c:pt>
                <c:pt idx="139">
                  <c:v>45919</c:v>
                </c:pt>
                <c:pt idx="140">
                  <c:v>45922</c:v>
                </c:pt>
                <c:pt idx="141">
                  <c:v>45923</c:v>
                </c:pt>
                <c:pt idx="142">
                  <c:v>45924</c:v>
                </c:pt>
                <c:pt idx="143">
                  <c:v>45925</c:v>
                </c:pt>
                <c:pt idx="144">
                  <c:v>45926</c:v>
                </c:pt>
                <c:pt idx="145">
                  <c:v>45929</c:v>
                </c:pt>
                <c:pt idx="146">
                  <c:v>45930</c:v>
                </c:pt>
                <c:pt idx="147">
                  <c:v>45931</c:v>
                </c:pt>
                <c:pt idx="148">
                  <c:v>45932</c:v>
                </c:pt>
                <c:pt idx="149">
                  <c:v>45933</c:v>
                </c:pt>
                <c:pt idx="150">
                  <c:v>45936</c:v>
                </c:pt>
                <c:pt idx="151">
                  <c:v>45937</c:v>
                </c:pt>
                <c:pt idx="152">
                  <c:v>45938</c:v>
                </c:pt>
                <c:pt idx="153">
                  <c:v>45939</c:v>
                </c:pt>
                <c:pt idx="154">
                  <c:v>45940</c:v>
                </c:pt>
                <c:pt idx="155">
                  <c:v>45943</c:v>
                </c:pt>
                <c:pt idx="156">
                  <c:v>45944</c:v>
                </c:pt>
                <c:pt idx="157">
                  <c:v>45945</c:v>
                </c:pt>
                <c:pt idx="158">
                  <c:v>45946</c:v>
                </c:pt>
                <c:pt idx="159">
                  <c:v>45947</c:v>
                </c:pt>
                <c:pt idx="160">
                  <c:v>45950</c:v>
                </c:pt>
                <c:pt idx="161">
                  <c:v>45951</c:v>
                </c:pt>
                <c:pt idx="162">
                  <c:v>45952</c:v>
                </c:pt>
                <c:pt idx="163">
                  <c:v>45953</c:v>
                </c:pt>
                <c:pt idx="164">
                  <c:v>45954</c:v>
                </c:pt>
                <c:pt idx="165">
                  <c:v>45957</c:v>
                </c:pt>
                <c:pt idx="166">
                  <c:v>45958</c:v>
                </c:pt>
                <c:pt idx="167">
                  <c:v>45959</c:v>
                </c:pt>
                <c:pt idx="168">
                  <c:v>45960</c:v>
                </c:pt>
                <c:pt idx="169">
                  <c:v>45961</c:v>
                </c:pt>
                <c:pt idx="170">
                  <c:v>45964</c:v>
                </c:pt>
                <c:pt idx="171">
                  <c:v>45965</c:v>
                </c:pt>
                <c:pt idx="172">
                  <c:v>45966</c:v>
                </c:pt>
                <c:pt idx="173">
                  <c:v>45967</c:v>
                </c:pt>
                <c:pt idx="174">
                  <c:v>45968</c:v>
                </c:pt>
                <c:pt idx="175">
                  <c:v>45971</c:v>
                </c:pt>
                <c:pt idx="176">
                  <c:v>45972</c:v>
                </c:pt>
                <c:pt idx="177">
                  <c:v>45973</c:v>
                </c:pt>
                <c:pt idx="178">
                  <c:v>45974</c:v>
                </c:pt>
                <c:pt idx="179">
                  <c:v>45975</c:v>
                </c:pt>
                <c:pt idx="180">
                  <c:v>45978</c:v>
                </c:pt>
                <c:pt idx="181">
                  <c:v>45979</c:v>
                </c:pt>
                <c:pt idx="182">
                  <c:v>45980</c:v>
                </c:pt>
                <c:pt idx="183">
                  <c:v>45982</c:v>
                </c:pt>
                <c:pt idx="184">
                  <c:v>45985</c:v>
                </c:pt>
                <c:pt idx="185">
                  <c:v>45986</c:v>
                </c:pt>
                <c:pt idx="186">
                  <c:v>45987</c:v>
                </c:pt>
                <c:pt idx="187">
                  <c:v>45988</c:v>
                </c:pt>
                <c:pt idx="188">
                  <c:v>45989</c:v>
                </c:pt>
                <c:pt idx="189">
                  <c:v>45992</c:v>
                </c:pt>
                <c:pt idx="190">
                  <c:v>45993</c:v>
                </c:pt>
                <c:pt idx="191">
                  <c:v>45994</c:v>
                </c:pt>
                <c:pt idx="192">
                  <c:v>45995</c:v>
                </c:pt>
                <c:pt idx="193">
                  <c:v>45996</c:v>
                </c:pt>
                <c:pt idx="194">
                  <c:v>45999</c:v>
                </c:pt>
                <c:pt idx="195">
                  <c:v>46000</c:v>
                </c:pt>
                <c:pt idx="196">
                  <c:v>46001</c:v>
                </c:pt>
                <c:pt idx="197">
                  <c:v>46002</c:v>
                </c:pt>
                <c:pt idx="198">
                  <c:v>46003</c:v>
                </c:pt>
                <c:pt idx="199">
                  <c:v>46006</c:v>
                </c:pt>
                <c:pt idx="200">
                  <c:v>46007</c:v>
                </c:pt>
                <c:pt idx="201">
                  <c:v>46008</c:v>
                </c:pt>
                <c:pt idx="202">
                  <c:v>46009</c:v>
                </c:pt>
                <c:pt idx="203">
                  <c:v>46010</c:v>
                </c:pt>
                <c:pt idx="204">
                  <c:v>46013</c:v>
                </c:pt>
                <c:pt idx="205">
                  <c:v>46014</c:v>
                </c:pt>
                <c:pt idx="206">
                  <c:v>46017</c:v>
                </c:pt>
                <c:pt idx="207">
                  <c:v>46020</c:v>
                </c:pt>
                <c:pt idx="208">
                  <c:v>46021</c:v>
                </c:pt>
                <c:pt idx="209">
                  <c:v>46024</c:v>
                </c:pt>
                <c:pt idx="210">
                  <c:v>46027</c:v>
                </c:pt>
                <c:pt idx="211">
                  <c:v>46028</c:v>
                </c:pt>
                <c:pt idx="212">
                  <c:v>46029</c:v>
                </c:pt>
                <c:pt idx="213">
                  <c:v>46030</c:v>
                </c:pt>
                <c:pt idx="214">
                  <c:v>46031</c:v>
                </c:pt>
                <c:pt idx="215">
                  <c:v>46034</c:v>
                </c:pt>
                <c:pt idx="216">
                  <c:v>46035</c:v>
                </c:pt>
                <c:pt idx="217">
                  <c:v>46036</c:v>
                </c:pt>
                <c:pt idx="218">
                  <c:v>46037</c:v>
                </c:pt>
                <c:pt idx="219">
                  <c:v>46038</c:v>
                </c:pt>
                <c:pt idx="220">
                  <c:v>46041</c:v>
                </c:pt>
                <c:pt idx="221">
                  <c:v>46042</c:v>
                </c:pt>
                <c:pt idx="222">
                  <c:v>46043</c:v>
                </c:pt>
                <c:pt idx="223">
                  <c:v>46044</c:v>
                </c:pt>
                <c:pt idx="224">
                  <c:v>46045</c:v>
                </c:pt>
                <c:pt idx="225">
                  <c:v>46048</c:v>
                </c:pt>
                <c:pt idx="226">
                  <c:v>46049</c:v>
                </c:pt>
                <c:pt idx="227">
                  <c:v>46050</c:v>
                </c:pt>
                <c:pt idx="228">
                  <c:v>46051</c:v>
                </c:pt>
                <c:pt idx="229">
                  <c:v>46052</c:v>
                </c:pt>
                <c:pt idx="230">
                  <c:v>46055</c:v>
                </c:pt>
                <c:pt idx="231">
                  <c:v>46056</c:v>
                </c:pt>
                <c:pt idx="232">
                  <c:v>46057</c:v>
                </c:pt>
                <c:pt idx="233">
                  <c:v>46058</c:v>
                </c:pt>
                <c:pt idx="234">
                  <c:v>46059</c:v>
                </c:pt>
                <c:pt idx="235">
                  <c:v>46062</c:v>
                </c:pt>
                <c:pt idx="236">
                  <c:v>46063</c:v>
                </c:pt>
                <c:pt idx="237">
                  <c:v>46064</c:v>
                </c:pt>
                <c:pt idx="238">
                  <c:v>46065</c:v>
                </c:pt>
                <c:pt idx="239">
                  <c:v>46066</c:v>
                </c:pt>
                <c:pt idx="240">
                  <c:v>46071</c:v>
                </c:pt>
                <c:pt idx="241">
                  <c:v>46072</c:v>
                </c:pt>
                <c:pt idx="242">
                  <c:v>46073</c:v>
                </c:pt>
                <c:pt idx="243">
                  <c:v>46076</c:v>
                </c:pt>
                <c:pt idx="244">
                  <c:v>46077</c:v>
                </c:pt>
                <c:pt idx="245">
                  <c:v>46078</c:v>
                </c:pt>
                <c:pt idx="246">
                  <c:v>46079</c:v>
                </c:pt>
                <c:pt idx="247">
                  <c:v>46080</c:v>
                </c:pt>
                <c:pt idx="248">
                  <c:v>46083</c:v>
                </c:pt>
                <c:pt idx="249">
                  <c:v>46084</c:v>
                </c:pt>
                <c:pt idx="250">
                  <c:v>46085</c:v>
                </c:pt>
                <c:pt idx="251">
                  <c:v>46086</c:v>
                </c:pt>
                <c:pt idx="252">
                  <c:v>46087</c:v>
                </c:pt>
                <c:pt idx="253">
                  <c:v>46090</c:v>
                </c:pt>
                <c:pt idx="254">
                  <c:v>46091</c:v>
                </c:pt>
                <c:pt idx="255">
                  <c:v>46092</c:v>
                </c:pt>
                <c:pt idx="256">
                  <c:v>46093</c:v>
                </c:pt>
                <c:pt idx="257">
                  <c:v>46094</c:v>
                </c:pt>
                <c:pt idx="258">
                  <c:v>46097</c:v>
                </c:pt>
                <c:pt idx="259">
                  <c:v>46098</c:v>
                </c:pt>
                <c:pt idx="260">
                  <c:v>46099</c:v>
                </c:pt>
                <c:pt idx="261">
                  <c:v>46100</c:v>
                </c:pt>
                <c:pt idx="262">
                  <c:v>46101</c:v>
                </c:pt>
                <c:pt idx="263">
                  <c:v>46104</c:v>
                </c:pt>
                <c:pt idx="264">
                  <c:v>46105</c:v>
                </c:pt>
                <c:pt idx="265">
                  <c:v>46106</c:v>
                </c:pt>
                <c:pt idx="266">
                  <c:v>46107</c:v>
                </c:pt>
                <c:pt idx="267">
                  <c:v>46108</c:v>
                </c:pt>
                <c:pt idx="268">
                  <c:v>46111</c:v>
                </c:pt>
                <c:pt idx="269">
                  <c:v>46112</c:v>
                </c:pt>
                <c:pt idx="270">
                  <c:v>46113</c:v>
                </c:pt>
                <c:pt idx="271">
                  <c:v>46114</c:v>
                </c:pt>
                <c:pt idx="272">
                  <c:v>46118</c:v>
                </c:pt>
                <c:pt idx="273">
                  <c:v>46119</c:v>
                </c:pt>
                <c:pt idx="274">
                  <c:v>46120</c:v>
                </c:pt>
                <c:pt idx="275">
                  <c:v>46121</c:v>
                </c:pt>
                <c:pt idx="276">
                  <c:v>46122</c:v>
                </c:pt>
                <c:pt idx="277">
                  <c:v>46125</c:v>
                </c:pt>
                <c:pt idx="278">
                  <c:v>46126</c:v>
                </c:pt>
                <c:pt idx="279">
                  <c:v>46127</c:v>
                </c:pt>
                <c:pt idx="280">
                  <c:v>46128</c:v>
                </c:pt>
                <c:pt idx="281">
                  <c:v>46129</c:v>
                </c:pt>
                <c:pt idx="282">
                  <c:v>46132</c:v>
                </c:pt>
                <c:pt idx="283">
                  <c:v>46134</c:v>
                </c:pt>
                <c:pt idx="284">
                  <c:v>46135</c:v>
                </c:pt>
                <c:pt idx="285">
                  <c:v>46136</c:v>
                </c:pt>
                <c:pt idx="286">
                  <c:v>46139</c:v>
                </c:pt>
                <c:pt idx="287">
                  <c:v>46140</c:v>
                </c:pt>
                <c:pt idx="288">
                  <c:v>46141</c:v>
                </c:pt>
                <c:pt idx="289">
                  <c:v>46142</c:v>
                </c:pt>
                <c:pt idx="290">
                  <c:v>46146</c:v>
                </c:pt>
                <c:pt idx="291">
                  <c:v>46147</c:v>
                </c:pt>
                <c:pt idx="292">
                  <c:v>46148</c:v>
                </c:pt>
                <c:pt idx="293">
                  <c:v>46149</c:v>
                </c:pt>
                <c:pt idx="294">
                  <c:v>46150</c:v>
                </c:pt>
                <c:pt idx="295">
                  <c:v>46153</c:v>
                </c:pt>
                <c:pt idx="296">
                  <c:v>46154</c:v>
                </c:pt>
                <c:pt idx="297">
                  <c:v>46155</c:v>
                </c:pt>
                <c:pt idx="298">
                  <c:v>46156</c:v>
                </c:pt>
                <c:pt idx="299">
                  <c:v>46157</c:v>
                </c:pt>
                <c:pt idx="300">
                  <c:v>46160</c:v>
                </c:pt>
                <c:pt idx="301">
                  <c:v>46161</c:v>
                </c:pt>
                <c:pt idx="302">
                  <c:v>46162</c:v>
                </c:pt>
                <c:pt idx="303">
                  <c:v>46163</c:v>
                </c:pt>
                <c:pt idx="304">
                  <c:v>46164</c:v>
                </c:pt>
                <c:pt idx="305">
                  <c:v>46167</c:v>
                </c:pt>
                <c:pt idx="306">
                  <c:v>46168</c:v>
                </c:pt>
                <c:pt idx="307">
                  <c:v>46169</c:v>
                </c:pt>
                <c:pt idx="308">
                  <c:v>46170</c:v>
                </c:pt>
                <c:pt idx="309">
                  <c:v>46171</c:v>
                </c:pt>
                <c:pt idx="310">
                  <c:v>46174</c:v>
                </c:pt>
                <c:pt idx="311">
                  <c:v>46175</c:v>
                </c:pt>
                <c:pt idx="312">
                  <c:v>46176</c:v>
                </c:pt>
                <c:pt idx="313">
                  <c:v>46178</c:v>
                </c:pt>
                <c:pt idx="314">
                  <c:v>46181</c:v>
                </c:pt>
                <c:pt idx="315">
                  <c:v>46182</c:v>
                </c:pt>
                <c:pt idx="316">
                  <c:v>46183</c:v>
                </c:pt>
                <c:pt idx="317">
                  <c:v>46184</c:v>
                </c:pt>
                <c:pt idx="318">
                  <c:v>46185</c:v>
                </c:pt>
                <c:pt idx="319">
                  <c:v>46188</c:v>
                </c:pt>
                <c:pt idx="320">
                  <c:v>46189</c:v>
                </c:pt>
                <c:pt idx="321">
                  <c:v>46190</c:v>
                </c:pt>
                <c:pt idx="322">
                  <c:v>46191</c:v>
                </c:pt>
                <c:pt idx="323">
                  <c:v>46192</c:v>
                </c:pt>
                <c:pt idx="324">
                  <c:v>46195</c:v>
                </c:pt>
                <c:pt idx="325">
                  <c:v>46196</c:v>
                </c:pt>
                <c:pt idx="326">
                  <c:v>46197</c:v>
                </c:pt>
                <c:pt idx="327">
                  <c:v>46198</c:v>
                </c:pt>
                <c:pt idx="328">
                  <c:v>46199</c:v>
                </c:pt>
                <c:pt idx="329">
                  <c:v>46202</c:v>
                </c:pt>
                <c:pt idx="330">
                  <c:v>46203</c:v>
                </c:pt>
                <c:pt idx="331">
                  <c:v>46204</c:v>
                </c:pt>
                <c:pt idx="332">
                  <c:v>46205</c:v>
                </c:pt>
                <c:pt idx="333">
                  <c:v>46206</c:v>
                </c:pt>
                <c:pt idx="334">
                  <c:v>46209</c:v>
                </c:pt>
                <c:pt idx="335">
                  <c:v>46210</c:v>
                </c:pt>
                <c:pt idx="336">
                  <c:v>46211</c:v>
                </c:pt>
                <c:pt idx="337">
                  <c:v>46212</c:v>
                </c:pt>
                <c:pt idx="338">
                  <c:v>46213</c:v>
                </c:pt>
                <c:pt idx="339">
                  <c:v>46216</c:v>
                </c:pt>
                <c:pt idx="340">
                  <c:v>46217</c:v>
                </c:pt>
                <c:pt idx="341">
                  <c:v>46218</c:v>
                </c:pt>
                <c:pt idx="342">
                  <c:v>46219</c:v>
                </c:pt>
                <c:pt idx="343">
                  <c:v>46220</c:v>
                </c:pt>
                <c:pt idx="344">
                  <c:v>46223</c:v>
                </c:pt>
                <c:pt idx="345">
                  <c:v>46224</c:v>
                </c:pt>
                <c:pt idx="346">
                  <c:v>46225</c:v>
                </c:pt>
                <c:pt idx="347">
                  <c:v>46226</c:v>
                </c:pt>
                <c:pt idx="348">
                  <c:v>46227</c:v>
                </c:pt>
                <c:pt idx="349">
                  <c:v>46230</c:v>
                </c:pt>
                <c:pt idx="350">
                  <c:v>46231</c:v>
                </c:pt>
                <c:pt idx="351">
                  <c:v>46232</c:v>
                </c:pt>
                <c:pt idx="352">
                  <c:v>46233</c:v>
                </c:pt>
                <c:pt idx="353">
                  <c:v>46234</c:v>
                </c:pt>
                <c:pt idx="354">
                  <c:v>46237</c:v>
                </c:pt>
                <c:pt idx="355">
                  <c:v>46238</c:v>
                </c:pt>
                <c:pt idx="356">
                  <c:v>46239</c:v>
                </c:pt>
                <c:pt idx="357">
                  <c:v>46240</c:v>
                </c:pt>
                <c:pt idx="358">
                  <c:v>46241</c:v>
                </c:pt>
                <c:pt idx="359">
                  <c:v>46244</c:v>
                </c:pt>
                <c:pt idx="360">
                  <c:v>46245</c:v>
                </c:pt>
                <c:pt idx="361">
                  <c:v>46246</c:v>
                </c:pt>
                <c:pt idx="362">
                  <c:v>46247</c:v>
                </c:pt>
                <c:pt idx="363">
                  <c:v>46248</c:v>
                </c:pt>
                <c:pt idx="364">
                  <c:v>46251</c:v>
                </c:pt>
                <c:pt idx="365">
                  <c:v>46252</c:v>
                </c:pt>
                <c:pt idx="366">
                  <c:v>46253</c:v>
                </c:pt>
                <c:pt idx="367">
                  <c:v>46254</c:v>
                </c:pt>
                <c:pt idx="368">
                  <c:v>46255</c:v>
                </c:pt>
                <c:pt idx="369">
                  <c:v>46258</c:v>
                </c:pt>
                <c:pt idx="370">
                  <c:v>46259</c:v>
                </c:pt>
                <c:pt idx="371">
                  <c:v>46260</c:v>
                </c:pt>
                <c:pt idx="372">
                  <c:v>46261</c:v>
                </c:pt>
                <c:pt idx="373">
                  <c:v>46262</c:v>
                </c:pt>
              </c:numCache>
            </c:numRef>
          </c:cat>
          <c:val>
            <c:numRef>
              <c:f>'Charts Base 100'!$N$4:$N$10000</c:f>
              <c:numCache>
                <c:formatCode>0.0</c:formatCode>
                <c:ptCount val="9997"/>
                <c:pt idx="0" formatCode="General">
                  <c:v>100</c:v>
                </c:pt>
                <c:pt idx="1">
                  <c:v>99.92527654688196</c:v>
                </c:pt>
                <c:pt idx="2">
                  <c:v>100.3657370193484</c:v>
                </c:pt>
                <c:pt idx="3">
                  <c:v>101.5231769402188</c:v>
                </c:pt>
                <c:pt idx="4">
                  <c:v>101.0105231128924</c:v>
                </c:pt>
                <c:pt idx="5">
                  <c:v>100.3439320419304</c:v>
                </c:pt>
                <c:pt idx="6">
                  <c:v>100.7849501897097</c:v>
                </c:pt>
                <c:pt idx="7">
                  <c:v>102.2174680179838</c:v>
                </c:pt>
                <c:pt idx="8">
                  <c:v>103.61985841779421</c:v>
                </c:pt>
                <c:pt idx="9">
                  <c:v>104.62339525849281</c:v>
                </c:pt>
                <c:pt idx="10">
                  <c:v>105.73512029826951</c:v>
                </c:pt>
                <c:pt idx="11">
                  <c:v>106.6728572309208</c:v>
                </c:pt>
                <c:pt idx="12">
                  <c:v>106.3159110404365</c:v>
                </c:pt>
                <c:pt idx="13">
                  <c:v>106.4850273141834</c:v>
                </c:pt>
                <c:pt idx="14">
                  <c:v>106.0541853776067</c:v>
                </c:pt>
                <c:pt idx="15">
                  <c:v>106.6449612763338</c:v>
                </c:pt>
                <c:pt idx="16">
                  <c:v>107.0770014898538</c:v>
                </c:pt>
                <c:pt idx="17">
                  <c:v>107.851466152689</c:v>
                </c:pt>
                <c:pt idx="18">
                  <c:v>106.8624134473304</c:v>
                </c:pt>
                <c:pt idx="19">
                  <c:v>105.1699954109105</c:v>
                </c:pt>
                <c:pt idx="20">
                  <c:v>105.8889162206119</c:v>
                </c:pt>
                <c:pt idx="21">
                  <c:v>105.71027033799611</c:v>
                </c:pt>
                <c:pt idx="22">
                  <c:v>105.97597284113991</c:v>
                </c:pt>
                <c:pt idx="23">
                  <c:v>102.8404683036502</c:v>
                </c:pt>
                <c:pt idx="24">
                  <c:v>101.60979809075791</c:v>
                </c:pt>
                <c:pt idx="25">
                  <c:v>100.29509858285709</c:v>
                </c:pt>
                <c:pt idx="26">
                  <c:v>103.6040911749073</c:v>
                </c:pt>
                <c:pt idx="27">
                  <c:v>102.4164675516689</c:v>
                </c:pt>
                <c:pt idx="28">
                  <c:v>103.32213258895671</c:v>
                </c:pt>
                <c:pt idx="29">
                  <c:v>104.5757297696954</c:v>
                </c:pt>
                <c:pt idx="30">
                  <c:v>104.62195463478849</c:v>
                </c:pt>
                <c:pt idx="31">
                  <c:v>103.94334481431891</c:v>
                </c:pt>
                <c:pt idx="32">
                  <c:v>104.9726171097515</c:v>
                </c:pt>
                <c:pt idx="33">
                  <c:v>106.11296910628251</c:v>
                </c:pt>
                <c:pt idx="34">
                  <c:v>106.9707096801323</c:v>
                </c:pt>
                <c:pt idx="35">
                  <c:v>108.8985708746015</c:v>
                </c:pt>
                <c:pt idx="36">
                  <c:v>108.5051848277099</c:v>
                </c:pt>
                <c:pt idx="37">
                  <c:v>108.9314633310611</c:v>
                </c:pt>
                <c:pt idx="38">
                  <c:v>108.68527653573391</c:v>
                </c:pt>
                <c:pt idx="39">
                  <c:v>108.8542280503015</c:v>
                </c:pt>
                <c:pt idx="40">
                  <c:v>109.53936988928849</c:v>
                </c:pt>
                <c:pt idx="41">
                  <c:v>107.8388063868519</c:v>
                </c:pt>
                <c:pt idx="42">
                  <c:v>107.21992444553931</c:v>
                </c:pt>
                <c:pt idx="43">
                  <c:v>107.31363509935851</c:v>
                </c:pt>
                <c:pt idx="44">
                  <c:v>108.7504970957317</c:v>
                </c:pt>
                <c:pt idx="45">
                  <c:v>109.42402252551121</c:v>
                </c:pt>
                <c:pt idx="46">
                  <c:v>109.5645507921857</c:v>
                </c:pt>
                <c:pt idx="47">
                  <c:v>111.5906640014297</c:v>
                </c:pt>
                <c:pt idx="48">
                  <c:v>111.5315987836543</c:v>
                </c:pt>
                <c:pt idx="49">
                  <c:v>112.2469048393484</c:v>
                </c:pt>
                <c:pt idx="50">
                  <c:v>112.2068887141689</c:v>
                </c:pt>
                <c:pt idx="51">
                  <c:v>112.3824788633333</c:v>
                </c:pt>
                <c:pt idx="52">
                  <c:v>113.0477053293925</c:v>
                </c:pt>
                <c:pt idx="53">
                  <c:v>111.0949737758685</c:v>
                </c:pt>
                <c:pt idx="54">
                  <c:v>111.0095661858191</c:v>
                </c:pt>
                <c:pt idx="55">
                  <c:v>111.20664884547971</c:v>
                </c:pt>
                <c:pt idx="56">
                  <c:v>111.3678672451926</c:v>
                </c:pt>
                <c:pt idx="57">
                  <c:v>111.8557496409106</c:v>
                </c:pt>
                <c:pt idx="58">
                  <c:v>111.3403266181015</c:v>
                </c:pt>
                <c:pt idx="59">
                  <c:v>110.9574989383019</c:v>
                </c:pt>
                <c:pt idx="60">
                  <c:v>110.2173499096812</c:v>
                </c:pt>
                <c:pt idx="61">
                  <c:v>110.10175738142981</c:v>
                </c:pt>
                <c:pt idx="62">
                  <c:v>110.63654249691371</c:v>
                </c:pt>
                <c:pt idx="63">
                  <c:v>109.8571774014018</c:v>
                </c:pt>
                <c:pt idx="64">
                  <c:v>109.84565186072651</c:v>
                </c:pt>
                <c:pt idx="65">
                  <c:v>109.8238201167444</c:v>
                </c:pt>
                <c:pt idx="66">
                  <c:v>109.229733491435</c:v>
                </c:pt>
                <c:pt idx="67">
                  <c:v>110.061112216292</c:v>
                </c:pt>
                <c:pt idx="68">
                  <c:v>110.7804470694942</c:v>
                </c:pt>
                <c:pt idx="69">
                  <c:v>111.1198406379393</c:v>
                </c:pt>
                <c:pt idx="70">
                  <c:v>110.7874557647656</c:v>
                </c:pt>
                <c:pt idx="71">
                  <c:v>112.5951898868518</c:v>
                </c:pt>
                <c:pt idx="72">
                  <c:v>112.4377392627312</c:v>
                </c:pt>
                <c:pt idx="73">
                  <c:v>111.65862517228</c:v>
                </c:pt>
                <c:pt idx="74">
                  <c:v>110.2657851576428</c:v>
                </c:pt>
                <c:pt idx="75">
                  <c:v>110.51076872431641</c:v>
                </c:pt>
                <c:pt idx="76">
                  <c:v>111.2779123479564</c:v>
                </c:pt>
                <c:pt idx="77">
                  <c:v>110.16522592143041</c:v>
                </c:pt>
                <c:pt idx="78">
                  <c:v>111.03304996979659</c:v>
                </c:pt>
                <c:pt idx="79">
                  <c:v>110.8509841592046</c:v>
                </c:pt>
                <c:pt idx="80">
                  <c:v>112.3430426755357</c:v>
                </c:pt>
                <c:pt idx="81">
                  <c:v>112.4351802239192</c:v>
                </c:pt>
                <c:pt idx="82">
                  <c:v>110.80110355740661</c:v>
                </c:pt>
                <c:pt idx="83">
                  <c:v>112.3463787644924</c:v>
                </c:pt>
                <c:pt idx="84">
                  <c:v>112.58809726063819</c:v>
                </c:pt>
                <c:pt idx="85">
                  <c:v>111.46757947799929</c:v>
                </c:pt>
                <c:pt idx="86">
                  <c:v>111.6079063419256</c:v>
                </c:pt>
                <c:pt idx="87">
                  <c:v>110.5646664598098</c:v>
                </c:pt>
                <c:pt idx="88">
                  <c:v>109.5354862297623</c:v>
                </c:pt>
                <c:pt idx="89">
                  <c:v>108.785613163541</c:v>
                </c:pt>
                <c:pt idx="90">
                  <c:v>107.65360986933329</c:v>
                </c:pt>
                <c:pt idx="91">
                  <c:v>108.3930476955167</c:v>
                </c:pt>
                <c:pt idx="92">
                  <c:v>108.3961030978104</c:v>
                </c:pt>
                <c:pt idx="93">
                  <c:v>108.659112932745</c:v>
                </c:pt>
                <c:pt idx="94">
                  <c:v>106.1780504966474</c:v>
                </c:pt>
                <c:pt idx="95">
                  <c:v>105.9769414122492</c:v>
                </c:pt>
                <c:pt idx="96">
                  <c:v>105.567833643583</c:v>
                </c:pt>
                <c:pt idx="97">
                  <c:v>106.5541200513921</c:v>
                </c:pt>
                <c:pt idx="98">
                  <c:v>104.93992689302139</c:v>
                </c:pt>
                <c:pt idx="99">
                  <c:v>104.76027465646141</c:v>
                </c:pt>
                <c:pt idx="100">
                  <c:v>103.5616840829356</c:v>
                </c:pt>
                <c:pt idx="101">
                  <c:v>103.8491888517766</c:v>
                </c:pt>
                <c:pt idx="102">
                  <c:v>104.95651440397179</c:v>
                </c:pt>
                <c:pt idx="103">
                  <c:v>103.9481433929939</c:v>
                </c:pt>
                <c:pt idx="104">
                  <c:v>103.78425738741331</c:v>
                </c:pt>
                <c:pt idx="105">
                  <c:v>104.1538809965954</c:v>
                </c:pt>
                <c:pt idx="106">
                  <c:v>104.2830999068111</c:v>
                </c:pt>
                <c:pt idx="107">
                  <c:v>106.034412487924</c:v>
                </c:pt>
                <c:pt idx="108">
                  <c:v>108.727129669625</c:v>
                </c:pt>
                <c:pt idx="109">
                  <c:v>108.2694129729731</c:v>
                </c:pt>
                <c:pt idx="110">
                  <c:v>107.9041839808268</c:v>
                </c:pt>
                <c:pt idx="111">
                  <c:v>109.6246560258072</c:v>
                </c:pt>
                <c:pt idx="112">
                  <c:v>107.87239273989741</c:v>
                </c:pt>
                <c:pt idx="113">
                  <c:v>107.5553444594271</c:v>
                </c:pt>
                <c:pt idx="114">
                  <c:v>107.5310647069102</c:v>
                </c:pt>
                <c:pt idx="115">
                  <c:v>107.8334227076503</c:v>
                </c:pt>
                <c:pt idx="116">
                  <c:v>105.58423632626911</c:v>
                </c:pt>
                <c:pt idx="117">
                  <c:v>105.97522401498151</c:v>
                </c:pt>
                <c:pt idx="118">
                  <c:v>105.7830093228512</c:v>
                </c:pt>
                <c:pt idx="119">
                  <c:v>108.31684049139579</c:v>
                </c:pt>
                <c:pt idx="120">
                  <c:v>108.54609941107999</c:v>
                </c:pt>
                <c:pt idx="121">
                  <c:v>107.9660333584149</c:v>
                </c:pt>
                <c:pt idx="122">
                  <c:v>109.36917957726391</c:v>
                </c:pt>
                <c:pt idx="123">
                  <c:v>110.9669779752205</c:v>
                </c:pt>
                <c:pt idx="124">
                  <c:v>110.9221250261371</c:v>
                </c:pt>
                <c:pt idx="125">
                  <c:v>111.1043497247571</c:v>
                </c:pt>
                <c:pt idx="126">
                  <c:v>110.45969590450871</c:v>
                </c:pt>
                <c:pt idx="127">
                  <c:v>110.09011947376931</c:v>
                </c:pt>
                <c:pt idx="128">
                  <c:v>110.8500946821143</c:v>
                </c:pt>
                <c:pt idx="129">
                  <c:v>112.0958876585803</c:v>
                </c:pt>
                <c:pt idx="130">
                  <c:v>111.04243363132331</c:v>
                </c:pt>
                <c:pt idx="131">
                  <c:v>110.8953948095279</c:v>
                </c:pt>
                <c:pt idx="132">
                  <c:v>111.2982966106164</c:v>
                </c:pt>
                <c:pt idx="133">
                  <c:v>112.2820194992417</c:v>
                </c:pt>
                <c:pt idx="134">
                  <c:v>111.5532027847142</c:v>
                </c:pt>
                <c:pt idx="135">
                  <c:v>112.6894826246901</c:v>
                </c:pt>
                <c:pt idx="136">
                  <c:v>113.2122239325756</c:v>
                </c:pt>
                <c:pt idx="137">
                  <c:v>114.0767153993054</c:v>
                </c:pt>
                <c:pt idx="138">
                  <c:v>114.46105798031751</c:v>
                </c:pt>
                <c:pt idx="139">
                  <c:v>115.2063155412757</c:v>
                </c:pt>
                <c:pt idx="140">
                  <c:v>114.1803843864672</c:v>
                </c:pt>
                <c:pt idx="141">
                  <c:v>115.336711959366</c:v>
                </c:pt>
                <c:pt idx="142">
                  <c:v>114.767348661718</c:v>
                </c:pt>
                <c:pt idx="143">
                  <c:v>113.67256876740259</c:v>
                </c:pt>
                <c:pt idx="144">
                  <c:v>114.1978031550524</c:v>
                </c:pt>
                <c:pt idx="145">
                  <c:v>115.65634620506719</c:v>
                </c:pt>
                <c:pt idx="146">
                  <c:v>115.4232080199388</c:v>
                </c:pt>
                <c:pt idx="147">
                  <c:v>114.8578540173193</c:v>
                </c:pt>
                <c:pt idx="148">
                  <c:v>113.4953765921765</c:v>
                </c:pt>
                <c:pt idx="149">
                  <c:v>113.70559907772351</c:v>
                </c:pt>
                <c:pt idx="150">
                  <c:v>112.396511898087</c:v>
                </c:pt>
                <c:pt idx="151">
                  <c:v>110.5050796786845</c:v>
                </c:pt>
                <c:pt idx="152">
                  <c:v>110.765756758078</c:v>
                </c:pt>
                <c:pt idx="153">
                  <c:v>110.3433782010824</c:v>
                </c:pt>
                <c:pt idx="154">
                  <c:v>109.7723604591893</c:v>
                </c:pt>
                <c:pt idx="155">
                  <c:v>110.26137412253441</c:v>
                </c:pt>
                <c:pt idx="156">
                  <c:v>109.8837714236531</c:v>
                </c:pt>
                <c:pt idx="157">
                  <c:v>110.6275391699606</c:v>
                </c:pt>
                <c:pt idx="158">
                  <c:v>110.5057978687794</c:v>
                </c:pt>
                <c:pt idx="159">
                  <c:v>111.68401296398039</c:v>
                </c:pt>
                <c:pt idx="160">
                  <c:v>113.2225017825303</c:v>
                </c:pt>
                <c:pt idx="161">
                  <c:v>112.9477030513053</c:v>
                </c:pt>
                <c:pt idx="162">
                  <c:v>114.02965382175471</c:v>
                </c:pt>
                <c:pt idx="163">
                  <c:v>114.2061846754837</c:v>
                </c:pt>
                <c:pt idx="164">
                  <c:v>114.75743611963981</c:v>
                </c:pt>
                <c:pt idx="165">
                  <c:v>115.4040821155058</c:v>
                </c:pt>
                <c:pt idx="166">
                  <c:v>115.356342725475</c:v>
                </c:pt>
                <c:pt idx="167">
                  <c:v>116.0007644128643</c:v>
                </c:pt>
                <c:pt idx="168">
                  <c:v>116.4443524579697</c:v>
                </c:pt>
                <c:pt idx="169">
                  <c:v>117.47939322560249</c:v>
                </c:pt>
                <c:pt idx="170">
                  <c:v>118.2598438918008</c:v>
                </c:pt>
                <c:pt idx="171">
                  <c:v>118.6581781441748</c:v>
                </c:pt>
                <c:pt idx="172">
                  <c:v>120.5674859849647</c:v>
                </c:pt>
                <c:pt idx="173">
                  <c:v>120.13554403838729</c:v>
                </c:pt>
                <c:pt idx="174">
                  <c:v>121.1345102711804</c:v>
                </c:pt>
                <c:pt idx="175">
                  <c:v>121.92225289674241</c:v>
                </c:pt>
                <c:pt idx="176">
                  <c:v>123.9014788264827</c:v>
                </c:pt>
                <c:pt idx="177">
                  <c:v>123.08850731996959</c:v>
                </c:pt>
                <c:pt idx="178">
                  <c:v>122.92847213032719</c:v>
                </c:pt>
                <c:pt idx="179">
                  <c:v>123.9762284520971</c:v>
                </c:pt>
                <c:pt idx="180">
                  <c:v>122.8318020364881</c:v>
                </c:pt>
                <c:pt idx="181">
                  <c:v>122.7788512800055</c:v>
                </c:pt>
                <c:pt idx="182">
                  <c:v>122.0043163670469</c:v>
                </c:pt>
                <c:pt idx="183">
                  <c:v>121.2902229038986</c:v>
                </c:pt>
                <c:pt idx="184">
                  <c:v>121.99821334663299</c:v>
                </c:pt>
                <c:pt idx="185">
                  <c:v>122.8085032088126</c:v>
                </c:pt>
                <c:pt idx="186">
                  <c:v>125.0856590157681</c:v>
                </c:pt>
                <c:pt idx="187">
                  <c:v>124.8161017463126</c:v>
                </c:pt>
                <c:pt idx="188">
                  <c:v>125.5958197442998</c:v>
                </c:pt>
                <c:pt idx="189">
                  <c:v>125.7775624896926</c:v>
                </c:pt>
                <c:pt idx="190">
                  <c:v>127.9536884619517</c:v>
                </c:pt>
                <c:pt idx="191">
                  <c:v>128.8369476154501</c:v>
                </c:pt>
                <c:pt idx="192">
                  <c:v>131.46445112667249</c:v>
                </c:pt>
                <c:pt idx="193">
                  <c:v>124.4482797017256</c:v>
                </c:pt>
                <c:pt idx="194">
                  <c:v>125.3192274601108</c:v>
                </c:pt>
                <c:pt idx="195">
                  <c:v>125.1456570436238</c:v>
                </c:pt>
                <c:pt idx="196">
                  <c:v>125.9213770572135</c:v>
                </c:pt>
                <c:pt idx="197">
                  <c:v>126.69852707001751</c:v>
                </c:pt>
                <c:pt idx="198">
                  <c:v>128.08565668908861</c:v>
                </c:pt>
                <c:pt idx="199">
                  <c:v>129.28380419250851</c:v>
                </c:pt>
                <c:pt idx="200">
                  <c:v>125.1326039739307</c:v>
                </c:pt>
                <c:pt idx="201">
                  <c:v>123.70561998629761</c:v>
                </c:pt>
                <c:pt idx="202">
                  <c:v>124.2138069152866</c:v>
                </c:pt>
                <c:pt idx="203">
                  <c:v>124.2581731874938</c:v>
                </c:pt>
                <c:pt idx="204">
                  <c:v>123.81813748808889</c:v>
                </c:pt>
                <c:pt idx="205">
                  <c:v>126.1809172783985</c:v>
                </c:pt>
                <c:pt idx="206">
                  <c:v>126.67313312280589</c:v>
                </c:pt>
                <c:pt idx="207">
                  <c:v>125.4047195618032</c:v>
                </c:pt>
                <c:pt idx="208">
                  <c:v>126.5017005730039</c:v>
                </c:pt>
                <c:pt idx="209">
                  <c:v>125.47307495755921</c:v>
                </c:pt>
                <c:pt idx="210">
                  <c:v>128.2477053789467</c:v>
                </c:pt>
                <c:pt idx="211">
                  <c:v>129.8682757469272</c:v>
                </c:pt>
                <c:pt idx="212">
                  <c:v>128.0135308039963</c:v>
                </c:pt>
                <c:pt idx="213">
                  <c:v>129.18894814375241</c:v>
                </c:pt>
                <c:pt idx="214">
                  <c:v>130.0831177375953</c:v>
                </c:pt>
                <c:pt idx="215">
                  <c:v>130.0398030158957</c:v>
                </c:pt>
                <c:pt idx="216">
                  <c:v>128.64832677274339</c:v>
                </c:pt>
                <c:pt idx="217">
                  <c:v>130.45245965556899</c:v>
                </c:pt>
                <c:pt idx="218">
                  <c:v>130.72763434445389</c:v>
                </c:pt>
                <c:pt idx="219">
                  <c:v>129.66079254762209</c:v>
                </c:pt>
                <c:pt idx="220">
                  <c:v>129.6627602931479</c:v>
                </c:pt>
                <c:pt idx="221">
                  <c:v>130.71698385566449</c:v>
                </c:pt>
                <c:pt idx="222">
                  <c:v>134.7731841225318</c:v>
                </c:pt>
                <c:pt idx="223">
                  <c:v>137.90755979453871</c:v>
                </c:pt>
                <c:pt idx="224">
                  <c:v>140.07918111369401</c:v>
                </c:pt>
                <c:pt idx="225">
                  <c:v>140.71589872155181</c:v>
                </c:pt>
                <c:pt idx="226">
                  <c:v>143.80234236992911</c:v>
                </c:pt>
                <c:pt idx="227">
                  <c:v>145.67659453099679</c:v>
                </c:pt>
                <c:pt idx="228">
                  <c:v>143.91252167515361</c:v>
                </c:pt>
                <c:pt idx="229">
                  <c:v>142.01012820030101</c:v>
                </c:pt>
                <c:pt idx="230">
                  <c:v>142.629375020721</c:v>
                </c:pt>
                <c:pt idx="231">
                  <c:v>144.26361760413201</c:v>
                </c:pt>
                <c:pt idx="232">
                  <c:v>140.9836832930194</c:v>
                </c:pt>
                <c:pt idx="233">
                  <c:v>141.5836786873661</c:v>
                </c:pt>
                <c:pt idx="234">
                  <c:v>142.7415070716192</c:v>
                </c:pt>
                <c:pt idx="235">
                  <c:v>145.7693575214474</c:v>
                </c:pt>
                <c:pt idx="236">
                  <c:v>146.1230232129507</c:v>
                </c:pt>
                <c:pt idx="237">
                  <c:v>147.8411249246856</c:v>
                </c:pt>
                <c:pt idx="238">
                  <c:v>145.48379071913391</c:v>
                </c:pt>
                <c:pt idx="239">
                  <c:v>144.83526624165381</c:v>
                </c:pt>
                <c:pt idx="240">
                  <c:v>145.1976278281571</c:v>
                </c:pt>
                <c:pt idx="241">
                  <c:v>146.95593670129119</c:v>
                </c:pt>
                <c:pt idx="242">
                  <c:v>148.74008207512159</c:v>
                </c:pt>
                <c:pt idx="243">
                  <c:v>146.38650843093191</c:v>
                </c:pt>
                <c:pt idx="244">
                  <c:v>149.02937861468379</c:v>
                </c:pt>
                <c:pt idx="245">
                  <c:v>147.51058030455891</c:v>
                </c:pt>
                <c:pt idx="246">
                  <c:v>147.68464989863509</c:v>
                </c:pt>
                <c:pt idx="247">
                  <c:v>145.85212378000051</c:v>
                </c:pt>
                <c:pt idx="248">
                  <c:v>146.73955372964679</c:v>
                </c:pt>
                <c:pt idx="249">
                  <c:v>141.98435609910459</c:v>
                </c:pt>
                <c:pt idx="250">
                  <c:v>144.71750657836009</c:v>
                </c:pt>
                <c:pt idx="251">
                  <c:v>140.37114895300891</c:v>
                </c:pt>
                <c:pt idx="252">
                  <c:v>139.56766982706719</c:v>
                </c:pt>
                <c:pt idx="253">
                  <c:v>140.04400612343539</c:v>
                </c:pt>
                <c:pt idx="254">
                  <c:v>142.83534600517331</c:v>
                </c:pt>
                <c:pt idx="255">
                  <c:v>143.5492773989092</c:v>
                </c:pt>
                <c:pt idx="256">
                  <c:v>140.04351372516729</c:v>
                </c:pt>
                <c:pt idx="257">
                  <c:v>138.13017011954199</c:v>
                </c:pt>
                <c:pt idx="258">
                  <c:v>140.27491452964381</c:v>
                </c:pt>
                <c:pt idx="259">
                  <c:v>141.23770716918159</c:v>
                </c:pt>
                <c:pt idx="260">
                  <c:v>141.01643992318151</c:v>
                </c:pt>
                <c:pt idx="261">
                  <c:v>141.03872949169681</c:v>
                </c:pt>
                <c:pt idx="262">
                  <c:v>136.77844254899199</c:v>
                </c:pt>
                <c:pt idx="263">
                  <c:v>142.31162644868641</c:v>
                </c:pt>
                <c:pt idx="264">
                  <c:v>142.8203564093773</c:v>
                </c:pt>
                <c:pt idx="265">
                  <c:v>145.68803509254539</c:v>
                </c:pt>
                <c:pt idx="266">
                  <c:v>142.79252726676441</c:v>
                </c:pt>
                <c:pt idx="267">
                  <c:v>141.62294832923089</c:v>
                </c:pt>
                <c:pt idx="268">
                  <c:v>141.72881749993471</c:v>
                </c:pt>
                <c:pt idx="269">
                  <c:v>146.66839245163749</c:v>
                </c:pt>
                <c:pt idx="270">
                  <c:v>147.4791238076437</c:v>
                </c:pt>
                <c:pt idx="271">
                  <c:v>147.45329708004499</c:v>
                </c:pt>
                <c:pt idx="272">
                  <c:v>147.24422980038929</c:v>
                </c:pt>
                <c:pt idx="273">
                  <c:v>147.33314524297941</c:v>
                </c:pt>
                <c:pt idx="274">
                  <c:v>151.174138491517</c:v>
                </c:pt>
                <c:pt idx="275">
                  <c:v>154.1047113177836</c:v>
                </c:pt>
                <c:pt idx="276">
                  <c:v>155.0982664956897</c:v>
                </c:pt>
                <c:pt idx="277">
                  <c:v>155.55639249502681</c:v>
                </c:pt>
                <c:pt idx="278">
                  <c:v>156.49999360233201</c:v>
                </c:pt>
                <c:pt idx="279">
                  <c:v>156.71259895155569</c:v>
                </c:pt>
                <c:pt idx="280">
                  <c:v>156.0111531422248</c:v>
                </c:pt>
                <c:pt idx="281">
                  <c:v>155.61738868967731</c:v>
                </c:pt>
                <c:pt idx="282">
                  <c:v>155.434268575446</c:v>
                </c:pt>
                <c:pt idx="283">
                  <c:v>152.42845678115691</c:v>
                </c:pt>
                <c:pt idx="284">
                  <c:v>150.12545373260849</c:v>
                </c:pt>
                <c:pt idx="285">
                  <c:v>150.06339570179441</c:v>
                </c:pt>
                <c:pt idx="286">
                  <c:v>148.69827982875739</c:v>
                </c:pt>
                <c:pt idx="287">
                  <c:v>147.2479231633987</c:v>
                </c:pt>
                <c:pt idx="288">
                  <c:v>144.28715692579109</c:v>
                </c:pt>
                <c:pt idx="289">
                  <c:v>145.81765965195959</c:v>
                </c:pt>
                <c:pt idx="290">
                  <c:v>145.2268609677709</c:v>
                </c:pt>
                <c:pt idx="291">
                  <c:v>146.31476914126969</c:v>
                </c:pt>
                <c:pt idx="292">
                  <c:v>147.5058806917078</c:v>
                </c:pt>
                <c:pt idx="293">
                  <c:v>144.656440879223</c:v>
                </c:pt>
                <c:pt idx="294">
                  <c:v>144.43171148468309</c:v>
                </c:pt>
                <c:pt idx="295">
                  <c:v>141.9339800881805</c:v>
                </c:pt>
                <c:pt idx="296">
                  <c:v>140.39664127936379</c:v>
                </c:pt>
                <c:pt idx="297">
                  <c:v>137.00528185684729</c:v>
                </c:pt>
                <c:pt idx="298">
                  <c:v>138.99167591376121</c:v>
                </c:pt>
                <c:pt idx="299">
                  <c:v>137.88318030686619</c:v>
                </c:pt>
                <c:pt idx="300">
                  <c:v>137.6327180744687</c:v>
                </c:pt>
                <c:pt idx="301">
                  <c:v>135.4654366379913</c:v>
                </c:pt>
                <c:pt idx="302">
                  <c:v>138.83772092632691</c:v>
                </c:pt>
                <c:pt idx="303">
                  <c:v>138.92238177439361</c:v>
                </c:pt>
                <c:pt idx="304">
                  <c:v>137.76247963933909</c:v>
                </c:pt>
                <c:pt idx="305">
                  <c:v>139.5336425632421</c:v>
                </c:pt>
                <c:pt idx="306">
                  <c:v>137.97214351512321</c:v>
                </c:pt>
                <c:pt idx="307">
                  <c:v>137.2079362199961</c:v>
                </c:pt>
                <c:pt idx="308">
                  <c:v>136.98683818732599</c:v>
                </c:pt>
                <c:pt idx="309">
                  <c:v>136.08309703138431</c:v>
                </c:pt>
                <c:pt idx="310">
                  <c:v>135.1267095280223</c:v>
                </c:pt>
                <c:pt idx="311">
                  <c:v>135.91728277466061</c:v>
                </c:pt>
                <c:pt idx="312">
                  <c:v>132.32775185023729</c:v>
                </c:pt>
                <c:pt idx="313">
                  <c:v>132.27826806538499</c:v>
                </c:pt>
                <c:pt idx="314">
                  <c:v>131.7666959176554</c:v>
                </c:pt>
                <c:pt idx="315">
                  <c:v>132.4617556509597</c:v>
                </c:pt>
                <c:pt idx="316">
                  <c:v>130.2266915155538</c:v>
                </c:pt>
                <c:pt idx="317">
                  <c:v>133.11474429809579</c:v>
                </c:pt>
                <c:pt idx="318">
                  <c:v>132.60660834760029</c:v>
                </c:pt>
                <c:pt idx="319">
                  <c:v>132.04617739513009</c:v>
                </c:pt>
                <c:pt idx="320">
                  <c:v>131.33142139971801</c:v>
                </c:pt>
                <c:pt idx="321">
                  <c:v>130.30218126770529</c:v>
                </c:pt>
                <c:pt idx="322">
                  <c:v>129.90006356720221</c:v>
                </c:pt>
                <c:pt idx="323">
                  <c:v>129.8356110033194</c:v>
                </c:pt>
                <c:pt idx="324">
                  <c:v>131.61056599993631</c:v>
                </c:pt>
                <c:pt idx="325">
                  <c:v>132.09363945781001</c:v>
                </c:pt>
                <c:pt idx="326">
                  <c:v>132.35052388182049</c:v>
                </c:pt>
                <c:pt idx="327">
                  <c:v>133.29613226628661</c:v>
                </c:pt>
                <c:pt idx="328">
                  <c:v>135.32084373247071</c:v>
                </c:pt>
                <c:pt idx="329">
                  <c:v>134.7053353104447</c:v>
                </c:pt>
                <c:pt idx="330">
                  <c:v>133.81821968421161</c:v>
                </c:pt>
                <c:pt idx="331">
                  <c:v>134.2119875928187</c:v>
                </c:pt>
                <c:pt idx="332">
                  <c:v>135.11694553835409</c:v>
                </c:pt>
                <c:pt idx="333">
                  <c:v>136.37384978287221</c:v>
                </c:pt>
                <c:pt idx="334">
                  <c:v>134.65650488808609</c:v>
                </c:pt>
                <c:pt idx="335">
                  <c:v>133.60827139014549</c:v>
                </c:pt>
                <c:pt idx="336">
                  <c:v>132.17622157379449</c:v>
                </c:pt>
                <c:pt idx="337">
                  <c:v>134.7934992024982</c:v>
                </c:pt>
                <c:pt idx="338">
                  <c:v>138.69437033002899</c:v>
                </c:pt>
                <c:pt idx="339">
                  <c:v>136.7329140290008</c:v>
                </c:pt>
                <c:pt idx="340">
                  <c:v>137.5769326198502</c:v>
                </c:pt>
                <c:pt idx="341">
                  <c:v>138.0405057204791</c:v>
                </c:pt>
                <c:pt idx="342">
                  <c:v>135.73277171618091</c:v>
                </c:pt>
                <c:pt idx="343">
                  <c:v>134.76322056112349</c:v>
                </c:pt>
                <c:pt idx="344">
                  <c:v>134.1869554777258</c:v>
                </c:pt>
                <c:pt idx="345">
                  <c:v>133.1243221930398</c:v>
                </c:pt>
                <c:pt idx="346">
                  <c:v>135.9916940073675</c:v>
                </c:pt>
                <c:pt idx="347">
                  <c:v>134.70112233033171</c:v>
                </c:pt>
                <c:pt idx="348">
                  <c:v>133.0533533749273</c:v>
                </c:pt>
                <c:pt idx="349">
                  <c:v>135.19038548839731</c:v>
                </c:pt>
                <c:pt idx="350">
                  <c:v>136.79124316412921</c:v>
                </c:pt>
                <c:pt idx="351">
                  <c:v>133.69446993878461</c:v>
                </c:pt>
                <c:pt idx="352">
                  <c:v>136.58846193402519</c:v>
                </c:pt>
                <c:pt idx="353">
                  <c:v>136.80792328024481</c:v>
                </c:pt>
                <c:pt idx="354">
                  <c:v>137.584313430251</c:v>
                </c:pt>
                <c:pt idx="355">
                  <c:v>137.78499920470259</c:v>
                </c:pt>
                <c:pt idx="356">
                  <c:v>138.41174354112209</c:v>
                </c:pt>
                <c:pt idx="357">
                  <c:v>136.44456369263929</c:v>
                </c:pt>
                <c:pt idx="358">
                  <c:v>133.68888201617219</c:v>
                </c:pt>
                <c:pt idx="359">
                  <c:v>134.85493066981149</c:v>
                </c:pt>
                <c:pt idx="360">
                  <c:v>131.0821673675519</c:v>
                </c:pt>
                <c:pt idx="361">
                  <c:v>131.35928625199361</c:v>
                </c:pt>
                <c:pt idx="362">
                  <c:v>131.499675767355</c:v>
                </c:pt>
                <c:pt idx="363">
                  <c:v>132.3239262201036</c:v>
                </c:pt>
                <c:pt idx="364">
                  <c:v>131.97663605991971</c:v>
                </c:pt>
                <c:pt idx="365">
                  <c:v>131.4365952572366</c:v>
                </c:pt>
                <c:pt idx="366">
                  <c:v>131.57703446875919</c:v>
                </c:pt>
                <c:pt idx="367">
                  <c:v>130.2212014634722</c:v>
                </c:pt>
                <c:pt idx="368">
                  <c:v>132.21270406758001</c:v>
                </c:pt>
                <c:pt idx="369">
                  <c:v>132.3656635480302</c:v>
                </c:pt>
                <c:pt idx="370">
                  <c:v>134.32125457353919</c:v>
                </c:pt>
                <c:pt idx="371">
                  <c:v>134.62025178691209</c:v>
                </c:pt>
                <c:pt idx="372">
                  <c:v>135.5078662568485</c:v>
                </c:pt>
                <c:pt idx="373">
                  <c:v>135.04861040205051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33-44DC-BBAF-225757F8A279}"/>
            </c:ext>
          </c:extLst>
        </c:ser>
        <c:ser>
          <c:idx val="1"/>
          <c:order val="1"/>
          <c:tx>
            <c:v>Ibovespa</c:v>
          </c:tx>
          <c:spPr>
            <a:ln w="22225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100'!$M$4:$M$10000</c:f>
              <c:numCache>
                <c:formatCode>m/d/yyyy</c:formatCode>
                <c:ptCount val="9997"/>
                <c:pt idx="0">
                  <c:v>45716</c:v>
                </c:pt>
                <c:pt idx="1">
                  <c:v>45721</c:v>
                </c:pt>
                <c:pt idx="2">
                  <c:v>45722</c:v>
                </c:pt>
                <c:pt idx="3">
                  <c:v>45723</c:v>
                </c:pt>
                <c:pt idx="4">
                  <c:v>45726</c:v>
                </c:pt>
                <c:pt idx="5">
                  <c:v>45727</c:v>
                </c:pt>
                <c:pt idx="6">
                  <c:v>45728</c:v>
                </c:pt>
                <c:pt idx="7">
                  <c:v>45729</c:v>
                </c:pt>
                <c:pt idx="8">
                  <c:v>45730</c:v>
                </c:pt>
                <c:pt idx="9">
                  <c:v>45733</c:v>
                </c:pt>
                <c:pt idx="10">
                  <c:v>45734</c:v>
                </c:pt>
                <c:pt idx="11">
                  <c:v>45735</c:v>
                </c:pt>
                <c:pt idx="12">
                  <c:v>45736</c:v>
                </c:pt>
                <c:pt idx="13">
                  <c:v>45737</c:v>
                </c:pt>
                <c:pt idx="14">
                  <c:v>45740</c:v>
                </c:pt>
                <c:pt idx="15">
                  <c:v>45741</c:v>
                </c:pt>
                <c:pt idx="16">
                  <c:v>45742</c:v>
                </c:pt>
                <c:pt idx="17">
                  <c:v>45743</c:v>
                </c:pt>
                <c:pt idx="18">
                  <c:v>45744</c:v>
                </c:pt>
                <c:pt idx="19">
                  <c:v>45747</c:v>
                </c:pt>
                <c:pt idx="20">
                  <c:v>45748</c:v>
                </c:pt>
                <c:pt idx="21">
                  <c:v>45749</c:v>
                </c:pt>
                <c:pt idx="22">
                  <c:v>45750</c:v>
                </c:pt>
                <c:pt idx="23">
                  <c:v>45751</c:v>
                </c:pt>
                <c:pt idx="24">
                  <c:v>45754</c:v>
                </c:pt>
                <c:pt idx="25">
                  <c:v>45755</c:v>
                </c:pt>
                <c:pt idx="26">
                  <c:v>45756</c:v>
                </c:pt>
                <c:pt idx="27">
                  <c:v>45757</c:v>
                </c:pt>
                <c:pt idx="28">
                  <c:v>45758</c:v>
                </c:pt>
                <c:pt idx="29">
                  <c:v>45761</c:v>
                </c:pt>
                <c:pt idx="30">
                  <c:v>45762</c:v>
                </c:pt>
                <c:pt idx="31">
                  <c:v>45763</c:v>
                </c:pt>
                <c:pt idx="32">
                  <c:v>45764</c:v>
                </c:pt>
                <c:pt idx="33">
                  <c:v>45769</c:v>
                </c:pt>
                <c:pt idx="34">
                  <c:v>45770</c:v>
                </c:pt>
                <c:pt idx="35">
                  <c:v>45771</c:v>
                </c:pt>
                <c:pt idx="36">
                  <c:v>45772</c:v>
                </c:pt>
                <c:pt idx="37">
                  <c:v>45775</c:v>
                </c:pt>
                <c:pt idx="38">
                  <c:v>45776</c:v>
                </c:pt>
                <c:pt idx="39">
                  <c:v>45777</c:v>
                </c:pt>
                <c:pt idx="40">
                  <c:v>45779</c:v>
                </c:pt>
                <c:pt idx="41">
                  <c:v>45782</c:v>
                </c:pt>
                <c:pt idx="42">
                  <c:v>45783</c:v>
                </c:pt>
                <c:pt idx="43">
                  <c:v>45784</c:v>
                </c:pt>
                <c:pt idx="44">
                  <c:v>45785</c:v>
                </c:pt>
                <c:pt idx="45">
                  <c:v>45786</c:v>
                </c:pt>
                <c:pt idx="46">
                  <c:v>45789</c:v>
                </c:pt>
                <c:pt idx="47">
                  <c:v>45790</c:v>
                </c:pt>
                <c:pt idx="48">
                  <c:v>45791</c:v>
                </c:pt>
                <c:pt idx="49">
                  <c:v>45792</c:v>
                </c:pt>
                <c:pt idx="50">
                  <c:v>45793</c:v>
                </c:pt>
                <c:pt idx="51">
                  <c:v>45796</c:v>
                </c:pt>
                <c:pt idx="52">
                  <c:v>45797</c:v>
                </c:pt>
                <c:pt idx="53">
                  <c:v>45798</c:v>
                </c:pt>
                <c:pt idx="54">
                  <c:v>45799</c:v>
                </c:pt>
                <c:pt idx="55">
                  <c:v>45800</c:v>
                </c:pt>
                <c:pt idx="56">
                  <c:v>45803</c:v>
                </c:pt>
                <c:pt idx="57">
                  <c:v>45804</c:v>
                </c:pt>
                <c:pt idx="58">
                  <c:v>45805</c:v>
                </c:pt>
                <c:pt idx="59">
                  <c:v>45806</c:v>
                </c:pt>
                <c:pt idx="60">
                  <c:v>45807</c:v>
                </c:pt>
                <c:pt idx="61">
                  <c:v>45810</c:v>
                </c:pt>
                <c:pt idx="62">
                  <c:v>45811</c:v>
                </c:pt>
                <c:pt idx="63">
                  <c:v>45812</c:v>
                </c:pt>
                <c:pt idx="64">
                  <c:v>45813</c:v>
                </c:pt>
                <c:pt idx="65">
                  <c:v>45814</c:v>
                </c:pt>
                <c:pt idx="66">
                  <c:v>45817</c:v>
                </c:pt>
                <c:pt idx="67">
                  <c:v>45818</c:v>
                </c:pt>
                <c:pt idx="68">
                  <c:v>45819</c:v>
                </c:pt>
                <c:pt idx="69">
                  <c:v>45820</c:v>
                </c:pt>
                <c:pt idx="70">
                  <c:v>45821</c:v>
                </c:pt>
                <c:pt idx="71">
                  <c:v>45824</c:v>
                </c:pt>
                <c:pt idx="72">
                  <c:v>45825</c:v>
                </c:pt>
                <c:pt idx="73">
                  <c:v>45826</c:v>
                </c:pt>
                <c:pt idx="74">
                  <c:v>45828</c:v>
                </c:pt>
                <c:pt idx="75">
                  <c:v>45831</c:v>
                </c:pt>
                <c:pt idx="76">
                  <c:v>45832</c:v>
                </c:pt>
                <c:pt idx="77">
                  <c:v>45833</c:v>
                </c:pt>
                <c:pt idx="78">
                  <c:v>45834</c:v>
                </c:pt>
                <c:pt idx="79">
                  <c:v>45835</c:v>
                </c:pt>
                <c:pt idx="80">
                  <c:v>45838</c:v>
                </c:pt>
                <c:pt idx="81">
                  <c:v>45839</c:v>
                </c:pt>
                <c:pt idx="82">
                  <c:v>45840</c:v>
                </c:pt>
                <c:pt idx="83">
                  <c:v>45841</c:v>
                </c:pt>
                <c:pt idx="84">
                  <c:v>45842</c:v>
                </c:pt>
                <c:pt idx="85">
                  <c:v>45845</c:v>
                </c:pt>
                <c:pt idx="86">
                  <c:v>45846</c:v>
                </c:pt>
                <c:pt idx="87">
                  <c:v>45847</c:v>
                </c:pt>
                <c:pt idx="88">
                  <c:v>45848</c:v>
                </c:pt>
                <c:pt idx="89">
                  <c:v>45849</c:v>
                </c:pt>
                <c:pt idx="90">
                  <c:v>45852</c:v>
                </c:pt>
                <c:pt idx="91">
                  <c:v>45853</c:v>
                </c:pt>
                <c:pt idx="92">
                  <c:v>45854</c:v>
                </c:pt>
                <c:pt idx="93">
                  <c:v>45855</c:v>
                </c:pt>
                <c:pt idx="94">
                  <c:v>45856</c:v>
                </c:pt>
                <c:pt idx="95">
                  <c:v>45859</c:v>
                </c:pt>
                <c:pt idx="96">
                  <c:v>45860</c:v>
                </c:pt>
                <c:pt idx="97">
                  <c:v>45861</c:v>
                </c:pt>
                <c:pt idx="98">
                  <c:v>45862</c:v>
                </c:pt>
                <c:pt idx="99">
                  <c:v>45863</c:v>
                </c:pt>
                <c:pt idx="100">
                  <c:v>45866</c:v>
                </c:pt>
                <c:pt idx="101">
                  <c:v>45867</c:v>
                </c:pt>
                <c:pt idx="102">
                  <c:v>45868</c:v>
                </c:pt>
                <c:pt idx="103">
                  <c:v>45869</c:v>
                </c:pt>
                <c:pt idx="104">
                  <c:v>45870</c:v>
                </c:pt>
                <c:pt idx="105">
                  <c:v>45873</c:v>
                </c:pt>
                <c:pt idx="106">
                  <c:v>45874</c:v>
                </c:pt>
                <c:pt idx="107">
                  <c:v>45875</c:v>
                </c:pt>
                <c:pt idx="108">
                  <c:v>45876</c:v>
                </c:pt>
                <c:pt idx="109">
                  <c:v>45877</c:v>
                </c:pt>
                <c:pt idx="110">
                  <c:v>45880</c:v>
                </c:pt>
                <c:pt idx="111">
                  <c:v>45881</c:v>
                </c:pt>
                <c:pt idx="112">
                  <c:v>45882</c:v>
                </c:pt>
                <c:pt idx="113">
                  <c:v>45883</c:v>
                </c:pt>
                <c:pt idx="114">
                  <c:v>45884</c:v>
                </c:pt>
                <c:pt idx="115">
                  <c:v>45887</c:v>
                </c:pt>
                <c:pt idx="116">
                  <c:v>45888</c:v>
                </c:pt>
                <c:pt idx="117">
                  <c:v>45889</c:v>
                </c:pt>
                <c:pt idx="118">
                  <c:v>45890</c:v>
                </c:pt>
                <c:pt idx="119">
                  <c:v>45891</c:v>
                </c:pt>
                <c:pt idx="120">
                  <c:v>45894</c:v>
                </c:pt>
                <c:pt idx="121">
                  <c:v>45895</c:v>
                </c:pt>
                <c:pt idx="122">
                  <c:v>45896</c:v>
                </c:pt>
                <c:pt idx="123">
                  <c:v>45897</c:v>
                </c:pt>
                <c:pt idx="124">
                  <c:v>45898</c:v>
                </c:pt>
                <c:pt idx="125">
                  <c:v>45901</c:v>
                </c:pt>
                <c:pt idx="126">
                  <c:v>45902</c:v>
                </c:pt>
                <c:pt idx="127">
                  <c:v>45903</c:v>
                </c:pt>
                <c:pt idx="128">
                  <c:v>45904</c:v>
                </c:pt>
                <c:pt idx="129">
                  <c:v>45905</c:v>
                </c:pt>
                <c:pt idx="130">
                  <c:v>45908</c:v>
                </c:pt>
                <c:pt idx="131">
                  <c:v>45909</c:v>
                </c:pt>
                <c:pt idx="132">
                  <c:v>45910</c:v>
                </c:pt>
                <c:pt idx="133">
                  <c:v>45911</c:v>
                </c:pt>
                <c:pt idx="134">
                  <c:v>45912</c:v>
                </c:pt>
                <c:pt idx="135">
                  <c:v>45915</c:v>
                </c:pt>
                <c:pt idx="136">
                  <c:v>45916</c:v>
                </c:pt>
                <c:pt idx="137">
                  <c:v>45917</c:v>
                </c:pt>
                <c:pt idx="138">
                  <c:v>45918</c:v>
                </c:pt>
                <c:pt idx="139">
                  <c:v>45919</c:v>
                </c:pt>
                <c:pt idx="140">
                  <c:v>45922</c:v>
                </c:pt>
                <c:pt idx="141">
                  <c:v>45923</c:v>
                </c:pt>
                <c:pt idx="142">
                  <c:v>45924</c:v>
                </c:pt>
                <c:pt idx="143">
                  <c:v>45925</c:v>
                </c:pt>
                <c:pt idx="144">
                  <c:v>45926</c:v>
                </c:pt>
                <c:pt idx="145">
                  <c:v>45929</c:v>
                </c:pt>
                <c:pt idx="146">
                  <c:v>45930</c:v>
                </c:pt>
                <c:pt idx="147">
                  <c:v>45931</c:v>
                </c:pt>
                <c:pt idx="148">
                  <c:v>45932</c:v>
                </c:pt>
                <c:pt idx="149">
                  <c:v>45933</c:v>
                </c:pt>
                <c:pt idx="150">
                  <c:v>45936</c:v>
                </c:pt>
                <c:pt idx="151">
                  <c:v>45937</c:v>
                </c:pt>
                <c:pt idx="152">
                  <c:v>45938</c:v>
                </c:pt>
                <c:pt idx="153">
                  <c:v>45939</c:v>
                </c:pt>
                <c:pt idx="154">
                  <c:v>45940</c:v>
                </c:pt>
                <c:pt idx="155">
                  <c:v>45943</c:v>
                </c:pt>
                <c:pt idx="156">
                  <c:v>45944</c:v>
                </c:pt>
                <c:pt idx="157">
                  <c:v>45945</c:v>
                </c:pt>
                <c:pt idx="158">
                  <c:v>45946</c:v>
                </c:pt>
                <c:pt idx="159">
                  <c:v>45947</c:v>
                </c:pt>
                <c:pt idx="160">
                  <c:v>45950</c:v>
                </c:pt>
                <c:pt idx="161">
                  <c:v>45951</c:v>
                </c:pt>
                <c:pt idx="162">
                  <c:v>45952</c:v>
                </c:pt>
                <c:pt idx="163">
                  <c:v>45953</c:v>
                </c:pt>
                <c:pt idx="164">
                  <c:v>45954</c:v>
                </c:pt>
                <c:pt idx="165">
                  <c:v>45957</c:v>
                </c:pt>
                <c:pt idx="166">
                  <c:v>45958</c:v>
                </c:pt>
                <c:pt idx="167">
                  <c:v>45959</c:v>
                </c:pt>
                <c:pt idx="168">
                  <c:v>45960</c:v>
                </c:pt>
                <c:pt idx="169">
                  <c:v>45961</c:v>
                </c:pt>
                <c:pt idx="170">
                  <c:v>45964</c:v>
                </c:pt>
                <c:pt idx="171">
                  <c:v>45965</c:v>
                </c:pt>
                <c:pt idx="172">
                  <c:v>45966</c:v>
                </c:pt>
                <c:pt idx="173">
                  <c:v>45967</c:v>
                </c:pt>
                <c:pt idx="174">
                  <c:v>45968</c:v>
                </c:pt>
                <c:pt idx="175">
                  <c:v>45971</c:v>
                </c:pt>
                <c:pt idx="176">
                  <c:v>45972</c:v>
                </c:pt>
                <c:pt idx="177">
                  <c:v>45973</c:v>
                </c:pt>
                <c:pt idx="178">
                  <c:v>45974</c:v>
                </c:pt>
                <c:pt idx="179">
                  <c:v>45975</c:v>
                </c:pt>
                <c:pt idx="180">
                  <c:v>45978</c:v>
                </c:pt>
                <c:pt idx="181">
                  <c:v>45979</c:v>
                </c:pt>
                <c:pt idx="182">
                  <c:v>45980</c:v>
                </c:pt>
                <c:pt idx="183">
                  <c:v>45982</c:v>
                </c:pt>
                <c:pt idx="184">
                  <c:v>45985</c:v>
                </c:pt>
                <c:pt idx="185">
                  <c:v>45986</c:v>
                </c:pt>
                <c:pt idx="186">
                  <c:v>45987</c:v>
                </c:pt>
                <c:pt idx="187">
                  <c:v>45988</c:v>
                </c:pt>
                <c:pt idx="188">
                  <c:v>45989</c:v>
                </c:pt>
                <c:pt idx="189">
                  <c:v>45992</c:v>
                </c:pt>
                <c:pt idx="190">
                  <c:v>45993</c:v>
                </c:pt>
                <c:pt idx="191">
                  <c:v>45994</c:v>
                </c:pt>
                <c:pt idx="192">
                  <c:v>45995</c:v>
                </c:pt>
                <c:pt idx="193">
                  <c:v>45996</c:v>
                </c:pt>
                <c:pt idx="194">
                  <c:v>45999</c:v>
                </c:pt>
                <c:pt idx="195">
                  <c:v>46000</c:v>
                </c:pt>
                <c:pt idx="196">
                  <c:v>46001</c:v>
                </c:pt>
                <c:pt idx="197">
                  <c:v>46002</c:v>
                </c:pt>
                <c:pt idx="198">
                  <c:v>46003</c:v>
                </c:pt>
                <c:pt idx="199">
                  <c:v>46006</c:v>
                </c:pt>
                <c:pt idx="200">
                  <c:v>46007</c:v>
                </c:pt>
                <c:pt idx="201">
                  <c:v>46008</c:v>
                </c:pt>
                <c:pt idx="202">
                  <c:v>46009</c:v>
                </c:pt>
                <c:pt idx="203">
                  <c:v>46010</c:v>
                </c:pt>
                <c:pt idx="204">
                  <c:v>46013</c:v>
                </c:pt>
                <c:pt idx="205">
                  <c:v>46014</c:v>
                </c:pt>
                <c:pt idx="206">
                  <c:v>46017</c:v>
                </c:pt>
                <c:pt idx="207">
                  <c:v>46020</c:v>
                </c:pt>
                <c:pt idx="208">
                  <c:v>46021</c:v>
                </c:pt>
                <c:pt idx="209">
                  <c:v>46024</c:v>
                </c:pt>
                <c:pt idx="210">
                  <c:v>46027</c:v>
                </c:pt>
                <c:pt idx="211">
                  <c:v>46028</c:v>
                </c:pt>
                <c:pt idx="212">
                  <c:v>46029</c:v>
                </c:pt>
                <c:pt idx="213">
                  <c:v>46030</c:v>
                </c:pt>
                <c:pt idx="214">
                  <c:v>46031</c:v>
                </c:pt>
                <c:pt idx="215">
                  <c:v>46034</c:v>
                </c:pt>
                <c:pt idx="216">
                  <c:v>46035</c:v>
                </c:pt>
                <c:pt idx="217">
                  <c:v>46036</c:v>
                </c:pt>
                <c:pt idx="218">
                  <c:v>46037</c:v>
                </c:pt>
                <c:pt idx="219">
                  <c:v>46038</c:v>
                </c:pt>
                <c:pt idx="220">
                  <c:v>46041</c:v>
                </c:pt>
                <c:pt idx="221">
                  <c:v>46042</c:v>
                </c:pt>
                <c:pt idx="222">
                  <c:v>46043</c:v>
                </c:pt>
                <c:pt idx="223">
                  <c:v>46044</c:v>
                </c:pt>
                <c:pt idx="224">
                  <c:v>46045</c:v>
                </c:pt>
                <c:pt idx="225">
                  <c:v>46048</c:v>
                </c:pt>
                <c:pt idx="226">
                  <c:v>46049</c:v>
                </c:pt>
                <c:pt idx="227">
                  <c:v>46050</c:v>
                </c:pt>
                <c:pt idx="228">
                  <c:v>46051</c:v>
                </c:pt>
                <c:pt idx="229">
                  <c:v>46052</c:v>
                </c:pt>
                <c:pt idx="230">
                  <c:v>46055</c:v>
                </c:pt>
                <c:pt idx="231">
                  <c:v>46056</c:v>
                </c:pt>
                <c:pt idx="232">
                  <c:v>46057</c:v>
                </c:pt>
                <c:pt idx="233">
                  <c:v>46058</c:v>
                </c:pt>
                <c:pt idx="234">
                  <c:v>46059</c:v>
                </c:pt>
                <c:pt idx="235">
                  <c:v>46062</c:v>
                </c:pt>
                <c:pt idx="236">
                  <c:v>46063</c:v>
                </c:pt>
                <c:pt idx="237">
                  <c:v>46064</c:v>
                </c:pt>
                <c:pt idx="238">
                  <c:v>46065</c:v>
                </c:pt>
                <c:pt idx="239">
                  <c:v>46066</c:v>
                </c:pt>
                <c:pt idx="240">
                  <c:v>46071</c:v>
                </c:pt>
                <c:pt idx="241">
                  <c:v>46072</c:v>
                </c:pt>
                <c:pt idx="242">
                  <c:v>46073</c:v>
                </c:pt>
                <c:pt idx="243">
                  <c:v>46076</c:v>
                </c:pt>
                <c:pt idx="244">
                  <c:v>46077</c:v>
                </c:pt>
                <c:pt idx="245">
                  <c:v>46078</c:v>
                </c:pt>
                <c:pt idx="246">
                  <c:v>46079</c:v>
                </c:pt>
                <c:pt idx="247">
                  <c:v>46080</c:v>
                </c:pt>
                <c:pt idx="248">
                  <c:v>46083</c:v>
                </c:pt>
                <c:pt idx="249">
                  <c:v>46084</c:v>
                </c:pt>
                <c:pt idx="250">
                  <c:v>46085</c:v>
                </c:pt>
                <c:pt idx="251">
                  <c:v>46086</c:v>
                </c:pt>
                <c:pt idx="252">
                  <c:v>46087</c:v>
                </c:pt>
                <c:pt idx="253">
                  <c:v>46090</c:v>
                </c:pt>
                <c:pt idx="254">
                  <c:v>46091</c:v>
                </c:pt>
                <c:pt idx="255">
                  <c:v>46092</c:v>
                </c:pt>
                <c:pt idx="256">
                  <c:v>46093</c:v>
                </c:pt>
                <c:pt idx="257">
                  <c:v>46094</c:v>
                </c:pt>
                <c:pt idx="258">
                  <c:v>46097</c:v>
                </c:pt>
                <c:pt idx="259">
                  <c:v>46098</c:v>
                </c:pt>
                <c:pt idx="260">
                  <c:v>46099</c:v>
                </c:pt>
                <c:pt idx="261">
                  <c:v>46100</c:v>
                </c:pt>
                <c:pt idx="262">
                  <c:v>46101</c:v>
                </c:pt>
                <c:pt idx="263">
                  <c:v>46104</c:v>
                </c:pt>
                <c:pt idx="264">
                  <c:v>46105</c:v>
                </c:pt>
                <c:pt idx="265">
                  <c:v>46106</c:v>
                </c:pt>
                <c:pt idx="266">
                  <c:v>46107</c:v>
                </c:pt>
                <c:pt idx="267">
                  <c:v>46108</c:v>
                </c:pt>
                <c:pt idx="268">
                  <c:v>46111</c:v>
                </c:pt>
                <c:pt idx="269">
                  <c:v>46112</c:v>
                </c:pt>
                <c:pt idx="270">
                  <c:v>46113</c:v>
                </c:pt>
                <c:pt idx="271">
                  <c:v>46114</c:v>
                </c:pt>
                <c:pt idx="272">
                  <c:v>46118</c:v>
                </c:pt>
                <c:pt idx="273">
                  <c:v>46119</c:v>
                </c:pt>
                <c:pt idx="274">
                  <c:v>46120</c:v>
                </c:pt>
                <c:pt idx="275">
                  <c:v>46121</c:v>
                </c:pt>
                <c:pt idx="276">
                  <c:v>46122</c:v>
                </c:pt>
                <c:pt idx="277">
                  <c:v>46125</c:v>
                </c:pt>
                <c:pt idx="278">
                  <c:v>46126</c:v>
                </c:pt>
                <c:pt idx="279">
                  <c:v>46127</c:v>
                </c:pt>
                <c:pt idx="280">
                  <c:v>46128</c:v>
                </c:pt>
                <c:pt idx="281">
                  <c:v>46129</c:v>
                </c:pt>
                <c:pt idx="282">
                  <c:v>46132</c:v>
                </c:pt>
                <c:pt idx="283">
                  <c:v>46134</c:v>
                </c:pt>
                <c:pt idx="284">
                  <c:v>46135</c:v>
                </c:pt>
                <c:pt idx="285">
                  <c:v>46136</c:v>
                </c:pt>
                <c:pt idx="286">
                  <c:v>46139</c:v>
                </c:pt>
                <c:pt idx="287">
                  <c:v>46140</c:v>
                </c:pt>
                <c:pt idx="288">
                  <c:v>46141</c:v>
                </c:pt>
                <c:pt idx="289">
                  <c:v>46142</c:v>
                </c:pt>
                <c:pt idx="290">
                  <c:v>46146</c:v>
                </c:pt>
                <c:pt idx="291">
                  <c:v>46147</c:v>
                </c:pt>
                <c:pt idx="292">
                  <c:v>46148</c:v>
                </c:pt>
                <c:pt idx="293">
                  <c:v>46149</c:v>
                </c:pt>
                <c:pt idx="294">
                  <c:v>46150</c:v>
                </c:pt>
                <c:pt idx="295">
                  <c:v>46153</c:v>
                </c:pt>
                <c:pt idx="296">
                  <c:v>46154</c:v>
                </c:pt>
                <c:pt idx="297">
                  <c:v>46155</c:v>
                </c:pt>
                <c:pt idx="298">
                  <c:v>46156</c:v>
                </c:pt>
                <c:pt idx="299">
                  <c:v>46157</c:v>
                </c:pt>
                <c:pt idx="300">
                  <c:v>46160</c:v>
                </c:pt>
                <c:pt idx="301">
                  <c:v>46161</c:v>
                </c:pt>
                <c:pt idx="302">
                  <c:v>46162</c:v>
                </c:pt>
                <c:pt idx="303">
                  <c:v>46163</c:v>
                </c:pt>
                <c:pt idx="304">
                  <c:v>46164</c:v>
                </c:pt>
                <c:pt idx="305">
                  <c:v>46167</c:v>
                </c:pt>
                <c:pt idx="306">
                  <c:v>46168</c:v>
                </c:pt>
                <c:pt idx="307">
                  <c:v>46169</c:v>
                </c:pt>
                <c:pt idx="308">
                  <c:v>46170</c:v>
                </c:pt>
                <c:pt idx="309">
                  <c:v>46171</c:v>
                </c:pt>
                <c:pt idx="310">
                  <c:v>46174</c:v>
                </c:pt>
                <c:pt idx="311">
                  <c:v>46175</c:v>
                </c:pt>
                <c:pt idx="312">
                  <c:v>46176</c:v>
                </c:pt>
                <c:pt idx="313">
                  <c:v>46178</c:v>
                </c:pt>
                <c:pt idx="314">
                  <c:v>46181</c:v>
                </c:pt>
                <c:pt idx="315">
                  <c:v>46182</c:v>
                </c:pt>
                <c:pt idx="316">
                  <c:v>46183</c:v>
                </c:pt>
                <c:pt idx="317">
                  <c:v>46184</c:v>
                </c:pt>
                <c:pt idx="318">
                  <c:v>46185</c:v>
                </c:pt>
                <c:pt idx="319">
                  <c:v>46188</c:v>
                </c:pt>
                <c:pt idx="320">
                  <c:v>46189</c:v>
                </c:pt>
                <c:pt idx="321">
                  <c:v>46190</c:v>
                </c:pt>
                <c:pt idx="322">
                  <c:v>46191</c:v>
                </c:pt>
                <c:pt idx="323">
                  <c:v>46192</c:v>
                </c:pt>
                <c:pt idx="324">
                  <c:v>46195</c:v>
                </c:pt>
                <c:pt idx="325">
                  <c:v>46196</c:v>
                </c:pt>
                <c:pt idx="326">
                  <c:v>46197</c:v>
                </c:pt>
                <c:pt idx="327">
                  <c:v>46198</c:v>
                </c:pt>
                <c:pt idx="328">
                  <c:v>46199</c:v>
                </c:pt>
                <c:pt idx="329">
                  <c:v>46202</c:v>
                </c:pt>
                <c:pt idx="330">
                  <c:v>46203</c:v>
                </c:pt>
                <c:pt idx="331">
                  <c:v>46204</c:v>
                </c:pt>
                <c:pt idx="332">
                  <c:v>46205</c:v>
                </c:pt>
                <c:pt idx="333">
                  <c:v>46206</c:v>
                </c:pt>
                <c:pt idx="334">
                  <c:v>46209</c:v>
                </c:pt>
                <c:pt idx="335">
                  <c:v>46210</c:v>
                </c:pt>
                <c:pt idx="336">
                  <c:v>46211</c:v>
                </c:pt>
                <c:pt idx="337">
                  <c:v>46212</c:v>
                </c:pt>
                <c:pt idx="338">
                  <c:v>46213</c:v>
                </c:pt>
                <c:pt idx="339">
                  <c:v>46216</c:v>
                </c:pt>
                <c:pt idx="340">
                  <c:v>46217</c:v>
                </c:pt>
                <c:pt idx="341">
                  <c:v>46218</c:v>
                </c:pt>
                <c:pt idx="342">
                  <c:v>46219</c:v>
                </c:pt>
                <c:pt idx="343">
                  <c:v>46220</c:v>
                </c:pt>
                <c:pt idx="344">
                  <c:v>46223</c:v>
                </c:pt>
                <c:pt idx="345">
                  <c:v>46224</c:v>
                </c:pt>
                <c:pt idx="346">
                  <c:v>46225</c:v>
                </c:pt>
                <c:pt idx="347">
                  <c:v>46226</c:v>
                </c:pt>
                <c:pt idx="348">
                  <c:v>46227</c:v>
                </c:pt>
                <c:pt idx="349">
                  <c:v>46230</c:v>
                </c:pt>
                <c:pt idx="350">
                  <c:v>46231</c:v>
                </c:pt>
                <c:pt idx="351">
                  <c:v>46232</c:v>
                </c:pt>
                <c:pt idx="352">
                  <c:v>46233</c:v>
                </c:pt>
                <c:pt idx="353">
                  <c:v>46234</c:v>
                </c:pt>
                <c:pt idx="354">
                  <c:v>46237</c:v>
                </c:pt>
                <c:pt idx="355">
                  <c:v>46238</c:v>
                </c:pt>
                <c:pt idx="356">
                  <c:v>46239</c:v>
                </c:pt>
                <c:pt idx="357">
                  <c:v>46240</c:v>
                </c:pt>
                <c:pt idx="358">
                  <c:v>46241</c:v>
                </c:pt>
                <c:pt idx="359">
                  <c:v>46244</c:v>
                </c:pt>
                <c:pt idx="360">
                  <c:v>46245</c:v>
                </c:pt>
                <c:pt idx="361">
                  <c:v>46246</c:v>
                </c:pt>
                <c:pt idx="362">
                  <c:v>46247</c:v>
                </c:pt>
                <c:pt idx="363">
                  <c:v>46248</c:v>
                </c:pt>
                <c:pt idx="364">
                  <c:v>46251</c:v>
                </c:pt>
                <c:pt idx="365">
                  <c:v>46252</c:v>
                </c:pt>
                <c:pt idx="366">
                  <c:v>46253</c:v>
                </c:pt>
                <c:pt idx="367">
                  <c:v>46254</c:v>
                </c:pt>
                <c:pt idx="368">
                  <c:v>46255</c:v>
                </c:pt>
                <c:pt idx="369">
                  <c:v>46258</c:v>
                </c:pt>
                <c:pt idx="370">
                  <c:v>46259</c:v>
                </c:pt>
                <c:pt idx="371">
                  <c:v>46260</c:v>
                </c:pt>
                <c:pt idx="372">
                  <c:v>46261</c:v>
                </c:pt>
                <c:pt idx="373">
                  <c:v>46262</c:v>
                </c:pt>
              </c:numCache>
            </c:numRef>
          </c:cat>
          <c:val>
            <c:numRef>
              <c:f>'Charts Base 100'!$O$4:$O$10000</c:f>
              <c:numCache>
                <c:formatCode>0.0</c:formatCode>
                <c:ptCount val="9997"/>
                <c:pt idx="0" formatCode="General">
                  <c:v>100</c:v>
                </c:pt>
                <c:pt idx="1">
                  <c:v>100.20176045278509</c:v>
                </c:pt>
                <c:pt idx="2">
                  <c:v>100.4547753570487</c:v>
                </c:pt>
                <c:pt idx="3">
                  <c:v>101.82048580327429</c:v>
                </c:pt>
                <c:pt idx="4">
                  <c:v>101.4008980033973</c:v>
                </c:pt>
                <c:pt idx="5">
                  <c:v>100.57676323171449</c:v>
                </c:pt>
                <c:pt idx="6">
                  <c:v>100.86678981090169</c:v>
                </c:pt>
                <c:pt idx="7">
                  <c:v>102.31110833150311</c:v>
                </c:pt>
                <c:pt idx="8">
                  <c:v>105.0146951414705</c:v>
                </c:pt>
                <c:pt idx="9">
                  <c:v>106.5431022330866</c:v>
                </c:pt>
                <c:pt idx="10">
                  <c:v>107.06490577413889</c:v>
                </c:pt>
                <c:pt idx="11">
                  <c:v>107.9067035431615</c:v>
                </c:pt>
                <c:pt idx="12">
                  <c:v>107.4559265870781</c:v>
                </c:pt>
                <c:pt idx="13">
                  <c:v>107.7735022303504</c:v>
                </c:pt>
                <c:pt idx="14">
                  <c:v>106.9400758588683</c:v>
                </c:pt>
                <c:pt idx="15">
                  <c:v>107.5477758019217</c:v>
                </c:pt>
                <c:pt idx="16">
                  <c:v>107.9158078451559</c:v>
                </c:pt>
                <c:pt idx="17">
                  <c:v>108.42812434522109</c:v>
                </c:pt>
                <c:pt idx="18">
                  <c:v>107.4129946728433</c:v>
                </c:pt>
                <c:pt idx="19">
                  <c:v>106.0753300370548</c:v>
                </c:pt>
                <c:pt idx="20">
                  <c:v>106.7982588470322</c:v>
                </c:pt>
                <c:pt idx="21">
                  <c:v>106.8333161100787</c:v>
                </c:pt>
                <c:pt idx="22">
                  <c:v>106.79285164083871</c:v>
                </c:pt>
                <c:pt idx="23">
                  <c:v>103.6294324330905</c:v>
                </c:pt>
                <c:pt idx="24">
                  <c:v>102.2711894689122</c:v>
                </c:pt>
                <c:pt idx="25">
                  <c:v>100.92248240601781</c:v>
                </c:pt>
                <c:pt idx="26">
                  <c:v>104.069118101771</c:v>
                </c:pt>
                <c:pt idx="27">
                  <c:v>102.8955100563042</c:v>
                </c:pt>
                <c:pt idx="28">
                  <c:v>103.97666627659861</c:v>
                </c:pt>
                <c:pt idx="29">
                  <c:v>105.4192746868075</c:v>
                </c:pt>
                <c:pt idx="30">
                  <c:v>105.2494688682139</c:v>
                </c:pt>
                <c:pt idx="31">
                  <c:v>104.493355773239</c:v>
                </c:pt>
                <c:pt idx="32">
                  <c:v>105.5789827107025</c:v>
                </c:pt>
                <c:pt idx="33">
                  <c:v>106.2421390907701</c:v>
                </c:pt>
                <c:pt idx="34">
                  <c:v>107.6686073162269</c:v>
                </c:pt>
                <c:pt idx="35">
                  <c:v>109.5939961770075</c:v>
                </c:pt>
                <c:pt idx="36">
                  <c:v>109.72335381312681</c:v>
                </c:pt>
                <c:pt idx="37">
                  <c:v>109.94860792535189</c:v>
                </c:pt>
                <c:pt idx="38">
                  <c:v>110.0113934069055</c:v>
                </c:pt>
                <c:pt idx="39">
                  <c:v>109.990204324804</c:v>
                </c:pt>
                <c:pt idx="40">
                  <c:v>110.0446916992626</c:v>
                </c:pt>
                <c:pt idx="41">
                  <c:v>108.7070189200914</c:v>
                </c:pt>
                <c:pt idx="42">
                  <c:v>108.7270434984494</c:v>
                </c:pt>
                <c:pt idx="43">
                  <c:v>108.6307072796712</c:v>
                </c:pt>
                <c:pt idx="44">
                  <c:v>110.9388514198273</c:v>
                </c:pt>
                <c:pt idx="45">
                  <c:v>111.16684985206319</c:v>
                </c:pt>
                <c:pt idx="46">
                  <c:v>111.2086254059375</c:v>
                </c:pt>
                <c:pt idx="47">
                  <c:v>113.1629802794141</c:v>
                </c:pt>
                <c:pt idx="48">
                  <c:v>112.7230177357177</c:v>
                </c:pt>
                <c:pt idx="49">
                  <c:v>113.4653196534274</c:v>
                </c:pt>
                <c:pt idx="50">
                  <c:v>113.3456200693344</c:v>
                </c:pt>
                <c:pt idx="51">
                  <c:v>113.7112742447847</c:v>
                </c:pt>
                <c:pt idx="52">
                  <c:v>114.096635406663</c:v>
                </c:pt>
                <c:pt idx="53">
                  <c:v>112.2819965522546</c:v>
                </c:pt>
                <c:pt idx="54">
                  <c:v>111.7863251266764</c:v>
                </c:pt>
                <c:pt idx="55">
                  <c:v>112.2355955569378</c:v>
                </c:pt>
                <c:pt idx="56">
                  <c:v>112.4895469502258</c:v>
                </c:pt>
                <c:pt idx="57">
                  <c:v>113.63376552708981</c:v>
                </c:pt>
                <c:pt idx="58">
                  <c:v>113.10166060676831</c:v>
                </c:pt>
                <c:pt idx="59">
                  <c:v>112.8132952776767</c:v>
                </c:pt>
                <c:pt idx="60">
                  <c:v>111.5860223394164</c:v>
                </c:pt>
                <c:pt idx="61">
                  <c:v>111.3906055818492</c:v>
                </c:pt>
                <c:pt idx="62">
                  <c:v>112.009185084352</c:v>
                </c:pt>
                <c:pt idx="63">
                  <c:v>111.5656313088313</c:v>
                </c:pt>
                <c:pt idx="64">
                  <c:v>110.9424915119485</c:v>
                </c:pt>
                <c:pt idx="65">
                  <c:v>110.8331503108044</c:v>
                </c:pt>
                <c:pt idx="66">
                  <c:v>110.5051999978176</c:v>
                </c:pt>
                <c:pt idx="67">
                  <c:v>111.1051148668936</c:v>
                </c:pt>
                <c:pt idx="68">
                  <c:v>111.6686125279919</c:v>
                </c:pt>
                <c:pt idx="69">
                  <c:v>112.21560355211101</c:v>
                </c:pt>
                <c:pt idx="70">
                  <c:v>111.73749740327879</c:v>
                </c:pt>
                <c:pt idx="71">
                  <c:v>113.4014185284272</c:v>
                </c:pt>
                <c:pt idx="72">
                  <c:v>113.06274338026449</c:v>
                </c:pt>
                <c:pt idx="73">
                  <c:v>112.962270323013</c:v>
                </c:pt>
                <c:pt idx="74">
                  <c:v>111.6586694575668</c:v>
                </c:pt>
                <c:pt idx="75">
                  <c:v>111.1982995965198</c:v>
                </c:pt>
                <c:pt idx="76">
                  <c:v>111.69839287897</c:v>
                </c:pt>
                <c:pt idx="77">
                  <c:v>110.5605017105583</c:v>
                </c:pt>
                <c:pt idx="78">
                  <c:v>111.65708964129951</c:v>
                </c:pt>
                <c:pt idx="79">
                  <c:v>111.4550523134984</c:v>
                </c:pt>
                <c:pt idx="80">
                  <c:v>113.0746164324182</c:v>
                </c:pt>
                <c:pt idx="81">
                  <c:v>113.6404431010034</c:v>
                </c:pt>
                <c:pt idx="82">
                  <c:v>113.2344954673524</c:v>
                </c:pt>
                <c:pt idx="83">
                  <c:v>114.76295141926541</c:v>
                </c:pt>
                <c:pt idx="84">
                  <c:v>115.0363247805827</c:v>
                </c:pt>
                <c:pt idx="85">
                  <c:v>113.5918026754107</c:v>
                </c:pt>
                <c:pt idx="86">
                  <c:v>113.4396435673913</c:v>
                </c:pt>
                <c:pt idx="87">
                  <c:v>111.95587035701971</c:v>
                </c:pt>
                <c:pt idx="88">
                  <c:v>111.3552714437868</c:v>
                </c:pt>
                <c:pt idx="89">
                  <c:v>110.90254007582629</c:v>
                </c:pt>
                <c:pt idx="90">
                  <c:v>110.17914709302811</c:v>
                </c:pt>
                <c:pt idx="91">
                  <c:v>110.1393340944139</c:v>
                </c:pt>
                <c:pt idx="92">
                  <c:v>110.3517868088436</c:v>
                </c:pt>
                <c:pt idx="93">
                  <c:v>110.39555749150909</c:v>
                </c:pt>
                <c:pt idx="94">
                  <c:v>108.6177267274538</c:v>
                </c:pt>
                <c:pt idx="95">
                  <c:v>109.2570962862998</c:v>
                </c:pt>
                <c:pt idx="96">
                  <c:v>109.1504179713384</c:v>
                </c:pt>
                <c:pt idx="97">
                  <c:v>110.2355644492154</c:v>
                </c:pt>
                <c:pt idx="98">
                  <c:v>108.96464297903189</c:v>
                </c:pt>
                <c:pt idx="99">
                  <c:v>108.7338513664881</c:v>
                </c:pt>
                <c:pt idx="100">
                  <c:v>107.59791460995351</c:v>
                </c:pt>
                <c:pt idx="101">
                  <c:v>108.08360224819261</c:v>
                </c:pt>
                <c:pt idx="102">
                  <c:v>109.1129746971252</c:v>
                </c:pt>
                <c:pt idx="103">
                  <c:v>108.3648502606982</c:v>
                </c:pt>
                <c:pt idx="104">
                  <c:v>107.84883666483201</c:v>
                </c:pt>
                <c:pt idx="105">
                  <c:v>108.28353858322571</c:v>
                </c:pt>
                <c:pt idx="106">
                  <c:v>108.4302009078406</c:v>
                </c:pt>
                <c:pt idx="107">
                  <c:v>109.5591343551487</c:v>
                </c:pt>
                <c:pt idx="108">
                  <c:v>111.17965939324139</c:v>
                </c:pt>
                <c:pt idx="109">
                  <c:v>110.6793625262207</c:v>
                </c:pt>
                <c:pt idx="110">
                  <c:v>110.44312299056941</c:v>
                </c:pt>
                <c:pt idx="111">
                  <c:v>112.30838925597899</c:v>
                </c:pt>
                <c:pt idx="112">
                  <c:v>111.3097173602834</c:v>
                </c:pt>
                <c:pt idx="113">
                  <c:v>111.03973164621991</c:v>
                </c:pt>
                <c:pt idx="114">
                  <c:v>111.0275084286048</c:v>
                </c:pt>
                <c:pt idx="115">
                  <c:v>111.8262684194158</c:v>
                </c:pt>
                <c:pt idx="116">
                  <c:v>109.4733356737416</c:v>
                </c:pt>
                <c:pt idx="117">
                  <c:v>109.66405369942071</c:v>
                </c:pt>
                <c:pt idx="118">
                  <c:v>109.5373345193356</c:v>
                </c:pt>
                <c:pt idx="119">
                  <c:v>112.3527462622076</c:v>
                </c:pt>
                <c:pt idx="120">
                  <c:v>112.3991798310558</c:v>
                </c:pt>
                <c:pt idx="121">
                  <c:v>112.1925170618121</c:v>
                </c:pt>
                <c:pt idx="122">
                  <c:v>113.36062018049159</c:v>
                </c:pt>
                <c:pt idx="123">
                  <c:v>114.8617632264213</c:v>
                </c:pt>
                <c:pt idx="124">
                  <c:v>115.1655602659596</c:v>
                </c:pt>
                <c:pt idx="125">
                  <c:v>115.05216366017051</c:v>
                </c:pt>
                <c:pt idx="126">
                  <c:v>114.280293119436</c:v>
                </c:pt>
                <c:pt idx="127">
                  <c:v>113.8963081892545</c:v>
                </c:pt>
                <c:pt idx="128">
                  <c:v>114.8162009995351</c:v>
                </c:pt>
                <c:pt idx="129">
                  <c:v>116.1573265730227</c:v>
                </c:pt>
                <c:pt idx="130">
                  <c:v>115.4663116803227</c:v>
                </c:pt>
                <c:pt idx="131">
                  <c:v>115.32519499940921</c:v>
                </c:pt>
                <c:pt idx="132">
                  <c:v>115.9199958240733</c:v>
                </c:pt>
                <c:pt idx="133">
                  <c:v>116.57320913371591</c:v>
                </c:pt>
                <c:pt idx="134">
                  <c:v>115.85719405575399</c:v>
                </c:pt>
                <c:pt idx="135">
                  <c:v>116.8954753654933</c:v>
                </c:pt>
                <c:pt idx="136">
                  <c:v>117.314989874925</c:v>
                </c:pt>
                <c:pt idx="137">
                  <c:v>118.56246654596541</c:v>
                </c:pt>
                <c:pt idx="138">
                  <c:v>118.48580474008401</c:v>
                </c:pt>
                <c:pt idx="139">
                  <c:v>118.78354310280309</c:v>
                </c:pt>
                <c:pt idx="140">
                  <c:v>118.1680173688584</c:v>
                </c:pt>
                <c:pt idx="141">
                  <c:v>119.23943410329829</c:v>
                </c:pt>
                <c:pt idx="142">
                  <c:v>119.2938400439287</c:v>
                </c:pt>
                <c:pt idx="143">
                  <c:v>118.32842572367601</c:v>
                </c:pt>
                <c:pt idx="144">
                  <c:v>118.44278324863809</c:v>
                </c:pt>
                <c:pt idx="145">
                  <c:v>119.16765832710971</c:v>
                </c:pt>
                <c:pt idx="146">
                  <c:v>119.08640365331701</c:v>
                </c:pt>
                <c:pt idx="147">
                  <c:v>118.5003488218032</c:v>
                </c:pt>
                <c:pt idx="148">
                  <c:v>117.2237025534961</c:v>
                </c:pt>
                <c:pt idx="149">
                  <c:v>117.4281096056982</c:v>
                </c:pt>
                <c:pt idx="150">
                  <c:v>116.9455571698455</c:v>
                </c:pt>
                <c:pt idx="151">
                  <c:v>115.11195237684581</c:v>
                </c:pt>
                <c:pt idx="152">
                  <c:v>115.75442456454689</c:v>
                </c:pt>
                <c:pt idx="153">
                  <c:v>115.3984040109743</c:v>
                </c:pt>
                <c:pt idx="154">
                  <c:v>114.561386407668</c:v>
                </c:pt>
                <c:pt idx="155">
                  <c:v>115.4596178196434</c:v>
                </c:pt>
                <c:pt idx="156">
                  <c:v>115.3778826862642</c:v>
                </c:pt>
                <c:pt idx="157">
                  <c:v>116.1276195124899</c:v>
                </c:pt>
                <c:pt idx="158">
                  <c:v>115.7989200082834</c:v>
                </c:pt>
                <c:pt idx="159">
                  <c:v>116.7749940166495</c:v>
                </c:pt>
                <c:pt idx="160">
                  <c:v>117.679471403249</c:v>
                </c:pt>
                <c:pt idx="161">
                  <c:v>117.3340535341101</c:v>
                </c:pt>
                <c:pt idx="162">
                  <c:v>117.9754589386615</c:v>
                </c:pt>
                <c:pt idx="163">
                  <c:v>118.6661725261971</c:v>
                </c:pt>
                <c:pt idx="164">
                  <c:v>119.0336263892509</c:v>
                </c:pt>
                <c:pt idx="165">
                  <c:v>119.68256442291229</c:v>
                </c:pt>
                <c:pt idx="166">
                  <c:v>120.05699716504409</c:v>
                </c:pt>
                <c:pt idx="167">
                  <c:v>121.03748488689941</c:v>
                </c:pt>
                <c:pt idx="168">
                  <c:v>121.1574287724771</c:v>
                </c:pt>
                <c:pt idx="169">
                  <c:v>121.7764968779492</c:v>
                </c:pt>
                <c:pt idx="170">
                  <c:v>122.5206473435593</c:v>
                </c:pt>
                <c:pt idx="171">
                  <c:v>122.72419934056521</c:v>
                </c:pt>
                <c:pt idx="172">
                  <c:v>124.8335309325175</c:v>
                </c:pt>
                <c:pt idx="173">
                  <c:v>124.8695165412056</c:v>
                </c:pt>
                <c:pt idx="174">
                  <c:v>125.4598303619351</c:v>
                </c:pt>
                <c:pt idx="175">
                  <c:v>126.4319711163983</c:v>
                </c:pt>
                <c:pt idx="176">
                  <c:v>128.46072393533211</c:v>
                </c:pt>
                <c:pt idx="177">
                  <c:v>128.36650499608751</c:v>
                </c:pt>
                <c:pt idx="178">
                  <c:v>127.9833832644851</c:v>
                </c:pt>
                <c:pt idx="179">
                  <c:v>128.45265384295601</c:v>
                </c:pt>
                <c:pt idx="180">
                  <c:v>127.8453529256609</c:v>
                </c:pt>
                <c:pt idx="181">
                  <c:v>127.4619624624254</c:v>
                </c:pt>
                <c:pt idx="182">
                  <c:v>126.53241974350141</c:v>
                </c:pt>
                <c:pt idx="183">
                  <c:v>126.0352173619528</c:v>
                </c:pt>
                <c:pt idx="184">
                  <c:v>126.4484614666118</c:v>
                </c:pt>
                <c:pt idx="185">
                  <c:v>126.9636281506646</c:v>
                </c:pt>
                <c:pt idx="186">
                  <c:v>129.11735746575971</c:v>
                </c:pt>
                <c:pt idx="187">
                  <c:v>128.95841491984999</c:v>
                </c:pt>
                <c:pt idx="188">
                  <c:v>129.53852508190411</c:v>
                </c:pt>
                <c:pt idx="189">
                  <c:v>129.1630174132398</c:v>
                </c:pt>
                <c:pt idx="190">
                  <c:v>131.18358613243799</c:v>
                </c:pt>
                <c:pt idx="191">
                  <c:v>131.72343540982271</c:v>
                </c:pt>
                <c:pt idx="192">
                  <c:v>133.92249893708501</c:v>
                </c:pt>
                <c:pt idx="193">
                  <c:v>128.15189428521009</c:v>
                </c:pt>
                <c:pt idx="194">
                  <c:v>128.8180800036873</c:v>
                </c:pt>
                <c:pt idx="195">
                  <c:v>128.65008201608009</c:v>
                </c:pt>
                <c:pt idx="196">
                  <c:v>129.54083780262539</c:v>
                </c:pt>
                <c:pt idx="197">
                  <c:v>129.63377823076701</c:v>
                </c:pt>
                <c:pt idx="198">
                  <c:v>130.9182095730514</c:v>
                </c:pt>
                <c:pt idx="199">
                  <c:v>132.3151010321005</c:v>
                </c:pt>
                <c:pt idx="200">
                  <c:v>129.13603838595219</c:v>
                </c:pt>
                <c:pt idx="201">
                  <c:v>128.11761064353161</c:v>
                </c:pt>
                <c:pt idx="202">
                  <c:v>128.60302140675469</c:v>
                </c:pt>
                <c:pt idx="203">
                  <c:v>129.05064687368611</c:v>
                </c:pt>
                <c:pt idx="204">
                  <c:v>128.7807995971306</c:v>
                </c:pt>
                <c:pt idx="205">
                  <c:v>130.66532496291299</c:v>
                </c:pt>
                <c:pt idx="206">
                  <c:v>131.02429342106689</c:v>
                </c:pt>
                <c:pt idx="207">
                  <c:v>130.69339520349871</c:v>
                </c:pt>
                <c:pt idx="208">
                  <c:v>131.2105570163427</c:v>
                </c:pt>
                <c:pt idx="209">
                  <c:v>130.73280103297179</c:v>
                </c:pt>
                <c:pt idx="210">
                  <c:v>131.8167422901912</c:v>
                </c:pt>
                <c:pt idx="211">
                  <c:v>133.2777628889595</c:v>
                </c:pt>
                <c:pt idx="212">
                  <c:v>131.90263869219231</c:v>
                </c:pt>
                <c:pt idx="213">
                  <c:v>132.68541322252469</c:v>
                </c:pt>
                <c:pt idx="214">
                  <c:v>133.0386975994692</c:v>
                </c:pt>
                <c:pt idx="215">
                  <c:v>132.8595757509278</c:v>
                </c:pt>
                <c:pt idx="216">
                  <c:v>131.9008552913543</c:v>
                </c:pt>
                <c:pt idx="217">
                  <c:v>134.48469365693191</c:v>
                </c:pt>
                <c:pt idx="218">
                  <c:v>134.82862128701441</c:v>
                </c:pt>
                <c:pt idx="219">
                  <c:v>134.20293261130851</c:v>
                </c:pt>
                <c:pt idx="220">
                  <c:v>134.24307134523551</c:v>
                </c:pt>
                <c:pt idx="221">
                  <c:v>135.40564510697919</c:v>
                </c:pt>
                <c:pt idx="222">
                  <c:v>139.91689189227711</c:v>
                </c:pt>
                <c:pt idx="223">
                  <c:v>142.98912964257309</c:v>
                </c:pt>
                <c:pt idx="224">
                  <c:v>145.6513562111902</c:v>
                </c:pt>
                <c:pt idx="225">
                  <c:v>145.53909153561321</c:v>
                </c:pt>
                <c:pt idx="226">
                  <c:v>148.14371181415109</c:v>
                </c:pt>
                <c:pt idx="227">
                  <c:v>150.40099238520409</c:v>
                </c:pt>
                <c:pt idx="228">
                  <c:v>149.13282337841429</c:v>
                </c:pt>
                <c:pt idx="229">
                  <c:v>147.69156676975379</c:v>
                </c:pt>
                <c:pt idx="230">
                  <c:v>148.85566334408509</c:v>
                </c:pt>
                <c:pt idx="231">
                  <c:v>151.20179636510329</c:v>
                </c:pt>
                <c:pt idx="232">
                  <c:v>147.97196787044601</c:v>
                </c:pt>
                <c:pt idx="233">
                  <c:v>148.31319189743181</c:v>
                </c:pt>
                <c:pt idx="234">
                  <c:v>148.9830095646474</c:v>
                </c:pt>
                <c:pt idx="235">
                  <c:v>151.6632981563626</c:v>
                </c:pt>
                <c:pt idx="236">
                  <c:v>151.409371193223</c:v>
                </c:pt>
                <c:pt idx="237">
                  <c:v>154.4792555058836</c:v>
                </c:pt>
                <c:pt idx="238">
                  <c:v>152.90538390797519</c:v>
                </c:pt>
                <c:pt idx="239">
                  <c:v>151.84501774402401</c:v>
                </c:pt>
                <c:pt idx="240">
                  <c:v>151.4802023370043</c:v>
                </c:pt>
                <c:pt idx="241">
                  <c:v>153.53079570866529</c:v>
                </c:pt>
                <c:pt idx="242">
                  <c:v>155.15947227296229</c:v>
                </c:pt>
                <c:pt idx="243">
                  <c:v>153.79062662435041</c:v>
                </c:pt>
                <c:pt idx="244">
                  <c:v>155.93796338393059</c:v>
                </c:pt>
                <c:pt idx="245">
                  <c:v>155.74012804166551</c:v>
                </c:pt>
                <c:pt idx="246">
                  <c:v>155.5426998685414</c:v>
                </c:pt>
                <c:pt idx="247">
                  <c:v>153.73646498520469</c:v>
                </c:pt>
                <c:pt idx="248">
                  <c:v>154.15995346545321</c:v>
                </c:pt>
                <c:pt idx="249">
                  <c:v>149.10930528882591</c:v>
                </c:pt>
                <c:pt idx="250">
                  <c:v>150.9509883175844</c:v>
                </c:pt>
                <c:pt idx="251">
                  <c:v>146.95861345552319</c:v>
                </c:pt>
                <c:pt idx="252">
                  <c:v>146.06363939667631</c:v>
                </c:pt>
                <c:pt idx="253">
                  <c:v>147.3263034766789</c:v>
                </c:pt>
                <c:pt idx="254">
                  <c:v>149.3879148452973</c:v>
                </c:pt>
                <c:pt idx="255">
                  <c:v>149.8132844469776</c:v>
                </c:pt>
                <c:pt idx="256">
                  <c:v>145.99822360247131</c:v>
                </c:pt>
                <c:pt idx="257">
                  <c:v>144.66989128339631</c:v>
                </c:pt>
                <c:pt idx="258">
                  <c:v>146.479456810307</c:v>
                </c:pt>
                <c:pt idx="259">
                  <c:v>146.9145496110761</c:v>
                </c:pt>
                <c:pt idx="260">
                  <c:v>146.28765571471251</c:v>
                </c:pt>
                <c:pt idx="261">
                  <c:v>146.80126701264641</c:v>
                </c:pt>
                <c:pt idx="262">
                  <c:v>143.50220347724081</c:v>
                </c:pt>
                <c:pt idx="263">
                  <c:v>148.1541353441626</c:v>
                </c:pt>
                <c:pt idx="264">
                  <c:v>148.62417954400149</c:v>
                </c:pt>
                <c:pt idx="265">
                  <c:v>150.9980896438239</c:v>
                </c:pt>
                <c:pt idx="266">
                  <c:v>148.80620858021021</c:v>
                </c:pt>
                <c:pt idx="267">
                  <c:v>147.84862005084889</c:v>
                </c:pt>
                <c:pt idx="268">
                  <c:v>148.62830009570919</c:v>
                </c:pt>
                <c:pt idx="269">
                  <c:v>152.6573527539984</c:v>
                </c:pt>
                <c:pt idx="270">
                  <c:v>153.0572498542131</c:v>
                </c:pt>
                <c:pt idx="271">
                  <c:v>153.13795892135681</c:v>
                </c:pt>
                <c:pt idx="272">
                  <c:v>153.2274954154791</c:v>
                </c:pt>
                <c:pt idx="273">
                  <c:v>153.30643736855049</c:v>
                </c:pt>
                <c:pt idx="274">
                  <c:v>156.51676246135051</c:v>
                </c:pt>
                <c:pt idx="275">
                  <c:v>158.9012182419267</c:v>
                </c:pt>
                <c:pt idx="276">
                  <c:v>160.68838132269551</c:v>
                </c:pt>
                <c:pt idx="277">
                  <c:v>161.23955804558491</c:v>
                </c:pt>
                <c:pt idx="278">
                  <c:v>161.77426884840921</c:v>
                </c:pt>
                <c:pt idx="279">
                  <c:v>161.0253056435516</c:v>
                </c:pt>
                <c:pt idx="280">
                  <c:v>160.27691247549151</c:v>
                </c:pt>
                <c:pt idx="281">
                  <c:v>159.39329029229779</c:v>
                </c:pt>
                <c:pt idx="282">
                  <c:v>159.71784481464809</c:v>
                </c:pt>
                <c:pt idx="283">
                  <c:v>157.0768643318122</c:v>
                </c:pt>
                <c:pt idx="284">
                  <c:v>155.84678192647851</c:v>
                </c:pt>
                <c:pt idx="285">
                  <c:v>155.3309719151828</c:v>
                </c:pt>
                <c:pt idx="286">
                  <c:v>154.38126618039271</c:v>
                </c:pt>
                <c:pt idx="287">
                  <c:v>153.59941999570191</c:v>
                </c:pt>
                <c:pt idx="288">
                  <c:v>150.44933964901529</c:v>
                </c:pt>
                <c:pt idx="289">
                  <c:v>152.53992517371259</c:v>
                </c:pt>
                <c:pt idx="290">
                  <c:v>151.14128288735691</c:v>
                </c:pt>
                <c:pt idx="291">
                  <c:v>152.08078496347159</c:v>
                </c:pt>
                <c:pt idx="292">
                  <c:v>152.84385250737611</c:v>
                </c:pt>
                <c:pt idx="293">
                  <c:v>149.2016431066387</c:v>
                </c:pt>
                <c:pt idx="294">
                  <c:v>149.92642860789931</c:v>
                </c:pt>
                <c:pt idx="295">
                  <c:v>148.1353567033762</c:v>
                </c:pt>
                <c:pt idx="296">
                  <c:v>146.85966321085931</c:v>
                </c:pt>
                <c:pt idx="297">
                  <c:v>144.21791725003831</c:v>
                </c:pt>
                <c:pt idx="298">
                  <c:v>145.25014802634121</c:v>
                </c:pt>
                <c:pt idx="299">
                  <c:v>144.36900957490809</c:v>
                </c:pt>
                <c:pt idx="300">
                  <c:v>144.11818524062349</c:v>
                </c:pt>
                <c:pt idx="301">
                  <c:v>141.92194746720031</c:v>
                </c:pt>
                <c:pt idx="302">
                  <c:v>144.42756049739461</c:v>
                </c:pt>
                <c:pt idx="303">
                  <c:v>144.66708181632291</c:v>
                </c:pt>
                <c:pt idx="304">
                  <c:v>143.49423110545851</c:v>
                </c:pt>
                <c:pt idx="305">
                  <c:v>144.80214796380011</c:v>
                </c:pt>
                <c:pt idx="306">
                  <c:v>143.8032073364713</c:v>
                </c:pt>
                <c:pt idx="307">
                  <c:v>143.11536836307181</c:v>
                </c:pt>
                <c:pt idx="308">
                  <c:v>142.5608365664599</c:v>
                </c:pt>
                <c:pt idx="309">
                  <c:v>141.52180606550101</c:v>
                </c:pt>
                <c:pt idx="310">
                  <c:v>140.2269837667364</c:v>
                </c:pt>
                <c:pt idx="311">
                  <c:v>141.85580691192419</c:v>
                </c:pt>
                <c:pt idx="312">
                  <c:v>138.70675263147311</c:v>
                </c:pt>
                <c:pt idx="313">
                  <c:v>137.6387398310525</c:v>
                </c:pt>
                <c:pt idx="314">
                  <c:v>137.35339569698769</c:v>
                </c:pt>
                <c:pt idx="315">
                  <c:v>138.28534885722689</c:v>
                </c:pt>
                <c:pt idx="316">
                  <c:v>137.3131185255526</c:v>
                </c:pt>
                <c:pt idx="317">
                  <c:v>139.65676781481039</c:v>
                </c:pt>
                <c:pt idx="318">
                  <c:v>139.35987636390459</c:v>
                </c:pt>
                <c:pt idx="319">
                  <c:v>138.77556421631459</c:v>
                </c:pt>
                <c:pt idx="320">
                  <c:v>138.15124362892271</c:v>
                </c:pt>
                <c:pt idx="321">
                  <c:v>137.178483977365</c:v>
                </c:pt>
                <c:pt idx="322">
                  <c:v>137.0348509911596</c:v>
                </c:pt>
                <c:pt idx="323">
                  <c:v>137.0805027952569</c:v>
                </c:pt>
                <c:pt idx="324">
                  <c:v>138.7391225781885</c:v>
                </c:pt>
                <c:pt idx="325">
                  <c:v>139.4626539984946</c:v>
                </c:pt>
                <c:pt idx="326">
                  <c:v>138.8501005992797</c:v>
                </c:pt>
                <c:pt idx="327">
                  <c:v>140.0582040143783</c:v>
                </c:pt>
                <c:pt idx="328">
                  <c:v>141.1208666122852</c:v>
                </c:pt>
                <c:pt idx="329">
                  <c:v>141.04774717793109</c:v>
                </c:pt>
                <c:pt idx="330">
                  <c:v>140.08582636890881</c:v>
                </c:pt>
                <c:pt idx="331">
                  <c:v>139.81260773186511</c:v>
                </c:pt>
                <c:pt idx="332">
                  <c:v>140.70757364732921</c:v>
                </c:pt>
                <c:pt idx="333">
                  <c:v>141.7520846449269</c:v>
                </c:pt>
                <c:pt idx="334">
                  <c:v>140.4306660578674</c:v>
                </c:pt>
                <c:pt idx="335">
                  <c:v>140.08302504521819</c:v>
                </c:pt>
                <c:pt idx="336">
                  <c:v>138.96963731571631</c:v>
                </c:pt>
                <c:pt idx="337">
                  <c:v>140.67052125549139</c:v>
                </c:pt>
                <c:pt idx="338">
                  <c:v>144.8433941977909</c:v>
                </c:pt>
                <c:pt idx="339">
                  <c:v>143.11106051355921</c:v>
                </c:pt>
                <c:pt idx="340">
                  <c:v>143.8456099308228</c:v>
                </c:pt>
                <c:pt idx="341">
                  <c:v>143.33241394541281</c:v>
                </c:pt>
                <c:pt idx="342">
                  <c:v>141.55257176580051</c:v>
                </c:pt>
                <c:pt idx="343">
                  <c:v>141.46202549220851</c:v>
                </c:pt>
                <c:pt idx="344">
                  <c:v>141.18292733276769</c:v>
                </c:pt>
                <c:pt idx="345">
                  <c:v>141.1457120732735</c:v>
                </c:pt>
                <c:pt idx="346">
                  <c:v>144.58378315344191</c:v>
                </c:pt>
                <c:pt idx="347">
                  <c:v>143.91280912586569</c:v>
                </c:pt>
                <c:pt idx="348">
                  <c:v>141.72902258477649</c:v>
                </c:pt>
                <c:pt idx="349">
                  <c:v>142.78156295783629</c:v>
                </c:pt>
                <c:pt idx="350">
                  <c:v>143.78343520298071</c:v>
                </c:pt>
                <c:pt idx="351">
                  <c:v>141.60148906640919</c:v>
                </c:pt>
                <c:pt idx="352">
                  <c:v>144.26724171978799</c:v>
                </c:pt>
                <c:pt idx="353">
                  <c:v>144.95139988415221</c:v>
                </c:pt>
                <c:pt idx="354">
                  <c:v>144.95240966362209</c:v>
                </c:pt>
                <c:pt idx="355">
                  <c:v>144.86668427266031</c:v>
                </c:pt>
                <c:pt idx="356">
                  <c:v>144.72922397063371</c:v>
                </c:pt>
                <c:pt idx="357">
                  <c:v>142.95412123982351</c:v>
                </c:pt>
                <c:pt idx="358">
                  <c:v>140.48428209036399</c:v>
                </c:pt>
                <c:pt idx="359">
                  <c:v>140.21270841665029</c:v>
                </c:pt>
                <c:pt idx="360">
                  <c:v>136.7067459538992</c:v>
                </c:pt>
                <c:pt idx="361">
                  <c:v>136.39439021901549</c:v>
                </c:pt>
                <c:pt idx="362">
                  <c:v>136.0767005683837</c:v>
                </c:pt>
                <c:pt idx="363">
                  <c:v>135.94090965983551</c:v>
                </c:pt>
                <c:pt idx="364">
                  <c:v>135.8182458843954</c:v>
                </c:pt>
                <c:pt idx="365">
                  <c:v>135.45284415381249</c:v>
                </c:pt>
                <c:pt idx="366">
                  <c:v>136.67061376432031</c:v>
                </c:pt>
                <c:pt idx="367">
                  <c:v>136.74950685709479</c:v>
                </c:pt>
                <c:pt idx="368">
                  <c:v>139.27768520108739</c:v>
                </c:pt>
                <c:pt idx="369">
                  <c:v>139.9902230545845</c:v>
                </c:pt>
                <c:pt idx="370">
                  <c:v>142.16457141498361</c:v>
                </c:pt>
                <c:pt idx="371">
                  <c:v>142.1722750551327</c:v>
                </c:pt>
                <c:pt idx="372">
                  <c:v>142.61946892277459</c:v>
                </c:pt>
                <c:pt idx="373">
                  <c:v>143.05042488507041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33-44DC-BBAF-225757F8A2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6100159"/>
        <c:axId val="466101119"/>
      </c:lineChart>
      <c:dateAx>
        <c:axId val="466100159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466101119"/>
        <c:crosses val="autoZero"/>
        <c:auto val="1"/>
        <c:lblOffset val="100"/>
        <c:baseTimeUnit val="days"/>
        <c:majorUnit val="1"/>
        <c:majorTimeUnit val="months"/>
      </c:dateAx>
      <c:valAx>
        <c:axId val="466101119"/>
        <c:scaling>
          <c:orientation val="minMax"/>
          <c:min val="80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466100159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Top Dividendos XP</c:v>
          </c:tx>
          <c:spPr>
            <a:ln w="22225" cap="rnd">
              <a:solidFill>
                <a:srgbClr val="8EB3DF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100'!$B$4:$B$10000</c:f>
              <c:numCache>
                <c:formatCode>m/d/yyyy</c:formatCode>
                <c:ptCount val="9997"/>
                <c:pt idx="0">
                  <c:v>43281</c:v>
                </c:pt>
                <c:pt idx="1">
                  <c:v>43283</c:v>
                </c:pt>
                <c:pt idx="2">
                  <c:v>43284</c:v>
                </c:pt>
                <c:pt idx="3">
                  <c:v>43285</c:v>
                </c:pt>
                <c:pt idx="4">
                  <c:v>43286</c:v>
                </c:pt>
                <c:pt idx="5">
                  <c:v>43287</c:v>
                </c:pt>
                <c:pt idx="6">
                  <c:v>43291</c:v>
                </c:pt>
                <c:pt idx="7">
                  <c:v>43292</c:v>
                </c:pt>
                <c:pt idx="8">
                  <c:v>43293</c:v>
                </c:pt>
                <c:pt idx="9">
                  <c:v>43294</c:v>
                </c:pt>
                <c:pt idx="10">
                  <c:v>43297</c:v>
                </c:pt>
                <c:pt idx="11">
                  <c:v>43298</c:v>
                </c:pt>
                <c:pt idx="12">
                  <c:v>43299</c:v>
                </c:pt>
                <c:pt idx="13">
                  <c:v>43300</c:v>
                </c:pt>
                <c:pt idx="14">
                  <c:v>43301</c:v>
                </c:pt>
                <c:pt idx="15">
                  <c:v>43304</c:v>
                </c:pt>
                <c:pt idx="16">
                  <c:v>43305</c:v>
                </c:pt>
                <c:pt idx="17">
                  <c:v>43306</c:v>
                </c:pt>
                <c:pt idx="18">
                  <c:v>43307</c:v>
                </c:pt>
                <c:pt idx="19">
                  <c:v>43308</c:v>
                </c:pt>
                <c:pt idx="20">
                  <c:v>43311</c:v>
                </c:pt>
                <c:pt idx="21">
                  <c:v>43312</c:v>
                </c:pt>
                <c:pt idx="22">
                  <c:v>43313</c:v>
                </c:pt>
                <c:pt idx="23">
                  <c:v>43314</c:v>
                </c:pt>
                <c:pt idx="24">
                  <c:v>43315</c:v>
                </c:pt>
                <c:pt idx="25">
                  <c:v>43318</c:v>
                </c:pt>
                <c:pt idx="26">
                  <c:v>43319</c:v>
                </c:pt>
                <c:pt idx="27">
                  <c:v>43320</c:v>
                </c:pt>
                <c:pt idx="28">
                  <c:v>43321</c:v>
                </c:pt>
                <c:pt idx="29">
                  <c:v>43322</c:v>
                </c:pt>
                <c:pt idx="30">
                  <c:v>43325</c:v>
                </c:pt>
                <c:pt idx="31">
                  <c:v>43326</c:v>
                </c:pt>
                <c:pt idx="32">
                  <c:v>43327</c:v>
                </c:pt>
                <c:pt idx="33">
                  <c:v>43328</c:v>
                </c:pt>
                <c:pt idx="34">
                  <c:v>43329</c:v>
                </c:pt>
                <c:pt idx="35">
                  <c:v>43332</c:v>
                </c:pt>
                <c:pt idx="36">
                  <c:v>43333</c:v>
                </c:pt>
                <c:pt idx="37">
                  <c:v>43334</c:v>
                </c:pt>
                <c:pt idx="38">
                  <c:v>43335</c:v>
                </c:pt>
                <c:pt idx="39">
                  <c:v>43336</c:v>
                </c:pt>
                <c:pt idx="40">
                  <c:v>43339</c:v>
                </c:pt>
                <c:pt idx="41">
                  <c:v>43340</c:v>
                </c:pt>
                <c:pt idx="42">
                  <c:v>43341</c:v>
                </c:pt>
                <c:pt idx="43">
                  <c:v>43342</c:v>
                </c:pt>
                <c:pt idx="44">
                  <c:v>43343</c:v>
                </c:pt>
                <c:pt idx="45">
                  <c:v>43346</c:v>
                </c:pt>
                <c:pt idx="46">
                  <c:v>43347</c:v>
                </c:pt>
                <c:pt idx="47">
                  <c:v>43348</c:v>
                </c:pt>
                <c:pt idx="48">
                  <c:v>43349</c:v>
                </c:pt>
                <c:pt idx="49">
                  <c:v>43353</c:v>
                </c:pt>
                <c:pt idx="50">
                  <c:v>43354</c:v>
                </c:pt>
                <c:pt idx="51">
                  <c:v>43355</c:v>
                </c:pt>
                <c:pt idx="52">
                  <c:v>43356</c:v>
                </c:pt>
                <c:pt idx="53">
                  <c:v>43357</c:v>
                </c:pt>
                <c:pt idx="54">
                  <c:v>43360</c:v>
                </c:pt>
                <c:pt idx="55">
                  <c:v>43361</c:v>
                </c:pt>
                <c:pt idx="56">
                  <c:v>43362</c:v>
                </c:pt>
                <c:pt idx="57">
                  <c:v>43363</c:v>
                </c:pt>
                <c:pt idx="58">
                  <c:v>43364</c:v>
                </c:pt>
                <c:pt idx="59">
                  <c:v>43367</c:v>
                </c:pt>
                <c:pt idx="60">
                  <c:v>43368</c:v>
                </c:pt>
                <c:pt idx="61">
                  <c:v>43369</c:v>
                </c:pt>
                <c:pt idx="62">
                  <c:v>43370</c:v>
                </c:pt>
                <c:pt idx="63">
                  <c:v>43371</c:v>
                </c:pt>
                <c:pt idx="64">
                  <c:v>43374</c:v>
                </c:pt>
                <c:pt idx="65">
                  <c:v>43375</c:v>
                </c:pt>
                <c:pt idx="66">
                  <c:v>43376</c:v>
                </c:pt>
                <c:pt idx="67">
                  <c:v>43377</c:v>
                </c:pt>
                <c:pt idx="68">
                  <c:v>43378</c:v>
                </c:pt>
                <c:pt idx="69">
                  <c:v>43381</c:v>
                </c:pt>
                <c:pt idx="70">
                  <c:v>43382</c:v>
                </c:pt>
                <c:pt idx="71">
                  <c:v>43383</c:v>
                </c:pt>
                <c:pt idx="72">
                  <c:v>43384</c:v>
                </c:pt>
                <c:pt idx="73">
                  <c:v>43388</c:v>
                </c:pt>
                <c:pt idx="74">
                  <c:v>43389</c:v>
                </c:pt>
                <c:pt idx="75">
                  <c:v>43390</c:v>
                </c:pt>
                <c:pt idx="76">
                  <c:v>43391</c:v>
                </c:pt>
                <c:pt idx="77">
                  <c:v>43392</c:v>
                </c:pt>
                <c:pt idx="78">
                  <c:v>43395</c:v>
                </c:pt>
                <c:pt idx="79">
                  <c:v>43396</c:v>
                </c:pt>
                <c:pt idx="80">
                  <c:v>43397</c:v>
                </c:pt>
                <c:pt idx="81">
                  <c:v>43398</c:v>
                </c:pt>
                <c:pt idx="82">
                  <c:v>43399</c:v>
                </c:pt>
                <c:pt idx="83">
                  <c:v>43402</c:v>
                </c:pt>
                <c:pt idx="84">
                  <c:v>43403</c:v>
                </c:pt>
                <c:pt idx="85">
                  <c:v>43404</c:v>
                </c:pt>
                <c:pt idx="86">
                  <c:v>43405</c:v>
                </c:pt>
                <c:pt idx="87">
                  <c:v>43409</c:v>
                </c:pt>
                <c:pt idx="88">
                  <c:v>43410</c:v>
                </c:pt>
                <c:pt idx="89">
                  <c:v>43411</c:v>
                </c:pt>
                <c:pt idx="90">
                  <c:v>43412</c:v>
                </c:pt>
                <c:pt idx="91">
                  <c:v>43413</c:v>
                </c:pt>
                <c:pt idx="92">
                  <c:v>43416</c:v>
                </c:pt>
                <c:pt idx="93">
                  <c:v>43417</c:v>
                </c:pt>
                <c:pt idx="94">
                  <c:v>43418</c:v>
                </c:pt>
                <c:pt idx="95">
                  <c:v>43420</c:v>
                </c:pt>
                <c:pt idx="96">
                  <c:v>43423</c:v>
                </c:pt>
                <c:pt idx="97">
                  <c:v>43425</c:v>
                </c:pt>
                <c:pt idx="98">
                  <c:v>43426</c:v>
                </c:pt>
                <c:pt idx="99">
                  <c:v>43427</c:v>
                </c:pt>
                <c:pt idx="100">
                  <c:v>43430</c:v>
                </c:pt>
                <c:pt idx="101">
                  <c:v>43431</c:v>
                </c:pt>
                <c:pt idx="102">
                  <c:v>43432</c:v>
                </c:pt>
                <c:pt idx="103">
                  <c:v>43433</c:v>
                </c:pt>
                <c:pt idx="104">
                  <c:v>43434</c:v>
                </c:pt>
                <c:pt idx="105">
                  <c:v>43437</c:v>
                </c:pt>
                <c:pt idx="106">
                  <c:v>43438</c:v>
                </c:pt>
                <c:pt idx="107">
                  <c:v>43439</c:v>
                </c:pt>
                <c:pt idx="108">
                  <c:v>43440</c:v>
                </c:pt>
                <c:pt idx="109">
                  <c:v>43441</c:v>
                </c:pt>
                <c:pt idx="110">
                  <c:v>43444</c:v>
                </c:pt>
                <c:pt idx="111">
                  <c:v>43445</c:v>
                </c:pt>
                <c:pt idx="112">
                  <c:v>43446</c:v>
                </c:pt>
                <c:pt idx="113">
                  <c:v>43447</c:v>
                </c:pt>
                <c:pt idx="114">
                  <c:v>43448</c:v>
                </c:pt>
                <c:pt idx="115">
                  <c:v>43451</c:v>
                </c:pt>
                <c:pt idx="116">
                  <c:v>43452</c:v>
                </c:pt>
                <c:pt idx="117">
                  <c:v>43453</c:v>
                </c:pt>
                <c:pt idx="118">
                  <c:v>43454</c:v>
                </c:pt>
                <c:pt idx="119">
                  <c:v>43455</c:v>
                </c:pt>
                <c:pt idx="120">
                  <c:v>43460</c:v>
                </c:pt>
                <c:pt idx="121">
                  <c:v>43461</c:v>
                </c:pt>
                <c:pt idx="122">
                  <c:v>43462</c:v>
                </c:pt>
                <c:pt idx="123">
                  <c:v>43467</c:v>
                </c:pt>
                <c:pt idx="124">
                  <c:v>43468</c:v>
                </c:pt>
                <c:pt idx="125">
                  <c:v>43469</c:v>
                </c:pt>
                <c:pt idx="126">
                  <c:v>43472</c:v>
                </c:pt>
                <c:pt idx="127">
                  <c:v>43473</c:v>
                </c:pt>
                <c:pt idx="128">
                  <c:v>43474</c:v>
                </c:pt>
                <c:pt idx="129">
                  <c:v>43475</c:v>
                </c:pt>
                <c:pt idx="130">
                  <c:v>43476</c:v>
                </c:pt>
                <c:pt idx="131">
                  <c:v>43479</c:v>
                </c:pt>
                <c:pt idx="132">
                  <c:v>43480</c:v>
                </c:pt>
                <c:pt idx="133">
                  <c:v>43481</c:v>
                </c:pt>
                <c:pt idx="134">
                  <c:v>43482</c:v>
                </c:pt>
                <c:pt idx="135">
                  <c:v>43483</c:v>
                </c:pt>
                <c:pt idx="136">
                  <c:v>43486</c:v>
                </c:pt>
                <c:pt idx="137">
                  <c:v>43487</c:v>
                </c:pt>
                <c:pt idx="138">
                  <c:v>43488</c:v>
                </c:pt>
                <c:pt idx="139">
                  <c:v>43489</c:v>
                </c:pt>
                <c:pt idx="140">
                  <c:v>43493</c:v>
                </c:pt>
                <c:pt idx="141">
                  <c:v>43494</c:v>
                </c:pt>
                <c:pt idx="142">
                  <c:v>43495</c:v>
                </c:pt>
                <c:pt idx="143">
                  <c:v>43496</c:v>
                </c:pt>
                <c:pt idx="144">
                  <c:v>43497</c:v>
                </c:pt>
                <c:pt idx="145">
                  <c:v>43500</c:v>
                </c:pt>
                <c:pt idx="146">
                  <c:v>43501</c:v>
                </c:pt>
                <c:pt idx="147">
                  <c:v>43502</c:v>
                </c:pt>
                <c:pt idx="148">
                  <c:v>43503</c:v>
                </c:pt>
                <c:pt idx="149">
                  <c:v>43504</c:v>
                </c:pt>
                <c:pt idx="150">
                  <c:v>43507</c:v>
                </c:pt>
                <c:pt idx="151">
                  <c:v>43508</c:v>
                </c:pt>
                <c:pt idx="152">
                  <c:v>43509</c:v>
                </c:pt>
                <c:pt idx="153">
                  <c:v>43510</c:v>
                </c:pt>
                <c:pt idx="154">
                  <c:v>43511</c:v>
                </c:pt>
                <c:pt idx="155">
                  <c:v>43514</c:v>
                </c:pt>
                <c:pt idx="156">
                  <c:v>43515</c:v>
                </c:pt>
                <c:pt idx="157">
                  <c:v>43516</c:v>
                </c:pt>
                <c:pt idx="158">
                  <c:v>43517</c:v>
                </c:pt>
                <c:pt idx="159">
                  <c:v>43518</c:v>
                </c:pt>
                <c:pt idx="160">
                  <c:v>43521</c:v>
                </c:pt>
                <c:pt idx="161">
                  <c:v>43522</c:v>
                </c:pt>
                <c:pt idx="162">
                  <c:v>43523</c:v>
                </c:pt>
                <c:pt idx="163">
                  <c:v>43524</c:v>
                </c:pt>
                <c:pt idx="164">
                  <c:v>43525</c:v>
                </c:pt>
                <c:pt idx="165">
                  <c:v>43530</c:v>
                </c:pt>
                <c:pt idx="166">
                  <c:v>43531</c:v>
                </c:pt>
                <c:pt idx="167">
                  <c:v>43532</c:v>
                </c:pt>
                <c:pt idx="168">
                  <c:v>43535</c:v>
                </c:pt>
                <c:pt idx="169">
                  <c:v>43536</c:v>
                </c:pt>
                <c:pt idx="170">
                  <c:v>43537</c:v>
                </c:pt>
                <c:pt idx="171">
                  <c:v>43538</c:v>
                </c:pt>
                <c:pt idx="172">
                  <c:v>43539</c:v>
                </c:pt>
                <c:pt idx="173">
                  <c:v>43542</c:v>
                </c:pt>
                <c:pt idx="174">
                  <c:v>43543</c:v>
                </c:pt>
                <c:pt idx="175">
                  <c:v>43544</c:v>
                </c:pt>
                <c:pt idx="176">
                  <c:v>43545</c:v>
                </c:pt>
                <c:pt idx="177">
                  <c:v>43546</c:v>
                </c:pt>
                <c:pt idx="178">
                  <c:v>43549</c:v>
                </c:pt>
                <c:pt idx="179">
                  <c:v>43550</c:v>
                </c:pt>
                <c:pt idx="180">
                  <c:v>43551</c:v>
                </c:pt>
                <c:pt idx="181">
                  <c:v>43552</c:v>
                </c:pt>
                <c:pt idx="182">
                  <c:v>43553</c:v>
                </c:pt>
                <c:pt idx="183">
                  <c:v>43556</c:v>
                </c:pt>
                <c:pt idx="184">
                  <c:v>43557</c:v>
                </c:pt>
                <c:pt idx="185">
                  <c:v>43558</c:v>
                </c:pt>
                <c:pt idx="186">
                  <c:v>43559</c:v>
                </c:pt>
                <c:pt idx="187">
                  <c:v>43560</c:v>
                </c:pt>
                <c:pt idx="188">
                  <c:v>43563</c:v>
                </c:pt>
                <c:pt idx="189">
                  <c:v>43564</c:v>
                </c:pt>
                <c:pt idx="190">
                  <c:v>43565</c:v>
                </c:pt>
                <c:pt idx="191">
                  <c:v>43566</c:v>
                </c:pt>
                <c:pt idx="192">
                  <c:v>43567</c:v>
                </c:pt>
                <c:pt idx="193">
                  <c:v>43570</c:v>
                </c:pt>
                <c:pt idx="194">
                  <c:v>43571</c:v>
                </c:pt>
                <c:pt idx="195">
                  <c:v>43572</c:v>
                </c:pt>
                <c:pt idx="196">
                  <c:v>43573</c:v>
                </c:pt>
                <c:pt idx="197">
                  <c:v>43577</c:v>
                </c:pt>
                <c:pt idx="198">
                  <c:v>43578</c:v>
                </c:pt>
                <c:pt idx="199">
                  <c:v>43579</c:v>
                </c:pt>
                <c:pt idx="200">
                  <c:v>43580</c:v>
                </c:pt>
                <c:pt idx="201">
                  <c:v>43581</c:v>
                </c:pt>
                <c:pt idx="202">
                  <c:v>43584</c:v>
                </c:pt>
                <c:pt idx="203">
                  <c:v>43585</c:v>
                </c:pt>
                <c:pt idx="204">
                  <c:v>43587</c:v>
                </c:pt>
                <c:pt idx="205">
                  <c:v>43588</c:v>
                </c:pt>
                <c:pt idx="206">
                  <c:v>43591</c:v>
                </c:pt>
                <c:pt idx="207">
                  <c:v>43592</c:v>
                </c:pt>
                <c:pt idx="208">
                  <c:v>43593</c:v>
                </c:pt>
                <c:pt idx="209">
                  <c:v>43594</c:v>
                </c:pt>
                <c:pt idx="210">
                  <c:v>43595</c:v>
                </c:pt>
                <c:pt idx="211">
                  <c:v>43598</c:v>
                </c:pt>
                <c:pt idx="212">
                  <c:v>43599</c:v>
                </c:pt>
                <c:pt idx="213">
                  <c:v>43600</c:v>
                </c:pt>
                <c:pt idx="214">
                  <c:v>43601</c:v>
                </c:pt>
                <c:pt idx="215">
                  <c:v>43602</c:v>
                </c:pt>
                <c:pt idx="216">
                  <c:v>43605</c:v>
                </c:pt>
                <c:pt idx="217">
                  <c:v>43606</c:v>
                </c:pt>
                <c:pt idx="218">
                  <c:v>43607</c:v>
                </c:pt>
                <c:pt idx="219">
                  <c:v>43608</c:v>
                </c:pt>
                <c:pt idx="220">
                  <c:v>43609</c:v>
                </c:pt>
                <c:pt idx="221">
                  <c:v>43612</c:v>
                </c:pt>
                <c:pt idx="222">
                  <c:v>43613</c:v>
                </c:pt>
                <c:pt idx="223">
                  <c:v>43614</c:v>
                </c:pt>
                <c:pt idx="224">
                  <c:v>43615</c:v>
                </c:pt>
                <c:pt idx="225">
                  <c:v>43616</c:v>
                </c:pt>
                <c:pt idx="226">
                  <c:v>43619</c:v>
                </c:pt>
                <c:pt idx="227">
                  <c:v>43620</c:v>
                </c:pt>
                <c:pt idx="228">
                  <c:v>43621</c:v>
                </c:pt>
                <c:pt idx="229">
                  <c:v>43622</c:v>
                </c:pt>
                <c:pt idx="230">
                  <c:v>43623</c:v>
                </c:pt>
                <c:pt idx="231">
                  <c:v>43626</c:v>
                </c:pt>
                <c:pt idx="232">
                  <c:v>43627</c:v>
                </c:pt>
                <c:pt idx="233">
                  <c:v>43628</c:v>
                </c:pt>
                <c:pt idx="234">
                  <c:v>43629</c:v>
                </c:pt>
                <c:pt idx="235">
                  <c:v>43630</c:v>
                </c:pt>
                <c:pt idx="236">
                  <c:v>43633</c:v>
                </c:pt>
                <c:pt idx="237">
                  <c:v>43634</c:v>
                </c:pt>
                <c:pt idx="238">
                  <c:v>43635</c:v>
                </c:pt>
                <c:pt idx="239">
                  <c:v>43637</c:v>
                </c:pt>
                <c:pt idx="240">
                  <c:v>43640</c:v>
                </c:pt>
                <c:pt idx="241">
                  <c:v>43641</c:v>
                </c:pt>
                <c:pt idx="242">
                  <c:v>43642</c:v>
                </c:pt>
                <c:pt idx="243">
                  <c:v>43643</c:v>
                </c:pt>
                <c:pt idx="244">
                  <c:v>43644</c:v>
                </c:pt>
                <c:pt idx="245">
                  <c:v>43647</c:v>
                </c:pt>
                <c:pt idx="246">
                  <c:v>43648</c:v>
                </c:pt>
                <c:pt idx="247">
                  <c:v>43649</c:v>
                </c:pt>
                <c:pt idx="248">
                  <c:v>43650</c:v>
                </c:pt>
                <c:pt idx="249">
                  <c:v>43651</c:v>
                </c:pt>
                <c:pt idx="250">
                  <c:v>43654</c:v>
                </c:pt>
                <c:pt idx="251">
                  <c:v>43656</c:v>
                </c:pt>
                <c:pt idx="252">
                  <c:v>43657</c:v>
                </c:pt>
                <c:pt idx="253">
                  <c:v>43658</c:v>
                </c:pt>
                <c:pt idx="254">
                  <c:v>43661</c:v>
                </c:pt>
                <c:pt idx="255">
                  <c:v>43662</c:v>
                </c:pt>
                <c:pt idx="256">
                  <c:v>43663</c:v>
                </c:pt>
                <c:pt idx="257">
                  <c:v>43664</c:v>
                </c:pt>
                <c:pt idx="258">
                  <c:v>43665</c:v>
                </c:pt>
                <c:pt idx="259">
                  <c:v>43668</c:v>
                </c:pt>
                <c:pt idx="260">
                  <c:v>43669</c:v>
                </c:pt>
                <c:pt idx="261">
                  <c:v>43670</c:v>
                </c:pt>
                <c:pt idx="262">
                  <c:v>43671</c:v>
                </c:pt>
                <c:pt idx="263">
                  <c:v>43672</c:v>
                </c:pt>
                <c:pt idx="264">
                  <c:v>43675</c:v>
                </c:pt>
                <c:pt idx="265">
                  <c:v>43676</c:v>
                </c:pt>
                <c:pt idx="266">
                  <c:v>43677</c:v>
                </c:pt>
                <c:pt idx="267">
                  <c:v>43678</c:v>
                </c:pt>
                <c:pt idx="268">
                  <c:v>43679</c:v>
                </c:pt>
                <c:pt idx="269">
                  <c:v>43682</c:v>
                </c:pt>
                <c:pt idx="270">
                  <c:v>43683</c:v>
                </c:pt>
                <c:pt idx="271">
                  <c:v>43684</c:v>
                </c:pt>
                <c:pt idx="272">
                  <c:v>43685</c:v>
                </c:pt>
                <c:pt idx="273">
                  <c:v>43686</c:v>
                </c:pt>
                <c:pt idx="274">
                  <c:v>43689</c:v>
                </c:pt>
                <c:pt idx="275">
                  <c:v>43690</c:v>
                </c:pt>
                <c:pt idx="276">
                  <c:v>43691</c:v>
                </c:pt>
                <c:pt idx="277">
                  <c:v>43692</c:v>
                </c:pt>
                <c:pt idx="278">
                  <c:v>43693</c:v>
                </c:pt>
                <c:pt idx="279">
                  <c:v>43696</c:v>
                </c:pt>
                <c:pt idx="280">
                  <c:v>43697</c:v>
                </c:pt>
                <c:pt idx="281">
                  <c:v>43698</c:v>
                </c:pt>
                <c:pt idx="282">
                  <c:v>43699</c:v>
                </c:pt>
                <c:pt idx="283">
                  <c:v>43700</c:v>
                </c:pt>
                <c:pt idx="284">
                  <c:v>43703</c:v>
                </c:pt>
                <c:pt idx="285">
                  <c:v>43704</c:v>
                </c:pt>
                <c:pt idx="286">
                  <c:v>43705</c:v>
                </c:pt>
                <c:pt idx="287">
                  <c:v>43706</c:v>
                </c:pt>
                <c:pt idx="288">
                  <c:v>43707</c:v>
                </c:pt>
                <c:pt idx="289">
                  <c:v>43710</c:v>
                </c:pt>
                <c:pt idx="290">
                  <c:v>43711</c:v>
                </c:pt>
                <c:pt idx="291">
                  <c:v>43712</c:v>
                </c:pt>
                <c:pt idx="292">
                  <c:v>43713</c:v>
                </c:pt>
                <c:pt idx="293">
                  <c:v>43714</c:v>
                </c:pt>
                <c:pt idx="294">
                  <c:v>43717</c:v>
                </c:pt>
                <c:pt idx="295">
                  <c:v>43718</c:v>
                </c:pt>
                <c:pt idx="296">
                  <c:v>43719</c:v>
                </c:pt>
                <c:pt idx="297">
                  <c:v>43720</c:v>
                </c:pt>
                <c:pt idx="298">
                  <c:v>43721</c:v>
                </c:pt>
                <c:pt idx="299">
                  <c:v>43724</c:v>
                </c:pt>
                <c:pt idx="300">
                  <c:v>43725</c:v>
                </c:pt>
                <c:pt idx="301">
                  <c:v>43726</c:v>
                </c:pt>
                <c:pt idx="302">
                  <c:v>43727</c:v>
                </c:pt>
                <c:pt idx="303">
                  <c:v>43728</c:v>
                </c:pt>
                <c:pt idx="304">
                  <c:v>43731</c:v>
                </c:pt>
                <c:pt idx="305">
                  <c:v>43732</c:v>
                </c:pt>
                <c:pt idx="306">
                  <c:v>43733</c:v>
                </c:pt>
                <c:pt idx="307">
                  <c:v>43734</c:v>
                </c:pt>
                <c:pt idx="308">
                  <c:v>43735</c:v>
                </c:pt>
                <c:pt idx="309">
                  <c:v>43738</c:v>
                </c:pt>
                <c:pt idx="310">
                  <c:v>43739</c:v>
                </c:pt>
                <c:pt idx="311">
                  <c:v>43740</c:v>
                </c:pt>
                <c:pt idx="312">
                  <c:v>43741</c:v>
                </c:pt>
                <c:pt idx="313">
                  <c:v>43742</c:v>
                </c:pt>
                <c:pt idx="314">
                  <c:v>43745</c:v>
                </c:pt>
                <c:pt idx="315">
                  <c:v>43746</c:v>
                </c:pt>
                <c:pt idx="316">
                  <c:v>43747</c:v>
                </c:pt>
                <c:pt idx="317">
                  <c:v>43748</c:v>
                </c:pt>
                <c:pt idx="318">
                  <c:v>43749</c:v>
                </c:pt>
                <c:pt idx="319">
                  <c:v>43752</c:v>
                </c:pt>
                <c:pt idx="320">
                  <c:v>43753</c:v>
                </c:pt>
                <c:pt idx="321">
                  <c:v>43754</c:v>
                </c:pt>
                <c:pt idx="322">
                  <c:v>43755</c:v>
                </c:pt>
                <c:pt idx="323">
                  <c:v>43756</c:v>
                </c:pt>
                <c:pt idx="324">
                  <c:v>43759</c:v>
                </c:pt>
                <c:pt idx="325">
                  <c:v>43760</c:v>
                </c:pt>
                <c:pt idx="326">
                  <c:v>43761</c:v>
                </c:pt>
                <c:pt idx="327">
                  <c:v>43762</c:v>
                </c:pt>
                <c:pt idx="328">
                  <c:v>43763</c:v>
                </c:pt>
                <c:pt idx="329">
                  <c:v>43766</c:v>
                </c:pt>
                <c:pt idx="330">
                  <c:v>43767</c:v>
                </c:pt>
                <c:pt idx="331">
                  <c:v>43768</c:v>
                </c:pt>
                <c:pt idx="332">
                  <c:v>43769</c:v>
                </c:pt>
                <c:pt idx="333">
                  <c:v>43770</c:v>
                </c:pt>
                <c:pt idx="334">
                  <c:v>43773</c:v>
                </c:pt>
                <c:pt idx="335">
                  <c:v>43774</c:v>
                </c:pt>
                <c:pt idx="336">
                  <c:v>43775</c:v>
                </c:pt>
                <c:pt idx="337">
                  <c:v>43776</c:v>
                </c:pt>
                <c:pt idx="338">
                  <c:v>43777</c:v>
                </c:pt>
                <c:pt idx="339">
                  <c:v>43780</c:v>
                </c:pt>
                <c:pt idx="340">
                  <c:v>43781</c:v>
                </c:pt>
                <c:pt idx="341">
                  <c:v>43782</c:v>
                </c:pt>
                <c:pt idx="342">
                  <c:v>43783</c:v>
                </c:pt>
                <c:pt idx="343">
                  <c:v>43787</c:v>
                </c:pt>
                <c:pt idx="344">
                  <c:v>43788</c:v>
                </c:pt>
                <c:pt idx="345">
                  <c:v>43790</c:v>
                </c:pt>
                <c:pt idx="346">
                  <c:v>43791</c:v>
                </c:pt>
                <c:pt idx="347">
                  <c:v>43794</c:v>
                </c:pt>
                <c:pt idx="348">
                  <c:v>43795</c:v>
                </c:pt>
                <c:pt idx="349">
                  <c:v>43796</c:v>
                </c:pt>
                <c:pt idx="350">
                  <c:v>43797</c:v>
                </c:pt>
                <c:pt idx="351">
                  <c:v>43798</c:v>
                </c:pt>
                <c:pt idx="352">
                  <c:v>43801</c:v>
                </c:pt>
                <c:pt idx="353">
                  <c:v>43802</c:v>
                </c:pt>
                <c:pt idx="354">
                  <c:v>43803</c:v>
                </c:pt>
                <c:pt idx="355">
                  <c:v>43804</c:v>
                </c:pt>
                <c:pt idx="356">
                  <c:v>43805</c:v>
                </c:pt>
                <c:pt idx="357">
                  <c:v>43808</c:v>
                </c:pt>
                <c:pt idx="358">
                  <c:v>43809</c:v>
                </c:pt>
                <c:pt idx="359">
                  <c:v>43810</c:v>
                </c:pt>
                <c:pt idx="360">
                  <c:v>43811</c:v>
                </c:pt>
                <c:pt idx="361">
                  <c:v>43812</c:v>
                </c:pt>
                <c:pt idx="362">
                  <c:v>43815</c:v>
                </c:pt>
                <c:pt idx="363">
                  <c:v>43816</c:v>
                </c:pt>
                <c:pt idx="364">
                  <c:v>43817</c:v>
                </c:pt>
                <c:pt idx="365">
                  <c:v>43818</c:v>
                </c:pt>
                <c:pt idx="366">
                  <c:v>43819</c:v>
                </c:pt>
                <c:pt idx="367">
                  <c:v>43822</c:v>
                </c:pt>
                <c:pt idx="368">
                  <c:v>43825</c:v>
                </c:pt>
                <c:pt idx="369">
                  <c:v>43826</c:v>
                </c:pt>
                <c:pt idx="370">
                  <c:v>43829</c:v>
                </c:pt>
                <c:pt idx="371">
                  <c:v>43832</c:v>
                </c:pt>
                <c:pt idx="372">
                  <c:v>43833</c:v>
                </c:pt>
                <c:pt idx="373">
                  <c:v>43836</c:v>
                </c:pt>
                <c:pt idx="374">
                  <c:v>43837</c:v>
                </c:pt>
                <c:pt idx="375">
                  <c:v>43838</c:v>
                </c:pt>
                <c:pt idx="376">
                  <c:v>43839</c:v>
                </c:pt>
                <c:pt idx="377">
                  <c:v>43840</c:v>
                </c:pt>
                <c:pt idx="378">
                  <c:v>43843</c:v>
                </c:pt>
                <c:pt idx="379">
                  <c:v>43844</c:v>
                </c:pt>
                <c:pt idx="380">
                  <c:v>43845</c:v>
                </c:pt>
                <c:pt idx="381">
                  <c:v>43846</c:v>
                </c:pt>
                <c:pt idx="382">
                  <c:v>43847</c:v>
                </c:pt>
                <c:pt idx="383">
                  <c:v>43850</c:v>
                </c:pt>
                <c:pt idx="384">
                  <c:v>43851</c:v>
                </c:pt>
                <c:pt idx="385">
                  <c:v>43852</c:v>
                </c:pt>
                <c:pt idx="386">
                  <c:v>43853</c:v>
                </c:pt>
                <c:pt idx="387">
                  <c:v>43854</c:v>
                </c:pt>
                <c:pt idx="388">
                  <c:v>43857</c:v>
                </c:pt>
                <c:pt idx="389">
                  <c:v>43858</c:v>
                </c:pt>
                <c:pt idx="390">
                  <c:v>43859</c:v>
                </c:pt>
                <c:pt idx="391">
                  <c:v>43860</c:v>
                </c:pt>
                <c:pt idx="392">
                  <c:v>43861</c:v>
                </c:pt>
                <c:pt idx="393">
                  <c:v>43864</c:v>
                </c:pt>
                <c:pt idx="394">
                  <c:v>43865</c:v>
                </c:pt>
                <c:pt idx="395">
                  <c:v>43866</c:v>
                </c:pt>
                <c:pt idx="396">
                  <c:v>43867</c:v>
                </c:pt>
                <c:pt idx="397">
                  <c:v>43868</c:v>
                </c:pt>
                <c:pt idx="398">
                  <c:v>43871</c:v>
                </c:pt>
                <c:pt idx="399">
                  <c:v>43872</c:v>
                </c:pt>
                <c:pt idx="400">
                  <c:v>43873</c:v>
                </c:pt>
                <c:pt idx="401">
                  <c:v>43874</c:v>
                </c:pt>
                <c:pt idx="402">
                  <c:v>43875</c:v>
                </c:pt>
                <c:pt idx="403">
                  <c:v>43878</c:v>
                </c:pt>
                <c:pt idx="404">
                  <c:v>43879</c:v>
                </c:pt>
                <c:pt idx="405">
                  <c:v>43880</c:v>
                </c:pt>
                <c:pt idx="406">
                  <c:v>43881</c:v>
                </c:pt>
                <c:pt idx="407">
                  <c:v>43882</c:v>
                </c:pt>
                <c:pt idx="408">
                  <c:v>43887</c:v>
                </c:pt>
                <c:pt idx="409">
                  <c:v>43888</c:v>
                </c:pt>
                <c:pt idx="410">
                  <c:v>43889</c:v>
                </c:pt>
                <c:pt idx="411">
                  <c:v>43892</c:v>
                </c:pt>
                <c:pt idx="412">
                  <c:v>43893</c:v>
                </c:pt>
                <c:pt idx="413">
                  <c:v>43894</c:v>
                </c:pt>
                <c:pt idx="414">
                  <c:v>43895</c:v>
                </c:pt>
                <c:pt idx="415">
                  <c:v>43896</c:v>
                </c:pt>
                <c:pt idx="416">
                  <c:v>43899</c:v>
                </c:pt>
                <c:pt idx="417">
                  <c:v>43900</c:v>
                </c:pt>
                <c:pt idx="418">
                  <c:v>43901</c:v>
                </c:pt>
                <c:pt idx="419">
                  <c:v>43902</c:v>
                </c:pt>
                <c:pt idx="420">
                  <c:v>43903</c:v>
                </c:pt>
                <c:pt idx="421">
                  <c:v>43906</c:v>
                </c:pt>
                <c:pt idx="422">
                  <c:v>43907</c:v>
                </c:pt>
                <c:pt idx="423">
                  <c:v>43908</c:v>
                </c:pt>
                <c:pt idx="424">
                  <c:v>43909</c:v>
                </c:pt>
                <c:pt idx="425">
                  <c:v>43910</c:v>
                </c:pt>
                <c:pt idx="426">
                  <c:v>43913</c:v>
                </c:pt>
                <c:pt idx="427">
                  <c:v>43914</c:v>
                </c:pt>
                <c:pt idx="428">
                  <c:v>43915</c:v>
                </c:pt>
                <c:pt idx="429">
                  <c:v>43916</c:v>
                </c:pt>
                <c:pt idx="430">
                  <c:v>43917</c:v>
                </c:pt>
                <c:pt idx="431">
                  <c:v>43920</c:v>
                </c:pt>
                <c:pt idx="432">
                  <c:v>43921</c:v>
                </c:pt>
                <c:pt idx="433">
                  <c:v>43922</c:v>
                </c:pt>
                <c:pt idx="434">
                  <c:v>43923</c:v>
                </c:pt>
                <c:pt idx="435">
                  <c:v>43924</c:v>
                </c:pt>
                <c:pt idx="436">
                  <c:v>43927</c:v>
                </c:pt>
                <c:pt idx="437">
                  <c:v>43928</c:v>
                </c:pt>
                <c:pt idx="438">
                  <c:v>43929</c:v>
                </c:pt>
                <c:pt idx="439">
                  <c:v>43930</c:v>
                </c:pt>
                <c:pt idx="440">
                  <c:v>43934</c:v>
                </c:pt>
                <c:pt idx="441">
                  <c:v>43935</c:v>
                </c:pt>
                <c:pt idx="442">
                  <c:v>43936</c:v>
                </c:pt>
                <c:pt idx="443">
                  <c:v>43937</c:v>
                </c:pt>
                <c:pt idx="444">
                  <c:v>43938</c:v>
                </c:pt>
                <c:pt idx="445">
                  <c:v>43941</c:v>
                </c:pt>
                <c:pt idx="446">
                  <c:v>43943</c:v>
                </c:pt>
                <c:pt idx="447">
                  <c:v>43944</c:v>
                </c:pt>
                <c:pt idx="448">
                  <c:v>43945</c:v>
                </c:pt>
                <c:pt idx="449">
                  <c:v>43948</c:v>
                </c:pt>
                <c:pt idx="450">
                  <c:v>43949</c:v>
                </c:pt>
                <c:pt idx="451">
                  <c:v>43950</c:v>
                </c:pt>
                <c:pt idx="452">
                  <c:v>43951</c:v>
                </c:pt>
                <c:pt idx="453">
                  <c:v>43955</c:v>
                </c:pt>
                <c:pt idx="454">
                  <c:v>43956</c:v>
                </c:pt>
                <c:pt idx="455">
                  <c:v>43957</c:v>
                </c:pt>
                <c:pt idx="456">
                  <c:v>43958</c:v>
                </c:pt>
                <c:pt idx="457">
                  <c:v>43959</c:v>
                </c:pt>
                <c:pt idx="458">
                  <c:v>43962</c:v>
                </c:pt>
                <c:pt idx="459">
                  <c:v>43963</c:v>
                </c:pt>
                <c:pt idx="460">
                  <c:v>43964</c:v>
                </c:pt>
                <c:pt idx="461">
                  <c:v>43965</c:v>
                </c:pt>
                <c:pt idx="462">
                  <c:v>43966</c:v>
                </c:pt>
                <c:pt idx="463">
                  <c:v>43969</c:v>
                </c:pt>
                <c:pt idx="464">
                  <c:v>43970</c:v>
                </c:pt>
                <c:pt idx="465">
                  <c:v>43971</c:v>
                </c:pt>
                <c:pt idx="466">
                  <c:v>43972</c:v>
                </c:pt>
                <c:pt idx="467">
                  <c:v>43973</c:v>
                </c:pt>
                <c:pt idx="468">
                  <c:v>43976</c:v>
                </c:pt>
                <c:pt idx="469">
                  <c:v>43977</c:v>
                </c:pt>
                <c:pt idx="470">
                  <c:v>43978</c:v>
                </c:pt>
                <c:pt idx="471">
                  <c:v>43979</c:v>
                </c:pt>
                <c:pt idx="472">
                  <c:v>43980</c:v>
                </c:pt>
                <c:pt idx="473">
                  <c:v>43983</c:v>
                </c:pt>
                <c:pt idx="474">
                  <c:v>43984</c:v>
                </c:pt>
                <c:pt idx="475">
                  <c:v>43985</c:v>
                </c:pt>
                <c:pt idx="476">
                  <c:v>43986</c:v>
                </c:pt>
                <c:pt idx="477">
                  <c:v>43987</c:v>
                </c:pt>
                <c:pt idx="478">
                  <c:v>43990</c:v>
                </c:pt>
                <c:pt idx="479">
                  <c:v>43991</c:v>
                </c:pt>
                <c:pt idx="480">
                  <c:v>43992</c:v>
                </c:pt>
                <c:pt idx="481">
                  <c:v>43994</c:v>
                </c:pt>
                <c:pt idx="482">
                  <c:v>43997</c:v>
                </c:pt>
                <c:pt idx="483">
                  <c:v>43998</c:v>
                </c:pt>
                <c:pt idx="484">
                  <c:v>43999</c:v>
                </c:pt>
                <c:pt idx="485">
                  <c:v>44000</c:v>
                </c:pt>
                <c:pt idx="486">
                  <c:v>44001</c:v>
                </c:pt>
                <c:pt idx="487">
                  <c:v>44004</c:v>
                </c:pt>
                <c:pt idx="488">
                  <c:v>44005</c:v>
                </c:pt>
                <c:pt idx="489">
                  <c:v>44006</c:v>
                </c:pt>
                <c:pt idx="490">
                  <c:v>44007</c:v>
                </c:pt>
                <c:pt idx="491">
                  <c:v>44008</c:v>
                </c:pt>
                <c:pt idx="492">
                  <c:v>44011</c:v>
                </c:pt>
                <c:pt idx="493">
                  <c:v>44012</c:v>
                </c:pt>
                <c:pt idx="494">
                  <c:v>44013</c:v>
                </c:pt>
                <c:pt idx="495">
                  <c:v>44014</c:v>
                </c:pt>
                <c:pt idx="496">
                  <c:v>44015</c:v>
                </c:pt>
                <c:pt idx="497">
                  <c:v>44018</c:v>
                </c:pt>
                <c:pt idx="498">
                  <c:v>44019</c:v>
                </c:pt>
                <c:pt idx="499">
                  <c:v>44020</c:v>
                </c:pt>
                <c:pt idx="500">
                  <c:v>44021</c:v>
                </c:pt>
                <c:pt idx="501">
                  <c:v>44022</c:v>
                </c:pt>
                <c:pt idx="502">
                  <c:v>44025</c:v>
                </c:pt>
                <c:pt idx="503">
                  <c:v>44026</c:v>
                </c:pt>
                <c:pt idx="504">
                  <c:v>44027</c:v>
                </c:pt>
                <c:pt idx="505">
                  <c:v>44028</c:v>
                </c:pt>
                <c:pt idx="506">
                  <c:v>44029</c:v>
                </c:pt>
                <c:pt idx="507">
                  <c:v>44032</c:v>
                </c:pt>
                <c:pt idx="508">
                  <c:v>44033</c:v>
                </c:pt>
                <c:pt idx="509">
                  <c:v>44034</c:v>
                </c:pt>
                <c:pt idx="510">
                  <c:v>44035</c:v>
                </c:pt>
                <c:pt idx="511">
                  <c:v>44036</c:v>
                </c:pt>
                <c:pt idx="512">
                  <c:v>44039</c:v>
                </c:pt>
                <c:pt idx="513">
                  <c:v>44040</c:v>
                </c:pt>
                <c:pt idx="514">
                  <c:v>44041</c:v>
                </c:pt>
                <c:pt idx="515">
                  <c:v>44042</c:v>
                </c:pt>
                <c:pt idx="516">
                  <c:v>44043</c:v>
                </c:pt>
                <c:pt idx="517">
                  <c:v>44046</c:v>
                </c:pt>
                <c:pt idx="518">
                  <c:v>44047</c:v>
                </c:pt>
                <c:pt idx="519">
                  <c:v>44048</c:v>
                </c:pt>
                <c:pt idx="520">
                  <c:v>44049</c:v>
                </c:pt>
                <c:pt idx="521">
                  <c:v>44050</c:v>
                </c:pt>
                <c:pt idx="522">
                  <c:v>44053</c:v>
                </c:pt>
                <c:pt idx="523">
                  <c:v>44054</c:v>
                </c:pt>
                <c:pt idx="524">
                  <c:v>44055</c:v>
                </c:pt>
                <c:pt idx="525">
                  <c:v>44056</c:v>
                </c:pt>
                <c:pt idx="526">
                  <c:v>44057</c:v>
                </c:pt>
                <c:pt idx="527">
                  <c:v>44060</c:v>
                </c:pt>
                <c:pt idx="528">
                  <c:v>44061</c:v>
                </c:pt>
                <c:pt idx="529">
                  <c:v>44062</c:v>
                </c:pt>
                <c:pt idx="530">
                  <c:v>44063</c:v>
                </c:pt>
                <c:pt idx="531">
                  <c:v>44064</c:v>
                </c:pt>
                <c:pt idx="532">
                  <c:v>44067</c:v>
                </c:pt>
                <c:pt idx="533">
                  <c:v>44068</c:v>
                </c:pt>
                <c:pt idx="534">
                  <c:v>44069</c:v>
                </c:pt>
                <c:pt idx="535">
                  <c:v>44070</c:v>
                </c:pt>
                <c:pt idx="536">
                  <c:v>44071</c:v>
                </c:pt>
                <c:pt idx="537">
                  <c:v>44074</c:v>
                </c:pt>
                <c:pt idx="538">
                  <c:v>44075</c:v>
                </c:pt>
                <c:pt idx="539">
                  <c:v>44076</c:v>
                </c:pt>
                <c:pt idx="540">
                  <c:v>44077</c:v>
                </c:pt>
                <c:pt idx="541">
                  <c:v>44078</c:v>
                </c:pt>
                <c:pt idx="542">
                  <c:v>44082</c:v>
                </c:pt>
                <c:pt idx="543">
                  <c:v>44083</c:v>
                </c:pt>
                <c:pt idx="544">
                  <c:v>44084</c:v>
                </c:pt>
                <c:pt idx="545">
                  <c:v>44085</c:v>
                </c:pt>
                <c:pt idx="546">
                  <c:v>44088</c:v>
                </c:pt>
                <c:pt idx="547">
                  <c:v>44089</c:v>
                </c:pt>
                <c:pt idx="548">
                  <c:v>44090</c:v>
                </c:pt>
                <c:pt idx="549">
                  <c:v>44091</c:v>
                </c:pt>
                <c:pt idx="550">
                  <c:v>44092</c:v>
                </c:pt>
                <c:pt idx="551">
                  <c:v>44095</c:v>
                </c:pt>
                <c:pt idx="552">
                  <c:v>44096</c:v>
                </c:pt>
                <c:pt idx="553">
                  <c:v>44097</c:v>
                </c:pt>
                <c:pt idx="554">
                  <c:v>44098</c:v>
                </c:pt>
                <c:pt idx="555">
                  <c:v>44099</c:v>
                </c:pt>
                <c:pt idx="556">
                  <c:v>44102</c:v>
                </c:pt>
                <c:pt idx="557">
                  <c:v>44103</c:v>
                </c:pt>
                <c:pt idx="558">
                  <c:v>44104</c:v>
                </c:pt>
                <c:pt idx="559">
                  <c:v>44105</c:v>
                </c:pt>
                <c:pt idx="560">
                  <c:v>44106</c:v>
                </c:pt>
                <c:pt idx="561">
                  <c:v>44109</c:v>
                </c:pt>
                <c:pt idx="562">
                  <c:v>44110</c:v>
                </c:pt>
                <c:pt idx="563">
                  <c:v>44111</c:v>
                </c:pt>
                <c:pt idx="564">
                  <c:v>44112</c:v>
                </c:pt>
                <c:pt idx="565">
                  <c:v>44113</c:v>
                </c:pt>
                <c:pt idx="566">
                  <c:v>44117</c:v>
                </c:pt>
                <c:pt idx="567">
                  <c:v>44118</c:v>
                </c:pt>
                <c:pt idx="568">
                  <c:v>44119</c:v>
                </c:pt>
                <c:pt idx="569">
                  <c:v>44120</c:v>
                </c:pt>
                <c:pt idx="570">
                  <c:v>44123</c:v>
                </c:pt>
                <c:pt idx="571">
                  <c:v>44124</c:v>
                </c:pt>
                <c:pt idx="572">
                  <c:v>44125</c:v>
                </c:pt>
                <c:pt idx="573">
                  <c:v>44126</c:v>
                </c:pt>
                <c:pt idx="574">
                  <c:v>44127</c:v>
                </c:pt>
                <c:pt idx="575">
                  <c:v>44130</c:v>
                </c:pt>
                <c:pt idx="576">
                  <c:v>44131</c:v>
                </c:pt>
                <c:pt idx="577">
                  <c:v>44132</c:v>
                </c:pt>
                <c:pt idx="578">
                  <c:v>44133</c:v>
                </c:pt>
                <c:pt idx="579">
                  <c:v>44134</c:v>
                </c:pt>
                <c:pt idx="580">
                  <c:v>44138</c:v>
                </c:pt>
                <c:pt idx="581">
                  <c:v>44139</c:v>
                </c:pt>
                <c:pt idx="582">
                  <c:v>44140</c:v>
                </c:pt>
                <c:pt idx="583">
                  <c:v>44141</c:v>
                </c:pt>
                <c:pt idx="584">
                  <c:v>44144</c:v>
                </c:pt>
                <c:pt idx="585">
                  <c:v>44145</c:v>
                </c:pt>
                <c:pt idx="586">
                  <c:v>44146</c:v>
                </c:pt>
                <c:pt idx="587">
                  <c:v>44147</c:v>
                </c:pt>
                <c:pt idx="588">
                  <c:v>44148</c:v>
                </c:pt>
                <c:pt idx="589">
                  <c:v>44151</c:v>
                </c:pt>
                <c:pt idx="590">
                  <c:v>44152</c:v>
                </c:pt>
                <c:pt idx="591">
                  <c:v>44153</c:v>
                </c:pt>
                <c:pt idx="592">
                  <c:v>44154</c:v>
                </c:pt>
                <c:pt idx="593">
                  <c:v>44155</c:v>
                </c:pt>
                <c:pt idx="594">
                  <c:v>44158</c:v>
                </c:pt>
                <c:pt idx="595">
                  <c:v>44159</c:v>
                </c:pt>
                <c:pt idx="596">
                  <c:v>44160</c:v>
                </c:pt>
                <c:pt idx="597">
                  <c:v>44161</c:v>
                </c:pt>
                <c:pt idx="598">
                  <c:v>44162</c:v>
                </c:pt>
                <c:pt idx="599">
                  <c:v>44165</c:v>
                </c:pt>
                <c:pt idx="600">
                  <c:v>44166</c:v>
                </c:pt>
                <c:pt idx="601">
                  <c:v>44167</c:v>
                </c:pt>
                <c:pt idx="602">
                  <c:v>44168</c:v>
                </c:pt>
                <c:pt idx="603">
                  <c:v>44169</c:v>
                </c:pt>
                <c:pt idx="604">
                  <c:v>44172</c:v>
                </c:pt>
                <c:pt idx="605">
                  <c:v>44173</c:v>
                </c:pt>
                <c:pt idx="606">
                  <c:v>44174</c:v>
                </c:pt>
                <c:pt idx="607">
                  <c:v>44175</c:v>
                </c:pt>
                <c:pt idx="608">
                  <c:v>44176</c:v>
                </c:pt>
                <c:pt idx="609">
                  <c:v>44179</c:v>
                </c:pt>
                <c:pt idx="610">
                  <c:v>44180</c:v>
                </c:pt>
                <c:pt idx="611">
                  <c:v>44181</c:v>
                </c:pt>
                <c:pt idx="612">
                  <c:v>44182</c:v>
                </c:pt>
                <c:pt idx="613">
                  <c:v>44183</c:v>
                </c:pt>
                <c:pt idx="614">
                  <c:v>44186</c:v>
                </c:pt>
                <c:pt idx="615">
                  <c:v>44187</c:v>
                </c:pt>
                <c:pt idx="616">
                  <c:v>44188</c:v>
                </c:pt>
                <c:pt idx="617">
                  <c:v>44193</c:v>
                </c:pt>
                <c:pt idx="618">
                  <c:v>44194</c:v>
                </c:pt>
                <c:pt idx="619">
                  <c:v>44195</c:v>
                </c:pt>
                <c:pt idx="620">
                  <c:v>44200</c:v>
                </c:pt>
                <c:pt idx="621">
                  <c:v>44201</c:v>
                </c:pt>
                <c:pt idx="622">
                  <c:v>44202</c:v>
                </c:pt>
                <c:pt idx="623">
                  <c:v>44203</c:v>
                </c:pt>
                <c:pt idx="624">
                  <c:v>44204</c:v>
                </c:pt>
                <c:pt idx="625">
                  <c:v>44207</c:v>
                </c:pt>
                <c:pt idx="626">
                  <c:v>44208</c:v>
                </c:pt>
                <c:pt idx="627">
                  <c:v>44209</c:v>
                </c:pt>
                <c:pt idx="628">
                  <c:v>44210</c:v>
                </c:pt>
                <c:pt idx="629">
                  <c:v>44211</c:v>
                </c:pt>
                <c:pt idx="630">
                  <c:v>44214</c:v>
                </c:pt>
                <c:pt idx="631">
                  <c:v>44215</c:v>
                </c:pt>
                <c:pt idx="632">
                  <c:v>44216</c:v>
                </c:pt>
                <c:pt idx="633">
                  <c:v>44217</c:v>
                </c:pt>
                <c:pt idx="634">
                  <c:v>44218</c:v>
                </c:pt>
                <c:pt idx="635">
                  <c:v>44222</c:v>
                </c:pt>
                <c:pt idx="636">
                  <c:v>44223</c:v>
                </c:pt>
                <c:pt idx="637">
                  <c:v>44224</c:v>
                </c:pt>
                <c:pt idx="638">
                  <c:v>44225</c:v>
                </c:pt>
                <c:pt idx="639">
                  <c:v>44228</c:v>
                </c:pt>
                <c:pt idx="640">
                  <c:v>44229</c:v>
                </c:pt>
                <c:pt idx="641">
                  <c:v>44230</c:v>
                </c:pt>
                <c:pt idx="642">
                  <c:v>44231</c:v>
                </c:pt>
                <c:pt idx="643">
                  <c:v>44232</c:v>
                </c:pt>
                <c:pt idx="644">
                  <c:v>44235</c:v>
                </c:pt>
                <c:pt idx="645">
                  <c:v>44236</c:v>
                </c:pt>
                <c:pt idx="646">
                  <c:v>44237</c:v>
                </c:pt>
                <c:pt idx="647">
                  <c:v>44238</c:v>
                </c:pt>
                <c:pt idx="648">
                  <c:v>44239</c:v>
                </c:pt>
                <c:pt idx="649">
                  <c:v>44244</c:v>
                </c:pt>
                <c:pt idx="650">
                  <c:v>44245</c:v>
                </c:pt>
                <c:pt idx="651">
                  <c:v>44246</c:v>
                </c:pt>
                <c:pt idx="652">
                  <c:v>44249</c:v>
                </c:pt>
                <c:pt idx="653">
                  <c:v>44250</c:v>
                </c:pt>
                <c:pt idx="654">
                  <c:v>44251</c:v>
                </c:pt>
                <c:pt idx="655">
                  <c:v>44252</c:v>
                </c:pt>
                <c:pt idx="656">
                  <c:v>44253</c:v>
                </c:pt>
                <c:pt idx="657">
                  <c:v>44256</c:v>
                </c:pt>
                <c:pt idx="658">
                  <c:v>44257</c:v>
                </c:pt>
                <c:pt idx="659">
                  <c:v>44258</c:v>
                </c:pt>
                <c:pt idx="660">
                  <c:v>44259</c:v>
                </c:pt>
                <c:pt idx="661">
                  <c:v>44260</c:v>
                </c:pt>
                <c:pt idx="662">
                  <c:v>44263</c:v>
                </c:pt>
                <c:pt idx="663">
                  <c:v>44264</c:v>
                </c:pt>
                <c:pt idx="664">
                  <c:v>44265</c:v>
                </c:pt>
                <c:pt idx="665">
                  <c:v>44266</c:v>
                </c:pt>
                <c:pt idx="666">
                  <c:v>44267</c:v>
                </c:pt>
                <c:pt idx="667">
                  <c:v>44270</c:v>
                </c:pt>
                <c:pt idx="668">
                  <c:v>44271</c:v>
                </c:pt>
                <c:pt idx="669">
                  <c:v>44272</c:v>
                </c:pt>
                <c:pt idx="670">
                  <c:v>44273</c:v>
                </c:pt>
                <c:pt idx="671">
                  <c:v>44274</c:v>
                </c:pt>
                <c:pt idx="672">
                  <c:v>44277</c:v>
                </c:pt>
                <c:pt idx="673">
                  <c:v>44278</c:v>
                </c:pt>
                <c:pt idx="674">
                  <c:v>44279</c:v>
                </c:pt>
                <c:pt idx="675">
                  <c:v>44280</c:v>
                </c:pt>
                <c:pt idx="676">
                  <c:v>44281</c:v>
                </c:pt>
                <c:pt idx="677">
                  <c:v>44284</c:v>
                </c:pt>
                <c:pt idx="678">
                  <c:v>44285</c:v>
                </c:pt>
                <c:pt idx="679">
                  <c:v>44286</c:v>
                </c:pt>
                <c:pt idx="680">
                  <c:v>44287</c:v>
                </c:pt>
                <c:pt idx="681">
                  <c:v>44291</c:v>
                </c:pt>
                <c:pt idx="682">
                  <c:v>44292</c:v>
                </c:pt>
                <c:pt idx="683">
                  <c:v>44293</c:v>
                </c:pt>
                <c:pt idx="684">
                  <c:v>44294</c:v>
                </c:pt>
                <c:pt idx="685">
                  <c:v>44295</c:v>
                </c:pt>
                <c:pt idx="686">
                  <c:v>44298</c:v>
                </c:pt>
                <c:pt idx="687">
                  <c:v>44299</c:v>
                </c:pt>
                <c:pt idx="688">
                  <c:v>44300</c:v>
                </c:pt>
                <c:pt idx="689">
                  <c:v>44301</c:v>
                </c:pt>
                <c:pt idx="690">
                  <c:v>44302</c:v>
                </c:pt>
                <c:pt idx="691">
                  <c:v>44305</c:v>
                </c:pt>
                <c:pt idx="692">
                  <c:v>44306</c:v>
                </c:pt>
                <c:pt idx="693">
                  <c:v>44308</c:v>
                </c:pt>
                <c:pt idx="694">
                  <c:v>44309</c:v>
                </c:pt>
                <c:pt idx="695">
                  <c:v>44312</c:v>
                </c:pt>
                <c:pt idx="696">
                  <c:v>44313</c:v>
                </c:pt>
                <c:pt idx="697">
                  <c:v>44314</c:v>
                </c:pt>
                <c:pt idx="698">
                  <c:v>44315</c:v>
                </c:pt>
                <c:pt idx="699">
                  <c:v>44316</c:v>
                </c:pt>
                <c:pt idx="700">
                  <c:v>44319</c:v>
                </c:pt>
                <c:pt idx="701">
                  <c:v>44320</c:v>
                </c:pt>
                <c:pt idx="702">
                  <c:v>44321</c:v>
                </c:pt>
                <c:pt idx="703">
                  <c:v>44322</c:v>
                </c:pt>
                <c:pt idx="704">
                  <c:v>44323</c:v>
                </c:pt>
                <c:pt idx="705">
                  <c:v>44326</c:v>
                </c:pt>
                <c:pt idx="706">
                  <c:v>44327</c:v>
                </c:pt>
                <c:pt idx="707">
                  <c:v>44328</c:v>
                </c:pt>
                <c:pt idx="708">
                  <c:v>44329</c:v>
                </c:pt>
                <c:pt idx="709">
                  <c:v>44330</c:v>
                </c:pt>
                <c:pt idx="710">
                  <c:v>44333</c:v>
                </c:pt>
                <c:pt idx="711">
                  <c:v>44334</c:v>
                </c:pt>
                <c:pt idx="712">
                  <c:v>44335</c:v>
                </c:pt>
                <c:pt idx="713">
                  <c:v>44336</c:v>
                </c:pt>
                <c:pt idx="714">
                  <c:v>44337</c:v>
                </c:pt>
                <c:pt idx="715">
                  <c:v>44340</c:v>
                </c:pt>
                <c:pt idx="716">
                  <c:v>44341</c:v>
                </c:pt>
                <c:pt idx="717">
                  <c:v>44342</c:v>
                </c:pt>
                <c:pt idx="718">
                  <c:v>44343</c:v>
                </c:pt>
                <c:pt idx="719">
                  <c:v>44344</c:v>
                </c:pt>
                <c:pt idx="720">
                  <c:v>44347</c:v>
                </c:pt>
                <c:pt idx="721">
                  <c:v>44348</c:v>
                </c:pt>
                <c:pt idx="722">
                  <c:v>44349</c:v>
                </c:pt>
                <c:pt idx="723">
                  <c:v>44351</c:v>
                </c:pt>
                <c:pt idx="724">
                  <c:v>44354</c:v>
                </c:pt>
                <c:pt idx="725">
                  <c:v>44355</c:v>
                </c:pt>
                <c:pt idx="726">
                  <c:v>44356</c:v>
                </c:pt>
                <c:pt idx="727">
                  <c:v>44357</c:v>
                </c:pt>
                <c:pt idx="728">
                  <c:v>44358</c:v>
                </c:pt>
                <c:pt idx="729">
                  <c:v>44361</c:v>
                </c:pt>
                <c:pt idx="730">
                  <c:v>44362</c:v>
                </c:pt>
                <c:pt idx="731">
                  <c:v>44363</c:v>
                </c:pt>
                <c:pt idx="732">
                  <c:v>44364</c:v>
                </c:pt>
                <c:pt idx="733">
                  <c:v>44365</c:v>
                </c:pt>
                <c:pt idx="734">
                  <c:v>44368</c:v>
                </c:pt>
                <c:pt idx="735">
                  <c:v>44369</c:v>
                </c:pt>
                <c:pt idx="736">
                  <c:v>44370</c:v>
                </c:pt>
                <c:pt idx="737">
                  <c:v>44371</c:v>
                </c:pt>
                <c:pt idx="738">
                  <c:v>44372</c:v>
                </c:pt>
                <c:pt idx="739">
                  <c:v>44375</c:v>
                </c:pt>
                <c:pt idx="740">
                  <c:v>44376</c:v>
                </c:pt>
                <c:pt idx="741">
                  <c:v>44377</c:v>
                </c:pt>
                <c:pt idx="742">
                  <c:v>44378</c:v>
                </c:pt>
                <c:pt idx="743">
                  <c:v>44379</c:v>
                </c:pt>
                <c:pt idx="744">
                  <c:v>44382</c:v>
                </c:pt>
                <c:pt idx="745">
                  <c:v>44383</c:v>
                </c:pt>
                <c:pt idx="746">
                  <c:v>44384</c:v>
                </c:pt>
                <c:pt idx="747">
                  <c:v>44385</c:v>
                </c:pt>
                <c:pt idx="748">
                  <c:v>44389</c:v>
                </c:pt>
                <c:pt idx="749">
                  <c:v>44390</c:v>
                </c:pt>
                <c:pt idx="750">
                  <c:v>44391</c:v>
                </c:pt>
                <c:pt idx="751">
                  <c:v>44392</c:v>
                </c:pt>
                <c:pt idx="752">
                  <c:v>44393</c:v>
                </c:pt>
                <c:pt idx="753">
                  <c:v>44396</c:v>
                </c:pt>
                <c:pt idx="754">
                  <c:v>44397</c:v>
                </c:pt>
                <c:pt idx="755">
                  <c:v>44398</c:v>
                </c:pt>
                <c:pt idx="756">
                  <c:v>44399</c:v>
                </c:pt>
                <c:pt idx="757">
                  <c:v>44400</c:v>
                </c:pt>
                <c:pt idx="758">
                  <c:v>44403</c:v>
                </c:pt>
                <c:pt idx="759">
                  <c:v>44404</c:v>
                </c:pt>
                <c:pt idx="760">
                  <c:v>44405</c:v>
                </c:pt>
                <c:pt idx="761">
                  <c:v>44406</c:v>
                </c:pt>
                <c:pt idx="762">
                  <c:v>44407</c:v>
                </c:pt>
                <c:pt idx="763">
                  <c:v>44410</c:v>
                </c:pt>
                <c:pt idx="764">
                  <c:v>44411</c:v>
                </c:pt>
                <c:pt idx="765">
                  <c:v>44412</c:v>
                </c:pt>
                <c:pt idx="766">
                  <c:v>44413</c:v>
                </c:pt>
                <c:pt idx="767">
                  <c:v>44414</c:v>
                </c:pt>
                <c:pt idx="768">
                  <c:v>44417</c:v>
                </c:pt>
                <c:pt idx="769">
                  <c:v>44418</c:v>
                </c:pt>
                <c:pt idx="770">
                  <c:v>44419</c:v>
                </c:pt>
                <c:pt idx="771">
                  <c:v>44420</c:v>
                </c:pt>
                <c:pt idx="772">
                  <c:v>44421</c:v>
                </c:pt>
                <c:pt idx="773">
                  <c:v>44424</c:v>
                </c:pt>
                <c:pt idx="774">
                  <c:v>44425</c:v>
                </c:pt>
                <c:pt idx="775">
                  <c:v>44426</c:v>
                </c:pt>
                <c:pt idx="776">
                  <c:v>44427</c:v>
                </c:pt>
                <c:pt idx="777">
                  <c:v>44428</c:v>
                </c:pt>
                <c:pt idx="778">
                  <c:v>44431</c:v>
                </c:pt>
                <c:pt idx="779">
                  <c:v>44432</c:v>
                </c:pt>
                <c:pt idx="780">
                  <c:v>44433</c:v>
                </c:pt>
                <c:pt idx="781">
                  <c:v>44434</c:v>
                </c:pt>
                <c:pt idx="782">
                  <c:v>44435</c:v>
                </c:pt>
                <c:pt idx="783">
                  <c:v>44438</c:v>
                </c:pt>
                <c:pt idx="784">
                  <c:v>44439</c:v>
                </c:pt>
                <c:pt idx="785">
                  <c:v>44440</c:v>
                </c:pt>
                <c:pt idx="786">
                  <c:v>44441</c:v>
                </c:pt>
                <c:pt idx="787">
                  <c:v>44442</c:v>
                </c:pt>
                <c:pt idx="788">
                  <c:v>44445</c:v>
                </c:pt>
                <c:pt idx="789">
                  <c:v>44447</c:v>
                </c:pt>
                <c:pt idx="790">
                  <c:v>44448</c:v>
                </c:pt>
                <c:pt idx="791">
                  <c:v>44449</c:v>
                </c:pt>
                <c:pt idx="792">
                  <c:v>44452</c:v>
                </c:pt>
                <c:pt idx="793">
                  <c:v>44453</c:v>
                </c:pt>
                <c:pt idx="794">
                  <c:v>44454</c:v>
                </c:pt>
                <c:pt idx="795">
                  <c:v>44455</c:v>
                </c:pt>
                <c:pt idx="796">
                  <c:v>44456</c:v>
                </c:pt>
                <c:pt idx="797">
                  <c:v>44459</c:v>
                </c:pt>
                <c:pt idx="798">
                  <c:v>44460</c:v>
                </c:pt>
                <c:pt idx="799">
                  <c:v>44461</c:v>
                </c:pt>
                <c:pt idx="800">
                  <c:v>44462</c:v>
                </c:pt>
                <c:pt idx="801">
                  <c:v>44463</c:v>
                </c:pt>
                <c:pt idx="802">
                  <c:v>44466</c:v>
                </c:pt>
                <c:pt idx="803">
                  <c:v>44467</c:v>
                </c:pt>
                <c:pt idx="804">
                  <c:v>44468</c:v>
                </c:pt>
                <c:pt idx="805">
                  <c:v>44469</c:v>
                </c:pt>
                <c:pt idx="806">
                  <c:v>44470</c:v>
                </c:pt>
                <c:pt idx="807">
                  <c:v>44473</c:v>
                </c:pt>
                <c:pt idx="808">
                  <c:v>44474</c:v>
                </c:pt>
                <c:pt idx="809">
                  <c:v>44475</c:v>
                </c:pt>
                <c:pt idx="810">
                  <c:v>44476</c:v>
                </c:pt>
                <c:pt idx="811">
                  <c:v>44477</c:v>
                </c:pt>
                <c:pt idx="812">
                  <c:v>44480</c:v>
                </c:pt>
                <c:pt idx="813">
                  <c:v>44482</c:v>
                </c:pt>
                <c:pt idx="814">
                  <c:v>44483</c:v>
                </c:pt>
                <c:pt idx="815">
                  <c:v>44484</c:v>
                </c:pt>
                <c:pt idx="816">
                  <c:v>44487</c:v>
                </c:pt>
                <c:pt idx="817">
                  <c:v>44488</c:v>
                </c:pt>
                <c:pt idx="818">
                  <c:v>44489</c:v>
                </c:pt>
                <c:pt idx="819">
                  <c:v>44490</c:v>
                </c:pt>
                <c:pt idx="820">
                  <c:v>44491</c:v>
                </c:pt>
                <c:pt idx="821">
                  <c:v>44494</c:v>
                </c:pt>
                <c:pt idx="822">
                  <c:v>44495</c:v>
                </c:pt>
                <c:pt idx="823">
                  <c:v>44496</c:v>
                </c:pt>
                <c:pt idx="824">
                  <c:v>44497</c:v>
                </c:pt>
                <c:pt idx="825">
                  <c:v>44498</c:v>
                </c:pt>
                <c:pt idx="826">
                  <c:v>44501</c:v>
                </c:pt>
                <c:pt idx="827">
                  <c:v>44503</c:v>
                </c:pt>
                <c:pt idx="828">
                  <c:v>44504</c:v>
                </c:pt>
                <c:pt idx="829">
                  <c:v>44505</c:v>
                </c:pt>
                <c:pt idx="830">
                  <c:v>44508</c:v>
                </c:pt>
                <c:pt idx="831">
                  <c:v>44509</c:v>
                </c:pt>
                <c:pt idx="832">
                  <c:v>44510</c:v>
                </c:pt>
                <c:pt idx="833">
                  <c:v>44511</c:v>
                </c:pt>
                <c:pt idx="834">
                  <c:v>44512</c:v>
                </c:pt>
                <c:pt idx="835">
                  <c:v>44516</c:v>
                </c:pt>
                <c:pt idx="836">
                  <c:v>44517</c:v>
                </c:pt>
                <c:pt idx="837">
                  <c:v>44518</c:v>
                </c:pt>
                <c:pt idx="838">
                  <c:v>44519</c:v>
                </c:pt>
                <c:pt idx="839">
                  <c:v>44522</c:v>
                </c:pt>
                <c:pt idx="840">
                  <c:v>44523</c:v>
                </c:pt>
                <c:pt idx="841">
                  <c:v>44524</c:v>
                </c:pt>
                <c:pt idx="842">
                  <c:v>44525</c:v>
                </c:pt>
                <c:pt idx="843">
                  <c:v>44526</c:v>
                </c:pt>
                <c:pt idx="844">
                  <c:v>44529</c:v>
                </c:pt>
                <c:pt idx="845">
                  <c:v>44530</c:v>
                </c:pt>
                <c:pt idx="846">
                  <c:v>44531</c:v>
                </c:pt>
                <c:pt idx="847">
                  <c:v>44532</c:v>
                </c:pt>
                <c:pt idx="848">
                  <c:v>44533</c:v>
                </c:pt>
                <c:pt idx="849">
                  <c:v>44536</c:v>
                </c:pt>
                <c:pt idx="850">
                  <c:v>44537</c:v>
                </c:pt>
                <c:pt idx="851">
                  <c:v>44538</c:v>
                </c:pt>
                <c:pt idx="852">
                  <c:v>44539</c:v>
                </c:pt>
                <c:pt idx="853">
                  <c:v>44540</c:v>
                </c:pt>
                <c:pt idx="854">
                  <c:v>44543</c:v>
                </c:pt>
                <c:pt idx="855">
                  <c:v>44544</c:v>
                </c:pt>
                <c:pt idx="856">
                  <c:v>44545</c:v>
                </c:pt>
                <c:pt idx="857">
                  <c:v>44546</c:v>
                </c:pt>
                <c:pt idx="858">
                  <c:v>44547</c:v>
                </c:pt>
                <c:pt idx="859">
                  <c:v>44550</c:v>
                </c:pt>
                <c:pt idx="860">
                  <c:v>44551</c:v>
                </c:pt>
                <c:pt idx="861">
                  <c:v>44552</c:v>
                </c:pt>
                <c:pt idx="862">
                  <c:v>44553</c:v>
                </c:pt>
                <c:pt idx="863">
                  <c:v>44557</c:v>
                </c:pt>
                <c:pt idx="864">
                  <c:v>44558</c:v>
                </c:pt>
                <c:pt idx="865">
                  <c:v>44559</c:v>
                </c:pt>
                <c:pt idx="866">
                  <c:v>44560</c:v>
                </c:pt>
                <c:pt idx="867">
                  <c:v>44564</c:v>
                </c:pt>
                <c:pt idx="868">
                  <c:v>44565</c:v>
                </c:pt>
                <c:pt idx="869">
                  <c:v>44566</c:v>
                </c:pt>
                <c:pt idx="870">
                  <c:v>44567</c:v>
                </c:pt>
                <c:pt idx="871">
                  <c:v>44568</c:v>
                </c:pt>
                <c:pt idx="872">
                  <c:v>44571</c:v>
                </c:pt>
                <c:pt idx="873">
                  <c:v>44572</c:v>
                </c:pt>
                <c:pt idx="874">
                  <c:v>44573</c:v>
                </c:pt>
                <c:pt idx="875">
                  <c:v>44574</c:v>
                </c:pt>
                <c:pt idx="876">
                  <c:v>44575</c:v>
                </c:pt>
                <c:pt idx="877">
                  <c:v>44578</c:v>
                </c:pt>
                <c:pt idx="878">
                  <c:v>44579</c:v>
                </c:pt>
                <c:pt idx="879">
                  <c:v>44580</c:v>
                </c:pt>
                <c:pt idx="880">
                  <c:v>44581</c:v>
                </c:pt>
                <c:pt idx="881">
                  <c:v>44582</c:v>
                </c:pt>
                <c:pt idx="882">
                  <c:v>44585</c:v>
                </c:pt>
                <c:pt idx="883">
                  <c:v>44586</c:v>
                </c:pt>
                <c:pt idx="884">
                  <c:v>44587</c:v>
                </c:pt>
                <c:pt idx="885">
                  <c:v>44588</c:v>
                </c:pt>
                <c:pt idx="886">
                  <c:v>44589</c:v>
                </c:pt>
                <c:pt idx="887">
                  <c:v>44592</c:v>
                </c:pt>
                <c:pt idx="888">
                  <c:v>44593</c:v>
                </c:pt>
                <c:pt idx="889">
                  <c:v>44594</c:v>
                </c:pt>
                <c:pt idx="890">
                  <c:v>44595</c:v>
                </c:pt>
                <c:pt idx="891">
                  <c:v>44596</c:v>
                </c:pt>
                <c:pt idx="892">
                  <c:v>44599</c:v>
                </c:pt>
                <c:pt idx="893">
                  <c:v>44600</c:v>
                </c:pt>
                <c:pt idx="894">
                  <c:v>44601</c:v>
                </c:pt>
                <c:pt idx="895">
                  <c:v>44602</c:v>
                </c:pt>
                <c:pt idx="896">
                  <c:v>44603</c:v>
                </c:pt>
                <c:pt idx="897">
                  <c:v>44606</c:v>
                </c:pt>
                <c:pt idx="898">
                  <c:v>44607</c:v>
                </c:pt>
                <c:pt idx="899">
                  <c:v>44608</c:v>
                </c:pt>
                <c:pt idx="900">
                  <c:v>44609</c:v>
                </c:pt>
                <c:pt idx="901">
                  <c:v>44610</c:v>
                </c:pt>
                <c:pt idx="902">
                  <c:v>44613</c:v>
                </c:pt>
                <c:pt idx="903">
                  <c:v>44614</c:v>
                </c:pt>
                <c:pt idx="904">
                  <c:v>44615</c:v>
                </c:pt>
                <c:pt idx="905">
                  <c:v>44616</c:v>
                </c:pt>
                <c:pt idx="906">
                  <c:v>44617</c:v>
                </c:pt>
                <c:pt idx="907">
                  <c:v>44622</c:v>
                </c:pt>
                <c:pt idx="908">
                  <c:v>44623</c:v>
                </c:pt>
                <c:pt idx="909">
                  <c:v>44624</c:v>
                </c:pt>
                <c:pt idx="910">
                  <c:v>44627</c:v>
                </c:pt>
                <c:pt idx="911">
                  <c:v>44628</c:v>
                </c:pt>
                <c:pt idx="912">
                  <c:v>44629</c:v>
                </c:pt>
                <c:pt idx="913">
                  <c:v>44630</c:v>
                </c:pt>
                <c:pt idx="914">
                  <c:v>44631</c:v>
                </c:pt>
                <c:pt idx="915">
                  <c:v>44634</c:v>
                </c:pt>
                <c:pt idx="916">
                  <c:v>44635</c:v>
                </c:pt>
                <c:pt idx="917">
                  <c:v>44636</c:v>
                </c:pt>
                <c:pt idx="918">
                  <c:v>44637</c:v>
                </c:pt>
                <c:pt idx="919">
                  <c:v>44638</c:v>
                </c:pt>
                <c:pt idx="920">
                  <c:v>44641</c:v>
                </c:pt>
                <c:pt idx="921">
                  <c:v>44642</c:v>
                </c:pt>
                <c:pt idx="922">
                  <c:v>44643</c:v>
                </c:pt>
                <c:pt idx="923">
                  <c:v>44644</c:v>
                </c:pt>
                <c:pt idx="924">
                  <c:v>44645</c:v>
                </c:pt>
                <c:pt idx="925">
                  <c:v>44648</c:v>
                </c:pt>
                <c:pt idx="926">
                  <c:v>44649</c:v>
                </c:pt>
                <c:pt idx="927">
                  <c:v>44650</c:v>
                </c:pt>
                <c:pt idx="928">
                  <c:v>44651</c:v>
                </c:pt>
                <c:pt idx="929">
                  <c:v>44652</c:v>
                </c:pt>
                <c:pt idx="930">
                  <c:v>44655</c:v>
                </c:pt>
                <c:pt idx="931">
                  <c:v>44656</c:v>
                </c:pt>
                <c:pt idx="932">
                  <c:v>44657</c:v>
                </c:pt>
                <c:pt idx="933">
                  <c:v>44658</c:v>
                </c:pt>
                <c:pt idx="934">
                  <c:v>44659</c:v>
                </c:pt>
                <c:pt idx="935">
                  <c:v>44662</c:v>
                </c:pt>
                <c:pt idx="936">
                  <c:v>44663</c:v>
                </c:pt>
                <c:pt idx="937">
                  <c:v>44664</c:v>
                </c:pt>
                <c:pt idx="938">
                  <c:v>44665</c:v>
                </c:pt>
                <c:pt idx="939">
                  <c:v>44669</c:v>
                </c:pt>
                <c:pt idx="940">
                  <c:v>44670</c:v>
                </c:pt>
                <c:pt idx="941">
                  <c:v>44671</c:v>
                </c:pt>
                <c:pt idx="942">
                  <c:v>44673</c:v>
                </c:pt>
                <c:pt idx="943">
                  <c:v>44676</c:v>
                </c:pt>
                <c:pt idx="944">
                  <c:v>44677</c:v>
                </c:pt>
                <c:pt idx="945">
                  <c:v>44678</c:v>
                </c:pt>
                <c:pt idx="946">
                  <c:v>44679</c:v>
                </c:pt>
                <c:pt idx="947">
                  <c:v>44680</c:v>
                </c:pt>
                <c:pt idx="948">
                  <c:v>44683</c:v>
                </c:pt>
                <c:pt idx="949">
                  <c:v>44684</c:v>
                </c:pt>
                <c:pt idx="950">
                  <c:v>44685</c:v>
                </c:pt>
                <c:pt idx="951">
                  <c:v>44686</c:v>
                </c:pt>
                <c:pt idx="952">
                  <c:v>44687</c:v>
                </c:pt>
                <c:pt idx="953">
                  <c:v>44690</c:v>
                </c:pt>
                <c:pt idx="954">
                  <c:v>44691</c:v>
                </c:pt>
                <c:pt idx="955">
                  <c:v>44692</c:v>
                </c:pt>
                <c:pt idx="956">
                  <c:v>44693</c:v>
                </c:pt>
                <c:pt idx="957">
                  <c:v>44694</c:v>
                </c:pt>
                <c:pt idx="958">
                  <c:v>44697</c:v>
                </c:pt>
                <c:pt idx="959">
                  <c:v>44698</c:v>
                </c:pt>
                <c:pt idx="960">
                  <c:v>44699</c:v>
                </c:pt>
                <c:pt idx="961">
                  <c:v>44700</c:v>
                </c:pt>
                <c:pt idx="962">
                  <c:v>44701</c:v>
                </c:pt>
                <c:pt idx="963">
                  <c:v>44704</c:v>
                </c:pt>
                <c:pt idx="964">
                  <c:v>44705</c:v>
                </c:pt>
                <c:pt idx="965">
                  <c:v>44706</c:v>
                </c:pt>
                <c:pt idx="966">
                  <c:v>44707</c:v>
                </c:pt>
                <c:pt idx="967">
                  <c:v>44708</c:v>
                </c:pt>
                <c:pt idx="968">
                  <c:v>44711</c:v>
                </c:pt>
                <c:pt idx="969">
                  <c:v>44712</c:v>
                </c:pt>
                <c:pt idx="970">
                  <c:v>44713</c:v>
                </c:pt>
                <c:pt idx="971">
                  <c:v>44714</c:v>
                </c:pt>
                <c:pt idx="972">
                  <c:v>44715</c:v>
                </c:pt>
                <c:pt idx="973">
                  <c:v>44718</c:v>
                </c:pt>
                <c:pt idx="974">
                  <c:v>44719</c:v>
                </c:pt>
                <c:pt idx="975">
                  <c:v>44720</c:v>
                </c:pt>
                <c:pt idx="976">
                  <c:v>44721</c:v>
                </c:pt>
                <c:pt idx="977">
                  <c:v>44722</c:v>
                </c:pt>
                <c:pt idx="978">
                  <c:v>44725</c:v>
                </c:pt>
                <c:pt idx="979">
                  <c:v>44726</c:v>
                </c:pt>
                <c:pt idx="980">
                  <c:v>44727</c:v>
                </c:pt>
                <c:pt idx="981">
                  <c:v>44729</c:v>
                </c:pt>
                <c:pt idx="982">
                  <c:v>44732</c:v>
                </c:pt>
                <c:pt idx="983">
                  <c:v>44733</c:v>
                </c:pt>
                <c:pt idx="984">
                  <c:v>44734</c:v>
                </c:pt>
                <c:pt idx="985">
                  <c:v>44735</c:v>
                </c:pt>
                <c:pt idx="986">
                  <c:v>44736</c:v>
                </c:pt>
                <c:pt idx="987">
                  <c:v>44739</c:v>
                </c:pt>
                <c:pt idx="988">
                  <c:v>44740</c:v>
                </c:pt>
                <c:pt idx="989">
                  <c:v>44741</c:v>
                </c:pt>
                <c:pt idx="990">
                  <c:v>44742</c:v>
                </c:pt>
                <c:pt idx="991">
                  <c:v>44743</c:v>
                </c:pt>
                <c:pt idx="992">
                  <c:v>44746</c:v>
                </c:pt>
                <c:pt idx="993">
                  <c:v>44747</c:v>
                </c:pt>
                <c:pt idx="994">
                  <c:v>44748</c:v>
                </c:pt>
                <c:pt idx="995">
                  <c:v>44749</c:v>
                </c:pt>
                <c:pt idx="996">
                  <c:v>44750</c:v>
                </c:pt>
                <c:pt idx="997">
                  <c:v>44753</c:v>
                </c:pt>
                <c:pt idx="998">
                  <c:v>44754</c:v>
                </c:pt>
                <c:pt idx="999">
                  <c:v>44755</c:v>
                </c:pt>
                <c:pt idx="1000">
                  <c:v>44756</c:v>
                </c:pt>
                <c:pt idx="1001">
                  <c:v>44757</c:v>
                </c:pt>
                <c:pt idx="1002">
                  <c:v>44760</c:v>
                </c:pt>
                <c:pt idx="1003">
                  <c:v>44761</c:v>
                </c:pt>
                <c:pt idx="1004">
                  <c:v>44762</c:v>
                </c:pt>
                <c:pt idx="1005">
                  <c:v>44763</c:v>
                </c:pt>
                <c:pt idx="1006">
                  <c:v>44764</c:v>
                </c:pt>
                <c:pt idx="1007">
                  <c:v>44767</c:v>
                </c:pt>
                <c:pt idx="1008">
                  <c:v>44768</c:v>
                </c:pt>
                <c:pt idx="1009">
                  <c:v>44769</c:v>
                </c:pt>
                <c:pt idx="1010">
                  <c:v>44770</c:v>
                </c:pt>
                <c:pt idx="1011">
                  <c:v>44771</c:v>
                </c:pt>
                <c:pt idx="1012">
                  <c:v>44774</c:v>
                </c:pt>
                <c:pt idx="1013">
                  <c:v>44775</c:v>
                </c:pt>
                <c:pt idx="1014">
                  <c:v>44776</c:v>
                </c:pt>
                <c:pt idx="1015">
                  <c:v>44777</c:v>
                </c:pt>
                <c:pt idx="1016">
                  <c:v>44778</c:v>
                </c:pt>
                <c:pt idx="1017">
                  <c:v>44781</c:v>
                </c:pt>
                <c:pt idx="1018">
                  <c:v>44782</c:v>
                </c:pt>
                <c:pt idx="1019">
                  <c:v>44783</c:v>
                </c:pt>
                <c:pt idx="1020">
                  <c:v>44784</c:v>
                </c:pt>
                <c:pt idx="1021">
                  <c:v>44785</c:v>
                </c:pt>
                <c:pt idx="1022">
                  <c:v>44788</c:v>
                </c:pt>
                <c:pt idx="1023">
                  <c:v>44789</c:v>
                </c:pt>
                <c:pt idx="1024">
                  <c:v>44790</c:v>
                </c:pt>
                <c:pt idx="1025">
                  <c:v>44791</c:v>
                </c:pt>
                <c:pt idx="1026">
                  <c:v>44792</c:v>
                </c:pt>
                <c:pt idx="1027">
                  <c:v>44795</c:v>
                </c:pt>
                <c:pt idx="1028">
                  <c:v>44796</c:v>
                </c:pt>
                <c:pt idx="1029">
                  <c:v>44797</c:v>
                </c:pt>
                <c:pt idx="1030">
                  <c:v>44798</c:v>
                </c:pt>
                <c:pt idx="1031">
                  <c:v>44799</c:v>
                </c:pt>
                <c:pt idx="1032">
                  <c:v>44802</c:v>
                </c:pt>
                <c:pt idx="1033">
                  <c:v>44803</c:v>
                </c:pt>
                <c:pt idx="1034">
                  <c:v>44804</c:v>
                </c:pt>
                <c:pt idx="1035">
                  <c:v>44805</c:v>
                </c:pt>
                <c:pt idx="1036">
                  <c:v>44806</c:v>
                </c:pt>
                <c:pt idx="1037">
                  <c:v>44809</c:v>
                </c:pt>
                <c:pt idx="1038">
                  <c:v>44810</c:v>
                </c:pt>
                <c:pt idx="1039">
                  <c:v>44812</c:v>
                </c:pt>
                <c:pt idx="1040">
                  <c:v>44813</c:v>
                </c:pt>
                <c:pt idx="1041">
                  <c:v>44816</c:v>
                </c:pt>
                <c:pt idx="1042">
                  <c:v>44817</c:v>
                </c:pt>
                <c:pt idx="1043">
                  <c:v>44818</c:v>
                </c:pt>
                <c:pt idx="1044">
                  <c:v>44819</c:v>
                </c:pt>
                <c:pt idx="1045">
                  <c:v>44820</c:v>
                </c:pt>
                <c:pt idx="1046">
                  <c:v>44823</c:v>
                </c:pt>
                <c:pt idx="1047">
                  <c:v>44824</c:v>
                </c:pt>
                <c:pt idx="1048">
                  <c:v>44825</c:v>
                </c:pt>
                <c:pt idx="1049">
                  <c:v>44826</c:v>
                </c:pt>
                <c:pt idx="1050">
                  <c:v>44827</c:v>
                </c:pt>
                <c:pt idx="1051">
                  <c:v>44830</c:v>
                </c:pt>
                <c:pt idx="1052">
                  <c:v>44831</c:v>
                </c:pt>
                <c:pt idx="1053">
                  <c:v>44832</c:v>
                </c:pt>
                <c:pt idx="1054">
                  <c:v>44833</c:v>
                </c:pt>
                <c:pt idx="1055">
                  <c:v>44834</c:v>
                </c:pt>
                <c:pt idx="1056">
                  <c:v>44837</c:v>
                </c:pt>
                <c:pt idx="1057">
                  <c:v>44838</c:v>
                </c:pt>
                <c:pt idx="1058">
                  <c:v>44839</c:v>
                </c:pt>
                <c:pt idx="1059">
                  <c:v>44840</c:v>
                </c:pt>
                <c:pt idx="1060">
                  <c:v>44841</c:v>
                </c:pt>
                <c:pt idx="1061">
                  <c:v>44844</c:v>
                </c:pt>
                <c:pt idx="1062">
                  <c:v>44845</c:v>
                </c:pt>
                <c:pt idx="1063">
                  <c:v>44847</c:v>
                </c:pt>
                <c:pt idx="1064">
                  <c:v>44848</c:v>
                </c:pt>
                <c:pt idx="1065">
                  <c:v>44851</c:v>
                </c:pt>
                <c:pt idx="1066">
                  <c:v>44852</c:v>
                </c:pt>
                <c:pt idx="1067">
                  <c:v>44853</c:v>
                </c:pt>
                <c:pt idx="1068">
                  <c:v>44854</c:v>
                </c:pt>
                <c:pt idx="1069">
                  <c:v>44855</c:v>
                </c:pt>
                <c:pt idx="1070">
                  <c:v>44858</c:v>
                </c:pt>
                <c:pt idx="1071">
                  <c:v>44859</c:v>
                </c:pt>
                <c:pt idx="1072">
                  <c:v>44860</c:v>
                </c:pt>
                <c:pt idx="1073">
                  <c:v>44861</c:v>
                </c:pt>
                <c:pt idx="1074">
                  <c:v>44862</c:v>
                </c:pt>
                <c:pt idx="1075">
                  <c:v>44865</c:v>
                </c:pt>
                <c:pt idx="1076">
                  <c:v>44866</c:v>
                </c:pt>
                <c:pt idx="1077">
                  <c:v>44868</c:v>
                </c:pt>
                <c:pt idx="1078">
                  <c:v>44869</c:v>
                </c:pt>
                <c:pt idx="1079">
                  <c:v>44872</c:v>
                </c:pt>
                <c:pt idx="1080">
                  <c:v>44873</c:v>
                </c:pt>
                <c:pt idx="1081">
                  <c:v>44874</c:v>
                </c:pt>
                <c:pt idx="1082">
                  <c:v>44875</c:v>
                </c:pt>
                <c:pt idx="1083">
                  <c:v>44876</c:v>
                </c:pt>
                <c:pt idx="1084">
                  <c:v>44879</c:v>
                </c:pt>
                <c:pt idx="1085">
                  <c:v>44881</c:v>
                </c:pt>
                <c:pt idx="1086">
                  <c:v>44882</c:v>
                </c:pt>
                <c:pt idx="1087">
                  <c:v>44883</c:v>
                </c:pt>
                <c:pt idx="1088">
                  <c:v>44886</c:v>
                </c:pt>
                <c:pt idx="1089">
                  <c:v>44887</c:v>
                </c:pt>
                <c:pt idx="1090">
                  <c:v>44888</c:v>
                </c:pt>
                <c:pt idx="1091">
                  <c:v>44889</c:v>
                </c:pt>
                <c:pt idx="1092">
                  <c:v>44890</c:v>
                </c:pt>
                <c:pt idx="1093">
                  <c:v>44893</c:v>
                </c:pt>
                <c:pt idx="1094">
                  <c:v>44894</c:v>
                </c:pt>
                <c:pt idx="1095">
                  <c:v>44895</c:v>
                </c:pt>
                <c:pt idx="1096">
                  <c:v>44896</c:v>
                </c:pt>
                <c:pt idx="1097">
                  <c:v>44897</c:v>
                </c:pt>
                <c:pt idx="1098">
                  <c:v>44900</c:v>
                </c:pt>
                <c:pt idx="1099">
                  <c:v>44901</c:v>
                </c:pt>
                <c:pt idx="1100">
                  <c:v>44902</c:v>
                </c:pt>
                <c:pt idx="1101">
                  <c:v>44903</c:v>
                </c:pt>
                <c:pt idx="1102">
                  <c:v>44904</c:v>
                </c:pt>
                <c:pt idx="1103">
                  <c:v>44907</c:v>
                </c:pt>
                <c:pt idx="1104">
                  <c:v>44908</c:v>
                </c:pt>
                <c:pt idx="1105">
                  <c:v>44909</c:v>
                </c:pt>
                <c:pt idx="1106">
                  <c:v>44910</c:v>
                </c:pt>
                <c:pt idx="1107">
                  <c:v>44911</c:v>
                </c:pt>
                <c:pt idx="1108">
                  <c:v>44914</c:v>
                </c:pt>
                <c:pt idx="1109">
                  <c:v>44915</c:v>
                </c:pt>
                <c:pt idx="1110">
                  <c:v>44916</c:v>
                </c:pt>
                <c:pt idx="1111">
                  <c:v>44917</c:v>
                </c:pt>
                <c:pt idx="1112">
                  <c:v>44918</c:v>
                </c:pt>
                <c:pt idx="1113">
                  <c:v>44921</c:v>
                </c:pt>
                <c:pt idx="1114">
                  <c:v>44922</c:v>
                </c:pt>
                <c:pt idx="1115">
                  <c:v>44923</c:v>
                </c:pt>
                <c:pt idx="1116">
                  <c:v>44924</c:v>
                </c:pt>
                <c:pt idx="1117">
                  <c:v>44928</c:v>
                </c:pt>
                <c:pt idx="1118">
                  <c:v>44929</c:v>
                </c:pt>
                <c:pt idx="1119">
                  <c:v>44930</c:v>
                </c:pt>
                <c:pt idx="1120">
                  <c:v>44931</c:v>
                </c:pt>
                <c:pt idx="1121">
                  <c:v>44932</c:v>
                </c:pt>
                <c:pt idx="1122">
                  <c:v>44935</c:v>
                </c:pt>
                <c:pt idx="1123">
                  <c:v>44936</c:v>
                </c:pt>
                <c:pt idx="1124">
                  <c:v>44937</c:v>
                </c:pt>
                <c:pt idx="1125">
                  <c:v>44938</c:v>
                </c:pt>
                <c:pt idx="1126">
                  <c:v>44939</c:v>
                </c:pt>
                <c:pt idx="1127">
                  <c:v>44942</c:v>
                </c:pt>
                <c:pt idx="1128">
                  <c:v>44943</c:v>
                </c:pt>
                <c:pt idx="1129">
                  <c:v>44944</c:v>
                </c:pt>
                <c:pt idx="1130">
                  <c:v>44945</c:v>
                </c:pt>
                <c:pt idx="1131">
                  <c:v>44946</c:v>
                </c:pt>
                <c:pt idx="1132">
                  <c:v>44949</c:v>
                </c:pt>
                <c:pt idx="1133">
                  <c:v>44950</c:v>
                </c:pt>
                <c:pt idx="1134">
                  <c:v>44951</c:v>
                </c:pt>
                <c:pt idx="1135">
                  <c:v>44952</c:v>
                </c:pt>
                <c:pt idx="1136">
                  <c:v>44953</c:v>
                </c:pt>
                <c:pt idx="1137">
                  <c:v>44956</c:v>
                </c:pt>
                <c:pt idx="1138">
                  <c:v>44957</c:v>
                </c:pt>
                <c:pt idx="1139">
                  <c:v>44958</c:v>
                </c:pt>
                <c:pt idx="1140">
                  <c:v>44959</c:v>
                </c:pt>
                <c:pt idx="1141">
                  <c:v>44960</c:v>
                </c:pt>
                <c:pt idx="1142">
                  <c:v>44963</c:v>
                </c:pt>
                <c:pt idx="1143">
                  <c:v>44964</c:v>
                </c:pt>
                <c:pt idx="1144">
                  <c:v>44965</c:v>
                </c:pt>
                <c:pt idx="1145">
                  <c:v>44966</c:v>
                </c:pt>
                <c:pt idx="1146">
                  <c:v>44967</c:v>
                </c:pt>
                <c:pt idx="1147">
                  <c:v>44970</c:v>
                </c:pt>
                <c:pt idx="1148">
                  <c:v>44971</c:v>
                </c:pt>
                <c:pt idx="1149">
                  <c:v>44972</c:v>
                </c:pt>
                <c:pt idx="1150">
                  <c:v>44973</c:v>
                </c:pt>
                <c:pt idx="1151">
                  <c:v>44974</c:v>
                </c:pt>
                <c:pt idx="1152">
                  <c:v>44979</c:v>
                </c:pt>
                <c:pt idx="1153">
                  <c:v>44980</c:v>
                </c:pt>
                <c:pt idx="1154">
                  <c:v>44981</c:v>
                </c:pt>
                <c:pt idx="1155">
                  <c:v>44984</c:v>
                </c:pt>
                <c:pt idx="1156">
                  <c:v>44985</c:v>
                </c:pt>
                <c:pt idx="1157">
                  <c:v>44986</c:v>
                </c:pt>
                <c:pt idx="1158">
                  <c:v>44987</c:v>
                </c:pt>
                <c:pt idx="1159">
                  <c:v>44988</c:v>
                </c:pt>
                <c:pt idx="1160">
                  <c:v>44991</c:v>
                </c:pt>
                <c:pt idx="1161">
                  <c:v>44992</c:v>
                </c:pt>
                <c:pt idx="1162">
                  <c:v>44993</c:v>
                </c:pt>
                <c:pt idx="1163">
                  <c:v>44994</c:v>
                </c:pt>
                <c:pt idx="1164">
                  <c:v>44995</c:v>
                </c:pt>
                <c:pt idx="1165">
                  <c:v>44998</c:v>
                </c:pt>
                <c:pt idx="1166">
                  <c:v>44999</c:v>
                </c:pt>
                <c:pt idx="1167">
                  <c:v>45000</c:v>
                </c:pt>
                <c:pt idx="1168">
                  <c:v>45001</c:v>
                </c:pt>
                <c:pt idx="1169">
                  <c:v>45002</c:v>
                </c:pt>
                <c:pt idx="1170">
                  <c:v>45005</c:v>
                </c:pt>
                <c:pt idx="1171">
                  <c:v>45006</c:v>
                </c:pt>
                <c:pt idx="1172">
                  <c:v>45007</c:v>
                </c:pt>
                <c:pt idx="1173">
                  <c:v>45008</c:v>
                </c:pt>
                <c:pt idx="1174">
                  <c:v>45009</c:v>
                </c:pt>
                <c:pt idx="1175">
                  <c:v>45012</c:v>
                </c:pt>
                <c:pt idx="1176">
                  <c:v>45013</c:v>
                </c:pt>
                <c:pt idx="1177">
                  <c:v>45014</c:v>
                </c:pt>
                <c:pt idx="1178">
                  <c:v>45015</c:v>
                </c:pt>
                <c:pt idx="1179">
                  <c:v>45016</c:v>
                </c:pt>
                <c:pt idx="1180">
                  <c:v>45019</c:v>
                </c:pt>
                <c:pt idx="1181">
                  <c:v>45020</c:v>
                </c:pt>
                <c:pt idx="1182">
                  <c:v>45021</c:v>
                </c:pt>
                <c:pt idx="1183">
                  <c:v>45022</c:v>
                </c:pt>
                <c:pt idx="1184">
                  <c:v>45026</c:v>
                </c:pt>
                <c:pt idx="1185">
                  <c:v>45027</c:v>
                </c:pt>
                <c:pt idx="1186">
                  <c:v>45028</c:v>
                </c:pt>
                <c:pt idx="1187">
                  <c:v>45029</c:v>
                </c:pt>
                <c:pt idx="1188">
                  <c:v>45030</c:v>
                </c:pt>
                <c:pt idx="1189">
                  <c:v>45033</c:v>
                </c:pt>
                <c:pt idx="1190">
                  <c:v>45034</c:v>
                </c:pt>
                <c:pt idx="1191">
                  <c:v>45035</c:v>
                </c:pt>
                <c:pt idx="1192">
                  <c:v>45036</c:v>
                </c:pt>
                <c:pt idx="1193">
                  <c:v>45040</c:v>
                </c:pt>
                <c:pt idx="1194">
                  <c:v>45041</c:v>
                </c:pt>
                <c:pt idx="1195">
                  <c:v>45042</c:v>
                </c:pt>
                <c:pt idx="1196">
                  <c:v>45043</c:v>
                </c:pt>
                <c:pt idx="1197">
                  <c:v>45044</c:v>
                </c:pt>
                <c:pt idx="1198">
                  <c:v>45048</c:v>
                </c:pt>
                <c:pt idx="1199">
                  <c:v>45049</c:v>
                </c:pt>
                <c:pt idx="1200">
                  <c:v>45050</c:v>
                </c:pt>
                <c:pt idx="1201">
                  <c:v>45051</c:v>
                </c:pt>
                <c:pt idx="1202">
                  <c:v>45054</c:v>
                </c:pt>
                <c:pt idx="1203">
                  <c:v>45055</c:v>
                </c:pt>
                <c:pt idx="1204">
                  <c:v>45056</c:v>
                </c:pt>
                <c:pt idx="1205">
                  <c:v>45057</c:v>
                </c:pt>
                <c:pt idx="1206">
                  <c:v>45058</c:v>
                </c:pt>
                <c:pt idx="1207">
                  <c:v>45061</c:v>
                </c:pt>
                <c:pt idx="1208">
                  <c:v>45062</c:v>
                </c:pt>
                <c:pt idx="1209">
                  <c:v>45063</c:v>
                </c:pt>
                <c:pt idx="1210">
                  <c:v>45064</c:v>
                </c:pt>
                <c:pt idx="1211">
                  <c:v>45065</c:v>
                </c:pt>
                <c:pt idx="1212">
                  <c:v>45068</c:v>
                </c:pt>
                <c:pt idx="1213">
                  <c:v>45069</c:v>
                </c:pt>
                <c:pt idx="1214">
                  <c:v>45070</c:v>
                </c:pt>
                <c:pt idx="1215">
                  <c:v>45071</c:v>
                </c:pt>
                <c:pt idx="1216">
                  <c:v>45072</c:v>
                </c:pt>
                <c:pt idx="1217">
                  <c:v>45075</c:v>
                </c:pt>
                <c:pt idx="1218">
                  <c:v>45076</c:v>
                </c:pt>
                <c:pt idx="1219">
                  <c:v>45077</c:v>
                </c:pt>
                <c:pt idx="1220">
                  <c:v>45078</c:v>
                </c:pt>
                <c:pt idx="1221">
                  <c:v>45079</c:v>
                </c:pt>
                <c:pt idx="1222">
                  <c:v>45082</c:v>
                </c:pt>
                <c:pt idx="1223">
                  <c:v>45083</c:v>
                </c:pt>
                <c:pt idx="1224">
                  <c:v>45084</c:v>
                </c:pt>
                <c:pt idx="1225">
                  <c:v>45086</c:v>
                </c:pt>
                <c:pt idx="1226">
                  <c:v>45089</c:v>
                </c:pt>
                <c:pt idx="1227">
                  <c:v>45090</c:v>
                </c:pt>
                <c:pt idx="1228">
                  <c:v>45091</c:v>
                </c:pt>
                <c:pt idx="1229">
                  <c:v>45092</c:v>
                </c:pt>
                <c:pt idx="1230">
                  <c:v>45093</c:v>
                </c:pt>
                <c:pt idx="1231">
                  <c:v>45096</c:v>
                </c:pt>
                <c:pt idx="1232">
                  <c:v>45097</c:v>
                </c:pt>
                <c:pt idx="1233">
                  <c:v>45098</c:v>
                </c:pt>
                <c:pt idx="1234">
                  <c:v>45099</c:v>
                </c:pt>
                <c:pt idx="1235">
                  <c:v>45100</c:v>
                </c:pt>
                <c:pt idx="1236">
                  <c:v>45103</c:v>
                </c:pt>
                <c:pt idx="1237">
                  <c:v>45104</c:v>
                </c:pt>
                <c:pt idx="1238">
                  <c:v>45105</c:v>
                </c:pt>
                <c:pt idx="1239">
                  <c:v>45106</c:v>
                </c:pt>
                <c:pt idx="1240">
                  <c:v>45107</c:v>
                </c:pt>
                <c:pt idx="1241">
                  <c:v>45110</c:v>
                </c:pt>
                <c:pt idx="1242">
                  <c:v>45111</c:v>
                </c:pt>
                <c:pt idx="1243">
                  <c:v>45112</c:v>
                </c:pt>
                <c:pt idx="1244">
                  <c:v>45113</c:v>
                </c:pt>
                <c:pt idx="1245">
                  <c:v>45114</c:v>
                </c:pt>
                <c:pt idx="1246">
                  <c:v>45117</c:v>
                </c:pt>
                <c:pt idx="1247">
                  <c:v>45118</c:v>
                </c:pt>
                <c:pt idx="1248">
                  <c:v>45119</c:v>
                </c:pt>
                <c:pt idx="1249">
                  <c:v>45120</c:v>
                </c:pt>
                <c:pt idx="1250">
                  <c:v>45121</c:v>
                </c:pt>
                <c:pt idx="1251">
                  <c:v>45124</c:v>
                </c:pt>
                <c:pt idx="1252">
                  <c:v>45125</c:v>
                </c:pt>
                <c:pt idx="1253">
                  <c:v>45126</c:v>
                </c:pt>
                <c:pt idx="1254">
                  <c:v>45127</c:v>
                </c:pt>
                <c:pt idx="1255">
                  <c:v>45128</c:v>
                </c:pt>
                <c:pt idx="1256">
                  <c:v>45131</c:v>
                </c:pt>
                <c:pt idx="1257">
                  <c:v>45132</c:v>
                </c:pt>
                <c:pt idx="1258">
                  <c:v>45133</c:v>
                </c:pt>
                <c:pt idx="1259">
                  <c:v>45134</c:v>
                </c:pt>
                <c:pt idx="1260">
                  <c:v>45135</c:v>
                </c:pt>
                <c:pt idx="1261">
                  <c:v>45138</c:v>
                </c:pt>
                <c:pt idx="1262">
                  <c:v>45139</c:v>
                </c:pt>
                <c:pt idx="1263">
                  <c:v>45140</c:v>
                </c:pt>
                <c:pt idx="1264">
                  <c:v>45141</c:v>
                </c:pt>
                <c:pt idx="1265">
                  <c:v>45142</c:v>
                </c:pt>
                <c:pt idx="1266">
                  <c:v>45145</c:v>
                </c:pt>
                <c:pt idx="1267">
                  <c:v>45146</c:v>
                </c:pt>
                <c:pt idx="1268">
                  <c:v>45147</c:v>
                </c:pt>
                <c:pt idx="1269">
                  <c:v>45148</c:v>
                </c:pt>
                <c:pt idx="1270">
                  <c:v>45149</c:v>
                </c:pt>
                <c:pt idx="1271">
                  <c:v>45152</c:v>
                </c:pt>
                <c:pt idx="1272">
                  <c:v>45153</c:v>
                </c:pt>
                <c:pt idx="1273">
                  <c:v>45154</c:v>
                </c:pt>
                <c:pt idx="1274">
                  <c:v>45155</c:v>
                </c:pt>
                <c:pt idx="1275">
                  <c:v>45156</c:v>
                </c:pt>
                <c:pt idx="1276">
                  <c:v>45159</c:v>
                </c:pt>
                <c:pt idx="1277">
                  <c:v>45160</c:v>
                </c:pt>
                <c:pt idx="1278">
                  <c:v>45161</c:v>
                </c:pt>
                <c:pt idx="1279">
                  <c:v>45162</c:v>
                </c:pt>
                <c:pt idx="1280">
                  <c:v>45163</c:v>
                </c:pt>
                <c:pt idx="1281">
                  <c:v>45166</c:v>
                </c:pt>
                <c:pt idx="1282">
                  <c:v>45167</c:v>
                </c:pt>
                <c:pt idx="1283">
                  <c:v>45168</c:v>
                </c:pt>
                <c:pt idx="1284">
                  <c:v>45169</c:v>
                </c:pt>
                <c:pt idx="1285">
                  <c:v>45170</c:v>
                </c:pt>
                <c:pt idx="1286">
                  <c:v>45173</c:v>
                </c:pt>
                <c:pt idx="1287">
                  <c:v>45174</c:v>
                </c:pt>
                <c:pt idx="1288">
                  <c:v>45175</c:v>
                </c:pt>
                <c:pt idx="1289">
                  <c:v>45177</c:v>
                </c:pt>
                <c:pt idx="1290">
                  <c:v>45180</c:v>
                </c:pt>
                <c:pt idx="1291">
                  <c:v>45181</c:v>
                </c:pt>
                <c:pt idx="1292">
                  <c:v>45182</c:v>
                </c:pt>
                <c:pt idx="1293">
                  <c:v>45183</c:v>
                </c:pt>
                <c:pt idx="1294">
                  <c:v>45184</c:v>
                </c:pt>
                <c:pt idx="1295">
                  <c:v>45187</c:v>
                </c:pt>
                <c:pt idx="1296">
                  <c:v>45188</c:v>
                </c:pt>
                <c:pt idx="1297">
                  <c:v>45189</c:v>
                </c:pt>
                <c:pt idx="1298">
                  <c:v>45190</c:v>
                </c:pt>
                <c:pt idx="1299">
                  <c:v>45191</c:v>
                </c:pt>
                <c:pt idx="1300">
                  <c:v>45194</c:v>
                </c:pt>
                <c:pt idx="1301">
                  <c:v>45195</c:v>
                </c:pt>
                <c:pt idx="1302">
                  <c:v>45196</c:v>
                </c:pt>
                <c:pt idx="1303">
                  <c:v>45197</c:v>
                </c:pt>
                <c:pt idx="1304">
                  <c:v>45198</c:v>
                </c:pt>
                <c:pt idx="1305">
                  <c:v>45201</c:v>
                </c:pt>
                <c:pt idx="1306">
                  <c:v>45202</c:v>
                </c:pt>
                <c:pt idx="1307">
                  <c:v>45203</c:v>
                </c:pt>
                <c:pt idx="1308">
                  <c:v>45204</c:v>
                </c:pt>
                <c:pt idx="1309">
                  <c:v>45205</c:v>
                </c:pt>
                <c:pt idx="1310">
                  <c:v>45208</c:v>
                </c:pt>
                <c:pt idx="1311">
                  <c:v>45209</c:v>
                </c:pt>
                <c:pt idx="1312">
                  <c:v>45210</c:v>
                </c:pt>
                <c:pt idx="1313">
                  <c:v>45212</c:v>
                </c:pt>
                <c:pt idx="1314">
                  <c:v>45215</c:v>
                </c:pt>
                <c:pt idx="1315">
                  <c:v>45216</c:v>
                </c:pt>
                <c:pt idx="1316">
                  <c:v>45217</c:v>
                </c:pt>
                <c:pt idx="1317">
                  <c:v>45218</c:v>
                </c:pt>
                <c:pt idx="1318">
                  <c:v>45219</c:v>
                </c:pt>
                <c:pt idx="1319">
                  <c:v>45222</c:v>
                </c:pt>
                <c:pt idx="1320">
                  <c:v>45223</c:v>
                </c:pt>
                <c:pt idx="1321">
                  <c:v>45224</c:v>
                </c:pt>
                <c:pt idx="1322">
                  <c:v>45225</c:v>
                </c:pt>
                <c:pt idx="1323">
                  <c:v>45226</c:v>
                </c:pt>
                <c:pt idx="1324">
                  <c:v>45229</c:v>
                </c:pt>
                <c:pt idx="1325">
                  <c:v>45230</c:v>
                </c:pt>
                <c:pt idx="1326">
                  <c:v>45231</c:v>
                </c:pt>
                <c:pt idx="1327">
                  <c:v>45233</c:v>
                </c:pt>
                <c:pt idx="1328">
                  <c:v>45236</c:v>
                </c:pt>
                <c:pt idx="1329">
                  <c:v>45237</c:v>
                </c:pt>
                <c:pt idx="1330">
                  <c:v>45238</c:v>
                </c:pt>
                <c:pt idx="1331">
                  <c:v>45239</c:v>
                </c:pt>
                <c:pt idx="1332">
                  <c:v>45240</c:v>
                </c:pt>
                <c:pt idx="1333">
                  <c:v>45243</c:v>
                </c:pt>
                <c:pt idx="1334">
                  <c:v>45244</c:v>
                </c:pt>
                <c:pt idx="1335">
                  <c:v>45246</c:v>
                </c:pt>
                <c:pt idx="1336">
                  <c:v>45247</c:v>
                </c:pt>
                <c:pt idx="1337">
                  <c:v>45250</c:v>
                </c:pt>
                <c:pt idx="1338">
                  <c:v>45251</c:v>
                </c:pt>
                <c:pt idx="1339">
                  <c:v>45252</c:v>
                </c:pt>
                <c:pt idx="1340">
                  <c:v>45253</c:v>
                </c:pt>
                <c:pt idx="1341">
                  <c:v>45254</c:v>
                </c:pt>
                <c:pt idx="1342">
                  <c:v>45257</c:v>
                </c:pt>
                <c:pt idx="1343">
                  <c:v>45258</c:v>
                </c:pt>
                <c:pt idx="1344">
                  <c:v>45259</c:v>
                </c:pt>
                <c:pt idx="1345">
                  <c:v>45260</c:v>
                </c:pt>
                <c:pt idx="1346">
                  <c:v>45261</c:v>
                </c:pt>
                <c:pt idx="1347">
                  <c:v>45264</c:v>
                </c:pt>
                <c:pt idx="1348">
                  <c:v>45265</c:v>
                </c:pt>
                <c:pt idx="1349">
                  <c:v>45266</c:v>
                </c:pt>
                <c:pt idx="1350">
                  <c:v>45267</c:v>
                </c:pt>
                <c:pt idx="1351">
                  <c:v>45268</c:v>
                </c:pt>
                <c:pt idx="1352">
                  <c:v>45271</c:v>
                </c:pt>
                <c:pt idx="1353">
                  <c:v>45272</c:v>
                </c:pt>
                <c:pt idx="1354">
                  <c:v>45273</c:v>
                </c:pt>
                <c:pt idx="1355">
                  <c:v>45274</c:v>
                </c:pt>
                <c:pt idx="1356">
                  <c:v>45275</c:v>
                </c:pt>
                <c:pt idx="1357">
                  <c:v>45278</c:v>
                </c:pt>
                <c:pt idx="1358">
                  <c:v>45279</c:v>
                </c:pt>
                <c:pt idx="1359">
                  <c:v>45280</c:v>
                </c:pt>
                <c:pt idx="1360">
                  <c:v>45281</c:v>
                </c:pt>
                <c:pt idx="1361">
                  <c:v>45282</c:v>
                </c:pt>
                <c:pt idx="1362">
                  <c:v>45286</c:v>
                </c:pt>
                <c:pt idx="1363">
                  <c:v>45287</c:v>
                </c:pt>
                <c:pt idx="1364">
                  <c:v>45288</c:v>
                </c:pt>
                <c:pt idx="1365">
                  <c:v>45293</c:v>
                </c:pt>
                <c:pt idx="1366">
                  <c:v>45294</c:v>
                </c:pt>
                <c:pt idx="1367">
                  <c:v>45295</c:v>
                </c:pt>
                <c:pt idx="1368">
                  <c:v>45296</c:v>
                </c:pt>
                <c:pt idx="1369">
                  <c:v>45299</c:v>
                </c:pt>
                <c:pt idx="1370">
                  <c:v>45300</c:v>
                </c:pt>
                <c:pt idx="1371">
                  <c:v>45301</c:v>
                </c:pt>
                <c:pt idx="1372">
                  <c:v>45302</c:v>
                </c:pt>
                <c:pt idx="1373">
                  <c:v>45303</c:v>
                </c:pt>
                <c:pt idx="1374">
                  <c:v>45306</c:v>
                </c:pt>
                <c:pt idx="1375">
                  <c:v>45307</c:v>
                </c:pt>
                <c:pt idx="1376">
                  <c:v>45308</c:v>
                </c:pt>
                <c:pt idx="1377">
                  <c:v>45309</c:v>
                </c:pt>
                <c:pt idx="1378">
                  <c:v>45310</c:v>
                </c:pt>
                <c:pt idx="1379">
                  <c:v>45313</c:v>
                </c:pt>
                <c:pt idx="1380">
                  <c:v>45314</c:v>
                </c:pt>
                <c:pt idx="1381">
                  <c:v>45315</c:v>
                </c:pt>
                <c:pt idx="1382">
                  <c:v>45316</c:v>
                </c:pt>
                <c:pt idx="1383">
                  <c:v>45317</c:v>
                </c:pt>
                <c:pt idx="1384">
                  <c:v>45320</c:v>
                </c:pt>
                <c:pt idx="1385">
                  <c:v>45321</c:v>
                </c:pt>
                <c:pt idx="1386">
                  <c:v>45322</c:v>
                </c:pt>
                <c:pt idx="1387">
                  <c:v>45323</c:v>
                </c:pt>
                <c:pt idx="1388">
                  <c:v>45324</c:v>
                </c:pt>
                <c:pt idx="1389">
                  <c:v>45327</c:v>
                </c:pt>
                <c:pt idx="1390">
                  <c:v>45328</c:v>
                </c:pt>
                <c:pt idx="1391">
                  <c:v>45329</c:v>
                </c:pt>
                <c:pt idx="1392">
                  <c:v>45330</c:v>
                </c:pt>
                <c:pt idx="1393">
                  <c:v>45331</c:v>
                </c:pt>
                <c:pt idx="1394">
                  <c:v>45336</c:v>
                </c:pt>
                <c:pt idx="1395">
                  <c:v>45337</c:v>
                </c:pt>
                <c:pt idx="1396">
                  <c:v>45338</c:v>
                </c:pt>
                <c:pt idx="1397">
                  <c:v>45341</c:v>
                </c:pt>
                <c:pt idx="1398">
                  <c:v>45342</c:v>
                </c:pt>
                <c:pt idx="1399">
                  <c:v>45343</c:v>
                </c:pt>
                <c:pt idx="1400">
                  <c:v>45344</c:v>
                </c:pt>
                <c:pt idx="1401">
                  <c:v>45345</c:v>
                </c:pt>
                <c:pt idx="1402">
                  <c:v>45348</c:v>
                </c:pt>
                <c:pt idx="1403">
                  <c:v>45349</c:v>
                </c:pt>
                <c:pt idx="1404">
                  <c:v>45350</c:v>
                </c:pt>
                <c:pt idx="1405">
                  <c:v>45351</c:v>
                </c:pt>
                <c:pt idx="1406">
                  <c:v>45352</c:v>
                </c:pt>
                <c:pt idx="1407">
                  <c:v>45355</c:v>
                </c:pt>
                <c:pt idx="1408">
                  <c:v>45356</c:v>
                </c:pt>
                <c:pt idx="1409">
                  <c:v>45357</c:v>
                </c:pt>
                <c:pt idx="1410">
                  <c:v>45358</c:v>
                </c:pt>
                <c:pt idx="1411">
                  <c:v>45359</c:v>
                </c:pt>
                <c:pt idx="1412">
                  <c:v>45362</c:v>
                </c:pt>
                <c:pt idx="1413">
                  <c:v>45363</c:v>
                </c:pt>
                <c:pt idx="1414">
                  <c:v>45364</c:v>
                </c:pt>
                <c:pt idx="1415">
                  <c:v>45365</c:v>
                </c:pt>
                <c:pt idx="1416">
                  <c:v>45366</c:v>
                </c:pt>
                <c:pt idx="1417">
                  <c:v>45369</c:v>
                </c:pt>
                <c:pt idx="1418">
                  <c:v>45370</c:v>
                </c:pt>
                <c:pt idx="1419">
                  <c:v>45371</c:v>
                </c:pt>
                <c:pt idx="1420">
                  <c:v>45372</c:v>
                </c:pt>
                <c:pt idx="1421">
                  <c:v>45373</c:v>
                </c:pt>
                <c:pt idx="1422">
                  <c:v>45376</c:v>
                </c:pt>
                <c:pt idx="1423">
                  <c:v>45377</c:v>
                </c:pt>
                <c:pt idx="1424">
                  <c:v>45378</c:v>
                </c:pt>
                <c:pt idx="1425">
                  <c:v>45379</c:v>
                </c:pt>
                <c:pt idx="1426">
                  <c:v>45383</c:v>
                </c:pt>
                <c:pt idx="1427">
                  <c:v>45384</c:v>
                </c:pt>
                <c:pt idx="1428">
                  <c:v>45385</c:v>
                </c:pt>
                <c:pt idx="1429">
                  <c:v>45386</c:v>
                </c:pt>
                <c:pt idx="1430">
                  <c:v>45387</c:v>
                </c:pt>
                <c:pt idx="1431">
                  <c:v>45390</c:v>
                </c:pt>
                <c:pt idx="1432">
                  <c:v>45391</c:v>
                </c:pt>
                <c:pt idx="1433">
                  <c:v>45392</c:v>
                </c:pt>
                <c:pt idx="1434">
                  <c:v>45393</c:v>
                </c:pt>
                <c:pt idx="1435">
                  <c:v>45394</c:v>
                </c:pt>
                <c:pt idx="1436">
                  <c:v>45397</c:v>
                </c:pt>
                <c:pt idx="1437">
                  <c:v>45398</c:v>
                </c:pt>
                <c:pt idx="1438">
                  <c:v>45399</c:v>
                </c:pt>
                <c:pt idx="1439">
                  <c:v>45400</c:v>
                </c:pt>
                <c:pt idx="1440">
                  <c:v>45401</c:v>
                </c:pt>
                <c:pt idx="1441">
                  <c:v>45404</c:v>
                </c:pt>
                <c:pt idx="1442">
                  <c:v>45405</c:v>
                </c:pt>
                <c:pt idx="1443">
                  <c:v>45406</c:v>
                </c:pt>
                <c:pt idx="1444">
                  <c:v>45407</c:v>
                </c:pt>
                <c:pt idx="1445">
                  <c:v>45408</c:v>
                </c:pt>
                <c:pt idx="1446">
                  <c:v>45411</c:v>
                </c:pt>
                <c:pt idx="1447">
                  <c:v>45412</c:v>
                </c:pt>
                <c:pt idx="1448">
                  <c:v>45414</c:v>
                </c:pt>
                <c:pt idx="1449">
                  <c:v>45415</c:v>
                </c:pt>
                <c:pt idx="1450">
                  <c:v>45418</c:v>
                </c:pt>
                <c:pt idx="1451">
                  <c:v>45419</c:v>
                </c:pt>
                <c:pt idx="1452">
                  <c:v>45420</c:v>
                </c:pt>
                <c:pt idx="1453">
                  <c:v>45421</c:v>
                </c:pt>
                <c:pt idx="1454">
                  <c:v>45422</c:v>
                </c:pt>
                <c:pt idx="1455">
                  <c:v>45425</c:v>
                </c:pt>
                <c:pt idx="1456">
                  <c:v>45426</c:v>
                </c:pt>
                <c:pt idx="1457">
                  <c:v>45427</c:v>
                </c:pt>
                <c:pt idx="1458">
                  <c:v>45428</c:v>
                </c:pt>
                <c:pt idx="1459">
                  <c:v>45429</c:v>
                </c:pt>
                <c:pt idx="1460">
                  <c:v>45432</c:v>
                </c:pt>
                <c:pt idx="1461">
                  <c:v>45433</c:v>
                </c:pt>
                <c:pt idx="1462">
                  <c:v>45434</c:v>
                </c:pt>
                <c:pt idx="1463">
                  <c:v>45435</c:v>
                </c:pt>
                <c:pt idx="1464">
                  <c:v>45436</c:v>
                </c:pt>
                <c:pt idx="1465">
                  <c:v>45439</c:v>
                </c:pt>
                <c:pt idx="1466">
                  <c:v>45440</c:v>
                </c:pt>
                <c:pt idx="1467">
                  <c:v>45441</c:v>
                </c:pt>
                <c:pt idx="1468">
                  <c:v>45443</c:v>
                </c:pt>
                <c:pt idx="1469">
                  <c:v>45446</c:v>
                </c:pt>
                <c:pt idx="1470">
                  <c:v>45447</c:v>
                </c:pt>
                <c:pt idx="1471">
                  <c:v>45448</c:v>
                </c:pt>
                <c:pt idx="1472">
                  <c:v>45449</c:v>
                </c:pt>
                <c:pt idx="1473">
                  <c:v>45450</c:v>
                </c:pt>
                <c:pt idx="1474">
                  <c:v>45453</c:v>
                </c:pt>
                <c:pt idx="1475">
                  <c:v>45454</c:v>
                </c:pt>
                <c:pt idx="1476">
                  <c:v>45455</c:v>
                </c:pt>
                <c:pt idx="1477">
                  <c:v>45456</c:v>
                </c:pt>
                <c:pt idx="1478">
                  <c:v>45457</c:v>
                </c:pt>
                <c:pt idx="1479">
                  <c:v>45460</c:v>
                </c:pt>
                <c:pt idx="1480">
                  <c:v>45461</c:v>
                </c:pt>
                <c:pt idx="1481">
                  <c:v>45462</c:v>
                </c:pt>
                <c:pt idx="1482">
                  <c:v>45463</c:v>
                </c:pt>
                <c:pt idx="1483">
                  <c:v>45464</c:v>
                </c:pt>
                <c:pt idx="1484">
                  <c:v>45467</c:v>
                </c:pt>
                <c:pt idx="1485">
                  <c:v>45468</c:v>
                </c:pt>
                <c:pt idx="1486">
                  <c:v>45469</c:v>
                </c:pt>
                <c:pt idx="1487">
                  <c:v>45470</c:v>
                </c:pt>
                <c:pt idx="1488">
                  <c:v>45471</c:v>
                </c:pt>
                <c:pt idx="1489">
                  <c:v>45474</c:v>
                </c:pt>
                <c:pt idx="1490">
                  <c:v>45475</c:v>
                </c:pt>
                <c:pt idx="1491">
                  <c:v>45476</c:v>
                </c:pt>
                <c:pt idx="1492">
                  <c:v>45477</c:v>
                </c:pt>
                <c:pt idx="1493">
                  <c:v>45478</c:v>
                </c:pt>
                <c:pt idx="1494">
                  <c:v>45481</c:v>
                </c:pt>
                <c:pt idx="1495">
                  <c:v>45482</c:v>
                </c:pt>
                <c:pt idx="1496">
                  <c:v>45483</c:v>
                </c:pt>
                <c:pt idx="1497">
                  <c:v>45484</c:v>
                </c:pt>
                <c:pt idx="1498">
                  <c:v>45485</c:v>
                </c:pt>
                <c:pt idx="1499">
                  <c:v>45488</c:v>
                </c:pt>
                <c:pt idx="1500">
                  <c:v>45489</c:v>
                </c:pt>
                <c:pt idx="1501">
                  <c:v>45490</c:v>
                </c:pt>
                <c:pt idx="1502">
                  <c:v>45491</c:v>
                </c:pt>
                <c:pt idx="1503">
                  <c:v>45492</c:v>
                </c:pt>
                <c:pt idx="1504">
                  <c:v>45495</c:v>
                </c:pt>
                <c:pt idx="1505">
                  <c:v>45496</c:v>
                </c:pt>
                <c:pt idx="1506">
                  <c:v>45497</c:v>
                </c:pt>
                <c:pt idx="1507">
                  <c:v>45498</c:v>
                </c:pt>
                <c:pt idx="1508">
                  <c:v>45499</c:v>
                </c:pt>
                <c:pt idx="1509">
                  <c:v>45502</c:v>
                </c:pt>
                <c:pt idx="1510">
                  <c:v>45503</c:v>
                </c:pt>
                <c:pt idx="1511">
                  <c:v>45504</c:v>
                </c:pt>
                <c:pt idx="1512">
                  <c:v>45505</c:v>
                </c:pt>
                <c:pt idx="1513">
                  <c:v>45506</c:v>
                </c:pt>
                <c:pt idx="1514">
                  <c:v>45509</c:v>
                </c:pt>
                <c:pt idx="1515">
                  <c:v>45510</c:v>
                </c:pt>
                <c:pt idx="1516">
                  <c:v>45511</c:v>
                </c:pt>
                <c:pt idx="1517">
                  <c:v>45512</c:v>
                </c:pt>
                <c:pt idx="1518">
                  <c:v>45513</c:v>
                </c:pt>
                <c:pt idx="1519">
                  <c:v>45516</c:v>
                </c:pt>
                <c:pt idx="1520">
                  <c:v>45517</c:v>
                </c:pt>
                <c:pt idx="1521">
                  <c:v>45518</c:v>
                </c:pt>
                <c:pt idx="1522">
                  <c:v>45519</c:v>
                </c:pt>
                <c:pt idx="1523">
                  <c:v>45520</c:v>
                </c:pt>
                <c:pt idx="1524">
                  <c:v>45523</c:v>
                </c:pt>
                <c:pt idx="1525">
                  <c:v>45524</c:v>
                </c:pt>
                <c:pt idx="1526">
                  <c:v>45525</c:v>
                </c:pt>
                <c:pt idx="1527">
                  <c:v>45526</c:v>
                </c:pt>
                <c:pt idx="1528">
                  <c:v>45527</c:v>
                </c:pt>
                <c:pt idx="1529">
                  <c:v>45530</c:v>
                </c:pt>
                <c:pt idx="1530">
                  <c:v>45531</c:v>
                </c:pt>
                <c:pt idx="1531">
                  <c:v>45532</c:v>
                </c:pt>
                <c:pt idx="1532">
                  <c:v>45533</c:v>
                </c:pt>
                <c:pt idx="1533">
                  <c:v>45534</c:v>
                </c:pt>
                <c:pt idx="1534">
                  <c:v>45537</c:v>
                </c:pt>
                <c:pt idx="1535">
                  <c:v>45538</c:v>
                </c:pt>
                <c:pt idx="1536">
                  <c:v>45539</c:v>
                </c:pt>
                <c:pt idx="1537">
                  <c:v>45540</c:v>
                </c:pt>
                <c:pt idx="1538">
                  <c:v>45541</c:v>
                </c:pt>
                <c:pt idx="1539">
                  <c:v>45544</c:v>
                </c:pt>
                <c:pt idx="1540">
                  <c:v>45545</c:v>
                </c:pt>
                <c:pt idx="1541">
                  <c:v>45546</c:v>
                </c:pt>
                <c:pt idx="1542">
                  <c:v>45547</c:v>
                </c:pt>
                <c:pt idx="1543">
                  <c:v>45548</c:v>
                </c:pt>
                <c:pt idx="1544">
                  <c:v>45551</c:v>
                </c:pt>
                <c:pt idx="1545">
                  <c:v>45552</c:v>
                </c:pt>
                <c:pt idx="1546">
                  <c:v>45553</c:v>
                </c:pt>
                <c:pt idx="1547">
                  <c:v>45554</c:v>
                </c:pt>
                <c:pt idx="1548">
                  <c:v>45555</c:v>
                </c:pt>
                <c:pt idx="1549">
                  <c:v>45558</c:v>
                </c:pt>
                <c:pt idx="1550">
                  <c:v>45559</c:v>
                </c:pt>
                <c:pt idx="1551">
                  <c:v>45560</c:v>
                </c:pt>
                <c:pt idx="1552">
                  <c:v>45561</c:v>
                </c:pt>
                <c:pt idx="1553">
                  <c:v>45562</c:v>
                </c:pt>
                <c:pt idx="1554">
                  <c:v>45565</c:v>
                </c:pt>
                <c:pt idx="1555">
                  <c:v>45566</c:v>
                </c:pt>
                <c:pt idx="1556">
                  <c:v>45567</c:v>
                </c:pt>
                <c:pt idx="1557">
                  <c:v>45568</c:v>
                </c:pt>
                <c:pt idx="1558">
                  <c:v>45569</c:v>
                </c:pt>
                <c:pt idx="1559">
                  <c:v>45572</c:v>
                </c:pt>
                <c:pt idx="1560">
                  <c:v>45573</c:v>
                </c:pt>
                <c:pt idx="1561">
                  <c:v>45574</c:v>
                </c:pt>
                <c:pt idx="1562">
                  <c:v>45575</c:v>
                </c:pt>
                <c:pt idx="1563">
                  <c:v>45576</c:v>
                </c:pt>
                <c:pt idx="1564">
                  <c:v>45579</c:v>
                </c:pt>
                <c:pt idx="1565">
                  <c:v>45580</c:v>
                </c:pt>
                <c:pt idx="1566">
                  <c:v>45581</c:v>
                </c:pt>
                <c:pt idx="1567">
                  <c:v>45582</c:v>
                </c:pt>
                <c:pt idx="1568">
                  <c:v>45583</c:v>
                </c:pt>
                <c:pt idx="1569">
                  <c:v>45586</c:v>
                </c:pt>
                <c:pt idx="1570">
                  <c:v>45587</c:v>
                </c:pt>
                <c:pt idx="1571">
                  <c:v>45588</c:v>
                </c:pt>
                <c:pt idx="1572">
                  <c:v>45589</c:v>
                </c:pt>
                <c:pt idx="1573">
                  <c:v>45590</c:v>
                </c:pt>
                <c:pt idx="1574">
                  <c:v>45593</c:v>
                </c:pt>
                <c:pt idx="1575">
                  <c:v>45594</c:v>
                </c:pt>
                <c:pt idx="1576">
                  <c:v>45595</c:v>
                </c:pt>
                <c:pt idx="1577">
                  <c:v>45596</c:v>
                </c:pt>
                <c:pt idx="1578">
                  <c:v>45597</c:v>
                </c:pt>
                <c:pt idx="1579">
                  <c:v>45600</c:v>
                </c:pt>
                <c:pt idx="1580">
                  <c:v>45601</c:v>
                </c:pt>
                <c:pt idx="1581">
                  <c:v>45602</c:v>
                </c:pt>
                <c:pt idx="1582">
                  <c:v>45603</c:v>
                </c:pt>
                <c:pt idx="1583">
                  <c:v>45604</c:v>
                </c:pt>
                <c:pt idx="1584">
                  <c:v>45607</c:v>
                </c:pt>
                <c:pt idx="1585">
                  <c:v>45608</c:v>
                </c:pt>
                <c:pt idx="1586">
                  <c:v>45609</c:v>
                </c:pt>
                <c:pt idx="1587">
                  <c:v>45610</c:v>
                </c:pt>
                <c:pt idx="1588">
                  <c:v>45614</c:v>
                </c:pt>
                <c:pt idx="1589">
                  <c:v>45615</c:v>
                </c:pt>
                <c:pt idx="1590">
                  <c:v>45617</c:v>
                </c:pt>
                <c:pt idx="1591">
                  <c:v>45618</c:v>
                </c:pt>
                <c:pt idx="1592">
                  <c:v>45621</c:v>
                </c:pt>
                <c:pt idx="1593">
                  <c:v>45622</c:v>
                </c:pt>
                <c:pt idx="1594">
                  <c:v>45623</c:v>
                </c:pt>
                <c:pt idx="1595">
                  <c:v>45624</c:v>
                </c:pt>
                <c:pt idx="1596">
                  <c:v>45625</c:v>
                </c:pt>
                <c:pt idx="1597">
                  <c:v>45628</c:v>
                </c:pt>
                <c:pt idx="1598">
                  <c:v>45629</c:v>
                </c:pt>
                <c:pt idx="1599">
                  <c:v>45630</c:v>
                </c:pt>
                <c:pt idx="1600">
                  <c:v>45631</c:v>
                </c:pt>
                <c:pt idx="1601">
                  <c:v>45632</c:v>
                </c:pt>
                <c:pt idx="1602">
                  <c:v>45635</c:v>
                </c:pt>
                <c:pt idx="1603">
                  <c:v>45636</c:v>
                </c:pt>
                <c:pt idx="1604">
                  <c:v>45637</c:v>
                </c:pt>
                <c:pt idx="1605">
                  <c:v>45638</c:v>
                </c:pt>
                <c:pt idx="1606">
                  <c:v>45639</c:v>
                </c:pt>
                <c:pt idx="1607">
                  <c:v>45642</c:v>
                </c:pt>
                <c:pt idx="1608">
                  <c:v>45643</c:v>
                </c:pt>
                <c:pt idx="1609">
                  <c:v>45644</c:v>
                </c:pt>
                <c:pt idx="1610">
                  <c:v>45645</c:v>
                </c:pt>
                <c:pt idx="1611">
                  <c:v>45646</c:v>
                </c:pt>
                <c:pt idx="1612">
                  <c:v>45649</c:v>
                </c:pt>
                <c:pt idx="1613">
                  <c:v>45652</c:v>
                </c:pt>
                <c:pt idx="1614">
                  <c:v>45653</c:v>
                </c:pt>
                <c:pt idx="1615">
                  <c:v>45656</c:v>
                </c:pt>
                <c:pt idx="1616">
                  <c:v>45659</c:v>
                </c:pt>
                <c:pt idx="1617">
                  <c:v>45660</c:v>
                </c:pt>
                <c:pt idx="1618">
                  <c:v>45663</c:v>
                </c:pt>
                <c:pt idx="1619">
                  <c:v>45664</c:v>
                </c:pt>
                <c:pt idx="1620">
                  <c:v>45665</c:v>
                </c:pt>
                <c:pt idx="1621">
                  <c:v>45666</c:v>
                </c:pt>
                <c:pt idx="1622">
                  <c:v>45667</c:v>
                </c:pt>
                <c:pt idx="1623">
                  <c:v>45670</c:v>
                </c:pt>
                <c:pt idx="1624">
                  <c:v>45671</c:v>
                </c:pt>
                <c:pt idx="1625">
                  <c:v>45672</c:v>
                </c:pt>
                <c:pt idx="1626">
                  <c:v>45673</c:v>
                </c:pt>
                <c:pt idx="1627">
                  <c:v>45674</c:v>
                </c:pt>
                <c:pt idx="1628">
                  <c:v>45677</c:v>
                </c:pt>
                <c:pt idx="1629">
                  <c:v>45678</c:v>
                </c:pt>
                <c:pt idx="1630">
                  <c:v>45679</c:v>
                </c:pt>
                <c:pt idx="1631">
                  <c:v>45680</c:v>
                </c:pt>
                <c:pt idx="1632">
                  <c:v>45681</c:v>
                </c:pt>
                <c:pt idx="1633">
                  <c:v>45684</c:v>
                </c:pt>
                <c:pt idx="1634">
                  <c:v>45685</c:v>
                </c:pt>
                <c:pt idx="1635">
                  <c:v>45686</c:v>
                </c:pt>
                <c:pt idx="1636">
                  <c:v>45687</c:v>
                </c:pt>
                <c:pt idx="1637">
                  <c:v>45688</c:v>
                </c:pt>
                <c:pt idx="1638">
                  <c:v>45691</c:v>
                </c:pt>
                <c:pt idx="1639">
                  <c:v>45692</c:v>
                </c:pt>
                <c:pt idx="1640">
                  <c:v>45693</c:v>
                </c:pt>
                <c:pt idx="1641">
                  <c:v>45694</c:v>
                </c:pt>
                <c:pt idx="1642">
                  <c:v>45695</c:v>
                </c:pt>
                <c:pt idx="1643">
                  <c:v>45698</c:v>
                </c:pt>
                <c:pt idx="1644">
                  <c:v>45699</c:v>
                </c:pt>
                <c:pt idx="1645">
                  <c:v>45700</c:v>
                </c:pt>
                <c:pt idx="1646">
                  <c:v>45701</c:v>
                </c:pt>
                <c:pt idx="1647">
                  <c:v>45702</c:v>
                </c:pt>
                <c:pt idx="1648">
                  <c:v>45705</c:v>
                </c:pt>
                <c:pt idx="1649">
                  <c:v>45706</c:v>
                </c:pt>
                <c:pt idx="1650">
                  <c:v>45707</c:v>
                </c:pt>
                <c:pt idx="1651">
                  <c:v>45708</c:v>
                </c:pt>
                <c:pt idx="1652">
                  <c:v>45709</c:v>
                </c:pt>
                <c:pt idx="1653">
                  <c:v>45712</c:v>
                </c:pt>
                <c:pt idx="1654">
                  <c:v>45713</c:v>
                </c:pt>
                <c:pt idx="1655">
                  <c:v>45714</c:v>
                </c:pt>
                <c:pt idx="1656">
                  <c:v>45715</c:v>
                </c:pt>
                <c:pt idx="1657">
                  <c:v>45716</c:v>
                </c:pt>
                <c:pt idx="1658">
                  <c:v>45721</c:v>
                </c:pt>
                <c:pt idx="1659">
                  <c:v>45722</c:v>
                </c:pt>
                <c:pt idx="1660">
                  <c:v>45723</c:v>
                </c:pt>
                <c:pt idx="1661">
                  <c:v>45726</c:v>
                </c:pt>
                <c:pt idx="1662">
                  <c:v>45727</c:v>
                </c:pt>
                <c:pt idx="1663">
                  <c:v>45728</c:v>
                </c:pt>
                <c:pt idx="1664">
                  <c:v>45729</c:v>
                </c:pt>
                <c:pt idx="1665">
                  <c:v>45730</c:v>
                </c:pt>
                <c:pt idx="1666">
                  <c:v>45733</c:v>
                </c:pt>
                <c:pt idx="1667">
                  <c:v>45734</c:v>
                </c:pt>
                <c:pt idx="1668">
                  <c:v>45735</c:v>
                </c:pt>
                <c:pt idx="1669">
                  <c:v>45736</c:v>
                </c:pt>
                <c:pt idx="1670">
                  <c:v>45737</c:v>
                </c:pt>
                <c:pt idx="1671">
                  <c:v>45740</c:v>
                </c:pt>
                <c:pt idx="1672">
                  <c:v>45741</c:v>
                </c:pt>
                <c:pt idx="1673">
                  <c:v>45742</c:v>
                </c:pt>
                <c:pt idx="1674">
                  <c:v>45743</c:v>
                </c:pt>
                <c:pt idx="1675">
                  <c:v>45744</c:v>
                </c:pt>
                <c:pt idx="1676">
                  <c:v>45747</c:v>
                </c:pt>
                <c:pt idx="1677">
                  <c:v>45748</c:v>
                </c:pt>
                <c:pt idx="1678">
                  <c:v>45749</c:v>
                </c:pt>
                <c:pt idx="1679">
                  <c:v>45750</c:v>
                </c:pt>
                <c:pt idx="1680">
                  <c:v>45751</c:v>
                </c:pt>
                <c:pt idx="1681">
                  <c:v>45754</c:v>
                </c:pt>
                <c:pt idx="1682">
                  <c:v>45755</c:v>
                </c:pt>
                <c:pt idx="1683">
                  <c:v>45756</c:v>
                </c:pt>
                <c:pt idx="1684">
                  <c:v>45757</c:v>
                </c:pt>
                <c:pt idx="1685">
                  <c:v>45758</c:v>
                </c:pt>
                <c:pt idx="1686">
                  <c:v>45761</c:v>
                </c:pt>
                <c:pt idx="1687">
                  <c:v>45762</c:v>
                </c:pt>
                <c:pt idx="1688">
                  <c:v>45763</c:v>
                </c:pt>
                <c:pt idx="1689">
                  <c:v>45764</c:v>
                </c:pt>
                <c:pt idx="1690">
                  <c:v>45769</c:v>
                </c:pt>
                <c:pt idx="1691">
                  <c:v>45770</c:v>
                </c:pt>
                <c:pt idx="1692">
                  <c:v>45771</c:v>
                </c:pt>
                <c:pt idx="1693">
                  <c:v>45772</c:v>
                </c:pt>
                <c:pt idx="1694">
                  <c:v>45775</c:v>
                </c:pt>
                <c:pt idx="1695">
                  <c:v>45776</c:v>
                </c:pt>
                <c:pt idx="1696">
                  <c:v>45777</c:v>
                </c:pt>
                <c:pt idx="1697">
                  <c:v>45779</c:v>
                </c:pt>
                <c:pt idx="1698">
                  <c:v>45782</c:v>
                </c:pt>
                <c:pt idx="1699">
                  <c:v>45783</c:v>
                </c:pt>
                <c:pt idx="1700">
                  <c:v>45784</c:v>
                </c:pt>
                <c:pt idx="1701">
                  <c:v>45785</c:v>
                </c:pt>
                <c:pt idx="1702">
                  <c:v>45786</c:v>
                </c:pt>
                <c:pt idx="1703">
                  <c:v>45789</c:v>
                </c:pt>
                <c:pt idx="1704">
                  <c:v>45790</c:v>
                </c:pt>
                <c:pt idx="1705">
                  <c:v>45791</c:v>
                </c:pt>
                <c:pt idx="1706">
                  <c:v>45792</c:v>
                </c:pt>
                <c:pt idx="1707">
                  <c:v>45793</c:v>
                </c:pt>
                <c:pt idx="1708">
                  <c:v>45796</c:v>
                </c:pt>
                <c:pt idx="1709">
                  <c:v>45797</c:v>
                </c:pt>
                <c:pt idx="1710">
                  <c:v>45798</c:v>
                </c:pt>
                <c:pt idx="1711">
                  <c:v>45799</c:v>
                </c:pt>
                <c:pt idx="1712">
                  <c:v>45800</c:v>
                </c:pt>
                <c:pt idx="1713">
                  <c:v>45803</c:v>
                </c:pt>
                <c:pt idx="1714">
                  <c:v>45804</c:v>
                </c:pt>
                <c:pt idx="1715">
                  <c:v>45805</c:v>
                </c:pt>
                <c:pt idx="1716">
                  <c:v>45806</c:v>
                </c:pt>
                <c:pt idx="1717">
                  <c:v>45807</c:v>
                </c:pt>
                <c:pt idx="1718">
                  <c:v>45810</c:v>
                </c:pt>
                <c:pt idx="1719">
                  <c:v>45811</c:v>
                </c:pt>
                <c:pt idx="1720">
                  <c:v>45812</c:v>
                </c:pt>
                <c:pt idx="1721">
                  <c:v>45813</c:v>
                </c:pt>
                <c:pt idx="1722">
                  <c:v>45814</c:v>
                </c:pt>
                <c:pt idx="1723">
                  <c:v>45817</c:v>
                </c:pt>
                <c:pt idx="1724">
                  <c:v>45818</c:v>
                </c:pt>
                <c:pt idx="1725">
                  <c:v>45819</c:v>
                </c:pt>
                <c:pt idx="1726">
                  <c:v>45820</c:v>
                </c:pt>
                <c:pt idx="1727">
                  <c:v>45821</c:v>
                </c:pt>
                <c:pt idx="1728">
                  <c:v>45824</c:v>
                </c:pt>
                <c:pt idx="1729">
                  <c:v>45825</c:v>
                </c:pt>
                <c:pt idx="1730">
                  <c:v>45826</c:v>
                </c:pt>
                <c:pt idx="1731">
                  <c:v>45828</c:v>
                </c:pt>
                <c:pt idx="1732">
                  <c:v>45831</c:v>
                </c:pt>
                <c:pt idx="1733">
                  <c:v>45832</c:v>
                </c:pt>
                <c:pt idx="1734">
                  <c:v>45833</c:v>
                </c:pt>
                <c:pt idx="1735">
                  <c:v>45834</c:v>
                </c:pt>
                <c:pt idx="1736">
                  <c:v>45835</c:v>
                </c:pt>
                <c:pt idx="1737">
                  <c:v>45838</c:v>
                </c:pt>
                <c:pt idx="1738">
                  <c:v>45839</c:v>
                </c:pt>
                <c:pt idx="1739">
                  <c:v>45840</c:v>
                </c:pt>
                <c:pt idx="1740">
                  <c:v>45841</c:v>
                </c:pt>
                <c:pt idx="1741">
                  <c:v>45842</c:v>
                </c:pt>
                <c:pt idx="1742">
                  <c:v>45845</c:v>
                </c:pt>
                <c:pt idx="1743">
                  <c:v>45846</c:v>
                </c:pt>
                <c:pt idx="1744">
                  <c:v>45847</c:v>
                </c:pt>
                <c:pt idx="1745">
                  <c:v>45848</c:v>
                </c:pt>
                <c:pt idx="1746">
                  <c:v>45849</c:v>
                </c:pt>
                <c:pt idx="1747">
                  <c:v>45852</c:v>
                </c:pt>
                <c:pt idx="1748">
                  <c:v>45853</c:v>
                </c:pt>
                <c:pt idx="1749">
                  <c:v>45854</c:v>
                </c:pt>
                <c:pt idx="1750">
                  <c:v>45855</c:v>
                </c:pt>
                <c:pt idx="1751">
                  <c:v>45856</c:v>
                </c:pt>
                <c:pt idx="1752">
                  <c:v>45859</c:v>
                </c:pt>
                <c:pt idx="1753">
                  <c:v>45860</c:v>
                </c:pt>
                <c:pt idx="1754">
                  <c:v>45861</c:v>
                </c:pt>
                <c:pt idx="1755">
                  <c:v>45862</c:v>
                </c:pt>
                <c:pt idx="1756">
                  <c:v>45863</c:v>
                </c:pt>
                <c:pt idx="1757">
                  <c:v>45866</c:v>
                </c:pt>
                <c:pt idx="1758">
                  <c:v>45867</c:v>
                </c:pt>
                <c:pt idx="1759">
                  <c:v>45868</c:v>
                </c:pt>
                <c:pt idx="1760">
                  <c:v>45869</c:v>
                </c:pt>
                <c:pt idx="1761">
                  <c:v>45870</c:v>
                </c:pt>
                <c:pt idx="1762">
                  <c:v>45873</c:v>
                </c:pt>
                <c:pt idx="1763">
                  <c:v>45874</c:v>
                </c:pt>
                <c:pt idx="1764">
                  <c:v>45875</c:v>
                </c:pt>
                <c:pt idx="1765">
                  <c:v>45876</c:v>
                </c:pt>
                <c:pt idx="1766">
                  <c:v>45877</c:v>
                </c:pt>
                <c:pt idx="1767">
                  <c:v>45880</c:v>
                </c:pt>
                <c:pt idx="1768">
                  <c:v>45881</c:v>
                </c:pt>
                <c:pt idx="1769">
                  <c:v>45882</c:v>
                </c:pt>
                <c:pt idx="1770">
                  <c:v>45883</c:v>
                </c:pt>
                <c:pt idx="1771">
                  <c:v>45884</c:v>
                </c:pt>
                <c:pt idx="1772">
                  <c:v>45887</c:v>
                </c:pt>
                <c:pt idx="1773">
                  <c:v>45888</c:v>
                </c:pt>
                <c:pt idx="1774">
                  <c:v>45889</c:v>
                </c:pt>
                <c:pt idx="1775">
                  <c:v>45890</c:v>
                </c:pt>
                <c:pt idx="1776">
                  <c:v>45891</c:v>
                </c:pt>
                <c:pt idx="1777">
                  <c:v>45894</c:v>
                </c:pt>
                <c:pt idx="1778">
                  <c:v>45895</c:v>
                </c:pt>
                <c:pt idx="1779">
                  <c:v>45896</c:v>
                </c:pt>
                <c:pt idx="1780">
                  <c:v>45897</c:v>
                </c:pt>
                <c:pt idx="1781">
                  <c:v>45898</c:v>
                </c:pt>
                <c:pt idx="1782">
                  <c:v>45901</c:v>
                </c:pt>
                <c:pt idx="1783">
                  <c:v>45902</c:v>
                </c:pt>
                <c:pt idx="1784">
                  <c:v>45903</c:v>
                </c:pt>
                <c:pt idx="1785">
                  <c:v>45904</c:v>
                </c:pt>
                <c:pt idx="1786">
                  <c:v>45905</c:v>
                </c:pt>
                <c:pt idx="1787">
                  <c:v>45908</c:v>
                </c:pt>
                <c:pt idx="1788">
                  <c:v>45909</c:v>
                </c:pt>
                <c:pt idx="1789">
                  <c:v>45910</c:v>
                </c:pt>
                <c:pt idx="1790">
                  <c:v>45911</c:v>
                </c:pt>
                <c:pt idx="1791">
                  <c:v>45912</c:v>
                </c:pt>
                <c:pt idx="1792">
                  <c:v>45915</c:v>
                </c:pt>
                <c:pt idx="1793">
                  <c:v>45916</c:v>
                </c:pt>
                <c:pt idx="1794">
                  <c:v>45917</c:v>
                </c:pt>
                <c:pt idx="1795">
                  <c:v>45918</c:v>
                </c:pt>
                <c:pt idx="1796">
                  <c:v>45919</c:v>
                </c:pt>
                <c:pt idx="1797">
                  <c:v>45922</c:v>
                </c:pt>
                <c:pt idx="1798">
                  <c:v>45923</c:v>
                </c:pt>
                <c:pt idx="1799">
                  <c:v>45924</c:v>
                </c:pt>
                <c:pt idx="1800">
                  <c:v>45925</c:v>
                </c:pt>
                <c:pt idx="1801">
                  <c:v>45926</c:v>
                </c:pt>
                <c:pt idx="1802">
                  <c:v>45929</c:v>
                </c:pt>
                <c:pt idx="1803">
                  <c:v>45930</c:v>
                </c:pt>
                <c:pt idx="1804">
                  <c:v>45931</c:v>
                </c:pt>
                <c:pt idx="1805">
                  <c:v>45932</c:v>
                </c:pt>
                <c:pt idx="1806">
                  <c:v>45933</c:v>
                </c:pt>
                <c:pt idx="1807">
                  <c:v>45936</c:v>
                </c:pt>
                <c:pt idx="1808">
                  <c:v>45937</c:v>
                </c:pt>
                <c:pt idx="1809">
                  <c:v>45938</c:v>
                </c:pt>
                <c:pt idx="1810">
                  <c:v>45939</c:v>
                </c:pt>
                <c:pt idx="1811">
                  <c:v>45940</c:v>
                </c:pt>
                <c:pt idx="1812">
                  <c:v>45943</c:v>
                </c:pt>
                <c:pt idx="1813">
                  <c:v>45944</c:v>
                </c:pt>
                <c:pt idx="1814">
                  <c:v>45945</c:v>
                </c:pt>
                <c:pt idx="1815">
                  <c:v>45946</c:v>
                </c:pt>
                <c:pt idx="1816">
                  <c:v>45947</c:v>
                </c:pt>
                <c:pt idx="1817">
                  <c:v>45950</c:v>
                </c:pt>
                <c:pt idx="1818">
                  <c:v>45951</c:v>
                </c:pt>
                <c:pt idx="1819">
                  <c:v>45952</c:v>
                </c:pt>
                <c:pt idx="1820">
                  <c:v>45953</c:v>
                </c:pt>
                <c:pt idx="1821">
                  <c:v>45954</c:v>
                </c:pt>
                <c:pt idx="1822">
                  <c:v>45957</c:v>
                </c:pt>
                <c:pt idx="1823">
                  <c:v>45958</c:v>
                </c:pt>
                <c:pt idx="1824">
                  <c:v>45959</c:v>
                </c:pt>
                <c:pt idx="1825">
                  <c:v>45960</c:v>
                </c:pt>
                <c:pt idx="1826">
                  <c:v>45961</c:v>
                </c:pt>
                <c:pt idx="1827">
                  <c:v>45964</c:v>
                </c:pt>
                <c:pt idx="1828">
                  <c:v>45965</c:v>
                </c:pt>
                <c:pt idx="1829">
                  <c:v>45966</c:v>
                </c:pt>
                <c:pt idx="1830">
                  <c:v>45967</c:v>
                </c:pt>
                <c:pt idx="1831">
                  <c:v>45968</c:v>
                </c:pt>
                <c:pt idx="1832">
                  <c:v>45971</c:v>
                </c:pt>
                <c:pt idx="1833">
                  <c:v>45972</c:v>
                </c:pt>
                <c:pt idx="1834">
                  <c:v>45973</c:v>
                </c:pt>
                <c:pt idx="1835">
                  <c:v>45974</c:v>
                </c:pt>
                <c:pt idx="1836">
                  <c:v>45975</c:v>
                </c:pt>
                <c:pt idx="1837">
                  <c:v>45978</c:v>
                </c:pt>
                <c:pt idx="1838">
                  <c:v>45979</c:v>
                </c:pt>
                <c:pt idx="1839">
                  <c:v>45980</c:v>
                </c:pt>
                <c:pt idx="1840">
                  <c:v>45982</c:v>
                </c:pt>
                <c:pt idx="1841">
                  <c:v>45985</c:v>
                </c:pt>
                <c:pt idx="1842">
                  <c:v>45986</c:v>
                </c:pt>
                <c:pt idx="1843">
                  <c:v>45987</c:v>
                </c:pt>
                <c:pt idx="1844">
                  <c:v>45988</c:v>
                </c:pt>
                <c:pt idx="1845">
                  <c:v>45989</c:v>
                </c:pt>
                <c:pt idx="1846">
                  <c:v>45992</c:v>
                </c:pt>
                <c:pt idx="1847">
                  <c:v>45993</c:v>
                </c:pt>
                <c:pt idx="1848">
                  <c:v>45994</c:v>
                </c:pt>
                <c:pt idx="1849">
                  <c:v>45995</c:v>
                </c:pt>
                <c:pt idx="1850">
                  <c:v>45996</c:v>
                </c:pt>
                <c:pt idx="1851">
                  <c:v>45999</c:v>
                </c:pt>
                <c:pt idx="1852">
                  <c:v>46000</c:v>
                </c:pt>
                <c:pt idx="1853">
                  <c:v>46001</c:v>
                </c:pt>
                <c:pt idx="1854">
                  <c:v>46002</c:v>
                </c:pt>
                <c:pt idx="1855">
                  <c:v>46003</c:v>
                </c:pt>
                <c:pt idx="1856">
                  <c:v>46006</c:v>
                </c:pt>
                <c:pt idx="1857">
                  <c:v>46007</c:v>
                </c:pt>
                <c:pt idx="1858">
                  <c:v>46008</c:v>
                </c:pt>
                <c:pt idx="1859">
                  <c:v>46009</c:v>
                </c:pt>
                <c:pt idx="1860">
                  <c:v>46010</c:v>
                </c:pt>
                <c:pt idx="1861">
                  <c:v>46013</c:v>
                </c:pt>
                <c:pt idx="1862">
                  <c:v>46014</c:v>
                </c:pt>
                <c:pt idx="1863">
                  <c:v>46017</c:v>
                </c:pt>
                <c:pt idx="1864">
                  <c:v>46020</c:v>
                </c:pt>
                <c:pt idx="1865">
                  <c:v>46021</c:v>
                </c:pt>
                <c:pt idx="1866">
                  <c:v>46024</c:v>
                </c:pt>
                <c:pt idx="1867">
                  <c:v>46027</c:v>
                </c:pt>
                <c:pt idx="1868">
                  <c:v>46028</c:v>
                </c:pt>
                <c:pt idx="1869">
                  <c:v>46029</c:v>
                </c:pt>
                <c:pt idx="1870">
                  <c:v>46030</c:v>
                </c:pt>
                <c:pt idx="1871">
                  <c:v>46031</c:v>
                </c:pt>
                <c:pt idx="1872">
                  <c:v>46034</c:v>
                </c:pt>
                <c:pt idx="1873">
                  <c:v>46035</c:v>
                </c:pt>
                <c:pt idx="1874">
                  <c:v>46036</c:v>
                </c:pt>
                <c:pt idx="1875">
                  <c:v>46037</c:v>
                </c:pt>
                <c:pt idx="1876">
                  <c:v>46038</c:v>
                </c:pt>
                <c:pt idx="1877">
                  <c:v>46041</c:v>
                </c:pt>
                <c:pt idx="1878">
                  <c:v>46042</c:v>
                </c:pt>
                <c:pt idx="1879">
                  <c:v>46043</c:v>
                </c:pt>
                <c:pt idx="1880">
                  <c:v>46044</c:v>
                </c:pt>
                <c:pt idx="1881">
                  <c:v>46045</c:v>
                </c:pt>
                <c:pt idx="1882">
                  <c:v>46048</c:v>
                </c:pt>
                <c:pt idx="1883">
                  <c:v>46049</c:v>
                </c:pt>
                <c:pt idx="1884">
                  <c:v>46050</c:v>
                </c:pt>
                <c:pt idx="1885">
                  <c:v>46051</c:v>
                </c:pt>
                <c:pt idx="1886">
                  <c:v>46052</c:v>
                </c:pt>
                <c:pt idx="1887">
                  <c:v>46055</c:v>
                </c:pt>
                <c:pt idx="1888">
                  <c:v>46056</c:v>
                </c:pt>
                <c:pt idx="1889">
                  <c:v>46057</c:v>
                </c:pt>
                <c:pt idx="1890">
                  <c:v>46058</c:v>
                </c:pt>
                <c:pt idx="1891">
                  <c:v>46059</c:v>
                </c:pt>
                <c:pt idx="1892">
                  <c:v>46062</c:v>
                </c:pt>
                <c:pt idx="1893">
                  <c:v>46063</c:v>
                </c:pt>
                <c:pt idx="1894">
                  <c:v>46064</c:v>
                </c:pt>
                <c:pt idx="1895">
                  <c:v>46065</c:v>
                </c:pt>
                <c:pt idx="1896">
                  <c:v>46066</c:v>
                </c:pt>
                <c:pt idx="1897">
                  <c:v>46071</c:v>
                </c:pt>
                <c:pt idx="1898">
                  <c:v>46072</c:v>
                </c:pt>
                <c:pt idx="1899">
                  <c:v>46073</c:v>
                </c:pt>
                <c:pt idx="1900">
                  <c:v>46076</c:v>
                </c:pt>
                <c:pt idx="1901">
                  <c:v>46077</c:v>
                </c:pt>
                <c:pt idx="1902">
                  <c:v>46078</c:v>
                </c:pt>
                <c:pt idx="1903">
                  <c:v>46079</c:v>
                </c:pt>
                <c:pt idx="1904">
                  <c:v>46080</c:v>
                </c:pt>
                <c:pt idx="1905">
                  <c:v>46083</c:v>
                </c:pt>
                <c:pt idx="1906">
                  <c:v>46084</c:v>
                </c:pt>
                <c:pt idx="1907">
                  <c:v>46085</c:v>
                </c:pt>
                <c:pt idx="1908">
                  <c:v>46086</c:v>
                </c:pt>
                <c:pt idx="1909">
                  <c:v>46087</c:v>
                </c:pt>
                <c:pt idx="1910">
                  <c:v>46090</c:v>
                </c:pt>
                <c:pt idx="1911">
                  <c:v>46091</c:v>
                </c:pt>
                <c:pt idx="1912">
                  <c:v>46092</c:v>
                </c:pt>
                <c:pt idx="1913">
                  <c:v>46093</c:v>
                </c:pt>
                <c:pt idx="1914">
                  <c:v>46094</c:v>
                </c:pt>
                <c:pt idx="1915">
                  <c:v>46097</c:v>
                </c:pt>
                <c:pt idx="1916">
                  <c:v>46098</c:v>
                </c:pt>
                <c:pt idx="1917">
                  <c:v>46099</c:v>
                </c:pt>
                <c:pt idx="1918">
                  <c:v>46100</c:v>
                </c:pt>
                <c:pt idx="1919">
                  <c:v>46101</c:v>
                </c:pt>
                <c:pt idx="1920">
                  <c:v>46104</c:v>
                </c:pt>
                <c:pt idx="1921">
                  <c:v>46105</c:v>
                </c:pt>
                <c:pt idx="1922">
                  <c:v>46106</c:v>
                </c:pt>
                <c:pt idx="1923">
                  <c:v>46107</c:v>
                </c:pt>
                <c:pt idx="1924">
                  <c:v>46108</c:v>
                </c:pt>
                <c:pt idx="1925">
                  <c:v>46111</c:v>
                </c:pt>
                <c:pt idx="1926">
                  <c:v>46112</c:v>
                </c:pt>
                <c:pt idx="1927">
                  <c:v>46113</c:v>
                </c:pt>
                <c:pt idx="1928">
                  <c:v>46114</c:v>
                </c:pt>
                <c:pt idx="1929">
                  <c:v>46118</c:v>
                </c:pt>
                <c:pt idx="1930">
                  <c:v>46119</c:v>
                </c:pt>
                <c:pt idx="1931">
                  <c:v>46120</c:v>
                </c:pt>
                <c:pt idx="1932">
                  <c:v>46121</c:v>
                </c:pt>
                <c:pt idx="1933">
                  <c:v>46122</c:v>
                </c:pt>
                <c:pt idx="1934">
                  <c:v>46125</c:v>
                </c:pt>
                <c:pt idx="1935">
                  <c:v>46126</c:v>
                </c:pt>
                <c:pt idx="1936">
                  <c:v>46127</c:v>
                </c:pt>
                <c:pt idx="1937">
                  <c:v>46128</c:v>
                </c:pt>
                <c:pt idx="1938">
                  <c:v>46129</c:v>
                </c:pt>
                <c:pt idx="1939">
                  <c:v>46132</c:v>
                </c:pt>
                <c:pt idx="1940">
                  <c:v>46134</c:v>
                </c:pt>
                <c:pt idx="1941">
                  <c:v>46135</c:v>
                </c:pt>
                <c:pt idx="1942">
                  <c:v>46136</c:v>
                </c:pt>
                <c:pt idx="1943">
                  <c:v>46139</c:v>
                </c:pt>
                <c:pt idx="1944">
                  <c:v>46140</c:v>
                </c:pt>
                <c:pt idx="1945">
                  <c:v>46141</c:v>
                </c:pt>
                <c:pt idx="1946">
                  <c:v>46142</c:v>
                </c:pt>
                <c:pt idx="1947">
                  <c:v>46146</c:v>
                </c:pt>
                <c:pt idx="1948">
                  <c:v>46147</c:v>
                </c:pt>
                <c:pt idx="1949">
                  <c:v>46148</c:v>
                </c:pt>
                <c:pt idx="1950">
                  <c:v>46149</c:v>
                </c:pt>
                <c:pt idx="1951">
                  <c:v>46150</c:v>
                </c:pt>
                <c:pt idx="1952">
                  <c:v>46153</c:v>
                </c:pt>
                <c:pt idx="1953">
                  <c:v>46154</c:v>
                </c:pt>
                <c:pt idx="1954">
                  <c:v>46155</c:v>
                </c:pt>
                <c:pt idx="1955">
                  <c:v>46156</c:v>
                </c:pt>
                <c:pt idx="1956">
                  <c:v>46157</c:v>
                </c:pt>
                <c:pt idx="1957">
                  <c:v>46160</c:v>
                </c:pt>
                <c:pt idx="1958">
                  <c:v>46161</c:v>
                </c:pt>
                <c:pt idx="1959">
                  <c:v>46162</c:v>
                </c:pt>
                <c:pt idx="1960">
                  <c:v>46163</c:v>
                </c:pt>
                <c:pt idx="1961">
                  <c:v>46164</c:v>
                </c:pt>
                <c:pt idx="1962">
                  <c:v>46167</c:v>
                </c:pt>
                <c:pt idx="1963">
                  <c:v>46168</c:v>
                </c:pt>
                <c:pt idx="1964">
                  <c:v>46169</c:v>
                </c:pt>
                <c:pt idx="1965">
                  <c:v>46170</c:v>
                </c:pt>
                <c:pt idx="1966">
                  <c:v>46171</c:v>
                </c:pt>
                <c:pt idx="1967">
                  <c:v>46174</c:v>
                </c:pt>
                <c:pt idx="1968">
                  <c:v>46175</c:v>
                </c:pt>
                <c:pt idx="1969">
                  <c:v>46176</c:v>
                </c:pt>
                <c:pt idx="1970">
                  <c:v>46178</c:v>
                </c:pt>
                <c:pt idx="1971" formatCode="General">
                  <c:v>46181</c:v>
                </c:pt>
                <c:pt idx="1972" formatCode="General">
                  <c:v>46182</c:v>
                </c:pt>
                <c:pt idx="1973" formatCode="General">
                  <c:v>46183</c:v>
                </c:pt>
                <c:pt idx="1974" formatCode="General">
                  <c:v>46184</c:v>
                </c:pt>
                <c:pt idx="1975" formatCode="General">
                  <c:v>46185</c:v>
                </c:pt>
                <c:pt idx="1976" formatCode="General">
                  <c:v>46188</c:v>
                </c:pt>
                <c:pt idx="1977" formatCode="General">
                  <c:v>46189</c:v>
                </c:pt>
                <c:pt idx="1978" formatCode="General">
                  <c:v>46190</c:v>
                </c:pt>
                <c:pt idx="1979" formatCode="General">
                  <c:v>46191</c:v>
                </c:pt>
                <c:pt idx="1980" formatCode="General">
                  <c:v>46192</c:v>
                </c:pt>
                <c:pt idx="1981" formatCode="General">
                  <c:v>46195</c:v>
                </c:pt>
                <c:pt idx="1982" formatCode="General">
                  <c:v>46196</c:v>
                </c:pt>
                <c:pt idx="1983" formatCode="General">
                  <c:v>46197</c:v>
                </c:pt>
                <c:pt idx="1984" formatCode="General">
                  <c:v>46198</c:v>
                </c:pt>
                <c:pt idx="1985" formatCode="General">
                  <c:v>46199</c:v>
                </c:pt>
                <c:pt idx="1986" formatCode="General">
                  <c:v>46202</c:v>
                </c:pt>
                <c:pt idx="1987" formatCode="General">
                  <c:v>46203</c:v>
                </c:pt>
                <c:pt idx="1988" formatCode="General">
                  <c:v>46204</c:v>
                </c:pt>
                <c:pt idx="1989" formatCode="General">
                  <c:v>46205</c:v>
                </c:pt>
                <c:pt idx="1990" formatCode="General">
                  <c:v>46206</c:v>
                </c:pt>
                <c:pt idx="1991" formatCode="General">
                  <c:v>46209</c:v>
                </c:pt>
                <c:pt idx="1992" formatCode="General">
                  <c:v>46210</c:v>
                </c:pt>
                <c:pt idx="1993" formatCode="General">
                  <c:v>46211</c:v>
                </c:pt>
                <c:pt idx="1994" formatCode="General">
                  <c:v>46212</c:v>
                </c:pt>
                <c:pt idx="1995" formatCode="General">
                  <c:v>46213</c:v>
                </c:pt>
                <c:pt idx="1996" formatCode="General">
                  <c:v>46216</c:v>
                </c:pt>
                <c:pt idx="1997" formatCode="General">
                  <c:v>46217</c:v>
                </c:pt>
                <c:pt idx="1998" formatCode="General">
                  <c:v>46218</c:v>
                </c:pt>
                <c:pt idx="1999" formatCode="General">
                  <c:v>46219</c:v>
                </c:pt>
                <c:pt idx="2000" formatCode="General">
                  <c:v>46220</c:v>
                </c:pt>
                <c:pt idx="2001" formatCode="General">
                  <c:v>46223</c:v>
                </c:pt>
                <c:pt idx="2002" formatCode="General">
                  <c:v>46224</c:v>
                </c:pt>
                <c:pt idx="2003" formatCode="General">
                  <c:v>46225</c:v>
                </c:pt>
                <c:pt idx="2004" formatCode="General">
                  <c:v>46226</c:v>
                </c:pt>
                <c:pt idx="2005" formatCode="General">
                  <c:v>46227</c:v>
                </c:pt>
                <c:pt idx="2006" formatCode="General">
                  <c:v>46230</c:v>
                </c:pt>
                <c:pt idx="2007" formatCode="General">
                  <c:v>46231</c:v>
                </c:pt>
                <c:pt idx="2008" formatCode="General">
                  <c:v>46232</c:v>
                </c:pt>
                <c:pt idx="2009" formatCode="General">
                  <c:v>46233</c:v>
                </c:pt>
                <c:pt idx="2010" formatCode="General">
                  <c:v>46234</c:v>
                </c:pt>
                <c:pt idx="2011" formatCode="General">
                  <c:v>46237</c:v>
                </c:pt>
                <c:pt idx="2012" formatCode="General">
                  <c:v>46238</c:v>
                </c:pt>
                <c:pt idx="2013" formatCode="General">
                  <c:v>46239</c:v>
                </c:pt>
                <c:pt idx="2014" formatCode="General">
                  <c:v>46240</c:v>
                </c:pt>
                <c:pt idx="2015" formatCode="General">
                  <c:v>46241</c:v>
                </c:pt>
                <c:pt idx="2016" formatCode="General">
                  <c:v>46244</c:v>
                </c:pt>
                <c:pt idx="2017" formatCode="General">
                  <c:v>46245</c:v>
                </c:pt>
                <c:pt idx="2018" formatCode="General">
                  <c:v>46246</c:v>
                </c:pt>
                <c:pt idx="2019" formatCode="General">
                  <c:v>46247</c:v>
                </c:pt>
                <c:pt idx="2020" formatCode="General">
                  <c:v>46248</c:v>
                </c:pt>
                <c:pt idx="2021" formatCode="General">
                  <c:v>46251</c:v>
                </c:pt>
                <c:pt idx="2022" formatCode="General">
                  <c:v>46252</c:v>
                </c:pt>
                <c:pt idx="2023" formatCode="General">
                  <c:v>46253</c:v>
                </c:pt>
                <c:pt idx="2024" formatCode="General">
                  <c:v>46254</c:v>
                </c:pt>
                <c:pt idx="2025" formatCode="General">
                  <c:v>46255</c:v>
                </c:pt>
                <c:pt idx="2026" formatCode="General">
                  <c:v>46258</c:v>
                </c:pt>
                <c:pt idx="2027" formatCode="General">
                  <c:v>46259</c:v>
                </c:pt>
                <c:pt idx="2028" formatCode="General">
                  <c:v>46260</c:v>
                </c:pt>
                <c:pt idx="2029" formatCode="General">
                  <c:v>46261</c:v>
                </c:pt>
                <c:pt idx="2030" formatCode="General">
                  <c:v>46262</c:v>
                </c:pt>
              </c:numCache>
            </c:numRef>
          </c:cat>
          <c:val>
            <c:numRef>
              <c:f>'Charts Base 100'!$C$4:$C$10000</c:f>
              <c:numCache>
                <c:formatCode>0.0</c:formatCode>
                <c:ptCount val="9997"/>
                <c:pt idx="0" formatCode="General">
                  <c:v>100</c:v>
                </c:pt>
                <c:pt idx="1">
                  <c:v>99.64461460211335</c:v>
                </c:pt>
                <c:pt idx="2">
                  <c:v>100.20535451826559</c:v>
                </c:pt>
                <c:pt idx="3">
                  <c:v>101.5377375128582</c:v>
                </c:pt>
                <c:pt idx="4">
                  <c:v>101.78066484161219</c:v>
                </c:pt>
                <c:pt idx="5">
                  <c:v>101.9704319581526</c:v>
                </c:pt>
                <c:pt idx="6">
                  <c:v>101.90790819508059</c:v>
                </c:pt>
                <c:pt idx="7">
                  <c:v>101.55220251709601</c:v>
                </c:pt>
                <c:pt idx="8">
                  <c:v>102.6910931665454</c:v>
                </c:pt>
                <c:pt idx="9">
                  <c:v>103.831598744606</c:v>
                </c:pt>
                <c:pt idx="10">
                  <c:v>104.1232233866142</c:v>
                </c:pt>
                <c:pt idx="11">
                  <c:v>104.8035608967445</c:v>
                </c:pt>
                <c:pt idx="12">
                  <c:v>104.3101384697745</c:v>
                </c:pt>
                <c:pt idx="13">
                  <c:v>103.6952957495451</c:v>
                </c:pt>
                <c:pt idx="14">
                  <c:v>104.1175066945254</c:v>
                </c:pt>
                <c:pt idx="15">
                  <c:v>103.3671131507022</c:v>
                </c:pt>
                <c:pt idx="16">
                  <c:v>104.61297064116221</c:v>
                </c:pt>
                <c:pt idx="17">
                  <c:v>106.1713982363682</c:v>
                </c:pt>
                <c:pt idx="18">
                  <c:v>105.55668480312509</c:v>
                </c:pt>
                <c:pt idx="19">
                  <c:v>106.02473558593719</c:v>
                </c:pt>
                <c:pt idx="20">
                  <c:v>106.37217055840409</c:v>
                </c:pt>
                <c:pt idx="21">
                  <c:v>105.8168951773102</c:v>
                </c:pt>
                <c:pt idx="22">
                  <c:v>105.5653136823975</c:v>
                </c:pt>
                <c:pt idx="23">
                  <c:v>105.56120711754581</c:v>
                </c:pt>
                <c:pt idx="24">
                  <c:v>106.8897011165018</c:v>
                </c:pt>
                <c:pt idx="25">
                  <c:v>106.6026848802267</c:v>
                </c:pt>
                <c:pt idx="26">
                  <c:v>105.9402708707884</c:v>
                </c:pt>
                <c:pt idx="27">
                  <c:v>105.74147867906341</c:v>
                </c:pt>
                <c:pt idx="28">
                  <c:v>106.1396311122802</c:v>
                </c:pt>
                <c:pt idx="29">
                  <c:v>104.24771049043819</c:v>
                </c:pt>
                <c:pt idx="30">
                  <c:v>104.97665069034529</c:v>
                </c:pt>
                <c:pt idx="31">
                  <c:v>107.406381077785</c:v>
                </c:pt>
                <c:pt idx="32">
                  <c:v>106.40055090351809</c:v>
                </c:pt>
                <c:pt idx="33">
                  <c:v>106.2487145498183</c:v>
                </c:pt>
                <c:pt idx="34">
                  <c:v>105.77182880934571</c:v>
                </c:pt>
                <c:pt idx="35">
                  <c:v>105.4146107913618</c:v>
                </c:pt>
                <c:pt idx="36">
                  <c:v>104.2881137807168</c:v>
                </c:pt>
                <c:pt idx="37">
                  <c:v>106.183462143738</c:v>
                </c:pt>
                <c:pt idx="38">
                  <c:v>104.35062373400049</c:v>
                </c:pt>
                <c:pt idx="39">
                  <c:v>104.0382158062105</c:v>
                </c:pt>
                <c:pt idx="40">
                  <c:v>106.31478420527139</c:v>
                </c:pt>
                <c:pt idx="41">
                  <c:v>106.0574671979922</c:v>
                </c:pt>
                <c:pt idx="42">
                  <c:v>106.4856435045309</c:v>
                </c:pt>
                <c:pt idx="43">
                  <c:v>105.01849460200761</c:v>
                </c:pt>
                <c:pt idx="44">
                  <c:v>105.8935590752037</c:v>
                </c:pt>
                <c:pt idx="45">
                  <c:v>105.5934093030293</c:v>
                </c:pt>
                <c:pt idx="46">
                  <c:v>103.6851078929049</c:v>
                </c:pt>
                <c:pt idx="47">
                  <c:v>104.4165464490919</c:v>
                </c:pt>
                <c:pt idx="48">
                  <c:v>105.8450219096465</c:v>
                </c:pt>
                <c:pt idx="49">
                  <c:v>106.5048698508005</c:v>
                </c:pt>
                <c:pt idx="50">
                  <c:v>104.4040250313417</c:v>
                </c:pt>
                <c:pt idx="51">
                  <c:v>104.8948542343644</c:v>
                </c:pt>
                <c:pt idx="52">
                  <c:v>104.7426044593209</c:v>
                </c:pt>
                <c:pt idx="53">
                  <c:v>105.3007771309011</c:v>
                </c:pt>
                <c:pt idx="54">
                  <c:v>106.1941512886163</c:v>
                </c:pt>
                <c:pt idx="55">
                  <c:v>106.76141077528609</c:v>
                </c:pt>
                <c:pt idx="56">
                  <c:v>106.966416633626</c:v>
                </c:pt>
                <c:pt idx="57">
                  <c:v>107.2417767836299</c:v>
                </c:pt>
                <c:pt idx="58">
                  <c:v>108.94810681782489</c:v>
                </c:pt>
                <c:pt idx="59">
                  <c:v>107.507253529165</c:v>
                </c:pt>
                <c:pt idx="60">
                  <c:v>107.8801240218686</c:v>
                </c:pt>
                <c:pt idx="61">
                  <c:v>107.5959109409733</c:v>
                </c:pt>
                <c:pt idx="62">
                  <c:v>108.2272224897208</c:v>
                </c:pt>
                <c:pt idx="63">
                  <c:v>107.99336042331259</c:v>
                </c:pt>
                <c:pt idx="64">
                  <c:v>107.59417656119361</c:v>
                </c:pt>
                <c:pt idx="65">
                  <c:v>110.11410719671299</c:v>
                </c:pt>
                <c:pt idx="66">
                  <c:v>112.02927081953079</c:v>
                </c:pt>
                <c:pt idx="67">
                  <c:v>112.2791336481197</c:v>
                </c:pt>
                <c:pt idx="68">
                  <c:v>111.2684180928166</c:v>
                </c:pt>
                <c:pt idx="69">
                  <c:v>113.4425222392461</c:v>
                </c:pt>
                <c:pt idx="70">
                  <c:v>114.0247004270781</c:v>
                </c:pt>
                <c:pt idx="71">
                  <c:v>111.4826938392651</c:v>
                </c:pt>
                <c:pt idx="72">
                  <c:v>110.7027859409596</c:v>
                </c:pt>
                <c:pt idx="73">
                  <c:v>112.5845169685838</c:v>
                </c:pt>
                <c:pt idx="74">
                  <c:v>114.317532313982</c:v>
                </c:pt>
                <c:pt idx="75">
                  <c:v>114.8862669206482</c:v>
                </c:pt>
                <c:pt idx="76">
                  <c:v>113.6511597306006</c:v>
                </c:pt>
                <c:pt idx="77">
                  <c:v>114.26458975422889</c:v>
                </c:pt>
                <c:pt idx="78">
                  <c:v>115.7776910596825</c:v>
                </c:pt>
                <c:pt idx="79">
                  <c:v>115.11919113299599</c:v>
                </c:pt>
                <c:pt idx="80">
                  <c:v>112.95597826080061</c:v>
                </c:pt>
                <c:pt idx="81">
                  <c:v>113.3033785903006</c:v>
                </c:pt>
                <c:pt idx="82">
                  <c:v>115.17405982348861</c:v>
                </c:pt>
                <c:pt idx="83">
                  <c:v>113.1972329679874</c:v>
                </c:pt>
                <c:pt idx="84">
                  <c:v>114.9430459228202</c:v>
                </c:pt>
                <c:pt idx="85">
                  <c:v>116.2652604937133</c:v>
                </c:pt>
                <c:pt idx="86">
                  <c:v>117.6018646921119</c:v>
                </c:pt>
                <c:pt idx="87">
                  <c:v>119.2535113656191</c:v>
                </c:pt>
                <c:pt idx="88">
                  <c:v>119.6084314917094</c:v>
                </c:pt>
                <c:pt idx="89">
                  <c:v>120.0331545267268</c:v>
                </c:pt>
                <c:pt idx="90">
                  <c:v>117.7070061375603</c:v>
                </c:pt>
                <c:pt idx="91">
                  <c:v>117.400865817717</c:v>
                </c:pt>
                <c:pt idx="92">
                  <c:v>118.3828798914069</c:v>
                </c:pt>
                <c:pt idx="93">
                  <c:v>118.347515570506</c:v>
                </c:pt>
                <c:pt idx="94">
                  <c:v>118.6628101577825</c:v>
                </c:pt>
                <c:pt idx="95">
                  <c:v>120.9108059742986</c:v>
                </c:pt>
                <c:pt idx="96">
                  <c:v>120.424183825047</c:v>
                </c:pt>
                <c:pt idx="97">
                  <c:v>118.9366701876356</c:v>
                </c:pt>
                <c:pt idx="98">
                  <c:v>119.1875234548598</c:v>
                </c:pt>
                <c:pt idx="99">
                  <c:v>116.8109173252808</c:v>
                </c:pt>
                <c:pt idx="100">
                  <c:v>115.67115026128241</c:v>
                </c:pt>
                <c:pt idx="101">
                  <c:v>118.31712119422519</c:v>
                </c:pt>
                <c:pt idx="102">
                  <c:v>120.598159402062</c:v>
                </c:pt>
                <c:pt idx="103">
                  <c:v>120.95001042335871</c:v>
                </c:pt>
                <c:pt idx="104">
                  <c:v>120.5756103088132</c:v>
                </c:pt>
                <c:pt idx="105">
                  <c:v>121.5514054588172</c:v>
                </c:pt>
                <c:pt idx="106">
                  <c:v>120.6138406556131</c:v>
                </c:pt>
                <c:pt idx="107">
                  <c:v>120.81230473261139</c:v>
                </c:pt>
                <c:pt idx="108">
                  <c:v>120.5229561466877</c:v>
                </c:pt>
                <c:pt idx="109">
                  <c:v>119.89336126781549</c:v>
                </c:pt>
                <c:pt idx="110">
                  <c:v>118.2598055102309</c:v>
                </c:pt>
                <c:pt idx="111">
                  <c:v>119.0232693957776</c:v>
                </c:pt>
                <c:pt idx="112">
                  <c:v>118.80291147692451</c:v>
                </c:pt>
                <c:pt idx="113">
                  <c:v>119.47299947939101</c:v>
                </c:pt>
                <c:pt idx="114">
                  <c:v>118.8484724875733</c:v>
                </c:pt>
                <c:pt idx="115">
                  <c:v>117.2272741327245</c:v>
                </c:pt>
                <c:pt idx="116">
                  <c:v>117.85754680819539</c:v>
                </c:pt>
                <c:pt idx="117">
                  <c:v>115.888812748757</c:v>
                </c:pt>
                <c:pt idx="118">
                  <c:v>116.47649853630899</c:v>
                </c:pt>
                <c:pt idx="119">
                  <c:v>116.0458885268764</c:v>
                </c:pt>
                <c:pt idx="120">
                  <c:v>116.02339691984361</c:v>
                </c:pt>
                <c:pt idx="121">
                  <c:v>116.2313032388692</c:v>
                </c:pt>
                <c:pt idx="122">
                  <c:v>119.1484335731778</c:v>
                </c:pt>
                <c:pt idx="123">
                  <c:v>121.3420487183252</c:v>
                </c:pt>
                <c:pt idx="124">
                  <c:v>122.9187429219766</c:v>
                </c:pt>
                <c:pt idx="125">
                  <c:v>124.6552175088934</c:v>
                </c:pt>
                <c:pt idx="126">
                  <c:v>124.310866033686</c:v>
                </c:pt>
                <c:pt idx="127">
                  <c:v>125.5484025965613</c:v>
                </c:pt>
                <c:pt idx="128">
                  <c:v>128.09068790240849</c:v>
                </c:pt>
                <c:pt idx="129">
                  <c:v>128.00374288064921</c:v>
                </c:pt>
                <c:pt idx="130">
                  <c:v>127.86644200489729</c:v>
                </c:pt>
                <c:pt idx="131">
                  <c:v>129.28661001809979</c:v>
                </c:pt>
                <c:pt idx="132">
                  <c:v>128.52635931465099</c:v>
                </c:pt>
                <c:pt idx="133">
                  <c:v>127.8625473005839</c:v>
                </c:pt>
                <c:pt idx="134">
                  <c:v>129.641630580688</c:v>
                </c:pt>
                <c:pt idx="135">
                  <c:v>130.7451755704011</c:v>
                </c:pt>
                <c:pt idx="136">
                  <c:v>131.91120531492311</c:v>
                </c:pt>
                <c:pt idx="137">
                  <c:v>131.09130324277569</c:v>
                </c:pt>
                <c:pt idx="138">
                  <c:v>133.80796939442581</c:v>
                </c:pt>
                <c:pt idx="139">
                  <c:v>135.6010927632876</c:v>
                </c:pt>
                <c:pt idx="140">
                  <c:v>130.74169217440391</c:v>
                </c:pt>
                <c:pt idx="141">
                  <c:v>131.31363308898409</c:v>
                </c:pt>
                <c:pt idx="142">
                  <c:v>134.52831568281371</c:v>
                </c:pt>
                <c:pt idx="143">
                  <c:v>133.67634286476749</c:v>
                </c:pt>
                <c:pt idx="144">
                  <c:v>134.63782642929871</c:v>
                </c:pt>
                <c:pt idx="145">
                  <c:v>135.20184793303321</c:v>
                </c:pt>
                <c:pt idx="146">
                  <c:v>133.18811897592869</c:v>
                </c:pt>
                <c:pt idx="147">
                  <c:v>128.75553625427321</c:v>
                </c:pt>
                <c:pt idx="148">
                  <c:v>128.29600362634849</c:v>
                </c:pt>
                <c:pt idx="149">
                  <c:v>129.82385453549989</c:v>
                </c:pt>
                <c:pt idx="150">
                  <c:v>128.6063001336849</c:v>
                </c:pt>
                <c:pt idx="151">
                  <c:v>130.84981788774891</c:v>
                </c:pt>
                <c:pt idx="152">
                  <c:v>131.02660333761699</c:v>
                </c:pt>
                <c:pt idx="153">
                  <c:v>131.9286229707657</c:v>
                </c:pt>
                <c:pt idx="154">
                  <c:v>130.75211090019661</c:v>
                </c:pt>
                <c:pt idx="155">
                  <c:v>129.2328484782538</c:v>
                </c:pt>
                <c:pt idx="156">
                  <c:v>131.71291074662989</c:v>
                </c:pt>
                <c:pt idx="157">
                  <c:v>129.68722132954869</c:v>
                </c:pt>
                <c:pt idx="158">
                  <c:v>130.04449367256291</c:v>
                </c:pt>
                <c:pt idx="159">
                  <c:v>131.53300511559851</c:v>
                </c:pt>
                <c:pt idx="160">
                  <c:v>131.52179911787829</c:v>
                </c:pt>
                <c:pt idx="161">
                  <c:v>131.60464476001559</c:v>
                </c:pt>
                <c:pt idx="162">
                  <c:v>132.187144569905</c:v>
                </c:pt>
                <c:pt idx="163">
                  <c:v>131.29969283338241</c:v>
                </c:pt>
                <c:pt idx="164">
                  <c:v>130.21461353684819</c:v>
                </c:pt>
                <c:pt idx="165">
                  <c:v>129.7183127115093</c:v>
                </c:pt>
                <c:pt idx="166">
                  <c:v>129.991026677712</c:v>
                </c:pt>
                <c:pt idx="167">
                  <c:v>131.71370513827901</c:v>
                </c:pt>
                <c:pt idx="168">
                  <c:v>132.81281921493621</c:v>
                </c:pt>
                <c:pt idx="169">
                  <c:v>133.55652506759799</c:v>
                </c:pt>
                <c:pt idx="170">
                  <c:v>134.73984772320671</c:v>
                </c:pt>
                <c:pt idx="171">
                  <c:v>134.9312872489937</c:v>
                </c:pt>
                <c:pt idx="172">
                  <c:v>135.0587170176029</c:v>
                </c:pt>
                <c:pt idx="173">
                  <c:v>136.18735967710421</c:v>
                </c:pt>
                <c:pt idx="174">
                  <c:v>135.81480641097821</c:v>
                </c:pt>
                <c:pt idx="175">
                  <c:v>133.43294113419859</c:v>
                </c:pt>
                <c:pt idx="176">
                  <c:v>131.9134403139854</c:v>
                </c:pt>
                <c:pt idx="177">
                  <c:v>129.3288064733959</c:v>
                </c:pt>
                <c:pt idx="178">
                  <c:v>129.54436472603589</c:v>
                </c:pt>
                <c:pt idx="179">
                  <c:v>131.4747064117584</c:v>
                </c:pt>
                <c:pt idx="180">
                  <c:v>127.89736759181559</c:v>
                </c:pt>
                <c:pt idx="181">
                  <c:v>130.4363341508446</c:v>
                </c:pt>
                <c:pt idx="182">
                  <c:v>131.91210611254499</c:v>
                </c:pt>
                <c:pt idx="183">
                  <c:v>133.33959821608329</c:v>
                </c:pt>
                <c:pt idx="184">
                  <c:v>131.39442179521771</c:v>
                </c:pt>
                <c:pt idx="185">
                  <c:v>131.82260148751561</c:v>
                </c:pt>
                <c:pt idx="186">
                  <c:v>133.59396046753221</c:v>
                </c:pt>
                <c:pt idx="187">
                  <c:v>135.14513517674709</c:v>
                </c:pt>
                <c:pt idx="188">
                  <c:v>136.075157755091</c:v>
                </c:pt>
                <c:pt idx="189">
                  <c:v>133.59707467584411</c:v>
                </c:pt>
                <c:pt idx="190">
                  <c:v>133.23003189981659</c:v>
                </c:pt>
                <c:pt idx="191">
                  <c:v>131.45566648569769</c:v>
                </c:pt>
                <c:pt idx="192">
                  <c:v>130.59029125193041</c:v>
                </c:pt>
                <c:pt idx="193">
                  <c:v>131.32937050684049</c:v>
                </c:pt>
                <c:pt idx="194">
                  <c:v>133.46199820582331</c:v>
                </c:pt>
                <c:pt idx="195">
                  <c:v>131.77016890643901</c:v>
                </c:pt>
                <c:pt idx="196">
                  <c:v>132.61520090791541</c:v>
                </c:pt>
                <c:pt idx="197">
                  <c:v>132.44210186994351</c:v>
                </c:pt>
                <c:pt idx="198">
                  <c:v>133.58202598229491</c:v>
                </c:pt>
                <c:pt idx="199">
                  <c:v>132.54773474656119</c:v>
                </c:pt>
                <c:pt idx="200">
                  <c:v>133.61653115888049</c:v>
                </c:pt>
                <c:pt idx="201">
                  <c:v>133.82590652407339</c:v>
                </c:pt>
                <c:pt idx="202">
                  <c:v>134.76394168200471</c:v>
                </c:pt>
                <c:pt idx="203">
                  <c:v>134.29247889942809</c:v>
                </c:pt>
                <c:pt idx="204">
                  <c:v>133.2040776296212</c:v>
                </c:pt>
                <c:pt idx="205">
                  <c:v>132.51385732365159</c:v>
                </c:pt>
                <c:pt idx="206">
                  <c:v>132.01546729841709</c:v>
                </c:pt>
                <c:pt idx="207">
                  <c:v>132.1724985352372</c:v>
                </c:pt>
                <c:pt idx="208">
                  <c:v>132.90933960554389</c:v>
                </c:pt>
                <c:pt idx="209">
                  <c:v>132.24075513555431</c:v>
                </c:pt>
                <c:pt idx="210">
                  <c:v>132.18291893580201</c:v>
                </c:pt>
                <c:pt idx="211">
                  <c:v>129.81814223079309</c:v>
                </c:pt>
                <c:pt idx="212">
                  <c:v>129.5661616039136</c:v>
                </c:pt>
                <c:pt idx="213">
                  <c:v>129.8550785304505</c:v>
                </c:pt>
                <c:pt idx="214">
                  <c:v>127.3890686438108</c:v>
                </c:pt>
                <c:pt idx="215">
                  <c:v>127.1753743418912</c:v>
                </c:pt>
                <c:pt idx="216">
                  <c:v>129.7295279892802</c:v>
                </c:pt>
                <c:pt idx="217">
                  <c:v>131.8409942558134</c:v>
                </c:pt>
                <c:pt idx="218">
                  <c:v>132.23213311977051</c:v>
                </c:pt>
                <c:pt idx="219">
                  <c:v>131.63573036523621</c:v>
                </c:pt>
                <c:pt idx="220">
                  <c:v>131.89523460420131</c:v>
                </c:pt>
                <c:pt idx="221">
                  <c:v>133.35515507313411</c:v>
                </c:pt>
                <c:pt idx="222">
                  <c:v>135.2898201117977</c:v>
                </c:pt>
                <c:pt idx="223">
                  <c:v>136.18779945348589</c:v>
                </c:pt>
                <c:pt idx="224">
                  <c:v>137.77979572353439</c:v>
                </c:pt>
                <c:pt idx="225">
                  <c:v>140.13742435860769</c:v>
                </c:pt>
                <c:pt idx="226">
                  <c:v>139.35449932298371</c:v>
                </c:pt>
                <c:pt idx="227">
                  <c:v>141.2031486325582</c:v>
                </c:pt>
                <c:pt idx="228">
                  <c:v>139.6903207146224</c:v>
                </c:pt>
                <c:pt idx="229">
                  <c:v>141.1490362830302</c:v>
                </c:pt>
                <c:pt idx="230">
                  <c:v>141.34669290826139</c:v>
                </c:pt>
                <c:pt idx="231">
                  <c:v>140.07421088152151</c:v>
                </c:pt>
                <c:pt idx="232">
                  <c:v>141.3575871580027</c:v>
                </c:pt>
                <c:pt idx="233">
                  <c:v>141.0369026688798</c:v>
                </c:pt>
                <c:pt idx="234">
                  <c:v>140.66722228507311</c:v>
                </c:pt>
                <c:pt idx="235">
                  <c:v>140.11500842133819</c:v>
                </c:pt>
                <c:pt idx="236">
                  <c:v>138.7874407230446</c:v>
                </c:pt>
                <c:pt idx="237">
                  <c:v>140.6045645711398</c:v>
                </c:pt>
                <c:pt idx="238">
                  <c:v>141.65867637724671</c:v>
                </c:pt>
                <c:pt idx="239">
                  <c:v>142.37337799968131</c:v>
                </c:pt>
                <c:pt idx="240">
                  <c:v>142.76501798821349</c:v>
                </c:pt>
                <c:pt idx="241">
                  <c:v>140.3430156566904</c:v>
                </c:pt>
                <c:pt idx="242">
                  <c:v>141.36645095911231</c:v>
                </c:pt>
                <c:pt idx="243">
                  <c:v>142.6589789811454</c:v>
                </c:pt>
                <c:pt idx="244">
                  <c:v>142.90019411394829</c:v>
                </c:pt>
                <c:pt idx="245">
                  <c:v>143.9846733944272</c:v>
                </c:pt>
                <c:pt idx="246">
                  <c:v>142.06569702088299</c:v>
                </c:pt>
                <c:pt idx="247">
                  <c:v>144.07477681590251</c:v>
                </c:pt>
                <c:pt idx="248">
                  <c:v>145.67626717320371</c:v>
                </c:pt>
                <c:pt idx="249">
                  <c:v>145.70427570976241</c:v>
                </c:pt>
                <c:pt idx="250">
                  <c:v>147.4332380340274</c:v>
                </c:pt>
                <c:pt idx="251">
                  <c:v>149.1023330334281</c:v>
                </c:pt>
                <c:pt idx="252">
                  <c:v>149.04181734573021</c:v>
                </c:pt>
                <c:pt idx="253">
                  <c:v>147.70510991513601</c:v>
                </c:pt>
                <c:pt idx="254">
                  <c:v>147.43842771715219</c:v>
                </c:pt>
                <c:pt idx="255">
                  <c:v>147.03633717389101</c:v>
                </c:pt>
                <c:pt idx="256">
                  <c:v>147.08952237039239</c:v>
                </c:pt>
                <c:pt idx="257">
                  <c:v>148.41178799106129</c:v>
                </c:pt>
                <c:pt idx="258">
                  <c:v>147.10341557103939</c:v>
                </c:pt>
                <c:pt idx="259">
                  <c:v>148.51441539136809</c:v>
                </c:pt>
                <c:pt idx="260">
                  <c:v>148.6864985316063</c:v>
                </c:pt>
                <c:pt idx="261">
                  <c:v>147.60431555922429</c:v>
                </c:pt>
                <c:pt idx="262">
                  <c:v>145.56271742862191</c:v>
                </c:pt>
                <c:pt idx="263">
                  <c:v>145.90554153585731</c:v>
                </c:pt>
                <c:pt idx="264">
                  <c:v>145.77722627917859</c:v>
                </c:pt>
                <c:pt idx="265">
                  <c:v>145.49578111010959</c:v>
                </c:pt>
                <c:pt idx="266">
                  <c:v>144.46561320525851</c:v>
                </c:pt>
                <c:pt idx="267">
                  <c:v>145.931253891273</c:v>
                </c:pt>
                <c:pt idx="268">
                  <c:v>146.61114930420641</c:v>
                </c:pt>
                <c:pt idx="269">
                  <c:v>144.7913379796552</c:v>
                </c:pt>
                <c:pt idx="270">
                  <c:v>147.6512564512912</c:v>
                </c:pt>
                <c:pt idx="271">
                  <c:v>148.1436723983559</c:v>
                </c:pt>
                <c:pt idx="272">
                  <c:v>149.05145997584231</c:v>
                </c:pt>
                <c:pt idx="273">
                  <c:v>149.88246641379141</c:v>
                </c:pt>
                <c:pt idx="274">
                  <c:v>147.73940232073369</c:v>
                </c:pt>
                <c:pt idx="275">
                  <c:v>148.66195139072971</c:v>
                </c:pt>
                <c:pt idx="276">
                  <c:v>145.60322613320929</c:v>
                </c:pt>
                <c:pt idx="277">
                  <c:v>143.2267694842464</c:v>
                </c:pt>
                <c:pt idx="278">
                  <c:v>145.24936576884781</c:v>
                </c:pt>
                <c:pt idx="279">
                  <c:v>144.9499397937777</c:v>
                </c:pt>
                <c:pt idx="280">
                  <c:v>144.16239092226951</c:v>
                </c:pt>
                <c:pt idx="281">
                  <c:v>146.3233766389732</c:v>
                </c:pt>
                <c:pt idx="282">
                  <c:v>145.95389475248109</c:v>
                </c:pt>
                <c:pt idx="283">
                  <c:v>143.50524519369301</c:v>
                </c:pt>
                <c:pt idx="284">
                  <c:v>142.75923722748189</c:v>
                </c:pt>
                <c:pt idx="285">
                  <c:v>143.51119947059621</c:v>
                </c:pt>
                <c:pt idx="286">
                  <c:v>144.3980218938531</c:v>
                </c:pt>
                <c:pt idx="287">
                  <c:v>145.8106961682432</c:v>
                </c:pt>
                <c:pt idx="288">
                  <c:v>147.40611072140041</c:v>
                </c:pt>
                <c:pt idx="289">
                  <c:v>147.67315034920321</c:v>
                </c:pt>
                <c:pt idx="290">
                  <c:v>146.2054092823698</c:v>
                </c:pt>
                <c:pt idx="291">
                  <c:v>146.51994524709551</c:v>
                </c:pt>
                <c:pt idx="292">
                  <c:v>147.41120537528471</c:v>
                </c:pt>
                <c:pt idx="293">
                  <c:v>148.0818690017158</c:v>
                </c:pt>
                <c:pt idx="294">
                  <c:v>146.35470900064291</c:v>
                </c:pt>
                <c:pt idx="295">
                  <c:v>145.7519197243069</c:v>
                </c:pt>
                <c:pt idx="296">
                  <c:v>148.18861038208061</c:v>
                </c:pt>
                <c:pt idx="297">
                  <c:v>148.96199489360339</c:v>
                </c:pt>
                <c:pt idx="298">
                  <c:v>147.73313424560601</c:v>
                </c:pt>
                <c:pt idx="299">
                  <c:v>147.07186067028181</c:v>
                </c:pt>
                <c:pt idx="300">
                  <c:v>147.5326014308169</c:v>
                </c:pt>
                <c:pt idx="301">
                  <c:v>147.16175053688511</c:v>
                </c:pt>
                <c:pt idx="302">
                  <c:v>147.40635002443719</c:v>
                </c:pt>
                <c:pt idx="303">
                  <c:v>146.58497508643171</c:v>
                </c:pt>
                <c:pt idx="304">
                  <c:v>146.66268690240111</c:v>
                </c:pt>
                <c:pt idx="305">
                  <c:v>145.4737702063463</c:v>
                </c:pt>
                <c:pt idx="306">
                  <c:v>145.66292248059619</c:v>
                </c:pt>
                <c:pt idx="307">
                  <c:v>146.9198896465133</c:v>
                </c:pt>
                <c:pt idx="308">
                  <c:v>146.34649602693909</c:v>
                </c:pt>
                <c:pt idx="309">
                  <c:v>147.79340538397091</c:v>
                </c:pt>
                <c:pt idx="310">
                  <c:v>146.9741805272223</c:v>
                </c:pt>
                <c:pt idx="311">
                  <c:v>143.97686733884629</c:v>
                </c:pt>
                <c:pt idx="312">
                  <c:v>145.4103660584359</c:v>
                </c:pt>
                <c:pt idx="313">
                  <c:v>145.64691467275651</c:v>
                </c:pt>
                <c:pt idx="314">
                  <c:v>142.31908059416239</c:v>
                </c:pt>
                <c:pt idx="315">
                  <c:v>142.3593387162172</c:v>
                </c:pt>
                <c:pt idx="316">
                  <c:v>142.32545442552441</c:v>
                </c:pt>
                <c:pt idx="317">
                  <c:v>141.40222614209699</c:v>
                </c:pt>
                <c:pt idx="318">
                  <c:v>144.22428617672881</c:v>
                </c:pt>
                <c:pt idx="319">
                  <c:v>144.37834668660159</c:v>
                </c:pt>
                <c:pt idx="320">
                  <c:v>142.7163995588617</c:v>
                </c:pt>
                <c:pt idx="321">
                  <c:v>142.64373817607961</c:v>
                </c:pt>
                <c:pt idx="322">
                  <c:v>143.07477857989889</c:v>
                </c:pt>
                <c:pt idx="323">
                  <c:v>143.3614181054823</c:v>
                </c:pt>
                <c:pt idx="324">
                  <c:v>145.14336271354861</c:v>
                </c:pt>
                <c:pt idx="325">
                  <c:v>144.83438230536609</c:v>
                </c:pt>
                <c:pt idx="326">
                  <c:v>144.76692160887339</c:v>
                </c:pt>
                <c:pt idx="327">
                  <c:v>144.47185277423731</c:v>
                </c:pt>
                <c:pt idx="328">
                  <c:v>143.9683217799255</c:v>
                </c:pt>
                <c:pt idx="329">
                  <c:v>145.4850529656255</c:v>
                </c:pt>
                <c:pt idx="330">
                  <c:v>145.01292652930141</c:v>
                </c:pt>
                <c:pt idx="331">
                  <c:v>147.250498237188</c:v>
                </c:pt>
                <c:pt idx="332">
                  <c:v>147.18191716817529</c:v>
                </c:pt>
                <c:pt idx="333">
                  <c:v>147.34396635674611</c:v>
                </c:pt>
                <c:pt idx="334">
                  <c:v>146.35907905255451</c:v>
                </c:pt>
                <c:pt idx="335">
                  <c:v>145.48153908774361</c:v>
                </c:pt>
                <c:pt idx="336">
                  <c:v>146.42475716556689</c:v>
                </c:pt>
                <c:pt idx="337">
                  <c:v>146.94928054761209</c:v>
                </c:pt>
                <c:pt idx="338">
                  <c:v>146.2892275565392</c:v>
                </c:pt>
                <c:pt idx="339">
                  <c:v>146.9763869940559</c:v>
                </c:pt>
                <c:pt idx="340">
                  <c:v>146.22884654570441</c:v>
                </c:pt>
                <c:pt idx="341">
                  <c:v>145.28586663166081</c:v>
                </c:pt>
                <c:pt idx="342">
                  <c:v>146.05671884301361</c:v>
                </c:pt>
                <c:pt idx="343">
                  <c:v>146.82763240452141</c:v>
                </c:pt>
                <c:pt idx="344">
                  <c:v>146.02658380385469</c:v>
                </c:pt>
                <c:pt idx="345">
                  <c:v>146.51528871647301</c:v>
                </c:pt>
                <c:pt idx="346">
                  <c:v>147.65585407984679</c:v>
                </c:pt>
                <c:pt idx="347">
                  <c:v>148.01122470063839</c:v>
                </c:pt>
                <c:pt idx="348">
                  <c:v>146.8907701947827</c:v>
                </c:pt>
                <c:pt idx="349">
                  <c:v>146.98134067954729</c:v>
                </c:pt>
                <c:pt idx="350">
                  <c:v>148.58303866744899</c:v>
                </c:pt>
                <c:pt idx="351">
                  <c:v>149.74894242125359</c:v>
                </c:pt>
                <c:pt idx="352">
                  <c:v>149.74710576937059</c:v>
                </c:pt>
                <c:pt idx="353">
                  <c:v>150.3809534512159</c:v>
                </c:pt>
                <c:pt idx="354">
                  <c:v>150.19511421899159</c:v>
                </c:pt>
                <c:pt idx="355">
                  <c:v>151.21396554276211</c:v>
                </c:pt>
                <c:pt idx="356">
                  <c:v>151.63229220865679</c:v>
                </c:pt>
                <c:pt idx="357">
                  <c:v>151.93739947482851</c:v>
                </c:pt>
                <c:pt idx="358">
                  <c:v>152.89045729614941</c:v>
                </c:pt>
                <c:pt idx="359">
                  <c:v>155.27446088646559</c:v>
                </c:pt>
                <c:pt idx="360">
                  <c:v>155.1997655226732</c:v>
                </c:pt>
                <c:pt idx="361">
                  <c:v>157.54665652801049</c:v>
                </c:pt>
                <c:pt idx="362">
                  <c:v>159.6403437851221</c:v>
                </c:pt>
                <c:pt idx="363">
                  <c:v>159.99483659595421</c:v>
                </c:pt>
                <c:pt idx="364">
                  <c:v>161.31356087391609</c:v>
                </c:pt>
                <c:pt idx="365">
                  <c:v>161.43909286839289</c:v>
                </c:pt>
                <c:pt idx="366">
                  <c:v>160.60279606246661</c:v>
                </c:pt>
                <c:pt idx="367">
                  <c:v>163.90946604577499</c:v>
                </c:pt>
                <c:pt idx="368">
                  <c:v>166.46853680174169</c:v>
                </c:pt>
                <c:pt idx="369">
                  <c:v>166.79669091199301</c:v>
                </c:pt>
                <c:pt idx="370">
                  <c:v>167.318746062412</c:v>
                </c:pt>
                <c:pt idx="371">
                  <c:v>167.7545237715463</c:v>
                </c:pt>
                <c:pt idx="372">
                  <c:v>165.6946837902068</c:v>
                </c:pt>
                <c:pt idx="373">
                  <c:v>164.4199068924174</c:v>
                </c:pt>
                <c:pt idx="374">
                  <c:v>163.5313897593781</c:v>
                </c:pt>
                <c:pt idx="375">
                  <c:v>161.66674912381021</c:v>
                </c:pt>
                <c:pt idx="376">
                  <c:v>160.74069150151641</c:v>
                </c:pt>
                <c:pt idx="377">
                  <c:v>161.83536469750169</c:v>
                </c:pt>
                <c:pt idx="378">
                  <c:v>164.23067463740671</c:v>
                </c:pt>
                <c:pt idx="379">
                  <c:v>164.52572408453929</c:v>
                </c:pt>
                <c:pt idx="380">
                  <c:v>163.982402967871</c:v>
                </c:pt>
                <c:pt idx="381">
                  <c:v>164.5594135698083</c:v>
                </c:pt>
                <c:pt idx="382">
                  <c:v>166.9268756719006</c:v>
                </c:pt>
                <c:pt idx="383">
                  <c:v>169.6480652264045</c:v>
                </c:pt>
                <c:pt idx="384">
                  <c:v>168.99126647269449</c:v>
                </c:pt>
                <c:pt idx="385">
                  <c:v>170.57189814189229</c:v>
                </c:pt>
                <c:pt idx="386">
                  <c:v>172.65145917467279</c:v>
                </c:pt>
                <c:pt idx="387">
                  <c:v>172.0956022285531</c:v>
                </c:pt>
                <c:pt idx="388">
                  <c:v>166.8930306624126</c:v>
                </c:pt>
                <c:pt idx="389">
                  <c:v>169.36146560498179</c:v>
                </c:pt>
                <c:pt idx="390">
                  <c:v>167.37441898162609</c:v>
                </c:pt>
                <c:pt idx="391">
                  <c:v>165.96364861449149</c:v>
                </c:pt>
                <c:pt idx="392">
                  <c:v>164.0645529206526</c:v>
                </c:pt>
                <c:pt idx="393">
                  <c:v>165.92197917281081</c:v>
                </c:pt>
                <c:pt idx="394">
                  <c:v>166.08389848603761</c:v>
                </c:pt>
                <c:pt idx="395">
                  <c:v>167.36185635472879</c:v>
                </c:pt>
                <c:pt idx="396">
                  <c:v>165.68633196903491</c:v>
                </c:pt>
                <c:pt idx="397">
                  <c:v>163.8781248562218</c:v>
                </c:pt>
                <c:pt idx="398">
                  <c:v>162.31369545051339</c:v>
                </c:pt>
                <c:pt idx="399">
                  <c:v>166.2606670409686</c:v>
                </c:pt>
                <c:pt idx="400">
                  <c:v>169.70269433375171</c:v>
                </c:pt>
                <c:pt idx="401">
                  <c:v>170.69268478505481</c:v>
                </c:pt>
                <c:pt idx="402">
                  <c:v>170.1588453992394</c:v>
                </c:pt>
                <c:pt idx="403">
                  <c:v>170.9581380984753</c:v>
                </c:pt>
                <c:pt idx="404">
                  <c:v>170.378471535285</c:v>
                </c:pt>
                <c:pt idx="405">
                  <c:v>171.03399883270919</c:v>
                </c:pt>
                <c:pt idx="406">
                  <c:v>168.5285621080962</c:v>
                </c:pt>
                <c:pt idx="407">
                  <c:v>168.47698928344309</c:v>
                </c:pt>
                <c:pt idx="408">
                  <c:v>161.43557819230259</c:v>
                </c:pt>
                <c:pt idx="409">
                  <c:v>157.63585374038689</c:v>
                </c:pt>
                <c:pt idx="410">
                  <c:v>159.41554007579049</c:v>
                </c:pt>
                <c:pt idx="411">
                  <c:v>169.11737698502969</c:v>
                </c:pt>
                <c:pt idx="412">
                  <c:v>167.86007701790649</c:v>
                </c:pt>
                <c:pt idx="413">
                  <c:v>174.16937446643701</c:v>
                </c:pt>
                <c:pt idx="414">
                  <c:v>166.68134995666421</c:v>
                </c:pt>
                <c:pt idx="415">
                  <c:v>162.07190672679479</c:v>
                </c:pt>
                <c:pt idx="416">
                  <c:v>151.87810596718569</c:v>
                </c:pt>
                <c:pt idx="417">
                  <c:v>158.24350175615791</c:v>
                </c:pt>
                <c:pt idx="418">
                  <c:v>151.0308668525862</c:v>
                </c:pt>
                <c:pt idx="419">
                  <c:v>136.70640280476249</c:v>
                </c:pt>
                <c:pt idx="420">
                  <c:v>148.57799183870279</c:v>
                </c:pt>
                <c:pt idx="421">
                  <c:v>133.0260939075601</c:v>
                </c:pt>
                <c:pt idx="422">
                  <c:v>134.4194704058819</c:v>
                </c:pt>
                <c:pt idx="423">
                  <c:v>119.1266381180081</c:v>
                </c:pt>
                <c:pt idx="424">
                  <c:v>119.24983934587679</c:v>
                </c:pt>
                <c:pt idx="425">
                  <c:v>117.5175705351926</c:v>
                </c:pt>
                <c:pt idx="426">
                  <c:v>108.3212807894479</c:v>
                </c:pt>
                <c:pt idx="427">
                  <c:v>114.20324364256879</c:v>
                </c:pt>
                <c:pt idx="428">
                  <c:v>120.9521055909687</c:v>
                </c:pt>
                <c:pt idx="429">
                  <c:v>130.2185899698172</c:v>
                </c:pt>
                <c:pt idx="430">
                  <c:v>126.39498908616621</c:v>
                </c:pt>
                <c:pt idx="431">
                  <c:v>127.4106260308676</c:v>
                </c:pt>
                <c:pt idx="432">
                  <c:v>124.64791487724401</c:v>
                </c:pt>
                <c:pt idx="433">
                  <c:v>121.4482919637417</c:v>
                </c:pt>
                <c:pt idx="434">
                  <c:v>123.2235910550046</c:v>
                </c:pt>
                <c:pt idx="435">
                  <c:v>120.6040665222009</c:v>
                </c:pt>
                <c:pt idx="436">
                  <c:v>125.2420794627544</c:v>
                </c:pt>
                <c:pt idx="437">
                  <c:v>127.9092387409305</c:v>
                </c:pt>
                <c:pt idx="438">
                  <c:v>130.65845836973861</c:v>
                </c:pt>
                <c:pt idx="439">
                  <c:v>131.31259372419211</c:v>
                </c:pt>
                <c:pt idx="440">
                  <c:v>131.65815620743081</c:v>
                </c:pt>
                <c:pt idx="441">
                  <c:v>136.28988122195221</c:v>
                </c:pt>
                <c:pt idx="442">
                  <c:v>136.16556075032281</c:v>
                </c:pt>
                <c:pt idx="443">
                  <c:v>132.70282121454389</c:v>
                </c:pt>
                <c:pt idx="444">
                  <c:v>131.9594392764844</c:v>
                </c:pt>
                <c:pt idx="445">
                  <c:v>131.19342393241141</c:v>
                </c:pt>
                <c:pt idx="446">
                  <c:v>132.93777160743701</c:v>
                </c:pt>
                <c:pt idx="447">
                  <c:v>132.19463827968841</c:v>
                </c:pt>
                <c:pt idx="448">
                  <c:v>123.631101111094</c:v>
                </c:pt>
                <c:pt idx="449">
                  <c:v>130.0202100222053</c:v>
                </c:pt>
                <c:pt idx="450">
                  <c:v>135.3165305739164</c:v>
                </c:pt>
                <c:pt idx="451">
                  <c:v>136.2469744884848</c:v>
                </c:pt>
                <c:pt idx="452">
                  <c:v>133.15822643066079</c:v>
                </c:pt>
                <c:pt idx="453">
                  <c:v>131.57469726617001</c:v>
                </c:pt>
                <c:pt idx="454">
                  <c:v>132.25740766380571</c:v>
                </c:pt>
                <c:pt idx="455">
                  <c:v>130.17833063844131</c:v>
                </c:pt>
                <c:pt idx="456">
                  <c:v>127.8675126483455</c:v>
                </c:pt>
                <c:pt idx="457">
                  <c:v>130.31094933316271</c:v>
                </c:pt>
                <c:pt idx="458">
                  <c:v>128.76251985127709</c:v>
                </c:pt>
                <c:pt idx="459">
                  <c:v>125.319060068884</c:v>
                </c:pt>
                <c:pt idx="460">
                  <c:v>123.87633938638049</c:v>
                </c:pt>
                <c:pt idx="461">
                  <c:v>126.45212515645071</c:v>
                </c:pt>
                <c:pt idx="462">
                  <c:v>126.0546657690516</c:v>
                </c:pt>
                <c:pt idx="463">
                  <c:v>128.99324662355471</c:v>
                </c:pt>
                <c:pt idx="464">
                  <c:v>127.49008353858081</c:v>
                </c:pt>
                <c:pt idx="465">
                  <c:v>128.3891806790935</c:v>
                </c:pt>
                <c:pt idx="466">
                  <c:v>132.99354324969471</c:v>
                </c:pt>
                <c:pt idx="467">
                  <c:v>132.9244952057943</c:v>
                </c:pt>
                <c:pt idx="468">
                  <c:v>138.317103359095</c:v>
                </c:pt>
                <c:pt idx="469">
                  <c:v>137.14461207279089</c:v>
                </c:pt>
                <c:pt idx="470">
                  <c:v>139.44145268871671</c:v>
                </c:pt>
                <c:pt idx="471">
                  <c:v>140.05224485044141</c:v>
                </c:pt>
                <c:pt idx="472">
                  <c:v>139.8115614572007</c:v>
                </c:pt>
                <c:pt idx="473">
                  <c:v>141.56957493036981</c:v>
                </c:pt>
                <c:pt idx="474">
                  <c:v>143.0684883910215</c:v>
                </c:pt>
                <c:pt idx="475">
                  <c:v>143.5351588302602</c:v>
                </c:pt>
                <c:pt idx="476">
                  <c:v>143.03919810266791</c:v>
                </c:pt>
                <c:pt idx="477">
                  <c:v>141.60430319510499</c:v>
                </c:pt>
                <c:pt idx="478">
                  <c:v>145.23720231483509</c:v>
                </c:pt>
                <c:pt idx="479">
                  <c:v>145.42173400375441</c:v>
                </c:pt>
                <c:pt idx="480">
                  <c:v>144.0096187625137</c:v>
                </c:pt>
                <c:pt idx="481">
                  <c:v>142.05960800669959</c:v>
                </c:pt>
                <c:pt idx="482">
                  <c:v>142.27580277101481</c:v>
                </c:pt>
                <c:pt idx="483">
                  <c:v>142.92486293770821</c:v>
                </c:pt>
                <c:pt idx="484">
                  <c:v>145.48543912736579</c:v>
                </c:pt>
                <c:pt idx="485">
                  <c:v>145.5156948837284</c:v>
                </c:pt>
                <c:pt idx="486">
                  <c:v>148.10940198100971</c:v>
                </c:pt>
                <c:pt idx="487">
                  <c:v>149.552919642555</c:v>
                </c:pt>
                <c:pt idx="488">
                  <c:v>147.5827228135372</c:v>
                </c:pt>
                <c:pt idx="489">
                  <c:v>146.4523311856336</c:v>
                </c:pt>
                <c:pt idx="490">
                  <c:v>146.90997651593131</c:v>
                </c:pt>
                <c:pt idx="491">
                  <c:v>144.52035551457399</c:v>
                </c:pt>
                <c:pt idx="492">
                  <c:v>147.99696261143961</c:v>
                </c:pt>
                <c:pt idx="493">
                  <c:v>148.31497122011831</c:v>
                </c:pt>
                <c:pt idx="494">
                  <c:v>150.1758300932307</c:v>
                </c:pt>
                <c:pt idx="495">
                  <c:v>150.52632994602899</c:v>
                </c:pt>
                <c:pt idx="496">
                  <c:v>151.16631619174601</c:v>
                </c:pt>
                <c:pt idx="497">
                  <c:v>151.9441877094165</c:v>
                </c:pt>
                <c:pt idx="498">
                  <c:v>149.8292064979774</c:v>
                </c:pt>
                <c:pt idx="499">
                  <c:v>150.97131211362179</c:v>
                </c:pt>
                <c:pt idx="500">
                  <c:v>150.3061846846563</c:v>
                </c:pt>
                <c:pt idx="501">
                  <c:v>150.69207918990051</c:v>
                </c:pt>
                <c:pt idx="502">
                  <c:v>149.42817056855759</c:v>
                </c:pt>
                <c:pt idx="503">
                  <c:v>150.11447802974959</c:v>
                </c:pt>
                <c:pt idx="504">
                  <c:v>152.66974690787671</c:v>
                </c:pt>
                <c:pt idx="505">
                  <c:v>151.42799821212509</c:v>
                </c:pt>
                <c:pt idx="506">
                  <c:v>152.2344694709011</c:v>
                </c:pt>
                <c:pt idx="507">
                  <c:v>153.89866950526871</c:v>
                </c:pt>
                <c:pt idx="508">
                  <c:v>153.96784032724369</c:v>
                </c:pt>
                <c:pt idx="509">
                  <c:v>153.9252659534489</c:v>
                </c:pt>
                <c:pt idx="510">
                  <c:v>152.94408482522701</c:v>
                </c:pt>
                <c:pt idx="511">
                  <c:v>150.40019468200791</c:v>
                </c:pt>
                <c:pt idx="512">
                  <c:v>153.33645906934109</c:v>
                </c:pt>
                <c:pt idx="513">
                  <c:v>150.20944432868521</c:v>
                </c:pt>
                <c:pt idx="514">
                  <c:v>150.17935324347019</c:v>
                </c:pt>
                <c:pt idx="515">
                  <c:v>152.61990215702559</c:v>
                </c:pt>
                <c:pt idx="516">
                  <c:v>153.74324154209961</c:v>
                </c:pt>
                <c:pt idx="517">
                  <c:v>151.634829479464</c:v>
                </c:pt>
                <c:pt idx="518">
                  <c:v>149.7828276174352</c:v>
                </c:pt>
                <c:pt idx="519">
                  <c:v>149.65791328767111</c:v>
                </c:pt>
                <c:pt idx="520">
                  <c:v>153.34533725109679</c:v>
                </c:pt>
                <c:pt idx="521">
                  <c:v>153.21051457483259</c:v>
                </c:pt>
                <c:pt idx="522">
                  <c:v>152.42853437649561</c:v>
                </c:pt>
                <c:pt idx="523">
                  <c:v>150.5952965806629</c:v>
                </c:pt>
                <c:pt idx="524">
                  <c:v>148.9534026532377</c:v>
                </c:pt>
                <c:pt idx="525">
                  <c:v>148.2073447058419</c:v>
                </c:pt>
                <c:pt idx="526">
                  <c:v>148.66793025542449</c:v>
                </c:pt>
                <c:pt idx="527">
                  <c:v>146.60429278518211</c:v>
                </c:pt>
                <c:pt idx="528">
                  <c:v>148.79362644392009</c:v>
                </c:pt>
                <c:pt idx="529">
                  <c:v>148.28319203886099</c:v>
                </c:pt>
                <c:pt idx="530">
                  <c:v>148.2530925061385</c:v>
                </c:pt>
                <c:pt idx="531">
                  <c:v>148.83183433651541</c:v>
                </c:pt>
                <c:pt idx="532">
                  <c:v>148.33613469187571</c:v>
                </c:pt>
                <c:pt idx="533">
                  <c:v>151.04514847149221</c:v>
                </c:pt>
                <c:pt idx="534">
                  <c:v>150.1035504792045</c:v>
                </c:pt>
                <c:pt idx="535">
                  <c:v>147.35154527802339</c:v>
                </c:pt>
                <c:pt idx="536">
                  <c:v>149.2622786017775</c:v>
                </c:pt>
                <c:pt idx="537">
                  <c:v>147.4616444489819</c:v>
                </c:pt>
                <c:pt idx="538">
                  <c:v>148.13093291820621</c:v>
                </c:pt>
                <c:pt idx="539">
                  <c:v>149.03121021443371</c:v>
                </c:pt>
                <c:pt idx="540">
                  <c:v>147.0028752717094</c:v>
                </c:pt>
                <c:pt idx="541">
                  <c:v>148.147974432312</c:v>
                </c:pt>
                <c:pt idx="542">
                  <c:v>149.14849181859469</c:v>
                </c:pt>
                <c:pt idx="543">
                  <c:v>150.57232867164711</c:v>
                </c:pt>
                <c:pt idx="544">
                  <c:v>147.60672919071999</c:v>
                </c:pt>
                <c:pt idx="545">
                  <c:v>145.69984639358589</c:v>
                </c:pt>
                <c:pt idx="546">
                  <c:v>146.19016022270861</c:v>
                </c:pt>
                <c:pt idx="547">
                  <c:v>145.88381144367841</c:v>
                </c:pt>
                <c:pt idx="548">
                  <c:v>146.1739031714884</c:v>
                </c:pt>
                <c:pt idx="549">
                  <c:v>145.74416952750011</c:v>
                </c:pt>
                <c:pt idx="550">
                  <c:v>145.27268682495739</c:v>
                </c:pt>
                <c:pt idx="551">
                  <c:v>145.95438819812051</c:v>
                </c:pt>
                <c:pt idx="552">
                  <c:v>146.3763176077936</c:v>
                </c:pt>
                <c:pt idx="553">
                  <c:v>145.8336229177898</c:v>
                </c:pt>
                <c:pt idx="554">
                  <c:v>147.4012280095784</c:v>
                </c:pt>
                <c:pt idx="555">
                  <c:v>146.601266499281</c:v>
                </c:pt>
                <c:pt idx="556">
                  <c:v>144.16825405787091</c:v>
                </c:pt>
                <c:pt idx="557">
                  <c:v>143.26935120174821</c:v>
                </c:pt>
                <c:pt idx="558">
                  <c:v>143.79179130267201</c:v>
                </c:pt>
                <c:pt idx="559">
                  <c:v>144.83267059345951</c:v>
                </c:pt>
                <c:pt idx="560">
                  <c:v>143.77618439489871</c:v>
                </c:pt>
                <c:pt idx="561">
                  <c:v>143.9716905546282</c:v>
                </c:pt>
                <c:pt idx="562">
                  <c:v>143.28678322125549</c:v>
                </c:pt>
                <c:pt idx="563">
                  <c:v>142.92169104323349</c:v>
                </c:pt>
                <c:pt idx="564">
                  <c:v>143.89352137976729</c:v>
                </c:pt>
                <c:pt idx="565">
                  <c:v>143.1000428213618</c:v>
                </c:pt>
                <c:pt idx="566">
                  <c:v>143.45154692417219</c:v>
                </c:pt>
                <c:pt idx="567">
                  <c:v>145.04228534686749</c:v>
                </c:pt>
                <c:pt idx="568">
                  <c:v>145.56961960289959</c:v>
                </c:pt>
                <c:pt idx="569">
                  <c:v>146.36460158616691</c:v>
                </c:pt>
                <c:pt idx="570">
                  <c:v>146.21836385839509</c:v>
                </c:pt>
                <c:pt idx="571">
                  <c:v>148.3174902185676</c:v>
                </c:pt>
                <c:pt idx="572">
                  <c:v>147.8312286300079</c:v>
                </c:pt>
                <c:pt idx="573">
                  <c:v>148.61087295198089</c:v>
                </c:pt>
                <c:pt idx="574">
                  <c:v>148.37715915747569</c:v>
                </c:pt>
                <c:pt idx="575">
                  <c:v>148.69425360673591</c:v>
                </c:pt>
                <c:pt idx="576">
                  <c:v>149.76446824161459</c:v>
                </c:pt>
                <c:pt idx="577">
                  <c:v>146.6443030524259</c:v>
                </c:pt>
                <c:pt idx="578">
                  <c:v>145.74775947243069</c:v>
                </c:pt>
                <c:pt idx="579">
                  <c:v>143.99177779234361</c:v>
                </c:pt>
                <c:pt idx="580">
                  <c:v>144.54320078884081</c:v>
                </c:pt>
                <c:pt idx="581">
                  <c:v>148.69970158242029</c:v>
                </c:pt>
                <c:pt idx="582">
                  <c:v>153.1114267224759</c:v>
                </c:pt>
                <c:pt idx="583">
                  <c:v>154.9303630479456</c:v>
                </c:pt>
                <c:pt idx="584">
                  <c:v>155.99645096114079</c:v>
                </c:pt>
                <c:pt idx="585">
                  <c:v>155.66572709272049</c:v>
                </c:pt>
                <c:pt idx="586">
                  <c:v>155.42125049424399</c:v>
                </c:pt>
                <c:pt idx="587">
                  <c:v>155.6001760729504</c:v>
                </c:pt>
                <c:pt idx="588">
                  <c:v>158.9703841190323</c:v>
                </c:pt>
                <c:pt idx="589">
                  <c:v>160.28088627440829</c:v>
                </c:pt>
                <c:pt idx="590">
                  <c:v>162.16832893599721</c:v>
                </c:pt>
                <c:pt idx="591">
                  <c:v>160.97553508763829</c:v>
                </c:pt>
                <c:pt idx="592">
                  <c:v>160.43923927023459</c:v>
                </c:pt>
                <c:pt idx="593">
                  <c:v>157.9683681992922</c:v>
                </c:pt>
                <c:pt idx="594">
                  <c:v>157.664330183868</c:v>
                </c:pt>
                <c:pt idx="595">
                  <c:v>158.11993734808701</c:v>
                </c:pt>
                <c:pt idx="596">
                  <c:v>159.08213791060291</c:v>
                </c:pt>
                <c:pt idx="597">
                  <c:v>160.46847714990619</c:v>
                </c:pt>
                <c:pt idx="598">
                  <c:v>160.57219719630061</c:v>
                </c:pt>
                <c:pt idx="599">
                  <c:v>159.40915868097861</c:v>
                </c:pt>
                <c:pt idx="600">
                  <c:v>159.40088699080141</c:v>
                </c:pt>
                <c:pt idx="601">
                  <c:v>159.6309011245838</c:v>
                </c:pt>
                <c:pt idx="602">
                  <c:v>161.4674599558364</c:v>
                </c:pt>
                <c:pt idx="603">
                  <c:v>161.54977629793251</c:v>
                </c:pt>
                <c:pt idx="604">
                  <c:v>162.07416775620339</c:v>
                </c:pt>
                <c:pt idx="605">
                  <c:v>162.07265960948899</c:v>
                </c:pt>
                <c:pt idx="606">
                  <c:v>161.5262394139699</c:v>
                </c:pt>
                <c:pt idx="607">
                  <c:v>161.56492373389929</c:v>
                </c:pt>
                <c:pt idx="608">
                  <c:v>165.4127954565981</c:v>
                </c:pt>
                <c:pt idx="609">
                  <c:v>164.22323440964271</c:v>
                </c:pt>
                <c:pt idx="610">
                  <c:v>165.57933807297809</c:v>
                </c:pt>
                <c:pt idx="611">
                  <c:v>166.90106000592331</c:v>
                </c:pt>
                <c:pt idx="612">
                  <c:v>166.4215834074574</c:v>
                </c:pt>
                <c:pt idx="613">
                  <c:v>165.41817233854439</c:v>
                </c:pt>
                <c:pt idx="614">
                  <c:v>163.88882293615541</c:v>
                </c:pt>
                <c:pt idx="615">
                  <c:v>163.3481071571467</c:v>
                </c:pt>
                <c:pt idx="616">
                  <c:v>164.36934574664591</c:v>
                </c:pt>
                <c:pt idx="617">
                  <c:v>167.7659825693197</c:v>
                </c:pt>
                <c:pt idx="618">
                  <c:v>167.5541900338778</c:v>
                </c:pt>
                <c:pt idx="619">
                  <c:v>166.1361535286625</c:v>
                </c:pt>
                <c:pt idx="620">
                  <c:v>164.92256967977809</c:v>
                </c:pt>
                <c:pt idx="621">
                  <c:v>163.94287702976709</c:v>
                </c:pt>
                <c:pt idx="622">
                  <c:v>162.54638156241941</c:v>
                </c:pt>
                <c:pt idx="623">
                  <c:v>160.6114856150887</c:v>
                </c:pt>
                <c:pt idx="624">
                  <c:v>166.18058808200831</c:v>
                </c:pt>
                <c:pt idx="625">
                  <c:v>164.47953550085771</c:v>
                </c:pt>
                <c:pt idx="626">
                  <c:v>167.23496061393249</c:v>
                </c:pt>
                <c:pt idx="627">
                  <c:v>169.47594509426901</c:v>
                </c:pt>
                <c:pt idx="628">
                  <c:v>173.29779237539739</c:v>
                </c:pt>
                <c:pt idx="629">
                  <c:v>172.99482402800641</c:v>
                </c:pt>
                <c:pt idx="630">
                  <c:v>171.56807113960531</c:v>
                </c:pt>
                <c:pt idx="631">
                  <c:v>172.86683523928099</c:v>
                </c:pt>
                <c:pt idx="632">
                  <c:v>169.65667579796369</c:v>
                </c:pt>
                <c:pt idx="633">
                  <c:v>167.84737138112021</c:v>
                </c:pt>
                <c:pt idx="634">
                  <c:v>166.80590558928901</c:v>
                </c:pt>
                <c:pt idx="635">
                  <c:v>164.75054518485541</c:v>
                </c:pt>
                <c:pt idx="636">
                  <c:v>166.10179044004551</c:v>
                </c:pt>
                <c:pt idx="637">
                  <c:v>168.6170931709737</c:v>
                </c:pt>
                <c:pt idx="638">
                  <c:v>164.99380688486079</c:v>
                </c:pt>
                <c:pt idx="639">
                  <c:v>166.92203681139219</c:v>
                </c:pt>
                <c:pt idx="640">
                  <c:v>169.02169849799071</c:v>
                </c:pt>
                <c:pt idx="641">
                  <c:v>170.66797807836471</c:v>
                </c:pt>
                <c:pt idx="642">
                  <c:v>171.44523460155619</c:v>
                </c:pt>
                <c:pt idx="643">
                  <c:v>171.8582402972194</c:v>
                </c:pt>
                <c:pt idx="644">
                  <c:v>171.15446839386681</c:v>
                </c:pt>
                <c:pt idx="645">
                  <c:v>170.23500969980469</c:v>
                </c:pt>
                <c:pt idx="646">
                  <c:v>169.05129259403671</c:v>
                </c:pt>
                <c:pt idx="647">
                  <c:v>169.4017345834734</c:v>
                </c:pt>
                <c:pt idx="648">
                  <c:v>167.85120386953781</c:v>
                </c:pt>
                <c:pt idx="649">
                  <c:v>165.88613081803069</c:v>
                </c:pt>
                <c:pt idx="650">
                  <c:v>163.61452994447589</c:v>
                </c:pt>
                <c:pt idx="651">
                  <c:v>164.21183631436841</c:v>
                </c:pt>
                <c:pt idx="652">
                  <c:v>157.33070890678169</c:v>
                </c:pt>
                <c:pt idx="653">
                  <c:v>158.86419249136679</c:v>
                </c:pt>
                <c:pt idx="654">
                  <c:v>158.9395860708666</c:v>
                </c:pt>
                <c:pt idx="655">
                  <c:v>155.7444666616997</c:v>
                </c:pt>
                <c:pt idx="656">
                  <c:v>154.28197511953471</c:v>
                </c:pt>
                <c:pt idx="657">
                  <c:v>151.77132468509151</c:v>
                </c:pt>
                <c:pt idx="658">
                  <c:v>153.2412472981423</c:v>
                </c:pt>
                <c:pt idx="659">
                  <c:v>153.52203448892899</c:v>
                </c:pt>
                <c:pt idx="660">
                  <c:v>158.65875028861899</c:v>
                </c:pt>
                <c:pt idx="661">
                  <c:v>157.82344582245199</c:v>
                </c:pt>
                <c:pt idx="662">
                  <c:v>153.42077973379551</c:v>
                </c:pt>
                <c:pt idx="663">
                  <c:v>153.73409283950409</c:v>
                </c:pt>
                <c:pt idx="664">
                  <c:v>157.92029621748961</c:v>
                </c:pt>
                <c:pt idx="665">
                  <c:v>158.76151966902839</c:v>
                </c:pt>
                <c:pt idx="666">
                  <c:v>159.8533104086199</c:v>
                </c:pt>
                <c:pt idx="667">
                  <c:v>164.40005981994659</c:v>
                </c:pt>
                <c:pt idx="668">
                  <c:v>165.2790004020533</c:v>
                </c:pt>
                <c:pt idx="669">
                  <c:v>169.04847999549051</c:v>
                </c:pt>
                <c:pt idx="670">
                  <c:v>167.0790841639666</c:v>
                </c:pt>
                <c:pt idx="671">
                  <c:v>170.14722687248931</c:v>
                </c:pt>
                <c:pt idx="672">
                  <c:v>169.6400281826495</c:v>
                </c:pt>
                <c:pt idx="673">
                  <c:v>169.12345345129219</c:v>
                </c:pt>
                <c:pt idx="674">
                  <c:v>165.36108226785379</c:v>
                </c:pt>
                <c:pt idx="675">
                  <c:v>167.4877842749232</c:v>
                </c:pt>
                <c:pt idx="676">
                  <c:v>169.00498976199179</c:v>
                </c:pt>
                <c:pt idx="677">
                  <c:v>171.10369613921441</c:v>
                </c:pt>
                <c:pt idx="678">
                  <c:v>173.2095401061236</c:v>
                </c:pt>
                <c:pt idx="679">
                  <c:v>173.6372711223087</c:v>
                </c:pt>
                <c:pt idx="680">
                  <c:v>171.92963787992929</c:v>
                </c:pt>
                <c:pt idx="681">
                  <c:v>171.23726980931761</c:v>
                </c:pt>
                <c:pt idx="682">
                  <c:v>170.50892008835379</c:v>
                </c:pt>
                <c:pt idx="683">
                  <c:v>168.80111334399859</c:v>
                </c:pt>
                <c:pt idx="684">
                  <c:v>167.63676766916669</c:v>
                </c:pt>
                <c:pt idx="685">
                  <c:v>166.7890514501253</c:v>
                </c:pt>
                <c:pt idx="686">
                  <c:v>167.2515556700001</c:v>
                </c:pt>
                <c:pt idx="687">
                  <c:v>167.04531990249069</c:v>
                </c:pt>
                <c:pt idx="688">
                  <c:v>166.32790226712751</c:v>
                </c:pt>
                <c:pt idx="689">
                  <c:v>167.98178802442399</c:v>
                </c:pt>
                <c:pt idx="690">
                  <c:v>171.20122829314801</c:v>
                </c:pt>
                <c:pt idx="691">
                  <c:v>171.40046445499661</c:v>
                </c:pt>
                <c:pt idx="692">
                  <c:v>171.96659595013799</c:v>
                </c:pt>
                <c:pt idx="693">
                  <c:v>169.37911999174219</c:v>
                </c:pt>
                <c:pt idx="694">
                  <c:v>170.68574140796531</c:v>
                </c:pt>
                <c:pt idx="695">
                  <c:v>168.75527788391591</c:v>
                </c:pt>
                <c:pt idx="696">
                  <c:v>166.38411576142519</c:v>
                </c:pt>
                <c:pt idx="697">
                  <c:v>166.46773719779509</c:v>
                </c:pt>
                <c:pt idx="698">
                  <c:v>166.83685789401869</c:v>
                </c:pt>
                <c:pt idx="699">
                  <c:v>162.41931434588321</c:v>
                </c:pt>
                <c:pt idx="700">
                  <c:v>165.0521463670205</c:v>
                </c:pt>
                <c:pt idx="701">
                  <c:v>161.71548047354571</c:v>
                </c:pt>
                <c:pt idx="702">
                  <c:v>162.23535902146659</c:v>
                </c:pt>
                <c:pt idx="703">
                  <c:v>161.94970228068621</c:v>
                </c:pt>
                <c:pt idx="704">
                  <c:v>163.16637841799701</c:v>
                </c:pt>
                <c:pt idx="705">
                  <c:v>160.77537805789919</c:v>
                </c:pt>
                <c:pt idx="706">
                  <c:v>161.2953679696023</c:v>
                </c:pt>
                <c:pt idx="707">
                  <c:v>158.23179896675441</c:v>
                </c:pt>
                <c:pt idx="708">
                  <c:v>160.3042069313868</c:v>
                </c:pt>
                <c:pt idx="709">
                  <c:v>161.27640809551491</c:v>
                </c:pt>
                <c:pt idx="710">
                  <c:v>161.93504467778979</c:v>
                </c:pt>
                <c:pt idx="711">
                  <c:v>162.41754891038701</c:v>
                </c:pt>
                <c:pt idx="712">
                  <c:v>162.7258259779988</c:v>
                </c:pt>
                <c:pt idx="713">
                  <c:v>163.38791364634639</c:v>
                </c:pt>
                <c:pt idx="714">
                  <c:v>164.0543450365864</c:v>
                </c:pt>
                <c:pt idx="715">
                  <c:v>166.60948488741019</c:v>
                </c:pt>
                <c:pt idx="716">
                  <c:v>166.29328104291261</c:v>
                </c:pt>
                <c:pt idx="717">
                  <c:v>165.85973154890121</c:v>
                </c:pt>
                <c:pt idx="718">
                  <c:v>166.03878357470009</c:v>
                </c:pt>
                <c:pt idx="719">
                  <c:v>163.6835941225423</c:v>
                </c:pt>
                <c:pt idx="720">
                  <c:v>162.4075093620319</c:v>
                </c:pt>
                <c:pt idx="721">
                  <c:v>164.65007258923529</c:v>
                </c:pt>
                <c:pt idx="722">
                  <c:v>165.19373793862769</c:v>
                </c:pt>
                <c:pt idx="723">
                  <c:v>165.96175075425009</c:v>
                </c:pt>
                <c:pt idx="724">
                  <c:v>166.7022867851239</c:v>
                </c:pt>
                <c:pt idx="725">
                  <c:v>165.2011843365984</c:v>
                </c:pt>
                <c:pt idx="726">
                  <c:v>164.25886171598</c:v>
                </c:pt>
                <c:pt idx="727">
                  <c:v>166.21701318201909</c:v>
                </c:pt>
                <c:pt idx="728">
                  <c:v>164.37480545683891</c:v>
                </c:pt>
                <c:pt idx="729">
                  <c:v>166.935607947693</c:v>
                </c:pt>
                <c:pt idx="730">
                  <c:v>167.30031397779189</c:v>
                </c:pt>
                <c:pt idx="731">
                  <c:v>164.55253762430399</c:v>
                </c:pt>
                <c:pt idx="732">
                  <c:v>164.90640957802819</c:v>
                </c:pt>
                <c:pt idx="733">
                  <c:v>165.2260035365268</c:v>
                </c:pt>
                <c:pt idx="734">
                  <c:v>164.91972207682531</c:v>
                </c:pt>
                <c:pt idx="735">
                  <c:v>163.50565726482429</c:v>
                </c:pt>
                <c:pt idx="736">
                  <c:v>162.4071637825802</c:v>
                </c:pt>
                <c:pt idx="737">
                  <c:v>162.44776897524301</c:v>
                </c:pt>
                <c:pt idx="738">
                  <c:v>160.10410355120541</c:v>
                </c:pt>
                <c:pt idx="739">
                  <c:v>159.3537086029186</c:v>
                </c:pt>
                <c:pt idx="740">
                  <c:v>157.26969396962949</c:v>
                </c:pt>
                <c:pt idx="741">
                  <c:v>156.27728640889021</c:v>
                </c:pt>
                <c:pt idx="742">
                  <c:v>155.8103426980903</c:v>
                </c:pt>
                <c:pt idx="743">
                  <c:v>157.0195354069468</c:v>
                </c:pt>
                <c:pt idx="744">
                  <c:v>157.59161540412671</c:v>
                </c:pt>
                <c:pt idx="745">
                  <c:v>156.44169261756301</c:v>
                </c:pt>
                <c:pt idx="746">
                  <c:v>157.58246451473639</c:v>
                </c:pt>
                <c:pt idx="747">
                  <c:v>155.9990007524901</c:v>
                </c:pt>
                <c:pt idx="748">
                  <c:v>157.7518402249051</c:v>
                </c:pt>
                <c:pt idx="749">
                  <c:v>157.83306437801329</c:v>
                </c:pt>
                <c:pt idx="750">
                  <c:v>158.47961219384331</c:v>
                </c:pt>
                <c:pt idx="751">
                  <c:v>158.67515374221139</c:v>
                </c:pt>
                <c:pt idx="752">
                  <c:v>159.82141602110141</c:v>
                </c:pt>
                <c:pt idx="753">
                  <c:v>159.15123213954141</c:v>
                </c:pt>
                <c:pt idx="754">
                  <c:v>159.4567310249351</c:v>
                </c:pt>
                <c:pt idx="755">
                  <c:v>159.5662097220544</c:v>
                </c:pt>
                <c:pt idx="756">
                  <c:v>159.79841349247829</c:v>
                </c:pt>
                <c:pt idx="757">
                  <c:v>158.14947041638661</c:v>
                </c:pt>
                <c:pt idx="758">
                  <c:v>157.82608638330279</c:v>
                </c:pt>
                <c:pt idx="759">
                  <c:v>158.0670413678146</c:v>
                </c:pt>
                <c:pt idx="760">
                  <c:v>160.1841642421941</c:v>
                </c:pt>
                <c:pt idx="761">
                  <c:v>159.11758227770451</c:v>
                </c:pt>
                <c:pt idx="762">
                  <c:v>156.74791477643569</c:v>
                </c:pt>
                <c:pt idx="763">
                  <c:v>160.05336729029531</c:v>
                </c:pt>
                <c:pt idx="764">
                  <c:v>159.24074632837269</c:v>
                </c:pt>
                <c:pt idx="765">
                  <c:v>158.9500034635052</c:v>
                </c:pt>
                <c:pt idx="766">
                  <c:v>157.26228980041279</c:v>
                </c:pt>
                <c:pt idx="767">
                  <c:v>159.41119464176089</c:v>
                </c:pt>
                <c:pt idx="768">
                  <c:v>160.91968332068589</c:v>
                </c:pt>
                <c:pt idx="769">
                  <c:v>158.0925989096306</c:v>
                </c:pt>
                <c:pt idx="770">
                  <c:v>157.4835751756145</c:v>
                </c:pt>
                <c:pt idx="771">
                  <c:v>155.5028170424925</c:v>
                </c:pt>
                <c:pt idx="772">
                  <c:v>155.7505632953968</c:v>
                </c:pt>
                <c:pt idx="773">
                  <c:v>156.35223572593239</c:v>
                </c:pt>
                <c:pt idx="774">
                  <c:v>156.6880155062272</c:v>
                </c:pt>
                <c:pt idx="775">
                  <c:v>157.16484282470989</c:v>
                </c:pt>
                <c:pt idx="776">
                  <c:v>160.30478723240151</c:v>
                </c:pt>
                <c:pt idx="777">
                  <c:v>162.8933281260488</c:v>
                </c:pt>
                <c:pt idx="778">
                  <c:v>161.92708893043979</c:v>
                </c:pt>
                <c:pt idx="779">
                  <c:v>164.7222012086097</c:v>
                </c:pt>
                <c:pt idx="780">
                  <c:v>164.35350639043469</c:v>
                </c:pt>
                <c:pt idx="781">
                  <c:v>160.75972841740571</c:v>
                </c:pt>
                <c:pt idx="782">
                  <c:v>162.4591763676367</c:v>
                </c:pt>
                <c:pt idx="783">
                  <c:v>162.07484167688071</c:v>
                </c:pt>
                <c:pt idx="784">
                  <c:v>163.1811129923951</c:v>
                </c:pt>
                <c:pt idx="785">
                  <c:v>166.07989792453611</c:v>
                </c:pt>
                <c:pt idx="786">
                  <c:v>163.04683500139569</c:v>
                </c:pt>
                <c:pt idx="787">
                  <c:v>162.10041794432519</c:v>
                </c:pt>
                <c:pt idx="788">
                  <c:v>164.51400194969219</c:v>
                </c:pt>
                <c:pt idx="789">
                  <c:v>159.29550692575</c:v>
                </c:pt>
                <c:pt idx="790">
                  <c:v>161.8607764977256</c:v>
                </c:pt>
                <c:pt idx="791">
                  <c:v>161.4033231816982</c:v>
                </c:pt>
                <c:pt idx="792">
                  <c:v>164.12919077635081</c:v>
                </c:pt>
                <c:pt idx="793">
                  <c:v>164.05963758463861</c:v>
                </c:pt>
                <c:pt idx="794">
                  <c:v>160.8097228094426</c:v>
                </c:pt>
                <c:pt idx="795">
                  <c:v>159.78307374809791</c:v>
                </c:pt>
                <c:pt idx="796">
                  <c:v>157.1475006135708</c:v>
                </c:pt>
                <c:pt idx="797">
                  <c:v>156.78719126439529</c:v>
                </c:pt>
                <c:pt idx="798">
                  <c:v>159.0703433652007</c:v>
                </c:pt>
                <c:pt idx="799">
                  <c:v>162.46589399056239</c:v>
                </c:pt>
                <c:pt idx="800">
                  <c:v>161.60205257393889</c:v>
                </c:pt>
                <c:pt idx="801">
                  <c:v>160.0607109494791</c:v>
                </c:pt>
                <c:pt idx="802">
                  <c:v>160.6360407160561</c:v>
                </c:pt>
                <c:pt idx="803">
                  <c:v>158.97120022545781</c:v>
                </c:pt>
                <c:pt idx="804">
                  <c:v>157.91756811008671</c:v>
                </c:pt>
                <c:pt idx="805">
                  <c:v>155.41018798345289</c:v>
                </c:pt>
                <c:pt idx="806">
                  <c:v>156.66582801764429</c:v>
                </c:pt>
                <c:pt idx="807">
                  <c:v>155.36022178123989</c:v>
                </c:pt>
                <c:pt idx="808">
                  <c:v>155.50197643043299</c:v>
                </c:pt>
                <c:pt idx="809">
                  <c:v>156.26491657512719</c:v>
                </c:pt>
                <c:pt idx="810">
                  <c:v>155.40999015833501</c:v>
                </c:pt>
                <c:pt idx="811">
                  <c:v>158.08014509296959</c:v>
                </c:pt>
                <c:pt idx="812">
                  <c:v>157.6482710064773</c:v>
                </c:pt>
                <c:pt idx="813">
                  <c:v>159.49732257358031</c:v>
                </c:pt>
                <c:pt idx="814">
                  <c:v>159.20088776646111</c:v>
                </c:pt>
                <c:pt idx="815">
                  <c:v>160.84705183368081</c:v>
                </c:pt>
                <c:pt idx="816">
                  <c:v>162.6779511982524</c:v>
                </c:pt>
                <c:pt idx="817">
                  <c:v>159.16903217290681</c:v>
                </c:pt>
                <c:pt idx="818">
                  <c:v>160.48840014512979</c:v>
                </c:pt>
                <c:pt idx="819">
                  <c:v>156.78408918825511</c:v>
                </c:pt>
                <c:pt idx="820">
                  <c:v>153.6567364849341</c:v>
                </c:pt>
                <c:pt idx="821">
                  <c:v>155.69327283359519</c:v>
                </c:pt>
                <c:pt idx="822">
                  <c:v>154.18262909489951</c:v>
                </c:pt>
                <c:pt idx="823">
                  <c:v>155.5231819809276</c:v>
                </c:pt>
                <c:pt idx="824">
                  <c:v>153.93124581236441</c:v>
                </c:pt>
                <c:pt idx="825">
                  <c:v>153.02254747024071</c:v>
                </c:pt>
                <c:pt idx="826">
                  <c:v>154.8419445379426</c:v>
                </c:pt>
                <c:pt idx="827">
                  <c:v>157.0739356109523</c:v>
                </c:pt>
                <c:pt idx="828">
                  <c:v>154.6527118313235</c:v>
                </c:pt>
                <c:pt idx="829">
                  <c:v>154.63745657420671</c:v>
                </c:pt>
                <c:pt idx="830">
                  <c:v>154.47996194626859</c:v>
                </c:pt>
                <c:pt idx="831">
                  <c:v>156.07299408006261</c:v>
                </c:pt>
                <c:pt idx="832">
                  <c:v>159.03673105848151</c:v>
                </c:pt>
                <c:pt idx="833">
                  <c:v>157.97237118077371</c:v>
                </c:pt>
                <c:pt idx="834">
                  <c:v>157.0281274536577</c:v>
                </c:pt>
                <c:pt idx="835">
                  <c:v>155.0079624060493</c:v>
                </c:pt>
                <c:pt idx="836">
                  <c:v>153.26987316755751</c:v>
                </c:pt>
                <c:pt idx="837">
                  <c:v>153.10586933091571</c:v>
                </c:pt>
                <c:pt idx="838">
                  <c:v>154.16416089256549</c:v>
                </c:pt>
                <c:pt idx="839">
                  <c:v>152.73558862412611</c:v>
                </c:pt>
                <c:pt idx="840">
                  <c:v>155.15010012000599</c:v>
                </c:pt>
                <c:pt idx="841">
                  <c:v>155.20419669762299</c:v>
                </c:pt>
                <c:pt idx="842">
                  <c:v>157.77423990499719</c:v>
                </c:pt>
                <c:pt idx="843">
                  <c:v>155.93162524070891</c:v>
                </c:pt>
                <c:pt idx="844">
                  <c:v>156.7570587222915</c:v>
                </c:pt>
                <c:pt idx="845">
                  <c:v>157.69731762344989</c:v>
                </c:pt>
                <c:pt idx="846">
                  <c:v>156.84476183645779</c:v>
                </c:pt>
                <c:pt idx="847">
                  <c:v>161.523674670405</c:v>
                </c:pt>
                <c:pt idx="848">
                  <c:v>161.98301832977441</c:v>
                </c:pt>
                <c:pt idx="849">
                  <c:v>163.02361593469311</c:v>
                </c:pt>
                <c:pt idx="850">
                  <c:v>161.91959261884151</c:v>
                </c:pt>
                <c:pt idx="851">
                  <c:v>162.83925639000071</c:v>
                </c:pt>
                <c:pt idx="852">
                  <c:v>161.58311526088571</c:v>
                </c:pt>
                <c:pt idx="853">
                  <c:v>162.57341865686311</c:v>
                </c:pt>
                <c:pt idx="854">
                  <c:v>163.29255164964229</c:v>
                </c:pt>
                <c:pt idx="855">
                  <c:v>162.4216723904639</c:v>
                </c:pt>
                <c:pt idx="856">
                  <c:v>163.01513487895181</c:v>
                </c:pt>
                <c:pt idx="857">
                  <c:v>162.43828425471881</c:v>
                </c:pt>
                <c:pt idx="858">
                  <c:v>161.60788333693449</c:v>
                </c:pt>
                <c:pt idx="859">
                  <c:v>159.26524350862019</c:v>
                </c:pt>
                <c:pt idx="860">
                  <c:v>159.10825826604801</c:v>
                </c:pt>
                <c:pt idx="861">
                  <c:v>159.69433322297411</c:v>
                </c:pt>
                <c:pt idx="862">
                  <c:v>159.17236621449669</c:v>
                </c:pt>
                <c:pt idx="863">
                  <c:v>159.91876611678299</c:v>
                </c:pt>
                <c:pt idx="864">
                  <c:v>159.67413140179161</c:v>
                </c:pt>
                <c:pt idx="865">
                  <c:v>159.09950523189491</c:v>
                </c:pt>
                <c:pt idx="866">
                  <c:v>159.47635676204271</c:v>
                </c:pt>
                <c:pt idx="867">
                  <c:v>159.45931559398409</c:v>
                </c:pt>
                <c:pt idx="868">
                  <c:v>159.5322166699388</c:v>
                </c:pt>
                <c:pt idx="869">
                  <c:v>157.33482817523961</c:v>
                </c:pt>
                <c:pt idx="870">
                  <c:v>156.3315054536103</c:v>
                </c:pt>
                <c:pt idx="871">
                  <c:v>156.10722832826269</c:v>
                </c:pt>
                <c:pt idx="872">
                  <c:v>156.57381152472271</c:v>
                </c:pt>
                <c:pt idx="873">
                  <c:v>156.6893204049633</c:v>
                </c:pt>
                <c:pt idx="874">
                  <c:v>157.561238511846</c:v>
                </c:pt>
                <c:pt idx="875">
                  <c:v>158.5609627648746</c:v>
                </c:pt>
                <c:pt idx="876">
                  <c:v>160.08784866877451</c:v>
                </c:pt>
                <c:pt idx="877">
                  <c:v>160.62319151996991</c:v>
                </c:pt>
                <c:pt idx="878">
                  <c:v>161.4124234796883</c:v>
                </c:pt>
                <c:pt idx="879">
                  <c:v>163.50216333784491</c:v>
                </c:pt>
                <c:pt idx="880">
                  <c:v>165.25490712810611</c:v>
                </c:pt>
                <c:pt idx="881">
                  <c:v>165.83386290357839</c:v>
                </c:pt>
                <c:pt idx="882">
                  <c:v>166.08852277524181</c:v>
                </c:pt>
                <c:pt idx="883">
                  <c:v>167.88526917555049</c:v>
                </c:pt>
                <c:pt idx="884">
                  <c:v>166.9395926181474</c:v>
                </c:pt>
                <c:pt idx="885">
                  <c:v>168.69717030963591</c:v>
                </c:pt>
                <c:pt idx="886">
                  <c:v>169.66324886858769</c:v>
                </c:pt>
                <c:pt idx="887">
                  <c:v>171.11349460674259</c:v>
                </c:pt>
                <c:pt idx="888">
                  <c:v>170.43003615265121</c:v>
                </c:pt>
                <c:pt idx="889">
                  <c:v>169.01491258882459</c:v>
                </c:pt>
                <c:pt idx="890">
                  <c:v>171.0450376844355</c:v>
                </c:pt>
                <c:pt idx="891">
                  <c:v>170.13974431849539</c:v>
                </c:pt>
                <c:pt idx="892">
                  <c:v>169.1491899014855</c:v>
                </c:pt>
                <c:pt idx="893">
                  <c:v>169.0835009862636</c:v>
                </c:pt>
                <c:pt idx="894">
                  <c:v>169.70389849592769</c:v>
                </c:pt>
                <c:pt idx="895">
                  <c:v>170.59115497268789</c:v>
                </c:pt>
                <c:pt idx="896">
                  <c:v>171.20015585691249</c:v>
                </c:pt>
                <c:pt idx="897">
                  <c:v>171.32261051598539</c:v>
                </c:pt>
                <c:pt idx="898">
                  <c:v>174.02367837309441</c:v>
                </c:pt>
                <c:pt idx="899">
                  <c:v>172.95284588210271</c:v>
                </c:pt>
                <c:pt idx="900">
                  <c:v>172.7175455151735</c:v>
                </c:pt>
                <c:pt idx="901">
                  <c:v>173.62801097984919</c:v>
                </c:pt>
                <c:pt idx="902">
                  <c:v>173.05431061796841</c:v>
                </c:pt>
                <c:pt idx="903">
                  <c:v>175.1783105364739</c:v>
                </c:pt>
                <c:pt idx="904">
                  <c:v>177.90371651273159</c:v>
                </c:pt>
                <c:pt idx="905">
                  <c:v>174.67987306930121</c:v>
                </c:pt>
                <c:pt idx="906">
                  <c:v>174.08294089799151</c:v>
                </c:pt>
                <c:pt idx="907">
                  <c:v>176.47396250012031</c:v>
                </c:pt>
                <c:pt idx="908">
                  <c:v>175.77454400001031</c:v>
                </c:pt>
                <c:pt idx="909">
                  <c:v>175.87620568069099</c:v>
                </c:pt>
                <c:pt idx="910">
                  <c:v>170.03377600992931</c:v>
                </c:pt>
                <c:pt idx="911">
                  <c:v>170.73733353138971</c:v>
                </c:pt>
                <c:pt idx="912">
                  <c:v>174.49479269439269</c:v>
                </c:pt>
                <c:pt idx="913">
                  <c:v>174.93336341425601</c:v>
                </c:pt>
                <c:pt idx="914">
                  <c:v>173.3363846404481</c:v>
                </c:pt>
                <c:pt idx="915">
                  <c:v>172.91554518720989</c:v>
                </c:pt>
                <c:pt idx="916">
                  <c:v>171.4716253029496</c:v>
                </c:pt>
                <c:pt idx="917">
                  <c:v>172.30399222158931</c:v>
                </c:pt>
                <c:pt idx="918">
                  <c:v>173.3472783714613</c:v>
                </c:pt>
                <c:pt idx="919">
                  <c:v>174.80580191442641</c:v>
                </c:pt>
                <c:pt idx="920">
                  <c:v>178.51019345643451</c:v>
                </c:pt>
                <c:pt idx="921">
                  <c:v>180.62581794329</c:v>
                </c:pt>
                <c:pt idx="922">
                  <c:v>180.61178084282969</c:v>
                </c:pt>
                <c:pt idx="923">
                  <c:v>183.098190941502</c:v>
                </c:pt>
                <c:pt idx="924">
                  <c:v>183.24176852558961</c:v>
                </c:pt>
                <c:pt idx="925">
                  <c:v>180.90588209515511</c:v>
                </c:pt>
                <c:pt idx="926">
                  <c:v>181.37558436126741</c:v>
                </c:pt>
                <c:pt idx="927">
                  <c:v>182.57542517778839</c:v>
                </c:pt>
                <c:pt idx="928">
                  <c:v>183.20125306313699</c:v>
                </c:pt>
                <c:pt idx="929">
                  <c:v>184.83654595687631</c:v>
                </c:pt>
                <c:pt idx="930">
                  <c:v>183.32646537583699</c:v>
                </c:pt>
                <c:pt idx="931">
                  <c:v>181.33220494861331</c:v>
                </c:pt>
                <c:pt idx="932">
                  <c:v>182.0881835735712</c:v>
                </c:pt>
                <c:pt idx="933">
                  <c:v>183.9855233752686</c:v>
                </c:pt>
                <c:pt idx="934">
                  <c:v>184.1185647686564</c:v>
                </c:pt>
                <c:pt idx="935">
                  <c:v>183.5611135927814</c:v>
                </c:pt>
                <c:pt idx="936">
                  <c:v>183.4832543243426</c:v>
                </c:pt>
                <c:pt idx="937">
                  <c:v>184.78764402049899</c:v>
                </c:pt>
                <c:pt idx="938">
                  <c:v>184.93605993408991</c:v>
                </c:pt>
                <c:pt idx="939">
                  <c:v>185.44947016720059</c:v>
                </c:pt>
                <c:pt idx="940">
                  <c:v>183.84420301596401</c:v>
                </c:pt>
                <c:pt idx="941">
                  <c:v>184.37181393070341</c:v>
                </c:pt>
                <c:pt idx="942">
                  <c:v>181.91049154679871</c:v>
                </c:pt>
                <c:pt idx="943">
                  <c:v>182.5216976228381</c:v>
                </c:pt>
                <c:pt idx="944">
                  <c:v>180.2169076308831</c:v>
                </c:pt>
                <c:pt idx="945">
                  <c:v>180.42958963271471</c:v>
                </c:pt>
                <c:pt idx="946">
                  <c:v>180.13493829600361</c:v>
                </c:pt>
                <c:pt idx="947">
                  <c:v>179.13372323346749</c:v>
                </c:pt>
                <c:pt idx="948">
                  <c:v>178.09552205767511</c:v>
                </c:pt>
                <c:pt idx="949">
                  <c:v>178.9822537029869</c:v>
                </c:pt>
                <c:pt idx="950">
                  <c:v>183.17438443565379</c:v>
                </c:pt>
                <c:pt idx="951">
                  <c:v>179.1166903268055</c:v>
                </c:pt>
                <c:pt idx="952">
                  <c:v>180.31638212029921</c:v>
                </c:pt>
                <c:pt idx="953">
                  <c:v>180.52792775256361</c:v>
                </c:pt>
                <c:pt idx="954">
                  <c:v>180.36114528638549</c:v>
                </c:pt>
                <c:pt idx="955">
                  <c:v>180.6287711258295</c:v>
                </c:pt>
                <c:pt idx="956">
                  <c:v>184.08610687910669</c:v>
                </c:pt>
                <c:pt idx="957">
                  <c:v>185.9630612122773</c:v>
                </c:pt>
                <c:pt idx="958">
                  <c:v>187.30865923027071</c:v>
                </c:pt>
                <c:pt idx="959">
                  <c:v>189.88132184504099</c:v>
                </c:pt>
                <c:pt idx="960">
                  <c:v>187.71737091777001</c:v>
                </c:pt>
                <c:pt idx="961">
                  <c:v>188.7987554226828</c:v>
                </c:pt>
                <c:pt idx="962">
                  <c:v>192.32057885418371</c:v>
                </c:pt>
                <c:pt idx="963">
                  <c:v>197.45771893618331</c:v>
                </c:pt>
                <c:pt idx="964">
                  <c:v>197.58046179446339</c:v>
                </c:pt>
                <c:pt idx="965">
                  <c:v>198.11748935883571</c:v>
                </c:pt>
                <c:pt idx="966">
                  <c:v>197.04725010376259</c:v>
                </c:pt>
                <c:pt idx="967">
                  <c:v>193.41438735548451</c:v>
                </c:pt>
                <c:pt idx="968">
                  <c:v>188.9858879356814</c:v>
                </c:pt>
                <c:pt idx="969">
                  <c:v>189.93715055259659</c:v>
                </c:pt>
                <c:pt idx="970">
                  <c:v>188.89970692990511</c:v>
                </c:pt>
                <c:pt idx="971">
                  <c:v>188.9627800950162</c:v>
                </c:pt>
                <c:pt idx="972">
                  <c:v>187.6956665911604</c:v>
                </c:pt>
                <c:pt idx="973">
                  <c:v>185.3443076469313</c:v>
                </c:pt>
                <c:pt idx="974">
                  <c:v>183.86986516547711</c:v>
                </c:pt>
                <c:pt idx="975">
                  <c:v>183.19537101852811</c:v>
                </c:pt>
                <c:pt idx="976">
                  <c:v>182.22762352819271</c:v>
                </c:pt>
                <c:pt idx="977">
                  <c:v>179.44917953023321</c:v>
                </c:pt>
                <c:pt idx="978">
                  <c:v>176.91352184943131</c:v>
                </c:pt>
                <c:pt idx="979">
                  <c:v>177.74308740573781</c:v>
                </c:pt>
                <c:pt idx="980">
                  <c:v>178.61321040968221</c:v>
                </c:pt>
                <c:pt idx="981">
                  <c:v>175.55179223184351</c:v>
                </c:pt>
                <c:pt idx="982">
                  <c:v>176.23575385976389</c:v>
                </c:pt>
                <c:pt idx="983">
                  <c:v>173.63697123334251</c:v>
                </c:pt>
                <c:pt idx="984">
                  <c:v>173.56547996248929</c:v>
                </c:pt>
                <c:pt idx="985">
                  <c:v>172.2088440094125</c:v>
                </c:pt>
                <c:pt idx="986">
                  <c:v>171.8388937471893</c:v>
                </c:pt>
                <c:pt idx="987">
                  <c:v>175.41127861264681</c:v>
                </c:pt>
                <c:pt idx="988">
                  <c:v>175.21102436114521</c:v>
                </c:pt>
                <c:pt idx="989">
                  <c:v>173.7358667007239</c:v>
                </c:pt>
                <c:pt idx="990">
                  <c:v>173.92430815780679</c:v>
                </c:pt>
                <c:pt idx="991">
                  <c:v>176.55976984937769</c:v>
                </c:pt>
                <c:pt idx="992">
                  <c:v>175.58108129113921</c:v>
                </c:pt>
                <c:pt idx="993">
                  <c:v>173.75941671941419</c:v>
                </c:pt>
                <c:pt idx="994">
                  <c:v>173.34552420318761</c:v>
                </c:pt>
                <c:pt idx="995">
                  <c:v>176.71486636132349</c:v>
                </c:pt>
                <c:pt idx="996">
                  <c:v>178.06872485768369</c:v>
                </c:pt>
                <c:pt idx="997">
                  <c:v>176.71956081937591</c:v>
                </c:pt>
                <c:pt idx="998">
                  <c:v>175.9939858619102</c:v>
                </c:pt>
                <c:pt idx="999">
                  <c:v>174.38166028851131</c:v>
                </c:pt>
                <c:pt idx="1000">
                  <c:v>173.62719415353581</c:v>
                </c:pt>
                <c:pt idx="1001">
                  <c:v>175.2747097587027</c:v>
                </c:pt>
                <c:pt idx="1002">
                  <c:v>175.9970336053895</c:v>
                </c:pt>
                <c:pt idx="1003">
                  <c:v>178.08832739729581</c:v>
                </c:pt>
                <c:pt idx="1004">
                  <c:v>177.8039197954331</c:v>
                </c:pt>
                <c:pt idx="1005">
                  <c:v>177.905384078559</c:v>
                </c:pt>
                <c:pt idx="1006">
                  <c:v>178.6051483512349</c:v>
                </c:pt>
                <c:pt idx="1007">
                  <c:v>181.71342366718011</c:v>
                </c:pt>
                <c:pt idx="1008">
                  <c:v>181.18924711026099</c:v>
                </c:pt>
                <c:pt idx="1009">
                  <c:v>182.11708334636131</c:v>
                </c:pt>
                <c:pt idx="1010">
                  <c:v>184.76321532264191</c:v>
                </c:pt>
                <c:pt idx="1011">
                  <c:v>187.03945883718441</c:v>
                </c:pt>
                <c:pt idx="1012">
                  <c:v>185.66690707714019</c:v>
                </c:pt>
                <c:pt idx="1013">
                  <c:v>186.0756431879725</c:v>
                </c:pt>
                <c:pt idx="1014">
                  <c:v>185.1474512767023</c:v>
                </c:pt>
                <c:pt idx="1015">
                  <c:v>187.35875818029069</c:v>
                </c:pt>
                <c:pt idx="1016">
                  <c:v>190.12473736291639</c:v>
                </c:pt>
                <c:pt idx="1017">
                  <c:v>192.80542422007099</c:v>
                </c:pt>
                <c:pt idx="1018">
                  <c:v>194.94568183467251</c:v>
                </c:pt>
                <c:pt idx="1019">
                  <c:v>194.57129391692811</c:v>
                </c:pt>
                <c:pt idx="1020">
                  <c:v>194.36847358298971</c:v>
                </c:pt>
                <c:pt idx="1021">
                  <c:v>199.57976967038559</c:v>
                </c:pt>
                <c:pt idx="1022">
                  <c:v>197.45031215566121</c:v>
                </c:pt>
                <c:pt idx="1023">
                  <c:v>198.42180046141911</c:v>
                </c:pt>
                <c:pt idx="1024">
                  <c:v>201.7593188995981</c:v>
                </c:pt>
                <c:pt idx="1025">
                  <c:v>200.49722737402621</c:v>
                </c:pt>
                <c:pt idx="1026">
                  <c:v>197.0429041925195</c:v>
                </c:pt>
                <c:pt idx="1027">
                  <c:v>197.48134714760991</c:v>
                </c:pt>
                <c:pt idx="1028">
                  <c:v>199.5304491194434</c:v>
                </c:pt>
                <c:pt idx="1029">
                  <c:v>198.464992543536</c:v>
                </c:pt>
                <c:pt idx="1030">
                  <c:v>197.2358805707247</c:v>
                </c:pt>
                <c:pt idx="1031">
                  <c:v>196.33819029374331</c:v>
                </c:pt>
                <c:pt idx="1032">
                  <c:v>197.6171117278181</c:v>
                </c:pt>
                <c:pt idx="1033">
                  <c:v>194.44694634419949</c:v>
                </c:pt>
                <c:pt idx="1034">
                  <c:v>194.47066889823421</c:v>
                </c:pt>
                <c:pt idx="1035">
                  <c:v>195.81392430466519</c:v>
                </c:pt>
                <c:pt idx="1036">
                  <c:v>195.41229151212369</c:v>
                </c:pt>
                <c:pt idx="1037">
                  <c:v>195.23488242478541</c:v>
                </c:pt>
                <c:pt idx="1038">
                  <c:v>191.96933969457919</c:v>
                </c:pt>
                <c:pt idx="1039">
                  <c:v>191.14510316922349</c:v>
                </c:pt>
                <c:pt idx="1040">
                  <c:v>193.51016770090831</c:v>
                </c:pt>
                <c:pt idx="1041">
                  <c:v>194.16306753418081</c:v>
                </c:pt>
                <c:pt idx="1042">
                  <c:v>189.72496855287079</c:v>
                </c:pt>
                <c:pt idx="1043">
                  <c:v>190.80247290098481</c:v>
                </c:pt>
                <c:pt idx="1044">
                  <c:v>189.62560922514831</c:v>
                </c:pt>
                <c:pt idx="1045">
                  <c:v>188.3018654325879</c:v>
                </c:pt>
                <c:pt idx="1046">
                  <c:v>190.11342622420159</c:v>
                </c:pt>
                <c:pt idx="1047">
                  <c:v>190.45190055258769</c:v>
                </c:pt>
                <c:pt idx="1048">
                  <c:v>189.137599395911</c:v>
                </c:pt>
                <c:pt idx="1049">
                  <c:v>193.56963684307831</c:v>
                </c:pt>
                <c:pt idx="1050">
                  <c:v>189.6326155851385</c:v>
                </c:pt>
                <c:pt idx="1051">
                  <c:v>185.16563865501561</c:v>
                </c:pt>
                <c:pt idx="1052">
                  <c:v>183.44311204737781</c:v>
                </c:pt>
                <c:pt idx="1053">
                  <c:v>183.48289224620581</c:v>
                </c:pt>
                <c:pt idx="1054">
                  <c:v>182.77811124110869</c:v>
                </c:pt>
                <c:pt idx="1055">
                  <c:v>185.16190243649231</c:v>
                </c:pt>
                <c:pt idx="1056">
                  <c:v>194.67963289863221</c:v>
                </c:pt>
                <c:pt idx="1057">
                  <c:v>193.33106170158479</c:v>
                </c:pt>
                <c:pt idx="1058">
                  <c:v>194.10134472961161</c:v>
                </c:pt>
                <c:pt idx="1059">
                  <c:v>193.9035161680039</c:v>
                </c:pt>
                <c:pt idx="1060">
                  <c:v>193.20956389105959</c:v>
                </c:pt>
                <c:pt idx="1061">
                  <c:v>194.70096299935111</c:v>
                </c:pt>
                <c:pt idx="1062">
                  <c:v>192.60497978797591</c:v>
                </c:pt>
                <c:pt idx="1063">
                  <c:v>190.5778040441667</c:v>
                </c:pt>
                <c:pt idx="1064">
                  <c:v>189.23392130669089</c:v>
                </c:pt>
                <c:pt idx="1065">
                  <c:v>192.043793850002</c:v>
                </c:pt>
                <c:pt idx="1066">
                  <c:v>193.76627391667441</c:v>
                </c:pt>
                <c:pt idx="1067">
                  <c:v>196.98269793877861</c:v>
                </c:pt>
                <c:pt idx="1068">
                  <c:v>197.59835037516831</c:v>
                </c:pt>
                <c:pt idx="1069">
                  <c:v>201.4121135525308</c:v>
                </c:pt>
                <c:pt idx="1070">
                  <c:v>199.3665203315187</c:v>
                </c:pt>
                <c:pt idx="1071">
                  <c:v>197.63912998096029</c:v>
                </c:pt>
                <c:pt idx="1072">
                  <c:v>193.7219143653015</c:v>
                </c:pt>
                <c:pt idx="1073">
                  <c:v>198.51709142373139</c:v>
                </c:pt>
                <c:pt idx="1074">
                  <c:v>201.2225834091106</c:v>
                </c:pt>
                <c:pt idx="1075">
                  <c:v>203.0030125292769</c:v>
                </c:pt>
                <c:pt idx="1076">
                  <c:v>206.55193467983031</c:v>
                </c:pt>
                <c:pt idx="1077">
                  <c:v>207.54969370935399</c:v>
                </c:pt>
                <c:pt idx="1078">
                  <c:v>208.25834916423861</c:v>
                </c:pt>
                <c:pt idx="1079">
                  <c:v>204.85289725849259</c:v>
                </c:pt>
                <c:pt idx="1080">
                  <c:v>204.6565969402252</c:v>
                </c:pt>
                <c:pt idx="1081">
                  <c:v>199.92711126885291</c:v>
                </c:pt>
                <c:pt idx="1082">
                  <c:v>192.73851727531661</c:v>
                </c:pt>
                <c:pt idx="1083">
                  <c:v>195.62509925210779</c:v>
                </c:pt>
                <c:pt idx="1084">
                  <c:v>194.93018003444379</c:v>
                </c:pt>
                <c:pt idx="1085">
                  <c:v>191.2053743929323</c:v>
                </c:pt>
                <c:pt idx="1086">
                  <c:v>187.93400496571181</c:v>
                </c:pt>
                <c:pt idx="1087">
                  <c:v>187.32032606135351</c:v>
                </c:pt>
                <c:pt idx="1088">
                  <c:v>193.76402093280879</c:v>
                </c:pt>
                <c:pt idx="1089">
                  <c:v>193.46821815514221</c:v>
                </c:pt>
                <c:pt idx="1090">
                  <c:v>191.72472419852559</c:v>
                </c:pt>
                <c:pt idx="1091">
                  <c:v>196.72761455602199</c:v>
                </c:pt>
                <c:pt idx="1092">
                  <c:v>192.14853400274049</c:v>
                </c:pt>
                <c:pt idx="1093">
                  <c:v>192.01289375294809</c:v>
                </c:pt>
                <c:pt idx="1094">
                  <c:v>192.645730629404</c:v>
                </c:pt>
                <c:pt idx="1095">
                  <c:v>193.40655353075931</c:v>
                </c:pt>
                <c:pt idx="1096">
                  <c:v>193.7546993854229</c:v>
                </c:pt>
                <c:pt idx="1097">
                  <c:v>193.8071607073432</c:v>
                </c:pt>
                <c:pt idx="1098">
                  <c:v>190.2130448916424</c:v>
                </c:pt>
                <c:pt idx="1099">
                  <c:v>193.13467536444449</c:v>
                </c:pt>
                <c:pt idx="1100">
                  <c:v>193.51374438418239</c:v>
                </c:pt>
                <c:pt idx="1101">
                  <c:v>188.57770990404401</c:v>
                </c:pt>
                <c:pt idx="1102">
                  <c:v>187.80243625084131</c:v>
                </c:pt>
                <c:pt idx="1103">
                  <c:v>186.41118464477191</c:v>
                </c:pt>
                <c:pt idx="1104">
                  <c:v>181.5712381207824</c:v>
                </c:pt>
                <c:pt idx="1105">
                  <c:v>183.10264815803029</c:v>
                </c:pt>
                <c:pt idx="1106">
                  <c:v>182.0940045544863</c:v>
                </c:pt>
                <c:pt idx="1107">
                  <c:v>181.75618723456671</c:v>
                </c:pt>
                <c:pt idx="1108">
                  <c:v>183.31693646836061</c:v>
                </c:pt>
                <c:pt idx="1109">
                  <c:v>186.3894104484379</c:v>
                </c:pt>
                <c:pt idx="1110">
                  <c:v>186.14022021686429</c:v>
                </c:pt>
                <c:pt idx="1111">
                  <c:v>187.56563960423739</c:v>
                </c:pt>
                <c:pt idx="1112">
                  <c:v>188.50989548264971</c:v>
                </c:pt>
                <c:pt idx="1113">
                  <c:v>186.00663267426259</c:v>
                </c:pt>
                <c:pt idx="1114">
                  <c:v>186.13339859483699</c:v>
                </c:pt>
                <c:pt idx="1115">
                  <c:v>189.83984517487099</c:v>
                </c:pt>
                <c:pt idx="1116">
                  <c:v>190.43762747962501</c:v>
                </c:pt>
                <c:pt idx="1117">
                  <c:v>186.45387829975479</c:v>
                </c:pt>
                <c:pt idx="1118">
                  <c:v>182.74092983497329</c:v>
                </c:pt>
                <c:pt idx="1119">
                  <c:v>184.73779759439969</c:v>
                </c:pt>
                <c:pt idx="1120">
                  <c:v>186.3377117782901</c:v>
                </c:pt>
                <c:pt idx="1121">
                  <c:v>187.04088464250941</c:v>
                </c:pt>
                <c:pt idx="1122">
                  <c:v>187.90466022067741</c:v>
                </c:pt>
                <c:pt idx="1123">
                  <c:v>189.2086958350327</c:v>
                </c:pt>
                <c:pt idx="1124">
                  <c:v>192.02247524574719</c:v>
                </c:pt>
                <c:pt idx="1125">
                  <c:v>191.0258291563199</c:v>
                </c:pt>
                <c:pt idx="1126">
                  <c:v>189.89024028828359</c:v>
                </c:pt>
                <c:pt idx="1127">
                  <c:v>188.58501694195269</c:v>
                </c:pt>
                <c:pt idx="1128">
                  <c:v>190.5241394291314</c:v>
                </c:pt>
                <c:pt idx="1129">
                  <c:v>191.59670824849289</c:v>
                </c:pt>
                <c:pt idx="1130">
                  <c:v>191.5113964586649</c:v>
                </c:pt>
                <c:pt idx="1131">
                  <c:v>188.79027682538131</c:v>
                </c:pt>
                <c:pt idx="1132">
                  <c:v>186.38640660898309</c:v>
                </c:pt>
                <c:pt idx="1133">
                  <c:v>187.77656602286041</c:v>
                </c:pt>
                <c:pt idx="1134">
                  <c:v>187.66304375597289</c:v>
                </c:pt>
                <c:pt idx="1135">
                  <c:v>187.89347534349781</c:v>
                </c:pt>
                <c:pt idx="1136">
                  <c:v>184.85985444983089</c:v>
                </c:pt>
                <c:pt idx="1137">
                  <c:v>185.9671763520758</c:v>
                </c:pt>
                <c:pt idx="1138">
                  <c:v>188.1352589180658</c:v>
                </c:pt>
                <c:pt idx="1139">
                  <c:v>186.83296282635879</c:v>
                </c:pt>
                <c:pt idx="1140">
                  <c:v>184.6389837345624</c:v>
                </c:pt>
                <c:pt idx="1141">
                  <c:v>182.89990306776369</c:v>
                </c:pt>
                <c:pt idx="1142">
                  <c:v>183.30160831410109</c:v>
                </c:pt>
                <c:pt idx="1143">
                  <c:v>180.5486493491664</c:v>
                </c:pt>
                <c:pt idx="1144">
                  <c:v>185.621695531001</c:v>
                </c:pt>
                <c:pt idx="1145">
                  <c:v>182.20070259580959</c:v>
                </c:pt>
                <c:pt idx="1146">
                  <c:v>182.4737647900366</c:v>
                </c:pt>
                <c:pt idx="1147">
                  <c:v>185.69452790357849</c:v>
                </c:pt>
                <c:pt idx="1148">
                  <c:v>185.11004989360109</c:v>
                </c:pt>
                <c:pt idx="1149">
                  <c:v>188.92886607278149</c:v>
                </c:pt>
                <c:pt idx="1150">
                  <c:v>190.05040568542421</c:v>
                </c:pt>
                <c:pt idx="1151">
                  <c:v>189.80890372723971</c:v>
                </c:pt>
                <c:pt idx="1152">
                  <c:v>187.34695478815351</c:v>
                </c:pt>
                <c:pt idx="1153">
                  <c:v>186.90150111998511</c:v>
                </c:pt>
                <c:pt idx="1154">
                  <c:v>184.88411159946969</c:v>
                </c:pt>
                <c:pt idx="1155">
                  <c:v>184.08333521251811</c:v>
                </c:pt>
                <c:pt idx="1156">
                  <c:v>184.36368812407579</c:v>
                </c:pt>
                <c:pt idx="1157">
                  <c:v>183.24626487169661</c:v>
                </c:pt>
                <c:pt idx="1158">
                  <c:v>181.13856788150929</c:v>
                </c:pt>
                <c:pt idx="1159">
                  <c:v>181.06066700084159</c:v>
                </c:pt>
                <c:pt idx="1160">
                  <c:v>182.55328156550229</c:v>
                </c:pt>
                <c:pt idx="1161">
                  <c:v>183.71648579238979</c:v>
                </c:pt>
                <c:pt idx="1162">
                  <c:v>185.6242878632367</c:v>
                </c:pt>
                <c:pt idx="1163">
                  <c:v>183.00782991890819</c:v>
                </c:pt>
                <c:pt idx="1164">
                  <c:v>181.1191622335237</c:v>
                </c:pt>
                <c:pt idx="1165">
                  <c:v>181.51226243469711</c:v>
                </c:pt>
                <c:pt idx="1166">
                  <c:v>182.19051959275291</c:v>
                </c:pt>
                <c:pt idx="1167">
                  <c:v>183.0418445864278</c:v>
                </c:pt>
                <c:pt idx="1168">
                  <c:v>182.06780970618269</c:v>
                </c:pt>
                <c:pt idx="1169">
                  <c:v>178.8528048733661</c:v>
                </c:pt>
                <c:pt idx="1170">
                  <c:v>178.22141191515649</c:v>
                </c:pt>
                <c:pt idx="1171">
                  <c:v>177.79124798505001</c:v>
                </c:pt>
                <c:pt idx="1172">
                  <c:v>178.11058762228009</c:v>
                </c:pt>
                <c:pt idx="1173">
                  <c:v>176.98239737778869</c:v>
                </c:pt>
                <c:pt idx="1174">
                  <c:v>179.04642471824749</c:v>
                </c:pt>
                <c:pt idx="1175">
                  <c:v>179.53915892544191</c:v>
                </c:pt>
                <c:pt idx="1176">
                  <c:v>180.5723644225267</c:v>
                </c:pt>
                <c:pt idx="1177">
                  <c:v>181.47852061586329</c:v>
                </c:pt>
                <c:pt idx="1178">
                  <c:v>184.09332584846669</c:v>
                </c:pt>
                <c:pt idx="1179">
                  <c:v>182.4718760727103</c:v>
                </c:pt>
                <c:pt idx="1180">
                  <c:v>180.99234185819961</c:v>
                </c:pt>
                <c:pt idx="1181">
                  <c:v>184.36160212491961</c:v>
                </c:pt>
                <c:pt idx="1182">
                  <c:v>183.47029322652489</c:v>
                </c:pt>
                <c:pt idx="1183">
                  <c:v>183.77205066210209</c:v>
                </c:pt>
                <c:pt idx="1184">
                  <c:v>184.78350016038129</c:v>
                </c:pt>
                <c:pt idx="1185">
                  <c:v>188.81899063976081</c:v>
                </c:pt>
                <c:pt idx="1186">
                  <c:v>192.457541732132</c:v>
                </c:pt>
                <c:pt idx="1187">
                  <c:v>194.1357752106689</c:v>
                </c:pt>
                <c:pt idx="1188">
                  <c:v>195.40378381481949</c:v>
                </c:pt>
                <c:pt idx="1189">
                  <c:v>195.61504467807219</c:v>
                </c:pt>
                <c:pt idx="1190">
                  <c:v>195.26990948361379</c:v>
                </c:pt>
                <c:pt idx="1191">
                  <c:v>194.55620385967401</c:v>
                </c:pt>
                <c:pt idx="1192">
                  <c:v>195.1203151431869</c:v>
                </c:pt>
                <c:pt idx="1193">
                  <c:v>195.17089918340179</c:v>
                </c:pt>
                <c:pt idx="1194">
                  <c:v>195.0655293326991</c:v>
                </c:pt>
                <c:pt idx="1195">
                  <c:v>194.56823812141729</c:v>
                </c:pt>
                <c:pt idx="1196">
                  <c:v>196.07769605144631</c:v>
                </c:pt>
                <c:pt idx="1197">
                  <c:v>198.67653825423241</c:v>
                </c:pt>
                <c:pt idx="1198">
                  <c:v>197.30945744868399</c:v>
                </c:pt>
                <c:pt idx="1199">
                  <c:v>198.0524518088701</c:v>
                </c:pt>
                <c:pt idx="1200">
                  <c:v>199.04518774299461</c:v>
                </c:pt>
                <c:pt idx="1201">
                  <c:v>200.9848888720272</c:v>
                </c:pt>
                <c:pt idx="1202">
                  <c:v>201.66590256048761</c:v>
                </c:pt>
                <c:pt idx="1203">
                  <c:v>202.6113738510704</c:v>
                </c:pt>
                <c:pt idx="1204">
                  <c:v>203.8352153431633</c:v>
                </c:pt>
                <c:pt idx="1205">
                  <c:v>205.205994159581</c:v>
                </c:pt>
                <c:pt idx="1206">
                  <c:v>204.720958574896</c:v>
                </c:pt>
                <c:pt idx="1207">
                  <c:v>206.42190179434979</c:v>
                </c:pt>
                <c:pt idx="1208">
                  <c:v>204.24894793665351</c:v>
                </c:pt>
                <c:pt idx="1209">
                  <c:v>203.46966876876979</c:v>
                </c:pt>
                <c:pt idx="1210">
                  <c:v>204.2613773199036</c:v>
                </c:pt>
                <c:pt idx="1211">
                  <c:v>205.57350679027991</c:v>
                </c:pt>
                <c:pt idx="1212">
                  <c:v>204.72357891453979</c:v>
                </c:pt>
                <c:pt idx="1213">
                  <c:v>205.80289281459611</c:v>
                </c:pt>
                <c:pt idx="1214">
                  <c:v>204.73441388159731</c:v>
                </c:pt>
                <c:pt idx="1215">
                  <c:v>207.2205134123864</c:v>
                </c:pt>
                <c:pt idx="1216">
                  <c:v>207.12194322000369</c:v>
                </c:pt>
                <c:pt idx="1217">
                  <c:v>207.1549468896998</c:v>
                </c:pt>
                <c:pt idx="1218">
                  <c:v>205.97359836596101</c:v>
                </c:pt>
                <c:pt idx="1219">
                  <c:v>202.67812010801589</c:v>
                </c:pt>
                <c:pt idx="1220">
                  <c:v>203.91637225824039</c:v>
                </c:pt>
                <c:pt idx="1221">
                  <c:v>206.8433500253401</c:v>
                </c:pt>
                <c:pt idx="1222">
                  <c:v>207.0058071751443</c:v>
                </c:pt>
                <c:pt idx="1223">
                  <c:v>209.6673217958394</c:v>
                </c:pt>
                <c:pt idx="1224">
                  <c:v>210.56116498314771</c:v>
                </c:pt>
                <c:pt idx="1225">
                  <c:v>215.12503128617021</c:v>
                </c:pt>
                <c:pt idx="1226">
                  <c:v>217.0450381187909</c:v>
                </c:pt>
                <c:pt idx="1227">
                  <c:v>216.6447914309897</c:v>
                </c:pt>
                <c:pt idx="1228">
                  <c:v>220.8104241180335</c:v>
                </c:pt>
                <c:pt idx="1229">
                  <c:v>221.24012321810909</c:v>
                </c:pt>
                <c:pt idx="1230">
                  <c:v>221.0256852377249</c:v>
                </c:pt>
                <c:pt idx="1231">
                  <c:v>222.97608747234329</c:v>
                </c:pt>
                <c:pt idx="1232">
                  <c:v>223.54911810993639</c:v>
                </c:pt>
                <c:pt idx="1233">
                  <c:v>224.67356418387061</c:v>
                </c:pt>
                <c:pt idx="1234">
                  <c:v>221.9710945824267</c:v>
                </c:pt>
                <c:pt idx="1235">
                  <c:v>223.31737662295441</c:v>
                </c:pt>
                <c:pt idx="1236">
                  <c:v>221.96535862021571</c:v>
                </c:pt>
                <c:pt idx="1237">
                  <c:v>219.95673502662689</c:v>
                </c:pt>
                <c:pt idx="1238">
                  <c:v>218.68749846901159</c:v>
                </c:pt>
                <c:pt idx="1239">
                  <c:v>220.87280233366729</c:v>
                </c:pt>
                <c:pt idx="1240">
                  <c:v>220.84059097765561</c:v>
                </c:pt>
                <c:pt idx="1241">
                  <c:v>222.0431337015674</c:v>
                </c:pt>
                <c:pt idx="1242">
                  <c:v>222.03416546909531</c:v>
                </c:pt>
                <c:pt idx="1243">
                  <c:v>221.52828127578741</c:v>
                </c:pt>
                <c:pt idx="1244">
                  <c:v>218.83943350951</c:v>
                </c:pt>
                <c:pt idx="1245">
                  <c:v>220.82817191672109</c:v>
                </c:pt>
                <c:pt idx="1246">
                  <c:v>219.7336354523288</c:v>
                </c:pt>
                <c:pt idx="1247">
                  <c:v>217.9867091533342</c:v>
                </c:pt>
                <c:pt idx="1248">
                  <c:v>217.75219920087139</c:v>
                </c:pt>
                <c:pt idx="1249">
                  <c:v>220.4776136840386</c:v>
                </c:pt>
                <c:pt idx="1250">
                  <c:v>218.59620098212099</c:v>
                </c:pt>
                <c:pt idx="1251">
                  <c:v>219.002511683129</c:v>
                </c:pt>
                <c:pt idx="1252">
                  <c:v>218.21599288013849</c:v>
                </c:pt>
                <c:pt idx="1253">
                  <c:v>216.8463569268431</c:v>
                </c:pt>
                <c:pt idx="1254">
                  <c:v>217.9828472261427</c:v>
                </c:pt>
                <c:pt idx="1255">
                  <c:v>220.05210395851191</c:v>
                </c:pt>
                <c:pt idx="1256">
                  <c:v>221.37481328595939</c:v>
                </c:pt>
                <c:pt idx="1257">
                  <c:v>222.3198722239045</c:v>
                </c:pt>
                <c:pt idx="1258">
                  <c:v>224.64684498111501</c:v>
                </c:pt>
                <c:pt idx="1259">
                  <c:v>220.66247694952989</c:v>
                </c:pt>
                <c:pt idx="1260">
                  <c:v>221.9789368013387</c:v>
                </c:pt>
                <c:pt idx="1261">
                  <c:v>224.43691821316821</c:v>
                </c:pt>
                <c:pt idx="1262">
                  <c:v>224.0206328284066</c:v>
                </c:pt>
                <c:pt idx="1263">
                  <c:v>224.2332676449015</c:v>
                </c:pt>
                <c:pt idx="1264">
                  <c:v>223.69582922503761</c:v>
                </c:pt>
                <c:pt idx="1265">
                  <c:v>222.64718295319571</c:v>
                </c:pt>
                <c:pt idx="1266">
                  <c:v>222.065267484571</c:v>
                </c:pt>
                <c:pt idx="1267">
                  <c:v>221.27827494320221</c:v>
                </c:pt>
                <c:pt idx="1268">
                  <c:v>218.6706630153582</c:v>
                </c:pt>
                <c:pt idx="1269">
                  <c:v>219.43575729737481</c:v>
                </c:pt>
                <c:pt idx="1270">
                  <c:v>220.75616142244499</c:v>
                </c:pt>
                <c:pt idx="1271">
                  <c:v>220.5969946020854</c:v>
                </c:pt>
                <c:pt idx="1272">
                  <c:v>219.36688952357679</c:v>
                </c:pt>
                <c:pt idx="1273">
                  <c:v>219.72911200156821</c:v>
                </c:pt>
                <c:pt idx="1274">
                  <c:v>218.8906069574808</c:v>
                </c:pt>
                <c:pt idx="1275">
                  <c:v>219.55530545231909</c:v>
                </c:pt>
                <c:pt idx="1276">
                  <c:v>218.21365515861979</c:v>
                </c:pt>
                <c:pt idx="1277">
                  <c:v>220.4554621262952</c:v>
                </c:pt>
                <c:pt idx="1278">
                  <c:v>222.51555056465779</c:v>
                </c:pt>
                <c:pt idx="1279">
                  <c:v>221.91510546444241</c:v>
                </c:pt>
                <c:pt idx="1280">
                  <c:v>221.75114078066159</c:v>
                </c:pt>
                <c:pt idx="1281">
                  <c:v>223.88815884557241</c:v>
                </c:pt>
                <c:pt idx="1282">
                  <c:v>226.36493979221629</c:v>
                </c:pt>
                <c:pt idx="1283">
                  <c:v>225.12355770526199</c:v>
                </c:pt>
                <c:pt idx="1284">
                  <c:v>222.10704330339689</c:v>
                </c:pt>
                <c:pt idx="1285">
                  <c:v>224.54362621523671</c:v>
                </c:pt>
                <c:pt idx="1286">
                  <c:v>224.04059178755</c:v>
                </c:pt>
                <c:pt idx="1287">
                  <c:v>222.5952033976786</c:v>
                </c:pt>
                <c:pt idx="1288">
                  <c:v>220.8508906471163</c:v>
                </c:pt>
                <c:pt idx="1289">
                  <c:v>220.70031586303031</c:v>
                </c:pt>
                <c:pt idx="1290">
                  <c:v>223.75091633312761</c:v>
                </c:pt>
                <c:pt idx="1291">
                  <c:v>225.32081301937379</c:v>
                </c:pt>
                <c:pt idx="1292">
                  <c:v>225.13892312583141</c:v>
                </c:pt>
                <c:pt idx="1293">
                  <c:v>226.5731079567374</c:v>
                </c:pt>
                <c:pt idx="1294">
                  <c:v>227.77934437583809</c:v>
                </c:pt>
                <c:pt idx="1295">
                  <c:v>227.05477110451321</c:v>
                </c:pt>
                <c:pt idx="1296">
                  <c:v>227.57395066949451</c:v>
                </c:pt>
                <c:pt idx="1297">
                  <c:v>230.00272047115379</c:v>
                </c:pt>
                <c:pt idx="1298">
                  <c:v>227.78218110213169</c:v>
                </c:pt>
                <c:pt idx="1299">
                  <c:v>227.7286941515616</c:v>
                </c:pt>
                <c:pt idx="1300">
                  <c:v>227.51022468789191</c:v>
                </c:pt>
                <c:pt idx="1301">
                  <c:v>224.62792544189969</c:v>
                </c:pt>
                <c:pt idx="1302">
                  <c:v>223.81208887844551</c:v>
                </c:pt>
                <c:pt idx="1303">
                  <c:v>225.91178891755169</c:v>
                </c:pt>
                <c:pt idx="1304">
                  <c:v>226.29340547106671</c:v>
                </c:pt>
                <c:pt idx="1305">
                  <c:v>225.7509417009353</c:v>
                </c:pt>
                <c:pt idx="1306">
                  <c:v>223.45871821188331</c:v>
                </c:pt>
                <c:pt idx="1307">
                  <c:v>223.68244396888161</c:v>
                </c:pt>
                <c:pt idx="1308">
                  <c:v>223.76281946801279</c:v>
                </c:pt>
                <c:pt idx="1309">
                  <c:v>224.93533362772189</c:v>
                </c:pt>
                <c:pt idx="1310">
                  <c:v>226.5184536193764</c:v>
                </c:pt>
                <c:pt idx="1311">
                  <c:v>227.7278892429118</c:v>
                </c:pt>
                <c:pt idx="1312">
                  <c:v>227.8241284516258</c:v>
                </c:pt>
                <c:pt idx="1313">
                  <c:v>226.98668534236941</c:v>
                </c:pt>
                <c:pt idx="1314">
                  <c:v>228.75854035844591</c:v>
                </c:pt>
                <c:pt idx="1315">
                  <c:v>227.71894835670111</c:v>
                </c:pt>
                <c:pt idx="1316">
                  <c:v>225.64840720608979</c:v>
                </c:pt>
                <c:pt idx="1317">
                  <c:v>227.24768628217399</c:v>
                </c:pt>
                <c:pt idx="1318">
                  <c:v>226.25357650659791</c:v>
                </c:pt>
                <c:pt idx="1319">
                  <c:v>224.90133273683179</c:v>
                </c:pt>
                <c:pt idx="1320">
                  <c:v>224.62075790618681</c:v>
                </c:pt>
                <c:pt idx="1321">
                  <c:v>223.8589015305968</c:v>
                </c:pt>
                <c:pt idx="1322">
                  <c:v>226.69223912095109</c:v>
                </c:pt>
                <c:pt idx="1323">
                  <c:v>223.31718281551511</c:v>
                </c:pt>
                <c:pt idx="1324">
                  <c:v>221.39294371156049</c:v>
                </c:pt>
                <c:pt idx="1325">
                  <c:v>221.16692722781079</c:v>
                </c:pt>
                <c:pt idx="1326">
                  <c:v>224.79872148306461</c:v>
                </c:pt>
                <c:pt idx="1327">
                  <c:v>229.44176568156499</c:v>
                </c:pt>
                <c:pt idx="1328">
                  <c:v>231.63996892332969</c:v>
                </c:pt>
                <c:pt idx="1329">
                  <c:v>233.7882500952864</c:v>
                </c:pt>
                <c:pt idx="1330">
                  <c:v>234.9883406042176</c:v>
                </c:pt>
                <c:pt idx="1331">
                  <c:v>234.25501424648999</c:v>
                </c:pt>
                <c:pt idx="1332">
                  <c:v>236.64312981822499</c:v>
                </c:pt>
                <c:pt idx="1333">
                  <c:v>237.18980945532149</c:v>
                </c:pt>
                <c:pt idx="1334">
                  <c:v>240.59913916066131</c:v>
                </c:pt>
                <c:pt idx="1335">
                  <c:v>243.22665025644329</c:v>
                </c:pt>
                <c:pt idx="1336">
                  <c:v>242.3361272326396</c:v>
                </c:pt>
                <c:pt idx="1337">
                  <c:v>242.38886736500601</c:v>
                </c:pt>
                <c:pt idx="1338">
                  <c:v>242.28999418850009</c:v>
                </c:pt>
                <c:pt idx="1339">
                  <c:v>245.0207117103852</c:v>
                </c:pt>
                <c:pt idx="1340">
                  <c:v>245.73141855114309</c:v>
                </c:pt>
                <c:pt idx="1341">
                  <c:v>245.11144127953801</c:v>
                </c:pt>
                <c:pt idx="1342">
                  <c:v>244.70295856978061</c:v>
                </c:pt>
                <c:pt idx="1343">
                  <c:v>245.77250238031789</c:v>
                </c:pt>
                <c:pt idx="1344">
                  <c:v>245.3720441815876</c:v>
                </c:pt>
                <c:pt idx="1345">
                  <c:v>246.83931339854479</c:v>
                </c:pt>
                <c:pt idx="1346">
                  <c:v>248.24721986131561</c:v>
                </c:pt>
                <c:pt idx="1347">
                  <c:v>248.59639122738591</c:v>
                </c:pt>
                <c:pt idx="1348">
                  <c:v>250.24345226416861</c:v>
                </c:pt>
                <c:pt idx="1349">
                  <c:v>249.5356920380807</c:v>
                </c:pt>
                <c:pt idx="1350">
                  <c:v>248.92754160931199</c:v>
                </c:pt>
                <c:pt idx="1351">
                  <c:v>250.19900074204651</c:v>
                </c:pt>
                <c:pt idx="1352">
                  <c:v>249.44983770266421</c:v>
                </c:pt>
                <c:pt idx="1353">
                  <c:v>248.66453688988921</c:v>
                </c:pt>
                <c:pt idx="1354">
                  <c:v>253.2697917983906</c:v>
                </c:pt>
                <c:pt idx="1355">
                  <c:v>255.87302386682879</c:v>
                </c:pt>
                <c:pt idx="1356">
                  <c:v>256.14469233755062</c:v>
                </c:pt>
                <c:pt idx="1357">
                  <c:v>256.77887669896768</c:v>
                </c:pt>
                <c:pt idx="1358">
                  <c:v>256.8309059644867</c:v>
                </c:pt>
                <c:pt idx="1359">
                  <c:v>256.42131005202918</c:v>
                </c:pt>
                <c:pt idx="1360">
                  <c:v>258.45201196893152</c:v>
                </c:pt>
                <c:pt idx="1361">
                  <c:v>259.85089557302342</c:v>
                </c:pt>
                <c:pt idx="1362">
                  <c:v>260.91721420095712</c:v>
                </c:pt>
                <c:pt idx="1363">
                  <c:v>262.12438314184021</c:v>
                </c:pt>
                <c:pt idx="1364">
                  <c:v>262.90024934224812</c:v>
                </c:pt>
                <c:pt idx="1365">
                  <c:v>260.30684568618068</c:v>
                </c:pt>
                <c:pt idx="1366">
                  <c:v>260.75762444391142</c:v>
                </c:pt>
                <c:pt idx="1367">
                  <c:v>258.69184199297371</c:v>
                </c:pt>
                <c:pt idx="1368">
                  <c:v>259.91104868515629</c:v>
                </c:pt>
                <c:pt idx="1369">
                  <c:v>259.72428166651099</c:v>
                </c:pt>
                <c:pt idx="1370">
                  <c:v>260.7859859173866</c:v>
                </c:pt>
                <c:pt idx="1371">
                  <c:v>259.97104331243582</c:v>
                </c:pt>
                <c:pt idx="1372">
                  <c:v>259.334890216406</c:v>
                </c:pt>
                <c:pt idx="1373">
                  <c:v>258.99140753862122</c:v>
                </c:pt>
                <c:pt idx="1374">
                  <c:v>260.79480956010951</c:v>
                </c:pt>
                <c:pt idx="1375">
                  <c:v>257.52486500502562</c:v>
                </c:pt>
                <c:pt idx="1376">
                  <c:v>257.28185291908119</c:v>
                </c:pt>
                <c:pt idx="1377">
                  <c:v>254.8857277064574</c:v>
                </c:pt>
                <c:pt idx="1378">
                  <c:v>254.72808480236881</c:v>
                </c:pt>
                <c:pt idx="1379">
                  <c:v>253.04045098769899</c:v>
                </c:pt>
                <c:pt idx="1380">
                  <c:v>255.62388632052719</c:v>
                </c:pt>
                <c:pt idx="1381">
                  <c:v>255.35041752044739</c:v>
                </c:pt>
                <c:pt idx="1382">
                  <c:v>255.03986274329259</c:v>
                </c:pt>
                <c:pt idx="1383">
                  <c:v>255.6634373223373</c:v>
                </c:pt>
                <c:pt idx="1384">
                  <c:v>254.2996785352228</c:v>
                </c:pt>
                <c:pt idx="1385">
                  <c:v>252.34732984572219</c:v>
                </c:pt>
                <c:pt idx="1386">
                  <c:v>254.21989230414451</c:v>
                </c:pt>
                <c:pt idx="1387">
                  <c:v>255.05716934404339</c:v>
                </c:pt>
                <c:pt idx="1388">
                  <c:v>252.9393184510964</c:v>
                </c:pt>
                <c:pt idx="1389">
                  <c:v>254.8471626477405</c:v>
                </c:pt>
                <c:pt idx="1390">
                  <c:v>258.56223307413478</c:v>
                </c:pt>
                <c:pt idx="1391">
                  <c:v>259.88186868401311</c:v>
                </c:pt>
                <c:pt idx="1392">
                  <c:v>256.51344836885102</c:v>
                </c:pt>
                <c:pt idx="1393">
                  <c:v>257.24784128322187</c:v>
                </c:pt>
                <c:pt idx="1394">
                  <c:v>256.6564635032226</c:v>
                </c:pt>
                <c:pt idx="1395">
                  <c:v>257.68901455438402</c:v>
                </c:pt>
                <c:pt idx="1396">
                  <c:v>257.46108701820668</c:v>
                </c:pt>
                <c:pt idx="1397">
                  <c:v>259.49548208603471</c:v>
                </c:pt>
                <c:pt idx="1398">
                  <c:v>260.01728549687539</c:v>
                </c:pt>
                <c:pt idx="1399">
                  <c:v>258.58139901361682</c:v>
                </c:pt>
                <c:pt idx="1400">
                  <c:v>259.81247774670481</c:v>
                </c:pt>
                <c:pt idx="1401">
                  <c:v>258.301527319917</c:v>
                </c:pt>
                <c:pt idx="1402">
                  <c:v>257.74615817524972</c:v>
                </c:pt>
                <c:pt idx="1403">
                  <c:v>261.1759171726614</c:v>
                </c:pt>
                <c:pt idx="1404">
                  <c:v>259.91549347654961</c:v>
                </c:pt>
                <c:pt idx="1405">
                  <c:v>257.46986719236179</c:v>
                </c:pt>
                <c:pt idx="1406">
                  <c:v>257.41400588268863</c:v>
                </c:pt>
                <c:pt idx="1407">
                  <c:v>254.64233090168011</c:v>
                </c:pt>
                <c:pt idx="1408">
                  <c:v>254.2608334012213</c:v>
                </c:pt>
                <c:pt idx="1409">
                  <c:v>255.89858458221329</c:v>
                </c:pt>
                <c:pt idx="1410">
                  <c:v>256.89749271744222</c:v>
                </c:pt>
                <c:pt idx="1411">
                  <c:v>256.76093621334292</c:v>
                </c:pt>
                <c:pt idx="1412">
                  <c:v>253.46919242812859</c:v>
                </c:pt>
                <c:pt idx="1413">
                  <c:v>254.04562040921871</c:v>
                </c:pt>
                <c:pt idx="1414">
                  <c:v>253.05880050873299</c:v>
                </c:pt>
                <c:pt idx="1415">
                  <c:v>252.54253262926181</c:v>
                </c:pt>
                <c:pt idx="1416">
                  <c:v>252.1745294983472</c:v>
                </c:pt>
                <c:pt idx="1417">
                  <c:v>251.78524598052701</c:v>
                </c:pt>
                <c:pt idx="1418">
                  <c:v>252.28615609328509</c:v>
                </c:pt>
                <c:pt idx="1419">
                  <c:v>254.57171050841379</c:v>
                </c:pt>
                <c:pt idx="1420">
                  <c:v>254.27972711991279</c:v>
                </c:pt>
                <c:pt idx="1421">
                  <c:v>253.909923956347</c:v>
                </c:pt>
                <c:pt idx="1422">
                  <c:v>253.6146763731048</c:v>
                </c:pt>
                <c:pt idx="1423">
                  <c:v>254.31196403714449</c:v>
                </c:pt>
                <c:pt idx="1424">
                  <c:v>255.8981576551887</c:v>
                </c:pt>
                <c:pt idx="1425">
                  <c:v>256.48442540284418</c:v>
                </c:pt>
                <c:pt idx="1426">
                  <c:v>255.0824739543057</c:v>
                </c:pt>
                <c:pt idx="1427">
                  <c:v>255.22965313775299</c:v>
                </c:pt>
                <c:pt idx="1428">
                  <c:v>256.20155032401152</c:v>
                </c:pt>
                <c:pt idx="1429">
                  <c:v>257.00918137284322</c:v>
                </c:pt>
                <c:pt idx="1430">
                  <c:v>255.75273332656641</c:v>
                </c:pt>
                <c:pt idx="1431">
                  <c:v>259.02654645789619</c:v>
                </c:pt>
                <c:pt idx="1432">
                  <c:v>261.41685724701068</c:v>
                </c:pt>
                <c:pt idx="1433">
                  <c:v>257.67054977617869</c:v>
                </c:pt>
                <c:pt idx="1434">
                  <c:v>256.32760747574412</c:v>
                </c:pt>
                <c:pt idx="1435">
                  <c:v>252.85131305853551</c:v>
                </c:pt>
                <c:pt idx="1436">
                  <c:v>252.5805587994995</c:v>
                </c:pt>
                <c:pt idx="1437">
                  <c:v>250.12242953602649</c:v>
                </c:pt>
                <c:pt idx="1438">
                  <c:v>251.47337682613659</c:v>
                </c:pt>
                <c:pt idx="1439">
                  <c:v>251.47572281807049</c:v>
                </c:pt>
                <c:pt idx="1440">
                  <c:v>252.7616592969344</c:v>
                </c:pt>
                <c:pt idx="1441">
                  <c:v>252.6998789200174</c:v>
                </c:pt>
                <c:pt idx="1442">
                  <c:v>251.93409871580101</c:v>
                </c:pt>
                <c:pt idx="1443">
                  <c:v>251.04135325224371</c:v>
                </c:pt>
                <c:pt idx="1444">
                  <c:v>248.56559954967909</c:v>
                </c:pt>
                <c:pt idx="1445">
                  <c:v>250.83634270717371</c:v>
                </c:pt>
                <c:pt idx="1446">
                  <c:v>251.74363308819591</c:v>
                </c:pt>
                <c:pt idx="1447">
                  <c:v>249.44921694899509</c:v>
                </c:pt>
                <c:pt idx="1448">
                  <c:v>255.7490431047014</c:v>
                </c:pt>
                <c:pt idx="1449">
                  <c:v>258.75217036926642</c:v>
                </c:pt>
                <c:pt idx="1450">
                  <c:v>259.9149277172944</c:v>
                </c:pt>
                <c:pt idx="1451">
                  <c:v>258.03400185503489</c:v>
                </c:pt>
                <c:pt idx="1452">
                  <c:v>257.96768994028588</c:v>
                </c:pt>
                <c:pt idx="1453">
                  <c:v>252.50289939673061</c:v>
                </c:pt>
                <c:pt idx="1454">
                  <c:v>252.3413755843807</c:v>
                </c:pt>
                <c:pt idx="1455">
                  <c:v>254.8809672019996</c:v>
                </c:pt>
                <c:pt idx="1456">
                  <c:v>257.80409405205398</c:v>
                </c:pt>
                <c:pt idx="1457">
                  <c:v>259.68851307602091</c:v>
                </c:pt>
                <c:pt idx="1458">
                  <c:v>259.01041657799021</c:v>
                </c:pt>
                <c:pt idx="1459">
                  <c:v>259.12610867424411</c:v>
                </c:pt>
                <c:pt idx="1460">
                  <c:v>258.95849619324679</c:v>
                </c:pt>
                <c:pt idx="1461">
                  <c:v>259.86860029900521</c:v>
                </c:pt>
                <c:pt idx="1462">
                  <c:v>257.60601990236472</c:v>
                </c:pt>
                <c:pt idx="1463">
                  <c:v>255.2976947954179</c:v>
                </c:pt>
                <c:pt idx="1464">
                  <c:v>254.59466146669391</c:v>
                </c:pt>
                <c:pt idx="1465">
                  <c:v>255.04537619141101</c:v>
                </c:pt>
                <c:pt idx="1466">
                  <c:v>252.51943773235641</c:v>
                </c:pt>
                <c:pt idx="1467">
                  <c:v>250.86626048204201</c:v>
                </c:pt>
                <c:pt idx="1468">
                  <c:v>248.19061971273851</c:v>
                </c:pt>
                <c:pt idx="1469">
                  <c:v>249.5905116447413</c:v>
                </c:pt>
                <c:pt idx="1470">
                  <c:v>251.16461825066961</c:v>
                </c:pt>
                <c:pt idx="1471">
                  <c:v>251.5252612770154</c:v>
                </c:pt>
                <c:pt idx="1472">
                  <c:v>253.18500426469589</c:v>
                </c:pt>
                <c:pt idx="1473">
                  <c:v>248.45047336441709</c:v>
                </c:pt>
                <c:pt idx="1474">
                  <c:v>248.05018696765771</c:v>
                </c:pt>
                <c:pt idx="1475">
                  <c:v>249.49882712338959</c:v>
                </c:pt>
                <c:pt idx="1476">
                  <c:v>246.11998931494529</c:v>
                </c:pt>
                <c:pt idx="1477">
                  <c:v>246.5262799856564</c:v>
                </c:pt>
                <c:pt idx="1478">
                  <c:v>246.36311544136819</c:v>
                </c:pt>
                <c:pt idx="1479">
                  <c:v>246.66564864578811</c:v>
                </c:pt>
                <c:pt idx="1480">
                  <c:v>247.1997951448752</c:v>
                </c:pt>
                <c:pt idx="1481">
                  <c:v>248.34886997118349</c:v>
                </c:pt>
                <c:pt idx="1482">
                  <c:v>248.99876995895309</c:v>
                </c:pt>
                <c:pt idx="1483">
                  <c:v>251.59469736420721</c:v>
                </c:pt>
                <c:pt idx="1484">
                  <c:v>254.84399179075371</c:v>
                </c:pt>
                <c:pt idx="1485">
                  <c:v>254.86937617886261</c:v>
                </c:pt>
                <c:pt idx="1486">
                  <c:v>254.2463584825841</c:v>
                </c:pt>
                <c:pt idx="1487">
                  <c:v>254.6120863578474</c:v>
                </c:pt>
                <c:pt idx="1488">
                  <c:v>254.06425036233841</c:v>
                </c:pt>
                <c:pt idx="1489">
                  <c:v>255.61094426966579</c:v>
                </c:pt>
                <c:pt idx="1490">
                  <c:v>255.27341830953921</c:v>
                </c:pt>
                <c:pt idx="1491">
                  <c:v>256.99522181190082</c:v>
                </c:pt>
                <c:pt idx="1492">
                  <c:v>258.36156852767652</c:v>
                </c:pt>
                <c:pt idx="1493">
                  <c:v>258.47237411603328</c:v>
                </c:pt>
                <c:pt idx="1494">
                  <c:v>259.80985261753011</c:v>
                </c:pt>
                <c:pt idx="1495">
                  <c:v>260.39427664855998</c:v>
                </c:pt>
                <c:pt idx="1496">
                  <c:v>261.41955244783179</c:v>
                </c:pt>
                <c:pt idx="1497">
                  <c:v>264.89188889181861</c:v>
                </c:pt>
                <c:pt idx="1498">
                  <c:v>266.39353032372429</c:v>
                </c:pt>
                <c:pt idx="1499">
                  <c:v>265.84500604725218</c:v>
                </c:pt>
                <c:pt idx="1500">
                  <c:v>266.84207086652742</c:v>
                </c:pt>
                <c:pt idx="1501">
                  <c:v>268.89321942211433</c:v>
                </c:pt>
                <c:pt idx="1502">
                  <c:v>266.00118151167942</c:v>
                </c:pt>
                <c:pt idx="1503">
                  <c:v>264.98525089469831</c:v>
                </c:pt>
                <c:pt idx="1504">
                  <c:v>267.12873159664048</c:v>
                </c:pt>
                <c:pt idx="1505">
                  <c:v>264.92346925055108</c:v>
                </c:pt>
                <c:pt idx="1506">
                  <c:v>264.55879780689372</c:v>
                </c:pt>
                <c:pt idx="1507">
                  <c:v>263.48090169221177</c:v>
                </c:pt>
                <c:pt idx="1508">
                  <c:v>265.07739302932731</c:v>
                </c:pt>
                <c:pt idx="1509">
                  <c:v>264.92610393412377</c:v>
                </c:pt>
                <c:pt idx="1510">
                  <c:v>263.46038218794968</c:v>
                </c:pt>
                <c:pt idx="1511">
                  <c:v>265.68163020770282</c:v>
                </c:pt>
                <c:pt idx="1512">
                  <c:v>266.34865442980208</c:v>
                </c:pt>
                <c:pt idx="1513">
                  <c:v>263.21647226511942</c:v>
                </c:pt>
                <c:pt idx="1514">
                  <c:v>261.15485161907242</c:v>
                </c:pt>
                <c:pt idx="1515">
                  <c:v>263.70051485396522</c:v>
                </c:pt>
                <c:pt idx="1516">
                  <c:v>264.92515221727461</c:v>
                </c:pt>
                <c:pt idx="1517">
                  <c:v>265.35844072522713</c:v>
                </c:pt>
                <c:pt idx="1518">
                  <c:v>268.6241652771489</c:v>
                </c:pt>
                <c:pt idx="1519">
                  <c:v>270.05265598897768</c:v>
                </c:pt>
                <c:pt idx="1520">
                  <c:v>273.61752967195588</c:v>
                </c:pt>
                <c:pt idx="1521">
                  <c:v>279.30138153749118</c:v>
                </c:pt>
                <c:pt idx="1522">
                  <c:v>278.15558343587168</c:v>
                </c:pt>
                <c:pt idx="1523">
                  <c:v>279.0125082394465</c:v>
                </c:pt>
                <c:pt idx="1524">
                  <c:v>281.77098413959737</c:v>
                </c:pt>
                <c:pt idx="1525">
                  <c:v>282.54831716809582</c:v>
                </c:pt>
                <c:pt idx="1526">
                  <c:v>282.78159268835287</c:v>
                </c:pt>
                <c:pt idx="1527">
                  <c:v>280.6341059469994</c:v>
                </c:pt>
                <c:pt idx="1528">
                  <c:v>281.72091042918618</c:v>
                </c:pt>
                <c:pt idx="1529">
                  <c:v>282.96675113111149</c:v>
                </c:pt>
                <c:pt idx="1530">
                  <c:v>281.31321541437569</c:v>
                </c:pt>
                <c:pt idx="1531">
                  <c:v>284.06802620558858</c:v>
                </c:pt>
                <c:pt idx="1532">
                  <c:v>282.8124254952146</c:v>
                </c:pt>
                <c:pt idx="1533">
                  <c:v>283.41326367442952</c:v>
                </c:pt>
                <c:pt idx="1534">
                  <c:v>283.16613490203491</c:v>
                </c:pt>
                <c:pt idx="1535">
                  <c:v>283.81198710889151</c:v>
                </c:pt>
                <c:pt idx="1536">
                  <c:v>287.96665125301092</c:v>
                </c:pt>
                <c:pt idx="1537">
                  <c:v>289.42274936091121</c:v>
                </c:pt>
                <c:pt idx="1538">
                  <c:v>286.02229425804768</c:v>
                </c:pt>
                <c:pt idx="1539">
                  <c:v>285.91295980675102</c:v>
                </c:pt>
                <c:pt idx="1540">
                  <c:v>284.6802237021808</c:v>
                </c:pt>
                <c:pt idx="1541">
                  <c:v>285.53037915442252</c:v>
                </c:pt>
                <c:pt idx="1542">
                  <c:v>283.90172438386662</c:v>
                </c:pt>
                <c:pt idx="1543">
                  <c:v>285.32901438127823</c:v>
                </c:pt>
                <c:pt idx="1544">
                  <c:v>286.93243868179093</c:v>
                </c:pt>
                <c:pt idx="1545">
                  <c:v>286.26405193086077</c:v>
                </c:pt>
                <c:pt idx="1546">
                  <c:v>285.22851411720211</c:v>
                </c:pt>
                <c:pt idx="1547">
                  <c:v>283.36567831773351</c:v>
                </c:pt>
                <c:pt idx="1548">
                  <c:v>280.98008836665821</c:v>
                </c:pt>
                <c:pt idx="1549">
                  <c:v>280.18084086774411</c:v>
                </c:pt>
                <c:pt idx="1550">
                  <c:v>281.74820689873638</c:v>
                </c:pt>
                <c:pt idx="1551">
                  <c:v>281.82939008727772</c:v>
                </c:pt>
                <c:pt idx="1552">
                  <c:v>284.42235313706959</c:v>
                </c:pt>
                <c:pt idx="1553">
                  <c:v>284.00634341704011</c:v>
                </c:pt>
                <c:pt idx="1554">
                  <c:v>282.93411179432189</c:v>
                </c:pt>
                <c:pt idx="1555">
                  <c:v>282.59345253861278</c:v>
                </c:pt>
                <c:pt idx="1556">
                  <c:v>284.28022384741979</c:v>
                </c:pt>
                <c:pt idx="1557">
                  <c:v>279.33740026822232</c:v>
                </c:pt>
                <c:pt idx="1558">
                  <c:v>278.29649486639522</c:v>
                </c:pt>
                <c:pt idx="1559">
                  <c:v>278.49457571371693</c:v>
                </c:pt>
                <c:pt idx="1560">
                  <c:v>278.10045320701431</c:v>
                </c:pt>
                <c:pt idx="1561">
                  <c:v>275.15698043035923</c:v>
                </c:pt>
                <c:pt idx="1562">
                  <c:v>275.58004818853698</c:v>
                </c:pt>
                <c:pt idx="1563">
                  <c:v>274.17143232374798</c:v>
                </c:pt>
                <c:pt idx="1564">
                  <c:v>275.45653791482471</c:v>
                </c:pt>
                <c:pt idx="1565">
                  <c:v>276.10950963362211</c:v>
                </c:pt>
                <c:pt idx="1566">
                  <c:v>277.57820545524697</c:v>
                </c:pt>
                <c:pt idx="1567">
                  <c:v>275.79626958481862</c:v>
                </c:pt>
                <c:pt idx="1568">
                  <c:v>275.96931253719742</c:v>
                </c:pt>
                <c:pt idx="1569">
                  <c:v>275.18311373389878</c:v>
                </c:pt>
                <c:pt idx="1570">
                  <c:v>273.28562041612719</c:v>
                </c:pt>
                <c:pt idx="1571">
                  <c:v>272.55511859172628</c:v>
                </c:pt>
                <c:pt idx="1572">
                  <c:v>274.25463229170822</c:v>
                </c:pt>
                <c:pt idx="1573">
                  <c:v>273.69812271220508</c:v>
                </c:pt>
                <c:pt idx="1574">
                  <c:v>275.74293910644502</c:v>
                </c:pt>
                <c:pt idx="1575">
                  <c:v>272.92537282812339</c:v>
                </c:pt>
                <c:pt idx="1576">
                  <c:v>274.17305472250058</c:v>
                </c:pt>
                <c:pt idx="1577">
                  <c:v>273.29980048877411</c:v>
                </c:pt>
                <c:pt idx="1578">
                  <c:v>270.99498683097698</c:v>
                </c:pt>
                <c:pt idx="1579">
                  <c:v>274.71480904473691</c:v>
                </c:pt>
                <c:pt idx="1580">
                  <c:v>274.0253637511841</c:v>
                </c:pt>
                <c:pt idx="1581">
                  <c:v>273.18992813879322</c:v>
                </c:pt>
                <c:pt idx="1582">
                  <c:v>272.74185058789612</c:v>
                </c:pt>
                <c:pt idx="1583">
                  <c:v>269.10867652745668</c:v>
                </c:pt>
                <c:pt idx="1584">
                  <c:v>270.38664532753819</c:v>
                </c:pt>
                <c:pt idx="1585">
                  <c:v>268.90482910852569</c:v>
                </c:pt>
                <c:pt idx="1586">
                  <c:v>268.67276945418507</c:v>
                </c:pt>
                <c:pt idx="1587">
                  <c:v>270.06796795442011</c:v>
                </c:pt>
                <c:pt idx="1588">
                  <c:v>269.94542027660572</c:v>
                </c:pt>
                <c:pt idx="1589">
                  <c:v>271.8707736774914</c:v>
                </c:pt>
                <c:pt idx="1590">
                  <c:v>266.49808638962162</c:v>
                </c:pt>
                <c:pt idx="1591">
                  <c:v>270.45403441767201</c:v>
                </c:pt>
                <c:pt idx="1592">
                  <c:v>271.27755073899692</c:v>
                </c:pt>
                <c:pt idx="1593">
                  <c:v>275.40021748259079</c:v>
                </c:pt>
                <c:pt idx="1594">
                  <c:v>271.04362439864877</c:v>
                </c:pt>
                <c:pt idx="1595">
                  <c:v>263.94539728399712</c:v>
                </c:pt>
                <c:pt idx="1596">
                  <c:v>267.16359163991899</c:v>
                </c:pt>
                <c:pt idx="1597">
                  <c:v>265.71010228035118</c:v>
                </c:pt>
                <c:pt idx="1598">
                  <c:v>268.12243592868919</c:v>
                </c:pt>
                <c:pt idx="1599">
                  <c:v>267.44602900367772</c:v>
                </c:pt>
                <c:pt idx="1600">
                  <c:v>270.80881436967502</c:v>
                </c:pt>
                <c:pt idx="1601">
                  <c:v>267.69512719719938</c:v>
                </c:pt>
                <c:pt idx="1602">
                  <c:v>269.10496838437001</c:v>
                </c:pt>
                <c:pt idx="1603">
                  <c:v>271.21342125426509</c:v>
                </c:pt>
                <c:pt idx="1604">
                  <c:v>274.19854881311892</c:v>
                </c:pt>
                <c:pt idx="1605">
                  <c:v>266.63770939014961</c:v>
                </c:pt>
                <c:pt idx="1606">
                  <c:v>264.42287655895632</c:v>
                </c:pt>
                <c:pt idx="1607">
                  <c:v>262.44884184499028</c:v>
                </c:pt>
                <c:pt idx="1608">
                  <c:v>264.22121420966391</c:v>
                </c:pt>
                <c:pt idx="1609">
                  <c:v>257.99504891939807</c:v>
                </c:pt>
                <c:pt idx="1610">
                  <c:v>259.29888949951351</c:v>
                </c:pt>
                <c:pt idx="1611">
                  <c:v>262.10231805174988</c:v>
                </c:pt>
                <c:pt idx="1612">
                  <c:v>257.89825613597952</c:v>
                </c:pt>
                <c:pt idx="1613">
                  <c:v>259.02236395705751</c:v>
                </c:pt>
                <c:pt idx="1614">
                  <c:v>258.46254459871591</c:v>
                </c:pt>
                <c:pt idx="1615">
                  <c:v>258.65926045751138</c:v>
                </c:pt>
                <c:pt idx="1616">
                  <c:v>258.62443484033429</c:v>
                </c:pt>
                <c:pt idx="1617">
                  <c:v>255.11324945937159</c:v>
                </c:pt>
                <c:pt idx="1618">
                  <c:v>258.41230423953198</c:v>
                </c:pt>
                <c:pt idx="1619">
                  <c:v>261.29448195344531</c:v>
                </c:pt>
                <c:pt idx="1620">
                  <c:v>257.76079951946713</c:v>
                </c:pt>
                <c:pt idx="1621">
                  <c:v>257.73255175491971</c:v>
                </c:pt>
                <c:pt idx="1622">
                  <c:v>254.00199404385211</c:v>
                </c:pt>
                <c:pt idx="1623">
                  <c:v>254.7216776906844</c:v>
                </c:pt>
                <c:pt idx="1624">
                  <c:v>255.68527794131049</c:v>
                </c:pt>
                <c:pt idx="1625">
                  <c:v>263.03475444323732</c:v>
                </c:pt>
                <c:pt idx="1626">
                  <c:v>260.67814279011583</c:v>
                </c:pt>
                <c:pt idx="1627">
                  <c:v>263.85449249512823</c:v>
                </c:pt>
                <c:pt idx="1628">
                  <c:v>264.51657089924839</c:v>
                </c:pt>
                <c:pt idx="1629">
                  <c:v>265.86467986230889</c:v>
                </c:pt>
                <c:pt idx="1630">
                  <c:v>266.33834268735887</c:v>
                </c:pt>
                <c:pt idx="1631">
                  <c:v>265.78529027128923</c:v>
                </c:pt>
                <c:pt idx="1632">
                  <c:v>265.17906612513252</c:v>
                </c:pt>
                <c:pt idx="1633">
                  <c:v>272.20958281256588</c:v>
                </c:pt>
                <c:pt idx="1634">
                  <c:v>270.70072630704942</c:v>
                </c:pt>
                <c:pt idx="1635">
                  <c:v>269.89786468533691</c:v>
                </c:pt>
                <c:pt idx="1636">
                  <c:v>276.41990809103891</c:v>
                </c:pt>
                <c:pt idx="1637">
                  <c:v>276.16268930975582</c:v>
                </c:pt>
                <c:pt idx="1638">
                  <c:v>276.42009703292848</c:v>
                </c:pt>
                <c:pt idx="1639">
                  <c:v>275.98936392076757</c:v>
                </c:pt>
                <c:pt idx="1640">
                  <c:v>275.70041467666709</c:v>
                </c:pt>
                <c:pt idx="1641">
                  <c:v>276.28426272502981</c:v>
                </c:pt>
                <c:pt idx="1642">
                  <c:v>273.96679621250962</c:v>
                </c:pt>
                <c:pt idx="1643">
                  <c:v>275.82342168958951</c:v>
                </c:pt>
                <c:pt idx="1644">
                  <c:v>279.91011442828182</c:v>
                </c:pt>
                <c:pt idx="1645">
                  <c:v>277.14323210869759</c:v>
                </c:pt>
                <c:pt idx="1646">
                  <c:v>278.50521420477912</c:v>
                </c:pt>
                <c:pt idx="1647">
                  <c:v>286.1589385477269</c:v>
                </c:pt>
                <c:pt idx="1648">
                  <c:v>286.64813693932052</c:v>
                </c:pt>
                <c:pt idx="1649">
                  <c:v>287.05290958765119</c:v>
                </c:pt>
                <c:pt idx="1650">
                  <c:v>284.81396505296499</c:v>
                </c:pt>
                <c:pt idx="1651">
                  <c:v>284.14376358872499</c:v>
                </c:pt>
                <c:pt idx="1652">
                  <c:v>284.65118250718461</c:v>
                </c:pt>
                <c:pt idx="1653">
                  <c:v>281.84164963874008</c:v>
                </c:pt>
                <c:pt idx="1654">
                  <c:v>283.97101871193689</c:v>
                </c:pt>
                <c:pt idx="1655">
                  <c:v>279.89781206959373</c:v>
                </c:pt>
                <c:pt idx="1656">
                  <c:v>278.68473289259367</c:v>
                </c:pt>
                <c:pt idx="1657">
                  <c:v>273.29594780289023</c:v>
                </c:pt>
                <c:pt idx="1658">
                  <c:v>274.10452109159871</c:v>
                </c:pt>
                <c:pt idx="1659">
                  <c:v>275.08402754507068</c:v>
                </c:pt>
                <c:pt idx="1660">
                  <c:v>277.78829114307291</c:v>
                </c:pt>
                <c:pt idx="1661">
                  <c:v>276.36970332174752</c:v>
                </c:pt>
                <c:pt idx="1662">
                  <c:v>274.71765915332293</c:v>
                </c:pt>
                <c:pt idx="1663">
                  <c:v>275.39453635483483</c:v>
                </c:pt>
                <c:pt idx="1664">
                  <c:v>281.22490254935047</c:v>
                </c:pt>
                <c:pt idx="1665">
                  <c:v>289.62519573158818</c:v>
                </c:pt>
                <c:pt idx="1666">
                  <c:v>292.24309060485763</c:v>
                </c:pt>
                <c:pt idx="1667">
                  <c:v>292.0353515795486</c:v>
                </c:pt>
                <c:pt idx="1668">
                  <c:v>293.69157090314968</c:v>
                </c:pt>
                <c:pt idx="1669">
                  <c:v>291.39744008507961</c:v>
                </c:pt>
                <c:pt idx="1670">
                  <c:v>291.58339751575551</c:v>
                </c:pt>
                <c:pt idx="1671">
                  <c:v>290.31302667527473</c:v>
                </c:pt>
                <c:pt idx="1672">
                  <c:v>290.52835891086431</c:v>
                </c:pt>
                <c:pt idx="1673">
                  <c:v>292.25210559999778</c:v>
                </c:pt>
                <c:pt idx="1674">
                  <c:v>293.13600930765682</c:v>
                </c:pt>
                <c:pt idx="1675">
                  <c:v>290.88265140850939</c:v>
                </c:pt>
                <c:pt idx="1676">
                  <c:v>288.38809509910533</c:v>
                </c:pt>
                <c:pt idx="1677">
                  <c:v>290.77774292882498</c:v>
                </c:pt>
                <c:pt idx="1678">
                  <c:v>290.93000232347822</c:v>
                </c:pt>
                <c:pt idx="1679">
                  <c:v>292.17589780587917</c:v>
                </c:pt>
                <c:pt idx="1680">
                  <c:v>284.10510414049918</c:v>
                </c:pt>
                <c:pt idx="1681">
                  <c:v>280.00705956919518</c:v>
                </c:pt>
                <c:pt idx="1682">
                  <c:v>277.50464696010579</c:v>
                </c:pt>
                <c:pt idx="1683">
                  <c:v>284.50094611927688</c:v>
                </c:pt>
                <c:pt idx="1684">
                  <c:v>281.09034017869351</c:v>
                </c:pt>
                <c:pt idx="1685">
                  <c:v>283.22404404414323</c:v>
                </c:pt>
                <c:pt idx="1686">
                  <c:v>286.68941305840008</c:v>
                </c:pt>
                <c:pt idx="1687">
                  <c:v>286.35727870034083</c:v>
                </c:pt>
                <c:pt idx="1688">
                  <c:v>284.82439027751218</c:v>
                </c:pt>
                <c:pt idx="1689">
                  <c:v>288.31390272008741</c:v>
                </c:pt>
                <c:pt idx="1690">
                  <c:v>290.5643629734634</c:v>
                </c:pt>
                <c:pt idx="1691">
                  <c:v>294.07190210260057</c:v>
                </c:pt>
                <c:pt idx="1692">
                  <c:v>299.83436647107209</c:v>
                </c:pt>
                <c:pt idx="1693">
                  <c:v>300.31481626331657</c:v>
                </c:pt>
                <c:pt idx="1694">
                  <c:v>301.05580664897099</c:v>
                </c:pt>
                <c:pt idx="1695">
                  <c:v>301.1045117909718</c:v>
                </c:pt>
                <c:pt idx="1696">
                  <c:v>303.26648063892333</c:v>
                </c:pt>
                <c:pt idx="1697">
                  <c:v>304.24455617536017</c:v>
                </c:pt>
                <c:pt idx="1698">
                  <c:v>300.91490869600898</c:v>
                </c:pt>
                <c:pt idx="1699">
                  <c:v>301.52624098860389</c:v>
                </c:pt>
                <c:pt idx="1700">
                  <c:v>302.14692197899888</c:v>
                </c:pt>
                <c:pt idx="1701">
                  <c:v>306.09082182554369</c:v>
                </c:pt>
                <c:pt idx="1702">
                  <c:v>310.36368783946108</c:v>
                </c:pt>
                <c:pt idx="1703">
                  <c:v>308.18007463047798</c:v>
                </c:pt>
                <c:pt idx="1704">
                  <c:v>314.2887648296574</c:v>
                </c:pt>
                <c:pt idx="1705">
                  <c:v>314.02198470498769</c:v>
                </c:pt>
                <c:pt idx="1706">
                  <c:v>314.91569090743673</c:v>
                </c:pt>
                <c:pt idx="1707">
                  <c:v>313.06044951326157</c:v>
                </c:pt>
                <c:pt idx="1708">
                  <c:v>313.40186504893438</c:v>
                </c:pt>
                <c:pt idx="1709">
                  <c:v>314.60689578596129</c:v>
                </c:pt>
                <c:pt idx="1710">
                  <c:v>310.15478421117859</c:v>
                </c:pt>
                <c:pt idx="1711">
                  <c:v>307.93501944817012</c:v>
                </c:pt>
                <c:pt idx="1712">
                  <c:v>309.91005043520681</c:v>
                </c:pt>
                <c:pt idx="1713">
                  <c:v>310.42284493761969</c:v>
                </c:pt>
                <c:pt idx="1714">
                  <c:v>312.87860994014937</c:v>
                </c:pt>
                <c:pt idx="1715">
                  <c:v>310.49079489983052</c:v>
                </c:pt>
                <c:pt idx="1716">
                  <c:v>309.99734523148322</c:v>
                </c:pt>
                <c:pt idx="1717">
                  <c:v>308.17312112566452</c:v>
                </c:pt>
                <c:pt idx="1718">
                  <c:v>306.80995813286279</c:v>
                </c:pt>
                <c:pt idx="1719">
                  <c:v>308.09068678369772</c:v>
                </c:pt>
                <c:pt idx="1720">
                  <c:v>306.19263402698789</c:v>
                </c:pt>
                <c:pt idx="1721">
                  <c:v>303.90517137872428</c:v>
                </c:pt>
                <c:pt idx="1722">
                  <c:v>304.44095288482782</c:v>
                </c:pt>
                <c:pt idx="1723">
                  <c:v>302.5166137421337</c:v>
                </c:pt>
                <c:pt idx="1724">
                  <c:v>303.69427095136399</c:v>
                </c:pt>
                <c:pt idx="1725">
                  <c:v>305.80897790770348</c:v>
                </c:pt>
                <c:pt idx="1726">
                  <c:v>307.61156414004512</c:v>
                </c:pt>
                <c:pt idx="1727">
                  <c:v>307.36086969523262</c:v>
                </c:pt>
                <c:pt idx="1728">
                  <c:v>311.95717433463881</c:v>
                </c:pt>
                <c:pt idx="1729">
                  <c:v>311.51521043032972</c:v>
                </c:pt>
                <c:pt idx="1730">
                  <c:v>309.93955560428469</c:v>
                </c:pt>
                <c:pt idx="1731">
                  <c:v>307.32228087531172</c:v>
                </c:pt>
                <c:pt idx="1732">
                  <c:v>306.84072403045002</c:v>
                </c:pt>
                <c:pt idx="1733">
                  <c:v>307.7950407041958</c:v>
                </c:pt>
                <c:pt idx="1734">
                  <c:v>304.29927141600092</c:v>
                </c:pt>
                <c:pt idx="1735">
                  <c:v>308.30477835442628</c:v>
                </c:pt>
                <c:pt idx="1736">
                  <c:v>307.1927721174772</c:v>
                </c:pt>
                <c:pt idx="1737">
                  <c:v>312.26091006057271</c:v>
                </c:pt>
                <c:pt idx="1738">
                  <c:v>314.45405556326392</c:v>
                </c:pt>
                <c:pt idx="1739">
                  <c:v>312.68779676029652</c:v>
                </c:pt>
                <c:pt idx="1740">
                  <c:v>317.04204203453111</c:v>
                </c:pt>
                <c:pt idx="1741">
                  <c:v>317.99375849680519</c:v>
                </c:pt>
                <c:pt idx="1742">
                  <c:v>314.4291921216988</c:v>
                </c:pt>
                <c:pt idx="1743">
                  <c:v>313.6064592007296</c:v>
                </c:pt>
                <c:pt idx="1744">
                  <c:v>309.78411663774688</c:v>
                </c:pt>
                <c:pt idx="1745">
                  <c:v>308.43226104750761</c:v>
                </c:pt>
                <c:pt idx="1746">
                  <c:v>307.86570449852542</c:v>
                </c:pt>
                <c:pt idx="1747">
                  <c:v>304.13679513293931</c:v>
                </c:pt>
                <c:pt idx="1748">
                  <c:v>305.23908081853313</c:v>
                </c:pt>
                <c:pt idx="1749">
                  <c:v>304.90099115059297</c:v>
                </c:pt>
                <c:pt idx="1750">
                  <c:v>305.17356636680353</c:v>
                </c:pt>
                <c:pt idx="1751">
                  <c:v>300.55014835840672</c:v>
                </c:pt>
                <c:pt idx="1752">
                  <c:v>302.44422817532347</c:v>
                </c:pt>
                <c:pt idx="1753">
                  <c:v>300.73788352349482</c:v>
                </c:pt>
                <c:pt idx="1754">
                  <c:v>304.38315339066759</c:v>
                </c:pt>
                <c:pt idx="1755">
                  <c:v>301.95904533045518</c:v>
                </c:pt>
                <c:pt idx="1756">
                  <c:v>300.95865303050681</c:v>
                </c:pt>
                <c:pt idx="1757">
                  <c:v>298.09739133974853</c:v>
                </c:pt>
                <c:pt idx="1758">
                  <c:v>299.90866339266807</c:v>
                </c:pt>
                <c:pt idx="1759">
                  <c:v>302.30087584809269</c:v>
                </c:pt>
                <c:pt idx="1760">
                  <c:v>300.82608357391018</c:v>
                </c:pt>
                <c:pt idx="1761">
                  <c:v>300.20092437655001</c:v>
                </c:pt>
                <c:pt idx="1762">
                  <c:v>301.41990106040367</c:v>
                </c:pt>
                <c:pt idx="1763">
                  <c:v>300.86614726935341</c:v>
                </c:pt>
                <c:pt idx="1764">
                  <c:v>305.22379797793388</c:v>
                </c:pt>
                <c:pt idx="1765">
                  <c:v>311.94851801748712</c:v>
                </c:pt>
                <c:pt idx="1766">
                  <c:v>312.26260355932828</c:v>
                </c:pt>
                <c:pt idx="1767">
                  <c:v>312.42136293484901</c:v>
                </c:pt>
                <c:pt idx="1768">
                  <c:v>316.65179242932402</c:v>
                </c:pt>
                <c:pt idx="1769">
                  <c:v>314.17801025392572</c:v>
                </c:pt>
                <c:pt idx="1770">
                  <c:v>312.77989462157592</c:v>
                </c:pt>
                <c:pt idx="1771">
                  <c:v>312.57043109432777</c:v>
                </c:pt>
                <c:pt idx="1772">
                  <c:v>314.18835619693459</c:v>
                </c:pt>
                <c:pt idx="1773">
                  <c:v>308.04124859025347</c:v>
                </c:pt>
                <c:pt idx="1774">
                  <c:v>310.90271533204827</c:v>
                </c:pt>
                <c:pt idx="1775">
                  <c:v>309.77770235184471</c:v>
                </c:pt>
                <c:pt idx="1776">
                  <c:v>316.43872408358442</c:v>
                </c:pt>
                <c:pt idx="1777">
                  <c:v>317.65405297978123</c:v>
                </c:pt>
                <c:pt idx="1778">
                  <c:v>317.08813193640952</c:v>
                </c:pt>
                <c:pt idx="1779">
                  <c:v>319.67518237332712</c:v>
                </c:pt>
                <c:pt idx="1780">
                  <c:v>323.0583028851641</c:v>
                </c:pt>
                <c:pt idx="1781">
                  <c:v>323.036873589886</c:v>
                </c:pt>
                <c:pt idx="1782">
                  <c:v>322.8264518814633</c:v>
                </c:pt>
                <c:pt idx="1783">
                  <c:v>321.02489086992551</c:v>
                </c:pt>
                <c:pt idx="1784">
                  <c:v>320.12388791777698</c:v>
                </c:pt>
                <c:pt idx="1785">
                  <c:v>322.87565423677529</c:v>
                </c:pt>
                <c:pt idx="1786">
                  <c:v>326.86138817346</c:v>
                </c:pt>
                <c:pt idx="1787">
                  <c:v>324.36559295416379</c:v>
                </c:pt>
                <c:pt idx="1788">
                  <c:v>324.70302597188089</c:v>
                </c:pt>
                <c:pt idx="1789">
                  <c:v>325.56457768970751</c:v>
                </c:pt>
                <c:pt idx="1790">
                  <c:v>327.31151321934362</c:v>
                </c:pt>
                <c:pt idx="1791">
                  <c:v>325.72964749049243</c:v>
                </c:pt>
                <c:pt idx="1792">
                  <c:v>330.01873837329663</c:v>
                </c:pt>
                <c:pt idx="1793">
                  <c:v>330.85561500298161</c:v>
                </c:pt>
                <c:pt idx="1794">
                  <c:v>335.12140530711258</c:v>
                </c:pt>
                <c:pt idx="1795">
                  <c:v>334.26903595171711</c:v>
                </c:pt>
                <c:pt idx="1796">
                  <c:v>335.92259527698809</c:v>
                </c:pt>
                <c:pt idx="1797">
                  <c:v>333.9951295748416</c:v>
                </c:pt>
                <c:pt idx="1798">
                  <c:v>337.65466886513377</c:v>
                </c:pt>
                <c:pt idx="1799">
                  <c:v>337.51691116223662</c:v>
                </c:pt>
                <c:pt idx="1800">
                  <c:v>334.1107575097501</c:v>
                </c:pt>
                <c:pt idx="1801">
                  <c:v>335.23017275526053</c:v>
                </c:pt>
                <c:pt idx="1802">
                  <c:v>338.58816448036617</c:v>
                </c:pt>
                <c:pt idx="1803">
                  <c:v>339.68546502677663</c:v>
                </c:pt>
                <c:pt idx="1804">
                  <c:v>337.92521190220282</c:v>
                </c:pt>
                <c:pt idx="1805">
                  <c:v>334.09993998195768</c:v>
                </c:pt>
                <c:pt idx="1806">
                  <c:v>334.34914217745268</c:v>
                </c:pt>
                <c:pt idx="1807">
                  <c:v>332.7534313457694</c:v>
                </c:pt>
                <c:pt idx="1808">
                  <c:v>327.29534546806212</c:v>
                </c:pt>
                <c:pt idx="1809">
                  <c:v>328.59705250924281</c:v>
                </c:pt>
                <c:pt idx="1810">
                  <c:v>328.63739622188592</c:v>
                </c:pt>
                <c:pt idx="1811">
                  <c:v>326.91802988225402</c:v>
                </c:pt>
                <c:pt idx="1812">
                  <c:v>329.01218649584979</c:v>
                </c:pt>
                <c:pt idx="1813">
                  <c:v>328.11293030827062</c:v>
                </c:pt>
                <c:pt idx="1814">
                  <c:v>330.99138573205443</c:v>
                </c:pt>
                <c:pt idx="1815">
                  <c:v>331.26581536586212</c:v>
                </c:pt>
                <c:pt idx="1816">
                  <c:v>334.84108825849148</c:v>
                </c:pt>
                <c:pt idx="1817">
                  <c:v>337.89553386259149</c:v>
                </c:pt>
                <c:pt idx="1818">
                  <c:v>336.50178726363458</c:v>
                </c:pt>
                <c:pt idx="1819">
                  <c:v>338.49420172102992</c:v>
                </c:pt>
                <c:pt idx="1820">
                  <c:v>340.31957375256451</c:v>
                </c:pt>
                <c:pt idx="1821">
                  <c:v>342.01094520326473</c:v>
                </c:pt>
                <c:pt idx="1822">
                  <c:v>343.74454519950939</c:v>
                </c:pt>
                <c:pt idx="1823">
                  <c:v>343.35207205138761</c:v>
                </c:pt>
                <c:pt idx="1824">
                  <c:v>346.50410479570832</c:v>
                </c:pt>
                <c:pt idx="1825">
                  <c:v>347.35214809001963</c:v>
                </c:pt>
                <c:pt idx="1826">
                  <c:v>346.37534975866998</c:v>
                </c:pt>
                <c:pt idx="1827">
                  <c:v>350.00781673370381</c:v>
                </c:pt>
                <c:pt idx="1828">
                  <c:v>350.9857097105654</c:v>
                </c:pt>
                <c:pt idx="1829">
                  <c:v>357.54216864093542</c:v>
                </c:pt>
                <c:pt idx="1830">
                  <c:v>356.27023000317502</c:v>
                </c:pt>
                <c:pt idx="1831">
                  <c:v>357.27733729202942</c:v>
                </c:pt>
                <c:pt idx="1832">
                  <c:v>359.89886483116322</c:v>
                </c:pt>
                <c:pt idx="1833">
                  <c:v>365.53175798760321</c:v>
                </c:pt>
                <c:pt idx="1834">
                  <c:v>365.78266819831072</c:v>
                </c:pt>
                <c:pt idx="1835">
                  <c:v>367.54671137693612</c:v>
                </c:pt>
                <c:pt idx="1836">
                  <c:v>368.92598881711831</c:v>
                </c:pt>
                <c:pt idx="1837">
                  <c:v>366.52681689813079</c:v>
                </c:pt>
                <c:pt idx="1838">
                  <c:v>366.75694786369928</c:v>
                </c:pt>
                <c:pt idx="1839">
                  <c:v>362.87509689307927</c:v>
                </c:pt>
                <c:pt idx="1840">
                  <c:v>362.62135376932918</c:v>
                </c:pt>
                <c:pt idx="1841">
                  <c:v>364.29961925336738</c:v>
                </c:pt>
                <c:pt idx="1842">
                  <c:v>366.97759435254068</c:v>
                </c:pt>
                <c:pt idx="1843">
                  <c:v>374.28434792227262</c:v>
                </c:pt>
                <c:pt idx="1844">
                  <c:v>373.90927674058838</c:v>
                </c:pt>
                <c:pt idx="1845">
                  <c:v>374.99195521204808</c:v>
                </c:pt>
                <c:pt idx="1846">
                  <c:v>373.4338083333202</c:v>
                </c:pt>
                <c:pt idx="1847">
                  <c:v>379.13752142474817</c:v>
                </c:pt>
                <c:pt idx="1848">
                  <c:v>379.19437412737102</c:v>
                </c:pt>
                <c:pt idx="1849">
                  <c:v>385.90348454710357</c:v>
                </c:pt>
                <c:pt idx="1850">
                  <c:v>368.03256363086717</c:v>
                </c:pt>
                <c:pt idx="1851">
                  <c:v>370.36124189187439</c:v>
                </c:pt>
                <c:pt idx="1852">
                  <c:v>369.98940802700201</c:v>
                </c:pt>
                <c:pt idx="1853">
                  <c:v>372.33013676974099</c:v>
                </c:pt>
                <c:pt idx="1854">
                  <c:v>371.7511336471274</c:v>
                </c:pt>
                <c:pt idx="1855">
                  <c:v>375.17868740298348</c:v>
                </c:pt>
                <c:pt idx="1856">
                  <c:v>379.47565147339299</c:v>
                </c:pt>
                <c:pt idx="1857">
                  <c:v>368.15895697957058</c:v>
                </c:pt>
                <c:pt idx="1858">
                  <c:v>365.66466190035408</c:v>
                </c:pt>
                <c:pt idx="1859">
                  <c:v>366.62192515890928</c:v>
                </c:pt>
                <c:pt idx="1860">
                  <c:v>367.98569934574112</c:v>
                </c:pt>
                <c:pt idx="1861">
                  <c:v>367.07731864246239</c:v>
                </c:pt>
                <c:pt idx="1862">
                  <c:v>373.10410270964542</c:v>
                </c:pt>
                <c:pt idx="1863">
                  <c:v>375.00884231035718</c:v>
                </c:pt>
                <c:pt idx="1864">
                  <c:v>373.56996190360951</c:v>
                </c:pt>
                <c:pt idx="1865">
                  <c:v>376.26880492820931</c:v>
                </c:pt>
                <c:pt idx="1866">
                  <c:v>374.92693376623998</c:v>
                </c:pt>
                <c:pt idx="1867">
                  <c:v>378.23742180616102</c:v>
                </c:pt>
                <c:pt idx="1868">
                  <c:v>382.99511003456678</c:v>
                </c:pt>
                <c:pt idx="1869">
                  <c:v>378.47229976984812</c:v>
                </c:pt>
                <c:pt idx="1870">
                  <c:v>382.28654513189832</c:v>
                </c:pt>
                <c:pt idx="1871">
                  <c:v>385.25644276051742</c:v>
                </c:pt>
                <c:pt idx="1872">
                  <c:v>385.62300328569501</c:v>
                </c:pt>
                <c:pt idx="1873">
                  <c:v>381.19589480951822</c:v>
                </c:pt>
                <c:pt idx="1874">
                  <c:v>387.52396127498929</c:v>
                </c:pt>
                <c:pt idx="1875">
                  <c:v>388.75090827690951</c:v>
                </c:pt>
                <c:pt idx="1876">
                  <c:v>387.03852025240508</c:v>
                </c:pt>
                <c:pt idx="1877">
                  <c:v>386.45221311210793</c:v>
                </c:pt>
                <c:pt idx="1878">
                  <c:v>390.62358611737687</c:v>
                </c:pt>
                <c:pt idx="1879">
                  <c:v>403.69009686962249</c:v>
                </c:pt>
                <c:pt idx="1880">
                  <c:v>413.1766276738353</c:v>
                </c:pt>
                <c:pt idx="1881">
                  <c:v>421.01677903702819</c:v>
                </c:pt>
                <c:pt idx="1882">
                  <c:v>421.17844139987818</c:v>
                </c:pt>
                <c:pt idx="1883">
                  <c:v>429.63499436794069</c:v>
                </c:pt>
                <c:pt idx="1884">
                  <c:v>436.08186031837749</c:v>
                </c:pt>
                <c:pt idx="1885">
                  <c:v>432.30718271565468</c:v>
                </c:pt>
                <c:pt idx="1886">
                  <c:v>428.19709141213099</c:v>
                </c:pt>
                <c:pt idx="1887">
                  <c:v>430.3966458203048</c:v>
                </c:pt>
                <c:pt idx="1888">
                  <c:v>437.92638908101583</c:v>
                </c:pt>
                <c:pt idx="1889">
                  <c:v>429.01693097906508</c:v>
                </c:pt>
                <c:pt idx="1890">
                  <c:v>431.42864483785962</c:v>
                </c:pt>
                <c:pt idx="1891">
                  <c:v>435.3009908869758</c:v>
                </c:pt>
                <c:pt idx="1892">
                  <c:v>445.53742228421447</c:v>
                </c:pt>
                <c:pt idx="1893">
                  <c:v>447.59462827458708</c:v>
                </c:pt>
                <c:pt idx="1894">
                  <c:v>453.56261834781282</c:v>
                </c:pt>
                <c:pt idx="1895">
                  <c:v>448.22239523528322</c:v>
                </c:pt>
                <c:pt idx="1896">
                  <c:v>444.17832290144918</c:v>
                </c:pt>
                <c:pt idx="1897">
                  <c:v>443.67363085647793</c:v>
                </c:pt>
                <c:pt idx="1898">
                  <c:v>448.88643043017828</c:v>
                </c:pt>
                <c:pt idx="1899">
                  <c:v>455.56564998746143</c:v>
                </c:pt>
                <c:pt idx="1900">
                  <c:v>453.50136665697642</c:v>
                </c:pt>
                <c:pt idx="1901">
                  <c:v>462.0725834409028</c:v>
                </c:pt>
                <c:pt idx="1902">
                  <c:v>461.16763710135513</c:v>
                </c:pt>
                <c:pt idx="1903">
                  <c:v>462.87360181677298</c:v>
                </c:pt>
                <c:pt idx="1904">
                  <c:v>457.20071425061172</c:v>
                </c:pt>
                <c:pt idx="1905">
                  <c:v>460.24748006185769</c:v>
                </c:pt>
                <c:pt idx="1906">
                  <c:v>446.73923600254869</c:v>
                </c:pt>
                <c:pt idx="1907">
                  <c:v>454.73430628911331</c:v>
                </c:pt>
                <c:pt idx="1908">
                  <c:v>443.58289400594538</c:v>
                </c:pt>
                <c:pt idx="1909">
                  <c:v>440.33581385190922</c:v>
                </c:pt>
                <c:pt idx="1910">
                  <c:v>443.74485899739199</c:v>
                </c:pt>
                <c:pt idx="1911">
                  <c:v>451.16103371465232</c:v>
                </c:pt>
                <c:pt idx="1912">
                  <c:v>451.02783918799742</c:v>
                </c:pt>
                <c:pt idx="1913">
                  <c:v>440.2552081532466</c:v>
                </c:pt>
                <c:pt idx="1914">
                  <c:v>436.33037517939567</c:v>
                </c:pt>
                <c:pt idx="1915">
                  <c:v>443.38625566758719</c:v>
                </c:pt>
                <c:pt idx="1916">
                  <c:v>443.76371955172073</c:v>
                </c:pt>
                <c:pt idx="1917">
                  <c:v>443.53518116370179</c:v>
                </c:pt>
                <c:pt idx="1918">
                  <c:v>444.74594371175601</c:v>
                </c:pt>
                <c:pt idx="1919">
                  <c:v>431.60280495335871</c:v>
                </c:pt>
                <c:pt idx="1920">
                  <c:v>445.71908575155368</c:v>
                </c:pt>
                <c:pt idx="1921">
                  <c:v>446.81167078861381</c:v>
                </c:pt>
                <c:pt idx="1922">
                  <c:v>453.51176451735438</c:v>
                </c:pt>
                <c:pt idx="1923">
                  <c:v>446.69039165516472</c:v>
                </c:pt>
                <c:pt idx="1924">
                  <c:v>443.58894635476662</c:v>
                </c:pt>
                <c:pt idx="1925">
                  <c:v>444.66193668239089</c:v>
                </c:pt>
                <c:pt idx="1926">
                  <c:v>461.11697880244532</c:v>
                </c:pt>
                <c:pt idx="1927">
                  <c:v>464.87980011405722</c:v>
                </c:pt>
                <c:pt idx="1928">
                  <c:v>465.25320925480901</c:v>
                </c:pt>
                <c:pt idx="1929">
                  <c:v>465.15928839962328</c:v>
                </c:pt>
                <c:pt idx="1930">
                  <c:v>464.29122243213237</c:v>
                </c:pt>
                <c:pt idx="1931">
                  <c:v>474.62589209726042</c:v>
                </c:pt>
                <c:pt idx="1932">
                  <c:v>482.4942220878869</c:v>
                </c:pt>
                <c:pt idx="1933">
                  <c:v>488.59961847540342</c:v>
                </c:pt>
                <c:pt idx="1934">
                  <c:v>490.02458238657277</c:v>
                </c:pt>
                <c:pt idx="1935">
                  <c:v>492.37913896930257</c:v>
                </c:pt>
                <c:pt idx="1936">
                  <c:v>490.83681824987588</c:v>
                </c:pt>
                <c:pt idx="1937">
                  <c:v>490.331119422114</c:v>
                </c:pt>
                <c:pt idx="1938">
                  <c:v>486.77728408398752</c:v>
                </c:pt>
                <c:pt idx="1939">
                  <c:v>487.02373534333492</c:v>
                </c:pt>
                <c:pt idx="1940">
                  <c:v>479.52035446564628</c:v>
                </c:pt>
                <c:pt idx="1941">
                  <c:v>477.56006398213822</c:v>
                </c:pt>
                <c:pt idx="1942">
                  <c:v>475.20011996556411</c:v>
                </c:pt>
                <c:pt idx="1943">
                  <c:v>471.164878031054</c:v>
                </c:pt>
                <c:pt idx="1944">
                  <c:v>467.96519233542409</c:v>
                </c:pt>
                <c:pt idx="1945">
                  <c:v>456.63939385028277</c:v>
                </c:pt>
                <c:pt idx="1946">
                  <c:v>464.02136406684019</c:v>
                </c:pt>
                <c:pt idx="1947">
                  <c:v>460.14146818945761</c:v>
                </c:pt>
                <c:pt idx="1948">
                  <c:v>460.53428185403692</c:v>
                </c:pt>
                <c:pt idx="1949">
                  <c:v>461.34176712108922</c:v>
                </c:pt>
                <c:pt idx="1950">
                  <c:v>449.03916836296071</c:v>
                </c:pt>
                <c:pt idx="1951">
                  <c:v>452.21249961715262</c:v>
                </c:pt>
                <c:pt idx="1952">
                  <c:v>446.3172406745511</c:v>
                </c:pt>
                <c:pt idx="1953">
                  <c:v>442.99589195917252</c:v>
                </c:pt>
                <c:pt idx="1954">
                  <c:v>435.36692959883311</c:v>
                </c:pt>
                <c:pt idx="1955">
                  <c:v>440.1235874501034</c:v>
                </c:pt>
                <c:pt idx="1956">
                  <c:v>438.34079347057241</c:v>
                </c:pt>
                <c:pt idx="1957">
                  <c:v>437.80636789633121</c:v>
                </c:pt>
                <c:pt idx="1958">
                  <c:v>431.03940166803392</c:v>
                </c:pt>
                <c:pt idx="1959">
                  <c:v>439.46280281805821</c:v>
                </c:pt>
                <c:pt idx="1960">
                  <c:v>440.08351317789243</c:v>
                </c:pt>
                <c:pt idx="1961">
                  <c:v>435.01066918344259</c:v>
                </c:pt>
                <c:pt idx="1962">
                  <c:v>438.70882392470759</c:v>
                </c:pt>
                <c:pt idx="1963">
                  <c:v>436.13474700518731</c:v>
                </c:pt>
                <c:pt idx="1964">
                  <c:v>433.19162117911668</c:v>
                </c:pt>
                <c:pt idx="1965">
                  <c:v>431.68499606706268</c:v>
                </c:pt>
                <c:pt idx="1966">
                  <c:v>430.30764202941862</c:v>
                </c:pt>
                <c:pt idx="1967">
                  <c:v>425.63452835272602</c:v>
                </c:pt>
                <c:pt idx="1968">
                  <c:v>430.6956117373698</c:v>
                </c:pt>
                <c:pt idx="1969">
                  <c:v>421.430770530735</c:v>
                </c:pt>
                <c:pt idx="1970">
                  <c:v>417.42958202057332</c:v>
                </c:pt>
                <c:pt idx="1971" formatCode="General">
                  <c:v>416.64429184504831</c:v>
                </c:pt>
                <c:pt idx="1972" formatCode="General">
                  <c:v>419.37998099870782</c:v>
                </c:pt>
                <c:pt idx="1973" formatCode="General">
                  <c:v>417.98317220598079</c:v>
                </c:pt>
                <c:pt idx="1974" formatCode="General">
                  <c:v>425.58632048369321</c:v>
                </c:pt>
                <c:pt idx="1975" formatCode="General">
                  <c:v>424.48570037622193</c:v>
                </c:pt>
                <c:pt idx="1976" formatCode="General">
                  <c:v>422.28139391599137</c:v>
                </c:pt>
                <c:pt idx="1977" formatCode="General">
                  <c:v>420.75210921248919</c:v>
                </c:pt>
                <c:pt idx="1978" formatCode="General">
                  <c:v>416.8758194202635</c:v>
                </c:pt>
                <c:pt idx="1979" formatCode="General">
                  <c:v>417.9715491508274</c:v>
                </c:pt>
                <c:pt idx="1980" formatCode="General">
                  <c:v>417.75645758659329</c:v>
                </c:pt>
                <c:pt idx="1981" formatCode="General">
                  <c:v>424.07358206615947</c:v>
                </c:pt>
                <c:pt idx="1982" formatCode="General">
                  <c:v>425.88491446803738</c:v>
                </c:pt>
                <c:pt idx="1983" formatCode="General">
                  <c:v>423.69553683767538</c:v>
                </c:pt>
                <c:pt idx="1984" formatCode="General">
                  <c:v>427.31732513229531</c:v>
                </c:pt>
                <c:pt idx="1985" formatCode="General">
                  <c:v>430.51593212582293</c:v>
                </c:pt>
                <c:pt idx="1986" formatCode="General">
                  <c:v>429.75153572472709</c:v>
                </c:pt>
                <c:pt idx="1987" formatCode="General">
                  <c:v>426.19255341228012</c:v>
                </c:pt>
                <c:pt idx="1988" formatCode="General">
                  <c:v>426.01200391252081</c:v>
                </c:pt>
                <c:pt idx="1989" formatCode="General">
                  <c:v>428.76784706116132</c:v>
                </c:pt>
                <c:pt idx="1990" formatCode="General">
                  <c:v>430.99895131929969</c:v>
                </c:pt>
                <c:pt idx="1991" formatCode="General">
                  <c:v>427.47674941219469</c:v>
                </c:pt>
                <c:pt idx="1992" formatCode="General">
                  <c:v>427.52647395007432</c:v>
                </c:pt>
                <c:pt idx="1993" formatCode="General">
                  <c:v>424.24084759135599</c:v>
                </c:pt>
                <c:pt idx="1994" formatCode="General">
                  <c:v>427.79005982472057</c:v>
                </c:pt>
                <c:pt idx="1995" formatCode="General">
                  <c:v>440.43002396173472</c:v>
                </c:pt>
                <c:pt idx="1996" formatCode="General">
                  <c:v>434.39633164084961</c:v>
                </c:pt>
                <c:pt idx="1997" formatCode="General">
                  <c:v>437.73429375847769</c:v>
                </c:pt>
                <c:pt idx="1998" formatCode="General">
                  <c:v>435.34633533211428</c:v>
                </c:pt>
                <c:pt idx="1999" formatCode="General">
                  <c:v>428.71942563305532</c:v>
                </c:pt>
                <c:pt idx="2000" formatCode="General">
                  <c:v>429.21913147477039</c:v>
                </c:pt>
                <c:pt idx="2001" formatCode="General">
                  <c:v>430.48934067451989</c:v>
                </c:pt>
                <c:pt idx="2002" formatCode="General">
                  <c:v>429.89172124173939</c:v>
                </c:pt>
                <c:pt idx="2003" formatCode="General">
                  <c:v>439.60912195245243</c:v>
                </c:pt>
                <c:pt idx="2004" formatCode="General">
                  <c:v>437.89728919854201</c:v>
                </c:pt>
                <c:pt idx="2005" formatCode="General">
                  <c:v>430.26141111155789</c:v>
                </c:pt>
                <c:pt idx="2006" formatCode="General">
                  <c:v>431.87301991862802</c:v>
                </c:pt>
                <c:pt idx="2007" formatCode="General">
                  <c:v>433.92661574021901</c:v>
                </c:pt>
                <c:pt idx="2008" formatCode="General">
                  <c:v>426.93483193219112</c:v>
                </c:pt>
                <c:pt idx="2009" formatCode="General">
                  <c:v>435.28320201498258</c:v>
                </c:pt>
                <c:pt idx="2010" formatCode="General">
                  <c:v>436.64615199856809</c:v>
                </c:pt>
                <c:pt idx="2011" formatCode="General">
                  <c:v>435.04151614134469</c:v>
                </c:pt>
                <c:pt idx="2012" formatCode="General">
                  <c:v>434.46801605242467</c:v>
                </c:pt>
                <c:pt idx="2013" formatCode="General">
                  <c:v>433.39719003290799</c:v>
                </c:pt>
                <c:pt idx="2014" formatCode="General">
                  <c:v>429.86639888302687</c:v>
                </c:pt>
                <c:pt idx="2015" formatCode="General">
                  <c:v>422.96453908267392</c:v>
                </c:pt>
                <c:pt idx="2016" formatCode="General">
                  <c:v>421.76591859605202</c:v>
                </c:pt>
                <c:pt idx="2017" formatCode="General">
                  <c:v>409.21440373940737</c:v>
                </c:pt>
                <c:pt idx="2018" formatCode="General">
                  <c:v>409.12672231785712</c:v>
                </c:pt>
                <c:pt idx="2019" formatCode="General">
                  <c:v>407.5523173531609</c:v>
                </c:pt>
                <c:pt idx="2020" formatCode="General">
                  <c:v>407.00780494571228</c:v>
                </c:pt>
                <c:pt idx="2021" formatCode="General">
                  <c:v>406.71054638120359</c:v>
                </c:pt>
                <c:pt idx="2022" formatCode="General">
                  <c:v>405.0931837209385</c:v>
                </c:pt>
                <c:pt idx="2023" formatCode="General">
                  <c:v>409.03011248658441</c:v>
                </c:pt>
                <c:pt idx="2024" formatCode="General">
                  <c:v>410.03708813689991</c:v>
                </c:pt>
                <c:pt idx="2025" formatCode="General">
                  <c:v>417.38641889657811</c:v>
                </c:pt>
                <c:pt idx="2026" formatCode="General">
                  <c:v>420.96219335977668</c:v>
                </c:pt>
                <c:pt idx="2027" formatCode="General">
                  <c:v>427.04451740439941</c:v>
                </c:pt>
                <c:pt idx="2028" formatCode="General">
                  <c:v>426.44245788284132</c:v>
                </c:pt>
                <c:pt idx="2029" formatCode="General">
                  <c:v>426.1955249534559</c:v>
                </c:pt>
                <c:pt idx="2030" formatCode="General">
                  <c:v>428.46991625767077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F9-4F4E-8997-E3E255773E76}"/>
            </c:ext>
          </c:extLst>
        </c:ser>
        <c:ser>
          <c:idx val="1"/>
          <c:order val="1"/>
          <c:tx>
            <c:strRef>
              <c:f>'Charts Base 100'!$D$3</c:f>
              <c:strCache>
                <c:ptCount val="1"/>
                <c:pt idx="0">
                  <c:v>Ibovespa</c:v>
                </c:pt>
              </c:strCache>
            </c:strRef>
          </c:tx>
          <c:spPr>
            <a:ln w="22225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100'!$B$4:$B$10000</c:f>
              <c:numCache>
                <c:formatCode>m/d/yyyy</c:formatCode>
                <c:ptCount val="9997"/>
                <c:pt idx="0">
                  <c:v>43281</c:v>
                </c:pt>
                <c:pt idx="1">
                  <c:v>43283</c:v>
                </c:pt>
                <c:pt idx="2">
                  <c:v>43284</c:v>
                </c:pt>
                <c:pt idx="3">
                  <c:v>43285</c:v>
                </c:pt>
                <c:pt idx="4">
                  <c:v>43286</c:v>
                </c:pt>
                <c:pt idx="5">
                  <c:v>43287</c:v>
                </c:pt>
                <c:pt idx="6">
                  <c:v>43291</c:v>
                </c:pt>
                <c:pt idx="7">
                  <c:v>43292</c:v>
                </c:pt>
                <c:pt idx="8">
                  <c:v>43293</c:v>
                </c:pt>
                <c:pt idx="9">
                  <c:v>43294</c:v>
                </c:pt>
                <c:pt idx="10">
                  <c:v>43297</c:v>
                </c:pt>
                <c:pt idx="11">
                  <c:v>43298</c:v>
                </c:pt>
                <c:pt idx="12">
                  <c:v>43299</c:v>
                </c:pt>
                <c:pt idx="13">
                  <c:v>43300</c:v>
                </c:pt>
                <c:pt idx="14">
                  <c:v>43301</c:v>
                </c:pt>
                <c:pt idx="15">
                  <c:v>43304</c:v>
                </c:pt>
                <c:pt idx="16">
                  <c:v>43305</c:v>
                </c:pt>
                <c:pt idx="17">
                  <c:v>43306</c:v>
                </c:pt>
                <c:pt idx="18">
                  <c:v>43307</c:v>
                </c:pt>
                <c:pt idx="19">
                  <c:v>43308</c:v>
                </c:pt>
                <c:pt idx="20">
                  <c:v>43311</c:v>
                </c:pt>
                <c:pt idx="21">
                  <c:v>43312</c:v>
                </c:pt>
                <c:pt idx="22">
                  <c:v>43313</c:v>
                </c:pt>
                <c:pt idx="23">
                  <c:v>43314</c:v>
                </c:pt>
                <c:pt idx="24">
                  <c:v>43315</c:v>
                </c:pt>
                <c:pt idx="25">
                  <c:v>43318</c:v>
                </c:pt>
                <c:pt idx="26">
                  <c:v>43319</c:v>
                </c:pt>
                <c:pt idx="27">
                  <c:v>43320</c:v>
                </c:pt>
                <c:pt idx="28">
                  <c:v>43321</c:v>
                </c:pt>
                <c:pt idx="29">
                  <c:v>43322</c:v>
                </c:pt>
                <c:pt idx="30">
                  <c:v>43325</c:v>
                </c:pt>
                <c:pt idx="31">
                  <c:v>43326</c:v>
                </c:pt>
                <c:pt idx="32">
                  <c:v>43327</c:v>
                </c:pt>
                <c:pt idx="33">
                  <c:v>43328</c:v>
                </c:pt>
                <c:pt idx="34">
                  <c:v>43329</c:v>
                </c:pt>
                <c:pt idx="35">
                  <c:v>43332</c:v>
                </c:pt>
                <c:pt idx="36">
                  <c:v>43333</c:v>
                </c:pt>
                <c:pt idx="37">
                  <c:v>43334</c:v>
                </c:pt>
                <c:pt idx="38">
                  <c:v>43335</c:v>
                </c:pt>
                <c:pt idx="39">
                  <c:v>43336</c:v>
                </c:pt>
                <c:pt idx="40">
                  <c:v>43339</c:v>
                </c:pt>
                <c:pt idx="41">
                  <c:v>43340</c:v>
                </c:pt>
                <c:pt idx="42">
                  <c:v>43341</c:v>
                </c:pt>
                <c:pt idx="43">
                  <c:v>43342</c:v>
                </c:pt>
                <c:pt idx="44">
                  <c:v>43343</c:v>
                </c:pt>
                <c:pt idx="45">
                  <c:v>43346</c:v>
                </c:pt>
                <c:pt idx="46">
                  <c:v>43347</c:v>
                </c:pt>
                <c:pt idx="47">
                  <c:v>43348</c:v>
                </c:pt>
                <c:pt idx="48">
                  <c:v>43349</c:v>
                </c:pt>
                <c:pt idx="49">
                  <c:v>43353</c:v>
                </c:pt>
                <c:pt idx="50">
                  <c:v>43354</c:v>
                </c:pt>
                <c:pt idx="51">
                  <c:v>43355</c:v>
                </c:pt>
                <c:pt idx="52">
                  <c:v>43356</c:v>
                </c:pt>
                <c:pt idx="53">
                  <c:v>43357</c:v>
                </c:pt>
                <c:pt idx="54">
                  <c:v>43360</c:v>
                </c:pt>
                <c:pt idx="55">
                  <c:v>43361</c:v>
                </c:pt>
                <c:pt idx="56">
                  <c:v>43362</c:v>
                </c:pt>
                <c:pt idx="57">
                  <c:v>43363</c:v>
                </c:pt>
                <c:pt idx="58">
                  <c:v>43364</c:v>
                </c:pt>
                <c:pt idx="59">
                  <c:v>43367</c:v>
                </c:pt>
                <c:pt idx="60">
                  <c:v>43368</c:v>
                </c:pt>
                <c:pt idx="61">
                  <c:v>43369</c:v>
                </c:pt>
                <c:pt idx="62">
                  <c:v>43370</c:v>
                </c:pt>
                <c:pt idx="63">
                  <c:v>43371</c:v>
                </c:pt>
                <c:pt idx="64">
                  <c:v>43374</c:v>
                </c:pt>
                <c:pt idx="65">
                  <c:v>43375</c:v>
                </c:pt>
                <c:pt idx="66">
                  <c:v>43376</c:v>
                </c:pt>
                <c:pt idx="67">
                  <c:v>43377</c:v>
                </c:pt>
                <c:pt idx="68">
                  <c:v>43378</c:v>
                </c:pt>
                <c:pt idx="69">
                  <c:v>43381</c:v>
                </c:pt>
                <c:pt idx="70">
                  <c:v>43382</c:v>
                </c:pt>
                <c:pt idx="71">
                  <c:v>43383</c:v>
                </c:pt>
                <c:pt idx="72">
                  <c:v>43384</c:v>
                </c:pt>
                <c:pt idx="73">
                  <c:v>43388</c:v>
                </c:pt>
                <c:pt idx="74">
                  <c:v>43389</c:v>
                </c:pt>
                <c:pt idx="75">
                  <c:v>43390</c:v>
                </c:pt>
                <c:pt idx="76">
                  <c:v>43391</c:v>
                </c:pt>
                <c:pt idx="77">
                  <c:v>43392</c:v>
                </c:pt>
                <c:pt idx="78">
                  <c:v>43395</c:v>
                </c:pt>
                <c:pt idx="79">
                  <c:v>43396</c:v>
                </c:pt>
                <c:pt idx="80">
                  <c:v>43397</c:v>
                </c:pt>
                <c:pt idx="81">
                  <c:v>43398</c:v>
                </c:pt>
                <c:pt idx="82">
                  <c:v>43399</c:v>
                </c:pt>
                <c:pt idx="83">
                  <c:v>43402</c:v>
                </c:pt>
                <c:pt idx="84">
                  <c:v>43403</c:v>
                </c:pt>
                <c:pt idx="85">
                  <c:v>43404</c:v>
                </c:pt>
                <c:pt idx="86">
                  <c:v>43405</c:v>
                </c:pt>
                <c:pt idx="87">
                  <c:v>43409</c:v>
                </c:pt>
                <c:pt idx="88">
                  <c:v>43410</c:v>
                </c:pt>
                <c:pt idx="89">
                  <c:v>43411</c:v>
                </c:pt>
                <c:pt idx="90">
                  <c:v>43412</c:v>
                </c:pt>
                <c:pt idx="91">
                  <c:v>43413</c:v>
                </c:pt>
                <c:pt idx="92">
                  <c:v>43416</c:v>
                </c:pt>
                <c:pt idx="93">
                  <c:v>43417</c:v>
                </c:pt>
                <c:pt idx="94">
                  <c:v>43418</c:v>
                </c:pt>
                <c:pt idx="95">
                  <c:v>43420</c:v>
                </c:pt>
                <c:pt idx="96">
                  <c:v>43423</c:v>
                </c:pt>
                <c:pt idx="97">
                  <c:v>43425</c:v>
                </c:pt>
                <c:pt idx="98">
                  <c:v>43426</c:v>
                </c:pt>
                <c:pt idx="99">
                  <c:v>43427</c:v>
                </c:pt>
                <c:pt idx="100">
                  <c:v>43430</c:v>
                </c:pt>
                <c:pt idx="101">
                  <c:v>43431</c:v>
                </c:pt>
                <c:pt idx="102">
                  <c:v>43432</c:v>
                </c:pt>
                <c:pt idx="103">
                  <c:v>43433</c:v>
                </c:pt>
                <c:pt idx="104">
                  <c:v>43434</c:v>
                </c:pt>
                <c:pt idx="105">
                  <c:v>43437</c:v>
                </c:pt>
                <c:pt idx="106">
                  <c:v>43438</c:v>
                </c:pt>
                <c:pt idx="107">
                  <c:v>43439</c:v>
                </c:pt>
                <c:pt idx="108">
                  <c:v>43440</c:v>
                </c:pt>
                <c:pt idx="109">
                  <c:v>43441</c:v>
                </c:pt>
                <c:pt idx="110">
                  <c:v>43444</c:v>
                </c:pt>
                <c:pt idx="111">
                  <c:v>43445</c:v>
                </c:pt>
                <c:pt idx="112">
                  <c:v>43446</c:v>
                </c:pt>
                <c:pt idx="113">
                  <c:v>43447</c:v>
                </c:pt>
                <c:pt idx="114">
                  <c:v>43448</c:v>
                </c:pt>
                <c:pt idx="115">
                  <c:v>43451</c:v>
                </c:pt>
                <c:pt idx="116">
                  <c:v>43452</c:v>
                </c:pt>
                <c:pt idx="117">
                  <c:v>43453</c:v>
                </c:pt>
                <c:pt idx="118">
                  <c:v>43454</c:v>
                </c:pt>
                <c:pt idx="119">
                  <c:v>43455</c:v>
                </c:pt>
                <c:pt idx="120">
                  <c:v>43460</c:v>
                </c:pt>
                <c:pt idx="121">
                  <c:v>43461</c:v>
                </c:pt>
                <c:pt idx="122">
                  <c:v>43462</c:v>
                </c:pt>
                <c:pt idx="123">
                  <c:v>43467</c:v>
                </c:pt>
                <c:pt idx="124">
                  <c:v>43468</c:v>
                </c:pt>
                <c:pt idx="125">
                  <c:v>43469</c:v>
                </c:pt>
                <c:pt idx="126">
                  <c:v>43472</c:v>
                </c:pt>
                <c:pt idx="127">
                  <c:v>43473</c:v>
                </c:pt>
                <c:pt idx="128">
                  <c:v>43474</c:v>
                </c:pt>
                <c:pt idx="129">
                  <c:v>43475</c:v>
                </c:pt>
                <c:pt idx="130">
                  <c:v>43476</c:v>
                </c:pt>
                <c:pt idx="131">
                  <c:v>43479</c:v>
                </c:pt>
                <c:pt idx="132">
                  <c:v>43480</c:v>
                </c:pt>
                <c:pt idx="133">
                  <c:v>43481</c:v>
                </c:pt>
                <c:pt idx="134">
                  <c:v>43482</c:v>
                </c:pt>
                <c:pt idx="135">
                  <c:v>43483</c:v>
                </c:pt>
                <c:pt idx="136">
                  <c:v>43486</c:v>
                </c:pt>
                <c:pt idx="137">
                  <c:v>43487</c:v>
                </c:pt>
                <c:pt idx="138">
                  <c:v>43488</c:v>
                </c:pt>
                <c:pt idx="139">
                  <c:v>43489</c:v>
                </c:pt>
                <c:pt idx="140">
                  <c:v>43493</c:v>
                </c:pt>
                <c:pt idx="141">
                  <c:v>43494</c:v>
                </c:pt>
                <c:pt idx="142">
                  <c:v>43495</c:v>
                </c:pt>
                <c:pt idx="143">
                  <c:v>43496</c:v>
                </c:pt>
                <c:pt idx="144">
                  <c:v>43497</c:v>
                </c:pt>
                <c:pt idx="145">
                  <c:v>43500</c:v>
                </c:pt>
                <c:pt idx="146">
                  <c:v>43501</c:v>
                </c:pt>
                <c:pt idx="147">
                  <c:v>43502</c:v>
                </c:pt>
                <c:pt idx="148">
                  <c:v>43503</c:v>
                </c:pt>
                <c:pt idx="149">
                  <c:v>43504</c:v>
                </c:pt>
                <c:pt idx="150">
                  <c:v>43507</c:v>
                </c:pt>
                <c:pt idx="151">
                  <c:v>43508</c:v>
                </c:pt>
                <c:pt idx="152">
                  <c:v>43509</c:v>
                </c:pt>
                <c:pt idx="153">
                  <c:v>43510</c:v>
                </c:pt>
                <c:pt idx="154">
                  <c:v>43511</c:v>
                </c:pt>
                <c:pt idx="155">
                  <c:v>43514</c:v>
                </c:pt>
                <c:pt idx="156">
                  <c:v>43515</c:v>
                </c:pt>
                <c:pt idx="157">
                  <c:v>43516</c:v>
                </c:pt>
                <c:pt idx="158">
                  <c:v>43517</c:v>
                </c:pt>
                <c:pt idx="159">
                  <c:v>43518</c:v>
                </c:pt>
                <c:pt idx="160">
                  <c:v>43521</c:v>
                </c:pt>
                <c:pt idx="161">
                  <c:v>43522</c:v>
                </c:pt>
                <c:pt idx="162">
                  <c:v>43523</c:v>
                </c:pt>
                <c:pt idx="163">
                  <c:v>43524</c:v>
                </c:pt>
                <c:pt idx="164">
                  <c:v>43525</c:v>
                </c:pt>
                <c:pt idx="165">
                  <c:v>43530</c:v>
                </c:pt>
                <c:pt idx="166">
                  <c:v>43531</c:v>
                </c:pt>
                <c:pt idx="167">
                  <c:v>43532</c:v>
                </c:pt>
                <c:pt idx="168">
                  <c:v>43535</c:v>
                </c:pt>
                <c:pt idx="169">
                  <c:v>43536</c:v>
                </c:pt>
                <c:pt idx="170">
                  <c:v>43537</c:v>
                </c:pt>
                <c:pt idx="171">
                  <c:v>43538</c:v>
                </c:pt>
                <c:pt idx="172">
                  <c:v>43539</c:v>
                </c:pt>
                <c:pt idx="173">
                  <c:v>43542</c:v>
                </c:pt>
                <c:pt idx="174">
                  <c:v>43543</c:v>
                </c:pt>
                <c:pt idx="175">
                  <c:v>43544</c:v>
                </c:pt>
                <c:pt idx="176">
                  <c:v>43545</c:v>
                </c:pt>
                <c:pt idx="177">
                  <c:v>43546</c:v>
                </c:pt>
                <c:pt idx="178">
                  <c:v>43549</c:v>
                </c:pt>
                <c:pt idx="179">
                  <c:v>43550</c:v>
                </c:pt>
                <c:pt idx="180">
                  <c:v>43551</c:v>
                </c:pt>
                <c:pt idx="181">
                  <c:v>43552</c:v>
                </c:pt>
                <c:pt idx="182">
                  <c:v>43553</c:v>
                </c:pt>
                <c:pt idx="183">
                  <c:v>43556</c:v>
                </c:pt>
                <c:pt idx="184">
                  <c:v>43557</c:v>
                </c:pt>
                <c:pt idx="185">
                  <c:v>43558</c:v>
                </c:pt>
                <c:pt idx="186">
                  <c:v>43559</c:v>
                </c:pt>
                <c:pt idx="187">
                  <c:v>43560</c:v>
                </c:pt>
                <c:pt idx="188">
                  <c:v>43563</c:v>
                </c:pt>
                <c:pt idx="189">
                  <c:v>43564</c:v>
                </c:pt>
                <c:pt idx="190">
                  <c:v>43565</c:v>
                </c:pt>
                <c:pt idx="191">
                  <c:v>43566</c:v>
                </c:pt>
                <c:pt idx="192">
                  <c:v>43567</c:v>
                </c:pt>
                <c:pt idx="193">
                  <c:v>43570</c:v>
                </c:pt>
                <c:pt idx="194">
                  <c:v>43571</c:v>
                </c:pt>
                <c:pt idx="195">
                  <c:v>43572</c:v>
                </c:pt>
                <c:pt idx="196">
                  <c:v>43573</c:v>
                </c:pt>
                <c:pt idx="197">
                  <c:v>43577</c:v>
                </c:pt>
                <c:pt idx="198">
                  <c:v>43578</c:v>
                </c:pt>
                <c:pt idx="199">
                  <c:v>43579</c:v>
                </c:pt>
                <c:pt idx="200">
                  <c:v>43580</c:v>
                </c:pt>
                <c:pt idx="201">
                  <c:v>43581</c:v>
                </c:pt>
                <c:pt idx="202">
                  <c:v>43584</c:v>
                </c:pt>
                <c:pt idx="203">
                  <c:v>43585</c:v>
                </c:pt>
                <c:pt idx="204">
                  <c:v>43587</c:v>
                </c:pt>
                <c:pt idx="205">
                  <c:v>43588</c:v>
                </c:pt>
                <c:pt idx="206">
                  <c:v>43591</c:v>
                </c:pt>
                <c:pt idx="207">
                  <c:v>43592</c:v>
                </c:pt>
                <c:pt idx="208">
                  <c:v>43593</c:v>
                </c:pt>
                <c:pt idx="209">
                  <c:v>43594</c:v>
                </c:pt>
                <c:pt idx="210">
                  <c:v>43595</c:v>
                </c:pt>
                <c:pt idx="211">
                  <c:v>43598</c:v>
                </c:pt>
                <c:pt idx="212">
                  <c:v>43599</c:v>
                </c:pt>
                <c:pt idx="213">
                  <c:v>43600</c:v>
                </c:pt>
                <c:pt idx="214">
                  <c:v>43601</c:v>
                </c:pt>
                <c:pt idx="215">
                  <c:v>43602</c:v>
                </c:pt>
                <c:pt idx="216">
                  <c:v>43605</c:v>
                </c:pt>
                <c:pt idx="217">
                  <c:v>43606</c:v>
                </c:pt>
                <c:pt idx="218">
                  <c:v>43607</c:v>
                </c:pt>
                <c:pt idx="219">
                  <c:v>43608</c:v>
                </c:pt>
                <c:pt idx="220">
                  <c:v>43609</c:v>
                </c:pt>
                <c:pt idx="221">
                  <c:v>43612</c:v>
                </c:pt>
                <c:pt idx="222">
                  <c:v>43613</c:v>
                </c:pt>
                <c:pt idx="223">
                  <c:v>43614</c:v>
                </c:pt>
                <c:pt idx="224">
                  <c:v>43615</c:v>
                </c:pt>
                <c:pt idx="225">
                  <c:v>43616</c:v>
                </c:pt>
                <c:pt idx="226">
                  <c:v>43619</c:v>
                </c:pt>
                <c:pt idx="227">
                  <c:v>43620</c:v>
                </c:pt>
                <c:pt idx="228">
                  <c:v>43621</c:v>
                </c:pt>
                <c:pt idx="229">
                  <c:v>43622</c:v>
                </c:pt>
                <c:pt idx="230">
                  <c:v>43623</c:v>
                </c:pt>
                <c:pt idx="231">
                  <c:v>43626</c:v>
                </c:pt>
                <c:pt idx="232">
                  <c:v>43627</c:v>
                </c:pt>
                <c:pt idx="233">
                  <c:v>43628</c:v>
                </c:pt>
                <c:pt idx="234">
                  <c:v>43629</c:v>
                </c:pt>
                <c:pt idx="235">
                  <c:v>43630</c:v>
                </c:pt>
                <c:pt idx="236">
                  <c:v>43633</c:v>
                </c:pt>
                <c:pt idx="237">
                  <c:v>43634</c:v>
                </c:pt>
                <c:pt idx="238">
                  <c:v>43635</c:v>
                </c:pt>
                <c:pt idx="239">
                  <c:v>43637</c:v>
                </c:pt>
                <c:pt idx="240">
                  <c:v>43640</c:v>
                </c:pt>
                <c:pt idx="241">
                  <c:v>43641</c:v>
                </c:pt>
                <c:pt idx="242">
                  <c:v>43642</c:v>
                </c:pt>
                <c:pt idx="243">
                  <c:v>43643</c:v>
                </c:pt>
                <c:pt idx="244">
                  <c:v>43644</c:v>
                </c:pt>
                <c:pt idx="245">
                  <c:v>43647</c:v>
                </c:pt>
                <c:pt idx="246">
                  <c:v>43648</c:v>
                </c:pt>
                <c:pt idx="247">
                  <c:v>43649</c:v>
                </c:pt>
                <c:pt idx="248">
                  <c:v>43650</c:v>
                </c:pt>
                <c:pt idx="249">
                  <c:v>43651</c:v>
                </c:pt>
                <c:pt idx="250">
                  <c:v>43654</c:v>
                </c:pt>
                <c:pt idx="251">
                  <c:v>43656</c:v>
                </c:pt>
                <c:pt idx="252">
                  <c:v>43657</c:v>
                </c:pt>
                <c:pt idx="253">
                  <c:v>43658</c:v>
                </c:pt>
                <c:pt idx="254">
                  <c:v>43661</c:v>
                </c:pt>
                <c:pt idx="255">
                  <c:v>43662</c:v>
                </c:pt>
                <c:pt idx="256">
                  <c:v>43663</c:v>
                </c:pt>
                <c:pt idx="257">
                  <c:v>43664</c:v>
                </c:pt>
                <c:pt idx="258">
                  <c:v>43665</c:v>
                </c:pt>
                <c:pt idx="259">
                  <c:v>43668</c:v>
                </c:pt>
                <c:pt idx="260">
                  <c:v>43669</c:v>
                </c:pt>
                <c:pt idx="261">
                  <c:v>43670</c:v>
                </c:pt>
                <c:pt idx="262">
                  <c:v>43671</c:v>
                </c:pt>
                <c:pt idx="263">
                  <c:v>43672</c:v>
                </c:pt>
                <c:pt idx="264">
                  <c:v>43675</c:v>
                </c:pt>
                <c:pt idx="265">
                  <c:v>43676</c:v>
                </c:pt>
                <c:pt idx="266">
                  <c:v>43677</c:v>
                </c:pt>
                <c:pt idx="267">
                  <c:v>43678</c:v>
                </c:pt>
                <c:pt idx="268">
                  <c:v>43679</c:v>
                </c:pt>
                <c:pt idx="269">
                  <c:v>43682</c:v>
                </c:pt>
                <c:pt idx="270">
                  <c:v>43683</c:v>
                </c:pt>
                <c:pt idx="271">
                  <c:v>43684</c:v>
                </c:pt>
                <c:pt idx="272">
                  <c:v>43685</c:v>
                </c:pt>
                <c:pt idx="273">
                  <c:v>43686</c:v>
                </c:pt>
                <c:pt idx="274">
                  <c:v>43689</c:v>
                </c:pt>
                <c:pt idx="275">
                  <c:v>43690</c:v>
                </c:pt>
                <c:pt idx="276">
                  <c:v>43691</c:v>
                </c:pt>
                <c:pt idx="277">
                  <c:v>43692</c:v>
                </c:pt>
                <c:pt idx="278">
                  <c:v>43693</c:v>
                </c:pt>
                <c:pt idx="279">
                  <c:v>43696</c:v>
                </c:pt>
                <c:pt idx="280">
                  <c:v>43697</c:v>
                </c:pt>
                <c:pt idx="281">
                  <c:v>43698</c:v>
                </c:pt>
                <c:pt idx="282">
                  <c:v>43699</c:v>
                </c:pt>
                <c:pt idx="283">
                  <c:v>43700</c:v>
                </c:pt>
                <c:pt idx="284">
                  <c:v>43703</c:v>
                </c:pt>
                <c:pt idx="285">
                  <c:v>43704</c:v>
                </c:pt>
                <c:pt idx="286">
                  <c:v>43705</c:v>
                </c:pt>
                <c:pt idx="287">
                  <c:v>43706</c:v>
                </c:pt>
                <c:pt idx="288">
                  <c:v>43707</c:v>
                </c:pt>
                <c:pt idx="289">
                  <c:v>43710</c:v>
                </c:pt>
                <c:pt idx="290">
                  <c:v>43711</c:v>
                </c:pt>
                <c:pt idx="291">
                  <c:v>43712</c:v>
                </c:pt>
                <c:pt idx="292">
                  <c:v>43713</c:v>
                </c:pt>
                <c:pt idx="293">
                  <c:v>43714</c:v>
                </c:pt>
                <c:pt idx="294">
                  <c:v>43717</c:v>
                </c:pt>
                <c:pt idx="295">
                  <c:v>43718</c:v>
                </c:pt>
                <c:pt idx="296">
                  <c:v>43719</c:v>
                </c:pt>
                <c:pt idx="297">
                  <c:v>43720</c:v>
                </c:pt>
                <c:pt idx="298">
                  <c:v>43721</c:v>
                </c:pt>
                <c:pt idx="299">
                  <c:v>43724</c:v>
                </c:pt>
                <c:pt idx="300">
                  <c:v>43725</c:v>
                </c:pt>
                <c:pt idx="301">
                  <c:v>43726</c:v>
                </c:pt>
                <c:pt idx="302">
                  <c:v>43727</c:v>
                </c:pt>
                <c:pt idx="303">
                  <c:v>43728</c:v>
                </c:pt>
                <c:pt idx="304">
                  <c:v>43731</c:v>
                </c:pt>
                <c:pt idx="305">
                  <c:v>43732</c:v>
                </c:pt>
                <c:pt idx="306">
                  <c:v>43733</c:v>
                </c:pt>
                <c:pt idx="307">
                  <c:v>43734</c:v>
                </c:pt>
                <c:pt idx="308">
                  <c:v>43735</c:v>
                </c:pt>
                <c:pt idx="309">
                  <c:v>43738</c:v>
                </c:pt>
                <c:pt idx="310">
                  <c:v>43739</c:v>
                </c:pt>
                <c:pt idx="311">
                  <c:v>43740</c:v>
                </c:pt>
                <c:pt idx="312">
                  <c:v>43741</c:v>
                </c:pt>
                <c:pt idx="313">
                  <c:v>43742</c:v>
                </c:pt>
                <c:pt idx="314">
                  <c:v>43745</c:v>
                </c:pt>
                <c:pt idx="315">
                  <c:v>43746</c:v>
                </c:pt>
                <c:pt idx="316">
                  <c:v>43747</c:v>
                </c:pt>
                <c:pt idx="317">
                  <c:v>43748</c:v>
                </c:pt>
                <c:pt idx="318">
                  <c:v>43749</c:v>
                </c:pt>
                <c:pt idx="319">
                  <c:v>43752</c:v>
                </c:pt>
                <c:pt idx="320">
                  <c:v>43753</c:v>
                </c:pt>
                <c:pt idx="321">
                  <c:v>43754</c:v>
                </c:pt>
                <c:pt idx="322">
                  <c:v>43755</c:v>
                </c:pt>
                <c:pt idx="323">
                  <c:v>43756</c:v>
                </c:pt>
                <c:pt idx="324">
                  <c:v>43759</c:v>
                </c:pt>
                <c:pt idx="325">
                  <c:v>43760</c:v>
                </c:pt>
                <c:pt idx="326">
                  <c:v>43761</c:v>
                </c:pt>
                <c:pt idx="327">
                  <c:v>43762</c:v>
                </c:pt>
                <c:pt idx="328">
                  <c:v>43763</c:v>
                </c:pt>
                <c:pt idx="329">
                  <c:v>43766</c:v>
                </c:pt>
                <c:pt idx="330">
                  <c:v>43767</c:v>
                </c:pt>
                <c:pt idx="331">
                  <c:v>43768</c:v>
                </c:pt>
                <c:pt idx="332">
                  <c:v>43769</c:v>
                </c:pt>
                <c:pt idx="333">
                  <c:v>43770</c:v>
                </c:pt>
                <c:pt idx="334">
                  <c:v>43773</c:v>
                </c:pt>
                <c:pt idx="335">
                  <c:v>43774</c:v>
                </c:pt>
                <c:pt idx="336">
                  <c:v>43775</c:v>
                </c:pt>
                <c:pt idx="337">
                  <c:v>43776</c:v>
                </c:pt>
                <c:pt idx="338">
                  <c:v>43777</c:v>
                </c:pt>
                <c:pt idx="339">
                  <c:v>43780</c:v>
                </c:pt>
                <c:pt idx="340">
                  <c:v>43781</c:v>
                </c:pt>
                <c:pt idx="341">
                  <c:v>43782</c:v>
                </c:pt>
                <c:pt idx="342">
                  <c:v>43783</c:v>
                </c:pt>
                <c:pt idx="343">
                  <c:v>43787</c:v>
                </c:pt>
                <c:pt idx="344">
                  <c:v>43788</c:v>
                </c:pt>
                <c:pt idx="345">
                  <c:v>43790</c:v>
                </c:pt>
                <c:pt idx="346">
                  <c:v>43791</c:v>
                </c:pt>
                <c:pt idx="347">
                  <c:v>43794</c:v>
                </c:pt>
                <c:pt idx="348">
                  <c:v>43795</c:v>
                </c:pt>
                <c:pt idx="349">
                  <c:v>43796</c:v>
                </c:pt>
                <c:pt idx="350">
                  <c:v>43797</c:v>
                </c:pt>
                <c:pt idx="351">
                  <c:v>43798</c:v>
                </c:pt>
                <c:pt idx="352">
                  <c:v>43801</c:v>
                </c:pt>
                <c:pt idx="353">
                  <c:v>43802</c:v>
                </c:pt>
                <c:pt idx="354">
                  <c:v>43803</c:v>
                </c:pt>
                <c:pt idx="355">
                  <c:v>43804</c:v>
                </c:pt>
                <c:pt idx="356">
                  <c:v>43805</c:v>
                </c:pt>
                <c:pt idx="357">
                  <c:v>43808</c:v>
                </c:pt>
                <c:pt idx="358">
                  <c:v>43809</c:v>
                </c:pt>
                <c:pt idx="359">
                  <c:v>43810</c:v>
                </c:pt>
                <c:pt idx="360">
                  <c:v>43811</c:v>
                </c:pt>
                <c:pt idx="361">
                  <c:v>43812</c:v>
                </c:pt>
                <c:pt idx="362">
                  <c:v>43815</c:v>
                </c:pt>
                <c:pt idx="363">
                  <c:v>43816</c:v>
                </c:pt>
                <c:pt idx="364">
                  <c:v>43817</c:v>
                </c:pt>
                <c:pt idx="365">
                  <c:v>43818</c:v>
                </c:pt>
                <c:pt idx="366">
                  <c:v>43819</c:v>
                </c:pt>
                <c:pt idx="367">
                  <c:v>43822</c:v>
                </c:pt>
                <c:pt idx="368">
                  <c:v>43825</c:v>
                </c:pt>
                <c:pt idx="369">
                  <c:v>43826</c:v>
                </c:pt>
                <c:pt idx="370">
                  <c:v>43829</c:v>
                </c:pt>
                <c:pt idx="371">
                  <c:v>43832</c:v>
                </c:pt>
                <c:pt idx="372">
                  <c:v>43833</c:v>
                </c:pt>
                <c:pt idx="373">
                  <c:v>43836</c:v>
                </c:pt>
                <c:pt idx="374">
                  <c:v>43837</c:v>
                </c:pt>
                <c:pt idx="375">
                  <c:v>43838</c:v>
                </c:pt>
                <c:pt idx="376">
                  <c:v>43839</c:v>
                </c:pt>
                <c:pt idx="377">
                  <c:v>43840</c:v>
                </c:pt>
                <c:pt idx="378">
                  <c:v>43843</c:v>
                </c:pt>
                <c:pt idx="379">
                  <c:v>43844</c:v>
                </c:pt>
                <c:pt idx="380">
                  <c:v>43845</c:v>
                </c:pt>
                <c:pt idx="381">
                  <c:v>43846</c:v>
                </c:pt>
                <c:pt idx="382">
                  <c:v>43847</c:v>
                </c:pt>
                <c:pt idx="383">
                  <c:v>43850</c:v>
                </c:pt>
                <c:pt idx="384">
                  <c:v>43851</c:v>
                </c:pt>
                <c:pt idx="385">
                  <c:v>43852</c:v>
                </c:pt>
                <c:pt idx="386">
                  <c:v>43853</c:v>
                </c:pt>
                <c:pt idx="387">
                  <c:v>43854</c:v>
                </c:pt>
                <c:pt idx="388">
                  <c:v>43857</c:v>
                </c:pt>
                <c:pt idx="389">
                  <c:v>43858</c:v>
                </c:pt>
                <c:pt idx="390">
                  <c:v>43859</c:v>
                </c:pt>
                <c:pt idx="391">
                  <c:v>43860</c:v>
                </c:pt>
                <c:pt idx="392">
                  <c:v>43861</c:v>
                </c:pt>
                <c:pt idx="393">
                  <c:v>43864</c:v>
                </c:pt>
                <c:pt idx="394">
                  <c:v>43865</c:v>
                </c:pt>
                <c:pt idx="395">
                  <c:v>43866</c:v>
                </c:pt>
                <c:pt idx="396">
                  <c:v>43867</c:v>
                </c:pt>
                <c:pt idx="397">
                  <c:v>43868</c:v>
                </c:pt>
                <c:pt idx="398">
                  <c:v>43871</c:v>
                </c:pt>
                <c:pt idx="399">
                  <c:v>43872</c:v>
                </c:pt>
                <c:pt idx="400">
                  <c:v>43873</c:v>
                </c:pt>
                <c:pt idx="401">
                  <c:v>43874</c:v>
                </c:pt>
                <c:pt idx="402">
                  <c:v>43875</c:v>
                </c:pt>
                <c:pt idx="403">
                  <c:v>43878</c:v>
                </c:pt>
                <c:pt idx="404">
                  <c:v>43879</c:v>
                </c:pt>
                <c:pt idx="405">
                  <c:v>43880</c:v>
                </c:pt>
                <c:pt idx="406">
                  <c:v>43881</c:v>
                </c:pt>
                <c:pt idx="407">
                  <c:v>43882</c:v>
                </c:pt>
                <c:pt idx="408">
                  <c:v>43887</c:v>
                </c:pt>
                <c:pt idx="409">
                  <c:v>43888</c:v>
                </c:pt>
                <c:pt idx="410">
                  <c:v>43889</c:v>
                </c:pt>
                <c:pt idx="411">
                  <c:v>43892</c:v>
                </c:pt>
                <c:pt idx="412">
                  <c:v>43893</c:v>
                </c:pt>
                <c:pt idx="413">
                  <c:v>43894</c:v>
                </c:pt>
                <c:pt idx="414">
                  <c:v>43895</c:v>
                </c:pt>
                <c:pt idx="415">
                  <c:v>43896</c:v>
                </c:pt>
                <c:pt idx="416">
                  <c:v>43899</c:v>
                </c:pt>
                <c:pt idx="417">
                  <c:v>43900</c:v>
                </c:pt>
                <c:pt idx="418">
                  <c:v>43901</c:v>
                </c:pt>
                <c:pt idx="419">
                  <c:v>43902</c:v>
                </c:pt>
                <c:pt idx="420">
                  <c:v>43903</c:v>
                </c:pt>
                <c:pt idx="421">
                  <c:v>43906</c:v>
                </c:pt>
                <c:pt idx="422">
                  <c:v>43907</c:v>
                </c:pt>
                <c:pt idx="423">
                  <c:v>43908</c:v>
                </c:pt>
                <c:pt idx="424">
                  <c:v>43909</c:v>
                </c:pt>
                <c:pt idx="425">
                  <c:v>43910</c:v>
                </c:pt>
                <c:pt idx="426">
                  <c:v>43913</c:v>
                </c:pt>
                <c:pt idx="427">
                  <c:v>43914</c:v>
                </c:pt>
                <c:pt idx="428">
                  <c:v>43915</c:v>
                </c:pt>
                <c:pt idx="429">
                  <c:v>43916</c:v>
                </c:pt>
                <c:pt idx="430">
                  <c:v>43917</c:v>
                </c:pt>
                <c:pt idx="431">
                  <c:v>43920</c:v>
                </c:pt>
                <c:pt idx="432">
                  <c:v>43921</c:v>
                </c:pt>
                <c:pt idx="433">
                  <c:v>43922</c:v>
                </c:pt>
                <c:pt idx="434">
                  <c:v>43923</c:v>
                </c:pt>
                <c:pt idx="435">
                  <c:v>43924</c:v>
                </c:pt>
                <c:pt idx="436">
                  <c:v>43927</c:v>
                </c:pt>
                <c:pt idx="437">
                  <c:v>43928</c:v>
                </c:pt>
                <c:pt idx="438">
                  <c:v>43929</c:v>
                </c:pt>
                <c:pt idx="439">
                  <c:v>43930</c:v>
                </c:pt>
                <c:pt idx="440">
                  <c:v>43934</c:v>
                </c:pt>
                <c:pt idx="441">
                  <c:v>43935</c:v>
                </c:pt>
                <c:pt idx="442">
                  <c:v>43936</c:v>
                </c:pt>
                <c:pt idx="443">
                  <c:v>43937</c:v>
                </c:pt>
                <c:pt idx="444">
                  <c:v>43938</c:v>
                </c:pt>
                <c:pt idx="445">
                  <c:v>43941</c:v>
                </c:pt>
                <c:pt idx="446">
                  <c:v>43943</c:v>
                </c:pt>
                <c:pt idx="447">
                  <c:v>43944</c:v>
                </c:pt>
                <c:pt idx="448">
                  <c:v>43945</c:v>
                </c:pt>
                <c:pt idx="449">
                  <c:v>43948</c:v>
                </c:pt>
                <c:pt idx="450">
                  <c:v>43949</c:v>
                </c:pt>
                <c:pt idx="451">
                  <c:v>43950</c:v>
                </c:pt>
                <c:pt idx="452">
                  <c:v>43951</c:v>
                </c:pt>
                <c:pt idx="453">
                  <c:v>43955</c:v>
                </c:pt>
                <c:pt idx="454">
                  <c:v>43956</c:v>
                </c:pt>
                <c:pt idx="455">
                  <c:v>43957</c:v>
                </c:pt>
                <c:pt idx="456">
                  <c:v>43958</c:v>
                </c:pt>
                <c:pt idx="457">
                  <c:v>43959</c:v>
                </c:pt>
                <c:pt idx="458">
                  <c:v>43962</c:v>
                </c:pt>
                <c:pt idx="459">
                  <c:v>43963</c:v>
                </c:pt>
                <c:pt idx="460">
                  <c:v>43964</c:v>
                </c:pt>
                <c:pt idx="461">
                  <c:v>43965</c:v>
                </c:pt>
                <c:pt idx="462">
                  <c:v>43966</c:v>
                </c:pt>
                <c:pt idx="463">
                  <c:v>43969</c:v>
                </c:pt>
                <c:pt idx="464">
                  <c:v>43970</c:v>
                </c:pt>
                <c:pt idx="465">
                  <c:v>43971</c:v>
                </c:pt>
                <c:pt idx="466">
                  <c:v>43972</c:v>
                </c:pt>
                <c:pt idx="467">
                  <c:v>43973</c:v>
                </c:pt>
                <c:pt idx="468">
                  <c:v>43976</c:v>
                </c:pt>
                <c:pt idx="469">
                  <c:v>43977</c:v>
                </c:pt>
                <c:pt idx="470">
                  <c:v>43978</c:v>
                </c:pt>
                <c:pt idx="471">
                  <c:v>43979</c:v>
                </c:pt>
                <c:pt idx="472">
                  <c:v>43980</c:v>
                </c:pt>
                <c:pt idx="473">
                  <c:v>43983</c:v>
                </c:pt>
                <c:pt idx="474">
                  <c:v>43984</c:v>
                </c:pt>
                <c:pt idx="475">
                  <c:v>43985</c:v>
                </c:pt>
                <c:pt idx="476">
                  <c:v>43986</c:v>
                </c:pt>
                <c:pt idx="477">
                  <c:v>43987</c:v>
                </c:pt>
                <c:pt idx="478">
                  <c:v>43990</c:v>
                </c:pt>
                <c:pt idx="479">
                  <c:v>43991</c:v>
                </c:pt>
                <c:pt idx="480">
                  <c:v>43992</c:v>
                </c:pt>
                <c:pt idx="481">
                  <c:v>43994</c:v>
                </c:pt>
                <c:pt idx="482">
                  <c:v>43997</c:v>
                </c:pt>
                <c:pt idx="483">
                  <c:v>43998</c:v>
                </c:pt>
                <c:pt idx="484">
                  <c:v>43999</c:v>
                </c:pt>
                <c:pt idx="485">
                  <c:v>44000</c:v>
                </c:pt>
                <c:pt idx="486">
                  <c:v>44001</c:v>
                </c:pt>
                <c:pt idx="487">
                  <c:v>44004</c:v>
                </c:pt>
                <c:pt idx="488">
                  <c:v>44005</c:v>
                </c:pt>
                <c:pt idx="489">
                  <c:v>44006</c:v>
                </c:pt>
                <c:pt idx="490">
                  <c:v>44007</c:v>
                </c:pt>
                <c:pt idx="491">
                  <c:v>44008</c:v>
                </c:pt>
                <c:pt idx="492">
                  <c:v>44011</c:v>
                </c:pt>
                <c:pt idx="493">
                  <c:v>44012</c:v>
                </c:pt>
                <c:pt idx="494">
                  <c:v>44013</c:v>
                </c:pt>
                <c:pt idx="495">
                  <c:v>44014</c:v>
                </c:pt>
                <c:pt idx="496">
                  <c:v>44015</c:v>
                </c:pt>
                <c:pt idx="497">
                  <c:v>44018</c:v>
                </c:pt>
                <c:pt idx="498">
                  <c:v>44019</c:v>
                </c:pt>
                <c:pt idx="499">
                  <c:v>44020</c:v>
                </c:pt>
                <c:pt idx="500">
                  <c:v>44021</c:v>
                </c:pt>
                <c:pt idx="501">
                  <c:v>44022</c:v>
                </c:pt>
                <c:pt idx="502">
                  <c:v>44025</c:v>
                </c:pt>
                <c:pt idx="503">
                  <c:v>44026</c:v>
                </c:pt>
                <c:pt idx="504">
                  <c:v>44027</c:v>
                </c:pt>
                <c:pt idx="505">
                  <c:v>44028</c:v>
                </c:pt>
                <c:pt idx="506">
                  <c:v>44029</c:v>
                </c:pt>
                <c:pt idx="507">
                  <c:v>44032</c:v>
                </c:pt>
                <c:pt idx="508">
                  <c:v>44033</c:v>
                </c:pt>
                <c:pt idx="509">
                  <c:v>44034</c:v>
                </c:pt>
                <c:pt idx="510">
                  <c:v>44035</c:v>
                </c:pt>
                <c:pt idx="511">
                  <c:v>44036</c:v>
                </c:pt>
                <c:pt idx="512">
                  <c:v>44039</c:v>
                </c:pt>
                <c:pt idx="513">
                  <c:v>44040</c:v>
                </c:pt>
                <c:pt idx="514">
                  <c:v>44041</c:v>
                </c:pt>
                <c:pt idx="515">
                  <c:v>44042</c:v>
                </c:pt>
                <c:pt idx="516">
                  <c:v>44043</c:v>
                </c:pt>
                <c:pt idx="517">
                  <c:v>44046</c:v>
                </c:pt>
                <c:pt idx="518">
                  <c:v>44047</c:v>
                </c:pt>
                <c:pt idx="519">
                  <c:v>44048</c:v>
                </c:pt>
                <c:pt idx="520">
                  <c:v>44049</c:v>
                </c:pt>
                <c:pt idx="521">
                  <c:v>44050</c:v>
                </c:pt>
                <c:pt idx="522">
                  <c:v>44053</c:v>
                </c:pt>
                <c:pt idx="523">
                  <c:v>44054</c:v>
                </c:pt>
                <c:pt idx="524">
                  <c:v>44055</c:v>
                </c:pt>
                <c:pt idx="525">
                  <c:v>44056</c:v>
                </c:pt>
                <c:pt idx="526">
                  <c:v>44057</c:v>
                </c:pt>
                <c:pt idx="527">
                  <c:v>44060</c:v>
                </c:pt>
                <c:pt idx="528">
                  <c:v>44061</c:v>
                </c:pt>
                <c:pt idx="529">
                  <c:v>44062</c:v>
                </c:pt>
                <c:pt idx="530">
                  <c:v>44063</c:v>
                </c:pt>
                <c:pt idx="531">
                  <c:v>44064</c:v>
                </c:pt>
                <c:pt idx="532">
                  <c:v>44067</c:v>
                </c:pt>
                <c:pt idx="533">
                  <c:v>44068</c:v>
                </c:pt>
                <c:pt idx="534">
                  <c:v>44069</c:v>
                </c:pt>
                <c:pt idx="535">
                  <c:v>44070</c:v>
                </c:pt>
                <c:pt idx="536">
                  <c:v>44071</c:v>
                </c:pt>
                <c:pt idx="537">
                  <c:v>44074</c:v>
                </c:pt>
                <c:pt idx="538">
                  <c:v>44075</c:v>
                </c:pt>
                <c:pt idx="539">
                  <c:v>44076</c:v>
                </c:pt>
                <c:pt idx="540">
                  <c:v>44077</c:v>
                </c:pt>
                <c:pt idx="541">
                  <c:v>44078</c:v>
                </c:pt>
                <c:pt idx="542">
                  <c:v>44082</c:v>
                </c:pt>
                <c:pt idx="543">
                  <c:v>44083</c:v>
                </c:pt>
                <c:pt idx="544">
                  <c:v>44084</c:v>
                </c:pt>
                <c:pt idx="545">
                  <c:v>44085</c:v>
                </c:pt>
                <c:pt idx="546">
                  <c:v>44088</c:v>
                </c:pt>
                <c:pt idx="547">
                  <c:v>44089</c:v>
                </c:pt>
                <c:pt idx="548">
                  <c:v>44090</c:v>
                </c:pt>
                <c:pt idx="549">
                  <c:v>44091</c:v>
                </c:pt>
                <c:pt idx="550">
                  <c:v>44092</c:v>
                </c:pt>
                <c:pt idx="551">
                  <c:v>44095</c:v>
                </c:pt>
                <c:pt idx="552">
                  <c:v>44096</c:v>
                </c:pt>
                <c:pt idx="553">
                  <c:v>44097</c:v>
                </c:pt>
                <c:pt idx="554">
                  <c:v>44098</c:v>
                </c:pt>
                <c:pt idx="555">
                  <c:v>44099</c:v>
                </c:pt>
                <c:pt idx="556">
                  <c:v>44102</c:v>
                </c:pt>
                <c:pt idx="557">
                  <c:v>44103</c:v>
                </c:pt>
                <c:pt idx="558">
                  <c:v>44104</c:v>
                </c:pt>
                <c:pt idx="559">
                  <c:v>44105</c:v>
                </c:pt>
                <c:pt idx="560">
                  <c:v>44106</c:v>
                </c:pt>
                <c:pt idx="561">
                  <c:v>44109</c:v>
                </c:pt>
                <c:pt idx="562">
                  <c:v>44110</c:v>
                </c:pt>
                <c:pt idx="563">
                  <c:v>44111</c:v>
                </c:pt>
                <c:pt idx="564">
                  <c:v>44112</c:v>
                </c:pt>
                <c:pt idx="565">
                  <c:v>44113</c:v>
                </c:pt>
                <c:pt idx="566">
                  <c:v>44117</c:v>
                </c:pt>
                <c:pt idx="567">
                  <c:v>44118</c:v>
                </c:pt>
                <c:pt idx="568">
                  <c:v>44119</c:v>
                </c:pt>
                <c:pt idx="569">
                  <c:v>44120</c:v>
                </c:pt>
                <c:pt idx="570">
                  <c:v>44123</c:v>
                </c:pt>
                <c:pt idx="571">
                  <c:v>44124</c:v>
                </c:pt>
                <c:pt idx="572">
                  <c:v>44125</c:v>
                </c:pt>
                <c:pt idx="573">
                  <c:v>44126</c:v>
                </c:pt>
                <c:pt idx="574">
                  <c:v>44127</c:v>
                </c:pt>
                <c:pt idx="575">
                  <c:v>44130</c:v>
                </c:pt>
                <c:pt idx="576">
                  <c:v>44131</c:v>
                </c:pt>
                <c:pt idx="577">
                  <c:v>44132</c:v>
                </c:pt>
                <c:pt idx="578">
                  <c:v>44133</c:v>
                </c:pt>
                <c:pt idx="579">
                  <c:v>44134</c:v>
                </c:pt>
                <c:pt idx="580">
                  <c:v>44138</c:v>
                </c:pt>
                <c:pt idx="581">
                  <c:v>44139</c:v>
                </c:pt>
                <c:pt idx="582">
                  <c:v>44140</c:v>
                </c:pt>
                <c:pt idx="583">
                  <c:v>44141</c:v>
                </c:pt>
                <c:pt idx="584">
                  <c:v>44144</c:v>
                </c:pt>
                <c:pt idx="585">
                  <c:v>44145</c:v>
                </c:pt>
                <c:pt idx="586">
                  <c:v>44146</c:v>
                </c:pt>
                <c:pt idx="587">
                  <c:v>44147</c:v>
                </c:pt>
                <c:pt idx="588">
                  <c:v>44148</c:v>
                </c:pt>
                <c:pt idx="589">
                  <c:v>44151</c:v>
                </c:pt>
                <c:pt idx="590">
                  <c:v>44152</c:v>
                </c:pt>
                <c:pt idx="591">
                  <c:v>44153</c:v>
                </c:pt>
                <c:pt idx="592">
                  <c:v>44154</c:v>
                </c:pt>
                <c:pt idx="593">
                  <c:v>44155</c:v>
                </c:pt>
                <c:pt idx="594">
                  <c:v>44158</c:v>
                </c:pt>
                <c:pt idx="595">
                  <c:v>44159</c:v>
                </c:pt>
                <c:pt idx="596">
                  <c:v>44160</c:v>
                </c:pt>
                <c:pt idx="597">
                  <c:v>44161</c:v>
                </c:pt>
                <c:pt idx="598">
                  <c:v>44162</c:v>
                </c:pt>
                <c:pt idx="599">
                  <c:v>44165</c:v>
                </c:pt>
                <c:pt idx="600">
                  <c:v>44166</c:v>
                </c:pt>
                <c:pt idx="601">
                  <c:v>44167</c:v>
                </c:pt>
                <c:pt idx="602">
                  <c:v>44168</c:v>
                </c:pt>
                <c:pt idx="603">
                  <c:v>44169</c:v>
                </c:pt>
                <c:pt idx="604">
                  <c:v>44172</c:v>
                </c:pt>
                <c:pt idx="605">
                  <c:v>44173</c:v>
                </c:pt>
                <c:pt idx="606">
                  <c:v>44174</c:v>
                </c:pt>
                <c:pt idx="607">
                  <c:v>44175</c:v>
                </c:pt>
                <c:pt idx="608">
                  <c:v>44176</c:v>
                </c:pt>
                <c:pt idx="609">
                  <c:v>44179</c:v>
                </c:pt>
                <c:pt idx="610">
                  <c:v>44180</c:v>
                </c:pt>
                <c:pt idx="611">
                  <c:v>44181</c:v>
                </c:pt>
                <c:pt idx="612">
                  <c:v>44182</c:v>
                </c:pt>
                <c:pt idx="613">
                  <c:v>44183</c:v>
                </c:pt>
                <c:pt idx="614">
                  <c:v>44186</c:v>
                </c:pt>
                <c:pt idx="615">
                  <c:v>44187</c:v>
                </c:pt>
                <c:pt idx="616">
                  <c:v>44188</c:v>
                </c:pt>
                <c:pt idx="617">
                  <c:v>44193</c:v>
                </c:pt>
                <c:pt idx="618">
                  <c:v>44194</c:v>
                </c:pt>
                <c:pt idx="619">
                  <c:v>44195</c:v>
                </c:pt>
                <c:pt idx="620">
                  <c:v>44200</c:v>
                </c:pt>
                <c:pt idx="621">
                  <c:v>44201</c:v>
                </c:pt>
                <c:pt idx="622">
                  <c:v>44202</c:v>
                </c:pt>
                <c:pt idx="623">
                  <c:v>44203</c:v>
                </c:pt>
                <c:pt idx="624">
                  <c:v>44204</c:v>
                </c:pt>
                <c:pt idx="625">
                  <c:v>44207</c:v>
                </c:pt>
                <c:pt idx="626">
                  <c:v>44208</c:v>
                </c:pt>
                <c:pt idx="627">
                  <c:v>44209</c:v>
                </c:pt>
                <c:pt idx="628">
                  <c:v>44210</c:v>
                </c:pt>
                <c:pt idx="629">
                  <c:v>44211</c:v>
                </c:pt>
                <c:pt idx="630">
                  <c:v>44214</c:v>
                </c:pt>
                <c:pt idx="631">
                  <c:v>44215</c:v>
                </c:pt>
                <c:pt idx="632">
                  <c:v>44216</c:v>
                </c:pt>
                <c:pt idx="633">
                  <c:v>44217</c:v>
                </c:pt>
                <c:pt idx="634">
                  <c:v>44218</c:v>
                </c:pt>
                <c:pt idx="635">
                  <c:v>44222</c:v>
                </c:pt>
                <c:pt idx="636">
                  <c:v>44223</c:v>
                </c:pt>
                <c:pt idx="637">
                  <c:v>44224</c:v>
                </c:pt>
                <c:pt idx="638">
                  <c:v>44225</c:v>
                </c:pt>
                <c:pt idx="639">
                  <c:v>44228</c:v>
                </c:pt>
                <c:pt idx="640">
                  <c:v>44229</c:v>
                </c:pt>
                <c:pt idx="641">
                  <c:v>44230</c:v>
                </c:pt>
                <c:pt idx="642">
                  <c:v>44231</c:v>
                </c:pt>
                <c:pt idx="643">
                  <c:v>44232</c:v>
                </c:pt>
                <c:pt idx="644">
                  <c:v>44235</c:v>
                </c:pt>
                <c:pt idx="645">
                  <c:v>44236</c:v>
                </c:pt>
                <c:pt idx="646">
                  <c:v>44237</c:v>
                </c:pt>
                <c:pt idx="647">
                  <c:v>44238</c:v>
                </c:pt>
                <c:pt idx="648">
                  <c:v>44239</c:v>
                </c:pt>
                <c:pt idx="649">
                  <c:v>44244</c:v>
                </c:pt>
                <c:pt idx="650">
                  <c:v>44245</c:v>
                </c:pt>
                <c:pt idx="651">
                  <c:v>44246</c:v>
                </c:pt>
                <c:pt idx="652">
                  <c:v>44249</c:v>
                </c:pt>
                <c:pt idx="653">
                  <c:v>44250</c:v>
                </c:pt>
                <c:pt idx="654">
                  <c:v>44251</c:v>
                </c:pt>
                <c:pt idx="655">
                  <c:v>44252</c:v>
                </c:pt>
                <c:pt idx="656">
                  <c:v>44253</c:v>
                </c:pt>
                <c:pt idx="657">
                  <c:v>44256</c:v>
                </c:pt>
                <c:pt idx="658">
                  <c:v>44257</c:v>
                </c:pt>
                <c:pt idx="659">
                  <c:v>44258</c:v>
                </c:pt>
                <c:pt idx="660">
                  <c:v>44259</c:v>
                </c:pt>
                <c:pt idx="661">
                  <c:v>44260</c:v>
                </c:pt>
                <c:pt idx="662">
                  <c:v>44263</c:v>
                </c:pt>
                <c:pt idx="663">
                  <c:v>44264</c:v>
                </c:pt>
                <c:pt idx="664">
                  <c:v>44265</c:v>
                </c:pt>
                <c:pt idx="665">
                  <c:v>44266</c:v>
                </c:pt>
                <c:pt idx="666">
                  <c:v>44267</c:v>
                </c:pt>
                <c:pt idx="667">
                  <c:v>44270</c:v>
                </c:pt>
                <c:pt idx="668">
                  <c:v>44271</c:v>
                </c:pt>
                <c:pt idx="669">
                  <c:v>44272</c:v>
                </c:pt>
                <c:pt idx="670">
                  <c:v>44273</c:v>
                </c:pt>
                <c:pt idx="671">
                  <c:v>44274</c:v>
                </c:pt>
                <c:pt idx="672">
                  <c:v>44277</c:v>
                </c:pt>
                <c:pt idx="673">
                  <c:v>44278</c:v>
                </c:pt>
                <c:pt idx="674">
                  <c:v>44279</c:v>
                </c:pt>
                <c:pt idx="675">
                  <c:v>44280</c:v>
                </c:pt>
                <c:pt idx="676">
                  <c:v>44281</c:v>
                </c:pt>
                <c:pt idx="677">
                  <c:v>44284</c:v>
                </c:pt>
                <c:pt idx="678">
                  <c:v>44285</c:v>
                </c:pt>
                <c:pt idx="679">
                  <c:v>44286</c:v>
                </c:pt>
                <c:pt idx="680">
                  <c:v>44287</c:v>
                </c:pt>
                <c:pt idx="681">
                  <c:v>44291</c:v>
                </c:pt>
                <c:pt idx="682">
                  <c:v>44292</c:v>
                </c:pt>
                <c:pt idx="683">
                  <c:v>44293</c:v>
                </c:pt>
                <c:pt idx="684">
                  <c:v>44294</c:v>
                </c:pt>
                <c:pt idx="685">
                  <c:v>44295</c:v>
                </c:pt>
                <c:pt idx="686">
                  <c:v>44298</c:v>
                </c:pt>
                <c:pt idx="687">
                  <c:v>44299</c:v>
                </c:pt>
                <c:pt idx="688">
                  <c:v>44300</c:v>
                </c:pt>
                <c:pt idx="689">
                  <c:v>44301</c:v>
                </c:pt>
                <c:pt idx="690">
                  <c:v>44302</c:v>
                </c:pt>
                <c:pt idx="691">
                  <c:v>44305</c:v>
                </c:pt>
                <c:pt idx="692">
                  <c:v>44306</c:v>
                </c:pt>
                <c:pt idx="693">
                  <c:v>44308</c:v>
                </c:pt>
                <c:pt idx="694">
                  <c:v>44309</c:v>
                </c:pt>
                <c:pt idx="695">
                  <c:v>44312</c:v>
                </c:pt>
                <c:pt idx="696">
                  <c:v>44313</c:v>
                </c:pt>
                <c:pt idx="697">
                  <c:v>44314</c:v>
                </c:pt>
                <c:pt idx="698">
                  <c:v>44315</c:v>
                </c:pt>
                <c:pt idx="699">
                  <c:v>44316</c:v>
                </c:pt>
                <c:pt idx="700">
                  <c:v>44319</c:v>
                </c:pt>
                <c:pt idx="701">
                  <c:v>44320</c:v>
                </c:pt>
                <c:pt idx="702">
                  <c:v>44321</c:v>
                </c:pt>
                <c:pt idx="703">
                  <c:v>44322</c:v>
                </c:pt>
                <c:pt idx="704">
                  <c:v>44323</c:v>
                </c:pt>
                <c:pt idx="705">
                  <c:v>44326</c:v>
                </c:pt>
                <c:pt idx="706">
                  <c:v>44327</c:v>
                </c:pt>
                <c:pt idx="707">
                  <c:v>44328</c:v>
                </c:pt>
                <c:pt idx="708">
                  <c:v>44329</c:v>
                </c:pt>
                <c:pt idx="709">
                  <c:v>44330</c:v>
                </c:pt>
                <c:pt idx="710">
                  <c:v>44333</c:v>
                </c:pt>
                <c:pt idx="711">
                  <c:v>44334</c:v>
                </c:pt>
                <c:pt idx="712">
                  <c:v>44335</c:v>
                </c:pt>
                <c:pt idx="713">
                  <c:v>44336</c:v>
                </c:pt>
                <c:pt idx="714">
                  <c:v>44337</c:v>
                </c:pt>
                <c:pt idx="715">
                  <c:v>44340</c:v>
                </c:pt>
                <c:pt idx="716">
                  <c:v>44341</c:v>
                </c:pt>
                <c:pt idx="717">
                  <c:v>44342</c:v>
                </c:pt>
                <c:pt idx="718">
                  <c:v>44343</c:v>
                </c:pt>
                <c:pt idx="719">
                  <c:v>44344</c:v>
                </c:pt>
                <c:pt idx="720">
                  <c:v>44347</c:v>
                </c:pt>
                <c:pt idx="721">
                  <c:v>44348</c:v>
                </c:pt>
                <c:pt idx="722">
                  <c:v>44349</c:v>
                </c:pt>
                <c:pt idx="723">
                  <c:v>44351</c:v>
                </c:pt>
                <c:pt idx="724">
                  <c:v>44354</c:v>
                </c:pt>
                <c:pt idx="725">
                  <c:v>44355</c:v>
                </c:pt>
                <c:pt idx="726">
                  <c:v>44356</c:v>
                </c:pt>
                <c:pt idx="727">
                  <c:v>44357</c:v>
                </c:pt>
                <c:pt idx="728">
                  <c:v>44358</c:v>
                </c:pt>
                <c:pt idx="729">
                  <c:v>44361</c:v>
                </c:pt>
                <c:pt idx="730">
                  <c:v>44362</c:v>
                </c:pt>
                <c:pt idx="731">
                  <c:v>44363</c:v>
                </c:pt>
                <c:pt idx="732">
                  <c:v>44364</c:v>
                </c:pt>
                <c:pt idx="733">
                  <c:v>44365</c:v>
                </c:pt>
                <c:pt idx="734">
                  <c:v>44368</c:v>
                </c:pt>
                <c:pt idx="735">
                  <c:v>44369</c:v>
                </c:pt>
                <c:pt idx="736">
                  <c:v>44370</c:v>
                </c:pt>
                <c:pt idx="737">
                  <c:v>44371</c:v>
                </c:pt>
                <c:pt idx="738">
                  <c:v>44372</c:v>
                </c:pt>
                <c:pt idx="739">
                  <c:v>44375</c:v>
                </c:pt>
                <c:pt idx="740">
                  <c:v>44376</c:v>
                </c:pt>
                <c:pt idx="741">
                  <c:v>44377</c:v>
                </c:pt>
                <c:pt idx="742">
                  <c:v>44378</c:v>
                </c:pt>
                <c:pt idx="743">
                  <c:v>44379</c:v>
                </c:pt>
                <c:pt idx="744">
                  <c:v>44382</c:v>
                </c:pt>
                <c:pt idx="745">
                  <c:v>44383</c:v>
                </c:pt>
                <c:pt idx="746">
                  <c:v>44384</c:v>
                </c:pt>
                <c:pt idx="747">
                  <c:v>44385</c:v>
                </c:pt>
                <c:pt idx="748">
                  <c:v>44389</c:v>
                </c:pt>
                <c:pt idx="749">
                  <c:v>44390</c:v>
                </c:pt>
                <c:pt idx="750">
                  <c:v>44391</c:v>
                </c:pt>
                <c:pt idx="751">
                  <c:v>44392</c:v>
                </c:pt>
                <c:pt idx="752">
                  <c:v>44393</c:v>
                </c:pt>
                <c:pt idx="753">
                  <c:v>44396</c:v>
                </c:pt>
                <c:pt idx="754">
                  <c:v>44397</c:v>
                </c:pt>
                <c:pt idx="755">
                  <c:v>44398</c:v>
                </c:pt>
                <c:pt idx="756">
                  <c:v>44399</c:v>
                </c:pt>
                <c:pt idx="757">
                  <c:v>44400</c:v>
                </c:pt>
                <c:pt idx="758">
                  <c:v>44403</c:v>
                </c:pt>
                <c:pt idx="759">
                  <c:v>44404</c:v>
                </c:pt>
                <c:pt idx="760">
                  <c:v>44405</c:v>
                </c:pt>
                <c:pt idx="761">
                  <c:v>44406</c:v>
                </c:pt>
                <c:pt idx="762">
                  <c:v>44407</c:v>
                </c:pt>
                <c:pt idx="763">
                  <c:v>44410</c:v>
                </c:pt>
                <c:pt idx="764">
                  <c:v>44411</c:v>
                </c:pt>
                <c:pt idx="765">
                  <c:v>44412</c:v>
                </c:pt>
                <c:pt idx="766">
                  <c:v>44413</c:v>
                </c:pt>
                <c:pt idx="767">
                  <c:v>44414</c:v>
                </c:pt>
                <c:pt idx="768">
                  <c:v>44417</c:v>
                </c:pt>
                <c:pt idx="769">
                  <c:v>44418</c:v>
                </c:pt>
                <c:pt idx="770">
                  <c:v>44419</c:v>
                </c:pt>
                <c:pt idx="771">
                  <c:v>44420</c:v>
                </c:pt>
                <c:pt idx="772">
                  <c:v>44421</c:v>
                </c:pt>
                <c:pt idx="773">
                  <c:v>44424</c:v>
                </c:pt>
                <c:pt idx="774">
                  <c:v>44425</c:v>
                </c:pt>
                <c:pt idx="775">
                  <c:v>44426</c:v>
                </c:pt>
                <c:pt idx="776">
                  <c:v>44427</c:v>
                </c:pt>
                <c:pt idx="777">
                  <c:v>44428</c:v>
                </c:pt>
                <c:pt idx="778">
                  <c:v>44431</c:v>
                </c:pt>
                <c:pt idx="779">
                  <c:v>44432</c:v>
                </c:pt>
                <c:pt idx="780">
                  <c:v>44433</c:v>
                </c:pt>
                <c:pt idx="781">
                  <c:v>44434</c:v>
                </c:pt>
                <c:pt idx="782">
                  <c:v>44435</c:v>
                </c:pt>
                <c:pt idx="783">
                  <c:v>44438</c:v>
                </c:pt>
                <c:pt idx="784">
                  <c:v>44439</c:v>
                </c:pt>
                <c:pt idx="785">
                  <c:v>44440</c:v>
                </c:pt>
                <c:pt idx="786">
                  <c:v>44441</c:v>
                </c:pt>
                <c:pt idx="787">
                  <c:v>44442</c:v>
                </c:pt>
                <c:pt idx="788">
                  <c:v>44445</c:v>
                </c:pt>
                <c:pt idx="789">
                  <c:v>44447</c:v>
                </c:pt>
                <c:pt idx="790">
                  <c:v>44448</c:v>
                </c:pt>
                <c:pt idx="791">
                  <c:v>44449</c:v>
                </c:pt>
                <c:pt idx="792">
                  <c:v>44452</c:v>
                </c:pt>
                <c:pt idx="793">
                  <c:v>44453</c:v>
                </c:pt>
                <c:pt idx="794">
                  <c:v>44454</c:v>
                </c:pt>
                <c:pt idx="795">
                  <c:v>44455</c:v>
                </c:pt>
                <c:pt idx="796">
                  <c:v>44456</c:v>
                </c:pt>
                <c:pt idx="797">
                  <c:v>44459</c:v>
                </c:pt>
                <c:pt idx="798">
                  <c:v>44460</c:v>
                </c:pt>
                <c:pt idx="799">
                  <c:v>44461</c:v>
                </c:pt>
                <c:pt idx="800">
                  <c:v>44462</c:v>
                </c:pt>
                <c:pt idx="801">
                  <c:v>44463</c:v>
                </c:pt>
                <c:pt idx="802">
                  <c:v>44466</c:v>
                </c:pt>
                <c:pt idx="803">
                  <c:v>44467</c:v>
                </c:pt>
                <c:pt idx="804">
                  <c:v>44468</c:v>
                </c:pt>
                <c:pt idx="805">
                  <c:v>44469</c:v>
                </c:pt>
                <c:pt idx="806">
                  <c:v>44470</c:v>
                </c:pt>
                <c:pt idx="807">
                  <c:v>44473</c:v>
                </c:pt>
                <c:pt idx="808">
                  <c:v>44474</c:v>
                </c:pt>
                <c:pt idx="809">
                  <c:v>44475</c:v>
                </c:pt>
                <c:pt idx="810">
                  <c:v>44476</c:v>
                </c:pt>
                <c:pt idx="811">
                  <c:v>44477</c:v>
                </c:pt>
                <c:pt idx="812">
                  <c:v>44480</c:v>
                </c:pt>
                <c:pt idx="813">
                  <c:v>44482</c:v>
                </c:pt>
                <c:pt idx="814">
                  <c:v>44483</c:v>
                </c:pt>
                <c:pt idx="815">
                  <c:v>44484</c:v>
                </c:pt>
                <c:pt idx="816">
                  <c:v>44487</c:v>
                </c:pt>
                <c:pt idx="817">
                  <c:v>44488</c:v>
                </c:pt>
                <c:pt idx="818">
                  <c:v>44489</c:v>
                </c:pt>
                <c:pt idx="819">
                  <c:v>44490</c:v>
                </c:pt>
                <c:pt idx="820">
                  <c:v>44491</c:v>
                </c:pt>
                <c:pt idx="821">
                  <c:v>44494</c:v>
                </c:pt>
                <c:pt idx="822">
                  <c:v>44495</c:v>
                </c:pt>
                <c:pt idx="823">
                  <c:v>44496</c:v>
                </c:pt>
                <c:pt idx="824">
                  <c:v>44497</c:v>
                </c:pt>
                <c:pt idx="825">
                  <c:v>44498</c:v>
                </c:pt>
                <c:pt idx="826">
                  <c:v>44501</c:v>
                </c:pt>
                <c:pt idx="827">
                  <c:v>44503</c:v>
                </c:pt>
                <c:pt idx="828">
                  <c:v>44504</c:v>
                </c:pt>
                <c:pt idx="829">
                  <c:v>44505</c:v>
                </c:pt>
                <c:pt idx="830">
                  <c:v>44508</c:v>
                </c:pt>
                <c:pt idx="831">
                  <c:v>44509</c:v>
                </c:pt>
                <c:pt idx="832">
                  <c:v>44510</c:v>
                </c:pt>
                <c:pt idx="833">
                  <c:v>44511</c:v>
                </c:pt>
                <c:pt idx="834">
                  <c:v>44512</c:v>
                </c:pt>
                <c:pt idx="835">
                  <c:v>44516</c:v>
                </c:pt>
                <c:pt idx="836">
                  <c:v>44517</c:v>
                </c:pt>
                <c:pt idx="837">
                  <c:v>44518</c:v>
                </c:pt>
                <c:pt idx="838">
                  <c:v>44519</c:v>
                </c:pt>
                <c:pt idx="839">
                  <c:v>44522</c:v>
                </c:pt>
                <c:pt idx="840">
                  <c:v>44523</c:v>
                </c:pt>
                <c:pt idx="841">
                  <c:v>44524</c:v>
                </c:pt>
                <c:pt idx="842">
                  <c:v>44525</c:v>
                </c:pt>
                <c:pt idx="843">
                  <c:v>44526</c:v>
                </c:pt>
                <c:pt idx="844">
                  <c:v>44529</c:v>
                </c:pt>
                <c:pt idx="845">
                  <c:v>44530</c:v>
                </c:pt>
                <c:pt idx="846">
                  <c:v>44531</c:v>
                </c:pt>
                <c:pt idx="847">
                  <c:v>44532</c:v>
                </c:pt>
                <c:pt idx="848">
                  <c:v>44533</c:v>
                </c:pt>
                <c:pt idx="849">
                  <c:v>44536</c:v>
                </c:pt>
                <c:pt idx="850">
                  <c:v>44537</c:v>
                </c:pt>
                <c:pt idx="851">
                  <c:v>44538</c:v>
                </c:pt>
                <c:pt idx="852">
                  <c:v>44539</c:v>
                </c:pt>
                <c:pt idx="853">
                  <c:v>44540</c:v>
                </c:pt>
                <c:pt idx="854">
                  <c:v>44543</c:v>
                </c:pt>
                <c:pt idx="855">
                  <c:v>44544</c:v>
                </c:pt>
                <c:pt idx="856">
                  <c:v>44545</c:v>
                </c:pt>
                <c:pt idx="857">
                  <c:v>44546</c:v>
                </c:pt>
                <c:pt idx="858">
                  <c:v>44547</c:v>
                </c:pt>
                <c:pt idx="859">
                  <c:v>44550</c:v>
                </c:pt>
                <c:pt idx="860">
                  <c:v>44551</c:v>
                </c:pt>
                <c:pt idx="861">
                  <c:v>44552</c:v>
                </c:pt>
                <c:pt idx="862">
                  <c:v>44553</c:v>
                </c:pt>
                <c:pt idx="863">
                  <c:v>44557</c:v>
                </c:pt>
                <c:pt idx="864">
                  <c:v>44558</c:v>
                </c:pt>
                <c:pt idx="865">
                  <c:v>44559</c:v>
                </c:pt>
                <c:pt idx="866">
                  <c:v>44560</c:v>
                </c:pt>
                <c:pt idx="867">
                  <c:v>44564</c:v>
                </c:pt>
                <c:pt idx="868">
                  <c:v>44565</c:v>
                </c:pt>
                <c:pt idx="869">
                  <c:v>44566</c:v>
                </c:pt>
                <c:pt idx="870">
                  <c:v>44567</c:v>
                </c:pt>
                <c:pt idx="871">
                  <c:v>44568</c:v>
                </c:pt>
                <c:pt idx="872">
                  <c:v>44571</c:v>
                </c:pt>
                <c:pt idx="873">
                  <c:v>44572</c:v>
                </c:pt>
                <c:pt idx="874">
                  <c:v>44573</c:v>
                </c:pt>
                <c:pt idx="875">
                  <c:v>44574</c:v>
                </c:pt>
                <c:pt idx="876">
                  <c:v>44575</c:v>
                </c:pt>
                <c:pt idx="877">
                  <c:v>44578</c:v>
                </c:pt>
                <c:pt idx="878">
                  <c:v>44579</c:v>
                </c:pt>
                <c:pt idx="879">
                  <c:v>44580</c:v>
                </c:pt>
                <c:pt idx="880">
                  <c:v>44581</c:v>
                </c:pt>
                <c:pt idx="881">
                  <c:v>44582</c:v>
                </c:pt>
                <c:pt idx="882">
                  <c:v>44585</c:v>
                </c:pt>
                <c:pt idx="883">
                  <c:v>44586</c:v>
                </c:pt>
                <c:pt idx="884">
                  <c:v>44587</c:v>
                </c:pt>
                <c:pt idx="885">
                  <c:v>44588</c:v>
                </c:pt>
                <c:pt idx="886">
                  <c:v>44589</c:v>
                </c:pt>
                <c:pt idx="887">
                  <c:v>44592</c:v>
                </c:pt>
                <c:pt idx="888">
                  <c:v>44593</c:v>
                </c:pt>
                <c:pt idx="889">
                  <c:v>44594</c:v>
                </c:pt>
                <c:pt idx="890">
                  <c:v>44595</c:v>
                </c:pt>
                <c:pt idx="891">
                  <c:v>44596</c:v>
                </c:pt>
                <c:pt idx="892">
                  <c:v>44599</c:v>
                </c:pt>
                <c:pt idx="893">
                  <c:v>44600</c:v>
                </c:pt>
                <c:pt idx="894">
                  <c:v>44601</c:v>
                </c:pt>
                <c:pt idx="895">
                  <c:v>44602</c:v>
                </c:pt>
                <c:pt idx="896">
                  <c:v>44603</c:v>
                </c:pt>
                <c:pt idx="897">
                  <c:v>44606</c:v>
                </c:pt>
                <c:pt idx="898">
                  <c:v>44607</c:v>
                </c:pt>
                <c:pt idx="899">
                  <c:v>44608</c:v>
                </c:pt>
                <c:pt idx="900">
                  <c:v>44609</c:v>
                </c:pt>
                <c:pt idx="901">
                  <c:v>44610</c:v>
                </c:pt>
                <c:pt idx="902">
                  <c:v>44613</c:v>
                </c:pt>
                <c:pt idx="903">
                  <c:v>44614</c:v>
                </c:pt>
                <c:pt idx="904">
                  <c:v>44615</c:v>
                </c:pt>
                <c:pt idx="905">
                  <c:v>44616</c:v>
                </c:pt>
                <c:pt idx="906">
                  <c:v>44617</c:v>
                </c:pt>
                <c:pt idx="907">
                  <c:v>44622</c:v>
                </c:pt>
                <c:pt idx="908">
                  <c:v>44623</c:v>
                </c:pt>
                <c:pt idx="909">
                  <c:v>44624</c:v>
                </c:pt>
                <c:pt idx="910">
                  <c:v>44627</c:v>
                </c:pt>
                <c:pt idx="911">
                  <c:v>44628</c:v>
                </c:pt>
                <c:pt idx="912">
                  <c:v>44629</c:v>
                </c:pt>
                <c:pt idx="913">
                  <c:v>44630</c:v>
                </c:pt>
                <c:pt idx="914">
                  <c:v>44631</c:v>
                </c:pt>
                <c:pt idx="915">
                  <c:v>44634</c:v>
                </c:pt>
                <c:pt idx="916">
                  <c:v>44635</c:v>
                </c:pt>
                <c:pt idx="917">
                  <c:v>44636</c:v>
                </c:pt>
                <c:pt idx="918">
                  <c:v>44637</c:v>
                </c:pt>
                <c:pt idx="919">
                  <c:v>44638</c:v>
                </c:pt>
                <c:pt idx="920">
                  <c:v>44641</c:v>
                </c:pt>
                <c:pt idx="921">
                  <c:v>44642</c:v>
                </c:pt>
                <c:pt idx="922">
                  <c:v>44643</c:v>
                </c:pt>
                <c:pt idx="923">
                  <c:v>44644</c:v>
                </c:pt>
                <c:pt idx="924">
                  <c:v>44645</c:v>
                </c:pt>
                <c:pt idx="925">
                  <c:v>44648</c:v>
                </c:pt>
                <c:pt idx="926">
                  <c:v>44649</c:v>
                </c:pt>
                <c:pt idx="927">
                  <c:v>44650</c:v>
                </c:pt>
                <c:pt idx="928">
                  <c:v>44651</c:v>
                </c:pt>
                <c:pt idx="929">
                  <c:v>44652</c:v>
                </c:pt>
                <c:pt idx="930">
                  <c:v>44655</c:v>
                </c:pt>
                <c:pt idx="931">
                  <c:v>44656</c:v>
                </c:pt>
                <c:pt idx="932">
                  <c:v>44657</c:v>
                </c:pt>
                <c:pt idx="933">
                  <c:v>44658</c:v>
                </c:pt>
                <c:pt idx="934">
                  <c:v>44659</c:v>
                </c:pt>
                <c:pt idx="935">
                  <c:v>44662</c:v>
                </c:pt>
                <c:pt idx="936">
                  <c:v>44663</c:v>
                </c:pt>
                <c:pt idx="937">
                  <c:v>44664</c:v>
                </c:pt>
                <c:pt idx="938">
                  <c:v>44665</c:v>
                </c:pt>
                <c:pt idx="939">
                  <c:v>44669</c:v>
                </c:pt>
                <c:pt idx="940">
                  <c:v>44670</c:v>
                </c:pt>
                <c:pt idx="941">
                  <c:v>44671</c:v>
                </c:pt>
                <c:pt idx="942">
                  <c:v>44673</c:v>
                </c:pt>
                <c:pt idx="943">
                  <c:v>44676</c:v>
                </c:pt>
                <c:pt idx="944">
                  <c:v>44677</c:v>
                </c:pt>
                <c:pt idx="945">
                  <c:v>44678</c:v>
                </c:pt>
                <c:pt idx="946">
                  <c:v>44679</c:v>
                </c:pt>
                <c:pt idx="947">
                  <c:v>44680</c:v>
                </c:pt>
                <c:pt idx="948">
                  <c:v>44683</c:v>
                </c:pt>
                <c:pt idx="949">
                  <c:v>44684</c:v>
                </c:pt>
                <c:pt idx="950">
                  <c:v>44685</c:v>
                </c:pt>
                <c:pt idx="951">
                  <c:v>44686</c:v>
                </c:pt>
                <c:pt idx="952">
                  <c:v>44687</c:v>
                </c:pt>
                <c:pt idx="953">
                  <c:v>44690</c:v>
                </c:pt>
                <c:pt idx="954">
                  <c:v>44691</c:v>
                </c:pt>
                <c:pt idx="955">
                  <c:v>44692</c:v>
                </c:pt>
                <c:pt idx="956">
                  <c:v>44693</c:v>
                </c:pt>
                <c:pt idx="957">
                  <c:v>44694</c:v>
                </c:pt>
                <c:pt idx="958">
                  <c:v>44697</c:v>
                </c:pt>
                <c:pt idx="959">
                  <c:v>44698</c:v>
                </c:pt>
                <c:pt idx="960">
                  <c:v>44699</c:v>
                </c:pt>
                <c:pt idx="961">
                  <c:v>44700</c:v>
                </c:pt>
                <c:pt idx="962">
                  <c:v>44701</c:v>
                </c:pt>
                <c:pt idx="963">
                  <c:v>44704</c:v>
                </c:pt>
                <c:pt idx="964">
                  <c:v>44705</c:v>
                </c:pt>
                <c:pt idx="965">
                  <c:v>44706</c:v>
                </c:pt>
                <c:pt idx="966">
                  <c:v>44707</c:v>
                </c:pt>
                <c:pt idx="967">
                  <c:v>44708</c:v>
                </c:pt>
                <c:pt idx="968">
                  <c:v>44711</c:v>
                </c:pt>
                <c:pt idx="969">
                  <c:v>44712</c:v>
                </c:pt>
                <c:pt idx="970">
                  <c:v>44713</c:v>
                </c:pt>
                <c:pt idx="971">
                  <c:v>44714</c:v>
                </c:pt>
                <c:pt idx="972">
                  <c:v>44715</c:v>
                </c:pt>
                <c:pt idx="973">
                  <c:v>44718</c:v>
                </c:pt>
                <c:pt idx="974">
                  <c:v>44719</c:v>
                </c:pt>
                <c:pt idx="975">
                  <c:v>44720</c:v>
                </c:pt>
                <c:pt idx="976">
                  <c:v>44721</c:v>
                </c:pt>
                <c:pt idx="977">
                  <c:v>44722</c:v>
                </c:pt>
                <c:pt idx="978">
                  <c:v>44725</c:v>
                </c:pt>
                <c:pt idx="979">
                  <c:v>44726</c:v>
                </c:pt>
                <c:pt idx="980">
                  <c:v>44727</c:v>
                </c:pt>
                <c:pt idx="981">
                  <c:v>44729</c:v>
                </c:pt>
                <c:pt idx="982">
                  <c:v>44732</c:v>
                </c:pt>
                <c:pt idx="983">
                  <c:v>44733</c:v>
                </c:pt>
                <c:pt idx="984">
                  <c:v>44734</c:v>
                </c:pt>
                <c:pt idx="985">
                  <c:v>44735</c:v>
                </c:pt>
                <c:pt idx="986">
                  <c:v>44736</c:v>
                </c:pt>
                <c:pt idx="987">
                  <c:v>44739</c:v>
                </c:pt>
                <c:pt idx="988">
                  <c:v>44740</c:v>
                </c:pt>
                <c:pt idx="989">
                  <c:v>44741</c:v>
                </c:pt>
                <c:pt idx="990">
                  <c:v>44742</c:v>
                </c:pt>
                <c:pt idx="991">
                  <c:v>44743</c:v>
                </c:pt>
                <c:pt idx="992">
                  <c:v>44746</c:v>
                </c:pt>
                <c:pt idx="993">
                  <c:v>44747</c:v>
                </c:pt>
                <c:pt idx="994">
                  <c:v>44748</c:v>
                </c:pt>
                <c:pt idx="995">
                  <c:v>44749</c:v>
                </c:pt>
                <c:pt idx="996">
                  <c:v>44750</c:v>
                </c:pt>
                <c:pt idx="997">
                  <c:v>44753</c:v>
                </c:pt>
                <c:pt idx="998">
                  <c:v>44754</c:v>
                </c:pt>
                <c:pt idx="999">
                  <c:v>44755</c:v>
                </c:pt>
                <c:pt idx="1000">
                  <c:v>44756</c:v>
                </c:pt>
                <c:pt idx="1001">
                  <c:v>44757</c:v>
                </c:pt>
                <c:pt idx="1002">
                  <c:v>44760</c:v>
                </c:pt>
                <c:pt idx="1003">
                  <c:v>44761</c:v>
                </c:pt>
                <c:pt idx="1004">
                  <c:v>44762</c:v>
                </c:pt>
                <c:pt idx="1005">
                  <c:v>44763</c:v>
                </c:pt>
                <c:pt idx="1006">
                  <c:v>44764</c:v>
                </c:pt>
                <c:pt idx="1007">
                  <c:v>44767</c:v>
                </c:pt>
                <c:pt idx="1008">
                  <c:v>44768</c:v>
                </c:pt>
                <c:pt idx="1009">
                  <c:v>44769</c:v>
                </c:pt>
                <c:pt idx="1010">
                  <c:v>44770</c:v>
                </c:pt>
                <c:pt idx="1011">
                  <c:v>44771</c:v>
                </c:pt>
                <c:pt idx="1012">
                  <c:v>44774</c:v>
                </c:pt>
                <c:pt idx="1013">
                  <c:v>44775</c:v>
                </c:pt>
                <c:pt idx="1014">
                  <c:v>44776</c:v>
                </c:pt>
                <c:pt idx="1015">
                  <c:v>44777</c:v>
                </c:pt>
                <c:pt idx="1016">
                  <c:v>44778</c:v>
                </c:pt>
                <c:pt idx="1017">
                  <c:v>44781</c:v>
                </c:pt>
                <c:pt idx="1018">
                  <c:v>44782</c:v>
                </c:pt>
                <c:pt idx="1019">
                  <c:v>44783</c:v>
                </c:pt>
                <c:pt idx="1020">
                  <c:v>44784</c:v>
                </c:pt>
                <c:pt idx="1021">
                  <c:v>44785</c:v>
                </c:pt>
                <c:pt idx="1022">
                  <c:v>44788</c:v>
                </c:pt>
                <c:pt idx="1023">
                  <c:v>44789</c:v>
                </c:pt>
                <c:pt idx="1024">
                  <c:v>44790</c:v>
                </c:pt>
                <c:pt idx="1025">
                  <c:v>44791</c:v>
                </c:pt>
                <c:pt idx="1026">
                  <c:v>44792</c:v>
                </c:pt>
                <c:pt idx="1027">
                  <c:v>44795</c:v>
                </c:pt>
                <c:pt idx="1028">
                  <c:v>44796</c:v>
                </c:pt>
                <c:pt idx="1029">
                  <c:v>44797</c:v>
                </c:pt>
                <c:pt idx="1030">
                  <c:v>44798</c:v>
                </c:pt>
                <c:pt idx="1031">
                  <c:v>44799</c:v>
                </c:pt>
                <c:pt idx="1032">
                  <c:v>44802</c:v>
                </c:pt>
                <c:pt idx="1033">
                  <c:v>44803</c:v>
                </c:pt>
                <c:pt idx="1034">
                  <c:v>44804</c:v>
                </c:pt>
                <c:pt idx="1035">
                  <c:v>44805</c:v>
                </c:pt>
                <c:pt idx="1036">
                  <c:v>44806</c:v>
                </c:pt>
                <c:pt idx="1037">
                  <c:v>44809</c:v>
                </c:pt>
                <c:pt idx="1038">
                  <c:v>44810</c:v>
                </c:pt>
                <c:pt idx="1039">
                  <c:v>44812</c:v>
                </c:pt>
                <c:pt idx="1040">
                  <c:v>44813</c:v>
                </c:pt>
                <c:pt idx="1041">
                  <c:v>44816</c:v>
                </c:pt>
                <c:pt idx="1042">
                  <c:v>44817</c:v>
                </c:pt>
                <c:pt idx="1043">
                  <c:v>44818</c:v>
                </c:pt>
                <c:pt idx="1044">
                  <c:v>44819</c:v>
                </c:pt>
                <c:pt idx="1045">
                  <c:v>44820</c:v>
                </c:pt>
                <c:pt idx="1046">
                  <c:v>44823</c:v>
                </c:pt>
                <c:pt idx="1047">
                  <c:v>44824</c:v>
                </c:pt>
                <c:pt idx="1048">
                  <c:v>44825</c:v>
                </c:pt>
                <c:pt idx="1049">
                  <c:v>44826</c:v>
                </c:pt>
                <c:pt idx="1050">
                  <c:v>44827</c:v>
                </c:pt>
                <c:pt idx="1051">
                  <c:v>44830</c:v>
                </c:pt>
                <c:pt idx="1052">
                  <c:v>44831</c:v>
                </c:pt>
                <c:pt idx="1053">
                  <c:v>44832</c:v>
                </c:pt>
                <c:pt idx="1054">
                  <c:v>44833</c:v>
                </c:pt>
                <c:pt idx="1055">
                  <c:v>44834</c:v>
                </c:pt>
                <c:pt idx="1056">
                  <c:v>44837</c:v>
                </c:pt>
                <c:pt idx="1057">
                  <c:v>44838</c:v>
                </c:pt>
                <c:pt idx="1058">
                  <c:v>44839</c:v>
                </c:pt>
                <c:pt idx="1059">
                  <c:v>44840</c:v>
                </c:pt>
                <c:pt idx="1060">
                  <c:v>44841</c:v>
                </c:pt>
                <c:pt idx="1061">
                  <c:v>44844</c:v>
                </c:pt>
                <c:pt idx="1062">
                  <c:v>44845</c:v>
                </c:pt>
                <c:pt idx="1063">
                  <c:v>44847</c:v>
                </c:pt>
                <c:pt idx="1064">
                  <c:v>44848</c:v>
                </c:pt>
                <c:pt idx="1065">
                  <c:v>44851</c:v>
                </c:pt>
                <c:pt idx="1066">
                  <c:v>44852</c:v>
                </c:pt>
                <c:pt idx="1067">
                  <c:v>44853</c:v>
                </c:pt>
                <c:pt idx="1068">
                  <c:v>44854</c:v>
                </c:pt>
                <c:pt idx="1069">
                  <c:v>44855</c:v>
                </c:pt>
                <c:pt idx="1070">
                  <c:v>44858</c:v>
                </c:pt>
                <c:pt idx="1071">
                  <c:v>44859</c:v>
                </c:pt>
                <c:pt idx="1072">
                  <c:v>44860</c:v>
                </c:pt>
                <c:pt idx="1073">
                  <c:v>44861</c:v>
                </c:pt>
                <c:pt idx="1074">
                  <c:v>44862</c:v>
                </c:pt>
                <c:pt idx="1075">
                  <c:v>44865</c:v>
                </c:pt>
                <c:pt idx="1076">
                  <c:v>44866</c:v>
                </c:pt>
                <c:pt idx="1077">
                  <c:v>44868</c:v>
                </c:pt>
                <c:pt idx="1078">
                  <c:v>44869</c:v>
                </c:pt>
                <c:pt idx="1079">
                  <c:v>44872</c:v>
                </c:pt>
                <c:pt idx="1080">
                  <c:v>44873</c:v>
                </c:pt>
                <c:pt idx="1081">
                  <c:v>44874</c:v>
                </c:pt>
                <c:pt idx="1082">
                  <c:v>44875</c:v>
                </c:pt>
                <c:pt idx="1083">
                  <c:v>44876</c:v>
                </c:pt>
                <c:pt idx="1084">
                  <c:v>44879</c:v>
                </c:pt>
                <c:pt idx="1085">
                  <c:v>44881</c:v>
                </c:pt>
                <c:pt idx="1086">
                  <c:v>44882</c:v>
                </c:pt>
                <c:pt idx="1087">
                  <c:v>44883</c:v>
                </c:pt>
                <c:pt idx="1088">
                  <c:v>44886</c:v>
                </c:pt>
                <c:pt idx="1089">
                  <c:v>44887</c:v>
                </c:pt>
                <c:pt idx="1090">
                  <c:v>44888</c:v>
                </c:pt>
                <c:pt idx="1091">
                  <c:v>44889</c:v>
                </c:pt>
                <c:pt idx="1092">
                  <c:v>44890</c:v>
                </c:pt>
                <c:pt idx="1093">
                  <c:v>44893</c:v>
                </c:pt>
                <c:pt idx="1094">
                  <c:v>44894</c:v>
                </c:pt>
                <c:pt idx="1095">
                  <c:v>44895</c:v>
                </c:pt>
                <c:pt idx="1096">
                  <c:v>44896</c:v>
                </c:pt>
                <c:pt idx="1097">
                  <c:v>44897</c:v>
                </c:pt>
                <c:pt idx="1098">
                  <c:v>44900</c:v>
                </c:pt>
                <c:pt idx="1099">
                  <c:v>44901</c:v>
                </c:pt>
                <c:pt idx="1100">
                  <c:v>44902</c:v>
                </c:pt>
                <c:pt idx="1101">
                  <c:v>44903</c:v>
                </c:pt>
                <c:pt idx="1102">
                  <c:v>44904</c:v>
                </c:pt>
                <c:pt idx="1103">
                  <c:v>44907</c:v>
                </c:pt>
                <c:pt idx="1104">
                  <c:v>44908</c:v>
                </c:pt>
                <c:pt idx="1105">
                  <c:v>44909</c:v>
                </c:pt>
                <c:pt idx="1106">
                  <c:v>44910</c:v>
                </c:pt>
                <c:pt idx="1107">
                  <c:v>44911</c:v>
                </c:pt>
                <c:pt idx="1108">
                  <c:v>44914</c:v>
                </c:pt>
                <c:pt idx="1109">
                  <c:v>44915</c:v>
                </c:pt>
                <c:pt idx="1110">
                  <c:v>44916</c:v>
                </c:pt>
                <c:pt idx="1111">
                  <c:v>44917</c:v>
                </c:pt>
                <c:pt idx="1112">
                  <c:v>44918</c:v>
                </c:pt>
                <c:pt idx="1113">
                  <c:v>44921</c:v>
                </c:pt>
                <c:pt idx="1114">
                  <c:v>44922</c:v>
                </c:pt>
                <c:pt idx="1115">
                  <c:v>44923</c:v>
                </c:pt>
                <c:pt idx="1116">
                  <c:v>44924</c:v>
                </c:pt>
                <c:pt idx="1117">
                  <c:v>44928</c:v>
                </c:pt>
                <c:pt idx="1118">
                  <c:v>44929</c:v>
                </c:pt>
                <c:pt idx="1119">
                  <c:v>44930</c:v>
                </c:pt>
                <c:pt idx="1120">
                  <c:v>44931</c:v>
                </c:pt>
                <c:pt idx="1121">
                  <c:v>44932</c:v>
                </c:pt>
                <c:pt idx="1122">
                  <c:v>44935</c:v>
                </c:pt>
                <c:pt idx="1123">
                  <c:v>44936</c:v>
                </c:pt>
                <c:pt idx="1124">
                  <c:v>44937</c:v>
                </c:pt>
                <c:pt idx="1125">
                  <c:v>44938</c:v>
                </c:pt>
                <c:pt idx="1126">
                  <c:v>44939</c:v>
                </c:pt>
                <c:pt idx="1127">
                  <c:v>44942</c:v>
                </c:pt>
                <c:pt idx="1128">
                  <c:v>44943</c:v>
                </c:pt>
                <c:pt idx="1129">
                  <c:v>44944</c:v>
                </c:pt>
                <c:pt idx="1130">
                  <c:v>44945</c:v>
                </c:pt>
                <c:pt idx="1131">
                  <c:v>44946</c:v>
                </c:pt>
                <c:pt idx="1132">
                  <c:v>44949</c:v>
                </c:pt>
                <c:pt idx="1133">
                  <c:v>44950</c:v>
                </c:pt>
                <c:pt idx="1134">
                  <c:v>44951</c:v>
                </c:pt>
                <c:pt idx="1135">
                  <c:v>44952</c:v>
                </c:pt>
                <c:pt idx="1136">
                  <c:v>44953</c:v>
                </c:pt>
                <c:pt idx="1137">
                  <c:v>44956</c:v>
                </c:pt>
                <c:pt idx="1138">
                  <c:v>44957</c:v>
                </c:pt>
                <c:pt idx="1139">
                  <c:v>44958</c:v>
                </c:pt>
                <c:pt idx="1140">
                  <c:v>44959</c:v>
                </c:pt>
                <c:pt idx="1141">
                  <c:v>44960</c:v>
                </c:pt>
                <c:pt idx="1142">
                  <c:v>44963</c:v>
                </c:pt>
                <c:pt idx="1143">
                  <c:v>44964</c:v>
                </c:pt>
                <c:pt idx="1144">
                  <c:v>44965</c:v>
                </c:pt>
                <c:pt idx="1145">
                  <c:v>44966</c:v>
                </c:pt>
                <c:pt idx="1146">
                  <c:v>44967</c:v>
                </c:pt>
                <c:pt idx="1147">
                  <c:v>44970</c:v>
                </c:pt>
                <c:pt idx="1148">
                  <c:v>44971</c:v>
                </c:pt>
                <c:pt idx="1149">
                  <c:v>44972</c:v>
                </c:pt>
                <c:pt idx="1150">
                  <c:v>44973</c:v>
                </c:pt>
                <c:pt idx="1151">
                  <c:v>44974</c:v>
                </c:pt>
                <c:pt idx="1152">
                  <c:v>44979</c:v>
                </c:pt>
                <c:pt idx="1153">
                  <c:v>44980</c:v>
                </c:pt>
                <c:pt idx="1154">
                  <c:v>44981</c:v>
                </c:pt>
                <c:pt idx="1155">
                  <c:v>44984</c:v>
                </c:pt>
                <c:pt idx="1156">
                  <c:v>44985</c:v>
                </c:pt>
                <c:pt idx="1157">
                  <c:v>44986</c:v>
                </c:pt>
                <c:pt idx="1158">
                  <c:v>44987</c:v>
                </c:pt>
                <c:pt idx="1159">
                  <c:v>44988</c:v>
                </c:pt>
                <c:pt idx="1160">
                  <c:v>44991</c:v>
                </c:pt>
                <c:pt idx="1161">
                  <c:v>44992</c:v>
                </c:pt>
                <c:pt idx="1162">
                  <c:v>44993</c:v>
                </c:pt>
                <c:pt idx="1163">
                  <c:v>44994</c:v>
                </c:pt>
                <c:pt idx="1164">
                  <c:v>44995</c:v>
                </c:pt>
                <c:pt idx="1165">
                  <c:v>44998</c:v>
                </c:pt>
                <c:pt idx="1166">
                  <c:v>44999</c:v>
                </c:pt>
                <c:pt idx="1167">
                  <c:v>45000</c:v>
                </c:pt>
                <c:pt idx="1168">
                  <c:v>45001</c:v>
                </c:pt>
                <c:pt idx="1169">
                  <c:v>45002</c:v>
                </c:pt>
                <c:pt idx="1170">
                  <c:v>45005</c:v>
                </c:pt>
                <c:pt idx="1171">
                  <c:v>45006</c:v>
                </c:pt>
                <c:pt idx="1172">
                  <c:v>45007</c:v>
                </c:pt>
                <c:pt idx="1173">
                  <c:v>45008</c:v>
                </c:pt>
                <c:pt idx="1174">
                  <c:v>45009</c:v>
                </c:pt>
                <c:pt idx="1175">
                  <c:v>45012</c:v>
                </c:pt>
                <c:pt idx="1176">
                  <c:v>45013</c:v>
                </c:pt>
                <c:pt idx="1177">
                  <c:v>45014</c:v>
                </c:pt>
                <c:pt idx="1178">
                  <c:v>45015</c:v>
                </c:pt>
                <c:pt idx="1179">
                  <c:v>45016</c:v>
                </c:pt>
                <c:pt idx="1180">
                  <c:v>45019</c:v>
                </c:pt>
                <c:pt idx="1181">
                  <c:v>45020</c:v>
                </c:pt>
                <c:pt idx="1182">
                  <c:v>45021</c:v>
                </c:pt>
                <c:pt idx="1183">
                  <c:v>45022</c:v>
                </c:pt>
                <c:pt idx="1184">
                  <c:v>45026</c:v>
                </c:pt>
                <c:pt idx="1185">
                  <c:v>45027</c:v>
                </c:pt>
                <c:pt idx="1186">
                  <c:v>45028</c:v>
                </c:pt>
                <c:pt idx="1187">
                  <c:v>45029</c:v>
                </c:pt>
                <c:pt idx="1188">
                  <c:v>45030</c:v>
                </c:pt>
                <c:pt idx="1189">
                  <c:v>45033</c:v>
                </c:pt>
                <c:pt idx="1190">
                  <c:v>45034</c:v>
                </c:pt>
                <c:pt idx="1191">
                  <c:v>45035</c:v>
                </c:pt>
                <c:pt idx="1192">
                  <c:v>45036</c:v>
                </c:pt>
                <c:pt idx="1193">
                  <c:v>45040</c:v>
                </c:pt>
                <c:pt idx="1194">
                  <c:v>45041</c:v>
                </c:pt>
                <c:pt idx="1195">
                  <c:v>45042</c:v>
                </c:pt>
                <c:pt idx="1196">
                  <c:v>45043</c:v>
                </c:pt>
                <c:pt idx="1197">
                  <c:v>45044</c:v>
                </c:pt>
                <c:pt idx="1198">
                  <c:v>45048</c:v>
                </c:pt>
                <c:pt idx="1199">
                  <c:v>45049</c:v>
                </c:pt>
                <c:pt idx="1200">
                  <c:v>45050</c:v>
                </c:pt>
                <c:pt idx="1201">
                  <c:v>45051</c:v>
                </c:pt>
                <c:pt idx="1202">
                  <c:v>45054</c:v>
                </c:pt>
                <c:pt idx="1203">
                  <c:v>45055</c:v>
                </c:pt>
                <c:pt idx="1204">
                  <c:v>45056</c:v>
                </c:pt>
                <c:pt idx="1205">
                  <c:v>45057</c:v>
                </c:pt>
                <c:pt idx="1206">
                  <c:v>45058</c:v>
                </c:pt>
                <c:pt idx="1207">
                  <c:v>45061</c:v>
                </c:pt>
                <c:pt idx="1208">
                  <c:v>45062</c:v>
                </c:pt>
                <c:pt idx="1209">
                  <c:v>45063</c:v>
                </c:pt>
                <c:pt idx="1210">
                  <c:v>45064</c:v>
                </c:pt>
                <c:pt idx="1211">
                  <c:v>45065</c:v>
                </c:pt>
                <c:pt idx="1212">
                  <c:v>45068</c:v>
                </c:pt>
                <c:pt idx="1213">
                  <c:v>45069</c:v>
                </c:pt>
                <c:pt idx="1214">
                  <c:v>45070</c:v>
                </c:pt>
                <c:pt idx="1215">
                  <c:v>45071</c:v>
                </c:pt>
                <c:pt idx="1216">
                  <c:v>45072</c:v>
                </c:pt>
                <c:pt idx="1217">
                  <c:v>45075</c:v>
                </c:pt>
                <c:pt idx="1218">
                  <c:v>45076</c:v>
                </c:pt>
                <c:pt idx="1219">
                  <c:v>45077</c:v>
                </c:pt>
                <c:pt idx="1220">
                  <c:v>45078</c:v>
                </c:pt>
                <c:pt idx="1221">
                  <c:v>45079</c:v>
                </c:pt>
                <c:pt idx="1222">
                  <c:v>45082</c:v>
                </c:pt>
                <c:pt idx="1223">
                  <c:v>45083</c:v>
                </c:pt>
                <c:pt idx="1224">
                  <c:v>45084</c:v>
                </c:pt>
                <c:pt idx="1225">
                  <c:v>45086</c:v>
                </c:pt>
                <c:pt idx="1226">
                  <c:v>45089</c:v>
                </c:pt>
                <c:pt idx="1227">
                  <c:v>45090</c:v>
                </c:pt>
                <c:pt idx="1228">
                  <c:v>45091</c:v>
                </c:pt>
                <c:pt idx="1229">
                  <c:v>45092</c:v>
                </c:pt>
                <c:pt idx="1230">
                  <c:v>45093</c:v>
                </c:pt>
                <c:pt idx="1231">
                  <c:v>45096</c:v>
                </c:pt>
                <c:pt idx="1232">
                  <c:v>45097</c:v>
                </c:pt>
                <c:pt idx="1233">
                  <c:v>45098</c:v>
                </c:pt>
                <c:pt idx="1234">
                  <c:v>45099</c:v>
                </c:pt>
                <c:pt idx="1235">
                  <c:v>45100</c:v>
                </c:pt>
                <c:pt idx="1236">
                  <c:v>45103</c:v>
                </c:pt>
                <c:pt idx="1237">
                  <c:v>45104</c:v>
                </c:pt>
                <c:pt idx="1238">
                  <c:v>45105</c:v>
                </c:pt>
                <c:pt idx="1239">
                  <c:v>45106</c:v>
                </c:pt>
                <c:pt idx="1240">
                  <c:v>45107</c:v>
                </c:pt>
                <c:pt idx="1241">
                  <c:v>45110</c:v>
                </c:pt>
                <c:pt idx="1242">
                  <c:v>45111</c:v>
                </c:pt>
                <c:pt idx="1243">
                  <c:v>45112</c:v>
                </c:pt>
                <c:pt idx="1244">
                  <c:v>45113</c:v>
                </c:pt>
                <c:pt idx="1245">
                  <c:v>45114</c:v>
                </c:pt>
                <c:pt idx="1246">
                  <c:v>45117</c:v>
                </c:pt>
                <c:pt idx="1247">
                  <c:v>45118</c:v>
                </c:pt>
                <c:pt idx="1248">
                  <c:v>45119</c:v>
                </c:pt>
                <c:pt idx="1249">
                  <c:v>45120</c:v>
                </c:pt>
                <c:pt idx="1250">
                  <c:v>45121</c:v>
                </c:pt>
                <c:pt idx="1251">
                  <c:v>45124</c:v>
                </c:pt>
                <c:pt idx="1252">
                  <c:v>45125</c:v>
                </c:pt>
                <c:pt idx="1253">
                  <c:v>45126</c:v>
                </c:pt>
                <c:pt idx="1254">
                  <c:v>45127</c:v>
                </c:pt>
                <c:pt idx="1255">
                  <c:v>45128</c:v>
                </c:pt>
                <c:pt idx="1256">
                  <c:v>45131</c:v>
                </c:pt>
                <c:pt idx="1257">
                  <c:v>45132</c:v>
                </c:pt>
                <c:pt idx="1258">
                  <c:v>45133</c:v>
                </c:pt>
                <c:pt idx="1259">
                  <c:v>45134</c:v>
                </c:pt>
                <c:pt idx="1260">
                  <c:v>45135</c:v>
                </c:pt>
                <c:pt idx="1261">
                  <c:v>45138</c:v>
                </c:pt>
                <c:pt idx="1262">
                  <c:v>45139</c:v>
                </c:pt>
                <c:pt idx="1263">
                  <c:v>45140</c:v>
                </c:pt>
                <c:pt idx="1264">
                  <c:v>45141</c:v>
                </c:pt>
                <c:pt idx="1265">
                  <c:v>45142</c:v>
                </c:pt>
                <c:pt idx="1266">
                  <c:v>45145</c:v>
                </c:pt>
                <c:pt idx="1267">
                  <c:v>45146</c:v>
                </c:pt>
                <c:pt idx="1268">
                  <c:v>45147</c:v>
                </c:pt>
                <c:pt idx="1269">
                  <c:v>45148</c:v>
                </c:pt>
                <c:pt idx="1270">
                  <c:v>45149</c:v>
                </c:pt>
                <c:pt idx="1271">
                  <c:v>45152</c:v>
                </c:pt>
                <c:pt idx="1272">
                  <c:v>45153</c:v>
                </c:pt>
                <c:pt idx="1273">
                  <c:v>45154</c:v>
                </c:pt>
                <c:pt idx="1274">
                  <c:v>45155</c:v>
                </c:pt>
                <c:pt idx="1275">
                  <c:v>45156</c:v>
                </c:pt>
                <c:pt idx="1276">
                  <c:v>45159</c:v>
                </c:pt>
                <c:pt idx="1277">
                  <c:v>45160</c:v>
                </c:pt>
                <c:pt idx="1278">
                  <c:v>45161</c:v>
                </c:pt>
                <c:pt idx="1279">
                  <c:v>45162</c:v>
                </c:pt>
                <c:pt idx="1280">
                  <c:v>45163</c:v>
                </c:pt>
                <c:pt idx="1281">
                  <c:v>45166</c:v>
                </c:pt>
                <c:pt idx="1282">
                  <c:v>45167</c:v>
                </c:pt>
                <c:pt idx="1283">
                  <c:v>45168</c:v>
                </c:pt>
                <c:pt idx="1284">
                  <c:v>45169</c:v>
                </c:pt>
                <c:pt idx="1285">
                  <c:v>45170</c:v>
                </c:pt>
                <c:pt idx="1286">
                  <c:v>45173</c:v>
                </c:pt>
                <c:pt idx="1287">
                  <c:v>45174</c:v>
                </c:pt>
                <c:pt idx="1288">
                  <c:v>45175</c:v>
                </c:pt>
                <c:pt idx="1289">
                  <c:v>45177</c:v>
                </c:pt>
                <c:pt idx="1290">
                  <c:v>45180</c:v>
                </c:pt>
                <c:pt idx="1291">
                  <c:v>45181</c:v>
                </c:pt>
                <c:pt idx="1292">
                  <c:v>45182</c:v>
                </c:pt>
                <c:pt idx="1293">
                  <c:v>45183</c:v>
                </c:pt>
                <c:pt idx="1294">
                  <c:v>45184</c:v>
                </c:pt>
                <c:pt idx="1295">
                  <c:v>45187</c:v>
                </c:pt>
                <c:pt idx="1296">
                  <c:v>45188</c:v>
                </c:pt>
                <c:pt idx="1297">
                  <c:v>45189</c:v>
                </c:pt>
                <c:pt idx="1298">
                  <c:v>45190</c:v>
                </c:pt>
                <c:pt idx="1299">
                  <c:v>45191</c:v>
                </c:pt>
                <c:pt idx="1300">
                  <c:v>45194</c:v>
                </c:pt>
                <c:pt idx="1301">
                  <c:v>45195</c:v>
                </c:pt>
                <c:pt idx="1302">
                  <c:v>45196</c:v>
                </c:pt>
                <c:pt idx="1303">
                  <c:v>45197</c:v>
                </c:pt>
                <c:pt idx="1304">
                  <c:v>45198</c:v>
                </c:pt>
                <c:pt idx="1305">
                  <c:v>45201</c:v>
                </c:pt>
                <c:pt idx="1306">
                  <c:v>45202</c:v>
                </c:pt>
                <c:pt idx="1307">
                  <c:v>45203</c:v>
                </c:pt>
                <c:pt idx="1308">
                  <c:v>45204</c:v>
                </c:pt>
                <c:pt idx="1309">
                  <c:v>45205</c:v>
                </c:pt>
                <c:pt idx="1310">
                  <c:v>45208</c:v>
                </c:pt>
                <c:pt idx="1311">
                  <c:v>45209</c:v>
                </c:pt>
                <c:pt idx="1312">
                  <c:v>45210</c:v>
                </c:pt>
                <c:pt idx="1313">
                  <c:v>45212</c:v>
                </c:pt>
                <c:pt idx="1314">
                  <c:v>45215</c:v>
                </c:pt>
                <c:pt idx="1315">
                  <c:v>45216</c:v>
                </c:pt>
                <c:pt idx="1316">
                  <c:v>45217</c:v>
                </c:pt>
                <c:pt idx="1317">
                  <c:v>45218</c:v>
                </c:pt>
                <c:pt idx="1318">
                  <c:v>45219</c:v>
                </c:pt>
                <c:pt idx="1319">
                  <c:v>45222</c:v>
                </c:pt>
                <c:pt idx="1320">
                  <c:v>45223</c:v>
                </c:pt>
                <c:pt idx="1321">
                  <c:v>45224</c:v>
                </c:pt>
                <c:pt idx="1322">
                  <c:v>45225</c:v>
                </c:pt>
                <c:pt idx="1323">
                  <c:v>45226</c:v>
                </c:pt>
                <c:pt idx="1324">
                  <c:v>45229</c:v>
                </c:pt>
                <c:pt idx="1325">
                  <c:v>45230</c:v>
                </c:pt>
                <c:pt idx="1326">
                  <c:v>45231</c:v>
                </c:pt>
                <c:pt idx="1327">
                  <c:v>45233</c:v>
                </c:pt>
                <c:pt idx="1328">
                  <c:v>45236</c:v>
                </c:pt>
                <c:pt idx="1329">
                  <c:v>45237</c:v>
                </c:pt>
                <c:pt idx="1330">
                  <c:v>45238</c:v>
                </c:pt>
                <c:pt idx="1331">
                  <c:v>45239</c:v>
                </c:pt>
                <c:pt idx="1332">
                  <c:v>45240</c:v>
                </c:pt>
                <c:pt idx="1333">
                  <c:v>45243</c:v>
                </c:pt>
                <c:pt idx="1334">
                  <c:v>45244</c:v>
                </c:pt>
                <c:pt idx="1335">
                  <c:v>45246</c:v>
                </c:pt>
                <c:pt idx="1336">
                  <c:v>45247</c:v>
                </c:pt>
                <c:pt idx="1337">
                  <c:v>45250</c:v>
                </c:pt>
                <c:pt idx="1338">
                  <c:v>45251</c:v>
                </c:pt>
                <c:pt idx="1339">
                  <c:v>45252</c:v>
                </c:pt>
                <c:pt idx="1340">
                  <c:v>45253</c:v>
                </c:pt>
                <c:pt idx="1341">
                  <c:v>45254</c:v>
                </c:pt>
                <c:pt idx="1342">
                  <c:v>45257</c:v>
                </c:pt>
                <c:pt idx="1343">
                  <c:v>45258</c:v>
                </c:pt>
                <c:pt idx="1344">
                  <c:v>45259</c:v>
                </c:pt>
                <c:pt idx="1345">
                  <c:v>45260</c:v>
                </c:pt>
                <c:pt idx="1346">
                  <c:v>45261</c:v>
                </c:pt>
                <c:pt idx="1347">
                  <c:v>45264</c:v>
                </c:pt>
                <c:pt idx="1348">
                  <c:v>45265</c:v>
                </c:pt>
                <c:pt idx="1349">
                  <c:v>45266</c:v>
                </c:pt>
                <c:pt idx="1350">
                  <c:v>45267</c:v>
                </c:pt>
                <c:pt idx="1351">
                  <c:v>45268</c:v>
                </c:pt>
                <c:pt idx="1352">
                  <c:v>45271</c:v>
                </c:pt>
                <c:pt idx="1353">
                  <c:v>45272</c:v>
                </c:pt>
                <c:pt idx="1354">
                  <c:v>45273</c:v>
                </c:pt>
                <c:pt idx="1355">
                  <c:v>45274</c:v>
                </c:pt>
                <c:pt idx="1356">
                  <c:v>45275</c:v>
                </c:pt>
                <c:pt idx="1357">
                  <c:v>45278</c:v>
                </c:pt>
                <c:pt idx="1358">
                  <c:v>45279</c:v>
                </c:pt>
                <c:pt idx="1359">
                  <c:v>45280</c:v>
                </c:pt>
                <c:pt idx="1360">
                  <c:v>45281</c:v>
                </c:pt>
                <c:pt idx="1361">
                  <c:v>45282</c:v>
                </c:pt>
                <c:pt idx="1362">
                  <c:v>45286</c:v>
                </c:pt>
                <c:pt idx="1363">
                  <c:v>45287</c:v>
                </c:pt>
                <c:pt idx="1364">
                  <c:v>45288</c:v>
                </c:pt>
                <c:pt idx="1365">
                  <c:v>45293</c:v>
                </c:pt>
                <c:pt idx="1366">
                  <c:v>45294</c:v>
                </c:pt>
                <c:pt idx="1367">
                  <c:v>45295</c:v>
                </c:pt>
                <c:pt idx="1368">
                  <c:v>45296</c:v>
                </c:pt>
                <c:pt idx="1369">
                  <c:v>45299</c:v>
                </c:pt>
                <c:pt idx="1370">
                  <c:v>45300</c:v>
                </c:pt>
                <c:pt idx="1371">
                  <c:v>45301</c:v>
                </c:pt>
                <c:pt idx="1372">
                  <c:v>45302</c:v>
                </c:pt>
                <c:pt idx="1373">
                  <c:v>45303</c:v>
                </c:pt>
                <c:pt idx="1374">
                  <c:v>45306</c:v>
                </c:pt>
                <c:pt idx="1375">
                  <c:v>45307</c:v>
                </c:pt>
                <c:pt idx="1376">
                  <c:v>45308</c:v>
                </c:pt>
                <c:pt idx="1377">
                  <c:v>45309</c:v>
                </c:pt>
                <c:pt idx="1378">
                  <c:v>45310</c:v>
                </c:pt>
                <c:pt idx="1379">
                  <c:v>45313</c:v>
                </c:pt>
                <c:pt idx="1380">
                  <c:v>45314</c:v>
                </c:pt>
                <c:pt idx="1381">
                  <c:v>45315</c:v>
                </c:pt>
                <c:pt idx="1382">
                  <c:v>45316</c:v>
                </c:pt>
                <c:pt idx="1383">
                  <c:v>45317</c:v>
                </c:pt>
                <c:pt idx="1384">
                  <c:v>45320</c:v>
                </c:pt>
                <c:pt idx="1385">
                  <c:v>45321</c:v>
                </c:pt>
                <c:pt idx="1386">
                  <c:v>45322</c:v>
                </c:pt>
                <c:pt idx="1387">
                  <c:v>45323</c:v>
                </c:pt>
                <c:pt idx="1388">
                  <c:v>45324</c:v>
                </c:pt>
                <c:pt idx="1389">
                  <c:v>45327</c:v>
                </c:pt>
                <c:pt idx="1390">
                  <c:v>45328</c:v>
                </c:pt>
                <c:pt idx="1391">
                  <c:v>45329</c:v>
                </c:pt>
                <c:pt idx="1392">
                  <c:v>45330</c:v>
                </c:pt>
                <c:pt idx="1393">
                  <c:v>45331</c:v>
                </c:pt>
                <c:pt idx="1394">
                  <c:v>45336</c:v>
                </c:pt>
                <c:pt idx="1395">
                  <c:v>45337</c:v>
                </c:pt>
                <c:pt idx="1396">
                  <c:v>45338</c:v>
                </c:pt>
                <c:pt idx="1397">
                  <c:v>45341</c:v>
                </c:pt>
                <c:pt idx="1398">
                  <c:v>45342</c:v>
                </c:pt>
                <c:pt idx="1399">
                  <c:v>45343</c:v>
                </c:pt>
                <c:pt idx="1400">
                  <c:v>45344</c:v>
                </c:pt>
                <c:pt idx="1401">
                  <c:v>45345</c:v>
                </c:pt>
                <c:pt idx="1402">
                  <c:v>45348</c:v>
                </c:pt>
                <c:pt idx="1403">
                  <c:v>45349</c:v>
                </c:pt>
                <c:pt idx="1404">
                  <c:v>45350</c:v>
                </c:pt>
                <c:pt idx="1405">
                  <c:v>45351</c:v>
                </c:pt>
                <c:pt idx="1406">
                  <c:v>45352</c:v>
                </c:pt>
                <c:pt idx="1407">
                  <c:v>45355</c:v>
                </c:pt>
                <c:pt idx="1408">
                  <c:v>45356</c:v>
                </c:pt>
                <c:pt idx="1409">
                  <c:v>45357</c:v>
                </c:pt>
                <c:pt idx="1410">
                  <c:v>45358</c:v>
                </c:pt>
                <c:pt idx="1411">
                  <c:v>45359</c:v>
                </c:pt>
                <c:pt idx="1412">
                  <c:v>45362</c:v>
                </c:pt>
                <c:pt idx="1413">
                  <c:v>45363</c:v>
                </c:pt>
                <c:pt idx="1414">
                  <c:v>45364</c:v>
                </c:pt>
                <c:pt idx="1415">
                  <c:v>45365</c:v>
                </c:pt>
                <c:pt idx="1416">
                  <c:v>45366</c:v>
                </c:pt>
                <c:pt idx="1417">
                  <c:v>45369</c:v>
                </c:pt>
                <c:pt idx="1418">
                  <c:v>45370</c:v>
                </c:pt>
                <c:pt idx="1419">
                  <c:v>45371</c:v>
                </c:pt>
                <c:pt idx="1420">
                  <c:v>45372</c:v>
                </c:pt>
                <c:pt idx="1421">
                  <c:v>45373</c:v>
                </c:pt>
                <c:pt idx="1422">
                  <c:v>45376</c:v>
                </c:pt>
                <c:pt idx="1423">
                  <c:v>45377</c:v>
                </c:pt>
                <c:pt idx="1424">
                  <c:v>45378</c:v>
                </c:pt>
                <c:pt idx="1425">
                  <c:v>45379</c:v>
                </c:pt>
                <c:pt idx="1426">
                  <c:v>45383</c:v>
                </c:pt>
                <c:pt idx="1427">
                  <c:v>45384</c:v>
                </c:pt>
                <c:pt idx="1428">
                  <c:v>45385</c:v>
                </c:pt>
                <c:pt idx="1429">
                  <c:v>45386</c:v>
                </c:pt>
                <c:pt idx="1430">
                  <c:v>45387</c:v>
                </c:pt>
                <c:pt idx="1431">
                  <c:v>45390</c:v>
                </c:pt>
                <c:pt idx="1432">
                  <c:v>45391</c:v>
                </c:pt>
                <c:pt idx="1433">
                  <c:v>45392</c:v>
                </c:pt>
                <c:pt idx="1434">
                  <c:v>45393</c:v>
                </c:pt>
                <c:pt idx="1435">
                  <c:v>45394</c:v>
                </c:pt>
                <c:pt idx="1436">
                  <c:v>45397</c:v>
                </c:pt>
                <c:pt idx="1437">
                  <c:v>45398</c:v>
                </c:pt>
                <c:pt idx="1438">
                  <c:v>45399</c:v>
                </c:pt>
                <c:pt idx="1439">
                  <c:v>45400</c:v>
                </c:pt>
                <c:pt idx="1440">
                  <c:v>45401</c:v>
                </c:pt>
                <c:pt idx="1441">
                  <c:v>45404</c:v>
                </c:pt>
                <c:pt idx="1442">
                  <c:v>45405</c:v>
                </c:pt>
                <c:pt idx="1443">
                  <c:v>45406</c:v>
                </c:pt>
                <c:pt idx="1444">
                  <c:v>45407</c:v>
                </c:pt>
                <c:pt idx="1445">
                  <c:v>45408</c:v>
                </c:pt>
                <c:pt idx="1446">
                  <c:v>45411</c:v>
                </c:pt>
                <c:pt idx="1447">
                  <c:v>45412</c:v>
                </c:pt>
                <c:pt idx="1448">
                  <c:v>45414</c:v>
                </c:pt>
                <c:pt idx="1449">
                  <c:v>45415</c:v>
                </c:pt>
                <c:pt idx="1450">
                  <c:v>45418</c:v>
                </c:pt>
                <c:pt idx="1451">
                  <c:v>45419</c:v>
                </c:pt>
                <c:pt idx="1452">
                  <c:v>45420</c:v>
                </c:pt>
                <c:pt idx="1453">
                  <c:v>45421</c:v>
                </c:pt>
                <c:pt idx="1454">
                  <c:v>45422</c:v>
                </c:pt>
                <c:pt idx="1455">
                  <c:v>45425</c:v>
                </c:pt>
                <c:pt idx="1456">
                  <c:v>45426</c:v>
                </c:pt>
                <c:pt idx="1457">
                  <c:v>45427</c:v>
                </c:pt>
                <c:pt idx="1458">
                  <c:v>45428</c:v>
                </c:pt>
                <c:pt idx="1459">
                  <c:v>45429</c:v>
                </c:pt>
                <c:pt idx="1460">
                  <c:v>45432</c:v>
                </c:pt>
                <c:pt idx="1461">
                  <c:v>45433</c:v>
                </c:pt>
                <c:pt idx="1462">
                  <c:v>45434</c:v>
                </c:pt>
                <c:pt idx="1463">
                  <c:v>45435</c:v>
                </c:pt>
                <c:pt idx="1464">
                  <c:v>45436</c:v>
                </c:pt>
                <c:pt idx="1465">
                  <c:v>45439</c:v>
                </c:pt>
                <c:pt idx="1466">
                  <c:v>45440</c:v>
                </c:pt>
                <c:pt idx="1467">
                  <c:v>45441</c:v>
                </c:pt>
                <c:pt idx="1468">
                  <c:v>45443</c:v>
                </c:pt>
                <c:pt idx="1469">
                  <c:v>45446</c:v>
                </c:pt>
                <c:pt idx="1470">
                  <c:v>45447</c:v>
                </c:pt>
                <c:pt idx="1471">
                  <c:v>45448</c:v>
                </c:pt>
                <c:pt idx="1472">
                  <c:v>45449</c:v>
                </c:pt>
                <c:pt idx="1473">
                  <c:v>45450</c:v>
                </c:pt>
                <c:pt idx="1474">
                  <c:v>45453</c:v>
                </c:pt>
                <c:pt idx="1475">
                  <c:v>45454</c:v>
                </c:pt>
                <c:pt idx="1476">
                  <c:v>45455</c:v>
                </c:pt>
                <c:pt idx="1477">
                  <c:v>45456</c:v>
                </c:pt>
                <c:pt idx="1478">
                  <c:v>45457</c:v>
                </c:pt>
                <c:pt idx="1479">
                  <c:v>45460</c:v>
                </c:pt>
                <c:pt idx="1480">
                  <c:v>45461</c:v>
                </c:pt>
                <c:pt idx="1481">
                  <c:v>45462</c:v>
                </c:pt>
                <c:pt idx="1482">
                  <c:v>45463</c:v>
                </c:pt>
                <c:pt idx="1483">
                  <c:v>45464</c:v>
                </c:pt>
                <c:pt idx="1484">
                  <c:v>45467</c:v>
                </c:pt>
                <c:pt idx="1485">
                  <c:v>45468</c:v>
                </c:pt>
                <c:pt idx="1486">
                  <c:v>45469</c:v>
                </c:pt>
                <c:pt idx="1487">
                  <c:v>45470</c:v>
                </c:pt>
                <c:pt idx="1488">
                  <c:v>45471</c:v>
                </c:pt>
                <c:pt idx="1489">
                  <c:v>45474</c:v>
                </c:pt>
                <c:pt idx="1490">
                  <c:v>45475</c:v>
                </c:pt>
                <c:pt idx="1491">
                  <c:v>45476</c:v>
                </c:pt>
                <c:pt idx="1492">
                  <c:v>45477</c:v>
                </c:pt>
                <c:pt idx="1493">
                  <c:v>45478</c:v>
                </c:pt>
                <c:pt idx="1494">
                  <c:v>45481</c:v>
                </c:pt>
                <c:pt idx="1495">
                  <c:v>45482</c:v>
                </c:pt>
                <c:pt idx="1496">
                  <c:v>45483</c:v>
                </c:pt>
                <c:pt idx="1497">
                  <c:v>45484</c:v>
                </c:pt>
                <c:pt idx="1498">
                  <c:v>45485</c:v>
                </c:pt>
                <c:pt idx="1499">
                  <c:v>45488</c:v>
                </c:pt>
                <c:pt idx="1500">
                  <c:v>45489</c:v>
                </c:pt>
                <c:pt idx="1501">
                  <c:v>45490</c:v>
                </c:pt>
                <c:pt idx="1502">
                  <c:v>45491</c:v>
                </c:pt>
                <c:pt idx="1503">
                  <c:v>45492</c:v>
                </c:pt>
                <c:pt idx="1504">
                  <c:v>45495</c:v>
                </c:pt>
                <c:pt idx="1505">
                  <c:v>45496</c:v>
                </c:pt>
                <c:pt idx="1506">
                  <c:v>45497</c:v>
                </c:pt>
                <c:pt idx="1507">
                  <c:v>45498</c:v>
                </c:pt>
                <c:pt idx="1508">
                  <c:v>45499</c:v>
                </c:pt>
                <c:pt idx="1509">
                  <c:v>45502</c:v>
                </c:pt>
                <c:pt idx="1510">
                  <c:v>45503</c:v>
                </c:pt>
                <c:pt idx="1511">
                  <c:v>45504</c:v>
                </c:pt>
                <c:pt idx="1512">
                  <c:v>45505</c:v>
                </c:pt>
                <c:pt idx="1513">
                  <c:v>45506</c:v>
                </c:pt>
                <c:pt idx="1514">
                  <c:v>45509</c:v>
                </c:pt>
                <c:pt idx="1515">
                  <c:v>45510</c:v>
                </c:pt>
                <c:pt idx="1516">
                  <c:v>45511</c:v>
                </c:pt>
                <c:pt idx="1517">
                  <c:v>45512</c:v>
                </c:pt>
                <c:pt idx="1518">
                  <c:v>45513</c:v>
                </c:pt>
                <c:pt idx="1519">
                  <c:v>45516</c:v>
                </c:pt>
                <c:pt idx="1520">
                  <c:v>45517</c:v>
                </c:pt>
                <c:pt idx="1521">
                  <c:v>45518</c:v>
                </c:pt>
                <c:pt idx="1522">
                  <c:v>45519</c:v>
                </c:pt>
                <c:pt idx="1523">
                  <c:v>45520</c:v>
                </c:pt>
                <c:pt idx="1524">
                  <c:v>45523</c:v>
                </c:pt>
                <c:pt idx="1525">
                  <c:v>45524</c:v>
                </c:pt>
                <c:pt idx="1526">
                  <c:v>45525</c:v>
                </c:pt>
                <c:pt idx="1527">
                  <c:v>45526</c:v>
                </c:pt>
                <c:pt idx="1528">
                  <c:v>45527</c:v>
                </c:pt>
                <c:pt idx="1529">
                  <c:v>45530</c:v>
                </c:pt>
                <c:pt idx="1530">
                  <c:v>45531</c:v>
                </c:pt>
                <c:pt idx="1531">
                  <c:v>45532</c:v>
                </c:pt>
                <c:pt idx="1532">
                  <c:v>45533</c:v>
                </c:pt>
                <c:pt idx="1533">
                  <c:v>45534</c:v>
                </c:pt>
                <c:pt idx="1534">
                  <c:v>45537</c:v>
                </c:pt>
                <c:pt idx="1535">
                  <c:v>45538</c:v>
                </c:pt>
                <c:pt idx="1536">
                  <c:v>45539</c:v>
                </c:pt>
                <c:pt idx="1537">
                  <c:v>45540</c:v>
                </c:pt>
                <c:pt idx="1538">
                  <c:v>45541</c:v>
                </c:pt>
                <c:pt idx="1539">
                  <c:v>45544</c:v>
                </c:pt>
                <c:pt idx="1540">
                  <c:v>45545</c:v>
                </c:pt>
                <c:pt idx="1541">
                  <c:v>45546</c:v>
                </c:pt>
                <c:pt idx="1542">
                  <c:v>45547</c:v>
                </c:pt>
                <c:pt idx="1543">
                  <c:v>45548</c:v>
                </c:pt>
                <c:pt idx="1544">
                  <c:v>45551</c:v>
                </c:pt>
                <c:pt idx="1545">
                  <c:v>45552</c:v>
                </c:pt>
                <c:pt idx="1546">
                  <c:v>45553</c:v>
                </c:pt>
                <c:pt idx="1547">
                  <c:v>45554</c:v>
                </c:pt>
                <c:pt idx="1548">
                  <c:v>45555</c:v>
                </c:pt>
                <c:pt idx="1549">
                  <c:v>45558</c:v>
                </c:pt>
                <c:pt idx="1550">
                  <c:v>45559</c:v>
                </c:pt>
                <c:pt idx="1551">
                  <c:v>45560</c:v>
                </c:pt>
                <c:pt idx="1552">
                  <c:v>45561</c:v>
                </c:pt>
                <c:pt idx="1553">
                  <c:v>45562</c:v>
                </c:pt>
                <c:pt idx="1554">
                  <c:v>45565</c:v>
                </c:pt>
                <c:pt idx="1555">
                  <c:v>45566</c:v>
                </c:pt>
                <c:pt idx="1556">
                  <c:v>45567</c:v>
                </c:pt>
                <c:pt idx="1557">
                  <c:v>45568</c:v>
                </c:pt>
                <c:pt idx="1558">
                  <c:v>45569</c:v>
                </c:pt>
                <c:pt idx="1559">
                  <c:v>45572</c:v>
                </c:pt>
                <c:pt idx="1560">
                  <c:v>45573</c:v>
                </c:pt>
                <c:pt idx="1561">
                  <c:v>45574</c:v>
                </c:pt>
                <c:pt idx="1562">
                  <c:v>45575</c:v>
                </c:pt>
                <c:pt idx="1563">
                  <c:v>45576</c:v>
                </c:pt>
                <c:pt idx="1564">
                  <c:v>45579</c:v>
                </c:pt>
                <c:pt idx="1565">
                  <c:v>45580</c:v>
                </c:pt>
                <c:pt idx="1566">
                  <c:v>45581</c:v>
                </c:pt>
                <c:pt idx="1567">
                  <c:v>45582</c:v>
                </c:pt>
                <c:pt idx="1568">
                  <c:v>45583</c:v>
                </c:pt>
                <c:pt idx="1569">
                  <c:v>45586</c:v>
                </c:pt>
                <c:pt idx="1570">
                  <c:v>45587</c:v>
                </c:pt>
                <c:pt idx="1571">
                  <c:v>45588</c:v>
                </c:pt>
                <c:pt idx="1572">
                  <c:v>45589</c:v>
                </c:pt>
                <c:pt idx="1573">
                  <c:v>45590</c:v>
                </c:pt>
                <c:pt idx="1574">
                  <c:v>45593</c:v>
                </c:pt>
                <c:pt idx="1575">
                  <c:v>45594</c:v>
                </c:pt>
                <c:pt idx="1576">
                  <c:v>45595</c:v>
                </c:pt>
                <c:pt idx="1577">
                  <c:v>45596</c:v>
                </c:pt>
                <c:pt idx="1578">
                  <c:v>45597</c:v>
                </c:pt>
                <c:pt idx="1579">
                  <c:v>45600</c:v>
                </c:pt>
                <c:pt idx="1580">
                  <c:v>45601</c:v>
                </c:pt>
                <c:pt idx="1581">
                  <c:v>45602</c:v>
                </c:pt>
                <c:pt idx="1582">
                  <c:v>45603</c:v>
                </c:pt>
                <c:pt idx="1583">
                  <c:v>45604</c:v>
                </c:pt>
                <c:pt idx="1584">
                  <c:v>45607</c:v>
                </c:pt>
                <c:pt idx="1585">
                  <c:v>45608</c:v>
                </c:pt>
                <c:pt idx="1586">
                  <c:v>45609</c:v>
                </c:pt>
                <c:pt idx="1587">
                  <c:v>45610</c:v>
                </c:pt>
                <c:pt idx="1588">
                  <c:v>45614</c:v>
                </c:pt>
                <c:pt idx="1589">
                  <c:v>45615</c:v>
                </c:pt>
                <c:pt idx="1590">
                  <c:v>45617</c:v>
                </c:pt>
                <c:pt idx="1591">
                  <c:v>45618</c:v>
                </c:pt>
                <c:pt idx="1592">
                  <c:v>45621</c:v>
                </c:pt>
                <c:pt idx="1593">
                  <c:v>45622</c:v>
                </c:pt>
                <c:pt idx="1594">
                  <c:v>45623</c:v>
                </c:pt>
                <c:pt idx="1595">
                  <c:v>45624</c:v>
                </c:pt>
                <c:pt idx="1596">
                  <c:v>45625</c:v>
                </c:pt>
                <c:pt idx="1597">
                  <c:v>45628</c:v>
                </c:pt>
                <c:pt idx="1598">
                  <c:v>45629</c:v>
                </c:pt>
                <c:pt idx="1599">
                  <c:v>45630</c:v>
                </c:pt>
                <c:pt idx="1600">
                  <c:v>45631</c:v>
                </c:pt>
                <c:pt idx="1601">
                  <c:v>45632</c:v>
                </c:pt>
                <c:pt idx="1602">
                  <c:v>45635</c:v>
                </c:pt>
                <c:pt idx="1603">
                  <c:v>45636</c:v>
                </c:pt>
                <c:pt idx="1604">
                  <c:v>45637</c:v>
                </c:pt>
                <c:pt idx="1605">
                  <c:v>45638</c:v>
                </c:pt>
                <c:pt idx="1606">
                  <c:v>45639</c:v>
                </c:pt>
                <c:pt idx="1607">
                  <c:v>45642</c:v>
                </c:pt>
                <c:pt idx="1608">
                  <c:v>45643</c:v>
                </c:pt>
                <c:pt idx="1609">
                  <c:v>45644</c:v>
                </c:pt>
                <c:pt idx="1610">
                  <c:v>45645</c:v>
                </c:pt>
                <c:pt idx="1611">
                  <c:v>45646</c:v>
                </c:pt>
                <c:pt idx="1612">
                  <c:v>45649</c:v>
                </c:pt>
                <c:pt idx="1613">
                  <c:v>45652</c:v>
                </c:pt>
                <c:pt idx="1614">
                  <c:v>45653</c:v>
                </c:pt>
                <c:pt idx="1615">
                  <c:v>45656</c:v>
                </c:pt>
                <c:pt idx="1616">
                  <c:v>45659</c:v>
                </c:pt>
                <c:pt idx="1617">
                  <c:v>45660</c:v>
                </c:pt>
                <c:pt idx="1618">
                  <c:v>45663</c:v>
                </c:pt>
                <c:pt idx="1619">
                  <c:v>45664</c:v>
                </c:pt>
                <c:pt idx="1620">
                  <c:v>45665</c:v>
                </c:pt>
                <c:pt idx="1621">
                  <c:v>45666</c:v>
                </c:pt>
                <c:pt idx="1622">
                  <c:v>45667</c:v>
                </c:pt>
                <c:pt idx="1623">
                  <c:v>45670</c:v>
                </c:pt>
                <c:pt idx="1624">
                  <c:v>45671</c:v>
                </c:pt>
                <c:pt idx="1625">
                  <c:v>45672</c:v>
                </c:pt>
                <c:pt idx="1626">
                  <c:v>45673</c:v>
                </c:pt>
                <c:pt idx="1627">
                  <c:v>45674</c:v>
                </c:pt>
                <c:pt idx="1628">
                  <c:v>45677</c:v>
                </c:pt>
                <c:pt idx="1629">
                  <c:v>45678</c:v>
                </c:pt>
                <c:pt idx="1630">
                  <c:v>45679</c:v>
                </c:pt>
                <c:pt idx="1631">
                  <c:v>45680</c:v>
                </c:pt>
                <c:pt idx="1632">
                  <c:v>45681</c:v>
                </c:pt>
                <c:pt idx="1633">
                  <c:v>45684</c:v>
                </c:pt>
                <c:pt idx="1634">
                  <c:v>45685</c:v>
                </c:pt>
                <c:pt idx="1635">
                  <c:v>45686</c:v>
                </c:pt>
                <c:pt idx="1636">
                  <c:v>45687</c:v>
                </c:pt>
                <c:pt idx="1637">
                  <c:v>45688</c:v>
                </c:pt>
                <c:pt idx="1638">
                  <c:v>45691</c:v>
                </c:pt>
                <c:pt idx="1639">
                  <c:v>45692</c:v>
                </c:pt>
                <c:pt idx="1640">
                  <c:v>45693</c:v>
                </c:pt>
                <c:pt idx="1641">
                  <c:v>45694</c:v>
                </c:pt>
                <c:pt idx="1642">
                  <c:v>45695</c:v>
                </c:pt>
                <c:pt idx="1643">
                  <c:v>45698</c:v>
                </c:pt>
                <c:pt idx="1644">
                  <c:v>45699</c:v>
                </c:pt>
                <c:pt idx="1645">
                  <c:v>45700</c:v>
                </c:pt>
                <c:pt idx="1646">
                  <c:v>45701</c:v>
                </c:pt>
                <c:pt idx="1647">
                  <c:v>45702</c:v>
                </c:pt>
                <c:pt idx="1648">
                  <c:v>45705</c:v>
                </c:pt>
                <c:pt idx="1649">
                  <c:v>45706</c:v>
                </c:pt>
                <c:pt idx="1650">
                  <c:v>45707</c:v>
                </c:pt>
                <c:pt idx="1651">
                  <c:v>45708</c:v>
                </c:pt>
                <c:pt idx="1652">
                  <c:v>45709</c:v>
                </c:pt>
                <c:pt idx="1653">
                  <c:v>45712</c:v>
                </c:pt>
                <c:pt idx="1654">
                  <c:v>45713</c:v>
                </c:pt>
                <c:pt idx="1655">
                  <c:v>45714</c:v>
                </c:pt>
                <c:pt idx="1656">
                  <c:v>45715</c:v>
                </c:pt>
                <c:pt idx="1657">
                  <c:v>45716</c:v>
                </c:pt>
                <c:pt idx="1658">
                  <c:v>45721</c:v>
                </c:pt>
                <c:pt idx="1659">
                  <c:v>45722</c:v>
                </c:pt>
                <c:pt idx="1660">
                  <c:v>45723</c:v>
                </c:pt>
                <c:pt idx="1661">
                  <c:v>45726</c:v>
                </c:pt>
                <c:pt idx="1662">
                  <c:v>45727</c:v>
                </c:pt>
                <c:pt idx="1663">
                  <c:v>45728</c:v>
                </c:pt>
                <c:pt idx="1664">
                  <c:v>45729</c:v>
                </c:pt>
                <c:pt idx="1665">
                  <c:v>45730</c:v>
                </c:pt>
                <c:pt idx="1666">
                  <c:v>45733</c:v>
                </c:pt>
                <c:pt idx="1667">
                  <c:v>45734</c:v>
                </c:pt>
                <c:pt idx="1668">
                  <c:v>45735</c:v>
                </c:pt>
                <c:pt idx="1669">
                  <c:v>45736</c:v>
                </c:pt>
                <c:pt idx="1670">
                  <c:v>45737</c:v>
                </c:pt>
                <c:pt idx="1671">
                  <c:v>45740</c:v>
                </c:pt>
                <c:pt idx="1672">
                  <c:v>45741</c:v>
                </c:pt>
                <c:pt idx="1673">
                  <c:v>45742</c:v>
                </c:pt>
                <c:pt idx="1674">
                  <c:v>45743</c:v>
                </c:pt>
                <c:pt idx="1675">
                  <c:v>45744</c:v>
                </c:pt>
                <c:pt idx="1676">
                  <c:v>45747</c:v>
                </c:pt>
                <c:pt idx="1677">
                  <c:v>45748</c:v>
                </c:pt>
                <c:pt idx="1678">
                  <c:v>45749</c:v>
                </c:pt>
                <c:pt idx="1679">
                  <c:v>45750</c:v>
                </c:pt>
                <c:pt idx="1680">
                  <c:v>45751</c:v>
                </c:pt>
                <c:pt idx="1681">
                  <c:v>45754</c:v>
                </c:pt>
                <c:pt idx="1682">
                  <c:v>45755</c:v>
                </c:pt>
                <c:pt idx="1683">
                  <c:v>45756</c:v>
                </c:pt>
                <c:pt idx="1684">
                  <c:v>45757</c:v>
                </c:pt>
                <c:pt idx="1685">
                  <c:v>45758</c:v>
                </c:pt>
                <c:pt idx="1686">
                  <c:v>45761</c:v>
                </c:pt>
                <c:pt idx="1687">
                  <c:v>45762</c:v>
                </c:pt>
                <c:pt idx="1688">
                  <c:v>45763</c:v>
                </c:pt>
                <c:pt idx="1689">
                  <c:v>45764</c:v>
                </c:pt>
                <c:pt idx="1690">
                  <c:v>45769</c:v>
                </c:pt>
                <c:pt idx="1691">
                  <c:v>45770</c:v>
                </c:pt>
                <c:pt idx="1692">
                  <c:v>45771</c:v>
                </c:pt>
                <c:pt idx="1693">
                  <c:v>45772</c:v>
                </c:pt>
                <c:pt idx="1694">
                  <c:v>45775</c:v>
                </c:pt>
                <c:pt idx="1695">
                  <c:v>45776</c:v>
                </c:pt>
                <c:pt idx="1696">
                  <c:v>45777</c:v>
                </c:pt>
                <c:pt idx="1697">
                  <c:v>45779</c:v>
                </c:pt>
                <c:pt idx="1698">
                  <c:v>45782</c:v>
                </c:pt>
                <c:pt idx="1699">
                  <c:v>45783</c:v>
                </c:pt>
                <c:pt idx="1700">
                  <c:v>45784</c:v>
                </c:pt>
                <c:pt idx="1701">
                  <c:v>45785</c:v>
                </c:pt>
                <c:pt idx="1702">
                  <c:v>45786</c:v>
                </c:pt>
                <c:pt idx="1703">
                  <c:v>45789</c:v>
                </c:pt>
                <c:pt idx="1704">
                  <c:v>45790</c:v>
                </c:pt>
                <c:pt idx="1705">
                  <c:v>45791</c:v>
                </c:pt>
                <c:pt idx="1706">
                  <c:v>45792</c:v>
                </c:pt>
                <c:pt idx="1707">
                  <c:v>45793</c:v>
                </c:pt>
                <c:pt idx="1708">
                  <c:v>45796</c:v>
                </c:pt>
                <c:pt idx="1709">
                  <c:v>45797</c:v>
                </c:pt>
                <c:pt idx="1710">
                  <c:v>45798</c:v>
                </c:pt>
                <c:pt idx="1711">
                  <c:v>45799</c:v>
                </c:pt>
                <c:pt idx="1712">
                  <c:v>45800</c:v>
                </c:pt>
                <c:pt idx="1713">
                  <c:v>45803</c:v>
                </c:pt>
                <c:pt idx="1714">
                  <c:v>45804</c:v>
                </c:pt>
                <c:pt idx="1715">
                  <c:v>45805</c:v>
                </c:pt>
                <c:pt idx="1716">
                  <c:v>45806</c:v>
                </c:pt>
                <c:pt idx="1717">
                  <c:v>45807</c:v>
                </c:pt>
                <c:pt idx="1718">
                  <c:v>45810</c:v>
                </c:pt>
                <c:pt idx="1719">
                  <c:v>45811</c:v>
                </c:pt>
                <c:pt idx="1720">
                  <c:v>45812</c:v>
                </c:pt>
                <c:pt idx="1721">
                  <c:v>45813</c:v>
                </c:pt>
                <c:pt idx="1722">
                  <c:v>45814</c:v>
                </c:pt>
                <c:pt idx="1723">
                  <c:v>45817</c:v>
                </c:pt>
                <c:pt idx="1724">
                  <c:v>45818</c:v>
                </c:pt>
                <c:pt idx="1725">
                  <c:v>45819</c:v>
                </c:pt>
                <c:pt idx="1726">
                  <c:v>45820</c:v>
                </c:pt>
                <c:pt idx="1727">
                  <c:v>45821</c:v>
                </c:pt>
                <c:pt idx="1728">
                  <c:v>45824</c:v>
                </c:pt>
                <c:pt idx="1729">
                  <c:v>45825</c:v>
                </c:pt>
                <c:pt idx="1730">
                  <c:v>45826</c:v>
                </c:pt>
                <c:pt idx="1731">
                  <c:v>45828</c:v>
                </c:pt>
                <c:pt idx="1732">
                  <c:v>45831</c:v>
                </c:pt>
                <c:pt idx="1733">
                  <c:v>45832</c:v>
                </c:pt>
                <c:pt idx="1734">
                  <c:v>45833</c:v>
                </c:pt>
                <c:pt idx="1735">
                  <c:v>45834</c:v>
                </c:pt>
                <c:pt idx="1736">
                  <c:v>45835</c:v>
                </c:pt>
                <c:pt idx="1737">
                  <c:v>45838</c:v>
                </c:pt>
                <c:pt idx="1738">
                  <c:v>45839</c:v>
                </c:pt>
                <c:pt idx="1739">
                  <c:v>45840</c:v>
                </c:pt>
                <c:pt idx="1740">
                  <c:v>45841</c:v>
                </c:pt>
                <c:pt idx="1741">
                  <c:v>45842</c:v>
                </c:pt>
                <c:pt idx="1742">
                  <c:v>45845</c:v>
                </c:pt>
                <c:pt idx="1743">
                  <c:v>45846</c:v>
                </c:pt>
                <c:pt idx="1744">
                  <c:v>45847</c:v>
                </c:pt>
                <c:pt idx="1745">
                  <c:v>45848</c:v>
                </c:pt>
                <c:pt idx="1746">
                  <c:v>45849</c:v>
                </c:pt>
                <c:pt idx="1747">
                  <c:v>45852</c:v>
                </c:pt>
                <c:pt idx="1748">
                  <c:v>45853</c:v>
                </c:pt>
                <c:pt idx="1749">
                  <c:v>45854</c:v>
                </c:pt>
                <c:pt idx="1750">
                  <c:v>45855</c:v>
                </c:pt>
                <c:pt idx="1751">
                  <c:v>45856</c:v>
                </c:pt>
                <c:pt idx="1752">
                  <c:v>45859</c:v>
                </c:pt>
                <c:pt idx="1753">
                  <c:v>45860</c:v>
                </c:pt>
                <c:pt idx="1754">
                  <c:v>45861</c:v>
                </c:pt>
                <c:pt idx="1755">
                  <c:v>45862</c:v>
                </c:pt>
                <c:pt idx="1756">
                  <c:v>45863</c:v>
                </c:pt>
                <c:pt idx="1757">
                  <c:v>45866</c:v>
                </c:pt>
                <c:pt idx="1758">
                  <c:v>45867</c:v>
                </c:pt>
                <c:pt idx="1759">
                  <c:v>45868</c:v>
                </c:pt>
                <c:pt idx="1760">
                  <c:v>45869</c:v>
                </c:pt>
                <c:pt idx="1761">
                  <c:v>45870</c:v>
                </c:pt>
                <c:pt idx="1762">
                  <c:v>45873</c:v>
                </c:pt>
                <c:pt idx="1763">
                  <c:v>45874</c:v>
                </c:pt>
                <c:pt idx="1764">
                  <c:v>45875</c:v>
                </c:pt>
                <c:pt idx="1765">
                  <c:v>45876</c:v>
                </c:pt>
                <c:pt idx="1766">
                  <c:v>45877</c:v>
                </c:pt>
                <c:pt idx="1767">
                  <c:v>45880</c:v>
                </c:pt>
                <c:pt idx="1768">
                  <c:v>45881</c:v>
                </c:pt>
                <c:pt idx="1769">
                  <c:v>45882</c:v>
                </c:pt>
                <c:pt idx="1770">
                  <c:v>45883</c:v>
                </c:pt>
                <c:pt idx="1771">
                  <c:v>45884</c:v>
                </c:pt>
                <c:pt idx="1772">
                  <c:v>45887</c:v>
                </c:pt>
                <c:pt idx="1773">
                  <c:v>45888</c:v>
                </c:pt>
                <c:pt idx="1774">
                  <c:v>45889</c:v>
                </c:pt>
                <c:pt idx="1775">
                  <c:v>45890</c:v>
                </c:pt>
                <c:pt idx="1776">
                  <c:v>45891</c:v>
                </c:pt>
                <c:pt idx="1777">
                  <c:v>45894</c:v>
                </c:pt>
                <c:pt idx="1778">
                  <c:v>45895</c:v>
                </c:pt>
                <c:pt idx="1779">
                  <c:v>45896</c:v>
                </c:pt>
                <c:pt idx="1780">
                  <c:v>45897</c:v>
                </c:pt>
                <c:pt idx="1781">
                  <c:v>45898</c:v>
                </c:pt>
                <c:pt idx="1782">
                  <c:v>45901</c:v>
                </c:pt>
                <c:pt idx="1783">
                  <c:v>45902</c:v>
                </c:pt>
                <c:pt idx="1784">
                  <c:v>45903</c:v>
                </c:pt>
                <c:pt idx="1785">
                  <c:v>45904</c:v>
                </c:pt>
                <c:pt idx="1786">
                  <c:v>45905</c:v>
                </c:pt>
                <c:pt idx="1787">
                  <c:v>45908</c:v>
                </c:pt>
                <c:pt idx="1788">
                  <c:v>45909</c:v>
                </c:pt>
                <c:pt idx="1789">
                  <c:v>45910</c:v>
                </c:pt>
                <c:pt idx="1790">
                  <c:v>45911</c:v>
                </c:pt>
                <c:pt idx="1791">
                  <c:v>45912</c:v>
                </c:pt>
                <c:pt idx="1792">
                  <c:v>45915</c:v>
                </c:pt>
                <c:pt idx="1793">
                  <c:v>45916</c:v>
                </c:pt>
                <c:pt idx="1794">
                  <c:v>45917</c:v>
                </c:pt>
                <c:pt idx="1795">
                  <c:v>45918</c:v>
                </c:pt>
                <c:pt idx="1796">
                  <c:v>45919</c:v>
                </c:pt>
                <c:pt idx="1797">
                  <c:v>45922</c:v>
                </c:pt>
                <c:pt idx="1798">
                  <c:v>45923</c:v>
                </c:pt>
                <c:pt idx="1799">
                  <c:v>45924</c:v>
                </c:pt>
                <c:pt idx="1800">
                  <c:v>45925</c:v>
                </c:pt>
                <c:pt idx="1801">
                  <c:v>45926</c:v>
                </c:pt>
                <c:pt idx="1802">
                  <c:v>45929</c:v>
                </c:pt>
                <c:pt idx="1803">
                  <c:v>45930</c:v>
                </c:pt>
                <c:pt idx="1804">
                  <c:v>45931</c:v>
                </c:pt>
                <c:pt idx="1805">
                  <c:v>45932</c:v>
                </c:pt>
                <c:pt idx="1806">
                  <c:v>45933</c:v>
                </c:pt>
                <c:pt idx="1807">
                  <c:v>45936</c:v>
                </c:pt>
                <c:pt idx="1808">
                  <c:v>45937</c:v>
                </c:pt>
                <c:pt idx="1809">
                  <c:v>45938</c:v>
                </c:pt>
                <c:pt idx="1810">
                  <c:v>45939</c:v>
                </c:pt>
                <c:pt idx="1811">
                  <c:v>45940</c:v>
                </c:pt>
                <c:pt idx="1812">
                  <c:v>45943</c:v>
                </c:pt>
                <c:pt idx="1813">
                  <c:v>45944</c:v>
                </c:pt>
                <c:pt idx="1814">
                  <c:v>45945</c:v>
                </c:pt>
                <c:pt idx="1815">
                  <c:v>45946</c:v>
                </c:pt>
                <c:pt idx="1816">
                  <c:v>45947</c:v>
                </c:pt>
                <c:pt idx="1817">
                  <c:v>45950</c:v>
                </c:pt>
                <c:pt idx="1818">
                  <c:v>45951</c:v>
                </c:pt>
                <c:pt idx="1819">
                  <c:v>45952</c:v>
                </c:pt>
                <c:pt idx="1820">
                  <c:v>45953</c:v>
                </c:pt>
                <c:pt idx="1821">
                  <c:v>45954</c:v>
                </c:pt>
                <c:pt idx="1822">
                  <c:v>45957</c:v>
                </c:pt>
                <c:pt idx="1823">
                  <c:v>45958</c:v>
                </c:pt>
                <c:pt idx="1824">
                  <c:v>45959</c:v>
                </c:pt>
                <c:pt idx="1825">
                  <c:v>45960</c:v>
                </c:pt>
                <c:pt idx="1826">
                  <c:v>45961</c:v>
                </c:pt>
                <c:pt idx="1827">
                  <c:v>45964</c:v>
                </c:pt>
                <c:pt idx="1828">
                  <c:v>45965</c:v>
                </c:pt>
                <c:pt idx="1829">
                  <c:v>45966</c:v>
                </c:pt>
                <c:pt idx="1830">
                  <c:v>45967</c:v>
                </c:pt>
                <c:pt idx="1831">
                  <c:v>45968</c:v>
                </c:pt>
                <c:pt idx="1832">
                  <c:v>45971</c:v>
                </c:pt>
                <c:pt idx="1833">
                  <c:v>45972</c:v>
                </c:pt>
                <c:pt idx="1834">
                  <c:v>45973</c:v>
                </c:pt>
                <c:pt idx="1835">
                  <c:v>45974</c:v>
                </c:pt>
                <c:pt idx="1836">
                  <c:v>45975</c:v>
                </c:pt>
                <c:pt idx="1837">
                  <c:v>45978</c:v>
                </c:pt>
                <c:pt idx="1838">
                  <c:v>45979</c:v>
                </c:pt>
                <c:pt idx="1839">
                  <c:v>45980</c:v>
                </c:pt>
                <c:pt idx="1840">
                  <c:v>45982</c:v>
                </c:pt>
                <c:pt idx="1841">
                  <c:v>45985</c:v>
                </c:pt>
                <c:pt idx="1842">
                  <c:v>45986</c:v>
                </c:pt>
                <c:pt idx="1843">
                  <c:v>45987</c:v>
                </c:pt>
                <c:pt idx="1844">
                  <c:v>45988</c:v>
                </c:pt>
                <c:pt idx="1845">
                  <c:v>45989</c:v>
                </c:pt>
                <c:pt idx="1846">
                  <c:v>45992</c:v>
                </c:pt>
                <c:pt idx="1847">
                  <c:v>45993</c:v>
                </c:pt>
                <c:pt idx="1848">
                  <c:v>45994</c:v>
                </c:pt>
                <c:pt idx="1849">
                  <c:v>45995</c:v>
                </c:pt>
                <c:pt idx="1850">
                  <c:v>45996</c:v>
                </c:pt>
                <c:pt idx="1851">
                  <c:v>45999</c:v>
                </c:pt>
                <c:pt idx="1852">
                  <c:v>46000</c:v>
                </c:pt>
                <c:pt idx="1853">
                  <c:v>46001</c:v>
                </c:pt>
                <c:pt idx="1854">
                  <c:v>46002</c:v>
                </c:pt>
                <c:pt idx="1855">
                  <c:v>46003</c:v>
                </c:pt>
                <c:pt idx="1856">
                  <c:v>46006</c:v>
                </c:pt>
                <c:pt idx="1857">
                  <c:v>46007</c:v>
                </c:pt>
                <c:pt idx="1858">
                  <c:v>46008</c:v>
                </c:pt>
                <c:pt idx="1859">
                  <c:v>46009</c:v>
                </c:pt>
                <c:pt idx="1860">
                  <c:v>46010</c:v>
                </c:pt>
                <c:pt idx="1861">
                  <c:v>46013</c:v>
                </c:pt>
                <c:pt idx="1862">
                  <c:v>46014</c:v>
                </c:pt>
                <c:pt idx="1863">
                  <c:v>46017</c:v>
                </c:pt>
                <c:pt idx="1864">
                  <c:v>46020</c:v>
                </c:pt>
                <c:pt idx="1865">
                  <c:v>46021</c:v>
                </c:pt>
                <c:pt idx="1866">
                  <c:v>46024</c:v>
                </c:pt>
                <c:pt idx="1867">
                  <c:v>46027</c:v>
                </c:pt>
                <c:pt idx="1868">
                  <c:v>46028</c:v>
                </c:pt>
                <c:pt idx="1869">
                  <c:v>46029</c:v>
                </c:pt>
                <c:pt idx="1870">
                  <c:v>46030</c:v>
                </c:pt>
                <c:pt idx="1871">
                  <c:v>46031</c:v>
                </c:pt>
                <c:pt idx="1872">
                  <c:v>46034</c:v>
                </c:pt>
                <c:pt idx="1873">
                  <c:v>46035</c:v>
                </c:pt>
                <c:pt idx="1874">
                  <c:v>46036</c:v>
                </c:pt>
                <c:pt idx="1875">
                  <c:v>46037</c:v>
                </c:pt>
                <c:pt idx="1876">
                  <c:v>46038</c:v>
                </c:pt>
                <c:pt idx="1877">
                  <c:v>46041</c:v>
                </c:pt>
                <c:pt idx="1878">
                  <c:v>46042</c:v>
                </c:pt>
                <c:pt idx="1879">
                  <c:v>46043</c:v>
                </c:pt>
                <c:pt idx="1880">
                  <c:v>46044</c:v>
                </c:pt>
                <c:pt idx="1881">
                  <c:v>46045</c:v>
                </c:pt>
                <c:pt idx="1882">
                  <c:v>46048</c:v>
                </c:pt>
                <c:pt idx="1883">
                  <c:v>46049</c:v>
                </c:pt>
                <c:pt idx="1884">
                  <c:v>46050</c:v>
                </c:pt>
                <c:pt idx="1885">
                  <c:v>46051</c:v>
                </c:pt>
                <c:pt idx="1886">
                  <c:v>46052</c:v>
                </c:pt>
                <c:pt idx="1887">
                  <c:v>46055</c:v>
                </c:pt>
                <c:pt idx="1888">
                  <c:v>46056</c:v>
                </c:pt>
                <c:pt idx="1889">
                  <c:v>46057</c:v>
                </c:pt>
                <c:pt idx="1890">
                  <c:v>46058</c:v>
                </c:pt>
                <c:pt idx="1891">
                  <c:v>46059</c:v>
                </c:pt>
                <c:pt idx="1892">
                  <c:v>46062</c:v>
                </c:pt>
                <c:pt idx="1893">
                  <c:v>46063</c:v>
                </c:pt>
                <c:pt idx="1894">
                  <c:v>46064</c:v>
                </c:pt>
                <c:pt idx="1895">
                  <c:v>46065</c:v>
                </c:pt>
                <c:pt idx="1896">
                  <c:v>46066</c:v>
                </c:pt>
                <c:pt idx="1897">
                  <c:v>46071</c:v>
                </c:pt>
                <c:pt idx="1898">
                  <c:v>46072</c:v>
                </c:pt>
                <c:pt idx="1899">
                  <c:v>46073</c:v>
                </c:pt>
                <c:pt idx="1900">
                  <c:v>46076</c:v>
                </c:pt>
                <c:pt idx="1901">
                  <c:v>46077</c:v>
                </c:pt>
                <c:pt idx="1902">
                  <c:v>46078</c:v>
                </c:pt>
                <c:pt idx="1903">
                  <c:v>46079</c:v>
                </c:pt>
                <c:pt idx="1904">
                  <c:v>46080</c:v>
                </c:pt>
                <c:pt idx="1905">
                  <c:v>46083</c:v>
                </c:pt>
                <c:pt idx="1906">
                  <c:v>46084</c:v>
                </c:pt>
                <c:pt idx="1907">
                  <c:v>46085</c:v>
                </c:pt>
                <c:pt idx="1908">
                  <c:v>46086</c:v>
                </c:pt>
                <c:pt idx="1909">
                  <c:v>46087</c:v>
                </c:pt>
                <c:pt idx="1910">
                  <c:v>46090</c:v>
                </c:pt>
                <c:pt idx="1911">
                  <c:v>46091</c:v>
                </c:pt>
                <c:pt idx="1912">
                  <c:v>46092</c:v>
                </c:pt>
                <c:pt idx="1913">
                  <c:v>46093</c:v>
                </c:pt>
                <c:pt idx="1914">
                  <c:v>46094</c:v>
                </c:pt>
                <c:pt idx="1915">
                  <c:v>46097</c:v>
                </c:pt>
                <c:pt idx="1916">
                  <c:v>46098</c:v>
                </c:pt>
                <c:pt idx="1917">
                  <c:v>46099</c:v>
                </c:pt>
                <c:pt idx="1918">
                  <c:v>46100</c:v>
                </c:pt>
                <c:pt idx="1919">
                  <c:v>46101</c:v>
                </c:pt>
                <c:pt idx="1920">
                  <c:v>46104</c:v>
                </c:pt>
                <c:pt idx="1921">
                  <c:v>46105</c:v>
                </c:pt>
                <c:pt idx="1922">
                  <c:v>46106</c:v>
                </c:pt>
                <c:pt idx="1923">
                  <c:v>46107</c:v>
                </c:pt>
                <c:pt idx="1924">
                  <c:v>46108</c:v>
                </c:pt>
                <c:pt idx="1925">
                  <c:v>46111</c:v>
                </c:pt>
                <c:pt idx="1926">
                  <c:v>46112</c:v>
                </c:pt>
                <c:pt idx="1927">
                  <c:v>46113</c:v>
                </c:pt>
                <c:pt idx="1928">
                  <c:v>46114</c:v>
                </c:pt>
                <c:pt idx="1929">
                  <c:v>46118</c:v>
                </c:pt>
                <c:pt idx="1930">
                  <c:v>46119</c:v>
                </c:pt>
                <c:pt idx="1931">
                  <c:v>46120</c:v>
                </c:pt>
                <c:pt idx="1932">
                  <c:v>46121</c:v>
                </c:pt>
                <c:pt idx="1933">
                  <c:v>46122</c:v>
                </c:pt>
                <c:pt idx="1934">
                  <c:v>46125</c:v>
                </c:pt>
                <c:pt idx="1935">
                  <c:v>46126</c:v>
                </c:pt>
                <c:pt idx="1936">
                  <c:v>46127</c:v>
                </c:pt>
                <c:pt idx="1937">
                  <c:v>46128</c:v>
                </c:pt>
                <c:pt idx="1938">
                  <c:v>46129</c:v>
                </c:pt>
                <c:pt idx="1939">
                  <c:v>46132</c:v>
                </c:pt>
                <c:pt idx="1940">
                  <c:v>46134</c:v>
                </c:pt>
                <c:pt idx="1941">
                  <c:v>46135</c:v>
                </c:pt>
                <c:pt idx="1942">
                  <c:v>46136</c:v>
                </c:pt>
                <c:pt idx="1943">
                  <c:v>46139</c:v>
                </c:pt>
                <c:pt idx="1944">
                  <c:v>46140</c:v>
                </c:pt>
                <c:pt idx="1945">
                  <c:v>46141</c:v>
                </c:pt>
                <c:pt idx="1946">
                  <c:v>46142</c:v>
                </c:pt>
                <c:pt idx="1947">
                  <c:v>46146</c:v>
                </c:pt>
                <c:pt idx="1948">
                  <c:v>46147</c:v>
                </c:pt>
                <c:pt idx="1949">
                  <c:v>46148</c:v>
                </c:pt>
                <c:pt idx="1950">
                  <c:v>46149</c:v>
                </c:pt>
                <c:pt idx="1951">
                  <c:v>46150</c:v>
                </c:pt>
                <c:pt idx="1952">
                  <c:v>46153</c:v>
                </c:pt>
                <c:pt idx="1953">
                  <c:v>46154</c:v>
                </c:pt>
                <c:pt idx="1954">
                  <c:v>46155</c:v>
                </c:pt>
                <c:pt idx="1955">
                  <c:v>46156</c:v>
                </c:pt>
                <c:pt idx="1956">
                  <c:v>46157</c:v>
                </c:pt>
                <c:pt idx="1957">
                  <c:v>46160</c:v>
                </c:pt>
                <c:pt idx="1958">
                  <c:v>46161</c:v>
                </c:pt>
                <c:pt idx="1959">
                  <c:v>46162</c:v>
                </c:pt>
                <c:pt idx="1960">
                  <c:v>46163</c:v>
                </c:pt>
                <c:pt idx="1961">
                  <c:v>46164</c:v>
                </c:pt>
                <c:pt idx="1962">
                  <c:v>46167</c:v>
                </c:pt>
                <c:pt idx="1963">
                  <c:v>46168</c:v>
                </c:pt>
                <c:pt idx="1964">
                  <c:v>46169</c:v>
                </c:pt>
                <c:pt idx="1965">
                  <c:v>46170</c:v>
                </c:pt>
                <c:pt idx="1966">
                  <c:v>46171</c:v>
                </c:pt>
                <c:pt idx="1967">
                  <c:v>46174</c:v>
                </c:pt>
                <c:pt idx="1968">
                  <c:v>46175</c:v>
                </c:pt>
                <c:pt idx="1969">
                  <c:v>46176</c:v>
                </c:pt>
                <c:pt idx="1970">
                  <c:v>46178</c:v>
                </c:pt>
                <c:pt idx="1971" formatCode="General">
                  <c:v>46181</c:v>
                </c:pt>
                <c:pt idx="1972" formatCode="General">
                  <c:v>46182</c:v>
                </c:pt>
                <c:pt idx="1973" formatCode="General">
                  <c:v>46183</c:v>
                </c:pt>
                <c:pt idx="1974" formatCode="General">
                  <c:v>46184</c:v>
                </c:pt>
                <c:pt idx="1975" formatCode="General">
                  <c:v>46185</c:v>
                </c:pt>
                <c:pt idx="1976" formatCode="General">
                  <c:v>46188</c:v>
                </c:pt>
                <c:pt idx="1977" formatCode="General">
                  <c:v>46189</c:v>
                </c:pt>
                <c:pt idx="1978" formatCode="General">
                  <c:v>46190</c:v>
                </c:pt>
                <c:pt idx="1979" formatCode="General">
                  <c:v>46191</c:v>
                </c:pt>
                <c:pt idx="1980" formatCode="General">
                  <c:v>46192</c:v>
                </c:pt>
                <c:pt idx="1981" formatCode="General">
                  <c:v>46195</c:v>
                </c:pt>
                <c:pt idx="1982" formatCode="General">
                  <c:v>46196</c:v>
                </c:pt>
                <c:pt idx="1983" formatCode="General">
                  <c:v>46197</c:v>
                </c:pt>
                <c:pt idx="1984" formatCode="General">
                  <c:v>46198</c:v>
                </c:pt>
                <c:pt idx="1985" formatCode="General">
                  <c:v>46199</c:v>
                </c:pt>
                <c:pt idx="1986" formatCode="General">
                  <c:v>46202</c:v>
                </c:pt>
                <c:pt idx="1987" formatCode="General">
                  <c:v>46203</c:v>
                </c:pt>
                <c:pt idx="1988" formatCode="General">
                  <c:v>46204</c:v>
                </c:pt>
                <c:pt idx="1989" formatCode="General">
                  <c:v>46205</c:v>
                </c:pt>
                <c:pt idx="1990" formatCode="General">
                  <c:v>46206</c:v>
                </c:pt>
                <c:pt idx="1991" formatCode="General">
                  <c:v>46209</c:v>
                </c:pt>
                <c:pt idx="1992" formatCode="General">
                  <c:v>46210</c:v>
                </c:pt>
                <c:pt idx="1993" formatCode="General">
                  <c:v>46211</c:v>
                </c:pt>
                <c:pt idx="1994" formatCode="General">
                  <c:v>46212</c:v>
                </c:pt>
                <c:pt idx="1995" formatCode="General">
                  <c:v>46213</c:v>
                </c:pt>
                <c:pt idx="1996" formatCode="General">
                  <c:v>46216</c:v>
                </c:pt>
                <c:pt idx="1997" formatCode="General">
                  <c:v>46217</c:v>
                </c:pt>
                <c:pt idx="1998" formatCode="General">
                  <c:v>46218</c:v>
                </c:pt>
                <c:pt idx="1999" formatCode="General">
                  <c:v>46219</c:v>
                </c:pt>
                <c:pt idx="2000" formatCode="General">
                  <c:v>46220</c:v>
                </c:pt>
                <c:pt idx="2001" formatCode="General">
                  <c:v>46223</c:v>
                </c:pt>
                <c:pt idx="2002" formatCode="General">
                  <c:v>46224</c:v>
                </c:pt>
                <c:pt idx="2003" formatCode="General">
                  <c:v>46225</c:v>
                </c:pt>
                <c:pt idx="2004" formatCode="General">
                  <c:v>46226</c:v>
                </c:pt>
                <c:pt idx="2005" formatCode="General">
                  <c:v>46227</c:v>
                </c:pt>
                <c:pt idx="2006" formatCode="General">
                  <c:v>46230</c:v>
                </c:pt>
                <c:pt idx="2007" formatCode="General">
                  <c:v>46231</c:v>
                </c:pt>
                <c:pt idx="2008" formatCode="General">
                  <c:v>46232</c:v>
                </c:pt>
                <c:pt idx="2009" formatCode="General">
                  <c:v>46233</c:v>
                </c:pt>
                <c:pt idx="2010" formatCode="General">
                  <c:v>46234</c:v>
                </c:pt>
                <c:pt idx="2011" formatCode="General">
                  <c:v>46237</c:v>
                </c:pt>
                <c:pt idx="2012" formatCode="General">
                  <c:v>46238</c:v>
                </c:pt>
                <c:pt idx="2013" formatCode="General">
                  <c:v>46239</c:v>
                </c:pt>
                <c:pt idx="2014" formatCode="General">
                  <c:v>46240</c:v>
                </c:pt>
                <c:pt idx="2015" formatCode="General">
                  <c:v>46241</c:v>
                </c:pt>
                <c:pt idx="2016" formatCode="General">
                  <c:v>46244</c:v>
                </c:pt>
                <c:pt idx="2017" formatCode="General">
                  <c:v>46245</c:v>
                </c:pt>
                <c:pt idx="2018" formatCode="General">
                  <c:v>46246</c:v>
                </c:pt>
                <c:pt idx="2019" formatCode="General">
                  <c:v>46247</c:v>
                </c:pt>
                <c:pt idx="2020" formatCode="General">
                  <c:v>46248</c:v>
                </c:pt>
                <c:pt idx="2021" formatCode="General">
                  <c:v>46251</c:v>
                </c:pt>
                <c:pt idx="2022" formatCode="General">
                  <c:v>46252</c:v>
                </c:pt>
                <c:pt idx="2023" formatCode="General">
                  <c:v>46253</c:v>
                </c:pt>
                <c:pt idx="2024" formatCode="General">
                  <c:v>46254</c:v>
                </c:pt>
                <c:pt idx="2025" formatCode="General">
                  <c:v>46255</c:v>
                </c:pt>
                <c:pt idx="2026" formatCode="General">
                  <c:v>46258</c:v>
                </c:pt>
                <c:pt idx="2027" formatCode="General">
                  <c:v>46259</c:v>
                </c:pt>
                <c:pt idx="2028" formatCode="General">
                  <c:v>46260</c:v>
                </c:pt>
                <c:pt idx="2029" formatCode="General">
                  <c:v>46261</c:v>
                </c:pt>
                <c:pt idx="2030" formatCode="General">
                  <c:v>46262</c:v>
                </c:pt>
              </c:numCache>
            </c:numRef>
          </c:cat>
          <c:val>
            <c:numRef>
              <c:f>'Charts Base 100'!$D$4:$D$10000</c:f>
              <c:numCache>
                <c:formatCode>0.0</c:formatCode>
                <c:ptCount val="9997"/>
                <c:pt idx="0" formatCode="General">
                  <c:v>100</c:v>
                </c:pt>
                <c:pt idx="1">
                  <c:v>100.1061260660021</c:v>
                </c:pt>
                <c:pt idx="2">
                  <c:v>101.24410204594341</c:v>
                </c:pt>
                <c:pt idx="3">
                  <c:v>102.72200577989879</c:v>
                </c:pt>
                <c:pt idx="4">
                  <c:v>102.4607998733414</c:v>
                </c:pt>
                <c:pt idx="5">
                  <c:v>103.089324009119</c:v>
                </c:pt>
                <c:pt idx="6">
                  <c:v>102.8859088442786</c:v>
                </c:pt>
                <c:pt idx="7">
                  <c:v>102.2484515379621</c:v>
                </c:pt>
                <c:pt idx="8">
                  <c:v>104.2517906196762</c:v>
                </c:pt>
                <c:pt idx="9">
                  <c:v>105.2662277227342</c:v>
                </c:pt>
                <c:pt idx="10">
                  <c:v>105.3462551874234</c:v>
                </c:pt>
                <c:pt idx="11">
                  <c:v>107.3771221777366</c:v>
                </c:pt>
                <c:pt idx="12">
                  <c:v>106.32210099375339</c:v>
                </c:pt>
                <c:pt idx="13">
                  <c:v>106.4927932677428</c:v>
                </c:pt>
                <c:pt idx="14">
                  <c:v>107.9831896971133</c:v>
                </c:pt>
                <c:pt idx="15">
                  <c:v>107.1927140511351</c:v>
                </c:pt>
                <c:pt idx="16">
                  <c:v>108.7853884115064</c:v>
                </c:pt>
                <c:pt idx="17">
                  <c:v>110.2463878381342</c:v>
                </c:pt>
                <c:pt idx="18">
                  <c:v>109.1294529106468</c:v>
                </c:pt>
                <c:pt idx="19">
                  <c:v>109.7627047551404</c:v>
                </c:pt>
                <c:pt idx="20">
                  <c:v>110.3254807557517</c:v>
                </c:pt>
                <c:pt idx="21">
                  <c:v>108.8753385671634</c:v>
                </c:pt>
                <c:pt idx="22">
                  <c:v>108.98694822554251</c:v>
                </c:pt>
                <c:pt idx="23">
                  <c:v>109.4474050651352</c:v>
                </c:pt>
                <c:pt idx="24">
                  <c:v>111.91885602642679</c:v>
                </c:pt>
                <c:pt idx="25">
                  <c:v>111.3908094442028</c:v>
                </c:pt>
                <c:pt idx="26">
                  <c:v>110.42296226134</c:v>
                </c:pt>
                <c:pt idx="27">
                  <c:v>108.7808668528797</c:v>
                </c:pt>
                <c:pt idx="28">
                  <c:v>108.25352118095969</c:v>
                </c:pt>
                <c:pt idx="29">
                  <c:v>105.15628100840929</c:v>
                </c:pt>
                <c:pt idx="30">
                  <c:v>106.5060143601404</c:v>
                </c:pt>
                <c:pt idx="31">
                  <c:v>108.02556041214621</c:v>
                </c:pt>
                <c:pt idx="32">
                  <c:v>105.9302234172208</c:v>
                </c:pt>
                <c:pt idx="33">
                  <c:v>105.5745732830584</c:v>
                </c:pt>
                <c:pt idx="34">
                  <c:v>104.4885608689748</c:v>
                </c:pt>
                <c:pt idx="35">
                  <c:v>104.9000089606572</c:v>
                </c:pt>
                <c:pt idx="36">
                  <c:v>103.3229745203987</c:v>
                </c:pt>
                <c:pt idx="37">
                  <c:v>105.68945385618861</c:v>
                </c:pt>
                <c:pt idx="38">
                  <c:v>103.94605629381719</c:v>
                </c:pt>
                <c:pt idx="39">
                  <c:v>104.80978393821439</c:v>
                </c:pt>
                <c:pt idx="40">
                  <c:v>107.1014170482276</c:v>
                </c:pt>
                <c:pt idx="41">
                  <c:v>106.4740198662718</c:v>
                </c:pt>
                <c:pt idx="42">
                  <c:v>107.7324424717561</c:v>
                </c:pt>
                <c:pt idx="43">
                  <c:v>105.00474694939101</c:v>
                </c:pt>
                <c:pt idx="44">
                  <c:v>105.3805310756142</c:v>
                </c:pt>
                <c:pt idx="45">
                  <c:v>104.7142677301446</c:v>
                </c:pt>
                <c:pt idx="46">
                  <c:v>102.6789616412406</c:v>
                </c:pt>
                <c:pt idx="47">
                  <c:v>103.2018544712305</c:v>
                </c:pt>
                <c:pt idx="48">
                  <c:v>105.0211290098254</c:v>
                </c:pt>
                <c:pt idx="49">
                  <c:v>105.0490829619425</c:v>
                </c:pt>
                <c:pt idx="50">
                  <c:v>102.6029747183028</c:v>
                </c:pt>
                <c:pt idx="51">
                  <c:v>103.24657529728221</c:v>
                </c:pt>
                <c:pt idx="52">
                  <c:v>102.6444383729425</c:v>
                </c:pt>
                <c:pt idx="53">
                  <c:v>103.6647713685562</c:v>
                </c:pt>
                <c:pt idx="54">
                  <c:v>105.5335356719366</c:v>
                </c:pt>
                <c:pt idx="55">
                  <c:v>107.6295460904872</c:v>
                </c:pt>
                <c:pt idx="56">
                  <c:v>107.4298416272553</c:v>
                </c:pt>
                <c:pt idx="57">
                  <c:v>107.35749668922961</c:v>
                </c:pt>
                <c:pt idx="58">
                  <c:v>109.1829832171838</c:v>
                </c:pt>
                <c:pt idx="59">
                  <c:v>107.17631824736139</c:v>
                </c:pt>
                <c:pt idx="60">
                  <c:v>108.0640829921778</c:v>
                </c:pt>
                <c:pt idx="61">
                  <c:v>108.09982941767269</c:v>
                </c:pt>
                <c:pt idx="62">
                  <c:v>109.946838014956</c:v>
                </c:pt>
                <c:pt idx="63">
                  <c:v>109.0429935631696</c:v>
                </c:pt>
                <c:pt idx="64">
                  <c:v>108.0551635649782</c:v>
                </c:pt>
                <c:pt idx="65">
                  <c:v>112.16252543204931</c:v>
                </c:pt>
                <c:pt idx="66">
                  <c:v>114.44545900829161</c:v>
                </c:pt>
                <c:pt idx="67">
                  <c:v>114.0048612939739</c:v>
                </c:pt>
                <c:pt idx="68">
                  <c:v>113.13725802789681</c:v>
                </c:pt>
                <c:pt idx="69">
                  <c:v>118.3080520025969</c:v>
                </c:pt>
                <c:pt idx="70">
                  <c:v>118.31304083475941</c:v>
                </c:pt>
                <c:pt idx="71">
                  <c:v>115.0030537699904</c:v>
                </c:pt>
                <c:pt idx="72">
                  <c:v>113.9612536784048</c:v>
                </c:pt>
                <c:pt idx="73">
                  <c:v>114.5641602297446</c:v>
                </c:pt>
                <c:pt idx="74">
                  <c:v>117.80456476768531</c:v>
                </c:pt>
                <c:pt idx="75">
                  <c:v>117.86832011865449</c:v>
                </c:pt>
                <c:pt idx="76">
                  <c:v>115.2339418700727</c:v>
                </c:pt>
                <c:pt idx="77">
                  <c:v>115.74605992205881</c:v>
                </c:pt>
                <c:pt idx="78">
                  <c:v>117.63844902567971</c:v>
                </c:pt>
                <c:pt idx="79">
                  <c:v>117.2307391222844</c:v>
                </c:pt>
                <c:pt idx="80">
                  <c:v>114.15706877661739</c:v>
                </c:pt>
                <c:pt idx="81">
                  <c:v>115.5588206675635</c:v>
                </c:pt>
                <c:pt idx="82">
                  <c:v>117.8077394790615</c:v>
                </c:pt>
                <c:pt idx="83">
                  <c:v>115.16466169670871</c:v>
                </c:pt>
                <c:pt idx="84">
                  <c:v>119.409979203579</c:v>
                </c:pt>
                <c:pt idx="85">
                  <c:v>120.14915096398531</c:v>
                </c:pt>
                <c:pt idx="86">
                  <c:v>121.5173003903658</c:v>
                </c:pt>
                <c:pt idx="87">
                  <c:v>123.1377912694612</c:v>
                </c:pt>
                <c:pt idx="88">
                  <c:v>121.8607052092203</c:v>
                </c:pt>
                <c:pt idx="89">
                  <c:v>120.5488072705563</c:v>
                </c:pt>
                <c:pt idx="90">
                  <c:v>117.67066341297689</c:v>
                </c:pt>
                <c:pt idx="91">
                  <c:v>117.6996343722015</c:v>
                </c:pt>
                <c:pt idx="92">
                  <c:v>117.5394969827873</c:v>
                </c:pt>
                <c:pt idx="93">
                  <c:v>116.7003424290418</c:v>
                </c:pt>
                <c:pt idx="94">
                  <c:v>118.1556933432212</c:v>
                </c:pt>
                <c:pt idx="95">
                  <c:v>121.6495388010201</c:v>
                </c:pt>
                <c:pt idx="96">
                  <c:v>120.80510680498701</c:v>
                </c:pt>
                <c:pt idx="97">
                  <c:v>119.93647278846311</c:v>
                </c:pt>
                <c:pt idx="98">
                  <c:v>120.2232138194224</c:v>
                </c:pt>
                <c:pt idx="99">
                  <c:v>118.5091307997579</c:v>
                </c:pt>
                <c:pt idx="100">
                  <c:v>117.5694712057801</c:v>
                </c:pt>
                <c:pt idx="101">
                  <c:v>120.7918307392322</c:v>
                </c:pt>
                <c:pt idx="102">
                  <c:v>122.6604438658804</c:v>
                </c:pt>
                <c:pt idx="103">
                  <c:v>123.290905812498</c:v>
                </c:pt>
                <c:pt idx="104">
                  <c:v>123.00842521671871</c:v>
                </c:pt>
                <c:pt idx="105">
                  <c:v>123.4427971983378</c:v>
                </c:pt>
                <c:pt idx="106">
                  <c:v>121.79958857939501</c:v>
                </c:pt>
                <c:pt idx="107">
                  <c:v>122.3704181768306</c:v>
                </c:pt>
                <c:pt idx="108">
                  <c:v>122.10474568500371</c:v>
                </c:pt>
                <c:pt idx="109">
                  <c:v>121.09954410594909</c:v>
                </c:pt>
                <c:pt idx="110">
                  <c:v>118.07550095846049</c:v>
                </c:pt>
                <c:pt idx="111">
                  <c:v>118.7693609292256</c:v>
                </c:pt>
                <c:pt idx="112">
                  <c:v>119.5360743415704</c:v>
                </c:pt>
                <c:pt idx="113">
                  <c:v>120.7181801839738</c:v>
                </c:pt>
                <c:pt idx="114">
                  <c:v>120.18482867278369</c:v>
                </c:pt>
                <c:pt idx="115">
                  <c:v>118.74201168403729</c:v>
                </c:pt>
                <c:pt idx="116">
                  <c:v>119.031748762962</c:v>
                </c:pt>
                <c:pt idx="117">
                  <c:v>117.7440391014495</c:v>
                </c:pt>
                <c:pt idx="118">
                  <c:v>117.188492097305</c:v>
                </c:pt>
                <c:pt idx="119">
                  <c:v>117.7765146121932</c:v>
                </c:pt>
                <c:pt idx="120">
                  <c:v>117.0054445612934</c:v>
                </c:pt>
                <c:pt idx="121">
                  <c:v>117.4508661877021</c:v>
                </c:pt>
                <c:pt idx="122">
                  <c:v>120.7864570935696</c:v>
                </c:pt>
                <c:pt idx="123">
                  <c:v>125.0813193385825</c:v>
                </c:pt>
                <c:pt idx="124">
                  <c:v>125.8398692073886</c:v>
                </c:pt>
                <c:pt idx="125">
                  <c:v>126.21992751213121</c:v>
                </c:pt>
                <c:pt idx="126">
                  <c:v>126.0251156776868</c:v>
                </c:pt>
                <c:pt idx="127">
                  <c:v>126.48250775261771</c:v>
                </c:pt>
                <c:pt idx="128">
                  <c:v>128.65559081791011</c:v>
                </c:pt>
                <c:pt idx="129">
                  <c:v>128.92068608948671</c:v>
                </c:pt>
                <c:pt idx="130">
                  <c:v>128.7177931715394</c:v>
                </c:pt>
                <c:pt idx="131">
                  <c:v>129.8390022775462</c:v>
                </c:pt>
                <c:pt idx="132">
                  <c:v>129.26396721828769</c:v>
                </c:pt>
                <c:pt idx="133">
                  <c:v>129.72761251259581</c:v>
                </c:pt>
                <c:pt idx="134">
                  <c:v>131.04423815997569</c:v>
                </c:pt>
                <c:pt idx="135">
                  <c:v>132.06902399751959</c:v>
                </c:pt>
                <c:pt idx="136">
                  <c:v>131.9494981757091</c:v>
                </c:pt>
                <c:pt idx="137">
                  <c:v>130.703801902408</c:v>
                </c:pt>
                <c:pt idx="138">
                  <c:v>132.7035264858886</c:v>
                </c:pt>
                <c:pt idx="139">
                  <c:v>134.24109005570449</c:v>
                </c:pt>
                <c:pt idx="140">
                  <c:v>131.17176260525329</c:v>
                </c:pt>
                <c:pt idx="141">
                  <c:v>131.4403761716884</c:v>
                </c:pt>
                <c:pt idx="142">
                  <c:v>133.30518239335299</c:v>
                </c:pt>
                <c:pt idx="143">
                  <c:v>133.85153510351211</c:v>
                </c:pt>
                <c:pt idx="144">
                  <c:v>134.49407744536609</c:v>
                </c:pt>
                <c:pt idx="145">
                  <c:v>135.4937129720081</c:v>
                </c:pt>
                <c:pt idx="146">
                  <c:v>135.1124315100686</c:v>
                </c:pt>
                <c:pt idx="147">
                  <c:v>130.06087474705379</c:v>
                </c:pt>
                <c:pt idx="148">
                  <c:v>129.74481917338761</c:v>
                </c:pt>
                <c:pt idx="149">
                  <c:v>131.03327097522191</c:v>
                </c:pt>
                <c:pt idx="150">
                  <c:v>129.75487929774829</c:v>
                </c:pt>
                <c:pt idx="151">
                  <c:v>132.16749502353679</c:v>
                </c:pt>
                <c:pt idx="152">
                  <c:v>131.71947590600209</c:v>
                </c:pt>
                <c:pt idx="153">
                  <c:v>134.70547749033429</c:v>
                </c:pt>
                <c:pt idx="154">
                  <c:v>134.03316707557681</c:v>
                </c:pt>
                <c:pt idx="155">
                  <c:v>132.63681631697199</c:v>
                </c:pt>
                <c:pt idx="156">
                  <c:v>134.21629707162421</c:v>
                </c:pt>
                <c:pt idx="157">
                  <c:v>132.68482180111411</c:v>
                </c:pt>
                <c:pt idx="158">
                  <c:v>133.21732122526819</c:v>
                </c:pt>
                <c:pt idx="159">
                  <c:v>134.5275012465209</c:v>
                </c:pt>
                <c:pt idx="160">
                  <c:v>133.64009382852601</c:v>
                </c:pt>
                <c:pt idx="161">
                  <c:v>134.1384273112036</c:v>
                </c:pt>
                <c:pt idx="162">
                  <c:v>133.73275142202331</c:v>
                </c:pt>
                <c:pt idx="163">
                  <c:v>131.36481529226859</c:v>
                </c:pt>
                <c:pt idx="164">
                  <c:v>130.01715718477041</c:v>
                </c:pt>
                <c:pt idx="165">
                  <c:v>129.48545487429519</c:v>
                </c:pt>
                <c:pt idx="166">
                  <c:v>129.6549102477484</c:v>
                </c:pt>
                <c:pt idx="167">
                  <c:v>131.0631627381789</c:v>
                </c:pt>
                <c:pt idx="168">
                  <c:v>134.7213098171971</c:v>
                </c:pt>
                <c:pt idx="169">
                  <c:v>134.4483945855641</c:v>
                </c:pt>
                <c:pt idx="170">
                  <c:v>135.92697174314469</c:v>
                </c:pt>
                <c:pt idx="171">
                  <c:v>135.515743544891</c:v>
                </c:pt>
                <c:pt idx="172">
                  <c:v>136.24698539852659</c:v>
                </c:pt>
                <c:pt idx="173">
                  <c:v>137.4250506991786</c:v>
                </c:pt>
                <c:pt idx="174">
                  <c:v>136.86768957424781</c:v>
                </c:pt>
                <c:pt idx="175">
                  <c:v>134.74159498598999</c:v>
                </c:pt>
                <c:pt idx="176">
                  <c:v>132.93805657088291</c:v>
                </c:pt>
                <c:pt idx="177">
                  <c:v>128.8234107339878</c:v>
                </c:pt>
                <c:pt idx="178">
                  <c:v>128.72287820707689</c:v>
                </c:pt>
                <c:pt idx="179">
                  <c:v>130.9833963969362</c:v>
                </c:pt>
                <c:pt idx="180">
                  <c:v>126.3059745594298</c:v>
                </c:pt>
                <c:pt idx="181">
                  <c:v>129.72192277012951</c:v>
                </c:pt>
                <c:pt idx="182">
                  <c:v>131.13146713445329</c:v>
                </c:pt>
                <c:pt idx="183">
                  <c:v>132.01090341565961</c:v>
                </c:pt>
                <c:pt idx="184">
                  <c:v>131.09326065122539</c:v>
                </c:pt>
                <c:pt idx="185">
                  <c:v>129.86284697121539</c:v>
                </c:pt>
                <c:pt idx="186">
                  <c:v>132.3663199130541</c:v>
                </c:pt>
                <c:pt idx="187">
                  <c:v>133.45905282005069</c:v>
                </c:pt>
                <c:pt idx="188">
                  <c:v>133.81791889560719</c:v>
                </c:pt>
                <c:pt idx="189">
                  <c:v>132.3370740870437</c:v>
                </c:pt>
                <c:pt idx="190">
                  <c:v>131.87208194548509</c:v>
                </c:pt>
                <c:pt idx="191">
                  <c:v>130.22459914802289</c:v>
                </c:pt>
                <c:pt idx="192">
                  <c:v>127.6412636615664</c:v>
                </c:pt>
                <c:pt idx="193">
                  <c:v>127.92708388879331</c:v>
                </c:pt>
                <c:pt idx="194">
                  <c:v>129.64546857365579</c:v>
                </c:pt>
                <c:pt idx="195">
                  <c:v>128.20439698899929</c:v>
                </c:pt>
                <c:pt idx="196">
                  <c:v>129.9821116695793</c:v>
                </c:pt>
                <c:pt idx="197">
                  <c:v>129.99558014208409</c:v>
                </c:pt>
                <c:pt idx="198">
                  <c:v>131.83056331748821</c:v>
                </c:pt>
                <c:pt idx="199">
                  <c:v>130.62415925121891</c:v>
                </c:pt>
                <c:pt idx="200">
                  <c:v>132.69473074874259</c:v>
                </c:pt>
                <c:pt idx="201">
                  <c:v>132.2604549704985</c:v>
                </c:pt>
                <c:pt idx="202">
                  <c:v>132.19408838506419</c:v>
                </c:pt>
                <c:pt idx="203">
                  <c:v>132.42165059703811</c:v>
                </c:pt>
                <c:pt idx="204">
                  <c:v>131.28684932847301</c:v>
                </c:pt>
                <c:pt idx="205">
                  <c:v>131.9469006845832</c:v>
                </c:pt>
                <c:pt idx="206">
                  <c:v>130.5736249926473</c:v>
                </c:pt>
                <c:pt idx="207">
                  <c:v>129.72163416000441</c:v>
                </c:pt>
                <c:pt idx="208">
                  <c:v>131.38166462623889</c:v>
                </c:pt>
                <c:pt idx="209">
                  <c:v>130.29764499635249</c:v>
                </c:pt>
                <c:pt idx="210">
                  <c:v>129.54136277852939</c:v>
                </c:pt>
                <c:pt idx="211">
                  <c:v>126.0628961173967</c:v>
                </c:pt>
                <c:pt idx="212">
                  <c:v>126.5657649020402</c:v>
                </c:pt>
                <c:pt idx="213">
                  <c:v>125.9212022893105</c:v>
                </c:pt>
                <c:pt idx="214">
                  <c:v>123.72368356675941</c:v>
                </c:pt>
                <c:pt idx="215">
                  <c:v>123.68006220785099</c:v>
                </c:pt>
                <c:pt idx="216">
                  <c:v>126.364768564915</c:v>
                </c:pt>
                <c:pt idx="217">
                  <c:v>129.85343278380131</c:v>
                </c:pt>
                <c:pt idx="218">
                  <c:v>129.68305660661559</c:v>
                </c:pt>
                <c:pt idx="219">
                  <c:v>129.06374050816271</c:v>
                </c:pt>
                <c:pt idx="220">
                  <c:v>128.67586224336381</c:v>
                </c:pt>
                <c:pt idx="221">
                  <c:v>130.3751574299516</c:v>
                </c:pt>
                <c:pt idx="222">
                  <c:v>132.47584058386099</c:v>
                </c:pt>
                <c:pt idx="223">
                  <c:v>132.7146860773926</c:v>
                </c:pt>
                <c:pt idx="224">
                  <c:v>133.93895648473969</c:v>
                </c:pt>
                <c:pt idx="225">
                  <c:v>133.35206092367329</c:v>
                </c:pt>
                <c:pt idx="226">
                  <c:v>133.3385374778114</c:v>
                </c:pt>
                <c:pt idx="227">
                  <c:v>133.8330228254876</c:v>
                </c:pt>
                <c:pt idx="228">
                  <c:v>131.93433927247159</c:v>
                </c:pt>
                <c:pt idx="229">
                  <c:v>133.5919234243124</c:v>
                </c:pt>
                <c:pt idx="230">
                  <c:v>134.4390766015251</c:v>
                </c:pt>
                <c:pt idx="231">
                  <c:v>133.95177902029781</c:v>
                </c:pt>
                <c:pt idx="232">
                  <c:v>136.00408561990429</c:v>
                </c:pt>
                <c:pt idx="233">
                  <c:v>135.12572131916269</c:v>
                </c:pt>
                <c:pt idx="234">
                  <c:v>135.74804720892021</c:v>
                </c:pt>
                <c:pt idx="235">
                  <c:v>134.7397808652037</c:v>
                </c:pt>
                <c:pt idx="236">
                  <c:v>134.1669447402316</c:v>
                </c:pt>
                <c:pt idx="237">
                  <c:v>136.61482587463979</c:v>
                </c:pt>
                <c:pt idx="238">
                  <c:v>137.85037956354449</c:v>
                </c:pt>
                <c:pt idx="239">
                  <c:v>140.19943234511391</c:v>
                </c:pt>
                <c:pt idx="240">
                  <c:v>140.26772299804901</c:v>
                </c:pt>
                <c:pt idx="241">
                  <c:v>137.5611372448343</c:v>
                </c:pt>
                <c:pt idx="242">
                  <c:v>138.37980047969751</c:v>
                </c:pt>
                <c:pt idx="243">
                  <c:v>138.42836944075049</c:v>
                </c:pt>
                <c:pt idx="244">
                  <c:v>138.7626486823161</c:v>
                </c:pt>
                <c:pt idx="245">
                  <c:v>139.27456058421279</c:v>
                </c:pt>
                <c:pt idx="246">
                  <c:v>138.26509856997811</c:v>
                </c:pt>
                <c:pt idx="247">
                  <c:v>140.2413082999324</c:v>
                </c:pt>
                <c:pt idx="248">
                  <c:v>142.43070470896279</c:v>
                </c:pt>
                <c:pt idx="249">
                  <c:v>143.0536902790063</c:v>
                </c:pt>
                <c:pt idx="250">
                  <c:v>143.65942795824</c:v>
                </c:pt>
                <c:pt idx="251">
                  <c:v>145.42797583151321</c:v>
                </c:pt>
                <c:pt idx="252">
                  <c:v>144.5063200120062</c:v>
                </c:pt>
                <c:pt idx="253">
                  <c:v>142.8015274897021</c:v>
                </c:pt>
                <c:pt idx="254">
                  <c:v>142.6595587948301</c:v>
                </c:pt>
                <c:pt idx="255">
                  <c:v>142.6220669652453</c:v>
                </c:pt>
                <c:pt idx="256">
                  <c:v>142.73217859964171</c:v>
                </c:pt>
                <c:pt idx="257">
                  <c:v>143.91556257259921</c:v>
                </c:pt>
                <c:pt idx="258">
                  <c:v>142.1774974258725</c:v>
                </c:pt>
                <c:pt idx="259">
                  <c:v>142.86126978559841</c:v>
                </c:pt>
                <c:pt idx="260">
                  <c:v>142.52431059287119</c:v>
                </c:pt>
                <c:pt idx="261">
                  <c:v>143.09501650025311</c:v>
                </c:pt>
                <c:pt idx="262">
                  <c:v>141.08167226753551</c:v>
                </c:pt>
                <c:pt idx="263">
                  <c:v>141.30754404877669</c:v>
                </c:pt>
                <c:pt idx="264">
                  <c:v>142.21968947749471</c:v>
                </c:pt>
                <c:pt idx="265">
                  <c:v>141.46398447992181</c:v>
                </c:pt>
                <c:pt idx="266">
                  <c:v>139.92386464899789</c:v>
                </c:pt>
                <c:pt idx="267">
                  <c:v>140.3551443792766</c:v>
                </c:pt>
                <c:pt idx="268">
                  <c:v>141.10792204558061</c:v>
                </c:pt>
                <c:pt idx="269">
                  <c:v>137.56773404769379</c:v>
                </c:pt>
                <c:pt idx="270">
                  <c:v>140.40702548509859</c:v>
                </c:pt>
                <c:pt idx="271">
                  <c:v>141.25729840033031</c:v>
                </c:pt>
                <c:pt idx="272">
                  <c:v>143.08909312101889</c:v>
                </c:pt>
                <c:pt idx="273">
                  <c:v>142.92545118008559</c:v>
                </c:pt>
                <c:pt idx="274">
                  <c:v>140.06554473374479</c:v>
                </c:pt>
                <c:pt idx="275">
                  <c:v>141.96796647504789</c:v>
                </c:pt>
                <c:pt idx="276">
                  <c:v>137.7879848031651</c:v>
                </c:pt>
                <c:pt idx="277">
                  <c:v>136.1372723209696</c:v>
                </c:pt>
                <c:pt idx="278">
                  <c:v>137.16646977042569</c:v>
                </c:pt>
                <c:pt idx="279">
                  <c:v>136.7031680595999</c:v>
                </c:pt>
                <c:pt idx="280">
                  <c:v>136.36450469280061</c:v>
                </c:pt>
                <c:pt idx="281">
                  <c:v>139.0852048554668</c:v>
                </c:pt>
                <c:pt idx="282">
                  <c:v>137.44889539284779</c:v>
                </c:pt>
                <c:pt idx="283">
                  <c:v>134.2277452732533</c:v>
                </c:pt>
                <c:pt idx="284">
                  <c:v>132.52647104580771</c:v>
                </c:pt>
                <c:pt idx="285">
                  <c:v>133.6899684068116</c:v>
                </c:pt>
                <c:pt idx="286">
                  <c:v>134.9506998932967</c:v>
                </c:pt>
                <c:pt idx="287">
                  <c:v>138.15413484854571</c:v>
                </c:pt>
                <c:pt idx="288">
                  <c:v>138.99272592538031</c:v>
                </c:pt>
                <c:pt idx="289">
                  <c:v>138.29336861889891</c:v>
                </c:pt>
                <c:pt idx="290">
                  <c:v>136.99474674598949</c:v>
                </c:pt>
                <c:pt idx="291">
                  <c:v>139.08381677819841</c:v>
                </c:pt>
                <c:pt idx="292">
                  <c:v>140.51602390901249</c:v>
                </c:pt>
                <c:pt idx="293">
                  <c:v>141.4676539515124</c:v>
                </c:pt>
                <c:pt idx="294">
                  <c:v>141.80458565756109</c:v>
                </c:pt>
                <c:pt idx="295">
                  <c:v>141.5996862120773</c:v>
                </c:pt>
                <c:pt idx="296">
                  <c:v>142.16879789210159</c:v>
                </c:pt>
                <c:pt idx="297">
                  <c:v>143.44048282000131</c:v>
                </c:pt>
                <c:pt idx="298">
                  <c:v>142.2451833718788</c:v>
                </c:pt>
                <c:pt idx="299">
                  <c:v>142.4915052419845</c:v>
                </c:pt>
                <c:pt idx="300">
                  <c:v>143.77850024985389</c:v>
                </c:pt>
                <c:pt idx="301">
                  <c:v>143.6617780692587</c:v>
                </c:pt>
                <c:pt idx="302">
                  <c:v>143.39684771775359</c:v>
                </c:pt>
                <c:pt idx="303">
                  <c:v>144.05410917598789</c:v>
                </c:pt>
                <c:pt idx="304">
                  <c:v>143.80730628900699</c:v>
                </c:pt>
                <c:pt idx="305">
                  <c:v>142.7598439416337</c:v>
                </c:pt>
                <c:pt idx="306">
                  <c:v>143.59175575557299</c:v>
                </c:pt>
                <c:pt idx="307">
                  <c:v>144.74402480837659</c:v>
                </c:pt>
                <c:pt idx="308">
                  <c:v>144.41175209434749</c:v>
                </c:pt>
                <c:pt idx="309">
                  <c:v>143.95504718638111</c:v>
                </c:pt>
                <c:pt idx="310">
                  <c:v>143.004118054185</c:v>
                </c:pt>
                <c:pt idx="311">
                  <c:v>138.850935893919</c:v>
                </c:pt>
                <c:pt idx="312">
                  <c:v>139.51693811594211</c:v>
                </c:pt>
                <c:pt idx="313">
                  <c:v>140.9397585460207</c:v>
                </c:pt>
                <c:pt idx="314">
                  <c:v>138.22057015067651</c:v>
                </c:pt>
                <c:pt idx="315">
                  <c:v>137.40783029504749</c:v>
                </c:pt>
                <c:pt idx="316">
                  <c:v>139.1496336300612</c:v>
                </c:pt>
                <c:pt idx="317">
                  <c:v>139.9307363186432</c:v>
                </c:pt>
                <c:pt idx="318">
                  <c:v>142.69973057557661</c:v>
                </c:pt>
                <c:pt idx="319">
                  <c:v>143.34520024869951</c:v>
                </c:pt>
                <c:pt idx="320">
                  <c:v>143.60354754068439</c:v>
                </c:pt>
                <c:pt idx="321">
                  <c:v>144.88613093664151</c:v>
                </c:pt>
                <c:pt idx="322">
                  <c:v>144.3267357974957</c:v>
                </c:pt>
                <c:pt idx="323">
                  <c:v>143.93246687992661</c:v>
                </c:pt>
                <c:pt idx="324">
                  <c:v>145.71001664043521</c:v>
                </c:pt>
                <c:pt idx="325">
                  <c:v>147.5775028132615</c:v>
                </c:pt>
                <c:pt idx="326">
                  <c:v>147.80080459005541</c:v>
                </c:pt>
                <c:pt idx="327">
                  <c:v>147.03469588463949</c:v>
                </c:pt>
                <c:pt idx="328">
                  <c:v>147.55367186293159</c:v>
                </c:pt>
                <c:pt idx="329">
                  <c:v>148.68514724338851</c:v>
                </c:pt>
                <c:pt idx="330">
                  <c:v>147.81821740093659</c:v>
                </c:pt>
                <c:pt idx="331">
                  <c:v>148.98816038806791</c:v>
                </c:pt>
                <c:pt idx="332">
                  <c:v>147.35585023718261</c:v>
                </c:pt>
                <c:pt idx="333">
                  <c:v>148.69692528516049</c:v>
                </c:pt>
                <c:pt idx="334">
                  <c:v>149.4991239995536</c:v>
                </c:pt>
                <c:pt idx="335">
                  <c:v>149.41623792029191</c:v>
                </c:pt>
                <c:pt idx="336">
                  <c:v>148.9231269065447</c:v>
                </c:pt>
                <c:pt idx="337">
                  <c:v>150.60029531687471</c:v>
                </c:pt>
                <c:pt idx="338">
                  <c:v>147.918158964258</c:v>
                </c:pt>
                <c:pt idx="339">
                  <c:v>148.93304959751259</c:v>
                </c:pt>
                <c:pt idx="340">
                  <c:v>146.7116724379529</c:v>
                </c:pt>
                <c:pt idx="341">
                  <c:v>145.7617877995429</c:v>
                </c:pt>
                <c:pt idx="342">
                  <c:v>146.44473555891139</c:v>
                </c:pt>
                <c:pt idx="343">
                  <c:v>146.0494358908955</c:v>
                </c:pt>
                <c:pt idx="344">
                  <c:v>145.49273444625061</c:v>
                </c:pt>
                <c:pt idx="345">
                  <c:v>147.73640330213959</c:v>
                </c:pt>
                <c:pt idx="346">
                  <c:v>149.3794882310288</c:v>
                </c:pt>
                <c:pt idx="347">
                  <c:v>149.0106857211652</c:v>
                </c:pt>
                <c:pt idx="348">
                  <c:v>147.13536584494321</c:v>
                </c:pt>
                <c:pt idx="349">
                  <c:v>148.02641524785011</c:v>
                </c:pt>
                <c:pt idx="350">
                  <c:v>148.82674486809969</c:v>
                </c:pt>
                <c:pt idx="351">
                  <c:v>148.7486689575897</c:v>
                </c:pt>
                <c:pt idx="352">
                  <c:v>149.7032125880192</c:v>
                </c:pt>
                <c:pt idx="353">
                  <c:v>149.74195506147939</c:v>
                </c:pt>
                <c:pt idx="354">
                  <c:v>151.59031050601331</c:v>
                </c:pt>
                <c:pt idx="355">
                  <c:v>152.03193897077779</c:v>
                </c:pt>
                <c:pt idx="356">
                  <c:v>152.72388861738159</c:v>
                </c:pt>
                <c:pt idx="357">
                  <c:v>152.5197725422374</c:v>
                </c:pt>
                <c:pt idx="358">
                  <c:v>152.1002983404093</c:v>
                </c:pt>
                <c:pt idx="359">
                  <c:v>152.50141144094511</c:v>
                </c:pt>
                <c:pt idx="360">
                  <c:v>154.1999095138541</c:v>
                </c:pt>
                <c:pt idx="361">
                  <c:v>154.70170631803299</c:v>
                </c:pt>
                <c:pt idx="362">
                  <c:v>153.78252429959821</c:v>
                </c:pt>
                <c:pt idx="363">
                  <c:v>154.77152248162929</c:v>
                </c:pt>
                <c:pt idx="364">
                  <c:v>157.10650208376509</c:v>
                </c:pt>
                <c:pt idx="365">
                  <c:v>158.22878317023651</c:v>
                </c:pt>
                <c:pt idx="366">
                  <c:v>158.21480619417801</c:v>
                </c:pt>
                <c:pt idx="367">
                  <c:v>159.23485057966661</c:v>
                </c:pt>
                <c:pt idx="368">
                  <c:v>161.07633435455509</c:v>
                </c:pt>
                <c:pt idx="369">
                  <c:v>160.1566026025487</c:v>
                </c:pt>
                <c:pt idx="370">
                  <c:v>158.93531449982771</c:v>
                </c:pt>
                <c:pt idx="371">
                  <c:v>162.95903440397609</c:v>
                </c:pt>
                <c:pt idx="372">
                  <c:v>161.76825651448021</c:v>
                </c:pt>
                <c:pt idx="373">
                  <c:v>160.62929101411001</c:v>
                </c:pt>
                <c:pt idx="374">
                  <c:v>160.33246237211131</c:v>
                </c:pt>
                <c:pt idx="375">
                  <c:v>159.7622374816045</c:v>
                </c:pt>
                <c:pt idx="376">
                  <c:v>159.35004724960049</c:v>
                </c:pt>
                <c:pt idx="377">
                  <c:v>158.7402690286153</c:v>
                </c:pt>
                <c:pt idx="378">
                  <c:v>161.24411304061479</c:v>
                </c:pt>
                <c:pt idx="379">
                  <c:v>161.66619847690819</c:v>
                </c:pt>
                <c:pt idx="380">
                  <c:v>159.9921910346151</c:v>
                </c:pt>
                <c:pt idx="381">
                  <c:v>160.39055546729281</c:v>
                </c:pt>
                <c:pt idx="382">
                  <c:v>162.82874754750111</c:v>
                </c:pt>
                <c:pt idx="383">
                  <c:v>163.35557097252811</c:v>
                </c:pt>
                <c:pt idx="384">
                  <c:v>160.83285735568259</c:v>
                </c:pt>
                <c:pt idx="385">
                  <c:v>162.70926295570851</c:v>
                </c:pt>
                <c:pt idx="386">
                  <c:v>164.270877369283</c:v>
                </c:pt>
                <c:pt idx="387">
                  <c:v>162.68864794677259</c:v>
                </c:pt>
                <c:pt idx="388">
                  <c:v>157.33627697336479</c:v>
                </c:pt>
                <c:pt idx="389">
                  <c:v>160.0810142364503</c:v>
                </c:pt>
                <c:pt idx="390">
                  <c:v>158.57730051130719</c:v>
                </c:pt>
                <c:pt idx="391">
                  <c:v>158.77410512994879</c:v>
                </c:pt>
                <c:pt idx="392">
                  <c:v>156.34501114035081</c:v>
                </c:pt>
                <c:pt idx="393">
                  <c:v>157.5388125644906</c:v>
                </c:pt>
                <c:pt idx="394">
                  <c:v>158.81350728369489</c:v>
                </c:pt>
                <c:pt idx="395">
                  <c:v>159.46158819128311</c:v>
                </c:pt>
                <c:pt idx="396">
                  <c:v>158.30948405855099</c:v>
                </c:pt>
                <c:pt idx="397">
                  <c:v>156.3583696661413</c:v>
                </c:pt>
                <c:pt idx="398">
                  <c:v>154.70918269460711</c:v>
                </c:pt>
                <c:pt idx="399">
                  <c:v>158.55774373949669</c:v>
                </c:pt>
                <c:pt idx="400">
                  <c:v>160.34921550270661</c:v>
                </c:pt>
                <c:pt idx="401">
                  <c:v>158.95876063665739</c:v>
                </c:pt>
                <c:pt idx="402">
                  <c:v>157.1972905831189</c:v>
                </c:pt>
                <c:pt idx="403">
                  <c:v>158.4731809728415</c:v>
                </c:pt>
                <c:pt idx="404">
                  <c:v>158.01719071851829</c:v>
                </c:pt>
                <c:pt idx="405">
                  <c:v>160.13407726945141</c:v>
                </c:pt>
                <c:pt idx="406">
                  <c:v>157.47975743555881</c:v>
                </c:pt>
                <c:pt idx="407">
                  <c:v>156.2362326098656</c:v>
                </c:pt>
                <c:pt idx="408">
                  <c:v>145.2922328693399</c:v>
                </c:pt>
                <c:pt idx="409">
                  <c:v>141.53377315683949</c:v>
                </c:pt>
                <c:pt idx="410">
                  <c:v>143.1665230945822</c:v>
                </c:pt>
                <c:pt idx="411">
                  <c:v>146.53891866306989</c:v>
                </c:pt>
                <c:pt idx="412">
                  <c:v>145.0432722780904</c:v>
                </c:pt>
                <c:pt idx="413">
                  <c:v>147.3618835631311</c:v>
                </c:pt>
                <c:pt idx="414">
                  <c:v>140.50261040986479</c:v>
                </c:pt>
                <c:pt idx="415">
                  <c:v>134.68028594941461</c:v>
                </c:pt>
                <c:pt idx="416">
                  <c:v>118.28507313930299</c:v>
                </c:pt>
                <c:pt idx="417">
                  <c:v>126.7334748714036</c:v>
                </c:pt>
                <c:pt idx="418">
                  <c:v>117.0535737354891</c:v>
                </c:pt>
                <c:pt idx="419">
                  <c:v>99.752633636108257</c:v>
                </c:pt>
                <c:pt idx="420">
                  <c:v>113.6270568968749</c:v>
                </c:pt>
                <c:pt idx="421">
                  <c:v>97.808665780129658</c:v>
                </c:pt>
                <c:pt idx="422">
                  <c:v>102.54900462490851</c:v>
                </c:pt>
                <c:pt idx="423">
                  <c:v>91.935999467857897</c:v>
                </c:pt>
                <c:pt idx="424">
                  <c:v>93.910711173829597</c:v>
                </c:pt>
                <c:pt idx="425">
                  <c:v>92.175697048425477</c:v>
                </c:pt>
                <c:pt idx="426">
                  <c:v>87.365885623532549</c:v>
                </c:pt>
                <c:pt idx="427">
                  <c:v>95.831342839692738</c:v>
                </c:pt>
                <c:pt idx="428">
                  <c:v>103.01398302312781</c:v>
                </c:pt>
                <c:pt idx="429">
                  <c:v>106.7990223538162</c:v>
                </c:pt>
                <c:pt idx="430">
                  <c:v>100.9156637235764</c:v>
                </c:pt>
                <c:pt idx="431">
                  <c:v>102.5795698114909</c:v>
                </c:pt>
                <c:pt idx="432">
                  <c:v>100.3535336599117</c:v>
                </c:pt>
                <c:pt idx="433">
                  <c:v>97.531943643513159</c:v>
                </c:pt>
                <c:pt idx="434">
                  <c:v>99.300381570072076</c:v>
                </c:pt>
                <c:pt idx="435">
                  <c:v>95.56782805213453</c:v>
                </c:pt>
                <c:pt idx="436">
                  <c:v>101.80100964067761</c:v>
                </c:pt>
                <c:pt idx="437">
                  <c:v>104.9415138453149</c:v>
                </c:pt>
                <c:pt idx="438">
                  <c:v>108.0564829255501</c:v>
                </c:pt>
                <c:pt idx="439">
                  <c:v>106.76092581730261</c:v>
                </c:pt>
                <c:pt idx="440">
                  <c:v>108.3467422513679</c:v>
                </c:pt>
                <c:pt idx="441">
                  <c:v>109.8345137029339</c:v>
                </c:pt>
                <c:pt idx="442">
                  <c:v>108.34075015543721</c:v>
                </c:pt>
                <c:pt idx="443">
                  <c:v>106.93946553802699</c:v>
                </c:pt>
                <c:pt idx="444">
                  <c:v>108.55903561338999</c:v>
                </c:pt>
                <c:pt idx="445">
                  <c:v>108.53494353961349</c:v>
                </c:pt>
                <c:pt idx="446">
                  <c:v>110.8910878842569</c:v>
                </c:pt>
                <c:pt idx="447">
                  <c:v>109.4977194302781</c:v>
                </c:pt>
                <c:pt idx="448">
                  <c:v>103.529413219883</c:v>
                </c:pt>
                <c:pt idx="449">
                  <c:v>107.52596254225389</c:v>
                </c:pt>
                <c:pt idx="450">
                  <c:v>111.75015653663451</c:v>
                </c:pt>
                <c:pt idx="451">
                  <c:v>114.3044523471699</c:v>
                </c:pt>
                <c:pt idx="452">
                  <c:v>110.6419761162752</c:v>
                </c:pt>
                <c:pt idx="453">
                  <c:v>108.4022653421019</c:v>
                </c:pt>
                <c:pt idx="454">
                  <c:v>109.2193893229646</c:v>
                </c:pt>
                <c:pt idx="455">
                  <c:v>108.6598979804438</c:v>
                </c:pt>
                <c:pt idx="456">
                  <c:v>107.36100124074871</c:v>
                </c:pt>
                <c:pt idx="457">
                  <c:v>110.30864516512069</c:v>
                </c:pt>
                <c:pt idx="458">
                  <c:v>108.66116236765851</c:v>
                </c:pt>
                <c:pt idx="459">
                  <c:v>107.0220630071636</c:v>
                </c:pt>
                <c:pt idx="460">
                  <c:v>106.8849731977397</c:v>
                </c:pt>
                <c:pt idx="461">
                  <c:v>108.58723694561429</c:v>
                </c:pt>
                <c:pt idx="462">
                  <c:v>106.5886942893127</c:v>
                </c:pt>
                <c:pt idx="463">
                  <c:v>111.588067593041</c:v>
                </c:pt>
                <c:pt idx="464">
                  <c:v>110.96695111714109</c:v>
                </c:pt>
                <c:pt idx="465">
                  <c:v>111.7600792276023</c:v>
                </c:pt>
                <c:pt idx="466">
                  <c:v>114.1069468182245</c:v>
                </c:pt>
                <c:pt idx="467">
                  <c:v>112.9334305628777</c:v>
                </c:pt>
                <c:pt idx="468">
                  <c:v>117.7302270454624</c:v>
                </c:pt>
                <c:pt idx="469">
                  <c:v>117.462822892885</c:v>
                </c:pt>
                <c:pt idx="470">
                  <c:v>120.86751530870561</c:v>
                </c:pt>
                <c:pt idx="471">
                  <c:v>119.4970844880029</c:v>
                </c:pt>
                <c:pt idx="472">
                  <c:v>120.1203449248322</c:v>
                </c:pt>
                <c:pt idx="473">
                  <c:v>121.79361022680359</c:v>
                </c:pt>
                <c:pt idx="474">
                  <c:v>125.1281291522064</c:v>
                </c:pt>
                <c:pt idx="475">
                  <c:v>127.81599647730729</c:v>
                </c:pt>
                <c:pt idx="476">
                  <c:v>128.9518422396585</c:v>
                </c:pt>
                <c:pt idx="477">
                  <c:v>130.06292250460811</c:v>
                </c:pt>
                <c:pt idx="478">
                  <c:v>134.1963829729921</c:v>
                </c:pt>
                <c:pt idx="479">
                  <c:v>132.96206618462361</c:v>
                </c:pt>
                <c:pt idx="480">
                  <c:v>130.13015492041779</c:v>
                </c:pt>
                <c:pt idx="481">
                  <c:v>127.5316880174024</c:v>
                </c:pt>
                <c:pt idx="482">
                  <c:v>126.9548113506789</c:v>
                </c:pt>
                <c:pt idx="483">
                  <c:v>128.54306035579859</c:v>
                </c:pt>
                <c:pt idx="484">
                  <c:v>131.3138824768576</c:v>
                </c:pt>
                <c:pt idx="485">
                  <c:v>132.10817877115849</c:v>
                </c:pt>
                <c:pt idx="486">
                  <c:v>132.72231363069889</c:v>
                </c:pt>
                <c:pt idx="487">
                  <c:v>131.02344448762909</c:v>
                </c:pt>
                <c:pt idx="488">
                  <c:v>131.90191873508499</c:v>
                </c:pt>
                <c:pt idx="489">
                  <c:v>129.7060079832309</c:v>
                </c:pt>
                <c:pt idx="490">
                  <c:v>131.91281720314251</c:v>
                </c:pt>
                <c:pt idx="491">
                  <c:v>128.95992332316141</c:v>
                </c:pt>
                <c:pt idx="492">
                  <c:v>131.57233971555681</c:v>
                </c:pt>
                <c:pt idx="493">
                  <c:v>130.63843858074179</c:v>
                </c:pt>
                <c:pt idx="494">
                  <c:v>132.2153218442682</c:v>
                </c:pt>
                <c:pt idx="495">
                  <c:v>132.25897068985509</c:v>
                </c:pt>
                <c:pt idx="496">
                  <c:v>132.98721649552539</c:v>
                </c:pt>
                <c:pt idx="497">
                  <c:v>135.97269583296449</c:v>
                </c:pt>
                <c:pt idx="498">
                  <c:v>134.35631421231699</c:v>
                </c:pt>
                <c:pt idx="499">
                  <c:v>137.11713118237239</c:v>
                </c:pt>
                <c:pt idx="500">
                  <c:v>136.27940593591319</c:v>
                </c:pt>
                <c:pt idx="501">
                  <c:v>137.47713795509009</c:v>
                </c:pt>
                <c:pt idx="502">
                  <c:v>135.64271825659691</c:v>
                </c:pt>
                <c:pt idx="503">
                  <c:v>138.0384159317187</c:v>
                </c:pt>
                <c:pt idx="504">
                  <c:v>139.89419277946939</c:v>
                </c:pt>
                <c:pt idx="505">
                  <c:v>138.19377063905981</c:v>
                </c:pt>
                <c:pt idx="506">
                  <c:v>141.40281287673929</c:v>
                </c:pt>
                <c:pt idx="507">
                  <c:v>143.516703379707</c:v>
                </c:pt>
                <c:pt idx="508">
                  <c:v>143.3564148135606</c:v>
                </c:pt>
                <c:pt idx="509">
                  <c:v>143.32869449821141</c:v>
                </c:pt>
                <c:pt idx="510">
                  <c:v>140.5851666489836</c:v>
                </c:pt>
                <c:pt idx="511">
                  <c:v>140.7064791049018</c:v>
                </c:pt>
                <c:pt idx="512">
                  <c:v>143.58639585324971</c:v>
                </c:pt>
                <c:pt idx="513">
                  <c:v>143.0806272240159</c:v>
                </c:pt>
                <c:pt idx="514">
                  <c:v>145.13676821528449</c:v>
                </c:pt>
                <c:pt idx="515">
                  <c:v>144.3170192566173</c:v>
                </c:pt>
                <c:pt idx="516">
                  <c:v>141.43578314769749</c:v>
                </c:pt>
                <c:pt idx="517">
                  <c:v>141.32270295201431</c:v>
                </c:pt>
                <c:pt idx="518">
                  <c:v>139.1044043004558</c:v>
                </c:pt>
                <c:pt idx="519">
                  <c:v>141.28394673521481</c:v>
                </c:pt>
                <c:pt idx="520">
                  <c:v>143.10339993722039</c:v>
                </c:pt>
                <c:pt idx="521">
                  <c:v>141.2479254429341</c:v>
                </c:pt>
                <c:pt idx="522">
                  <c:v>142.167258638101</c:v>
                </c:pt>
                <c:pt idx="523">
                  <c:v>140.42174460147891</c:v>
                </c:pt>
                <c:pt idx="524">
                  <c:v>140.3439435577547</c:v>
                </c:pt>
                <c:pt idx="525">
                  <c:v>138.06641111385369</c:v>
                </c:pt>
                <c:pt idx="526">
                  <c:v>139.293485162416</c:v>
                </c:pt>
                <c:pt idx="527">
                  <c:v>136.87735114176911</c:v>
                </c:pt>
                <c:pt idx="528">
                  <c:v>140.27187348651469</c:v>
                </c:pt>
                <c:pt idx="529">
                  <c:v>138.60668926804621</c:v>
                </c:pt>
                <c:pt idx="530">
                  <c:v>139.4507364505792</c:v>
                </c:pt>
                <c:pt idx="531">
                  <c:v>139.52415336906969</c:v>
                </c:pt>
                <c:pt idx="532">
                  <c:v>140.5915435584144</c:v>
                </c:pt>
                <c:pt idx="533">
                  <c:v>140.3437374076654</c:v>
                </c:pt>
                <c:pt idx="534">
                  <c:v>138.29555380984601</c:v>
                </c:pt>
                <c:pt idx="535">
                  <c:v>138.2904825176478</c:v>
                </c:pt>
                <c:pt idx="536">
                  <c:v>140.37849431273131</c:v>
                </c:pt>
                <c:pt idx="537">
                  <c:v>136.56639434697971</c:v>
                </c:pt>
                <c:pt idx="538">
                  <c:v>140.41246784745769</c:v>
                </c:pt>
                <c:pt idx="539">
                  <c:v>140.05992370797489</c:v>
                </c:pt>
                <c:pt idx="540">
                  <c:v>138.42478242919569</c:v>
                </c:pt>
                <c:pt idx="541">
                  <c:v>139.13994457586131</c:v>
                </c:pt>
                <c:pt idx="542">
                  <c:v>137.5027005661706</c:v>
                </c:pt>
                <c:pt idx="543">
                  <c:v>139.2091010591717</c:v>
                </c:pt>
                <c:pt idx="544">
                  <c:v>135.83173040186071</c:v>
                </c:pt>
                <c:pt idx="545">
                  <c:v>135.18391061771911</c:v>
                </c:pt>
                <c:pt idx="546">
                  <c:v>137.81067505633391</c:v>
                </c:pt>
                <c:pt idx="547">
                  <c:v>137.84282072693469</c:v>
                </c:pt>
                <c:pt idx="548">
                  <c:v>136.98766892625491</c:v>
                </c:pt>
                <c:pt idx="549">
                  <c:v>137.56784399440809</c:v>
                </c:pt>
                <c:pt idx="550">
                  <c:v>135.0828833305938</c:v>
                </c:pt>
                <c:pt idx="551">
                  <c:v>133.2976373000825</c:v>
                </c:pt>
                <c:pt idx="552">
                  <c:v>133.71381310048079</c:v>
                </c:pt>
                <c:pt idx="553">
                  <c:v>131.57161131857441</c:v>
                </c:pt>
                <c:pt idx="554">
                  <c:v>133.326979329468</c:v>
                </c:pt>
                <c:pt idx="555">
                  <c:v>133.3095390319082</c:v>
                </c:pt>
                <c:pt idx="556">
                  <c:v>130.10320423206889</c:v>
                </c:pt>
                <c:pt idx="557">
                  <c:v>128.6106500984298</c:v>
                </c:pt>
                <c:pt idx="558">
                  <c:v>130.01663493787731</c:v>
                </c:pt>
                <c:pt idx="559">
                  <c:v>131.21936953255599</c:v>
                </c:pt>
                <c:pt idx="560">
                  <c:v>129.208938887768</c:v>
                </c:pt>
                <c:pt idx="561">
                  <c:v>132.05863403301589</c:v>
                </c:pt>
                <c:pt idx="562">
                  <c:v>131.40697985721221</c:v>
                </c:pt>
                <c:pt idx="563">
                  <c:v>131.2849802343294</c:v>
                </c:pt>
                <c:pt idx="564">
                  <c:v>134.5744072635197</c:v>
                </c:pt>
                <c:pt idx="565">
                  <c:v>133.97462045019881</c:v>
                </c:pt>
                <c:pt idx="566">
                  <c:v>135.37576763421609</c:v>
                </c:pt>
                <c:pt idx="567">
                  <c:v>136.51867747296271</c:v>
                </c:pt>
                <c:pt idx="568">
                  <c:v>136.13335546927181</c:v>
                </c:pt>
                <c:pt idx="569">
                  <c:v>135.10955915215689</c:v>
                </c:pt>
                <c:pt idx="570">
                  <c:v>135.58855575645259</c:v>
                </c:pt>
                <c:pt idx="571">
                  <c:v>138.1752995910532</c:v>
                </c:pt>
                <c:pt idx="572">
                  <c:v>138.19262994189859</c:v>
                </c:pt>
                <c:pt idx="573">
                  <c:v>140.06899431190669</c:v>
                </c:pt>
                <c:pt idx="574">
                  <c:v>139.164710073263</c:v>
                </c:pt>
                <c:pt idx="575">
                  <c:v>138.8310355386262</c:v>
                </c:pt>
                <c:pt idx="576">
                  <c:v>136.89127314447049</c:v>
                </c:pt>
                <c:pt idx="577">
                  <c:v>131.06852264050229</c:v>
                </c:pt>
                <c:pt idx="578">
                  <c:v>132.73613943002519</c:v>
                </c:pt>
                <c:pt idx="579">
                  <c:v>129.12197103673711</c:v>
                </c:pt>
                <c:pt idx="580">
                  <c:v>131.90817195446229</c:v>
                </c:pt>
                <c:pt idx="581">
                  <c:v>134.50167751199379</c:v>
                </c:pt>
                <c:pt idx="582">
                  <c:v>138.46606742042471</c:v>
                </c:pt>
                <c:pt idx="583">
                  <c:v>138.7048029672419</c:v>
                </c:pt>
                <c:pt idx="584">
                  <c:v>142.2643965602071</c:v>
                </c:pt>
                <c:pt idx="585">
                  <c:v>144.39708795132441</c:v>
                </c:pt>
                <c:pt idx="586">
                  <c:v>144.0423311342158</c:v>
                </c:pt>
                <c:pt idx="587">
                  <c:v>140.878861809624</c:v>
                </c:pt>
                <c:pt idx="588">
                  <c:v>143.92437205308451</c:v>
                </c:pt>
                <c:pt idx="589">
                  <c:v>146.27025012327769</c:v>
                </c:pt>
                <c:pt idx="590">
                  <c:v>147.3954310543395</c:v>
                </c:pt>
                <c:pt idx="591">
                  <c:v>145.8430659081076</c:v>
                </c:pt>
                <c:pt idx="592">
                  <c:v>146.6000627795739</c:v>
                </c:pt>
                <c:pt idx="593">
                  <c:v>145.73777818580231</c:v>
                </c:pt>
                <c:pt idx="594">
                  <c:v>147.5744930219569</c:v>
                </c:pt>
                <c:pt idx="595">
                  <c:v>150.8830370361004</c:v>
                </c:pt>
                <c:pt idx="596">
                  <c:v>151.3588726723593</c:v>
                </c:pt>
                <c:pt idx="597">
                  <c:v>151.4888296886914</c:v>
                </c:pt>
                <c:pt idx="598">
                  <c:v>151.96762014289769</c:v>
                </c:pt>
                <c:pt idx="599">
                  <c:v>149.6557843241273</c:v>
                </c:pt>
                <c:pt idx="600">
                  <c:v>153.10067600737301</c:v>
                </c:pt>
                <c:pt idx="601">
                  <c:v>153.7584597125003</c:v>
                </c:pt>
                <c:pt idx="602">
                  <c:v>154.32614208523839</c:v>
                </c:pt>
                <c:pt idx="603">
                  <c:v>156.33078678418499</c:v>
                </c:pt>
                <c:pt idx="604">
                  <c:v>156.11027490526709</c:v>
                </c:pt>
                <c:pt idx="605">
                  <c:v>156.38966324970599</c:v>
                </c:pt>
                <c:pt idx="606">
                  <c:v>155.3013282112824</c:v>
                </c:pt>
                <c:pt idx="607">
                  <c:v>158.2251824153424</c:v>
                </c:pt>
                <c:pt idx="608">
                  <c:v>158.22431658496711</c:v>
                </c:pt>
                <c:pt idx="609">
                  <c:v>157.51395086371389</c:v>
                </c:pt>
                <c:pt idx="610">
                  <c:v>159.62700302298489</c:v>
                </c:pt>
                <c:pt idx="611">
                  <c:v>161.9753548942505</c:v>
                </c:pt>
                <c:pt idx="612">
                  <c:v>162.7219205711952</c:v>
                </c:pt>
                <c:pt idx="613">
                  <c:v>162.203934113332</c:v>
                </c:pt>
                <c:pt idx="614">
                  <c:v>159.1788877020752</c:v>
                </c:pt>
                <c:pt idx="615">
                  <c:v>160.29705953009869</c:v>
                </c:pt>
                <c:pt idx="616">
                  <c:v>161.90595103083291</c:v>
                </c:pt>
                <c:pt idx="617">
                  <c:v>163.71574266531721</c:v>
                </c:pt>
                <c:pt idx="618">
                  <c:v>164.10804628536781</c:v>
                </c:pt>
                <c:pt idx="619">
                  <c:v>163.5694310752294</c:v>
                </c:pt>
                <c:pt idx="620">
                  <c:v>163.34606058173901</c:v>
                </c:pt>
                <c:pt idx="621">
                  <c:v>164.0627757257445</c:v>
                </c:pt>
                <c:pt idx="622">
                  <c:v>163.68328089791279</c:v>
                </c:pt>
                <c:pt idx="623">
                  <c:v>168.19912229537951</c:v>
                </c:pt>
                <c:pt idx="624">
                  <c:v>171.897056341644</c:v>
                </c:pt>
                <c:pt idx="625">
                  <c:v>169.39370708985891</c:v>
                </c:pt>
                <c:pt idx="626">
                  <c:v>170.41465853574061</c:v>
                </c:pt>
                <c:pt idx="627">
                  <c:v>167.5767689189434</c:v>
                </c:pt>
                <c:pt idx="628">
                  <c:v>169.70346821413</c:v>
                </c:pt>
                <c:pt idx="629">
                  <c:v>165.39943916181019</c:v>
                </c:pt>
                <c:pt idx="630">
                  <c:v>166.626485723694</c:v>
                </c:pt>
                <c:pt idx="631">
                  <c:v>165.79468385646899</c:v>
                </c:pt>
                <c:pt idx="632">
                  <c:v>164.43410701003759</c:v>
                </c:pt>
                <c:pt idx="633">
                  <c:v>162.62354574855291</c:v>
                </c:pt>
                <c:pt idx="634">
                  <c:v>161.31999001683829</c:v>
                </c:pt>
                <c:pt idx="635">
                  <c:v>160.06050917422871</c:v>
                </c:pt>
                <c:pt idx="636">
                  <c:v>159.26097666765801</c:v>
                </c:pt>
                <c:pt idx="637">
                  <c:v>163.38528407207451</c:v>
                </c:pt>
                <c:pt idx="638">
                  <c:v>158.14123809895531</c:v>
                </c:pt>
                <c:pt idx="639">
                  <c:v>161.50838371183411</c:v>
                </c:pt>
                <c:pt idx="640">
                  <c:v>162.49273664518489</c:v>
                </c:pt>
                <c:pt idx="641">
                  <c:v>164.54174484336161</c:v>
                </c:pt>
                <c:pt idx="642">
                  <c:v>163.9041913336701</c:v>
                </c:pt>
                <c:pt idx="643">
                  <c:v>165.2502689571499</c:v>
                </c:pt>
                <c:pt idx="644">
                  <c:v>164.50276873313351</c:v>
                </c:pt>
                <c:pt idx="645">
                  <c:v>164.19390092591621</c:v>
                </c:pt>
                <c:pt idx="646">
                  <c:v>162.76969241856929</c:v>
                </c:pt>
                <c:pt idx="647">
                  <c:v>163.95780410024281</c:v>
                </c:pt>
                <c:pt idx="648">
                  <c:v>164.1349420003595</c:v>
                </c:pt>
                <c:pt idx="649">
                  <c:v>165.40904575597429</c:v>
                </c:pt>
                <c:pt idx="650">
                  <c:v>163.8191887801577</c:v>
                </c:pt>
                <c:pt idx="651">
                  <c:v>162.7630956157098</c:v>
                </c:pt>
                <c:pt idx="652">
                  <c:v>154.84304281929761</c:v>
                </c:pt>
                <c:pt idx="653">
                  <c:v>158.36100783755151</c:v>
                </c:pt>
                <c:pt idx="654">
                  <c:v>158.96615455319579</c:v>
                </c:pt>
                <c:pt idx="655">
                  <c:v>154.27772430091761</c:v>
                </c:pt>
                <c:pt idx="656">
                  <c:v>151.22506752102589</c:v>
                </c:pt>
                <c:pt idx="657">
                  <c:v>151.6369004262084</c:v>
                </c:pt>
                <c:pt idx="658">
                  <c:v>153.29293158070939</c:v>
                </c:pt>
                <c:pt idx="659">
                  <c:v>152.80387485205301</c:v>
                </c:pt>
                <c:pt idx="660">
                  <c:v>154.87392410268359</c:v>
                </c:pt>
                <c:pt idx="661">
                  <c:v>158.32633339252129</c:v>
                </c:pt>
                <c:pt idx="662">
                  <c:v>152.01724734107609</c:v>
                </c:pt>
                <c:pt idx="663">
                  <c:v>153.0054484094284</c:v>
                </c:pt>
                <c:pt idx="664">
                  <c:v>154.99255660744021</c:v>
                </c:pt>
                <c:pt idx="665">
                  <c:v>158.0260826590393</c:v>
                </c:pt>
                <c:pt idx="666">
                  <c:v>156.89451107520739</c:v>
                </c:pt>
                <c:pt idx="667">
                  <c:v>157.84326875979559</c:v>
                </c:pt>
                <c:pt idx="668">
                  <c:v>156.69987790417369</c:v>
                </c:pt>
                <c:pt idx="669">
                  <c:v>160.17784980509199</c:v>
                </c:pt>
                <c:pt idx="670">
                  <c:v>157.8222277073416</c:v>
                </c:pt>
                <c:pt idx="671">
                  <c:v>159.7272606831099</c:v>
                </c:pt>
                <c:pt idx="672">
                  <c:v>158.01934842278689</c:v>
                </c:pt>
                <c:pt idx="673">
                  <c:v>155.65953460655291</c:v>
                </c:pt>
                <c:pt idx="674">
                  <c:v>154.01361854976989</c:v>
                </c:pt>
                <c:pt idx="675">
                  <c:v>156.33034699732769</c:v>
                </c:pt>
                <c:pt idx="676">
                  <c:v>157.74690046468979</c:v>
                </c:pt>
                <c:pt idx="677">
                  <c:v>158.6238629448238</c:v>
                </c:pt>
                <c:pt idx="678">
                  <c:v>160.59046608061399</c:v>
                </c:pt>
                <c:pt idx="679">
                  <c:v>160.29367866863319</c:v>
                </c:pt>
                <c:pt idx="680">
                  <c:v>158.3965343696178</c:v>
                </c:pt>
                <c:pt idx="681">
                  <c:v>161.50957938235231</c:v>
                </c:pt>
                <c:pt idx="682">
                  <c:v>161.48268366736059</c:v>
                </c:pt>
                <c:pt idx="683">
                  <c:v>161.6540768516538</c:v>
                </c:pt>
                <c:pt idx="684">
                  <c:v>162.60188624583091</c:v>
                </c:pt>
                <c:pt idx="685">
                  <c:v>161.71773599924799</c:v>
                </c:pt>
                <c:pt idx="686">
                  <c:v>163.28700545280731</c:v>
                </c:pt>
                <c:pt idx="687">
                  <c:v>163.95409339863431</c:v>
                </c:pt>
                <c:pt idx="688">
                  <c:v>165.32506020956939</c:v>
                </c:pt>
                <c:pt idx="689">
                  <c:v>165.88302604142899</c:v>
                </c:pt>
                <c:pt idx="690">
                  <c:v>166.4509832809529</c:v>
                </c:pt>
                <c:pt idx="691">
                  <c:v>166.2033970236325</c:v>
                </c:pt>
                <c:pt idx="692">
                  <c:v>165.00526644761621</c:v>
                </c:pt>
                <c:pt idx="693">
                  <c:v>164.05627512626009</c:v>
                </c:pt>
                <c:pt idx="694">
                  <c:v>165.6485509297919</c:v>
                </c:pt>
                <c:pt idx="695">
                  <c:v>165.73726418491279</c:v>
                </c:pt>
                <c:pt idx="696">
                  <c:v>164.07948762632191</c:v>
                </c:pt>
                <c:pt idx="697">
                  <c:v>166.3665854343692</c:v>
                </c:pt>
                <c:pt idx="698">
                  <c:v>165.01043394318941</c:v>
                </c:pt>
                <c:pt idx="699">
                  <c:v>163.39983826838321</c:v>
                </c:pt>
                <c:pt idx="700">
                  <c:v>163.83363302975209</c:v>
                </c:pt>
                <c:pt idx="701">
                  <c:v>161.77559545766141</c:v>
                </c:pt>
                <c:pt idx="702">
                  <c:v>164.32146660121171</c:v>
                </c:pt>
                <c:pt idx="703">
                  <c:v>164.8109631167255</c:v>
                </c:pt>
                <c:pt idx="704">
                  <c:v>167.72111521151271</c:v>
                </c:pt>
                <c:pt idx="705">
                  <c:v>167.54371618794951</c:v>
                </c:pt>
                <c:pt idx="706">
                  <c:v>168.99361099643059</c:v>
                </c:pt>
                <c:pt idx="707">
                  <c:v>164.52155587794371</c:v>
                </c:pt>
                <c:pt idx="708">
                  <c:v>165.89022755121729</c:v>
                </c:pt>
                <c:pt idx="709">
                  <c:v>167.50494622781071</c:v>
                </c:pt>
                <c:pt idx="710">
                  <c:v>168.9576859075249</c:v>
                </c:pt>
                <c:pt idx="711">
                  <c:v>169.0155316225991</c:v>
                </c:pt>
                <c:pt idx="712">
                  <c:v>168.54322802453791</c:v>
                </c:pt>
                <c:pt idx="713">
                  <c:v>168.63185881962309</c:v>
                </c:pt>
                <c:pt idx="714">
                  <c:v>168.48299096842709</c:v>
                </c:pt>
                <c:pt idx="715">
                  <c:v>170.4608636424357</c:v>
                </c:pt>
                <c:pt idx="716">
                  <c:v>169.02618271054931</c:v>
                </c:pt>
                <c:pt idx="717">
                  <c:v>170.402523167147</c:v>
                </c:pt>
                <c:pt idx="718">
                  <c:v>170.92119679197481</c:v>
                </c:pt>
                <c:pt idx="719">
                  <c:v>172.56325097041719</c:v>
                </c:pt>
                <c:pt idx="720">
                  <c:v>173.4625601202377</c:v>
                </c:pt>
                <c:pt idx="721">
                  <c:v>176.2817587955997</c:v>
                </c:pt>
                <c:pt idx="722">
                  <c:v>178.11565624719981</c:v>
                </c:pt>
                <c:pt idx="723">
                  <c:v>178.83627449956381</c:v>
                </c:pt>
                <c:pt idx="724">
                  <c:v>179.73026497707889</c:v>
                </c:pt>
                <c:pt idx="725">
                  <c:v>178.37082882780859</c:v>
                </c:pt>
                <c:pt idx="726">
                  <c:v>178.53532285577791</c:v>
                </c:pt>
                <c:pt idx="727">
                  <c:v>178.76809379334301</c:v>
                </c:pt>
                <c:pt idx="728">
                  <c:v>177.89519934163911</c:v>
                </c:pt>
                <c:pt idx="729">
                  <c:v>178.94921726185399</c:v>
                </c:pt>
                <c:pt idx="730">
                  <c:v>178.78858511222529</c:v>
                </c:pt>
                <c:pt idx="731">
                  <c:v>177.64570276015729</c:v>
                </c:pt>
                <c:pt idx="732">
                  <c:v>175.9933823072648</c:v>
                </c:pt>
                <c:pt idx="733">
                  <c:v>176.47182917798889</c:v>
                </c:pt>
                <c:pt idx="734">
                  <c:v>177.65322036674931</c:v>
                </c:pt>
                <c:pt idx="735">
                  <c:v>176.96947549370199</c:v>
                </c:pt>
                <c:pt idx="736">
                  <c:v>176.50293035480351</c:v>
                </c:pt>
                <c:pt idx="737">
                  <c:v>177.99496224154959</c:v>
                </c:pt>
                <c:pt idx="738">
                  <c:v>174.89170248638999</c:v>
                </c:pt>
                <c:pt idx="739">
                  <c:v>175.1302318831178</c:v>
                </c:pt>
                <c:pt idx="740">
                  <c:v>174.99042089251441</c:v>
                </c:pt>
                <c:pt idx="741">
                  <c:v>174.2678235992926</c:v>
                </c:pt>
                <c:pt idx="742">
                  <c:v>172.7073086528614</c:v>
                </c:pt>
                <c:pt idx="743">
                  <c:v>175.39476367778349</c:v>
                </c:pt>
                <c:pt idx="744">
                  <c:v>174.43053099315421</c:v>
                </c:pt>
                <c:pt idx="745">
                  <c:v>171.92213793584941</c:v>
                </c:pt>
                <c:pt idx="746">
                  <c:v>174.56612277859529</c:v>
                </c:pt>
                <c:pt idx="747">
                  <c:v>172.37963995749459</c:v>
                </c:pt>
                <c:pt idx="748">
                  <c:v>175.35652970787709</c:v>
                </c:pt>
                <c:pt idx="749">
                  <c:v>176.1452736931046</c:v>
                </c:pt>
                <c:pt idx="750">
                  <c:v>176.47342340534661</c:v>
                </c:pt>
                <c:pt idx="751">
                  <c:v>175.1834323495118</c:v>
                </c:pt>
                <c:pt idx="752">
                  <c:v>173.11145903138041</c:v>
                </c:pt>
                <c:pt idx="753">
                  <c:v>170.95967814198849</c:v>
                </c:pt>
                <c:pt idx="754">
                  <c:v>172.34334379842809</c:v>
                </c:pt>
                <c:pt idx="755">
                  <c:v>173.06884093624021</c:v>
                </c:pt>
                <c:pt idx="756">
                  <c:v>173.36763487575749</c:v>
                </c:pt>
                <c:pt idx="757">
                  <c:v>171.8642784774359</c:v>
                </c:pt>
                <c:pt idx="758">
                  <c:v>173.17137999068751</c:v>
                </c:pt>
                <c:pt idx="759">
                  <c:v>171.25854079820209</c:v>
                </c:pt>
                <c:pt idx="760">
                  <c:v>173.55857108852189</c:v>
                </c:pt>
                <c:pt idx="761">
                  <c:v>172.71987006497301</c:v>
                </c:pt>
                <c:pt idx="762">
                  <c:v>167.3949582834679</c:v>
                </c:pt>
                <c:pt idx="763">
                  <c:v>168.37753832605031</c:v>
                </c:pt>
                <c:pt idx="764">
                  <c:v>169.83545924467711</c:v>
                </c:pt>
                <c:pt idx="765">
                  <c:v>167.39553550371809</c:v>
                </c:pt>
                <c:pt idx="766">
                  <c:v>167.1642488467964</c:v>
                </c:pt>
                <c:pt idx="767">
                  <c:v>168.78244458823031</c:v>
                </c:pt>
                <c:pt idx="768">
                  <c:v>169.06970786608269</c:v>
                </c:pt>
                <c:pt idx="769">
                  <c:v>167.9470007360932</c:v>
                </c:pt>
                <c:pt idx="770">
                  <c:v>167.7461693190395</c:v>
                </c:pt>
                <c:pt idx="771">
                  <c:v>165.88345208494701</c:v>
                </c:pt>
                <c:pt idx="772">
                  <c:v>166.56068261517049</c:v>
                </c:pt>
                <c:pt idx="773">
                  <c:v>163.7931588955413</c:v>
                </c:pt>
                <c:pt idx="774">
                  <c:v>162.03920644859471</c:v>
                </c:pt>
                <c:pt idx="775">
                  <c:v>160.30591024060189</c:v>
                </c:pt>
                <c:pt idx="776">
                  <c:v>161.0234087549469</c:v>
                </c:pt>
                <c:pt idx="777">
                  <c:v>162.24392723066771</c:v>
                </c:pt>
                <c:pt idx="778">
                  <c:v>161.44530178449011</c:v>
                </c:pt>
                <c:pt idx="779">
                  <c:v>165.2097123629033</c:v>
                </c:pt>
                <c:pt idx="780">
                  <c:v>166.04387808448641</c:v>
                </c:pt>
                <c:pt idx="781">
                  <c:v>163.1663801638536</c:v>
                </c:pt>
                <c:pt idx="782">
                  <c:v>165.85132015768559</c:v>
                </c:pt>
                <c:pt idx="783">
                  <c:v>164.56268969244061</c:v>
                </c:pt>
                <c:pt idx="784">
                  <c:v>163.24479965784579</c:v>
                </c:pt>
                <c:pt idx="785">
                  <c:v>164.089424060629</c:v>
                </c:pt>
                <c:pt idx="786">
                  <c:v>160.3532697877973</c:v>
                </c:pt>
                <c:pt idx="787">
                  <c:v>160.70531916706571</c:v>
                </c:pt>
                <c:pt idx="788">
                  <c:v>161.99085738097031</c:v>
                </c:pt>
                <c:pt idx="789">
                  <c:v>155.86711400319831</c:v>
                </c:pt>
                <c:pt idx="790">
                  <c:v>158.54434398368829</c:v>
                </c:pt>
                <c:pt idx="791">
                  <c:v>157.06703121332251</c:v>
                </c:pt>
                <c:pt idx="792">
                  <c:v>159.97758186494909</c:v>
                </c:pt>
                <c:pt idx="793">
                  <c:v>159.6708717620005</c:v>
                </c:pt>
                <c:pt idx="794">
                  <c:v>158.1343526859707</c:v>
                </c:pt>
                <c:pt idx="795">
                  <c:v>156.3913399370995</c:v>
                </c:pt>
                <c:pt idx="796">
                  <c:v>153.15490722421379</c:v>
                </c:pt>
                <c:pt idx="797">
                  <c:v>149.58764484792451</c:v>
                </c:pt>
                <c:pt idx="798">
                  <c:v>151.51994460884529</c:v>
                </c:pt>
                <c:pt idx="799">
                  <c:v>154.31334703635881</c:v>
                </c:pt>
                <c:pt idx="800">
                  <c:v>156.76252004466031</c:v>
                </c:pt>
                <c:pt idx="801">
                  <c:v>155.68821695565239</c:v>
                </c:pt>
                <c:pt idx="802">
                  <c:v>156.10098440790671</c:v>
                </c:pt>
                <c:pt idx="803">
                  <c:v>151.34694345385509</c:v>
                </c:pt>
                <c:pt idx="804">
                  <c:v>152.69788621944369</c:v>
                </c:pt>
                <c:pt idx="805">
                  <c:v>152.52234254668471</c:v>
                </c:pt>
                <c:pt idx="806">
                  <c:v>155.1618058308041</c:v>
                </c:pt>
                <c:pt idx="807">
                  <c:v>151.71696912091551</c:v>
                </c:pt>
                <c:pt idx="808">
                  <c:v>151.80568237603649</c:v>
                </c:pt>
                <c:pt idx="809">
                  <c:v>151.9457682334257</c:v>
                </c:pt>
                <c:pt idx="810">
                  <c:v>151.98130850883121</c:v>
                </c:pt>
                <c:pt idx="811">
                  <c:v>155.07049508455731</c:v>
                </c:pt>
                <c:pt idx="812">
                  <c:v>154.17343984238039</c:v>
                </c:pt>
                <c:pt idx="813">
                  <c:v>155.9263203088623</c:v>
                </c:pt>
                <c:pt idx="814">
                  <c:v>155.55464544108699</c:v>
                </c:pt>
                <c:pt idx="815">
                  <c:v>157.5646225556784</c:v>
                </c:pt>
                <c:pt idx="816">
                  <c:v>157.26253021473141</c:v>
                </c:pt>
                <c:pt idx="817">
                  <c:v>152.1013290908561</c:v>
                </c:pt>
                <c:pt idx="818">
                  <c:v>152.25754962857249</c:v>
                </c:pt>
                <c:pt idx="819">
                  <c:v>148.0638795907563</c:v>
                </c:pt>
                <c:pt idx="820">
                  <c:v>146.08644670360511</c:v>
                </c:pt>
                <c:pt idx="821">
                  <c:v>149.41009464762899</c:v>
                </c:pt>
                <c:pt idx="822">
                  <c:v>146.25597079375481</c:v>
                </c:pt>
                <c:pt idx="823">
                  <c:v>146.17841713013789</c:v>
                </c:pt>
                <c:pt idx="824">
                  <c:v>145.2739129980655</c:v>
                </c:pt>
                <c:pt idx="825">
                  <c:v>142.24453743493211</c:v>
                </c:pt>
                <c:pt idx="826">
                  <c:v>145.06212813959709</c:v>
                </c:pt>
                <c:pt idx="827">
                  <c:v>145.1528616655938</c:v>
                </c:pt>
                <c:pt idx="828">
                  <c:v>142.12274396213871</c:v>
                </c:pt>
                <c:pt idx="829">
                  <c:v>144.06349587672341</c:v>
                </c:pt>
                <c:pt idx="830">
                  <c:v>144.0042620843808</c:v>
                </c:pt>
                <c:pt idx="831">
                  <c:v>145.04044115019661</c:v>
                </c:pt>
                <c:pt idx="832">
                  <c:v>145.6347443711405</c:v>
                </c:pt>
                <c:pt idx="833">
                  <c:v>147.87100556715191</c:v>
                </c:pt>
                <c:pt idx="834">
                  <c:v>146.13916615312391</c:v>
                </c:pt>
                <c:pt idx="835">
                  <c:v>143.48549225617799</c:v>
                </c:pt>
                <c:pt idx="836">
                  <c:v>141.48554777926881</c:v>
                </c:pt>
                <c:pt idx="837">
                  <c:v>140.76752701803071</c:v>
                </c:pt>
                <c:pt idx="838">
                  <c:v>141.6045238675076</c:v>
                </c:pt>
                <c:pt idx="839">
                  <c:v>140.35023800714981</c:v>
                </c:pt>
                <c:pt idx="840">
                  <c:v>142.45496170281069</c:v>
                </c:pt>
                <c:pt idx="841">
                  <c:v>143.63739738535719</c:v>
                </c:pt>
                <c:pt idx="842">
                  <c:v>145.41999095138539</c:v>
                </c:pt>
                <c:pt idx="843">
                  <c:v>140.4902688911819</c:v>
                </c:pt>
                <c:pt idx="844">
                  <c:v>141.30080981252439</c:v>
                </c:pt>
                <c:pt idx="845">
                  <c:v>140.0658608305485</c:v>
                </c:pt>
                <c:pt idx="846">
                  <c:v>138.497910737561</c:v>
                </c:pt>
                <c:pt idx="847">
                  <c:v>143.57149807345871</c:v>
                </c:pt>
                <c:pt idx="848">
                  <c:v>144.40083988295069</c:v>
                </c:pt>
                <c:pt idx="849">
                  <c:v>146.85977066214861</c:v>
                </c:pt>
                <c:pt idx="850">
                  <c:v>147.82015521177661</c:v>
                </c:pt>
                <c:pt idx="851">
                  <c:v>148.55935445886149</c:v>
                </c:pt>
                <c:pt idx="852">
                  <c:v>146.07965749399551</c:v>
                </c:pt>
                <c:pt idx="853">
                  <c:v>148.09594280132131</c:v>
                </c:pt>
                <c:pt idx="854">
                  <c:v>147.58054009124481</c:v>
                </c:pt>
                <c:pt idx="855">
                  <c:v>146.72378031986801</c:v>
                </c:pt>
                <c:pt idx="856">
                  <c:v>147.64631571308959</c:v>
                </c:pt>
                <c:pt idx="857">
                  <c:v>148.87655072968889</c:v>
                </c:pt>
                <c:pt idx="858">
                  <c:v>147.32936682236951</c:v>
                </c:pt>
                <c:pt idx="859">
                  <c:v>144.3322468765513</c:v>
                </c:pt>
                <c:pt idx="860">
                  <c:v>144.99206459589359</c:v>
                </c:pt>
                <c:pt idx="861">
                  <c:v>144.64001521662519</c:v>
                </c:pt>
                <c:pt idx="862">
                  <c:v>144.15569994002399</c:v>
                </c:pt>
                <c:pt idx="863">
                  <c:v>145.066993281706</c:v>
                </c:pt>
                <c:pt idx="864">
                  <c:v>144.11838677385001</c:v>
                </c:pt>
                <c:pt idx="865">
                  <c:v>143.07811219292569</c:v>
                </c:pt>
                <c:pt idx="866">
                  <c:v>144.06103581899029</c:v>
                </c:pt>
                <c:pt idx="867">
                  <c:v>142.82296709899549</c:v>
                </c:pt>
                <c:pt idx="868">
                  <c:v>142.26230757263491</c:v>
                </c:pt>
                <c:pt idx="869">
                  <c:v>138.81547807854921</c:v>
                </c:pt>
                <c:pt idx="870">
                  <c:v>139.57879688608921</c:v>
                </c:pt>
                <c:pt idx="871">
                  <c:v>141.17085279619229</c:v>
                </c:pt>
                <c:pt idx="872">
                  <c:v>140.10674726493801</c:v>
                </c:pt>
                <c:pt idx="873">
                  <c:v>142.62697333737199</c:v>
                </c:pt>
                <c:pt idx="874">
                  <c:v>145.24738835323461</c:v>
                </c:pt>
                <c:pt idx="875">
                  <c:v>145.03277236687239</c:v>
                </c:pt>
                <c:pt idx="876">
                  <c:v>146.95448975653949</c:v>
                </c:pt>
                <c:pt idx="877">
                  <c:v>146.19321870655389</c:v>
                </c:pt>
                <c:pt idx="878">
                  <c:v>146.59698427157281</c:v>
                </c:pt>
                <c:pt idx="879">
                  <c:v>148.44657661664269</c:v>
                </c:pt>
                <c:pt idx="880">
                  <c:v>149.94256658510449</c:v>
                </c:pt>
                <c:pt idx="881">
                  <c:v>149.72224711293671</c:v>
                </c:pt>
                <c:pt idx="882">
                  <c:v>148.34163247781959</c:v>
                </c:pt>
                <c:pt idx="883">
                  <c:v>151.45678022146569</c:v>
                </c:pt>
                <c:pt idx="884">
                  <c:v>152.94849601140811</c:v>
                </c:pt>
                <c:pt idx="885">
                  <c:v>154.7660114025737</c:v>
                </c:pt>
                <c:pt idx="886">
                  <c:v>153.80184743464079</c:v>
                </c:pt>
                <c:pt idx="887">
                  <c:v>154.12263071702299</c:v>
                </c:pt>
                <c:pt idx="888">
                  <c:v>155.6135081632687</c:v>
                </c:pt>
                <c:pt idx="889">
                  <c:v>153.78021541859741</c:v>
                </c:pt>
                <c:pt idx="890">
                  <c:v>153.50752008039299</c:v>
                </c:pt>
                <c:pt idx="891">
                  <c:v>154.2620294074477</c:v>
                </c:pt>
                <c:pt idx="892">
                  <c:v>153.92045245271879</c:v>
                </c:pt>
                <c:pt idx="893">
                  <c:v>154.24762638787109</c:v>
                </c:pt>
                <c:pt idx="894">
                  <c:v>154.559503986393</c:v>
                </c:pt>
                <c:pt idx="895">
                  <c:v>155.80517277301561</c:v>
                </c:pt>
                <c:pt idx="896">
                  <c:v>156.08633400822291</c:v>
                </c:pt>
                <c:pt idx="897">
                  <c:v>156.5355213095973</c:v>
                </c:pt>
                <c:pt idx="898">
                  <c:v>157.81226378635591</c:v>
                </c:pt>
                <c:pt idx="899">
                  <c:v>158.2970875665109</c:v>
                </c:pt>
                <c:pt idx="900">
                  <c:v>156.02604197875499</c:v>
                </c:pt>
                <c:pt idx="901">
                  <c:v>155.134607762348</c:v>
                </c:pt>
                <c:pt idx="902">
                  <c:v>153.54787052455029</c:v>
                </c:pt>
                <c:pt idx="903">
                  <c:v>155.15103105280019</c:v>
                </c:pt>
                <c:pt idx="904">
                  <c:v>153.93585873606361</c:v>
                </c:pt>
                <c:pt idx="905">
                  <c:v>153.36449314839561</c:v>
                </c:pt>
                <c:pt idx="906">
                  <c:v>155.49480694181571</c:v>
                </c:pt>
                <c:pt idx="907">
                  <c:v>158.2869999554716</c:v>
                </c:pt>
                <c:pt idx="908">
                  <c:v>158.27592282400329</c:v>
                </c:pt>
                <c:pt idx="909">
                  <c:v>157.32519984189659</c:v>
                </c:pt>
                <c:pt idx="910">
                  <c:v>153.3666783393428</c:v>
                </c:pt>
                <c:pt idx="911">
                  <c:v>152.8306743636696</c:v>
                </c:pt>
                <c:pt idx="912">
                  <c:v>156.5371017936157</c:v>
                </c:pt>
                <c:pt idx="913">
                  <c:v>156.2110960423031</c:v>
                </c:pt>
                <c:pt idx="914">
                  <c:v>153.53106242059789</c:v>
                </c:pt>
                <c:pt idx="915">
                  <c:v>151.0772579069554</c:v>
                </c:pt>
                <c:pt idx="916">
                  <c:v>149.7464628767668</c:v>
                </c:pt>
                <c:pt idx="917">
                  <c:v>152.7055824894465</c:v>
                </c:pt>
                <c:pt idx="918">
                  <c:v>155.40463689272991</c:v>
                </c:pt>
                <c:pt idx="919">
                  <c:v>158.47569600393169</c:v>
                </c:pt>
                <c:pt idx="920">
                  <c:v>159.63511159316641</c:v>
                </c:pt>
                <c:pt idx="921">
                  <c:v>161.1714932358033</c:v>
                </c:pt>
                <c:pt idx="922">
                  <c:v>161.42560757928669</c:v>
                </c:pt>
                <c:pt idx="923">
                  <c:v>163.61845356647899</c:v>
                </c:pt>
                <c:pt idx="924">
                  <c:v>163.65723726995711</c:v>
                </c:pt>
                <c:pt idx="925">
                  <c:v>163.18535971541391</c:v>
                </c:pt>
                <c:pt idx="926">
                  <c:v>164.93954579912841</c:v>
                </c:pt>
                <c:pt idx="927">
                  <c:v>165.2770684687666</c:v>
                </c:pt>
                <c:pt idx="928">
                  <c:v>164.91901325022829</c:v>
                </c:pt>
                <c:pt idx="929">
                  <c:v>167.0779819060692</c:v>
                </c:pt>
                <c:pt idx="930">
                  <c:v>166.67854549292679</c:v>
                </c:pt>
                <c:pt idx="931">
                  <c:v>163.38789530653969</c:v>
                </c:pt>
                <c:pt idx="932">
                  <c:v>162.48440818157479</c:v>
                </c:pt>
                <c:pt idx="933">
                  <c:v>163.35624439615339</c:v>
                </c:pt>
                <c:pt idx="934">
                  <c:v>162.6142964812104</c:v>
                </c:pt>
                <c:pt idx="935">
                  <c:v>160.73226985541459</c:v>
                </c:pt>
                <c:pt idx="936">
                  <c:v>159.62457045193051</c:v>
                </c:pt>
                <c:pt idx="937">
                  <c:v>160.49740993027731</c:v>
                </c:pt>
                <c:pt idx="938">
                  <c:v>159.67232855596541</c:v>
                </c:pt>
                <c:pt idx="939">
                  <c:v>158.99291283479459</c:v>
                </c:pt>
                <c:pt idx="940">
                  <c:v>158.12627160246791</c:v>
                </c:pt>
                <c:pt idx="941">
                  <c:v>157.14653643111859</c:v>
                </c:pt>
                <c:pt idx="942">
                  <c:v>152.65759074864371</c:v>
                </c:pt>
                <c:pt idx="943">
                  <c:v>152.1180822214514</c:v>
                </c:pt>
                <c:pt idx="944">
                  <c:v>148.72060505875831</c:v>
                </c:pt>
                <c:pt idx="945">
                  <c:v>150.28254931247571</c:v>
                </c:pt>
                <c:pt idx="946">
                  <c:v>151.065369918469</c:v>
                </c:pt>
                <c:pt idx="947">
                  <c:v>148.25786682484329</c:v>
                </c:pt>
                <c:pt idx="948">
                  <c:v>146.5571011009514</c:v>
                </c:pt>
                <c:pt idx="949">
                  <c:v>146.4051684850937</c:v>
                </c:pt>
                <c:pt idx="950">
                  <c:v>148.90047788339379</c:v>
                </c:pt>
                <c:pt idx="951">
                  <c:v>144.72312118931561</c:v>
                </c:pt>
                <c:pt idx="952">
                  <c:v>144.49022656169689</c:v>
                </c:pt>
                <c:pt idx="953">
                  <c:v>141.90000566225581</c:v>
                </c:pt>
                <c:pt idx="954">
                  <c:v>141.70748896547289</c:v>
                </c:pt>
                <c:pt idx="955">
                  <c:v>143.47620175881761</c:v>
                </c:pt>
                <c:pt idx="956">
                  <c:v>145.25010953441421</c:v>
                </c:pt>
                <c:pt idx="957">
                  <c:v>146.94952841105561</c:v>
                </c:pt>
                <c:pt idx="958">
                  <c:v>148.747926817268</c:v>
                </c:pt>
                <c:pt idx="959">
                  <c:v>149.51286733884419</c:v>
                </c:pt>
                <c:pt idx="960">
                  <c:v>146.01906311106319</c:v>
                </c:pt>
                <c:pt idx="961">
                  <c:v>147.06090443266669</c:v>
                </c:pt>
                <c:pt idx="962">
                  <c:v>149.09857437592871</c:v>
                </c:pt>
                <c:pt idx="963">
                  <c:v>151.65200435608881</c:v>
                </c:pt>
                <c:pt idx="964">
                  <c:v>151.97493159940029</c:v>
                </c:pt>
                <c:pt idx="965">
                  <c:v>151.97358475214989</c:v>
                </c:pt>
                <c:pt idx="966">
                  <c:v>153.77405840259519</c:v>
                </c:pt>
                <c:pt idx="967">
                  <c:v>153.84524890012051</c:v>
                </c:pt>
                <c:pt idx="968">
                  <c:v>152.59519598826429</c:v>
                </c:pt>
                <c:pt idx="969">
                  <c:v>153.03278391127739</c:v>
                </c:pt>
                <c:pt idx="970">
                  <c:v>153.0457438802284</c:v>
                </c:pt>
                <c:pt idx="971">
                  <c:v>154.4653895989309</c:v>
                </c:pt>
                <c:pt idx="972">
                  <c:v>152.69168797342371</c:v>
                </c:pt>
                <c:pt idx="973">
                  <c:v>151.43223461749261</c:v>
                </c:pt>
                <c:pt idx="974">
                  <c:v>151.27260573163221</c:v>
                </c:pt>
                <c:pt idx="975">
                  <c:v>148.93336569431631</c:v>
                </c:pt>
                <c:pt idx="976">
                  <c:v>147.1825192420493</c:v>
                </c:pt>
                <c:pt idx="977">
                  <c:v>144.96643326811659</c:v>
                </c:pt>
                <c:pt idx="978">
                  <c:v>141.00415983393651</c:v>
                </c:pt>
                <c:pt idx="979">
                  <c:v>140.2689873852637</c:v>
                </c:pt>
                <c:pt idx="980">
                  <c:v>141.2909008648958</c:v>
                </c:pt>
                <c:pt idx="981">
                  <c:v>137.19280200850659</c:v>
                </c:pt>
                <c:pt idx="982">
                  <c:v>137.23091228835941</c:v>
                </c:pt>
                <c:pt idx="983">
                  <c:v>136.99979055150919</c:v>
                </c:pt>
                <c:pt idx="984">
                  <c:v>136.77690107489411</c:v>
                </c:pt>
                <c:pt idx="985">
                  <c:v>134.7951390358663</c:v>
                </c:pt>
                <c:pt idx="986">
                  <c:v>135.60863477515619</c:v>
                </c:pt>
                <c:pt idx="987">
                  <c:v>138.48283429435921</c:v>
                </c:pt>
                <c:pt idx="988">
                  <c:v>138.2461877351142</c:v>
                </c:pt>
                <c:pt idx="989">
                  <c:v>136.9133174606927</c:v>
                </c:pt>
                <c:pt idx="990">
                  <c:v>135.4295453208602</c:v>
                </c:pt>
                <c:pt idx="991">
                  <c:v>135.99570218293701</c:v>
                </c:pt>
                <c:pt idx="992">
                  <c:v>135.52136457066081</c:v>
                </c:pt>
                <c:pt idx="993">
                  <c:v>135.08965879686409</c:v>
                </c:pt>
                <c:pt idx="994">
                  <c:v>135.67284365632199</c:v>
                </c:pt>
                <c:pt idx="995">
                  <c:v>138.4362718608426</c:v>
                </c:pt>
                <c:pt idx="996">
                  <c:v>137.830492951591</c:v>
                </c:pt>
                <c:pt idx="997">
                  <c:v>134.9767160345738</c:v>
                </c:pt>
                <c:pt idx="998">
                  <c:v>135.05745815290621</c:v>
                </c:pt>
                <c:pt idx="999">
                  <c:v>134.5213992038758</c:v>
                </c:pt>
                <c:pt idx="1000">
                  <c:v>132.10214544521</c:v>
                </c:pt>
                <c:pt idx="1001">
                  <c:v>132.69331518479569</c:v>
                </c:pt>
                <c:pt idx="1002">
                  <c:v>133.19512573231381</c:v>
                </c:pt>
                <c:pt idx="1003">
                  <c:v>135.02116199383971</c:v>
                </c:pt>
                <c:pt idx="1004">
                  <c:v>135.07892524887811</c:v>
                </c:pt>
                <c:pt idx="1005">
                  <c:v>136.1046456334937</c:v>
                </c:pt>
                <c:pt idx="1006">
                  <c:v>135.95573655227989</c:v>
                </c:pt>
                <c:pt idx="1007">
                  <c:v>137.80425691688521</c:v>
                </c:pt>
                <c:pt idx="1008">
                  <c:v>137.1196187267841</c:v>
                </c:pt>
                <c:pt idx="1009">
                  <c:v>139.409630122761</c:v>
                </c:pt>
                <c:pt idx="1010">
                  <c:v>141.00207084636429</c:v>
                </c:pt>
                <c:pt idx="1011">
                  <c:v>141.78273374808899</c:v>
                </c:pt>
                <c:pt idx="1012">
                  <c:v>140.49139584500369</c:v>
                </c:pt>
                <c:pt idx="1013">
                  <c:v>142.05349127545341</c:v>
                </c:pt>
                <c:pt idx="1014">
                  <c:v>142.62106370147711</c:v>
                </c:pt>
                <c:pt idx="1015">
                  <c:v>145.5312707696215</c:v>
                </c:pt>
                <c:pt idx="1016">
                  <c:v>146.3279721482983</c:v>
                </c:pt>
                <c:pt idx="1017">
                  <c:v>148.98091764826179</c:v>
                </c:pt>
                <c:pt idx="1018">
                  <c:v>149.32282444313361</c:v>
                </c:pt>
                <c:pt idx="1019">
                  <c:v>151.50074516385629</c:v>
                </c:pt>
                <c:pt idx="1020">
                  <c:v>150.78908756870979</c:v>
                </c:pt>
                <c:pt idx="1021">
                  <c:v>154.97574850348781</c:v>
                </c:pt>
                <c:pt idx="1022">
                  <c:v>155.34368518297609</c:v>
                </c:pt>
                <c:pt idx="1023">
                  <c:v>156.0039152024971</c:v>
                </c:pt>
                <c:pt idx="1024">
                  <c:v>156.2724325655571</c:v>
                </c:pt>
                <c:pt idx="1025">
                  <c:v>156.41688880484071</c:v>
                </c:pt>
                <c:pt idx="1026">
                  <c:v>153.2330243647416</c:v>
                </c:pt>
                <c:pt idx="1027">
                  <c:v>151.86462755825389</c:v>
                </c:pt>
                <c:pt idx="1028">
                  <c:v>155.10334166546181</c:v>
                </c:pt>
                <c:pt idx="1029">
                  <c:v>155.15933202973179</c:v>
                </c:pt>
                <c:pt idx="1030">
                  <c:v>156.03049482068511</c:v>
                </c:pt>
                <c:pt idx="1031">
                  <c:v>154.33613349290269</c:v>
                </c:pt>
                <c:pt idx="1032">
                  <c:v>154.3694748340217</c:v>
                </c:pt>
                <c:pt idx="1033">
                  <c:v>151.7685753599518</c:v>
                </c:pt>
                <c:pt idx="1034">
                  <c:v>150.52100999250709</c:v>
                </c:pt>
                <c:pt idx="1035">
                  <c:v>151.7337497381894</c:v>
                </c:pt>
                <c:pt idx="1036">
                  <c:v>152.36448655159279</c:v>
                </c:pt>
                <c:pt idx="1037">
                  <c:v>154.204870859338</c:v>
                </c:pt>
                <c:pt idx="1038">
                  <c:v>150.85207329267871</c:v>
                </c:pt>
                <c:pt idx="1039">
                  <c:v>151.06079338648519</c:v>
                </c:pt>
                <c:pt idx="1040">
                  <c:v>154.3382637104927</c:v>
                </c:pt>
                <c:pt idx="1041">
                  <c:v>155.85846944278461</c:v>
                </c:pt>
                <c:pt idx="1042">
                  <c:v>152.26789836305829</c:v>
                </c:pt>
                <c:pt idx="1043">
                  <c:v>151.9280393257408</c:v>
                </c:pt>
                <c:pt idx="1044">
                  <c:v>151.11303181912879</c:v>
                </c:pt>
                <c:pt idx="1045">
                  <c:v>150.18772027137049</c:v>
                </c:pt>
                <c:pt idx="1046">
                  <c:v>153.6833661066164</c:v>
                </c:pt>
                <c:pt idx="1047">
                  <c:v>154.63580700613451</c:v>
                </c:pt>
                <c:pt idx="1048">
                  <c:v>153.83725027665341</c:v>
                </c:pt>
                <c:pt idx="1049">
                  <c:v>156.7709309683062</c:v>
                </c:pt>
                <c:pt idx="1050">
                  <c:v>153.53508921900999</c:v>
                </c:pt>
                <c:pt idx="1051">
                  <c:v>149.9592922290212</c:v>
                </c:pt>
                <c:pt idx="1052">
                  <c:v>148.94529491282049</c:v>
                </c:pt>
                <c:pt idx="1053">
                  <c:v>149.0481638074107</c:v>
                </c:pt>
                <c:pt idx="1054">
                  <c:v>147.96676915532879</c:v>
                </c:pt>
                <c:pt idx="1055">
                  <c:v>151.22729394199101</c:v>
                </c:pt>
                <c:pt idx="1056">
                  <c:v>159.60752871121011</c:v>
                </c:pt>
                <c:pt idx="1057">
                  <c:v>159.73899749486409</c:v>
                </c:pt>
                <c:pt idx="1058">
                  <c:v>161.06894043801671</c:v>
                </c:pt>
                <c:pt idx="1059">
                  <c:v>161.56783739760519</c:v>
                </c:pt>
                <c:pt idx="1060">
                  <c:v>159.93845457798881</c:v>
                </c:pt>
                <c:pt idx="1061">
                  <c:v>159.34115530907951</c:v>
                </c:pt>
                <c:pt idx="1062">
                  <c:v>157.81080699239109</c:v>
                </c:pt>
                <c:pt idx="1063">
                  <c:v>157.08649178175801</c:v>
                </c:pt>
                <c:pt idx="1064">
                  <c:v>154.0248193712917</c:v>
                </c:pt>
                <c:pt idx="1065">
                  <c:v>156.15729086898031</c:v>
                </c:pt>
                <c:pt idx="1066">
                  <c:v>159.06962815471479</c:v>
                </c:pt>
                <c:pt idx="1067">
                  <c:v>159.79963310781429</c:v>
                </c:pt>
                <c:pt idx="1068">
                  <c:v>161.03223197877151</c:v>
                </c:pt>
                <c:pt idx="1069">
                  <c:v>164.82220516826521</c:v>
                </c:pt>
                <c:pt idx="1070">
                  <c:v>159.44018981200759</c:v>
                </c:pt>
                <c:pt idx="1071">
                  <c:v>157.53383747566741</c:v>
                </c:pt>
                <c:pt idx="1072">
                  <c:v>154.9751025665411</c:v>
                </c:pt>
                <c:pt idx="1073">
                  <c:v>157.5546861213713</c:v>
                </c:pt>
                <c:pt idx="1074">
                  <c:v>157.41490261744639</c:v>
                </c:pt>
                <c:pt idx="1075">
                  <c:v>159.47369607319811</c:v>
                </c:pt>
                <c:pt idx="1076">
                  <c:v>160.6990247176706</c:v>
                </c:pt>
                <c:pt idx="1077">
                  <c:v>160.65463373176189</c:v>
                </c:pt>
                <c:pt idx="1078">
                  <c:v>162.38505758184289</c:v>
                </c:pt>
                <c:pt idx="1079">
                  <c:v>158.51897377935779</c:v>
                </c:pt>
                <c:pt idx="1080">
                  <c:v>159.64311021663349</c:v>
                </c:pt>
                <c:pt idx="1081">
                  <c:v>156.0969713528338</c:v>
                </c:pt>
                <c:pt idx="1082">
                  <c:v>150.86813925630941</c:v>
                </c:pt>
                <c:pt idx="1083">
                  <c:v>154.27377996254111</c:v>
                </c:pt>
                <c:pt idx="1084">
                  <c:v>155.52138656000369</c:v>
                </c:pt>
                <c:pt idx="1085">
                  <c:v>151.51114887169931</c:v>
                </c:pt>
                <c:pt idx="1086">
                  <c:v>150.76825266634521</c:v>
                </c:pt>
                <c:pt idx="1087">
                  <c:v>149.62396849366951</c:v>
                </c:pt>
                <c:pt idx="1088">
                  <c:v>150.8306474267246</c:v>
                </c:pt>
                <c:pt idx="1089">
                  <c:v>149.85261642944749</c:v>
                </c:pt>
                <c:pt idx="1090">
                  <c:v>149.58408532304821</c:v>
                </c:pt>
                <c:pt idx="1091">
                  <c:v>153.69335751428071</c:v>
                </c:pt>
                <c:pt idx="1092">
                  <c:v>149.77037628713239</c:v>
                </c:pt>
                <c:pt idx="1093">
                  <c:v>149.50299962123361</c:v>
                </c:pt>
                <c:pt idx="1094">
                  <c:v>152.42684008195431</c:v>
                </c:pt>
                <c:pt idx="1095">
                  <c:v>154.59334008772649</c:v>
                </c:pt>
                <c:pt idx="1096">
                  <c:v>152.44881568148</c:v>
                </c:pt>
                <c:pt idx="1097">
                  <c:v>153.82085447287969</c:v>
                </c:pt>
                <c:pt idx="1098">
                  <c:v>150.35406965014411</c:v>
                </c:pt>
                <c:pt idx="1099">
                  <c:v>151.4358903457439</c:v>
                </c:pt>
                <c:pt idx="1100">
                  <c:v>149.89660885851669</c:v>
                </c:pt>
                <c:pt idx="1101">
                  <c:v>147.39599453125041</c:v>
                </c:pt>
                <c:pt idx="1102">
                  <c:v>147.76777934574011</c:v>
                </c:pt>
                <c:pt idx="1103">
                  <c:v>144.77691261929911</c:v>
                </c:pt>
                <c:pt idx="1104">
                  <c:v>142.29808148480839</c:v>
                </c:pt>
                <c:pt idx="1105">
                  <c:v>142.58133170758791</c:v>
                </c:pt>
                <c:pt idx="1106">
                  <c:v>142.57022708944109</c:v>
                </c:pt>
                <c:pt idx="1107">
                  <c:v>141.35807830734831</c:v>
                </c:pt>
                <c:pt idx="1108">
                  <c:v>143.94739214639631</c:v>
                </c:pt>
                <c:pt idx="1109">
                  <c:v>146.86697217193691</c:v>
                </c:pt>
                <c:pt idx="1110">
                  <c:v>147.6490094075906</c:v>
                </c:pt>
                <c:pt idx="1111">
                  <c:v>147.8117030581129</c:v>
                </c:pt>
                <c:pt idx="1112">
                  <c:v>150.7610923865748</c:v>
                </c:pt>
                <c:pt idx="1113">
                  <c:v>149.44197919478319</c:v>
                </c:pt>
                <c:pt idx="1114">
                  <c:v>149.2227042164015</c:v>
                </c:pt>
                <c:pt idx="1115">
                  <c:v>151.50205078108891</c:v>
                </c:pt>
                <c:pt idx="1116">
                  <c:v>150.811983971968</c:v>
                </c:pt>
                <c:pt idx="1117">
                  <c:v>146.19617352450129</c:v>
                </c:pt>
                <c:pt idx="1118">
                  <c:v>143.15851072777579</c:v>
                </c:pt>
                <c:pt idx="1119">
                  <c:v>144.76472227734831</c:v>
                </c:pt>
                <c:pt idx="1120">
                  <c:v>147.9351182449426</c:v>
                </c:pt>
                <c:pt idx="1121">
                  <c:v>149.7525099460546</c:v>
                </c:pt>
                <c:pt idx="1122">
                  <c:v>149.98047071486801</c:v>
                </c:pt>
                <c:pt idx="1123">
                  <c:v>152.29916445994451</c:v>
                </c:pt>
                <c:pt idx="1124">
                  <c:v>154.6360406429024</c:v>
                </c:pt>
                <c:pt idx="1125">
                  <c:v>153.7195523189686</c:v>
                </c:pt>
                <c:pt idx="1126">
                  <c:v>152.43573202247529</c:v>
                </c:pt>
                <c:pt idx="1127">
                  <c:v>150.0946641210337</c:v>
                </c:pt>
                <c:pt idx="1128">
                  <c:v>153.15456364073151</c:v>
                </c:pt>
                <c:pt idx="1129">
                  <c:v>154.23928418092169</c:v>
                </c:pt>
                <c:pt idx="1130">
                  <c:v>155.19237101738639</c:v>
                </c:pt>
                <c:pt idx="1131">
                  <c:v>153.98125298574041</c:v>
                </c:pt>
                <c:pt idx="1132">
                  <c:v>153.56433504502041</c:v>
                </c:pt>
                <c:pt idx="1133">
                  <c:v>155.33842148402769</c:v>
                </c:pt>
                <c:pt idx="1134">
                  <c:v>157.04523427720761</c:v>
                </c:pt>
                <c:pt idx="1135">
                  <c:v>156.91808090209079</c:v>
                </c:pt>
                <c:pt idx="1136">
                  <c:v>154.35990946987539</c:v>
                </c:pt>
                <c:pt idx="1137">
                  <c:v>154.3006069608364</c:v>
                </c:pt>
                <c:pt idx="1138">
                  <c:v>155.8914397137427</c:v>
                </c:pt>
                <c:pt idx="1139">
                  <c:v>154.02648231534579</c:v>
                </c:pt>
                <c:pt idx="1140">
                  <c:v>151.37001852052401</c:v>
                </c:pt>
                <c:pt idx="1141">
                  <c:v>149.14748692046399</c:v>
                </c:pt>
                <c:pt idx="1142">
                  <c:v>149.4197562151503</c:v>
                </c:pt>
                <c:pt idx="1143">
                  <c:v>148.19405650051701</c:v>
                </c:pt>
                <c:pt idx="1144">
                  <c:v>151.11006325784211</c:v>
                </c:pt>
                <c:pt idx="1145">
                  <c:v>148.43912772674719</c:v>
                </c:pt>
                <c:pt idx="1146">
                  <c:v>148.53563345524589</c:v>
                </c:pt>
                <c:pt idx="1147">
                  <c:v>149.57765344026021</c:v>
                </c:pt>
                <c:pt idx="1148">
                  <c:v>148.22027879188349</c:v>
                </c:pt>
                <c:pt idx="1149">
                  <c:v>150.6271910318664</c:v>
                </c:pt>
                <c:pt idx="1150">
                  <c:v>151.0962786885336</c:v>
                </c:pt>
                <c:pt idx="1151">
                  <c:v>150.04554542640909</c:v>
                </c:pt>
                <c:pt idx="1152">
                  <c:v>147.26269788347079</c:v>
                </c:pt>
                <c:pt idx="1153">
                  <c:v>147.8685317660796</c:v>
                </c:pt>
                <c:pt idx="1154">
                  <c:v>145.40237199041479</c:v>
                </c:pt>
                <c:pt idx="1155">
                  <c:v>145.2822826916935</c:v>
                </c:pt>
                <c:pt idx="1156">
                  <c:v>144.2115116408832</c:v>
                </c:pt>
                <c:pt idx="1157">
                  <c:v>143.45939365486521</c:v>
                </c:pt>
                <c:pt idx="1158">
                  <c:v>142.00389156395349</c:v>
                </c:pt>
                <c:pt idx="1159">
                  <c:v>142.74655413253959</c:v>
                </c:pt>
                <c:pt idx="1160">
                  <c:v>143.89320215957329</c:v>
                </c:pt>
                <c:pt idx="1161">
                  <c:v>143.24398055482411</c:v>
                </c:pt>
                <c:pt idx="1162">
                  <c:v>146.4219765890461</c:v>
                </c:pt>
                <c:pt idx="1163">
                  <c:v>144.40290138384429</c:v>
                </c:pt>
                <c:pt idx="1164">
                  <c:v>142.40600792825759</c:v>
                </c:pt>
                <c:pt idx="1165">
                  <c:v>141.72318385894269</c:v>
                </c:pt>
                <c:pt idx="1166">
                  <c:v>141.46346223302879</c:v>
                </c:pt>
                <c:pt idx="1167">
                  <c:v>141.11035461663499</c:v>
                </c:pt>
                <c:pt idx="1168">
                  <c:v>142.15376267891759</c:v>
                </c:pt>
                <c:pt idx="1169">
                  <c:v>140.15667681658081</c:v>
                </c:pt>
                <c:pt idx="1170">
                  <c:v>138.7017519459194</c:v>
                </c:pt>
                <c:pt idx="1171">
                  <c:v>138.80515683074199</c:v>
                </c:pt>
                <c:pt idx="1172">
                  <c:v>137.73661220089679</c:v>
                </c:pt>
                <c:pt idx="1173">
                  <c:v>134.58349161079079</c:v>
                </c:pt>
                <c:pt idx="1174">
                  <c:v>135.8244189453581</c:v>
                </c:pt>
                <c:pt idx="1175">
                  <c:v>136.98050864648451</c:v>
                </c:pt>
                <c:pt idx="1176">
                  <c:v>139.06210230211931</c:v>
                </c:pt>
                <c:pt idx="1177">
                  <c:v>139.89691396064899</c:v>
                </c:pt>
                <c:pt idx="1178">
                  <c:v>142.53691323500061</c:v>
                </c:pt>
                <c:pt idx="1179">
                  <c:v>140.02016422740721</c:v>
                </c:pt>
                <c:pt idx="1180">
                  <c:v>139.50338718340149</c:v>
                </c:pt>
                <c:pt idx="1181">
                  <c:v>140.00264146981161</c:v>
                </c:pt>
                <c:pt idx="1182">
                  <c:v>138.77728533866059</c:v>
                </c:pt>
                <c:pt idx="1183">
                  <c:v>138.56272432565561</c:v>
                </c:pt>
                <c:pt idx="1184">
                  <c:v>139.97129291288979</c:v>
                </c:pt>
                <c:pt idx="1185">
                  <c:v>145.97317410117179</c:v>
                </c:pt>
                <c:pt idx="1186">
                  <c:v>146.9021551205208</c:v>
                </c:pt>
                <c:pt idx="1187">
                  <c:v>146.30863526991641</c:v>
                </c:pt>
                <c:pt idx="1188">
                  <c:v>146.06334415025759</c:v>
                </c:pt>
                <c:pt idx="1189">
                  <c:v>145.7009322931641</c:v>
                </c:pt>
                <c:pt idx="1190">
                  <c:v>145.90372900773639</c:v>
                </c:pt>
                <c:pt idx="1191">
                  <c:v>142.8110791105091</c:v>
                </c:pt>
                <c:pt idx="1192">
                  <c:v>143.43486179423141</c:v>
                </c:pt>
                <c:pt idx="1193">
                  <c:v>142.85731170388269</c:v>
                </c:pt>
                <c:pt idx="1194">
                  <c:v>141.85887184775899</c:v>
                </c:pt>
                <c:pt idx="1195">
                  <c:v>140.6109903835106</c:v>
                </c:pt>
                <c:pt idx="1196">
                  <c:v>141.45099702429221</c:v>
                </c:pt>
                <c:pt idx="1197">
                  <c:v>143.52393237617389</c:v>
                </c:pt>
                <c:pt idx="1198">
                  <c:v>140.08166567073269</c:v>
                </c:pt>
                <c:pt idx="1199">
                  <c:v>139.90319466670479</c:v>
                </c:pt>
                <c:pt idx="1200">
                  <c:v>140.42166214144311</c:v>
                </c:pt>
                <c:pt idx="1201">
                  <c:v>144.50912365322151</c:v>
                </c:pt>
                <c:pt idx="1202">
                  <c:v>145.73732465560559</c:v>
                </c:pt>
                <c:pt idx="1203">
                  <c:v>147.20993720393409</c:v>
                </c:pt>
                <c:pt idx="1204">
                  <c:v>147.6697206199016</c:v>
                </c:pt>
                <c:pt idx="1205">
                  <c:v>148.78044355802959</c:v>
                </c:pt>
                <c:pt idx="1206">
                  <c:v>149.0655353882741</c:v>
                </c:pt>
                <c:pt idx="1207">
                  <c:v>149.84241887169381</c:v>
                </c:pt>
                <c:pt idx="1208">
                  <c:v>148.69424533399891</c:v>
                </c:pt>
                <c:pt idx="1209">
                  <c:v>150.43452315835131</c:v>
                </c:pt>
                <c:pt idx="1210">
                  <c:v>151.32579245468679</c:v>
                </c:pt>
                <c:pt idx="1211">
                  <c:v>152.19993755026621</c:v>
                </c:pt>
                <c:pt idx="1212">
                  <c:v>151.4696302437024</c:v>
                </c:pt>
                <c:pt idx="1213">
                  <c:v>151.0785085508308</c:v>
                </c:pt>
                <c:pt idx="1214">
                  <c:v>149.5268992882599</c:v>
                </c:pt>
                <c:pt idx="1215">
                  <c:v>151.25146847580319</c:v>
                </c:pt>
                <c:pt idx="1216">
                  <c:v>152.4212053128451</c:v>
                </c:pt>
                <c:pt idx="1217">
                  <c:v>151.6349351286899</c:v>
                </c:pt>
                <c:pt idx="1218">
                  <c:v>149.75708647803839</c:v>
                </c:pt>
                <c:pt idx="1219">
                  <c:v>148.88856240822881</c:v>
                </c:pt>
                <c:pt idx="1220">
                  <c:v>151.95276359312459</c:v>
                </c:pt>
                <c:pt idx="1221">
                  <c:v>154.69248453736901</c:v>
                </c:pt>
                <c:pt idx="1222">
                  <c:v>154.88237625634741</c:v>
                </c:pt>
                <c:pt idx="1223">
                  <c:v>157.51254904310619</c:v>
                </c:pt>
                <c:pt idx="1224">
                  <c:v>158.7192966928578</c:v>
                </c:pt>
                <c:pt idx="1225">
                  <c:v>160.82384172510791</c:v>
                </c:pt>
                <c:pt idx="1226">
                  <c:v>161.25931317387031</c:v>
                </c:pt>
                <c:pt idx="1227">
                  <c:v>160.44346732356161</c:v>
                </c:pt>
                <c:pt idx="1228">
                  <c:v>163.64025050259389</c:v>
                </c:pt>
                <c:pt idx="1229">
                  <c:v>163.8494653566149</c:v>
                </c:pt>
                <c:pt idx="1230">
                  <c:v>163.21372596770971</c:v>
                </c:pt>
                <c:pt idx="1231">
                  <c:v>164.724586229284</c:v>
                </c:pt>
                <c:pt idx="1232">
                  <c:v>164.40112299574011</c:v>
                </c:pt>
                <c:pt idx="1233">
                  <c:v>165.49764906438091</c:v>
                </c:pt>
                <c:pt idx="1234">
                  <c:v>163.45530638576011</c:v>
                </c:pt>
                <c:pt idx="1235">
                  <c:v>163.51426531131679</c:v>
                </c:pt>
                <c:pt idx="1236">
                  <c:v>162.5052980572965</c:v>
                </c:pt>
                <c:pt idx="1237">
                  <c:v>161.5156676816581</c:v>
                </c:pt>
                <c:pt idx="1238">
                  <c:v>160.35909696365661</c:v>
                </c:pt>
                <c:pt idx="1239">
                  <c:v>162.6972925071864</c:v>
                </c:pt>
                <c:pt idx="1240">
                  <c:v>162.29097068105941</c:v>
                </c:pt>
                <c:pt idx="1241">
                  <c:v>164.47036193908619</c:v>
                </c:pt>
                <c:pt idx="1242">
                  <c:v>163.6506954404548</c:v>
                </c:pt>
                <c:pt idx="1243">
                  <c:v>164.3005354954721</c:v>
                </c:pt>
                <c:pt idx="1244">
                  <c:v>161.3821236537712</c:v>
                </c:pt>
                <c:pt idx="1245">
                  <c:v>163.40554175418879</c:v>
                </c:pt>
                <c:pt idx="1246">
                  <c:v>162.0922969682743</c:v>
                </c:pt>
                <c:pt idx="1247">
                  <c:v>161.56053968444189</c:v>
                </c:pt>
                <c:pt idx="1248">
                  <c:v>161.71304952054979</c:v>
                </c:pt>
                <c:pt idx="1249">
                  <c:v>163.90841053883241</c:v>
                </c:pt>
                <c:pt idx="1250">
                  <c:v>161.77358893012499</c:v>
                </c:pt>
                <c:pt idx="1251">
                  <c:v>162.47301495330291</c:v>
                </c:pt>
                <c:pt idx="1252">
                  <c:v>161.9531456579569</c:v>
                </c:pt>
                <c:pt idx="1253">
                  <c:v>161.55579823238671</c:v>
                </c:pt>
                <c:pt idx="1254">
                  <c:v>162.28533591195031</c:v>
                </c:pt>
                <c:pt idx="1255">
                  <c:v>165.21798585315631</c:v>
                </c:pt>
                <c:pt idx="1256">
                  <c:v>166.76400157663591</c:v>
                </c:pt>
                <c:pt idx="1257">
                  <c:v>167.67941792010501</c:v>
                </c:pt>
                <c:pt idx="1258">
                  <c:v>168.43888859264359</c:v>
                </c:pt>
                <c:pt idx="1259">
                  <c:v>164.90583338784859</c:v>
                </c:pt>
                <c:pt idx="1260">
                  <c:v>165.1772231088203</c:v>
                </c:pt>
                <c:pt idx="1261">
                  <c:v>167.59037482484109</c:v>
                </c:pt>
                <c:pt idx="1262">
                  <c:v>166.6357762210545</c:v>
                </c:pt>
                <c:pt idx="1263">
                  <c:v>166.10023951891711</c:v>
                </c:pt>
                <c:pt idx="1264">
                  <c:v>165.72511507297989</c:v>
                </c:pt>
                <c:pt idx="1265">
                  <c:v>164.24345940739821</c:v>
                </c:pt>
                <c:pt idx="1266">
                  <c:v>164.06729728437111</c:v>
                </c:pt>
                <c:pt idx="1267">
                  <c:v>163.66975745205079</c:v>
                </c:pt>
                <c:pt idx="1268">
                  <c:v>162.7331901094135</c:v>
                </c:pt>
                <c:pt idx="1269">
                  <c:v>162.6518707708309</c:v>
                </c:pt>
                <c:pt idx="1270">
                  <c:v>162.2609277413701</c:v>
                </c:pt>
                <c:pt idx="1271">
                  <c:v>160.53532780338011</c:v>
                </c:pt>
                <c:pt idx="1272">
                  <c:v>159.6583240932282</c:v>
                </c:pt>
                <c:pt idx="1273">
                  <c:v>158.86134784776559</c:v>
                </c:pt>
                <c:pt idx="1274">
                  <c:v>158.02407613150291</c:v>
                </c:pt>
                <c:pt idx="1275">
                  <c:v>158.6098447387474</c:v>
                </c:pt>
                <c:pt idx="1276">
                  <c:v>157.26413818542841</c:v>
                </c:pt>
                <c:pt idx="1277">
                  <c:v>159.6371456073814</c:v>
                </c:pt>
                <c:pt idx="1278">
                  <c:v>162.3563752327434</c:v>
                </c:pt>
                <c:pt idx="1279">
                  <c:v>160.83225264875381</c:v>
                </c:pt>
                <c:pt idx="1280">
                  <c:v>159.19899420745739</c:v>
                </c:pt>
                <c:pt idx="1281">
                  <c:v>160.96333661890759</c:v>
                </c:pt>
                <c:pt idx="1282">
                  <c:v>162.7260985463395</c:v>
                </c:pt>
                <c:pt idx="1283">
                  <c:v>161.5324757856105</c:v>
                </c:pt>
                <c:pt idx="1284">
                  <c:v>159.06789649396421</c:v>
                </c:pt>
                <c:pt idx="1285">
                  <c:v>162.0242949254644</c:v>
                </c:pt>
                <c:pt idx="1286">
                  <c:v>161.86440491615741</c:v>
                </c:pt>
                <c:pt idx="1287">
                  <c:v>161.2523865308678</c:v>
                </c:pt>
                <c:pt idx="1288">
                  <c:v>159.4025880357085</c:v>
                </c:pt>
                <c:pt idx="1289">
                  <c:v>158.47911809541509</c:v>
                </c:pt>
                <c:pt idx="1290">
                  <c:v>160.63673990400551</c:v>
                </c:pt>
                <c:pt idx="1291">
                  <c:v>162.12758986357261</c:v>
                </c:pt>
                <c:pt idx="1292">
                  <c:v>162.413245170728</c:v>
                </c:pt>
                <c:pt idx="1293">
                  <c:v>164.08385800821631</c:v>
                </c:pt>
                <c:pt idx="1294">
                  <c:v>163.21250281051289</c:v>
                </c:pt>
                <c:pt idx="1295">
                  <c:v>162.56750041092579</c:v>
                </c:pt>
                <c:pt idx="1296">
                  <c:v>161.95945385069129</c:v>
                </c:pt>
                <c:pt idx="1297">
                  <c:v>163.12700549678601</c:v>
                </c:pt>
                <c:pt idx="1298">
                  <c:v>159.62208290751889</c:v>
                </c:pt>
                <c:pt idx="1299">
                  <c:v>159.43461001625559</c:v>
                </c:pt>
                <c:pt idx="1300">
                  <c:v>159.31912473619661</c:v>
                </c:pt>
                <c:pt idx="1301">
                  <c:v>156.93990532488431</c:v>
                </c:pt>
                <c:pt idx="1302">
                  <c:v>157.12354382448549</c:v>
                </c:pt>
                <c:pt idx="1303">
                  <c:v>159.05271010404809</c:v>
                </c:pt>
                <c:pt idx="1304">
                  <c:v>160.1994680777961</c:v>
                </c:pt>
                <c:pt idx="1305">
                  <c:v>158.1265464692537</c:v>
                </c:pt>
                <c:pt idx="1306">
                  <c:v>155.87563487355851</c:v>
                </c:pt>
                <c:pt idx="1307">
                  <c:v>156.13457312913289</c:v>
                </c:pt>
                <c:pt idx="1308">
                  <c:v>155.69015476649241</c:v>
                </c:pt>
                <c:pt idx="1309">
                  <c:v>156.90719617737261</c:v>
                </c:pt>
                <c:pt idx="1310">
                  <c:v>158.26289413835579</c:v>
                </c:pt>
                <c:pt idx="1311">
                  <c:v>160.43555116013019</c:v>
                </c:pt>
                <c:pt idx="1312">
                  <c:v>160.86680340373039</c:v>
                </c:pt>
                <c:pt idx="1313">
                  <c:v>159.08475957127379</c:v>
                </c:pt>
                <c:pt idx="1314">
                  <c:v>160.15642393913791</c:v>
                </c:pt>
                <c:pt idx="1315">
                  <c:v>159.29688801322439</c:v>
                </c:pt>
                <c:pt idx="1316">
                  <c:v>156.7560331885152</c:v>
                </c:pt>
                <c:pt idx="1317">
                  <c:v>156.67997754888091</c:v>
                </c:pt>
                <c:pt idx="1318">
                  <c:v>155.51314055642931</c:v>
                </c:pt>
                <c:pt idx="1319">
                  <c:v>155.00359250889059</c:v>
                </c:pt>
                <c:pt idx="1320">
                  <c:v>156.34683900447649</c:v>
                </c:pt>
                <c:pt idx="1321">
                  <c:v>155.06605598596639</c:v>
                </c:pt>
                <c:pt idx="1322">
                  <c:v>157.7417329691165</c:v>
                </c:pt>
                <c:pt idx="1323">
                  <c:v>155.7138895134473</c:v>
                </c:pt>
                <c:pt idx="1324">
                  <c:v>154.65588602483811</c:v>
                </c:pt>
                <c:pt idx="1325">
                  <c:v>155.49718453951289</c:v>
                </c:pt>
                <c:pt idx="1326">
                  <c:v>158.12118656693031</c:v>
                </c:pt>
                <c:pt idx="1327">
                  <c:v>162.39125582786301</c:v>
                </c:pt>
                <c:pt idx="1328">
                  <c:v>162.76408513613879</c:v>
                </c:pt>
                <c:pt idx="1329">
                  <c:v>163.9141415113165</c:v>
                </c:pt>
                <c:pt idx="1330">
                  <c:v>163.78854113353961</c:v>
                </c:pt>
                <c:pt idx="1331">
                  <c:v>163.5926573186305</c:v>
                </c:pt>
                <c:pt idx="1332">
                  <c:v>165.70088556581049</c:v>
                </c:pt>
                <c:pt idx="1333">
                  <c:v>165.48378203503671</c:v>
                </c:pt>
                <c:pt idx="1334">
                  <c:v>169.27088286661871</c:v>
                </c:pt>
                <c:pt idx="1335">
                  <c:v>171.29593642441191</c:v>
                </c:pt>
                <c:pt idx="1336">
                  <c:v>171.48005594088821</c:v>
                </c:pt>
                <c:pt idx="1337">
                  <c:v>173.10706116280741</c:v>
                </c:pt>
                <c:pt idx="1338">
                  <c:v>172.65211540227031</c:v>
                </c:pt>
                <c:pt idx="1339">
                  <c:v>173.21458904941721</c:v>
                </c:pt>
                <c:pt idx="1340">
                  <c:v>173.95734782137839</c:v>
                </c:pt>
                <c:pt idx="1341">
                  <c:v>172.50264284414561</c:v>
                </c:pt>
                <c:pt idx="1342">
                  <c:v>172.79699768507189</c:v>
                </c:pt>
                <c:pt idx="1343">
                  <c:v>173.90590650241359</c:v>
                </c:pt>
                <c:pt idx="1344">
                  <c:v>173.39371973373099</c:v>
                </c:pt>
                <c:pt idx="1345">
                  <c:v>174.99547844137339</c:v>
                </c:pt>
                <c:pt idx="1346">
                  <c:v>176.16887100666659</c:v>
                </c:pt>
                <c:pt idx="1347">
                  <c:v>174.26937659663241</c:v>
                </c:pt>
                <c:pt idx="1348">
                  <c:v>174.40744218314589</c:v>
                </c:pt>
                <c:pt idx="1349">
                  <c:v>172.64747015359009</c:v>
                </c:pt>
                <c:pt idx="1350">
                  <c:v>173.17922743742241</c:v>
                </c:pt>
                <c:pt idx="1351">
                  <c:v>174.6690054165249</c:v>
                </c:pt>
                <c:pt idx="1352">
                  <c:v>174.4255284176524</c:v>
                </c:pt>
                <c:pt idx="1353">
                  <c:v>173.71997286515091</c:v>
                </c:pt>
                <c:pt idx="1354">
                  <c:v>177.928252072633</c:v>
                </c:pt>
                <c:pt idx="1355">
                  <c:v>179.8207236362897</c:v>
                </c:pt>
                <c:pt idx="1356">
                  <c:v>178.9342919953844</c:v>
                </c:pt>
                <c:pt idx="1357">
                  <c:v>180.15294137696159</c:v>
                </c:pt>
                <c:pt idx="1358">
                  <c:v>181.20716544726599</c:v>
                </c:pt>
                <c:pt idx="1359">
                  <c:v>179.76860889369959</c:v>
                </c:pt>
                <c:pt idx="1360">
                  <c:v>181.66222115451751</c:v>
                </c:pt>
                <c:pt idx="1361">
                  <c:v>182.4468558812971</c:v>
                </c:pt>
                <c:pt idx="1362">
                  <c:v>183.51882260262559</c:v>
                </c:pt>
                <c:pt idx="1363">
                  <c:v>184.4269824629493</c:v>
                </c:pt>
                <c:pt idx="1364">
                  <c:v>184.41532811123091</c:v>
                </c:pt>
                <c:pt idx="1365">
                  <c:v>182.36948088109099</c:v>
                </c:pt>
                <c:pt idx="1366">
                  <c:v>182.5582044162297</c:v>
                </c:pt>
                <c:pt idx="1367">
                  <c:v>180.348220484942</c:v>
                </c:pt>
                <c:pt idx="1368">
                  <c:v>181.44357836974311</c:v>
                </c:pt>
                <c:pt idx="1369">
                  <c:v>181.9982870301908</c:v>
                </c:pt>
                <c:pt idx="1370">
                  <c:v>180.65150849640719</c:v>
                </c:pt>
                <c:pt idx="1371">
                  <c:v>179.81934930236059</c:v>
                </c:pt>
                <c:pt idx="1372">
                  <c:v>179.55500991444501</c:v>
                </c:pt>
                <c:pt idx="1373">
                  <c:v>180.02079916968239</c:v>
                </c:pt>
                <c:pt idx="1374">
                  <c:v>180.75364899401501</c:v>
                </c:pt>
                <c:pt idx="1375">
                  <c:v>177.69318599740629</c:v>
                </c:pt>
                <c:pt idx="1376">
                  <c:v>176.63466026190409</c:v>
                </c:pt>
                <c:pt idx="1377">
                  <c:v>174.9743411855444</c:v>
                </c:pt>
                <c:pt idx="1378">
                  <c:v>175.41400435279041</c:v>
                </c:pt>
                <c:pt idx="1379">
                  <c:v>173.9928056367481</c:v>
                </c:pt>
                <c:pt idx="1380">
                  <c:v>176.27553306290099</c:v>
                </c:pt>
                <c:pt idx="1381">
                  <c:v>175.66145317671791</c:v>
                </c:pt>
                <c:pt idx="1382">
                  <c:v>176.1466342836944</c:v>
                </c:pt>
                <c:pt idx="1383">
                  <c:v>177.24416361610341</c:v>
                </c:pt>
                <c:pt idx="1384">
                  <c:v>176.60556561262581</c:v>
                </c:pt>
                <c:pt idx="1385">
                  <c:v>175.09263010681869</c:v>
                </c:pt>
                <c:pt idx="1386">
                  <c:v>175.57429291893681</c:v>
                </c:pt>
                <c:pt idx="1387">
                  <c:v>176.57582502640091</c:v>
                </c:pt>
                <c:pt idx="1388">
                  <c:v>174.79088134935401</c:v>
                </c:pt>
                <c:pt idx="1389">
                  <c:v>175.3560624343412</c:v>
                </c:pt>
                <c:pt idx="1390">
                  <c:v>179.23555973597391</c:v>
                </c:pt>
                <c:pt idx="1391">
                  <c:v>178.59455664812049</c:v>
                </c:pt>
                <c:pt idx="1392">
                  <c:v>176.2128634357359</c:v>
                </c:pt>
                <c:pt idx="1393">
                  <c:v>175.95006330182079</c:v>
                </c:pt>
                <c:pt idx="1394">
                  <c:v>174.56554555834509</c:v>
                </c:pt>
                <c:pt idx="1395">
                  <c:v>175.64555213315859</c:v>
                </c:pt>
                <c:pt idx="1396">
                  <c:v>176.91234443227091</c:v>
                </c:pt>
                <c:pt idx="1397">
                  <c:v>177.33819554352979</c:v>
                </c:pt>
                <c:pt idx="1398">
                  <c:v>178.54811790465749</c:v>
                </c:pt>
                <c:pt idx="1399">
                  <c:v>178.70681224344619</c:v>
                </c:pt>
                <c:pt idx="1400">
                  <c:v>178.99400680460221</c:v>
                </c:pt>
                <c:pt idx="1401">
                  <c:v>177.86455169502099</c:v>
                </c:pt>
                <c:pt idx="1402">
                  <c:v>178.12611492839989</c:v>
                </c:pt>
                <c:pt idx="1403">
                  <c:v>180.98516928770471</c:v>
                </c:pt>
                <c:pt idx="1404">
                  <c:v>178.87702350056051</c:v>
                </c:pt>
                <c:pt idx="1405">
                  <c:v>177.316591014165</c:v>
                </c:pt>
                <c:pt idx="1406">
                  <c:v>177.53696545969001</c:v>
                </c:pt>
                <c:pt idx="1407">
                  <c:v>176.38275859604639</c:v>
                </c:pt>
                <c:pt idx="1408">
                  <c:v>176.0495788216241</c:v>
                </c:pt>
                <c:pt idx="1409">
                  <c:v>177.1382162135121</c:v>
                </c:pt>
                <c:pt idx="1410">
                  <c:v>176.38168661558171</c:v>
                </c:pt>
                <c:pt idx="1411">
                  <c:v>174.6376980896209</c:v>
                </c:pt>
                <c:pt idx="1412">
                  <c:v>173.3358877619961</c:v>
                </c:pt>
                <c:pt idx="1413">
                  <c:v>175.45824416196689</c:v>
                </c:pt>
                <c:pt idx="1414">
                  <c:v>175.92305764011471</c:v>
                </c:pt>
                <c:pt idx="1415">
                  <c:v>175.48865817181701</c:v>
                </c:pt>
                <c:pt idx="1416">
                  <c:v>174.1855697136383</c:v>
                </c:pt>
                <c:pt idx="1417">
                  <c:v>174.47743701015301</c:v>
                </c:pt>
                <c:pt idx="1418">
                  <c:v>175.26722548916669</c:v>
                </c:pt>
                <c:pt idx="1419">
                  <c:v>177.4606349532699</c:v>
                </c:pt>
                <c:pt idx="1420">
                  <c:v>176.13267105097509</c:v>
                </c:pt>
                <c:pt idx="1421">
                  <c:v>174.57765344026021</c:v>
                </c:pt>
                <c:pt idx="1422">
                  <c:v>174.44622588662401</c:v>
                </c:pt>
                <c:pt idx="1423">
                  <c:v>174.35215272917981</c:v>
                </c:pt>
                <c:pt idx="1424">
                  <c:v>175.48955148887089</c:v>
                </c:pt>
                <c:pt idx="1425">
                  <c:v>176.0605597497173</c:v>
                </c:pt>
                <c:pt idx="1426">
                  <c:v>174.5272841017601</c:v>
                </c:pt>
                <c:pt idx="1427">
                  <c:v>175.29425863755131</c:v>
                </c:pt>
                <c:pt idx="1428">
                  <c:v>174.97798317045641</c:v>
                </c:pt>
                <c:pt idx="1429">
                  <c:v>175.12797797547421</c:v>
                </c:pt>
                <c:pt idx="1430">
                  <c:v>174.25923401223599</c:v>
                </c:pt>
                <c:pt idx="1431">
                  <c:v>177.09276699047811</c:v>
                </c:pt>
                <c:pt idx="1432">
                  <c:v>178.51274254932349</c:v>
                </c:pt>
                <c:pt idx="1433">
                  <c:v>175.98859962519171</c:v>
                </c:pt>
                <c:pt idx="1434">
                  <c:v>175.08512624356601</c:v>
                </c:pt>
                <c:pt idx="1435">
                  <c:v>173.09198471960559</c:v>
                </c:pt>
                <c:pt idx="1436">
                  <c:v>172.2506174882343</c:v>
                </c:pt>
                <c:pt idx="1437">
                  <c:v>170.9515008551106</c:v>
                </c:pt>
                <c:pt idx="1438">
                  <c:v>170.6526244555576</c:v>
                </c:pt>
                <c:pt idx="1439">
                  <c:v>170.687024033802</c:v>
                </c:pt>
                <c:pt idx="1440">
                  <c:v>171.96257084004239</c:v>
                </c:pt>
                <c:pt idx="1441">
                  <c:v>172.5794543674408</c:v>
                </c:pt>
                <c:pt idx="1442">
                  <c:v>171.99523875753621</c:v>
                </c:pt>
                <c:pt idx="1443">
                  <c:v>171.43536260151521</c:v>
                </c:pt>
                <c:pt idx="1444">
                  <c:v>171.30464970152221</c:v>
                </c:pt>
                <c:pt idx="1445">
                  <c:v>173.88934577856841</c:v>
                </c:pt>
                <c:pt idx="1446">
                  <c:v>175.02388592368709</c:v>
                </c:pt>
                <c:pt idx="1447">
                  <c:v>173.06188680655919</c:v>
                </c:pt>
                <c:pt idx="1448">
                  <c:v>174.70842131361039</c:v>
                </c:pt>
                <c:pt idx="1449">
                  <c:v>176.6138253595395</c:v>
                </c:pt>
                <c:pt idx="1450">
                  <c:v>176.55475648726841</c:v>
                </c:pt>
                <c:pt idx="1451">
                  <c:v>177.57834665429399</c:v>
                </c:pt>
                <c:pt idx="1452">
                  <c:v>177.94998029205141</c:v>
                </c:pt>
                <c:pt idx="1453">
                  <c:v>176.1735849720433</c:v>
                </c:pt>
                <c:pt idx="1454">
                  <c:v>175.36441838462989</c:v>
                </c:pt>
                <c:pt idx="1455">
                  <c:v>176.1274760687233</c:v>
                </c:pt>
                <c:pt idx="1456">
                  <c:v>176.62319831693571</c:v>
                </c:pt>
                <c:pt idx="1457">
                  <c:v>175.95266079294669</c:v>
                </c:pt>
                <c:pt idx="1458">
                  <c:v>176.30453150880419</c:v>
                </c:pt>
                <c:pt idx="1459">
                  <c:v>176.12186878629271</c:v>
                </c:pt>
                <c:pt idx="1460">
                  <c:v>175.5724238247933</c:v>
                </c:pt>
                <c:pt idx="1461">
                  <c:v>175.1060161192878</c:v>
                </c:pt>
                <c:pt idx="1462">
                  <c:v>172.68509941656771</c:v>
                </c:pt>
                <c:pt idx="1463">
                  <c:v>171.41984637145609</c:v>
                </c:pt>
                <c:pt idx="1464">
                  <c:v>170.83736242230199</c:v>
                </c:pt>
                <c:pt idx="1465">
                  <c:v>171.0986370455559</c:v>
                </c:pt>
                <c:pt idx="1466">
                  <c:v>170.11442154559791</c:v>
                </c:pt>
                <c:pt idx="1467">
                  <c:v>168.64077824682269</c:v>
                </c:pt>
                <c:pt idx="1468">
                  <c:v>167.8035477605778</c:v>
                </c:pt>
                <c:pt idx="1469">
                  <c:v>167.71214081095599</c:v>
                </c:pt>
                <c:pt idx="1470">
                  <c:v>167.39670368755779</c:v>
                </c:pt>
                <c:pt idx="1471">
                  <c:v>166.85421285573949</c:v>
                </c:pt>
                <c:pt idx="1472">
                  <c:v>168.90399068091651</c:v>
                </c:pt>
                <c:pt idx="1473">
                  <c:v>165.9744467343902</c:v>
                </c:pt>
                <c:pt idx="1474">
                  <c:v>165.96389184981501</c:v>
                </c:pt>
                <c:pt idx="1475">
                  <c:v>167.1671899214046</c:v>
                </c:pt>
                <c:pt idx="1476">
                  <c:v>164.83214160257231</c:v>
                </c:pt>
                <c:pt idx="1477">
                  <c:v>164.3257132930525</c:v>
                </c:pt>
                <c:pt idx="1478">
                  <c:v>164.456068866224</c:v>
                </c:pt>
                <c:pt idx="1479">
                  <c:v>163.73520323375271</c:v>
                </c:pt>
                <c:pt idx="1480">
                  <c:v>164.41217264052969</c:v>
                </c:pt>
                <c:pt idx="1481">
                  <c:v>165.27923991637451</c:v>
                </c:pt>
                <c:pt idx="1482">
                  <c:v>165.53290072966129</c:v>
                </c:pt>
                <c:pt idx="1483">
                  <c:v>166.76323194963561</c:v>
                </c:pt>
                <c:pt idx="1484">
                  <c:v>168.5441350849311</c:v>
                </c:pt>
                <c:pt idx="1485">
                  <c:v>168.12417986622779</c:v>
                </c:pt>
                <c:pt idx="1486">
                  <c:v>168.55009969418319</c:v>
                </c:pt>
                <c:pt idx="1487">
                  <c:v>170.84046841698171</c:v>
                </c:pt>
                <c:pt idx="1488">
                  <c:v>170.28897569792801</c:v>
                </c:pt>
                <c:pt idx="1489">
                  <c:v>171.40427516803979</c:v>
                </c:pt>
                <c:pt idx="1490">
                  <c:v>171.49911795248431</c:v>
                </c:pt>
                <c:pt idx="1491">
                  <c:v>172.70139901696641</c:v>
                </c:pt>
                <c:pt idx="1492">
                  <c:v>173.39143833940881</c:v>
                </c:pt>
                <c:pt idx="1493">
                  <c:v>173.53309093747711</c:v>
                </c:pt>
                <c:pt idx="1494">
                  <c:v>173.91967732838279</c:v>
                </c:pt>
                <c:pt idx="1495">
                  <c:v>174.68913940858559</c:v>
                </c:pt>
                <c:pt idx="1496">
                  <c:v>174.84034362746101</c:v>
                </c:pt>
                <c:pt idx="1497">
                  <c:v>176.31826110475561</c:v>
                </c:pt>
                <c:pt idx="1498">
                  <c:v>177.14749296753331</c:v>
                </c:pt>
                <c:pt idx="1499">
                  <c:v>177.7301830667767</c:v>
                </c:pt>
                <c:pt idx="1500">
                  <c:v>177.44077582799491</c:v>
                </c:pt>
                <c:pt idx="1501">
                  <c:v>177.90796690383999</c:v>
                </c:pt>
                <c:pt idx="1502">
                  <c:v>175.4365571725663</c:v>
                </c:pt>
                <c:pt idx="1503">
                  <c:v>175.3876308846917</c:v>
                </c:pt>
                <c:pt idx="1504">
                  <c:v>175.72182766622149</c:v>
                </c:pt>
                <c:pt idx="1505">
                  <c:v>173.97671218643879</c:v>
                </c:pt>
                <c:pt idx="1506">
                  <c:v>173.7470472435534</c:v>
                </c:pt>
                <c:pt idx="1507">
                  <c:v>173.1029793910381</c:v>
                </c:pt>
                <c:pt idx="1508">
                  <c:v>175.21725470750599</c:v>
                </c:pt>
                <c:pt idx="1509">
                  <c:v>174.47699722329571</c:v>
                </c:pt>
                <c:pt idx="1510">
                  <c:v>173.35739608798599</c:v>
                </c:pt>
                <c:pt idx="1511">
                  <c:v>175.43621358908399</c:v>
                </c:pt>
                <c:pt idx="1512">
                  <c:v>175.08340832615471</c:v>
                </c:pt>
                <c:pt idx="1513">
                  <c:v>172.965545998132</c:v>
                </c:pt>
                <c:pt idx="1514">
                  <c:v>172.16217909989919</c:v>
                </c:pt>
                <c:pt idx="1515">
                  <c:v>173.532609920602</c:v>
                </c:pt>
                <c:pt idx="1516">
                  <c:v>175.24665171024861</c:v>
                </c:pt>
                <c:pt idx="1517">
                  <c:v>176.8230127268819</c:v>
                </c:pt>
                <c:pt idx="1518">
                  <c:v>179.50806266742819</c:v>
                </c:pt>
                <c:pt idx="1519">
                  <c:v>180.19703000940589</c:v>
                </c:pt>
                <c:pt idx="1520">
                  <c:v>181.95902230983751</c:v>
                </c:pt>
                <c:pt idx="1521">
                  <c:v>183.22298348105591</c:v>
                </c:pt>
                <c:pt idx="1522">
                  <c:v>184.37159680560819</c:v>
                </c:pt>
                <c:pt idx="1523">
                  <c:v>184.09649638302801</c:v>
                </c:pt>
                <c:pt idx="1524">
                  <c:v>186.604284733404</c:v>
                </c:pt>
                <c:pt idx="1525">
                  <c:v>187.02954488107341</c:v>
                </c:pt>
                <c:pt idx="1526">
                  <c:v>187.54662427854339</c:v>
                </c:pt>
                <c:pt idx="1527">
                  <c:v>185.77337618323281</c:v>
                </c:pt>
                <c:pt idx="1528">
                  <c:v>186.37132138908879</c:v>
                </c:pt>
                <c:pt idx="1529">
                  <c:v>188.13079865843019</c:v>
                </c:pt>
                <c:pt idx="1530">
                  <c:v>187.97577379123209</c:v>
                </c:pt>
                <c:pt idx="1531">
                  <c:v>188.75646417963529</c:v>
                </c:pt>
                <c:pt idx="1532">
                  <c:v>186.9662430603008</c:v>
                </c:pt>
                <c:pt idx="1533">
                  <c:v>186.91492543138969</c:v>
                </c:pt>
                <c:pt idx="1534">
                  <c:v>185.40598923731611</c:v>
                </c:pt>
                <c:pt idx="1535">
                  <c:v>184.6465460514562</c:v>
                </c:pt>
                <c:pt idx="1536">
                  <c:v>187.06159434829911</c:v>
                </c:pt>
                <c:pt idx="1537">
                  <c:v>187.6000034083481</c:v>
                </c:pt>
                <c:pt idx="1538">
                  <c:v>184.94748395190271</c:v>
                </c:pt>
                <c:pt idx="1539">
                  <c:v>185.17391921005481</c:v>
                </c:pt>
                <c:pt idx="1540">
                  <c:v>184.59995613126091</c:v>
                </c:pt>
                <c:pt idx="1541">
                  <c:v>185.09082698070381</c:v>
                </c:pt>
                <c:pt idx="1542">
                  <c:v>184.20119314174389</c:v>
                </c:pt>
                <c:pt idx="1543">
                  <c:v>185.3728403029472</c:v>
                </c:pt>
                <c:pt idx="1544">
                  <c:v>185.6975541803665</c:v>
                </c:pt>
                <c:pt idx="1545">
                  <c:v>185.48036818955691</c:v>
                </c:pt>
                <c:pt idx="1546">
                  <c:v>183.81398830057009</c:v>
                </c:pt>
                <c:pt idx="1547">
                  <c:v>182.95500210822831</c:v>
                </c:pt>
                <c:pt idx="1548">
                  <c:v>180.12768111934551</c:v>
                </c:pt>
                <c:pt idx="1549">
                  <c:v>179.444540953227</c:v>
                </c:pt>
                <c:pt idx="1550">
                  <c:v>181.62614488887959</c:v>
                </c:pt>
                <c:pt idx="1551">
                  <c:v>180.8437228397257</c:v>
                </c:pt>
                <c:pt idx="1552">
                  <c:v>182.79985355097651</c:v>
                </c:pt>
                <c:pt idx="1553">
                  <c:v>182.41583716451819</c:v>
                </c:pt>
                <c:pt idx="1554">
                  <c:v>181.15980590007049</c:v>
                </c:pt>
                <c:pt idx="1555">
                  <c:v>182.092593824403</c:v>
                </c:pt>
                <c:pt idx="1556">
                  <c:v>183.49411207858111</c:v>
                </c:pt>
                <c:pt idx="1557">
                  <c:v>180.96062368373171</c:v>
                </c:pt>
                <c:pt idx="1558">
                  <c:v>181.12559872857619</c:v>
                </c:pt>
                <c:pt idx="1559">
                  <c:v>181.4365967533835</c:v>
                </c:pt>
                <c:pt idx="1560">
                  <c:v>180.74103260854631</c:v>
                </c:pt>
                <c:pt idx="1561">
                  <c:v>178.61126854869789</c:v>
                </c:pt>
                <c:pt idx="1562">
                  <c:v>179.14835824817499</c:v>
                </c:pt>
                <c:pt idx="1563">
                  <c:v>178.65281466337339</c:v>
                </c:pt>
                <c:pt idx="1564">
                  <c:v>180.0449599601553</c:v>
                </c:pt>
                <c:pt idx="1565">
                  <c:v>180.09721213613821</c:v>
                </c:pt>
                <c:pt idx="1566">
                  <c:v>181.06811034032361</c:v>
                </c:pt>
                <c:pt idx="1567">
                  <c:v>179.75382106062301</c:v>
                </c:pt>
                <c:pt idx="1568">
                  <c:v>179.34956073538959</c:v>
                </c:pt>
                <c:pt idx="1569">
                  <c:v>179.16031495335781</c:v>
                </c:pt>
                <c:pt idx="1570">
                  <c:v>178.59657691899619</c:v>
                </c:pt>
                <c:pt idx="1571">
                  <c:v>177.60944783110861</c:v>
                </c:pt>
                <c:pt idx="1572">
                  <c:v>178.7554224345171</c:v>
                </c:pt>
                <c:pt idx="1573">
                  <c:v>178.51679683441421</c:v>
                </c:pt>
                <c:pt idx="1574">
                  <c:v>180.32990061366749</c:v>
                </c:pt>
                <c:pt idx="1575">
                  <c:v>179.66657834280619</c:v>
                </c:pt>
                <c:pt idx="1576">
                  <c:v>179.5420636888332</c:v>
                </c:pt>
                <c:pt idx="1577">
                  <c:v>178.26943047052251</c:v>
                </c:pt>
                <c:pt idx="1578">
                  <c:v>176.08069374177799</c:v>
                </c:pt>
                <c:pt idx="1579">
                  <c:v>179.3709041413079</c:v>
                </c:pt>
                <c:pt idx="1580">
                  <c:v>179.57150192159369</c:v>
                </c:pt>
                <c:pt idx="1581">
                  <c:v>179.13194870106199</c:v>
                </c:pt>
                <c:pt idx="1582">
                  <c:v>178.22596028834619</c:v>
                </c:pt>
                <c:pt idx="1583">
                  <c:v>175.68083128511759</c:v>
                </c:pt>
                <c:pt idx="1584">
                  <c:v>175.74116454460341</c:v>
                </c:pt>
                <c:pt idx="1585">
                  <c:v>175.50013386012469</c:v>
                </c:pt>
                <c:pt idx="1586">
                  <c:v>175.5490051746421</c:v>
                </c:pt>
                <c:pt idx="1587">
                  <c:v>175.62833172902751</c:v>
                </c:pt>
                <c:pt idx="1588">
                  <c:v>175.59615857174819</c:v>
                </c:pt>
                <c:pt idx="1589">
                  <c:v>176.18583028735119</c:v>
                </c:pt>
                <c:pt idx="1590">
                  <c:v>174.43336212104799</c:v>
                </c:pt>
                <c:pt idx="1591">
                  <c:v>177.46156950034171</c:v>
                </c:pt>
                <c:pt idx="1592">
                  <c:v>177.3386903037443</c:v>
                </c:pt>
                <c:pt idx="1593">
                  <c:v>178.55673497839271</c:v>
                </c:pt>
                <c:pt idx="1594">
                  <c:v>175.45930239909231</c:v>
                </c:pt>
                <c:pt idx="1595">
                  <c:v>171.25631437723709</c:v>
                </c:pt>
                <c:pt idx="1596">
                  <c:v>172.70956256050499</c:v>
                </c:pt>
                <c:pt idx="1597">
                  <c:v>172.11545174631121</c:v>
                </c:pt>
                <c:pt idx="1598">
                  <c:v>173.35738234464671</c:v>
                </c:pt>
                <c:pt idx="1599">
                  <c:v>173.2856696002282</c:v>
                </c:pt>
                <c:pt idx="1600">
                  <c:v>175.71901028166701</c:v>
                </c:pt>
                <c:pt idx="1601">
                  <c:v>173.0914074993554</c:v>
                </c:pt>
                <c:pt idx="1602">
                  <c:v>174.82928023933201</c:v>
                </c:pt>
                <c:pt idx="1603">
                  <c:v>176.22876447929511</c:v>
                </c:pt>
                <c:pt idx="1604">
                  <c:v>178.1044829123565</c:v>
                </c:pt>
                <c:pt idx="1605">
                  <c:v>173.22408569686701</c:v>
                </c:pt>
                <c:pt idx="1606">
                  <c:v>171.25880192164871</c:v>
                </c:pt>
                <c:pt idx="1607">
                  <c:v>169.81278273484759</c:v>
                </c:pt>
                <c:pt idx="1608">
                  <c:v>171.37674725944069</c:v>
                </c:pt>
                <c:pt idx="1609">
                  <c:v>165.98089236051749</c:v>
                </c:pt>
                <c:pt idx="1610">
                  <c:v>166.5526565050248</c:v>
                </c:pt>
                <c:pt idx="1611">
                  <c:v>167.8091275563298</c:v>
                </c:pt>
                <c:pt idx="1612">
                  <c:v>165.97359464735419</c:v>
                </c:pt>
                <c:pt idx="1613">
                  <c:v>166.4009162959172</c:v>
                </c:pt>
                <c:pt idx="1614">
                  <c:v>165.29019335778909</c:v>
                </c:pt>
                <c:pt idx="1615">
                  <c:v>165.3095577228496</c:v>
                </c:pt>
                <c:pt idx="1616">
                  <c:v>165.09239921871861</c:v>
                </c:pt>
                <c:pt idx="1617">
                  <c:v>162.90348382656339</c:v>
                </c:pt>
                <c:pt idx="1618">
                  <c:v>164.94964715350699</c:v>
                </c:pt>
                <c:pt idx="1619">
                  <c:v>166.51795457331599</c:v>
                </c:pt>
                <c:pt idx="1620">
                  <c:v>164.40402284033041</c:v>
                </c:pt>
                <c:pt idx="1621">
                  <c:v>164.6184876499604</c:v>
                </c:pt>
                <c:pt idx="1622">
                  <c:v>163.34849315279351</c:v>
                </c:pt>
                <c:pt idx="1623">
                  <c:v>163.5552616924208</c:v>
                </c:pt>
                <c:pt idx="1624">
                  <c:v>163.9562098728851</c:v>
                </c:pt>
                <c:pt idx="1625">
                  <c:v>168.56233126615189</c:v>
                </c:pt>
                <c:pt idx="1626">
                  <c:v>166.6161919625653</c:v>
                </c:pt>
                <c:pt idx="1627">
                  <c:v>168.15027846754069</c:v>
                </c:pt>
                <c:pt idx="1628">
                  <c:v>168.844001004913</c:v>
                </c:pt>
                <c:pt idx="1629">
                  <c:v>169.50806541609609</c:v>
                </c:pt>
                <c:pt idx="1630">
                  <c:v>169.00427582772011</c:v>
                </c:pt>
                <c:pt idx="1631">
                  <c:v>168.3329824200701</c:v>
                </c:pt>
                <c:pt idx="1632">
                  <c:v>168.28298415173089</c:v>
                </c:pt>
                <c:pt idx="1633">
                  <c:v>171.60139588348511</c:v>
                </c:pt>
                <c:pt idx="1634">
                  <c:v>170.4936827366617</c:v>
                </c:pt>
                <c:pt idx="1635">
                  <c:v>169.63695045196349</c:v>
                </c:pt>
                <c:pt idx="1636">
                  <c:v>174.42053958548991</c:v>
                </c:pt>
                <c:pt idx="1637">
                  <c:v>173.35152768210889</c:v>
                </c:pt>
                <c:pt idx="1638">
                  <c:v>173.12547723745689</c:v>
                </c:pt>
                <c:pt idx="1639">
                  <c:v>171.99434544048219</c:v>
                </c:pt>
                <c:pt idx="1640">
                  <c:v>172.52573165415379</c:v>
                </c:pt>
                <c:pt idx="1641">
                  <c:v>173.4749428689386</c:v>
                </c:pt>
                <c:pt idx="1642">
                  <c:v>171.26866963925929</c:v>
                </c:pt>
                <c:pt idx="1643">
                  <c:v>172.57759901663661</c:v>
                </c:pt>
                <c:pt idx="1644">
                  <c:v>173.8830100991554</c:v>
                </c:pt>
                <c:pt idx="1645">
                  <c:v>170.9399427067672</c:v>
                </c:pt>
                <c:pt idx="1646">
                  <c:v>171.58583842340809</c:v>
                </c:pt>
                <c:pt idx="1647">
                  <c:v>176.21515857339739</c:v>
                </c:pt>
                <c:pt idx="1648">
                  <c:v>176.67355391209651</c:v>
                </c:pt>
                <c:pt idx="1649">
                  <c:v>176.64549001326509</c:v>
                </c:pt>
                <c:pt idx="1650">
                  <c:v>174.96480330807671</c:v>
                </c:pt>
                <c:pt idx="1651">
                  <c:v>175.36580646189819</c:v>
                </c:pt>
                <c:pt idx="1652">
                  <c:v>174.71640619373821</c:v>
                </c:pt>
                <c:pt idx="1653">
                  <c:v>172.34337128510671</c:v>
                </c:pt>
                <c:pt idx="1654">
                  <c:v>173.13790121617561</c:v>
                </c:pt>
                <c:pt idx="1655">
                  <c:v>171.47387143820751</c:v>
                </c:pt>
                <c:pt idx="1656">
                  <c:v>171.5154450395616</c:v>
                </c:pt>
                <c:pt idx="1657">
                  <c:v>168.7669558448498</c:v>
                </c:pt>
                <c:pt idx="1658">
                  <c:v>169.10746081911401</c:v>
                </c:pt>
                <c:pt idx="1659">
                  <c:v>169.53446637087339</c:v>
                </c:pt>
                <c:pt idx="1660">
                  <c:v>171.83933431662351</c:v>
                </c:pt>
                <c:pt idx="1661">
                  <c:v>171.13120875967459</c:v>
                </c:pt>
                <c:pt idx="1662">
                  <c:v>169.74034159344669</c:v>
                </c:pt>
                <c:pt idx="1663">
                  <c:v>170.22981062228189</c:v>
                </c:pt>
                <c:pt idx="1664">
                  <c:v>172.66734302220431</c:v>
                </c:pt>
                <c:pt idx="1665">
                  <c:v>177.23010418000911</c:v>
                </c:pt>
                <c:pt idx="1666">
                  <c:v>179.80955030144639</c:v>
                </c:pt>
                <c:pt idx="1667">
                  <c:v>180.690182253171</c:v>
                </c:pt>
                <c:pt idx="1668">
                  <c:v>182.11085872232019</c:v>
                </c:pt>
                <c:pt idx="1669">
                  <c:v>181.35009617588841</c:v>
                </c:pt>
                <c:pt idx="1670">
                  <c:v>181.88605892154371</c:v>
                </c:pt>
                <c:pt idx="1671">
                  <c:v>180.4795106051852</c:v>
                </c:pt>
                <c:pt idx="1672">
                  <c:v>181.50510729974721</c:v>
                </c:pt>
                <c:pt idx="1673">
                  <c:v>182.12622377564711</c:v>
                </c:pt>
                <c:pt idx="1674">
                  <c:v>182.99084473709809</c:v>
                </c:pt>
                <c:pt idx="1675">
                  <c:v>181.2776412911482</c:v>
                </c:pt>
                <c:pt idx="1676">
                  <c:v>179.02010540591499</c:v>
                </c:pt>
                <c:pt idx="1677">
                  <c:v>180.24017035143919</c:v>
                </c:pt>
                <c:pt idx="1678">
                  <c:v>180.29933542708531</c:v>
                </c:pt>
                <c:pt idx="1679">
                  <c:v>180.23104477415021</c:v>
                </c:pt>
                <c:pt idx="1680">
                  <c:v>174.89223847662231</c:v>
                </c:pt>
                <c:pt idx="1681">
                  <c:v>172.5999731730017</c:v>
                </c:pt>
                <c:pt idx="1682">
                  <c:v>170.3238013196904</c:v>
                </c:pt>
                <c:pt idx="1683">
                  <c:v>175.63428259494029</c:v>
                </c:pt>
                <c:pt idx="1684">
                  <c:v>173.65362002305579</c:v>
                </c:pt>
                <c:pt idx="1685">
                  <c:v>175.478254463974</c:v>
                </c:pt>
                <c:pt idx="1686">
                  <c:v>177.91290076264539</c:v>
                </c:pt>
                <c:pt idx="1687">
                  <c:v>177.6263246517575</c:v>
                </c:pt>
                <c:pt idx="1688">
                  <c:v>176.3502555986241</c:v>
                </c:pt>
                <c:pt idx="1689">
                  <c:v>178.18243513281291</c:v>
                </c:pt>
                <c:pt idx="1690">
                  <c:v>179.3016239679439</c:v>
                </c:pt>
                <c:pt idx="1691">
                  <c:v>181.70903096814129</c:v>
                </c:pt>
                <c:pt idx="1692">
                  <c:v>184.95845113665661</c:v>
                </c:pt>
                <c:pt idx="1693">
                  <c:v>185.17676408128801</c:v>
                </c:pt>
                <c:pt idx="1694">
                  <c:v>185.55691858940571</c:v>
                </c:pt>
                <c:pt idx="1695">
                  <c:v>185.66287973533619</c:v>
                </c:pt>
                <c:pt idx="1696">
                  <c:v>185.6271195665021</c:v>
                </c:pt>
                <c:pt idx="1697">
                  <c:v>185.7190762496956</c:v>
                </c:pt>
                <c:pt idx="1698">
                  <c:v>183.46152662112311</c:v>
                </c:pt>
                <c:pt idx="1699">
                  <c:v>183.49532149243871</c:v>
                </c:pt>
                <c:pt idx="1700">
                  <c:v>183.33273778863071</c:v>
                </c:pt>
                <c:pt idx="1701">
                  <c:v>187.22812239048341</c:v>
                </c:pt>
                <c:pt idx="1702">
                  <c:v>187.61290840394199</c:v>
                </c:pt>
                <c:pt idx="1703">
                  <c:v>187.6834117345029</c:v>
                </c:pt>
                <c:pt idx="1704">
                  <c:v>190.98171696087491</c:v>
                </c:pt>
                <c:pt idx="1705">
                  <c:v>190.23920556902101</c:v>
                </c:pt>
                <c:pt idx="1706">
                  <c:v>191.49196591871751</c:v>
                </c:pt>
                <c:pt idx="1707">
                  <c:v>191.2899525744848</c:v>
                </c:pt>
                <c:pt idx="1708">
                  <c:v>191.90705599531191</c:v>
                </c:pt>
                <c:pt idx="1709">
                  <c:v>192.5574182972222</c:v>
                </c:pt>
                <c:pt idx="1710">
                  <c:v>189.49490754305921</c:v>
                </c:pt>
                <c:pt idx="1711">
                  <c:v>188.65837796711821</c:v>
                </c:pt>
                <c:pt idx="1712">
                  <c:v>189.4165979957813</c:v>
                </c:pt>
                <c:pt idx="1713">
                  <c:v>189.84518403155911</c:v>
                </c:pt>
                <c:pt idx="1714">
                  <c:v>191.7762468919438</c:v>
                </c:pt>
                <c:pt idx="1715">
                  <c:v>190.8782296160166</c:v>
                </c:pt>
                <c:pt idx="1716">
                  <c:v>190.3915642283967</c:v>
                </c:pt>
                <c:pt idx="1717">
                  <c:v>188.32033305058701</c:v>
                </c:pt>
                <c:pt idx="1718">
                  <c:v>187.99053413763019</c:v>
                </c:pt>
                <c:pt idx="1719">
                  <c:v>189.03449193348439</c:v>
                </c:pt>
                <c:pt idx="1720">
                  <c:v>188.2859197290033</c:v>
                </c:pt>
                <c:pt idx="1721">
                  <c:v>187.23426566314629</c:v>
                </c:pt>
                <c:pt idx="1722">
                  <c:v>187.04973384649131</c:v>
                </c:pt>
                <c:pt idx="1723">
                  <c:v>186.49626208657969</c:v>
                </c:pt>
                <c:pt idx="1724">
                  <c:v>187.5087201487799</c:v>
                </c:pt>
                <c:pt idx="1725">
                  <c:v>188.45971799767241</c:v>
                </c:pt>
                <c:pt idx="1726">
                  <c:v>189.38285809782289</c:v>
                </c:pt>
                <c:pt idx="1727">
                  <c:v>188.57597290473171</c:v>
                </c:pt>
                <c:pt idx="1728">
                  <c:v>191.38412193530411</c:v>
                </c:pt>
                <c:pt idx="1729">
                  <c:v>190.8125501975467</c:v>
                </c:pt>
                <c:pt idx="1730">
                  <c:v>190.64298487737921</c:v>
                </c:pt>
                <c:pt idx="1731">
                  <c:v>188.44293738039849</c:v>
                </c:pt>
                <c:pt idx="1732">
                  <c:v>187.66598518028241</c:v>
                </c:pt>
                <c:pt idx="1733">
                  <c:v>188.50997738945819</c:v>
                </c:pt>
                <c:pt idx="1734">
                  <c:v>186.5895931037023</c:v>
                </c:pt>
                <c:pt idx="1735">
                  <c:v>188.44027117257619</c:v>
                </c:pt>
                <c:pt idx="1736">
                  <c:v>188.09929892477609</c:v>
                </c:pt>
                <c:pt idx="1737">
                  <c:v>190.83258798623251</c:v>
                </c:pt>
                <c:pt idx="1738">
                  <c:v>191.7875164301621</c:v>
                </c:pt>
                <c:pt idx="1739">
                  <c:v>191.1024109665251</c:v>
                </c:pt>
                <c:pt idx="1740">
                  <c:v>193.68193954799801</c:v>
                </c:pt>
                <c:pt idx="1741">
                  <c:v>194.1433034479839</c:v>
                </c:pt>
                <c:pt idx="1742">
                  <c:v>191.70542746457929</c:v>
                </c:pt>
                <c:pt idx="1743">
                  <c:v>191.4486331699342</c:v>
                </c:pt>
                <c:pt idx="1744">
                  <c:v>188.94451429114881</c:v>
                </c:pt>
                <c:pt idx="1745">
                  <c:v>187.93090178844821</c:v>
                </c:pt>
                <c:pt idx="1746">
                  <c:v>187.16684084058659</c:v>
                </c:pt>
                <c:pt idx="1747">
                  <c:v>185.9459925247229</c:v>
                </c:pt>
                <c:pt idx="1748">
                  <c:v>185.87880133893111</c:v>
                </c:pt>
                <c:pt idx="1749">
                  <c:v>186.2373513176839</c:v>
                </c:pt>
                <c:pt idx="1750">
                  <c:v>186.31122176637089</c:v>
                </c:pt>
                <c:pt idx="1751">
                  <c:v>183.31083090580151</c:v>
                </c:pt>
                <c:pt idx="1752">
                  <c:v>184.38987544686469</c:v>
                </c:pt>
                <c:pt idx="1753">
                  <c:v>184.20983770215761</c:v>
                </c:pt>
                <c:pt idx="1754">
                  <c:v>186.0412063793282</c:v>
                </c:pt>
                <c:pt idx="1755">
                  <c:v>183.8963109029209</c:v>
                </c:pt>
                <c:pt idx="1756">
                  <c:v>183.50681092408561</c:v>
                </c:pt>
                <c:pt idx="1757">
                  <c:v>181.58972503975949</c:v>
                </c:pt>
                <c:pt idx="1758">
                  <c:v>182.40940528173019</c:v>
                </c:pt>
                <c:pt idx="1759">
                  <c:v>184.14664582809939</c:v>
                </c:pt>
                <c:pt idx="1760">
                  <c:v>182.8840589908101</c:v>
                </c:pt>
                <c:pt idx="1761">
                  <c:v>182.01319855332119</c:v>
                </c:pt>
                <c:pt idx="1762">
                  <c:v>182.74683174799341</c:v>
                </c:pt>
                <c:pt idx="1763">
                  <c:v>182.9943492886172</c:v>
                </c:pt>
                <c:pt idx="1764">
                  <c:v>184.89961590115351</c:v>
                </c:pt>
                <c:pt idx="1765">
                  <c:v>187.63452667664609</c:v>
                </c:pt>
                <c:pt idx="1766">
                  <c:v>186.79019088398809</c:v>
                </c:pt>
                <c:pt idx="1767">
                  <c:v>186.39149661116741</c:v>
                </c:pt>
                <c:pt idx="1768">
                  <c:v>189.53944970570009</c:v>
                </c:pt>
                <c:pt idx="1769">
                  <c:v>187.8540215484565</c:v>
                </c:pt>
                <c:pt idx="1770">
                  <c:v>187.39837487761559</c:v>
                </c:pt>
                <c:pt idx="1771">
                  <c:v>187.37774612534031</c:v>
                </c:pt>
                <c:pt idx="1772">
                  <c:v>188.72578904633869</c:v>
                </c:pt>
                <c:pt idx="1773">
                  <c:v>184.75481607838759</c:v>
                </c:pt>
                <c:pt idx="1774">
                  <c:v>185.07668508457371</c:v>
                </c:pt>
                <c:pt idx="1775">
                  <c:v>184.86282498187251</c:v>
                </c:pt>
                <c:pt idx="1776">
                  <c:v>189.6143096748161</c:v>
                </c:pt>
                <c:pt idx="1777">
                  <c:v>189.69267419545119</c:v>
                </c:pt>
                <c:pt idx="1778">
                  <c:v>189.34389573093401</c:v>
                </c:pt>
                <c:pt idx="1779">
                  <c:v>191.31526780545809</c:v>
                </c:pt>
                <c:pt idx="1780">
                  <c:v>193.8487012269504</c:v>
                </c:pt>
                <c:pt idx="1781">
                  <c:v>194.36141024252589</c:v>
                </c:pt>
                <c:pt idx="1782">
                  <c:v>194.17003424290419</c:v>
                </c:pt>
                <c:pt idx="1783">
                  <c:v>192.86737182824339</c:v>
                </c:pt>
                <c:pt idx="1784">
                  <c:v>192.21933215067321</c:v>
                </c:pt>
                <c:pt idx="1785">
                  <c:v>193.77180724361941</c:v>
                </c:pt>
                <c:pt idx="1786">
                  <c:v>196.03518404805109</c:v>
                </c:pt>
                <c:pt idx="1787">
                  <c:v>194.8689792492068</c:v>
                </c:pt>
                <c:pt idx="1788">
                  <c:v>194.6308209226398</c:v>
                </c:pt>
                <c:pt idx="1789">
                  <c:v>195.6346481677655</c:v>
                </c:pt>
                <c:pt idx="1790">
                  <c:v>196.73705638562271</c:v>
                </c:pt>
                <c:pt idx="1791">
                  <c:v>195.52865953515621</c:v>
                </c:pt>
                <c:pt idx="1792">
                  <c:v>197.28093529470939</c:v>
                </c:pt>
                <c:pt idx="1793">
                  <c:v>197.98893716160461</c:v>
                </c:pt>
                <c:pt idx="1794">
                  <c:v>200.0942655641943</c:v>
                </c:pt>
                <c:pt idx="1795">
                  <c:v>199.96488576811251</c:v>
                </c:pt>
                <c:pt idx="1796">
                  <c:v>200.46736973925579</c:v>
                </c:pt>
                <c:pt idx="1797">
                  <c:v>199.4285656956356</c:v>
                </c:pt>
                <c:pt idx="1798">
                  <c:v>201.23676310276221</c:v>
                </c:pt>
                <c:pt idx="1799">
                  <c:v>201.32858235256279</c:v>
                </c:pt>
                <c:pt idx="1800">
                  <c:v>199.69928199298209</c:v>
                </c:pt>
                <c:pt idx="1801">
                  <c:v>199.89227970664021</c:v>
                </c:pt>
                <c:pt idx="1802">
                  <c:v>201.11562931025469</c:v>
                </c:pt>
                <c:pt idx="1803">
                  <c:v>200.97849827081299</c:v>
                </c:pt>
                <c:pt idx="1804">
                  <c:v>199.98943137208551</c:v>
                </c:pt>
                <c:pt idx="1805">
                  <c:v>197.8348743281569</c:v>
                </c:pt>
                <c:pt idx="1806">
                  <c:v>198.1798458876905</c:v>
                </c:pt>
                <c:pt idx="1807">
                  <c:v>197.36545683134659</c:v>
                </c:pt>
                <c:pt idx="1808">
                  <c:v>194.27093783997589</c:v>
                </c:pt>
                <c:pt idx="1809">
                  <c:v>195.35521859330871</c:v>
                </c:pt>
                <c:pt idx="1810">
                  <c:v>194.75437354286251</c:v>
                </c:pt>
                <c:pt idx="1811">
                  <c:v>193.3417644138768</c:v>
                </c:pt>
                <c:pt idx="1812">
                  <c:v>194.85768222430991</c:v>
                </c:pt>
                <c:pt idx="1813">
                  <c:v>194.7197403278501</c:v>
                </c:pt>
                <c:pt idx="1814">
                  <c:v>195.98504834631891</c:v>
                </c:pt>
                <c:pt idx="1815">
                  <c:v>195.4303121991926</c:v>
                </c:pt>
                <c:pt idx="1816">
                  <c:v>197.07760258990481</c:v>
                </c:pt>
                <c:pt idx="1817">
                  <c:v>198.60406154157391</c:v>
                </c:pt>
                <c:pt idx="1818">
                  <c:v>198.02111031888401</c:v>
                </c:pt>
                <c:pt idx="1819">
                  <c:v>199.10359069476979</c:v>
                </c:pt>
                <c:pt idx="1820">
                  <c:v>200.26928699006029</c:v>
                </c:pt>
                <c:pt idx="1821">
                  <c:v>200.8894276888706</c:v>
                </c:pt>
                <c:pt idx="1822">
                  <c:v>201.98462065360019</c:v>
                </c:pt>
                <c:pt idx="1823">
                  <c:v>202.61653939418261</c:v>
                </c:pt>
                <c:pt idx="1824">
                  <c:v>204.27127867479021</c:v>
                </c:pt>
                <c:pt idx="1825">
                  <c:v>204.47370431920169</c:v>
                </c:pt>
                <c:pt idx="1826">
                  <c:v>205.51848671541339</c:v>
                </c:pt>
                <c:pt idx="1827">
                  <c:v>206.77436680312891</c:v>
                </c:pt>
                <c:pt idx="1828">
                  <c:v>207.11789531203701</c:v>
                </c:pt>
                <c:pt idx="1829">
                  <c:v>210.67775002844871</c:v>
                </c:pt>
                <c:pt idx="1830">
                  <c:v>210.7384818447739</c:v>
                </c:pt>
                <c:pt idx="1831">
                  <c:v>211.73473650995041</c:v>
                </c:pt>
                <c:pt idx="1832">
                  <c:v>213.3753888677852</c:v>
                </c:pt>
                <c:pt idx="1833">
                  <c:v>216.79925324191629</c:v>
                </c:pt>
                <c:pt idx="1834">
                  <c:v>216.6402428063239</c:v>
                </c:pt>
                <c:pt idx="1835">
                  <c:v>215.99365992271851</c:v>
                </c:pt>
                <c:pt idx="1836">
                  <c:v>216.78563359267929</c:v>
                </c:pt>
                <c:pt idx="1837">
                  <c:v>215.76071032174261</c:v>
                </c:pt>
                <c:pt idx="1838">
                  <c:v>215.11367390794049</c:v>
                </c:pt>
                <c:pt idx="1839">
                  <c:v>213.54491295793491</c:v>
                </c:pt>
                <c:pt idx="1840">
                  <c:v>212.7057996342073</c:v>
                </c:pt>
                <c:pt idx="1841">
                  <c:v>213.40321912984871</c:v>
                </c:pt>
                <c:pt idx="1842">
                  <c:v>214.27265026005139</c:v>
                </c:pt>
                <c:pt idx="1843">
                  <c:v>217.90743366227559</c:v>
                </c:pt>
                <c:pt idx="1844">
                  <c:v>217.63919116600141</c:v>
                </c:pt>
                <c:pt idx="1845">
                  <c:v>218.61822542704681</c:v>
                </c:pt>
                <c:pt idx="1846">
                  <c:v>217.98449256567801</c:v>
                </c:pt>
                <c:pt idx="1847">
                  <c:v>221.39454488382199</c:v>
                </c:pt>
                <c:pt idx="1848">
                  <c:v>222.30563207541459</c:v>
                </c:pt>
                <c:pt idx="1849">
                  <c:v>226.01692464746961</c:v>
                </c:pt>
                <c:pt idx="1850">
                  <c:v>216.2780508426591</c:v>
                </c:pt>
                <c:pt idx="1851">
                  <c:v>217.40235220000619</c:v>
                </c:pt>
                <c:pt idx="1852">
                  <c:v>217.11882711044089</c:v>
                </c:pt>
                <c:pt idx="1853">
                  <c:v>218.6221285354053</c:v>
                </c:pt>
                <c:pt idx="1854">
                  <c:v>218.77898126672909</c:v>
                </c:pt>
                <c:pt idx="1855">
                  <c:v>220.94667694301961</c:v>
                </c:pt>
                <c:pt idx="1856">
                  <c:v>223.3041681349134</c:v>
                </c:pt>
                <c:pt idx="1857">
                  <c:v>217.9389608826082</c:v>
                </c:pt>
                <c:pt idx="1858">
                  <c:v>216.2201913842456</c:v>
                </c:pt>
                <c:pt idx="1859">
                  <c:v>217.03940435268049</c:v>
                </c:pt>
                <c:pt idx="1860">
                  <c:v>217.79484822680681</c:v>
                </c:pt>
                <c:pt idx="1861">
                  <c:v>217.33943519273379</c:v>
                </c:pt>
                <c:pt idx="1862">
                  <c:v>220.51989128468881</c:v>
                </c:pt>
                <c:pt idx="1863">
                  <c:v>221.12571142395839</c:v>
                </c:pt>
                <c:pt idx="1864">
                  <c:v>220.56726457522359</c:v>
                </c:pt>
                <c:pt idx="1865">
                  <c:v>221.44006282355261</c:v>
                </c:pt>
                <c:pt idx="1866">
                  <c:v>220.63376859405091</c:v>
                </c:pt>
                <c:pt idx="1867">
                  <c:v>222.46310325700651</c:v>
                </c:pt>
                <c:pt idx="1868">
                  <c:v>224.9288232458139</c:v>
                </c:pt>
                <c:pt idx="1869">
                  <c:v>222.60806799984391</c:v>
                </c:pt>
                <c:pt idx="1870">
                  <c:v>223.92913274581471</c:v>
                </c:pt>
                <c:pt idx="1871">
                  <c:v>224.52536003425939</c:v>
                </c:pt>
                <c:pt idx="1872">
                  <c:v>224.22306154322311</c:v>
                </c:pt>
                <c:pt idx="1873">
                  <c:v>222.60505820853919</c:v>
                </c:pt>
                <c:pt idx="1874">
                  <c:v>226.96572356207571</c:v>
                </c:pt>
                <c:pt idx="1875">
                  <c:v>227.5461597536754</c:v>
                </c:pt>
                <c:pt idx="1876">
                  <c:v>226.49020402262039</c:v>
                </c:pt>
                <c:pt idx="1877">
                  <c:v>226.55794494198381</c:v>
                </c:pt>
                <c:pt idx="1878">
                  <c:v>228.51998528912961</c:v>
                </c:pt>
                <c:pt idx="1879">
                  <c:v>236.13347915932539</c:v>
                </c:pt>
                <c:pt idx="1880">
                  <c:v>241.31840128681631</c:v>
                </c:pt>
                <c:pt idx="1881">
                  <c:v>245.81136002436421</c:v>
                </c:pt>
                <c:pt idx="1882">
                  <c:v>245.62189434890379</c:v>
                </c:pt>
                <c:pt idx="1883">
                  <c:v>250.01763270430979</c:v>
                </c:pt>
                <c:pt idx="1884">
                  <c:v>253.82717640895339</c:v>
                </c:pt>
                <c:pt idx="1885">
                  <c:v>251.68692618122631</c:v>
                </c:pt>
                <c:pt idx="1886">
                  <c:v>249.25456127687721</c:v>
                </c:pt>
                <c:pt idx="1887">
                  <c:v>251.21917162847021</c:v>
                </c:pt>
                <c:pt idx="1888">
                  <c:v>255.17866890811371</c:v>
                </c:pt>
                <c:pt idx="1889">
                  <c:v>249.72778567867081</c:v>
                </c:pt>
                <c:pt idx="1890">
                  <c:v>250.30365908162611</c:v>
                </c:pt>
                <c:pt idx="1891">
                  <c:v>251.43408996829689</c:v>
                </c:pt>
                <c:pt idx="1892">
                  <c:v>255.95753143239131</c:v>
                </c:pt>
                <c:pt idx="1893">
                  <c:v>255.52898662663139</c:v>
                </c:pt>
                <c:pt idx="1894">
                  <c:v>260.70993692906728</c:v>
                </c:pt>
                <c:pt idx="1895">
                  <c:v>258.0537617443706</c:v>
                </c:pt>
                <c:pt idx="1896">
                  <c:v>256.2642140486613</c:v>
                </c:pt>
                <c:pt idx="1897">
                  <c:v>255.64852619178109</c:v>
                </c:pt>
                <c:pt idx="1898">
                  <c:v>259.10925020188972</c:v>
                </c:pt>
                <c:pt idx="1899">
                  <c:v>261.8579180600122</c:v>
                </c:pt>
                <c:pt idx="1900">
                  <c:v>259.54775892863518</c:v>
                </c:pt>
                <c:pt idx="1901">
                  <c:v>263.17175380951619</c:v>
                </c:pt>
                <c:pt idx="1902">
                  <c:v>262.83787312479012</c:v>
                </c:pt>
                <c:pt idx="1903">
                  <c:v>262.50467960702838</c:v>
                </c:pt>
                <c:pt idx="1904">
                  <c:v>259.45635197901328</c:v>
                </c:pt>
                <c:pt idx="1905">
                  <c:v>260.1710605954824</c:v>
                </c:pt>
                <c:pt idx="1906">
                  <c:v>251.64723541735501</c:v>
                </c:pt>
                <c:pt idx="1907">
                  <c:v>254.75538780130211</c:v>
                </c:pt>
                <c:pt idx="1908">
                  <c:v>248.01757828068631</c:v>
                </c:pt>
                <c:pt idx="1909">
                  <c:v>246.50715780596931</c:v>
                </c:pt>
                <c:pt idx="1910">
                  <c:v>248.63811753633601</c:v>
                </c:pt>
                <c:pt idx="1911">
                  <c:v>252.11743628450469</c:v>
                </c:pt>
                <c:pt idx="1912">
                  <c:v>252.83531961234979</c:v>
                </c:pt>
                <c:pt idx="1913">
                  <c:v>246.3967575614478</c:v>
                </c:pt>
                <c:pt idx="1914">
                  <c:v>244.15497154304171</c:v>
                </c:pt>
                <c:pt idx="1915">
                  <c:v>247.2089201968266</c:v>
                </c:pt>
                <c:pt idx="1916">
                  <c:v>247.94321307178481</c:v>
                </c:pt>
                <c:pt idx="1917">
                  <c:v>246.88522332651479</c:v>
                </c:pt>
                <c:pt idx="1918">
                  <c:v>247.75202947891299</c:v>
                </c:pt>
                <c:pt idx="1919">
                  <c:v>242.1843003788214</c:v>
                </c:pt>
                <c:pt idx="1920">
                  <c:v>250.03522417860179</c:v>
                </c:pt>
                <c:pt idx="1921">
                  <c:v>250.82850346579531</c:v>
                </c:pt>
                <c:pt idx="1922">
                  <c:v>254.83487927575899</c:v>
                </c:pt>
                <c:pt idx="1923">
                  <c:v>251.13570832895829</c:v>
                </c:pt>
                <c:pt idx="1924">
                  <c:v>249.51961531843591</c:v>
                </c:pt>
                <c:pt idx="1925">
                  <c:v>250.8354575954763</c:v>
                </c:pt>
                <c:pt idx="1926">
                  <c:v>257.63516711625709</c:v>
                </c:pt>
                <c:pt idx="1927">
                  <c:v>258.31006127880119</c:v>
                </c:pt>
                <c:pt idx="1928">
                  <c:v>258.4462715145105</c:v>
                </c:pt>
                <c:pt idx="1929">
                  <c:v>258.59737953001081</c:v>
                </c:pt>
                <c:pt idx="1930">
                  <c:v>258.73060746109388</c:v>
                </c:pt>
                <c:pt idx="1931">
                  <c:v>264.14857539293581</c:v>
                </c:pt>
                <c:pt idx="1932">
                  <c:v>268.17274882728083</c:v>
                </c:pt>
                <c:pt idx="1933">
                  <c:v>271.1888895546773</c:v>
                </c:pt>
                <c:pt idx="1934">
                  <c:v>272.11909373122307</c:v>
                </c:pt>
                <c:pt idx="1935">
                  <c:v>273.02150887572338</c:v>
                </c:pt>
                <c:pt idx="1936">
                  <c:v>271.75750647448712</c:v>
                </c:pt>
                <c:pt idx="1937">
                  <c:v>270.49446610700119</c:v>
                </c:pt>
                <c:pt idx="1938">
                  <c:v>269.00320384725541</c:v>
                </c:pt>
                <c:pt idx="1939">
                  <c:v>269.55094463468282</c:v>
                </c:pt>
                <c:pt idx="1940">
                  <c:v>265.09384226934412</c:v>
                </c:pt>
                <c:pt idx="1941">
                  <c:v>263.01786963947922</c:v>
                </c:pt>
                <c:pt idx="1942">
                  <c:v>262.14735278547249</c:v>
                </c:pt>
                <c:pt idx="1943">
                  <c:v>260.54456332738329</c:v>
                </c:pt>
                <c:pt idx="1944">
                  <c:v>259.22506532209161</c:v>
                </c:pt>
                <c:pt idx="1945">
                  <c:v>253.90877061432181</c:v>
                </c:pt>
                <c:pt idx="1946">
                  <c:v>257.43698816368652</c:v>
                </c:pt>
                <c:pt idx="1947">
                  <c:v>255.07654215384511</c:v>
                </c:pt>
                <c:pt idx="1948">
                  <c:v>256.66211120780321</c:v>
                </c:pt>
                <c:pt idx="1949">
                  <c:v>257.94991707269071</c:v>
                </c:pt>
                <c:pt idx="1950">
                  <c:v>251.80307114157119</c:v>
                </c:pt>
                <c:pt idx="1951">
                  <c:v>253.02626956845361</c:v>
                </c:pt>
                <c:pt idx="1952">
                  <c:v>250.0035320381977</c:v>
                </c:pt>
                <c:pt idx="1953">
                  <c:v>247.85058296496601</c:v>
                </c:pt>
                <c:pt idx="1954">
                  <c:v>243.39218872573409</c:v>
                </c:pt>
                <c:pt idx="1955">
                  <c:v>245.13425318419431</c:v>
                </c:pt>
                <c:pt idx="1956">
                  <c:v>243.64718264293211</c:v>
                </c:pt>
                <c:pt idx="1957">
                  <c:v>243.22387404944189</c:v>
                </c:pt>
                <c:pt idx="1958">
                  <c:v>239.51735041612079</c:v>
                </c:pt>
                <c:pt idx="1959">
                  <c:v>243.74599725243161</c:v>
                </c:pt>
                <c:pt idx="1960">
                  <c:v>244.15023009098641</c:v>
                </c:pt>
                <c:pt idx="1961">
                  <c:v>242.17084564965589</c:v>
                </c:pt>
                <c:pt idx="1962">
                  <c:v>244.37817711646051</c:v>
                </c:pt>
                <c:pt idx="1963">
                  <c:v>242.69229542902031</c:v>
                </c:pt>
                <c:pt idx="1964">
                  <c:v>241.53145053249941</c:v>
                </c:pt>
                <c:pt idx="1965">
                  <c:v>240.59558410016581</c:v>
                </c:pt>
                <c:pt idx="1966">
                  <c:v>238.84204395339799</c:v>
                </c:pt>
                <c:pt idx="1967">
                  <c:v>236.6568117761727</c:v>
                </c:pt>
                <c:pt idx="1968">
                  <c:v>239.40572701440249</c:v>
                </c:pt>
                <c:pt idx="1969">
                  <c:v>234.09116396738321</c:v>
                </c:pt>
                <c:pt idx="1970">
                  <c:v>232.28871127607999</c:v>
                </c:pt>
                <c:pt idx="1971" formatCode="General">
                  <c:v>231.80714466733701</c:v>
                </c:pt>
                <c:pt idx="1972" formatCode="General">
                  <c:v>233.37997364577259</c:v>
                </c:pt>
                <c:pt idx="1973" formatCode="General">
                  <c:v>231.7391701112056</c:v>
                </c:pt>
                <c:pt idx="1974" formatCode="General">
                  <c:v>235.6944756723654</c:v>
                </c:pt>
                <c:pt idx="1975" formatCode="General">
                  <c:v>235.19342100850821</c:v>
                </c:pt>
                <c:pt idx="1976" formatCode="General">
                  <c:v>234.2072951843889</c:v>
                </c:pt>
                <c:pt idx="1977" formatCode="General">
                  <c:v>233.15364833433469</c:v>
                </c:pt>
                <c:pt idx="1978" formatCode="General">
                  <c:v>231.5119514827139</c:v>
                </c:pt>
                <c:pt idx="1979" formatCode="General">
                  <c:v>231.2695464643061</c:v>
                </c:pt>
                <c:pt idx="1980" formatCode="General">
                  <c:v>231.34659162436921</c:v>
                </c:pt>
                <c:pt idx="1981" formatCode="General">
                  <c:v>234.14579374106339</c:v>
                </c:pt>
                <c:pt idx="1982" formatCode="General">
                  <c:v>235.36687569369511</c:v>
                </c:pt>
                <c:pt idx="1983" formatCode="General">
                  <c:v>234.33308796891589</c:v>
                </c:pt>
                <c:pt idx="1984" formatCode="General">
                  <c:v>236.37196732603539</c:v>
                </c:pt>
                <c:pt idx="1985" formatCode="General">
                  <c:v>238.16539064342459</c:v>
                </c:pt>
                <c:pt idx="1986" formatCode="General">
                  <c:v>238.04198919993419</c:v>
                </c:pt>
                <c:pt idx="1987" formatCode="General">
                  <c:v>236.41858473290921</c:v>
                </c:pt>
                <c:pt idx="1988" formatCode="General">
                  <c:v>235.9574819563698</c:v>
                </c:pt>
                <c:pt idx="1989" formatCode="General">
                  <c:v>237.46788868774749</c:v>
                </c:pt>
                <c:pt idx="1990" formatCode="General">
                  <c:v>239.2306781018579</c:v>
                </c:pt>
                <c:pt idx="1991" formatCode="General">
                  <c:v>237.00056017850949</c:v>
                </c:pt>
                <c:pt idx="1992" formatCode="General">
                  <c:v>236.41385702419319</c:v>
                </c:pt>
                <c:pt idx="1993" formatCode="General">
                  <c:v>234.53482644636281</c:v>
                </c:pt>
                <c:pt idx="1994" formatCode="General">
                  <c:v>237.40535649397521</c:v>
                </c:pt>
                <c:pt idx="1995" formatCode="General">
                  <c:v>244.44778712996751</c:v>
                </c:pt>
                <c:pt idx="1996" formatCode="General">
                  <c:v>241.5241803060147</c:v>
                </c:pt>
                <c:pt idx="1997" formatCode="General">
                  <c:v>242.76385699670649</c:v>
                </c:pt>
                <c:pt idx="1998" formatCode="General">
                  <c:v>241.8977517546121</c:v>
                </c:pt>
                <c:pt idx="1999" formatCode="General">
                  <c:v>238.89396628923791</c:v>
                </c:pt>
                <c:pt idx="2000" formatCode="General">
                  <c:v>238.74115409966561</c:v>
                </c:pt>
                <c:pt idx="2001" formatCode="General">
                  <c:v>238.27012863215839</c:v>
                </c:pt>
                <c:pt idx="2002" formatCode="General">
                  <c:v>238.20732157160029</c:v>
                </c:pt>
                <c:pt idx="2003" formatCode="General">
                  <c:v>244.00964947338269</c:v>
                </c:pt>
                <c:pt idx="2004" formatCode="General">
                  <c:v>242.8772670325327</c:v>
                </c:pt>
                <c:pt idx="2005" formatCode="General">
                  <c:v>239.19175696498689</c:v>
                </c:pt>
                <c:pt idx="2006" formatCode="General">
                  <c:v>240.96809731163791</c:v>
                </c:pt>
                <c:pt idx="2007" formatCode="General">
                  <c:v>242.6589266012227</c:v>
                </c:pt>
                <c:pt idx="2008" formatCode="General">
                  <c:v>238.97652252835661</c:v>
                </c:pt>
                <c:pt idx="2009" formatCode="General">
                  <c:v>243.47543213181731</c:v>
                </c:pt>
                <c:pt idx="2010" formatCode="General">
                  <c:v>244.63006503897881</c:v>
                </c:pt>
                <c:pt idx="2011" formatCode="General">
                  <c:v>244.63176921305089</c:v>
                </c:pt>
                <c:pt idx="2012" formatCode="General">
                  <c:v>244.48709308033861</c:v>
                </c:pt>
                <c:pt idx="2013" formatCode="General">
                  <c:v>244.25510551311311</c:v>
                </c:pt>
                <c:pt idx="2014" formatCode="General">
                  <c:v>241.25931867120599</c:v>
                </c:pt>
                <c:pt idx="2015" formatCode="General">
                  <c:v>237.09104632439889</c:v>
                </c:pt>
                <c:pt idx="2016" formatCode="General">
                  <c:v>236.6327197023962</c:v>
                </c:pt>
                <c:pt idx="2017" formatCode="General">
                  <c:v>230.71581358094801</c:v>
                </c:pt>
                <c:pt idx="2018" formatCode="General">
                  <c:v>230.18866031577801</c:v>
                </c:pt>
                <c:pt idx="2019" formatCode="General">
                  <c:v>229.65250516337261</c:v>
                </c:pt>
                <c:pt idx="2020" formatCode="General">
                  <c:v>229.42333498070161</c:v>
                </c:pt>
                <c:pt idx="2021" formatCode="General">
                  <c:v>229.21631906096709</c:v>
                </c:pt>
                <c:pt idx="2022" formatCode="General">
                  <c:v>228.59964168365801</c:v>
                </c:pt>
                <c:pt idx="2023" formatCode="General">
                  <c:v>230.65483438451551</c:v>
                </c:pt>
                <c:pt idx="2024" formatCode="General">
                  <c:v>230.78797985556301</c:v>
                </c:pt>
                <c:pt idx="2025" formatCode="General">
                  <c:v>235.05470948504811</c:v>
                </c:pt>
                <c:pt idx="2026" formatCode="General">
                  <c:v>236.2572379296374</c:v>
                </c:pt>
                <c:pt idx="2027" formatCode="General">
                  <c:v>239.92681946694529</c:v>
                </c:pt>
                <c:pt idx="2028" formatCode="General">
                  <c:v>239.93982066591431</c:v>
                </c:pt>
                <c:pt idx="2029" formatCode="General">
                  <c:v>240.69453614305829</c:v>
                </c:pt>
                <c:pt idx="2030" formatCode="General">
                  <c:v>241.42184740165681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F9-4F4E-8997-E3E255773E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6100159"/>
        <c:axId val="466101119"/>
      </c:lineChart>
      <c:dateAx>
        <c:axId val="466100159"/>
        <c:scaling>
          <c:orientation val="minMax"/>
          <c:max val="46265"/>
        </c:scaling>
        <c:delete val="0"/>
        <c:axPos val="b"/>
        <c:numFmt formatCode="[$-416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466101119"/>
        <c:crosses val="autoZero"/>
        <c:auto val="0"/>
        <c:lblOffset val="100"/>
        <c:baseTimeUnit val="days"/>
        <c:majorUnit val="6"/>
        <c:majorTimeUnit val="months"/>
      </c:dateAx>
      <c:valAx>
        <c:axId val="466101119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466100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4610533017513973E-2"/>
          <c:y val="0.17695442219865243"/>
          <c:w val="0.87974793227269821"/>
          <c:h val="0.67937931164492638"/>
        </c:manualLayout>
      </c:layout>
      <c:lineChart>
        <c:grouping val="standard"/>
        <c:varyColors val="0"/>
        <c:ser>
          <c:idx val="0"/>
          <c:order val="0"/>
          <c:tx>
            <c:v>Top Small Caps XP</c:v>
          </c:tx>
          <c:spPr>
            <a:ln w="22225" cap="rnd">
              <a:solidFill>
                <a:srgbClr val="8EB3DF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100'!$G$4:$G$10000</c:f>
              <c:numCache>
                <c:formatCode>m/d/yyyy</c:formatCode>
                <c:ptCount val="9997"/>
                <c:pt idx="0">
                  <c:v>44316</c:v>
                </c:pt>
                <c:pt idx="1">
                  <c:v>44319</c:v>
                </c:pt>
                <c:pt idx="2">
                  <c:v>44320</c:v>
                </c:pt>
                <c:pt idx="3">
                  <c:v>44321</c:v>
                </c:pt>
                <c:pt idx="4">
                  <c:v>44322</c:v>
                </c:pt>
                <c:pt idx="5">
                  <c:v>44323</c:v>
                </c:pt>
                <c:pt idx="6">
                  <c:v>44326</c:v>
                </c:pt>
                <c:pt idx="7">
                  <c:v>44327</c:v>
                </c:pt>
                <c:pt idx="8">
                  <c:v>44328</c:v>
                </c:pt>
                <c:pt idx="9">
                  <c:v>44329</c:v>
                </c:pt>
                <c:pt idx="10">
                  <c:v>44330</c:v>
                </c:pt>
                <c:pt idx="11">
                  <c:v>44333</c:v>
                </c:pt>
                <c:pt idx="12">
                  <c:v>44334</c:v>
                </c:pt>
                <c:pt idx="13">
                  <c:v>44335</c:v>
                </c:pt>
                <c:pt idx="14">
                  <c:v>44336</c:v>
                </c:pt>
                <c:pt idx="15">
                  <c:v>44337</c:v>
                </c:pt>
                <c:pt idx="16">
                  <c:v>44340</c:v>
                </c:pt>
                <c:pt idx="17">
                  <c:v>44341</c:v>
                </c:pt>
                <c:pt idx="18">
                  <c:v>44342</c:v>
                </c:pt>
                <c:pt idx="19">
                  <c:v>44343</c:v>
                </c:pt>
                <c:pt idx="20">
                  <c:v>44344</c:v>
                </c:pt>
                <c:pt idx="21">
                  <c:v>44347</c:v>
                </c:pt>
                <c:pt idx="22">
                  <c:v>44348</c:v>
                </c:pt>
                <c:pt idx="23">
                  <c:v>44349</c:v>
                </c:pt>
                <c:pt idx="24">
                  <c:v>44351</c:v>
                </c:pt>
                <c:pt idx="25">
                  <c:v>44354</c:v>
                </c:pt>
                <c:pt idx="26">
                  <c:v>44355</c:v>
                </c:pt>
                <c:pt idx="27">
                  <c:v>44356</c:v>
                </c:pt>
                <c:pt idx="28">
                  <c:v>44357</c:v>
                </c:pt>
                <c:pt idx="29">
                  <c:v>44358</c:v>
                </c:pt>
                <c:pt idx="30">
                  <c:v>44361</c:v>
                </c:pt>
                <c:pt idx="31">
                  <c:v>44362</c:v>
                </c:pt>
                <c:pt idx="32">
                  <c:v>44363</c:v>
                </c:pt>
                <c:pt idx="33">
                  <c:v>44364</c:v>
                </c:pt>
                <c:pt idx="34">
                  <c:v>44365</c:v>
                </c:pt>
                <c:pt idx="35">
                  <c:v>44368</c:v>
                </c:pt>
                <c:pt idx="36">
                  <c:v>44369</c:v>
                </c:pt>
                <c:pt idx="37">
                  <c:v>44370</c:v>
                </c:pt>
                <c:pt idx="38">
                  <c:v>44371</c:v>
                </c:pt>
                <c:pt idx="39">
                  <c:v>44372</c:v>
                </c:pt>
                <c:pt idx="40">
                  <c:v>44375</c:v>
                </c:pt>
                <c:pt idx="41">
                  <c:v>44376</c:v>
                </c:pt>
                <c:pt idx="42">
                  <c:v>44377</c:v>
                </c:pt>
                <c:pt idx="43">
                  <c:v>44378</c:v>
                </c:pt>
                <c:pt idx="44">
                  <c:v>44379</c:v>
                </c:pt>
                <c:pt idx="45">
                  <c:v>44382</c:v>
                </c:pt>
                <c:pt idx="46">
                  <c:v>44383</c:v>
                </c:pt>
                <c:pt idx="47">
                  <c:v>44384</c:v>
                </c:pt>
                <c:pt idx="48">
                  <c:v>44385</c:v>
                </c:pt>
                <c:pt idx="49">
                  <c:v>44389</c:v>
                </c:pt>
                <c:pt idx="50">
                  <c:v>44390</c:v>
                </c:pt>
                <c:pt idx="51">
                  <c:v>44391</c:v>
                </c:pt>
                <c:pt idx="52">
                  <c:v>44392</c:v>
                </c:pt>
                <c:pt idx="53">
                  <c:v>44393</c:v>
                </c:pt>
                <c:pt idx="54">
                  <c:v>44396</c:v>
                </c:pt>
                <c:pt idx="55">
                  <c:v>44397</c:v>
                </c:pt>
                <c:pt idx="56">
                  <c:v>44398</c:v>
                </c:pt>
                <c:pt idx="57">
                  <c:v>44399</c:v>
                </c:pt>
                <c:pt idx="58">
                  <c:v>44400</c:v>
                </c:pt>
                <c:pt idx="59">
                  <c:v>44403</c:v>
                </c:pt>
                <c:pt idx="60">
                  <c:v>44404</c:v>
                </c:pt>
                <c:pt idx="61">
                  <c:v>44405</c:v>
                </c:pt>
                <c:pt idx="62">
                  <c:v>44406</c:v>
                </c:pt>
                <c:pt idx="63">
                  <c:v>44407</c:v>
                </c:pt>
                <c:pt idx="64">
                  <c:v>44410</c:v>
                </c:pt>
                <c:pt idx="65">
                  <c:v>44411</c:v>
                </c:pt>
                <c:pt idx="66">
                  <c:v>44412</c:v>
                </c:pt>
                <c:pt idx="67">
                  <c:v>44413</c:v>
                </c:pt>
                <c:pt idx="68">
                  <c:v>44414</c:v>
                </c:pt>
                <c:pt idx="69">
                  <c:v>44417</c:v>
                </c:pt>
                <c:pt idx="70">
                  <c:v>44418</c:v>
                </c:pt>
                <c:pt idx="71">
                  <c:v>44419</c:v>
                </c:pt>
                <c:pt idx="72">
                  <c:v>44420</c:v>
                </c:pt>
                <c:pt idx="73">
                  <c:v>44421</c:v>
                </c:pt>
                <c:pt idx="74">
                  <c:v>44424</c:v>
                </c:pt>
                <c:pt idx="75">
                  <c:v>44425</c:v>
                </c:pt>
                <c:pt idx="76">
                  <c:v>44426</c:v>
                </c:pt>
                <c:pt idx="77">
                  <c:v>44427</c:v>
                </c:pt>
                <c:pt idx="78">
                  <c:v>44428</c:v>
                </c:pt>
                <c:pt idx="79">
                  <c:v>44431</c:v>
                </c:pt>
                <c:pt idx="80">
                  <c:v>44432</c:v>
                </c:pt>
                <c:pt idx="81">
                  <c:v>44433</c:v>
                </c:pt>
                <c:pt idx="82">
                  <c:v>44434</c:v>
                </c:pt>
                <c:pt idx="83">
                  <c:v>44435</c:v>
                </c:pt>
                <c:pt idx="84">
                  <c:v>44438</c:v>
                </c:pt>
                <c:pt idx="85">
                  <c:v>44439</c:v>
                </c:pt>
                <c:pt idx="86">
                  <c:v>44440</c:v>
                </c:pt>
                <c:pt idx="87">
                  <c:v>44441</c:v>
                </c:pt>
                <c:pt idx="88">
                  <c:v>44442</c:v>
                </c:pt>
                <c:pt idx="89">
                  <c:v>44445</c:v>
                </c:pt>
                <c:pt idx="90">
                  <c:v>44447</c:v>
                </c:pt>
                <c:pt idx="91">
                  <c:v>44448</c:v>
                </c:pt>
                <c:pt idx="92">
                  <c:v>44449</c:v>
                </c:pt>
                <c:pt idx="93">
                  <c:v>44452</c:v>
                </c:pt>
                <c:pt idx="94">
                  <c:v>44453</c:v>
                </c:pt>
                <c:pt idx="95">
                  <c:v>44454</c:v>
                </c:pt>
                <c:pt idx="96">
                  <c:v>44455</c:v>
                </c:pt>
                <c:pt idx="97">
                  <c:v>44456</c:v>
                </c:pt>
                <c:pt idx="98">
                  <c:v>44459</c:v>
                </c:pt>
                <c:pt idx="99">
                  <c:v>44460</c:v>
                </c:pt>
                <c:pt idx="100">
                  <c:v>44461</c:v>
                </c:pt>
                <c:pt idx="101">
                  <c:v>44462</c:v>
                </c:pt>
                <c:pt idx="102">
                  <c:v>44463</c:v>
                </c:pt>
                <c:pt idx="103">
                  <c:v>44466</c:v>
                </c:pt>
                <c:pt idx="104">
                  <c:v>44467</c:v>
                </c:pt>
                <c:pt idx="105">
                  <c:v>44468</c:v>
                </c:pt>
                <c:pt idx="106">
                  <c:v>44469</c:v>
                </c:pt>
                <c:pt idx="107">
                  <c:v>44470</c:v>
                </c:pt>
                <c:pt idx="108">
                  <c:v>44473</c:v>
                </c:pt>
                <c:pt idx="109">
                  <c:v>44474</c:v>
                </c:pt>
                <c:pt idx="110">
                  <c:v>44475</c:v>
                </c:pt>
                <c:pt idx="111">
                  <c:v>44476</c:v>
                </c:pt>
                <c:pt idx="112">
                  <c:v>44477</c:v>
                </c:pt>
                <c:pt idx="113">
                  <c:v>44480</c:v>
                </c:pt>
                <c:pt idx="114">
                  <c:v>44482</c:v>
                </c:pt>
                <c:pt idx="115">
                  <c:v>44483</c:v>
                </c:pt>
                <c:pt idx="116">
                  <c:v>44484</c:v>
                </c:pt>
                <c:pt idx="117">
                  <c:v>44487</c:v>
                </c:pt>
                <c:pt idx="118">
                  <c:v>44488</c:v>
                </c:pt>
                <c:pt idx="119">
                  <c:v>44489</c:v>
                </c:pt>
                <c:pt idx="120">
                  <c:v>44490</c:v>
                </c:pt>
                <c:pt idx="121">
                  <c:v>44491</c:v>
                </c:pt>
                <c:pt idx="122">
                  <c:v>44494</c:v>
                </c:pt>
                <c:pt idx="123">
                  <c:v>44495</c:v>
                </c:pt>
                <c:pt idx="124">
                  <c:v>44496</c:v>
                </c:pt>
                <c:pt idx="125">
                  <c:v>44497</c:v>
                </c:pt>
                <c:pt idx="126">
                  <c:v>44498</c:v>
                </c:pt>
                <c:pt idx="127">
                  <c:v>44501</c:v>
                </c:pt>
                <c:pt idx="128">
                  <c:v>44503</c:v>
                </c:pt>
                <c:pt idx="129">
                  <c:v>44504</c:v>
                </c:pt>
                <c:pt idx="130">
                  <c:v>44505</c:v>
                </c:pt>
                <c:pt idx="131">
                  <c:v>44508</c:v>
                </c:pt>
                <c:pt idx="132">
                  <c:v>44509</c:v>
                </c:pt>
                <c:pt idx="133">
                  <c:v>44510</c:v>
                </c:pt>
                <c:pt idx="134">
                  <c:v>44511</c:v>
                </c:pt>
                <c:pt idx="135">
                  <c:v>44512</c:v>
                </c:pt>
                <c:pt idx="136">
                  <c:v>44516</c:v>
                </c:pt>
                <c:pt idx="137">
                  <c:v>44517</c:v>
                </c:pt>
                <c:pt idx="138">
                  <c:v>44518</c:v>
                </c:pt>
                <c:pt idx="139">
                  <c:v>44519</c:v>
                </c:pt>
                <c:pt idx="140">
                  <c:v>44522</c:v>
                </c:pt>
                <c:pt idx="141">
                  <c:v>44523</c:v>
                </c:pt>
                <c:pt idx="142">
                  <c:v>44524</c:v>
                </c:pt>
                <c:pt idx="143">
                  <c:v>44525</c:v>
                </c:pt>
                <c:pt idx="144">
                  <c:v>44526</c:v>
                </c:pt>
                <c:pt idx="145">
                  <c:v>44529</c:v>
                </c:pt>
                <c:pt idx="146">
                  <c:v>44530</c:v>
                </c:pt>
                <c:pt idx="147">
                  <c:v>44531</c:v>
                </c:pt>
                <c:pt idx="148">
                  <c:v>44532</c:v>
                </c:pt>
                <c:pt idx="149">
                  <c:v>44533</c:v>
                </c:pt>
                <c:pt idx="150">
                  <c:v>44536</c:v>
                </c:pt>
                <c:pt idx="151">
                  <c:v>44537</c:v>
                </c:pt>
                <c:pt idx="152">
                  <c:v>44538</c:v>
                </c:pt>
                <c:pt idx="153">
                  <c:v>44539</c:v>
                </c:pt>
                <c:pt idx="154">
                  <c:v>44540</c:v>
                </c:pt>
                <c:pt idx="155">
                  <c:v>44543</c:v>
                </c:pt>
                <c:pt idx="156">
                  <c:v>44544</c:v>
                </c:pt>
                <c:pt idx="157">
                  <c:v>44545</c:v>
                </c:pt>
                <c:pt idx="158">
                  <c:v>44546</c:v>
                </c:pt>
                <c:pt idx="159">
                  <c:v>44547</c:v>
                </c:pt>
                <c:pt idx="160">
                  <c:v>44550</c:v>
                </c:pt>
                <c:pt idx="161">
                  <c:v>44551</c:v>
                </c:pt>
                <c:pt idx="162">
                  <c:v>44552</c:v>
                </c:pt>
                <c:pt idx="163">
                  <c:v>44553</c:v>
                </c:pt>
                <c:pt idx="164">
                  <c:v>44557</c:v>
                </c:pt>
                <c:pt idx="165">
                  <c:v>44558</c:v>
                </c:pt>
                <c:pt idx="166">
                  <c:v>44559</c:v>
                </c:pt>
                <c:pt idx="167">
                  <c:v>44560</c:v>
                </c:pt>
                <c:pt idx="168">
                  <c:v>44564</c:v>
                </c:pt>
                <c:pt idx="169">
                  <c:v>44565</c:v>
                </c:pt>
                <c:pt idx="170">
                  <c:v>44566</c:v>
                </c:pt>
                <c:pt idx="171">
                  <c:v>44567</c:v>
                </c:pt>
                <c:pt idx="172">
                  <c:v>44568</c:v>
                </c:pt>
                <c:pt idx="173">
                  <c:v>44571</c:v>
                </c:pt>
                <c:pt idx="174">
                  <c:v>44572</c:v>
                </c:pt>
                <c:pt idx="175">
                  <c:v>44573</c:v>
                </c:pt>
                <c:pt idx="176">
                  <c:v>44574</c:v>
                </c:pt>
                <c:pt idx="177">
                  <c:v>44575</c:v>
                </c:pt>
                <c:pt idx="178">
                  <c:v>44578</c:v>
                </c:pt>
                <c:pt idx="179">
                  <c:v>44579</c:v>
                </c:pt>
                <c:pt idx="180">
                  <c:v>44580</c:v>
                </c:pt>
                <c:pt idx="181">
                  <c:v>44581</c:v>
                </c:pt>
                <c:pt idx="182">
                  <c:v>44582</c:v>
                </c:pt>
                <c:pt idx="183">
                  <c:v>44585</c:v>
                </c:pt>
                <c:pt idx="184">
                  <c:v>44586</c:v>
                </c:pt>
                <c:pt idx="185">
                  <c:v>44587</c:v>
                </c:pt>
                <c:pt idx="186">
                  <c:v>44588</c:v>
                </c:pt>
                <c:pt idx="187">
                  <c:v>44589</c:v>
                </c:pt>
                <c:pt idx="188">
                  <c:v>44592</c:v>
                </c:pt>
                <c:pt idx="189">
                  <c:v>44593</c:v>
                </c:pt>
                <c:pt idx="190">
                  <c:v>44594</c:v>
                </c:pt>
                <c:pt idx="191">
                  <c:v>44595</c:v>
                </c:pt>
                <c:pt idx="192">
                  <c:v>44596</c:v>
                </c:pt>
                <c:pt idx="193">
                  <c:v>44599</c:v>
                </c:pt>
                <c:pt idx="194">
                  <c:v>44600</c:v>
                </c:pt>
                <c:pt idx="195">
                  <c:v>44601</c:v>
                </c:pt>
                <c:pt idx="196">
                  <c:v>44602</c:v>
                </c:pt>
                <c:pt idx="197">
                  <c:v>44603</c:v>
                </c:pt>
                <c:pt idx="198">
                  <c:v>44606</c:v>
                </c:pt>
                <c:pt idx="199">
                  <c:v>44607</c:v>
                </c:pt>
                <c:pt idx="200">
                  <c:v>44608</c:v>
                </c:pt>
                <c:pt idx="201">
                  <c:v>44609</c:v>
                </c:pt>
                <c:pt idx="202">
                  <c:v>44610</c:v>
                </c:pt>
                <c:pt idx="203">
                  <c:v>44613</c:v>
                </c:pt>
                <c:pt idx="204">
                  <c:v>44614</c:v>
                </c:pt>
                <c:pt idx="205">
                  <c:v>44615</c:v>
                </c:pt>
                <c:pt idx="206">
                  <c:v>44616</c:v>
                </c:pt>
                <c:pt idx="207">
                  <c:v>44617</c:v>
                </c:pt>
                <c:pt idx="208">
                  <c:v>44622</c:v>
                </c:pt>
                <c:pt idx="209">
                  <c:v>44623</c:v>
                </c:pt>
                <c:pt idx="210">
                  <c:v>44624</c:v>
                </c:pt>
                <c:pt idx="211">
                  <c:v>44627</c:v>
                </c:pt>
                <c:pt idx="212">
                  <c:v>44628</c:v>
                </c:pt>
                <c:pt idx="213">
                  <c:v>44629</c:v>
                </c:pt>
                <c:pt idx="214">
                  <c:v>44630</c:v>
                </c:pt>
                <c:pt idx="215">
                  <c:v>44631</c:v>
                </c:pt>
                <c:pt idx="216">
                  <c:v>44634</c:v>
                </c:pt>
                <c:pt idx="217">
                  <c:v>44635</c:v>
                </c:pt>
                <c:pt idx="218">
                  <c:v>44636</c:v>
                </c:pt>
                <c:pt idx="219">
                  <c:v>44637</c:v>
                </c:pt>
                <c:pt idx="220">
                  <c:v>44638</c:v>
                </c:pt>
                <c:pt idx="221">
                  <c:v>44641</c:v>
                </c:pt>
                <c:pt idx="222">
                  <c:v>44642</c:v>
                </c:pt>
                <c:pt idx="223">
                  <c:v>44643</c:v>
                </c:pt>
                <c:pt idx="224">
                  <c:v>44644</c:v>
                </c:pt>
                <c:pt idx="225">
                  <c:v>44645</c:v>
                </c:pt>
                <c:pt idx="226">
                  <c:v>44648</c:v>
                </c:pt>
                <c:pt idx="227">
                  <c:v>44649</c:v>
                </c:pt>
                <c:pt idx="228">
                  <c:v>44650</c:v>
                </c:pt>
                <c:pt idx="229">
                  <c:v>44651</c:v>
                </c:pt>
                <c:pt idx="230">
                  <c:v>44652</c:v>
                </c:pt>
                <c:pt idx="231">
                  <c:v>44655</c:v>
                </c:pt>
                <c:pt idx="232">
                  <c:v>44656</c:v>
                </c:pt>
                <c:pt idx="233">
                  <c:v>44657</c:v>
                </c:pt>
                <c:pt idx="234">
                  <c:v>44658</c:v>
                </c:pt>
                <c:pt idx="235">
                  <c:v>44659</c:v>
                </c:pt>
                <c:pt idx="236">
                  <c:v>44662</c:v>
                </c:pt>
                <c:pt idx="237">
                  <c:v>44663</c:v>
                </c:pt>
                <c:pt idx="238">
                  <c:v>44664</c:v>
                </c:pt>
                <c:pt idx="239">
                  <c:v>44665</c:v>
                </c:pt>
                <c:pt idx="240">
                  <c:v>44669</c:v>
                </c:pt>
                <c:pt idx="241">
                  <c:v>44670</c:v>
                </c:pt>
                <c:pt idx="242">
                  <c:v>44671</c:v>
                </c:pt>
                <c:pt idx="243">
                  <c:v>44673</c:v>
                </c:pt>
                <c:pt idx="244">
                  <c:v>44676</c:v>
                </c:pt>
                <c:pt idx="245">
                  <c:v>44677</c:v>
                </c:pt>
                <c:pt idx="246">
                  <c:v>44678</c:v>
                </c:pt>
                <c:pt idx="247">
                  <c:v>44679</c:v>
                </c:pt>
                <c:pt idx="248">
                  <c:v>44680</c:v>
                </c:pt>
                <c:pt idx="249">
                  <c:v>44683</c:v>
                </c:pt>
                <c:pt idx="250">
                  <c:v>44684</c:v>
                </c:pt>
                <c:pt idx="251">
                  <c:v>44685</c:v>
                </c:pt>
                <c:pt idx="252">
                  <c:v>44686</c:v>
                </c:pt>
                <c:pt idx="253">
                  <c:v>44687</c:v>
                </c:pt>
                <c:pt idx="254">
                  <c:v>44690</c:v>
                </c:pt>
                <c:pt idx="255">
                  <c:v>44691</c:v>
                </c:pt>
                <c:pt idx="256">
                  <c:v>44692</c:v>
                </c:pt>
                <c:pt idx="257">
                  <c:v>44693</c:v>
                </c:pt>
                <c:pt idx="258">
                  <c:v>44694</c:v>
                </c:pt>
                <c:pt idx="259">
                  <c:v>44697</c:v>
                </c:pt>
                <c:pt idx="260">
                  <c:v>44698</c:v>
                </c:pt>
                <c:pt idx="261">
                  <c:v>44699</c:v>
                </c:pt>
                <c:pt idx="262">
                  <c:v>44700</c:v>
                </c:pt>
                <c:pt idx="263">
                  <c:v>44701</c:v>
                </c:pt>
                <c:pt idx="264">
                  <c:v>44704</c:v>
                </c:pt>
                <c:pt idx="265">
                  <c:v>44705</c:v>
                </c:pt>
                <c:pt idx="266">
                  <c:v>44706</c:v>
                </c:pt>
                <c:pt idx="267">
                  <c:v>44707</c:v>
                </c:pt>
                <c:pt idx="268">
                  <c:v>44708</c:v>
                </c:pt>
                <c:pt idx="269">
                  <c:v>44711</c:v>
                </c:pt>
                <c:pt idx="270">
                  <c:v>44712</c:v>
                </c:pt>
                <c:pt idx="271">
                  <c:v>44713</c:v>
                </c:pt>
                <c:pt idx="272">
                  <c:v>44714</c:v>
                </c:pt>
                <c:pt idx="273">
                  <c:v>44715</c:v>
                </c:pt>
                <c:pt idx="274">
                  <c:v>44718</c:v>
                </c:pt>
                <c:pt idx="275">
                  <c:v>44719</c:v>
                </c:pt>
                <c:pt idx="276">
                  <c:v>44720</c:v>
                </c:pt>
                <c:pt idx="277">
                  <c:v>44721</c:v>
                </c:pt>
                <c:pt idx="278">
                  <c:v>44722</c:v>
                </c:pt>
                <c:pt idx="279">
                  <c:v>44725</c:v>
                </c:pt>
                <c:pt idx="280">
                  <c:v>44726</c:v>
                </c:pt>
                <c:pt idx="281">
                  <c:v>44727</c:v>
                </c:pt>
                <c:pt idx="282">
                  <c:v>44729</c:v>
                </c:pt>
                <c:pt idx="283">
                  <c:v>44732</c:v>
                </c:pt>
                <c:pt idx="284">
                  <c:v>44733</c:v>
                </c:pt>
                <c:pt idx="285">
                  <c:v>44734</c:v>
                </c:pt>
                <c:pt idx="286">
                  <c:v>44735</c:v>
                </c:pt>
                <c:pt idx="287">
                  <c:v>44736</c:v>
                </c:pt>
                <c:pt idx="288">
                  <c:v>44739</c:v>
                </c:pt>
                <c:pt idx="289">
                  <c:v>44740</c:v>
                </c:pt>
                <c:pt idx="290">
                  <c:v>44741</c:v>
                </c:pt>
                <c:pt idx="291">
                  <c:v>44742</c:v>
                </c:pt>
                <c:pt idx="292">
                  <c:v>44743</c:v>
                </c:pt>
                <c:pt idx="293">
                  <c:v>44746</c:v>
                </c:pt>
                <c:pt idx="294">
                  <c:v>44747</c:v>
                </c:pt>
                <c:pt idx="295">
                  <c:v>44748</c:v>
                </c:pt>
                <c:pt idx="296">
                  <c:v>44749</c:v>
                </c:pt>
                <c:pt idx="297">
                  <c:v>44750</c:v>
                </c:pt>
                <c:pt idx="298">
                  <c:v>44753</c:v>
                </c:pt>
                <c:pt idx="299">
                  <c:v>44754</c:v>
                </c:pt>
                <c:pt idx="300">
                  <c:v>44755</c:v>
                </c:pt>
                <c:pt idx="301">
                  <c:v>44756</c:v>
                </c:pt>
                <c:pt idx="302">
                  <c:v>44757</c:v>
                </c:pt>
                <c:pt idx="303">
                  <c:v>44760</c:v>
                </c:pt>
                <c:pt idx="304">
                  <c:v>44761</c:v>
                </c:pt>
                <c:pt idx="305">
                  <c:v>44762</c:v>
                </c:pt>
                <c:pt idx="306">
                  <c:v>44763</c:v>
                </c:pt>
                <c:pt idx="307">
                  <c:v>44764</c:v>
                </c:pt>
                <c:pt idx="308">
                  <c:v>44767</c:v>
                </c:pt>
                <c:pt idx="309">
                  <c:v>44768</c:v>
                </c:pt>
                <c:pt idx="310">
                  <c:v>44769</c:v>
                </c:pt>
                <c:pt idx="311">
                  <c:v>44770</c:v>
                </c:pt>
                <c:pt idx="312">
                  <c:v>44771</c:v>
                </c:pt>
                <c:pt idx="313">
                  <c:v>44774</c:v>
                </c:pt>
                <c:pt idx="314">
                  <c:v>44775</c:v>
                </c:pt>
                <c:pt idx="315">
                  <c:v>44776</c:v>
                </c:pt>
                <c:pt idx="316">
                  <c:v>44777</c:v>
                </c:pt>
                <c:pt idx="317">
                  <c:v>44778</c:v>
                </c:pt>
                <c:pt idx="318">
                  <c:v>44781</c:v>
                </c:pt>
                <c:pt idx="319">
                  <c:v>44782</c:v>
                </c:pt>
                <c:pt idx="320">
                  <c:v>44783</c:v>
                </c:pt>
                <c:pt idx="321">
                  <c:v>44784</c:v>
                </c:pt>
                <c:pt idx="322">
                  <c:v>44785</c:v>
                </c:pt>
                <c:pt idx="323">
                  <c:v>44788</c:v>
                </c:pt>
                <c:pt idx="324">
                  <c:v>44789</c:v>
                </c:pt>
                <c:pt idx="325">
                  <c:v>44790</c:v>
                </c:pt>
                <c:pt idx="326">
                  <c:v>44791</c:v>
                </c:pt>
                <c:pt idx="327">
                  <c:v>44792</c:v>
                </c:pt>
                <c:pt idx="328">
                  <c:v>44795</c:v>
                </c:pt>
                <c:pt idx="329">
                  <c:v>44796</c:v>
                </c:pt>
                <c:pt idx="330">
                  <c:v>44797</c:v>
                </c:pt>
                <c:pt idx="331">
                  <c:v>44798</c:v>
                </c:pt>
                <c:pt idx="332">
                  <c:v>44799</c:v>
                </c:pt>
                <c:pt idx="333">
                  <c:v>44802</c:v>
                </c:pt>
                <c:pt idx="334">
                  <c:v>44803</c:v>
                </c:pt>
                <c:pt idx="335">
                  <c:v>44804</c:v>
                </c:pt>
                <c:pt idx="336">
                  <c:v>44805</c:v>
                </c:pt>
                <c:pt idx="337">
                  <c:v>44806</c:v>
                </c:pt>
                <c:pt idx="338">
                  <c:v>44809</c:v>
                </c:pt>
                <c:pt idx="339">
                  <c:v>44810</c:v>
                </c:pt>
                <c:pt idx="340">
                  <c:v>44812</c:v>
                </c:pt>
                <c:pt idx="341">
                  <c:v>44813</c:v>
                </c:pt>
                <c:pt idx="342">
                  <c:v>44816</c:v>
                </c:pt>
                <c:pt idx="343">
                  <c:v>44817</c:v>
                </c:pt>
                <c:pt idx="344">
                  <c:v>44818</c:v>
                </c:pt>
                <c:pt idx="345">
                  <c:v>44819</c:v>
                </c:pt>
                <c:pt idx="346">
                  <c:v>44820</c:v>
                </c:pt>
                <c:pt idx="347">
                  <c:v>44823</c:v>
                </c:pt>
                <c:pt idx="348">
                  <c:v>44824</c:v>
                </c:pt>
                <c:pt idx="349">
                  <c:v>44825</c:v>
                </c:pt>
                <c:pt idx="350">
                  <c:v>44826</c:v>
                </c:pt>
                <c:pt idx="351">
                  <c:v>44827</c:v>
                </c:pt>
                <c:pt idx="352">
                  <c:v>44830</c:v>
                </c:pt>
                <c:pt idx="353">
                  <c:v>44831</c:v>
                </c:pt>
                <c:pt idx="354">
                  <c:v>44832</c:v>
                </c:pt>
                <c:pt idx="355">
                  <c:v>44833</c:v>
                </c:pt>
                <c:pt idx="356">
                  <c:v>44834</c:v>
                </c:pt>
                <c:pt idx="357">
                  <c:v>44837</c:v>
                </c:pt>
                <c:pt idx="358">
                  <c:v>44838</c:v>
                </c:pt>
                <c:pt idx="359">
                  <c:v>44839</c:v>
                </c:pt>
                <c:pt idx="360">
                  <c:v>44840</c:v>
                </c:pt>
                <c:pt idx="361">
                  <c:v>44841</c:v>
                </c:pt>
                <c:pt idx="362">
                  <c:v>44844</c:v>
                </c:pt>
                <c:pt idx="363">
                  <c:v>44845</c:v>
                </c:pt>
                <c:pt idx="364">
                  <c:v>44847</c:v>
                </c:pt>
                <c:pt idx="365">
                  <c:v>44848</c:v>
                </c:pt>
                <c:pt idx="366">
                  <c:v>44851</c:v>
                </c:pt>
                <c:pt idx="367">
                  <c:v>44852</c:v>
                </c:pt>
                <c:pt idx="368">
                  <c:v>44853</c:v>
                </c:pt>
                <c:pt idx="369">
                  <c:v>44854</c:v>
                </c:pt>
                <c:pt idx="370">
                  <c:v>44855</c:v>
                </c:pt>
                <c:pt idx="371">
                  <c:v>44858</c:v>
                </c:pt>
                <c:pt idx="372">
                  <c:v>44859</c:v>
                </c:pt>
                <c:pt idx="373">
                  <c:v>44860</c:v>
                </c:pt>
                <c:pt idx="374">
                  <c:v>44861</c:v>
                </c:pt>
                <c:pt idx="375">
                  <c:v>44862</c:v>
                </c:pt>
                <c:pt idx="376">
                  <c:v>44865</c:v>
                </c:pt>
                <c:pt idx="377">
                  <c:v>44866</c:v>
                </c:pt>
                <c:pt idx="378">
                  <c:v>44868</c:v>
                </c:pt>
                <c:pt idx="379">
                  <c:v>44869</c:v>
                </c:pt>
                <c:pt idx="380">
                  <c:v>44872</c:v>
                </c:pt>
                <c:pt idx="381">
                  <c:v>44873</c:v>
                </c:pt>
                <c:pt idx="382">
                  <c:v>44874</c:v>
                </c:pt>
                <c:pt idx="383">
                  <c:v>44875</c:v>
                </c:pt>
                <c:pt idx="384">
                  <c:v>44876</c:v>
                </c:pt>
                <c:pt idx="385">
                  <c:v>44879</c:v>
                </c:pt>
                <c:pt idx="386">
                  <c:v>44881</c:v>
                </c:pt>
                <c:pt idx="387">
                  <c:v>44882</c:v>
                </c:pt>
                <c:pt idx="388">
                  <c:v>44883</c:v>
                </c:pt>
                <c:pt idx="389">
                  <c:v>44886</c:v>
                </c:pt>
                <c:pt idx="390">
                  <c:v>44887</c:v>
                </c:pt>
                <c:pt idx="391">
                  <c:v>44888</c:v>
                </c:pt>
                <c:pt idx="392">
                  <c:v>44889</c:v>
                </c:pt>
                <c:pt idx="393">
                  <c:v>44890</c:v>
                </c:pt>
                <c:pt idx="394">
                  <c:v>44893</c:v>
                </c:pt>
                <c:pt idx="395">
                  <c:v>44894</c:v>
                </c:pt>
                <c:pt idx="396">
                  <c:v>44895</c:v>
                </c:pt>
                <c:pt idx="397">
                  <c:v>44896</c:v>
                </c:pt>
                <c:pt idx="398">
                  <c:v>44897</c:v>
                </c:pt>
                <c:pt idx="399">
                  <c:v>44900</c:v>
                </c:pt>
                <c:pt idx="400">
                  <c:v>44901</c:v>
                </c:pt>
                <c:pt idx="401">
                  <c:v>44902</c:v>
                </c:pt>
                <c:pt idx="402">
                  <c:v>44903</c:v>
                </c:pt>
                <c:pt idx="403">
                  <c:v>44904</c:v>
                </c:pt>
                <c:pt idx="404">
                  <c:v>44907</c:v>
                </c:pt>
                <c:pt idx="405">
                  <c:v>44908</c:v>
                </c:pt>
                <c:pt idx="406">
                  <c:v>44909</c:v>
                </c:pt>
                <c:pt idx="407">
                  <c:v>44910</c:v>
                </c:pt>
                <c:pt idx="408">
                  <c:v>44911</c:v>
                </c:pt>
                <c:pt idx="409">
                  <c:v>44914</c:v>
                </c:pt>
                <c:pt idx="410">
                  <c:v>44915</c:v>
                </c:pt>
                <c:pt idx="411">
                  <c:v>44916</c:v>
                </c:pt>
                <c:pt idx="412">
                  <c:v>44917</c:v>
                </c:pt>
                <c:pt idx="413">
                  <c:v>44918</c:v>
                </c:pt>
                <c:pt idx="414">
                  <c:v>44921</c:v>
                </c:pt>
                <c:pt idx="415">
                  <c:v>44922</c:v>
                </c:pt>
                <c:pt idx="416">
                  <c:v>44923</c:v>
                </c:pt>
                <c:pt idx="417">
                  <c:v>44924</c:v>
                </c:pt>
                <c:pt idx="418">
                  <c:v>44928</c:v>
                </c:pt>
                <c:pt idx="419">
                  <c:v>44929</c:v>
                </c:pt>
                <c:pt idx="420">
                  <c:v>44930</c:v>
                </c:pt>
                <c:pt idx="421">
                  <c:v>44931</c:v>
                </c:pt>
                <c:pt idx="422">
                  <c:v>44932</c:v>
                </c:pt>
                <c:pt idx="423">
                  <c:v>44935</c:v>
                </c:pt>
                <c:pt idx="424">
                  <c:v>44936</c:v>
                </c:pt>
                <c:pt idx="425">
                  <c:v>44937</c:v>
                </c:pt>
                <c:pt idx="426">
                  <c:v>44938</c:v>
                </c:pt>
                <c:pt idx="427">
                  <c:v>44939</c:v>
                </c:pt>
                <c:pt idx="428">
                  <c:v>44942</c:v>
                </c:pt>
                <c:pt idx="429">
                  <c:v>44943</c:v>
                </c:pt>
                <c:pt idx="430">
                  <c:v>44944</c:v>
                </c:pt>
                <c:pt idx="431">
                  <c:v>44945</c:v>
                </c:pt>
                <c:pt idx="432">
                  <c:v>44946</c:v>
                </c:pt>
                <c:pt idx="433">
                  <c:v>44949</c:v>
                </c:pt>
                <c:pt idx="434">
                  <c:v>44950</c:v>
                </c:pt>
                <c:pt idx="435">
                  <c:v>44951</c:v>
                </c:pt>
                <c:pt idx="436">
                  <c:v>44952</c:v>
                </c:pt>
                <c:pt idx="437">
                  <c:v>44953</c:v>
                </c:pt>
                <c:pt idx="438">
                  <c:v>44956</c:v>
                </c:pt>
                <c:pt idx="439">
                  <c:v>44957</c:v>
                </c:pt>
                <c:pt idx="440">
                  <c:v>44958</c:v>
                </c:pt>
                <c:pt idx="441">
                  <c:v>44959</c:v>
                </c:pt>
                <c:pt idx="442">
                  <c:v>44960</c:v>
                </c:pt>
                <c:pt idx="443">
                  <c:v>44963</c:v>
                </c:pt>
                <c:pt idx="444">
                  <c:v>44964</c:v>
                </c:pt>
                <c:pt idx="445">
                  <c:v>44965</c:v>
                </c:pt>
                <c:pt idx="446">
                  <c:v>44966</c:v>
                </c:pt>
                <c:pt idx="447">
                  <c:v>44967</c:v>
                </c:pt>
                <c:pt idx="448">
                  <c:v>44970</c:v>
                </c:pt>
                <c:pt idx="449">
                  <c:v>44971</c:v>
                </c:pt>
                <c:pt idx="450">
                  <c:v>44972</c:v>
                </c:pt>
                <c:pt idx="451">
                  <c:v>44973</c:v>
                </c:pt>
                <c:pt idx="452">
                  <c:v>44974</c:v>
                </c:pt>
                <c:pt idx="453">
                  <c:v>44979</c:v>
                </c:pt>
                <c:pt idx="454">
                  <c:v>44980</c:v>
                </c:pt>
                <c:pt idx="455">
                  <c:v>44981</c:v>
                </c:pt>
                <c:pt idx="456">
                  <c:v>44984</c:v>
                </c:pt>
                <c:pt idx="457">
                  <c:v>44985</c:v>
                </c:pt>
                <c:pt idx="458">
                  <c:v>44986</c:v>
                </c:pt>
                <c:pt idx="459">
                  <c:v>44987</c:v>
                </c:pt>
                <c:pt idx="460">
                  <c:v>44988</c:v>
                </c:pt>
                <c:pt idx="461">
                  <c:v>44991</c:v>
                </c:pt>
                <c:pt idx="462">
                  <c:v>44992</c:v>
                </c:pt>
                <c:pt idx="463">
                  <c:v>44993</c:v>
                </c:pt>
                <c:pt idx="464">
                  <c:v>44994</c:v>
                </c:pt>
                <c:pt idx="465">
                  <c:v>44995</c:v>
                </c:pt>
                <c:pt idx="466">
                  <c:v>44998</c:v>
                </c:pt>
                <c:pt idx="467">
                  <c:v>44999</c:v>
                </c:pt>
                <c:pt idx="468">
                  <c:v>45000</c:v>
                </c:pt>
                <c:pt idx="469">
                  <c:v>45001</c:v>
                </c:pt>
                <c:pt idx="470">
                  <c:v>45002</c:v>
                </c:pt>
                <c:pt idx="471">
                  <c:v>45005</c:v>
                </c:pt>
                <c:pt idx="472">
                  <c:v>45006</c:v>
                </c:pt>
                <c:pt idx="473">
                  <c:v>45007</c:v>
                </c:pt>
                <c:pt idx="474">
                  <c:v>45008</c:v>
                </c:pt>
                <c:pt idx="475">
                  <c:v>45009</c:v>
                </c:pt>
                <c:pt idx="476">
                  <c:v>45012</c:v>
                </c:pt>
                <c:pt idx="477">
                  <c:v>45013</c:v>
                </c:pt>
                <c:pt idx="478">
                  <c:v>45014</c:v>
                </c:pt>
                <c:pt idx="479">
                  <c:v>45015</c:v>
                </c:pt>
                <c:pt idx="480">
                  <c:v>45016</c:v>
                </c:pt>
                <c:pt idx="481">
                  <c:v>45019</c:v>
                </c:pt>
                <c:pt idx="482">
                  <c:v>45020</c:v>
                </c:pt>
                <c:pt idx="483">
                  <c:v>45021</c:v>
                </c:pt>
                <c:pt idx="484">
                  <c:v>45022</c:v>
                </c:pt>
                <c:pt idx="485">
                  <c:v>45026</c:v>
                </c:pt>
                <c:pt idx="486">
                  <c:v>45027</c:v>
                </c:pt>
                <c:pt idx="487">
                  <c:v>45028</c:v>
                </c:pt>
                <c:pt idx="488">
                  <c:v>45029</c:v>
                </c:pt>
                <c:pt idx="489">
                  <c:v>45030</c:v>
                </c:pt>
                <c:pt idx="490">
                  <c:v>45033</c:v>
                </c:pt>
                <c:pt idx="491">
                  <c:v>45034</c:v>
                </c:pt>
                <c:pt idx="492">
                  <c:v>45035</c:v>
                </c:pt>
                <c:pt idx="493">
                  <c:v>45036</c:v>
                </c:pt>
                <c:pt idx="494">
                  <c:v>45040</c:v>
                </c:pt>
                <c:pt idx="495">
                  <c:v>45041</c:v>
                </c:pt>
                <c:pt idx="496">
                  <c:v>45042</c:v>
                </c:pt>
                <c:pt idx="497">
                  <c:v>45043</c:v>
                </c:pt>
                <c:pt idx="498">
                  <c:v>45044</c:v>
                </c:pt>
                <c:pt idx="499">
                  <c:v>45048</c:v>
                </c:pt>
                <c:pt idx="500">
                  <c:v>45049</c:v>
                </c:pt>
                <c:pt idx="501">
                  <c:v>45050</c:v>
                </c:pt>
                <c:pt idx="502">
                  <c:v>45051</c:v>
                </c:pt>
                <c:pt idx="503">
                  <c:v>45054</c:v>
                </c:pt>
                <c:pt idx="504">
                  <c:v>45055</c:v>
                </c:pt>
                <c:pt idx="505">
                  <c:v>45056</c:v>
                </c:pt>
                <c:pt idx="506">
                  <c:v>45057</c:v>
                </c:pt>
                <c:pt idx="507">
                  <c:v>45058</c:v>
                </c:pt>
                <c:pt idx="508">
                  <c:v>45061</c:v>
                </c:pt>
                <c:pt idx="509">
                  <c:v>45062</c:v>
                </c:pt>
                <c:pt idx="510">
                  <c:v>45063</c:v>
                </c:pt>
                <c:pt idx="511">
                  <c:v>45064</c:v>
                </c:pt>
                <c:pt idx="512">
                  <c:v>45065</c:v>
                </c:pt>
                <c:pt idx="513">
                  <c:v>45068</c:v>
                </c:pt>
                <c:pt idx="514">
                  <c:v>45069</c:v>
                </c:pt>
                <c:pt idx="515">
                  <c:v>45070</c:v>
                </c:pt>
                <c:pt idx="516">
                  <c:v>45071</c:v>
                </c:pt>
                <c:pt idx="517">
                  <c:v>45072</c:v>
                </c:pt>
                <c:pt idx="518">
                  <c:v>45075</c:v>
                </c:pt>
                <c:pt idx="519">
                  <c:v>45076</c:v>
                </c:pt>
                <c:pt idx="520">
                  <c:v>45077</c:v>
                </c:pt>
                <c:pt idx="521">
                  <c:v>45078</c:v>
                </c:pt>
                <c:pt idx="522">
                  <c:v>45079</c:v>
                </c:pt>
                <c:pt idx="523">
                  <c:v>45082</c:v>
                </c:pt>
                <c:pt idx="524">
                  <c:v>45083</c:v>
                </c:pt>
                <c:pt idx="525">
                  <c:v>45084</c:v>
                </c:pt>
                <c:pt idx="526">
                  <c:v>45086</c:v>
                </c:pt>
                <c:pt idx="527">
                  <c:v>45089</c:v>
                </c:pt>
                <c:pt idx="528">
                  <c:v>45090</c:v>
                </c:pt>
                <c:pt idx="529">
                  <c:v>45091</c:v>
                </c:pt>
                <c:pt idx="530">
                  <c:v>45092</c:v>
                </c:pt>
                <c:pt idx="531">
                  <c:v>45093</c:v>
                </c:pt>
                <c:pt idx="532">
                  <c:v>45096</c:v>
                </c:pt>
                <c:pt idx="533">
                  <c:v>45097</c:v>
                </c:pt>
                <c:pt idx="534">
                  <c:v>45098</c:v>
                </c:pt>
                <c:pt idx="535">
                  <c:v>45099</c:v>
                </c:pt>
                <c:pt idx="536">
                  <c:v>45100</c:v>
                </c:pt>
                <c:pt idx="537">
                  <c:v>45103</c:v>
                </c:pt>
                <c:pt idx="538">
                  <c:v>45104</c:v>
                </c:pt>
                <c:pt idx="539">
                  <c:v>45105</c:v>
                </c:pt>
                <c:pt idx="540">
                  <c:v>45106</c:v>
                </c:pt>
                <c:pt idx="541">
                  <c:v>45107</c:v>
                </c:pt>
                <c:pt idx="542">
                  <c:v>45110</c:v>
                </c:pt>
                <c:pt idx="543">
                  <c:v>45111</c:v>
                </c:pt>
                <c:pt idx="544">
                  <c:v>45112</c:v>
                </c:pt>
                <c:pt idx="545">
                  <c:v>45113</c:v>
                </c:pt>
                <c:pt idx="546">
                  <c:v>45114</c:v>
                </c:pt>
                <c:pt idx="547">
                  <c:v>45117</c:v>
                </c:pt>
                <c:pt idx="548">
                  <c:v>45118</c:v>
                </c:pt>
                <c:pt idx="549">
                  <c:v>45119</c:v>
                </c:pt>
                <c:pt idx="550">
                  <c:v>45120</c:v>
                </c:pt>
                <c:pt idx="551">
                  <c:v>45121</c:v>
                </c:pt>
                <c:pt idx="552">
                  <c:v>45124</c:v>
                </c:pt>
                <c:pt idx="553">
                  <c:v>45125</c:v>
                </c:pt>
                <c:pt idx="554">
                  <c:v>45126</c:v>
                </c:pt>
                <c:pt idx="555">
                  <c:v>45127</c:v>
                </c:pt>
                <c:pt idx="556">
                  <c:v>45128</c:v>
                </c:pt>
                <c:pt idx="557">
                  <c:v>45131</c:v>
                </c:pt>
                <c:pt idx="558">
                  <c:v>45132</c:v>
                </c:pt>
                <c:pt idx="559">
                  <c:v>45133</c:v>
                </c:pt>
                <c:pt idx="560">
                  <c:v>45134</c:v>
                </c:pt>
                <c:pt idx="561">
                  <c:v>45135</c:v>
                </c:pt>
                <c:pt idx="562">
                  <c:v>45138</c:v>
                </c:pt>
                <c:pt idx="563">
                  <c:v>45139</c:v>
                </c:pt>
                <c:pt idx="564">
                  <c:v>45140</c:v>
                </c:pt>
                <c:pt idx="565">
                  <c:v>45141</c:v>
                </c:pt>
                <c:pt idx="566">
                  <c:v>45142</c:v>
                </c:pt>
                <c:pt idx="567">
                  <c:v>45145</c:v>
                </c:pt>
                <c:pt idx="568">
                  <c:v>45146</c:v>
                </c:pt>
                <c:pt idx="569">
                  <c:v>45147</c:v>
                </c:pt>
                <c:pt idx="570">
                  <c:v>45148</c:v>
                </c:pt>
                <c:pt idx="571">
                  <c:v>45149</c:v>
                </c:pt>
                <c:pt idx="572">
                  <c:v>45152</c:v>
                </c:pt>
                <c:pt idx="573">
                  <c:v>45153</c:v>
                </c:pt>
                <c:pt idx="574">
                  <c:v>45154</c:v>
                </c:pt>
                <c:pt idx="575">
                  <c:v>45155</c:v>
                </c:pt>
                <c:pt idx="576">
                  <c:v>45156</c:v>
                </c:pt>
                <c:pt idx="577">
                  <c:v>45159</c:v>
                </c:pt>
                <c:pt idx="578">
                  <c:v>45160</c:v>
                </c:pt>
                <c:pt idx="579">
                  <c:v>45161</c:v>
                </c:pt>
                <c:pt idx="580">
                  <c:v>45162</c:v>
                </c:pt>
                <c:pt idx="581">
                  <c:v>45163</c:v>
                </c:pt>
                <c:pt idx="582">
                  <c:v>45166</c:v>
                </c:pt>
                <c:pt idx="583">
                  <c:v>45167</c:v>
                </c:pt>
                <c:pt idx="584">
                  <c:v>45168</c:v>
                </c:pt>
                <c:pt idx="585">
                  <c:v>45169</c:v>
                </c:pt>
                <c:pt idx="586">
                  <c:v>45170</c:v>
                </c:pt>
                <c:pt idx="587">
                  <c:v>45173</c:v>
                </c:pt>
                <c:pt idx="588">
                  <c:v>45174</c:v>
                </c:pt>
                <c:pt idx="589">
                  <c:v>45175</c:v>
                </c:pt>
                <c:pt idx="590">
                  <c:v>45177</c:v>
                </c:pt>
                <c:pt idx="591">
                  <c:v>45180</c:v>
                </c:pt>
                <c:pt idx="592">
                  <c:v>45181</c:v>
                </c:pt>
                <c:pt idx="593">
                  <c:v>45182</c:v>
                </c:pt>
                <c:pt idx="594">
                  <c:v>45183</c:v>
                </c:pt>
                <c:pt idx="595">
                  <c:v>45184</c:v>
                </c:pt>
                <c:pt idx="596">
                  <c:v>45187</c:v>
                </c:pt>
                <c:pt idx="597">
                  <c:v>45188</c:v>
                </c:pt>
                <c:pt idx="598">
                  <c:v>45189</c:v>
                </c:pt>
                <c:pt idx="599">
                  <c:v>45190</c:v>
                </c:pt>
                <c:pt idx="600">
                  <c:v>45191</c:v>
                </c:pt>
                <c:pt idx="601">
                  <c:v>45194</c:v>
                </c:pt>
                <c:pt idx="602">
                  <c:v>45195</c:v>
                </c:pt>
                <c:pt idx="603">
                  <c:v>45196</c:v>
                </c:pt>
                <c:pt idx="604">
                  <c:v>45197</c:v>
                </c:pt>
                <c:pt idx="605">
                  <c:v>45198</c:v>
                </c:pt>
                <c:pt idx="606">
                  <c:v>45201</c:v>
                </c:pt>
                <c:pt idx="607">
                  <c:v>45202</c:v>
                </c:pt>
                <c:pt idx="608">
                  <c:v>45203</c:v>
                </c:pt>
                <c:pt idx="609">
                  <c:v>45204</c:v>
                </c:pt>
                <c:pt idx="610">
                  <c:v>45205</c:v>
                </c:pt>
                <c:pt idx="611">
                  <c:v>45208</c:v>
                </c:pt>
                <c:pt idx="612">
                  <c:v>45209</c:v>
                </c:pt>
                <c:pt idx="613">
                  <c:v>45210</c:v>
                </c:pt>
                <c:pt idx="614">
                  <c:v>45212</c:v>
                </c:pt>
                <c:pt idx="615">
                  <c:v>45215</c:v>
                </c:pt>
                <c:pt idx="616">
                  <c:v>45216</c:v>
                </c:pt>
                <c:pt idx="617">
                  <c:v>45217</c:v>
                </c:pt>
                <c:pt idx="618">
                  <c:v>45218</c:v>
                </c:pt>
                <c:pt idx="619">
                  <c:v>45219</c:v>
                </c:pt>
                <c:pt idx="620">
                  <c:v>45222</c:v>
                </c:pt>
                <c:pt idx="621">
                  <c:v>45223</c:v>
                </c:pt>
                <c:pt idx="622">
                  <c:v>45224</c:v>
                </c:pt>
                <c:pt idx="623">
                  <c:v>45225</c:v>
                </c:pt>
                <c:pt idx="624">
                  <c:v>45226</c:v>
                </c:pt>
                <c:pt idx="625">
                  <c:v>45229</c:v>
                </c:pt>
                <c:pt idx="626">
                  <c:v>45230</c:v>
                </c:pt>
                <c:pt idx="627">
                  <c:v>45231</c:v>
                </c:pt>
                <c:pt idx="628">
                  <c:v>45233</c:v>
                </c:pt>
                <c:pt idx="629">
                  <c:v>45236</c:v>
                </c:pt>
                <c:pt idx="630">
                  <c:v>45237</c:v>
                </c:pt>
                <c:pt idx="631">
                  <c:v>45238</c:v>
                </c:pt>
                <c:pt idx="632">
                  <c:v>45239</c:v>
                </c:pt>
                <c:pt idx="633">
                  <c:v>45240</c:v>
                </c:pt>
                <c:pt idx="634">
                  <c:v>45243</c:v>
                </c:pt>
                <c:pt idx="635">
                  <c:v>45244</c:v>
                </c:pt>
                <c:pt idx="636">
                  <c:v>45246</c:v>
                </c:pt>
                <c:pt idx="637">
                  <c:v>45247</c:v>
                </c:pt>
                <c:pt idx="638">
                  <c:v>45250</c:v>
                </c:pt>
                <c:pt idx="639">
                  <c:v>45251</c:v>
                </c:pt>
                <c:pt idx="640">
                  <c:v>45252</c:v>
                </c:pt>
                <c:pt idx="641">
                  <c:v>45253</c:v>
                </c:pt>
                <c:pt idx="642">
                  <c:v>45254</c:v>
                </c:pt>
                <c:pt idx="643">
                  <c:v>45257</c:v>
                </c:pt>
                <c:pt idx="644">
                  <c:v>45258</c:v>
                </c:pt>
                <c:pt idx="645">
                  <c:v>45259</c:v>
                </c:pt>
                <c:pt idx="646">
                  <c:v>45260</c:v>
                </c:pt>
                <c:pt idx="647">
                  <c:v>45261</c:v>
                </c:pt>
                <c:pt idx="648">
                  <c:v>45264</c:v>
                </c:pt>
                <c:pt idx="649">
                  <c:v>45265</c:v>
                </c:pt>
                <c:pt idx="650">
                  <c:v>45266</c:v>
                </c:pt>
                <c:pt idx="651">
                  <c:v>45267</c:v>
                </c:pt>
                <c:pt idx="652">
                  <c:v>45268</c:v>
                </c:pt>
                <c:pt idx="653">
                  <c:v>45271</c:v>
                </c:pt>
                <c:pt idx="654">
                  <c:v>45272</c:v>
                </c:pt>
                <c:pt idx="655">
                  <c:v>45273</c:v>
                </c:pt>
                <c:pt idx="656">
                  <c:v>45274</c:v>
                </c:pt>
                <c:pt idx="657">
                  <c:v>45275</c:v>
                </c:pt>
                <c:pt idx="658">
                  <c:v>45278</c:v>
                </c:pt>
                <c:pt idx="659">
                  <c:v>45279</c:v>
                </c:pt>
                <c:pt idx="660">
                  <c:v>45280</c:v>
                </c:pt>
                <c:pt idx="661">
                  <c:v>45281</c:v>
                </c:pt>
                <c:pt idx="662">
                  <c:v>45282</c:v>
                </c:pt>
                <c:pt idx="663">
                  <c:v>45286</c:v>
                </c:pt>
                <c:pt idx="664">
                  <c:v>45287</c:v>
                </c:pt>
                <c:pt idx="665">
                  <c:v>45288</c:v>
                </c:pt>
                <c:pt idx="666">
                  <c:v>45293</c:v>
                </c:pt>
                <c:pt idx="667">
                  <c:v>45294</c:v>
                </c:pt>
                <c:pt idx="668">
                  <c:v>45295</c:v>
                </c:pt>
                <c:pt idx="669">
                  <c:v>45296</c:v>
                </c:pt>
                <c:pt idx="670">
                  <c:v>45299</c:v>
                </c:pt>
                <c:pt idx="671">
                  <c:v>45300</c:v>
                </c:pt>
                <c:pt idx="672">
                  <c:v>45301</c:v>
                </c:pt>
                <c:pt idx="673">
                  <c:v>45302</c:v>
                </c:pt>
                <c:pt idx="674">
                  <c:v>45303</c:v>
                </c:pt>
                <c:pt idx="675">
                  <c:v>45306</c:v>
                </c:pt>
                <c:pt idx="676">
                  <c:v>45307</c:v>
                </c:pt>
                <c:pt idx="677">
                  <c:v>45308</c:v>
                </c:pt>
                <c:pt idx="678">
                  <c:v>45309</c:v>
                </c:pt>
                <c:pt idx="679">
                  <c:v>45310</c:v>
                </c:pt>
                <c:pt idx="680">
                  <c:v>45313</c:v>
                </c:pt>
                <c:pt idx="681">
                  <c:v>45314</c:v>
                </c:pt>
                <c:pt idx="682">
                  <c:v>45315</c:v>
                </c:pt>
                <c:pt idx="683">
                  <c:v>45316</c:v>
                </c:pt>
                <c:pt idx="684">
                  <c:v>45317</c:v>
                </c:pt>
                <c:pt idx="685">
                  <c:v>45320</c:v>
                </c:pt>
                <c:pt idx="686">
                  <c:v>45321</c:v>
                </c:pt>
                <c:pt idx="687">
                  <c:v>45322</c:v>
                </c:pt>
                <c:pt idx="688">
                  <c:v>45323</c:v>
                </c:pt>
                <c:pt idx="689">
                  <c:v>45324</c:v>
                </c:pt>
                <c:pt idx="690">
                  <c:v>45327</c:v>
                </c:pt>
                <c:pt idx="691">
                  <c:v>45328</c:v>
                </c:pt>
                <c:pt idx="692">
                  <c:v>45329</c:v>
                </c:pt>
                <c:pt idx="693">
                  <c:v>45330</c:v>
                </c:pt>
                <c:pt idx="694">
                  <c:v>45331</c:v>
                </c:pt>
                <c:pt idx="695">
                  <c:v>45336</c:v>
                </c:pt>
                <c:pt idx="696">
                  <c:v>45337</c:v>
                </c:pt>
                <c:pt idx="697">
                  <c:v>45338</c:v>
                </c:pt>
                <c:pt idx="698">
                  <c:v>45341</c:v>
                </c:pt>
                <c:pt idx="699">
                  <c:v>45342</c:v>
                </c:pt>
                <c:pt idx="700">
                  <c:v>45343</c:v>
                </c:pt>
                <c:pt idx="701">
                  <c:v>45344</c:v>
                </c:pt>
                <c:pt idx="702">
                  <c:v>45345</c:v>
                </c:pt>
                <c:pt idx="703">
                  <c:v>45348</c:v>
                </c:pt>
                <c:pt idx="704">
                  <c:v>45349</c:v>
                </c:pt>
                <c:pt idx="705">
                  <c:v>45350</c:v>
                </c:pt>
                <c:pt idx="706">
                  <c:v>45351</c:v>
                </c:pt>
                <c:pt idx="707">
                  <c:v>45352</c:v>
                </c:pt>
                <c:pt idx="708">
                  <c:v>45355</c:v>
                </c:pt>
                <c:pt idx="709">
                  <c:v>45356</c:v>
                </c:pt>
                <c:pt idx="710">
                  <c:v>45357</c:v>
                </c:pt>
                <c:pt idx="711">
                  <c:v>45358</c:v>
                </c:pt>
                <c:pt idx="712">
                  <c:v>45359</c:v>
                </c:pt>
                <c:pt idx="713">
                  <c:v>45362</c:v>
                </c:pt>
                <c:pt idx="714">
                  <c:v>45363</c:v>
                </c:pt>
                <c:pt idx="715">
                  <c:v>45364</c:v>
                </c:pt>
                <c:pt idx="716">
                  <c:v>45365</c:v>
                </c:pt>
                <c:pt idx="717">
                  <c:v>45366</c:v>
                </c:pt>
                <c:pt idx="718">
                  <c:v>45369</c:v>
                </c:pt>
                <c:pt idx="719">
                  <c:v>45370</c:v>
                </c:pt>
                <c:pt idx="720">
                  <c:v>45371</c:v>
                </c:pt>
                <c:pt idx="721">
                  <c:v>45372</c:v>
                </c:pt>
                <c:pt idx="722">
                  <c:v>45373</c:v>
                </c:pt>
                <c:pt idx="723">
                  <c:v>45376</c:v>
                </c:pt>
                <c:pt idx="724">
                  <c:v>45377</c:v>
                </c:pt>
                <c:pt idx="725">
                  <c:v>45378</c:v>
                </c:pt>
                <c:pt idx="726">
                  <c:v>45379</c:v>
                </c:pt>
                <c:pt idx="727">
                  <c:v>45383</c:v>
                </c:pt>
                <c:pt idx="728">
                  <c:v>45384</c:v>
                </c:pt>
                <c:pt idx="729">
                  <c:v>45385</c:v>
                </c:pt>
                <c:pt idx="730">
                  <c:v>45386</c:v>
                </c:pt>
                <c:pt idx="731">
                  <c:v>45387</c:v>
                </c:pt>
                <c:pt idx="732">
                  <c:v>45390</c:v>
                </c:pt>
                <c:pt idx="733">
                  <c:v>45391</c:v>
                </c:pt>
                <c:pt idx="734">
                  <c:v>45392</c:v>
                </c:pt>
                <c:pt idx="735">
                  <c:v>45393</c:v>
                </c:pt>
                <c:pt idx="736">
                  <c:v>45394</c:v>
                </c:pt>
                <c:pt idx="737">
                  <c:v>45397</c:v>
                </c:pt>
                <c:pt idx="738">
                  <c:v>45398</c:v>
                </c:pt>
                <c:pt idx="739">
                  <c:v>45399</c:v>
                </c:pt>
                <c:pt idx="740">
                  <c:v>45400</c:v>
                </c:pt>
                <c:pt idx="741">
                  <c:v>45401</c:v>
                </c:pt>
                <c:pt idx="742">
                  <c:v>45404</c:v>
                </c:pt>
                <c:pt idx="743">
                  <c:v>45405</c:v>
                </c:pt>
                <c:pt idx="744">
                  <c:v>45406</c:v>
                </c:pt>
                <c:pt idx="745">
                  <c:v>45407</c:v>
                </c:pt>
                <c:pt idx="746">
                  <c:v>45408</c:v>
                </c:pt>
                <c:pt idx="747">
                  <c:v>45411</c:v>
                </c:pt>
                <c:pt idx="748">
                  <c:v>45412</c:v>
                </c:pt>
                <c:pt idx="749">
                  <c:v>45414</c:v>
                </c:pt>
                <c:pt idx="750">
                  <c:v>45415</c:v>
                </c:pt>
                <c:pt idx="751">
                  <c:v>45418</c:v>
                </c:pt>
                <c:pt idx="752">
                  <c:v>45419</c:v>
                </c:pt>
                <c:pt idx="753">
                  <c:v>45420</c:v>
                </c:pt>
                <c:pt idx="754">
                  <c:v>45421</c:v>
                </c:pt>
                <c:pt idx="755">
                  <c:v>45422</c:v>
                </c:pt>
                <c:pt idx="756">
                  <c:v>45425</c:v>
                </c:pt>
                <c:pt idx="757">
                  <c:v>45426</c:v>
                </c:pt>
                <c:pt idx="758">
                  <c:v>45427</c:v>
                </c:pt>
                <c:pt idx="759">
                  <c:v>45428</c:v>
                </c:pt>
                <c:pt idx="760">
                  <c:v>45429</c:v>
                </c:pt>
                <c:pt idx="761">
                  <c:v>45432</c:v>
                </c:pt>
                <c:pt idx="762">
                  <c:v>45433</c:v>
                </c:pt>
                <c:pt idx="763">
                  <c:v>45434</c:v>
                </c:pt>
                <c:pt idx="764">
                  <c:v>45435</c:v>
                </c:pt>
                <c:pt idx="765">
                  <c:v>45436</c:v>
                </c:pt>
                <c:pt idx="766">
                  <c:v>45439</c:v>
                </c:pt>
                <c:pt idx="767">
                  <c:v>45440</c:v>
                </c:pt>
                <c:pt idx="768">
                  <c:v>45441</c:v>
                </c:pt>
                <c:pt idx="769">
                  <c:v>45443</c:v>
                </c:pt>
                <c:pt idx="770">
                  <c:v>45446</c:v>
                </c:pt>
                <c:pt idx="771">
                  <c:v>45447</c:v>
                </c:pt>
                <c:pt idx="772">
                  <c:v>45448</c:v>
                </c:pt>
                <c:pt idx="773">
                  <c:v>45449</c:v>
                </c:pt>
                <c:pt idx="774">
                  <c:v>45450</c:v>
                </c:pt>
                <c:pt idx="775">
                  <c:v>45453</c:v>
                </c:pt>
                <c:pt idx="776">
                  <c:v>45454</c:v>
                </c:pt>
                <c:pt idx="777">
                  <c:v>45455</c:v>
                </c:pt>
                <c:pt idx="778">
                  <c:v>45456</c:v>
                </c:pt>
                <c:pt idx="779">
                  <c:v>45457</c:v>
                </c:pt>
                <c:pt idx="780">
                  <c:v>45460</c:v>
                </c:pt>
                <c:pt idx="781">
                  <c:v>45461</c:v>
                </c:pt>
                <c:pt idx="782">
                  <c:v>45462</c:v>
                </c:pt>
                <c:pt idx="783">
                  <c:v>45463</c:v>
                </c:pt>
                <c:pt idx="784">
                  <c:v>45464</c:v>
                </c:pt>
                <c:pt idx="785">
                  <c:v>45467</c:v>
                </c:pt>
                <c:pt idx="786">
                  <c:v>45468</c:v>
                </c:pt>
                <c:pt idx="787">
                  <c:v>45469</c:v>
                </c:pt>
                <c:pt idx="788">
                  <c:v>45470</c:v>
                </c:pt>
                <c:pt idx="789">
                  <c:v>45471</c:v>
                </c:pt>
                <c:pt idx="790">
                  <c:v>45474</c:v>
                </c:pt>
                <c:pt idx="791">
                  <c:v>45475</c:v>
                </c:pt>
                <c:pt idx="792">
                  <c:v>45476</c:v>
                </c:pt>
                <c:pt idx="793">
                  <c:v>45477</c:v>
                </c:pt>
                <c:pt idx="794">
                  <c:v>45478</c:v>
                </c:pt>
                <c:pt idx="795">
                  <c:v>45481</c:v>
                </c:pt>
                <c:pt idx="796">
                  <c:v>45482</c:v>
                </c:pt>
                <c:pt idx="797">
                  <c:v>45483</c:v>
                </c:pt>
                <c:pt idx="798">
                  <c:v>45484</c:v>
                </c:pt>
                <c:pt idx="799">
                  <c:v>45485</c:v>
                </c:pt>
                <c:pt idx="800">
                  <c:v>45488</c:v>
                </c:pt>
                <c:pt idx="801">
                  <c:v>45489</c:v>
                </c:pt>
                <c:pt idx="802">
                  <c:v>45490</c:v>
                </c:pt>
                <c:pt idx="803">
                  <c:v>45491</c:v>
                </c:pt>
                <c:pt idx="804">
                  <c:v>45492</c:v>
                </c:pt>
                <c:pt idx="805">
                  <c:v>45495</c:v>
                </c:pt>
                <c:pt idx="806">
                  <c:v>45496</c:v>
                </c:pt>
                <c:pt idx="807">
                  <c:v>45497</c:v>
                </c:pt>
                <c:pt idx="808">
                  <c:v>45498</c:v>
                </c:pt>
                <c:pt idx="809">
                  <c:v>45499</c:v>
                </c:pt>
                <c:pt idx="810">
                  <c:v>45502</c:v>
                </c:pt>
                <c:pt idx="811">
                  <c:v>45503</c:v>
                </c:pt>
                <c:pt idx="812">
                  <c:v>45504</c:v>
                </c:pt>
                <c:pt idx="813">
                  <c:v>45505</c:v>
                </c:pt>
                <c:pt idx="814">
                  <c:v>45506</c:v>
                </c:pt>
                <c:pt idx="815">
                  <c:v>45509</c:v>
                </c:pt>
                <c:pt idx="816">
                  <c:v>45510</c:v>
                </c:pt>
                <c:pt idx="817">
                  <c:v>45511</c:v>
                </c:pt>
                <c:pt idx="818">
                  <c:v>45512</c:v>
                </c:pt>
                <c:pt idx="819">
                  <c:v>45513</c:v>
                </c:pt>
                <c:pt idx="820">
                  <c:v>45516</c:v>
                </c:pt>
                <c:pt idx="821">
                  <c:v>45517</c:v>
                </c:pt>
                <c:pt idx="822">
                  <c:v>45518</c:v>
                </c:pt>
                <c:pt idx="823">
                  <c:v>45519</c:v>
                </c:pt>
                <c:pt idx="824">
                  <c:v>45520</c:v>
                </c:pt>
                <c:pt idx="825">
                  <c:v>45523</c:v>
                </c:pt>
                <c:pt idx="826">
                  <c:v>45524</c:v>
                </c:pt>
                <c:pt idx="827">
                  <c:v>45525</c:v>
                </c:pt>
                <c:pt idx="828">
                  <c:v>45526</c:v>
                </c:pt>
                <c:pt idx="829">
                  <c:v>45527</c:v>
                </c:pt>
                <c:pt idx="830">
                  <c:v>45530</c:v>
                </c:pt>
                <c:pt idx="831">
                  <c:v>45531</c:v>
                </c:pt>
                <c:pt idx="832">
                  <c:v>45532</c:v>
                </c:pt>
                <c:pt idx="833">
                  <c:v>45533</c:v>
                </c:pt>
                <c:pt idx="834">
                  <c:v>45534</c:v>
                </c:pt>
                <c:pt idx="835">
                  <c:v>45537</c:v>
                </c:pt>
                <c:pt idx="836">
                  <c:v>45538</c:v>
                </c:pt>
                <c:pt idx="837">
                  <c:v>45539</c:v>
                </c:pt>
                <c:pt idx="838">
                  <c:v>45540</c:v>
                </c:pt>
                <c:pt idx="839">
                  <c:v>45541</c:v>
                </c:pt>
                <c:pt idx="840">
                  <c:v>45544</c:v>
                </c:pt>
                <c:pt idx="841">
                  <c:v>45545</c:v>
                </c:pt>
                <c:pt idx="842">
                  <c:v>45546</c:v>
                </c:pt>
                <c:pt idx="843">
                  <c:v>45547</c:v>
                </c:pt>
                <c:pt idx="844">
                  <c:v>45548</c:v>
                </c:pt>
                <c:pt idx="845">
                  <c:v>45551</c:v>
                </c:pt>
                <c:pt idx="846">
                  <c:v>45552</c:v>
                </c:pt>
                <c:pt idx="847">
                  <c:v>45553</c:v>
                </c:pt>
                <c:pt idx="848">
                  <c:v>45554</c:v>
                </c:pt>
                <c:pt idx="849">
                  <c:v>45555</c:v>
                </c:pt>
                <c:pt idx="850">
                  <c:v>45558</c:v>
                </c:pt>
                <c:pt idx="851">
                  <c:v>45559</c:v>
                </c:pt>
                <c:pt idx="852">
                  <c:v>45560</c:v>
                </c:pt>
                <c:pt idx="853">
                  <c:v>45561</c:v>
                </c:pt>
                <c:pt idx="854">
                  <c:v>45562</c:v>
                </c:pt>
                <c:pt idx="855">
                  <c:v>45565</c:v>
                </c:pt>
                <c:pt idx="856">
                  <c:v>45566</c:v>
                </c:pt>
                <c:pt idx="857">
                  <c:v>45567</c:v>
                </c:pt>
                <c:pt idx="858">
                  <c:v>45568</c:v>
                </c:pt>
                <c:pt idx="859">
                  <c:v>45569</c:v>
                </c:pt>
                <c:pt idx="860">
                  <c:v>45572</c:v>
                </c:pt>
                <c:pt idx="861">
                  <c:v>45573</c:v>
                </c:pt>
                <c:pt idx="862">
                  <c:v>45574</c:v>
                </c:pt>
                <c:pt idx="863">
                  <c:v>45575</c:v>
                </c:pt>
                <c:pt idx="864">
                  <c:v>45576</c:v>
                </c:pt>
                <c:pt idx="865">
                  <c:v>45579</c:v>
                </c:pt>
                <c:pt idx="866">
                  <c:v>45580</c:v>
                </c:pt>
                <c:pt idx="867">
                  <c:v>45581</c:v>
                </c:pt>
                <c:pt idx="868">
                  <c:v>45582</c:v>
                </c:pt>
                <c:pt idx="869">
                  <c:v>45583</c:v>
                </c:pt>
                <c:pt idx="870">
                  <c:v>45586</c:v>
                </c:pt>
                <c:pt idx="871">
                  <c:v>45587</c:v>
                </c:pt>
                <c:pt idx="872">
                  <c:v>45588</c:v>
                </c:pt>
                <c:pt idx="873">
                  <c:v>45589</c:v>
                </c:pt>
                <c:pt idx="874">
                  <c:v>45590</c:v>
                </c:pt>
                <c:pt idx="875">
                  <c:v>45593</c:v>
                </c:pt>
                <c:pt idx="876">
                  <c:v>45594</c:v>
                </c:pt>
                <c:pt idx="877">
                  <c:v>45595</c:v>
                </c:pt>
                <c:pt idx="878">
                  <c:v>45596</c:v>
                </c:pt>
                <c:pt idx="879">
                  <c:v>45597</c:v>
                </c:pt>
                <c:pt idx="880">
                  <c:v>45600</c:v>
                </c:pt>
                <c:pt idx="881">
                  <c:v>45601</c:v>
                </c:pt>
                <c:pt idx="882">
                  <c:v>45602</c:v>
                </c:pt>
                <c:pt idx="883">
                  <c:v>45603</c:v>
                </c:pt>
                <c:pt idx="884">
                  <c:v>45604</c:v>
                </c:pt>
                <c:pt idx="885">
                  <c:v>45607</c:v>
                </c:pt>
                <c:pt idx="886">
                  <c:v>45608</c:v>
                </c:pt>
                <c:pt idx="887">
                  <c:v>45609</c:v>
                </c:pt>
                <c:pt idx="888">
                  <c:v>45610</c:v>
                </c:pt>
                <c:pt idx="889">
                  <c:v>45614</c:v>
                </c:pt>
                <c:pt idx="890">
                  <c:v>45615</c:v>
                </c:pt>
                <c:pt idx="891">
                  <c:v>45617</c:v>
                </c:pt>
                <c:pt idx="892">
                  <c:v>45618</c:v>
                </c:pt>
                <c:pt idx="893">
                  <c:v>45621</c:v>
                </c:pt>
                <c:pt idx="894">
                  <c:v>45622</c:v>
                </c:pt>
                <c:pt idx="895">
                  <c:v>45623</c:v>
                </c:pt>
                <c:pt idx="896">
                  <c:v>45624</c:v>
                </c:pt>
                <c:pt idx="897">
                  <c:v>45625</c:v>
                </c:pt>
                <c:pt idx="898">
                  <c:v>45628</c:v>
                </c:pt>
                <c:pt idx="899">
                  <c:v>45629</c:v>
                </c:pt>
                <c:pt idx="900">
                  <c:v>45630</c:v>
                </c:pt>
                <c:pt idx="901">
                  <c:v>45631</c:v>
                </c:pt>
                <c:pt idx="902">
                  <c:v>45632</c:v>
                </c:pt>
                <c:pt idx="903">
                  <c:v>45635</c:v>
                </c:pt>
                <c:pt idx="904">
                  <c:v>45636</c:v>
                </c:pt>
                <c:pt idx="905">
                  <c:v>45637</c:v>
                </c:pt>
                <c:pt idx="906">
                  <c:v>45638</c:v>
                </c:pt>
                <c:pt idx="907">
                  <c:v>45639</c:v>
                </c:pt>
                <c:pt idx="908">
                  <c:v>45642</c:v>
                </c:pt>
                <c:pt idx="909">
                  <c:v>45643</c:v>
                </c:pt>
                <c:pt idx="910">
                  <c:v>45644</c:v>
                </c:pt>
                <c:pt idx="911">
                  <c:v>45645</c:v>
                </c:pt>
                <c:pt idx="912">
                  <c:v>45646</c:v>
                </c:pt>
                <c:pt idx="913">
                  <c:v>45649</c:v>
                </c:pt>
                <c:pt idx="914">
                  <c:v>45652</c:v>
                </c:pt>
                <c:pt idx="915">
                  <c:v>45653</c:v>
                </c:pt>
                <c:pt idx="916">
                  <c:v>45656</c:v>
                </c:pt>
                <c:pt idx="917">
                  <c:v>45659</c:v>
                </c:pt>
                <c:pt idx="918">
                  <c:v>45660</c:v>
                </c:pt>
                <c:pt idx="919">
                  <c:v>45663</c:v>
                </c:pt>
                <c:pt idx="920">
                  <c:v>45664</c:v>
                </c:pt>
                <c:pt idx="921">
                  <c:v>45665</c:v>
                </c:pt>
                <c:pt idx="922">
                  <c:v>45666</c:v>
                </c:pt>
                <c:pt idx="923">
                  <c:v>45667</c:v>
                </c:pt>
                <c:pt idx="924">
                  <c:v>45670</c:v>
                </c:pt>
                <c:pt idx="925">
                  <c:v>45671</c:v>
                </c:pt>
                <c:pt idx="926">
                  <c:v>45672</c:v>
                </c:pt>
                <c:pt idx="927">
                  <c:v>45673</c:v>
                </c:pt>
                <c:pt idx="928">
                  <c:v>45674</c:v>
                </c:pt>
                <c:pt idx="929">
                  <c:v>45677</c:v>
                </c:pt>
                <c:pt idx="930">
                  <c:v>45678</c:v>
                </c:pt>
                <c:pt idx="931">
                  <c:v>45679</c:v>
                </c:pt>
                <c:pt idx="932">
                  <c:v>45680</c:v>
                </c:pt>
                <c:pt idx="933">
                  <c:v>45681</c:v>
                </c:pt>
                <c:pt idx="934">
                  <c:v>45684</c:v>
                </c:pt>
                <c:pt idx="935">
                  <c:v>45685</c:v>
                </c:pt>
                <c:pt idx="936">
                  <c:v>45686</c:v>
                </c:pt>
                <c:pt idx="937">
                  <c:v>45687</c:v>
                </c:pt>
                <c:pt idx="938">
                  <c:v>45688</c:v>
                </c:pt>
                <c:pt idx="939">
                  <c:v>45691</c:v>
                </c:pt>
                <c:pt idx="940">
                  <c:v>45692</c:v>
                </c:pt>
                <c:pt idx="941">
                  <c:v>45693</c:v>
                </c:pt>
                <c:pt idx="942">
                  <c:v>45694</c:v>
                </c:pt>
                <c:pt idx="943">
                  <c:v>45695</c:v>
                </c:pt>
                <c:pt idx="944">
                  <c:v>45698</c:v>
                </c:pt>
                <c:pt idx="945">
                  <c:v>45699</c:v>
                </c:pt>
                <c:pt idx="946">
                  <c:v>45700</c:v>
                </c:pt>
                <c:pt idx="947">
                  <c:v>45701</c:v>
                </c:pt>
                <c:pt idx="948">
                  <c:v>45702</c:v>
                </c:pt>
                <c:pt idx="949">
                  <c:v>45705</c:v>
                </c:pt>
                <c:pt idx="950">
                  <c:v>45706</c:v>
                </c:pt>
                <c:pt idx="951">
                  <c:v>45707</c:v>
                </c:pt>
                <c:pt idx="952">
                  <c:v>45708</c:v>
                </c:pt>
                <c:pt idx="953">
                  <c:v>45709</c:v>
                </c:pt>
                <c:pt idx="954">
                  <c:v>45712</c:v>
                </c:pt>
                <c:pt idx="955">
                  <c:v>45713</c:v>
                </c:pt>
                <c:pt idx="956">
                  <c:v>45714</c:v>
                </c:pt>
                <c:pt idx="957">
                  <c:v>45715</c:v>
                </c:pt>
                <c:pt idx="958">
                  <c:v>45716</c:v>
                </c:pt>
                <c:pt idx="959">
                  <c:v>45721</c:v>
                </c:pt>
                <c:pt idx="960">
                  <c:v>45722</c:v>
                </c:pt>
                <c:pt idx="961">
                  <c:v>45723</c:v>
                </c:pt>
                <c:pt idx="962">
                  <c:v>45726</c:v>
                </c:pt>
                <c:pt idx="963">
                  <c:v>45727</c:v>
                </c:pt>
                <c:pt idx="964">
                  <c:v>45728</c:v>
                </c:pt>
                <c:pt idx="965">
                  <c:v>45729</c:v>
                </c:pt>
                <c:pt idx="966">
                  <c:v>45730</c:v>
                </c:pt>
                <c:pt idx="967">
                  <c:v>45733</c:v>
                </c:pt>
                <c:pt idx="968">
                  <c:v>45734</c:v>
                </c:pt>
                <c:pt idx="969">
                  <c:v>45735</c:v>
                </c:pt>
                <c:pt idx="970">
                  <c:v>45736</c:v>
                </c:pt>
                <c:pt idx="971">
                  <c:v>45737</c:v>
                </c:pt>
                <c:pt idx="972">
                  <c:v>45740</c:v>
                </c:pt>
                <c:pt idx="973">
                  <c:v>45741</c:v>
                </c:pt>
                <c:pt idx="974">
                  <c:v>45742</c:v>
                </c:pt>
                <c:pt idx="975">
                  <c:v>45743</c:v>
                </c:pt>
                <c:pt idx="976">
                  <c:v>45744</c:v>
                </c:pt>
                <c:pt idx="977">
                  <c:v>45747</c:v>
                </c:pt>
                <c:pt idx="978">
                  <c:v>45748</c:v>
                </c:pt>
                <c:pt idx="979">
                  <c:v>45749</c:v>
                </c:pt>
                <c:pt idx="980">
                  <c:v>45750</c:v>
                </c:pt>
                <c:pt idx="981">
                  <c:v>45751</c:v>
                </c:pt>
                <c:pt idx="982">
                  <c:v>45754</c:v>
                </c:pt>
                <c:pt idx="983">
                  <c:v>45755</c:v>
                </c:pt>
                <c:pt idx="984">
                  <c:v>45756</c:v>
                </c:pt>
                <c:pt idx="985">
                  <c:v>45757</c:v>
                </c:pt>
                <c:pt idx="986">
                  <c:v>45758</c:v>
                </c:pt>
                <c:pt idx="987">
                  <c:v>45761</c:v>
                </c:pt>
                <c:pt idx="988">
                  <c:v>45762</c:v>
                </c:pt>
                <c:pt idx="989">
                  <c:v>45763</c:v>
                </c:pt>
                <c:pt idx="990">
                  <c:v>45764</c:v>
                </c:pt>
                <c:pt idx="991">
                  <c:v>45769</c:v>
                </c:pt>
                <c:pt idx="992">
                  <c:v>45770</c:v>
                </c:pt>
                <c:pt idx="993">
                  <c:v>45771</c:v>
                </c:pt>
                <c:pt idx="994">
                  <c:v>45772</c:v>
                </c:pt>
                <c:pt idx="995">
                  <c:v>45775</c:v>
                </c:pt>
                <c:pt idx="996">
                  <c:v>45776</c:v>
                </c:pt>
                <c:pt idx="997">
                  <c:v>45777</c:v>
                </c:pt>
                <c:pt idx="998">
                  <c:v>45779</c:v>
                </c:pt>
                <c:pt idx="999">
                  <c:v>45782</c:v>
                </c:pt>
                <c:pt idx="1000">
                  <c:v>45783</c:v>
                </c:pt>
                <c:pt idx="1001">
                  <c:v>45784</c:v>
                </c:pt>
                <c:pt idx="1002">
                  <c:v>45785</c:v>
                </c:pt>
                <c:pt idx="1003">
                  <c:v>45786</c:v>
                </c:pt>
                <c:pt idx="1004">
                  <c:v>45789</c:v>
                </c:pt>
                <c:pt idx="1005">
                  <c:v>45790</c:v>
                </c:pt>
                <c:pt idx="1006">
                  <c:v>45791</c:v>
                </c:pt>
                <c:pt idx="1007">
                  <c:v>45792</c:v>
                </c:pt>
                <c:pt idx="1008">
                  <c:v>45793</c:v>
                </c:pt>
                <c:pt idx="1009">
                  <c:v>45796</c:v>
                </c:pt>
                <c:pt idx="1010">
                  <c:v>45797</c:v>
                </c:pt>
                <c:pt idx="1011">
                  <c:v>45798</c:v>
                </c:pt>
                <c:pt idx="1012">
                  <c:v>45799</c:v>
                </c:pt>
                <c:pt idx="1013">
                  <c:v>45800</c:v>
                </c:pt>
                <c:pt idx="1014">
                  <c:v>45803</c:v>
                </c:pt>
                <c:pt idx="1015">
                  <c:v>45804</c:v>
                </c:pt>
                <c:pt idx="1016">
                  <c:v>45805</c:v>
                </c:pt>
                <c:pt idx="1017">
                  <c:v>45806</c:v>
                </c:pt>
                <c:pt idx="1018">
                  <c:v>45807</c:v>
                </c:pt>
                <c:pt idx="1019">
                  <c:v>45810</c:v>
                </c:pt>
                <c:pt idx="1020">
                  <c:v>45811</c:v>
                </c:pt>
                <c:pt idx="1021">
                  <c:v>45812</c:v>
                </c:pt>
                <c:pt idx="1022">
                  <c:v>45813</c:v>
                </c:pt>
                <c:pt idx="1023">
                  <c:v>45814</c:v>
                </c:pt>
                <c:pt idx="1024">
                  <c:v>45817</c:v>
                </c:pt>
                <c:pt idx="1025">
                  <c:v>45818</c:v>
                </c:pt>
                <c:pt idx="1026">
                  <c:v>45819</c:v>
                </c:pt>
                <c:pt idx="1027">
                  <c:v>45820</c:v>
                </c:pt>
                <c:pt idx="1028">
                  <c:v>45821</c:v>
                </c:pt>
                <c:pt idx="1029">
                  <c:v>45824</c:v>
                </c:pt>
                <c:pt idx="1030">
                  <c:v>45825</c:v>
                </c:pt>
                <c:pt idx="1031">
                  <c:v>45826</c:v>
                </c:pt>
                <c:pt idx="1032">
                  <c:v>45828</c:v>
                </c:pt>
                <c:pt idx="1033">
                  <c:v>45831</c:v>
                </c:pt>
                <c:pt idx="1034">
                  <c:v>45832</c:v>
                </c:pt>
                <c:pt idx="1035">
                  <c:v>45833</c:v>
                </c:pt>
                <c:pt idx="1036">
                  <c:v>45834</c:v>
                </c:pt>
                <c:pt idx="1037">
                  <c:v>45835</c:v>
                </c:pt>
                <c:pt idx="1038">
                  <c:v>45838</c:v>
                </c:pt>
                <c:pt idx="1039">
                  <c:v>45839</c:v>
                </c:pt>
                <c:pt idx="1040">
                  <c:v>45840</c:v>
                </c:pt>
                <c:pt idx="1041">
                  <c:v>45841</c:v>
                </c:pt>
                <c:pt idx="1042">
                  <c:v>45842</c:v>
                </c:pt>
                <c:pt idx="1043">
                  <c:v>45845</c:v>
                </c:pt>
                <c:pt idx="1044">
                  <c:v>45846</c:v>
                </c:pt>
                <c:pt idx="1045">
                  <c:v>45847</c:v>
                </c:pt>
                <c:pt idx="1046">
                  <c:v>45848</c:v>
                </c:pt>
                <c:pt idx="1047">
                  <c:v>45849</c:v>
                </c:pt>
                <c:pt idx="1048">
                  <c:v>45852</c:v>
                </c:pt>
                <c:pt idx="1049">
                  <c:v>45853</c:v>
                </c:pt>
                <c:pt idx="1050">
                  <c:v>45854</c:v>
                </c:pt>
                <c:pt idx="1051">
                  <c:v>45855</c:v>
                </c:pt>
                <c:pt idx="1052">
                  <c:v>45856</c:v>
                </c:pt>
                <c:pt idx="1053">
                  <c:v>45859</c:v>
                </c:pt>
                <c:pt idx="1054">
                  <c:v>45860</c:v>
                </c:pt>
                <c:pt idx="1055">
                  <c:v>45861</c:v>
                </c:pt>
                <c:pt idx="1056">
                  <c:v>45862</c:v>
                </c:pt>
                <c:pt idx="1057">
                  <c:v>45863</c:v>
                </c:pt>
                <c:pt idx="1058">
                  <c:v>45866</c:v>
                </c:pt>
                <c:pt idx="1059">
                  <c:v>45867</c:v>
                </c:pt>
                <c:pt idx="1060">
                  <c:v>45868</c:v>
                </c:pt>
                <c:pt idx="1061">
                  <c:v>45869</c:v>
                </c:pt>
                <c:pt idx="1062">
                  <c:v>45870</c:v>
                </c:pt>
                <c:pt idx="1063">
                  <c:v>45873</c:v>
                </c:pt>
                <c:pt idx="1064">
                  <c:v>45874</c:v>
                </c:pt>
                <c:pt idx="1065">
                  <c:v>45875</c:v>
                </c:pt>
                <c:pt idx="1066">
                  <c:v>45876</c:v>
                </c:pt>
                <c:pt idx="1067">
                  <c:v>45877</c:v>
                </c:pt>
                <c:pt idx="1068">
                  <c:v>45880</c:v>
                </c:pt>
                <c:pt idx="1069">
                  <c:v>45881</c:v>
                </c:pt>
                <c:pt idx="1070">
                  <c:v>45882</c:v>
                </c:pt>
                <c:pt idx="1071">
                  <c:v>45883</c:v>
                </c:pt>
                <c:pt idx="1072">
                  <c:v>45884</c:v>
                </c:pt>
                <c:pt idx="1073">
                  <c:v>45887</c:v>
                </c:pt>
                <c:pt idx="1074">
                  <c:v>45888</c:v>
                </c:pt>
                <c:pt idx="1075">
                  <c:v>45889</c:v>
                </c:pt>
                <c:pt idx="1076">
                  <c:v>45890</c:v>
                </c:pt>
                <c:pt idx="1077">
                  <c:v>45891</c:v>
                </c:pt>
                <c:pt idx="1078">
                  <c:v>45894</c:v>
                </c:pt>
                <c:pt idx="1079">
                  <c:v>45895</c:v>
                </c:pt>
                <c:pt idx="1080">
                  <c:v>45896</c:v>
                </c:pt>
                <c:pt idx="1081">
                  <c:v>45897</c:v>
                </c:pt>
                <c:pt idx="1082">
                  <c:v>45898</c:v>
                </c:pt>
                <c:pt idx="1083">
                  <c:v>45901</c:v>
                </c:pt>
                <c:pt idx="1084">
                  <c:v>45902</c:v>
                </c:pt>
                <c:pt idx="1085">
                  <c:v>45903</c:v>
                </c:pt>
                <c:pt idx="1086">
                  <c:v>45904</c:v>
                </c:pt>
                <c:pt idx="1087">
                  <c:v>45905</c:v>
                </c:pt>
                <c:pt idx="1088">
                  <c:v>45908</c:v>
                </c:pt>
                <c:pt idx="1089">
                  <c:v>45909</c:v>
                </c:pt>
                <c:pt idx="1090">
                  <c:v>45910</c:v>
                </c:pt>
                <c:pt idx="1091">
                  <c:v>45911</c:v>
                </c:pt>
                <c:pt idx="1092">
                  <c:v>45912</c:v>
                </c:pt>
                <c:pt idx="1093">
                  <c:v>45915</c:v>
                </c:pt>
                <c:pt idx="1094">
                  <c:v>45916</c:v>
                </c:pt>
                <c:pt idx="1095">
                  <c:v>45917</c:v>
                </c:pt>
                <c:pt idx="1096">
                  <c:v>45918</c:v>
                </c:pt>
                <c:pt idx="1097">
                  <c:v>45919</c:v>
                </c:pt>
                <c:pt idx="1098">
                  <c:v>45922</c:v>
                </c:pt>
                <c:pt idx="1099">
                  <c:v>45923</c:v>
                </c:pt>
                <c:pt idx="1100">
                  <c:v>45924</c:v>
                </c:pt>
                <c:pt idx="1101">
                  <c:v>45925</c:v>
                </c:pt>
                <c:pt idx="1102">
                  <c:v>45926</c:v>
                </c:pt>
                <c:pt idx="1103">
                  <c:v>45929</c:v>
                </c:pt>
                <c:pt idx="1104">
                  <c:v>45930</c:v>
                </c:pt>
                <c:pt idx="1105">
                  <c:v>45931</c:v>
                </c:pt>
                <c:pt idx="1106">
                  <c:v>45932</c:v>
                </c:pt>
                <c:pt idx="1107">
                  <c:v>45933</c:v>
                </c:pt>
                <c:pt idx="1108">
                  <c:v>45936</c:v>
                </c:pt>
                <c:pt idx="1109">
                  <c:v>45937</c:v>
                </c:pt>
                <c:pt idx="1110">
                  <c:v>45938</c:v>
                </c:pt>
                <c:pt idx="1111">
                  <c:v>45939</c:v>
                </c:pt>
                <c:pt idx="1112">
                  <c:v>45940</c:v>
                </c:pt>
                <c:pt idx="1113">
                  <c:v>45943</c:v>
                </c:pt>
                <c:pt idx="1114">
                  <c:v>45944</c:v>
                </c:pt>
                <c:pt idx="1115">
                  <c:v>45945</c:v>
                </c:pt>
                <c:pt idx="1116">
                  <c:v>45946</c:v>
                </c:pt>
                <c:pt idx="1117">
                  <c:v>45947</c:v>
                </c:pt>
                <c:pt idx="1118">
                  <c:v>45950</c:v>
                </c:pt>
                <c:pt idx="1119">
                  <c:v>45951</c:v>
                </c:pt>
                <c:pt idx="1120">
                  <c:v>45952</c:v>
                </c:pt>
                <c:pt idx="1121">
                  <c:v>45953</c:v>
                </c:pt>
                <c:pt idx="1122">
                  <c:v>45954</c:v>
                </c:pt>
                <c:pt idx="1123">
                  <c:v>45957</c:v>
                </c:pt>
                <c:pt idx="1124">
                  <c:v>45958</c:v>
                </c:pt>
                <c:pt idx="1125">
                  <c:v>45959</c:v>
                </c:pt>
                <c:pt idx="1126">
                  <c:v>45960</c:v>
                </c:pt>
                <c:pt idx="1127">
                  <c:v>45961</c:v>
                </c:pt>
                <c:pt idx="1128">
                  <c:v>45964</c:v>
                </c:pt>
                <c:pt idx="1129">
                  <c:v>45965</c:v>
                </c:pt>
                <c:pt idx="1130">
                  <c:v>45966</c:v>
                </c:pt>
                <c:pt idx="1131">
                  <c:v>45967</c:v>
                </c:pt>
                <c:pt idx="1132">
                  <c:v>45968</c:v>
                </c:pt>
                <c:pt idx="1133">
                  <c:v>45971</c:v>
                </c:pt>
                <c:pt idx="1134">
                  <c:v>45972</c:v>
                </c:pt>
                <c:pt idx="1135">
                  <c:v>45973</c:v>
                </c:pt>
                <c:pt idx="1136">
                  <c:v>45974</c:v>
                </c:pt>
                <c:pt idx="1137">
                  <c:v>45975</c:v>
                </c:pt>
                <c:pt idx="1138">
                  <c:v>45978</c:v>
                </c:pt>
                <c:pt idx="1139">
                  <c:v>45979</c:v>
                </c:pt>
                <c:pt idx="1140">
                  <c:v>45980</c:v>
                </c:pt>
                <c:pt idx="1141">
                  <c:v>45982</c:v>
                </c:pt>
                <c:pt idx="1142">
                  <c:v>45985</c:v>
                </c:pt>
                <c:pt idx="1143">
                  <c:v>45986</c:v>
                </c:pt>
                <c:pt idx="1144">
                  <c:v>45987</c:v>
                </c:pt>
                <c:pt idx="1145">
                  <c:v>45988</c:v>
                </c:pt>
                <c:pt idx="1146">
                  <c:v>45989</c:v>
                </c:pt>
                <c:pt idx="1147">
                  <c:v>45992</c:v>
                </c:pt>
                <c:pt idx="1148">
                  <c:v>45993</c:v>
                </c:pt>
                <c:pt idx="1149">
                  <c:v>45994</c:v>
                </c:pt>
                <c:pt idx="1150">
                  <c:v>45995</c:v>
                </c:pt>
                <c:pt idx="1151">
                  <c:v>45996</c:v>
                </c:pt>
                <c:pt idx="1152">
                  <c:v>45999</c:v>
                </c:pt>
                <c:pt idx="1153">
                  <c:v>46000</c:v>
                </c:pt>
                <c:pt idx="1154">
                  <c:v>46001</c:v>
                </c:pt>
                <c:pt idx="1155">
                  <c:v>46002</c:v>
                </c:pt>
                <c:pt idx="1156">
                  <c:v>46003</c:v>
                </c:pt>
                <c:pt idx="1157">
                  <c:v>46006</c:v>
                </c:pt>
                <c:pt idx="1158">
                  <c:v>46007</c:v>
                </c:pt>
                <c:pt idx="1159">
                  <c:v>46008</c:v>
                </c:pt>
                <c:pt idx="1160">
                  <c:v>46009</c:v>
                </c:pt>
                <c:pt idx="1161">
                  <c:v>46010</c:v>
                </c:pt>
                <c:pt idx="1162">
                  <c:v>46013</c:v>
                </c:pt>
                <c:pt idx="1163">
                  <c:v>46014</c:v>
                </c:pt>
                <c:pt idx="1164">
                  <c:v>46017</c:v>
                </c:pt>
                <c:pt idx="1165">
                  <c:v>46020</c:v>
                </c:pt>
                <c:pt idx="1166">
                  <c:v>46021</c:v>
                </c:pt>
                <c:pt idx="1167">
                  <c:v>46024</c:v>
                </c:pt>
                <c:pt idx="1168">
                  <c:v>46027</c:v>
                </c:pt>
                <c:pt idx="1169">
                  <c:v>46028</c:v>
                </c:pt>
                <c:pt idx="1170">
                  <c:v>46029</c:v>
                </c:pt>
                <c:pt idx="1171">
                  <c:v>46030</c:v>
                </c:pt>
                <c:pt idx="1172">
                  <c:v>46031</c:v>
                </c:pt>
                <c:pt idx="1173">
                  <c:v>46034</c:v>
                </c:pt>
                <c:pt idx="1174">
                  <c:v>46035</c:v>
                </c:pt>
                <c:pt idx="1175">
                  <c:v>46036</c:v>
                </c:pt>
                <c:pt idx="1176">
                  <c:v>46037</c:v>
                </c:pt>
                <c:pt idx="1177">
                  <c:v>46038</c:v>
                </c:pt>
                <c:pt idx="1178">
                  <c:v>46041</c:v>
                </c:pt>
                <c:pt idx="1179">
                  <c:v>46042</c:v>
                </c:pt>
                <c:pt idx="1180">
                  <c:v>46043</c:v>
                </c:pt>
                <c:pt idx="1181">
                  <c:v>46044</c:v>
                </c:pt>
                <c:pt idx="1182">
                  <c:v>46045</c:v>
                </c:pt>
                <c:pt idx="1183">
                  <c:v>46048</c:v>
                </c:pt>
                <c:pt idx="1184">
                  <c:v>46049</c:v>
                </c:pt>
                <c:pt idx="1185">
                  <c:v>46050</c:v>
                </c:pt>
                <c:pt idx="1186">
                  <c:v>46051</c:v>
                </c:pt>
                <c:pt idx="1187">
                  <c:v>46052</c:v>
                </c:pt>
                <c:pt idx="1188">
                  <c:v>46055</c:v>
                </c:pt>
                <c:pt idx="1189">
                  <c:v>46056</c:v>
                </c:pt>
                <c:pt idx="1190">
                  <c:v>46057</c:v>
                </c:pt>
                <c:pt idx="1191">
                  <c:v>46058</c:v>
                </c:pt>
                <c:pt idx="1192">
                  <c:v>46059</c:v>
                </c:pt>
                <c:pt idx="1193">
                  <c:v>46062</c:v>
                </c:pt>
                <c:pt idx="1194">
                  <c:v>46063</c:v>
                </c:pt>
                <c:pt idx="1195">
                  <c:v>46064</c:v>
                </c:pt>
                <c:pt idx="1196">
                  <c:v>46065</c:v>
                </c:pt>
                <c:pt idx="1197">
                  <c:v>46066</c:v>
                </c:pt>
                <c:pt idx="1198">
                  <c:v>46071</c:v>
                </c:pt>
                <c:pt idx="1199">
                  <c:v>46072</c:v>
                </c:pt>
                <c:pt idx="1200">
                  <c:v>46073</c:v>
                </c:pt>
                <c:pt idx="1201">
                  <c:v>46076</c:v>
                </c:pt>
                <c:pt idx="1202">
                  <c:v>46077</c:v>
                </c:pt>
                <c:pt idx="1203">
                  <c:v>46078</c:v>
                </c:pt>
                <c:pt idx="1204">
                  <c:v>46079</c:v>
                </c:pt>
                <c:pt idx="1205">
                  <c:v>46080</c:v>
                </c:pt>
                <c:pt idx="1206">
                  <c:v>46083</c:v>
                </c:pt>
                <c:pt idx="1207">
                  <c:v>46084</c:v>
                </c:pt>
                <c:pt idx="1208">
                  <c:v>46085</c:v>
                </c:pt>
                <c:pt idx="1209">
                  <c:v>46086</c:v>
                </c:pt>
                <c:pt idx="1210">
                  <c:v>46087</c:v>
                </c:pt>
                <c:pt idx="1211">
                  <c:v>46090</c:v>
                </c:pt>
                <c:pt idx="1212">
                  <c:v>46091</c:v>
                </c:pt>
                <c:pt idx="1213">
                  <c:v>46092</c:v>
                </c:pt>
                <c:pt idx="1214">
                  <c:v>46093</c:v>
                </c:pt>
                <c:pt idx="1215">
                  <c:v>46094</c:v>
                </c:pt>
                <c:pt idx="1216">
                  <c:v>46097</c:v>
                </c:pt>
                <c:pt idx="1217">
                  <c:v>46098</c:v>
                </c:pt>
                <c:pt idx="1218">
                  <c:v>46099</c:v>
                </c:pt>
                <c:pt idx="1219">
                  <c:v>46100</c:v>
                </c:pt>
                <c:pt idx="1220">
                  <c:v>46101</c:v>
                </c:pt>
                <c:pt idx="1221">
                  <c:v>46104</c:v>
                </c:pt>
                <c:pt idx="1222">
                  <c:v>46105</c:v>
                </c:pt>
                <c:pt idx="1223">
                  <c:v>46106</c:v>
                </c:pt>
                <c:pt idx="1224">
                  <c:v>46107</c:v>
                </c:pt>
                <c:pt idx="1225">
                  <c:v>46108</c:v>
                </c:pt>
                <c:pt idx="1226">
                  <c:v>46111</c:v>
                </c:pt>
                <c:pt idx="1227">
                  <c:v>46112</c:v>
                </c:pt>
                <c:pt idx="1228">
                  <c:v>46113</c:v>
                </c:pt>
                <c:pt idx="1229">
                  <c:v>46114</c:v>
                </c:pt>
                <c:pt idx="1230">
                  <c:v>46118</c:v>
                </c:pt>
                <c:pt idx="1231">
                  <c:v>46119</c:v>
                </c:pt>
                <c:pt idx="1232">
                  <c:v>46120</c:v>
                </c:pt>
                <c:pt idx="1233">
                  <c:v>46121</c:v>
                </c:pt>
                <c:pt idx="1234">
                  <c:v>46122</c:v>
                </c:pt>
                <c:pt idx="1235">
                  <c:v>46125</c:v>
                </c:pt>
                <c:pt idx="1236">
                  <c:v>46126</c:v>
                </c:pt>
                <c:pt idx="1237">
                  <c:v>46127</c:v>
                </c:pt>
                <c:pt idx="1238">
                  <c:v>46128</c:v>
                </c:pt>
                <c:pt idx="1239">
                  <c:v>46129</c:v>
                </c:pt>
                <c:pt idx="1240">
                  <c:v>46132</c:v>
                </c:pt>
                <c:pt idx="1241">
                  <c:v>46134</c:v>
                </c:pt>
                <c:pt idx="1242">
                  <c:v>46135</c:v>
                </c:pt>
                <c:pt idx="1243">
                  <c:v>46136</c:v>
                </c:pt>
                <c:pt idx="1244">
                  <c:v>46139</c:v>
                </c:pt>
                <c:pt idx="1245">
                  <c:v>46140</c:v>
                </c:pt>
                <c:pt idx="1246">
                  <c:v>46141</c:v>
                </c:pt>
                <c:pt idx="1247">
                  <c:v>46142</c:v>
                </c:pt>
                <c:pt idx="1248">
                  <c:v>46146</c:v>
                </c:pt>
                <c:pt idx="1249">
                  <c:v>46147</c:v>
                </c:pt>
                <c:pt idx="1250">
                  <c:v>46148</c:v>
                </c:pt>
                <c:pt idx="1251">
                  <c:v>46149</c:v>
                </c:pt>
                <c:pt idx="1252">
                  <c:v>46150</c:v>
                </c:pt>
                <c:pt idx="1253">
                  <c:v>46153</c:v>
                </c:pt>
                <c:pt idx="1254">
                  <c:v>46154</c:v>
                </c:pt>
                <c:pt idx="1255">
                  <c:v>46155</c:v>
                </c:pt>
                <c:pt idx="1256">
                  <c:v>46156</c:v>
                </c:pt>
                <c:pt idx="1257">
                  <c:v>46157</c:v>
                </c:pt>
                <c:pt idx="1258">
                  <c:v>46160</c:v>
                </c:pt>
                <c:pt idx="1259">
                  <c:v>46161</c:v>
                </c:pt>
                <c:pt idx="1260">
                  <c:v>46162</c:v>
                </c:pt>
                <c:pt idx="1261">
                  <c:v>46163</c:v>
                </c:pt>
                <c:pt idx="1262">
                  <c:v>46164</c:v>
                </c:pt>
                <c:pt idx="1263">
                  <c:v>46167</c:v>
                </c:pt>
                <c:pt idx="1264">
                  <c:v>46168</c:v>
                </c:pt>
                <c:pt idx="1265">
                  <c:v>46169</c:v>
                </c:pt>
                <c:pt idx="1266">
                  <c:v>46170</c:v>
                </c:pt>
                <c:pt idx="1267">
                  <c:v>46171</c:v>
                </c:pt>
                <c:pt idx="1268">
                  <c:v>46174</c:v>
                </c:pt>
                <c:pt idx="1269">
                  <c:v>46175</c:v>
                </c:pt>
                <c:pt idx="1270">
                  <c:v>46176</c:v>
                </c:pt>
                <c:pt idx="1271">
                  <c:v>46178</c:v>
                </c:pt>
                <c:pt idx="1272">
                  <c:v>46181</c:v>
                </c:pt>
                <c:pt idx="1273">
                  <c:v>46182</c:v>
                </c:pt>
                <c:pt idx="1274">
                  <c:v>46183</c:v>
                </c:pt>
                <c:pt idx="1275">
                  <c:v>46184</c:v>
                </c:pt>
                <c:pt idx="1276">
                  <c:v>46185</c:v>
                </c:pt>
                <c:pt idx="1277">
                  <c:v>46188</c:v>
                </c:pt>
                <c:pt idx="1278">
                  <c:v>46189</c:v>
                </c:pt>
                <c:pt idx="1279">
                  <c:v>46190</c:v>
                </c:pt>
                <c:pt idx="1280">
                  <c:v>46191</c:v>
                </c:pt>
                <c:pt idx="1281">
                  <c:v>46192</c:v>
                </c:pt>
                <c:pt idx="1282">
                  <c:v>46195</c:v>
                </c:pt>
                <c:pt idx="1283">
                  <c:v>46196</c:v>
                </c:pt>
                <c:pt idx="1284">
                  <c:v>46197</c:v>
                </c:pt>
                <c:pt idx="1285">
                  <c:v>46198</c:v>
                </c:pt>
                <c:pt idx="1286">
                  <c:v>46199</c:v>
                </c:pt>
                <c:pt idx="1287">
                  <c:v>46202</c:v>
                </c:pt>
                <c:pt idx="1288">
                  <c:v>46203</c:v>
                </c:pt>
                <c:pt idx="1289">
                  <c:v>46204</c:v>
                </c:pt>
                <c:pt idx="1290">
                  <c:v>46205</c:v>
                </c:pt>
                <c:pt idx="1291">
                  <c:v>46206</c:v>
                </c:pt>
                <c:pt idx="1292">
                  <c:v>46209</c:v>
                </c:pt>
                <c:pt idx="1293">
                  <c:v>46210</c:v>
                </c:pt>
                <c:pt idx="1294">
                  <c:v>46211</c:v>
                </c:pt>
                <c:pt idx="1295">
                  <c:v>46212</c:v>
                </c:pt>
                <c:pt idx="1296">
                  <c:v>46213</c:v>
                </c:pt>
                <c:pt idx="1297">
                  <c:v>46216</c:v>
                </c:pt>
                <c:pt idx="1298">
                  <c:v>46217</c:v>
                </c:pt>
                <c:pt idx="1299">
                  <c:v>46218</c:v>
                </c:pt>
                <c:pt idx="1300">
                  <c:v>46219</c:v>
                </c:pt>
                <c:pt idx="1301">
                  <c:v>46220</c:v>
                </c:pt>
                <c:pt idx="1302">
                  <c:v>46223</c:v>
                </c:pt>
                <c:pt idx="1303">
                  <c:v>46224</c:v>
                </c:pt>
                <c:pt idx="1304">
                  <c:v>46225</c:v>
                </c:pt>
                <c:pt idx="1305">
                  <c:v>46226</c:v>
                </c:pt>
                <c:pt idx="1306">
                  <c:v>46227</c:v>
                </c:pt>
                <c:pt idx="1307">
                  <c:v>46230</c:v>
                </c:pt>
                <c:pt idx="1308">
                  <c:v>46231</c:v>
                </c:pt>
                <c:pt idx="1309">
                  <c:v>46232</c:v>
                </c:pt>
                <c:pt idx="1310">
                  <c:v>46233</c:v>
                </c:pt>
                <c:pt idx="1311">
                  <c:v>46234</c:v>
                </c:pt>
                <c:pt idx="1312">
                  <c:v>46237</c:v>
                </c:pt>
                <c:pt idx="1313">
                  <c:v>46238</c:v>
                </c:pt>
                <c:pt idx="1314">
                  <c:v>46239</c:v>
                </c:pt>
                <c:pt idx="1315">
                  <c:v>46240</c:v>
                </c:pt>
                <c:pt idx="1316">
                  <c:v>46241</c:v>
                </c:pt>
                <c:pt idx="1317">
                  <c:v>46244</c:v>
                </c:pt>
                <c:pt idx="1318">
                  <c:v>46245</c:v>
                </c:pt>
                <c:pt idx="1319">
                  <c:v>46246</c:v>
                </c:pt>
                <c:pt idx="1320">
                  <c:v>46247</c:v>
                </c:pt>
                <c:pt idx="1321">
                  <c:v>46248</c:v>
                </c:pt>
                <c:pt idx="1322">
                  <c:v>46251</c:v>
                </c:pt>
                <c:pt idx="1323">
                  <c:v>46252</c:v>
                </c:pt>
                <c:pt idx="1324">
                  <c:v>46253</c:v>
                </c:pt>
                <c:pt idx="1325">
                  <c:v>46254</c:v>
                </c:pt>
                <c:pt idx="1326">
                  <c:v>46255</c:v>
                </c:pt>
                <c:pt idx="1327">
                  <c:v>46258</c:v>
                </c:pt>
                <c:pt idx="1328">
                  <c:v>46259</c:v>
                </c:pt>
                <c:pt idx="1329">
                  <c:v>46260</c:v>
                </c:pt>
                <c:pt idx="1330">
                  <c:v>46261</c:v>
                </c:pt>
                <c:pt idx="1331">
                  <c:v>46262</c:v>
                </c:pt>
              </c:numCache>
            </c:numRef>
          </c:cat>
          <c:val>
            <c:numRef>
              <c:f>'Charts Base 100'!$H$4:$H$1048576</c:f>
              <c:numCache>
                <c:formatCode>0.0</c:formatCode>
                <c:ptCount val="1048573"/>
                <c:pt idx="0" formatCode="General">
                  <c:v>100</c:v>
                </c:pt>
                <c:pt idx="1">
                  <c:v>99.669533346962425</c:v>
                </c:pt>
                <c:pt idx="2">
                  <c:v>99.501757887988887</c:v>
                </c:pt>
                <c:pt idx="3">
                  <c:v>100.5664405096127</c:v>
                </c:pt>
                <c:pt idx="4">
                  <c:v>100.6765695736139</c:v>
                </c:pt>
                <c:pt idx="5">
                  <c:v>102.89219541463829</c:v>
                </c:pt>
                <c:pt idx="6">
                  <c:v>103.525095576852</c:v>
                </c:pt>
                <c:pt idx="7">
                  <c:v>103.20027185213679</c:v>
                </c:pt>
                <c:pt idx="8">
                  <c:v>101.2907923671107</c:v>
                </c:pt>
                <c:pt idx="9">
                  <c:v>102.0405679421268</c:v>
                </c:pt>
                <c:pt idx="10">
                  <c:v>103.5121109782032</c:v>
                </c:pt>
                <c:pt idx="11">
                  <c:v>104.4667959469121</c:v>
                </c:pt>
                <c:pt idx="12">
                  <c:v>105.2044126940698</c:v>
                </c:pt>
                <c:pt idx="13">
                  <c:v>104.5499967794692</c:v>
                </c:pt>
                <c:pt idx="14">
                  <c:v>105.42409030322941</c:v>
                </c:pt>
                <c:pt idx="15">
                  <c:v>104.7922878987787</c:v>
                </c:pt>
                <c:pt idx="16">
                  <c:v>104.1288989514251</c:v>
                </c:pt>
                <c:pt idx="17">
                  <c:v>103.9107483989583</c:v>
                </c:pt>
                <c:pt idx="18">
                  <c:v>103.67187765240411</c:v>
                </c:pt>
                <c:pt idx="19">
                  <c:v>106.691022070792</c:v>
                </c:pt>
                <c:pt idx="20">
                  <c:v>107.1915204925419</c:v>
                </c:pt>
                <c:pt idx="21">
                  <c:v>108.04744311683319</c:v>
                </c:pt>
                <c:pt idx="22">
                  <c:v>108.4485220023021</c:v>
                </c:pt>
                <c:pt idx="23">
                  <c:v>107.494229543644</c:v>
                </c:pt>
                <c:pt idx="24">
                  <c:v>107.2530533745937</c:v>
                </c:pt>
                <c:pt idx="25">
                  <c:v>107.6015551163797</c:v>
                </c:pt>
                <c:pt idx="26">
                  <c:v>107.1005833258173</c:v>
                </c:pt>
                <c:pt idx="27">
                  <c:v>108.9388289224123</c:v>
                </c:pt>
                <c:pt idx="28">
                  <c:v>108.0637263094992</c:v>
                </c:pt>
                <c:pt idx="29">
                  <c:v>107.433873995409</c:v>
                </c:pt>
                <c:pt idx="30">
                  <c:v>109.76730588122</c:v>
                </c:pt>
                <c:pt idx="31">
                  <c:v>109.9935020641732</c:v>
                </c:pt>
                <c:pt idx="32">
                  <c:v>109.42540738704081</c:v>
                </c:pt>
                <c:pt idx="33">
                  <c:v>107.931060394792</c:v>
                </c:pt>
                <c:pt idx="34">
                  <c:v>109.6273351169736</c:v>
                </c:pt>
                <c:pt idx="35">
                  <c:v>111.6327871364299</c:v>
                </c:pt>
                <c:pt idx="36">
                  <c:v>111.94884544794211</c:v>
                </c:pt>
                <c:pt idx="37">
                  <c:v>113.4500334221333</c:v>
                </c:pt>
                <c:pt idx="38">
                  <c:v>114.5332880298608</c:v>
                </c:pt>
                <c:pt idx="39">
                  <c:v>113.80537583640439</c:v>
                </c:pt>
                <c:pt idx="40">
                  <c:v>114.6583842860308</c:v>
                </c:pt>
                <c:pt idx="41">
                  <c:v>114.96678553910149</c:v>
                </c:pt>
                <c:pt idx="42">
                  <c:v>115.53178282937751</c:v>
                </c:pt>
                <c:pt idx="43">
                  <c:v>115.4627538123662</c:v>
                </c:pt>
                <c:pt idx="44">
                  <c:v>118.75661392884631</c:v>
                </c:pt>
                <c:pt idx="45">
                  <c:v>118.902900299355</c:v>
                </c:pt>
                <c:pt idx="46">
                  <c:v>116.8795589104395</c:v>
                </c:pt>
                <c:pt idx="47">
                  <c:v>116.5546963859238</c:v>
                </c:pt>
                <c:pt idx="48">
                  <c:v>115.8089946824641</c:v>
                </c:pt>
                <c:pt idx="49">
                  <c:v>116.8239252848994</c:v>
                </c:pt>
                <c:pt idx="50">
                  <c:v>119.32906698698049</c:v>
                </c:pt>
                <c:pt idx="51">
                  <c:v>121.41212045912739</c:v>
                </c:pt>
                <c:pt idx="52">
                  <c:v>120.52840182904541</c:v>
                </c:pt>
                <c:pt idx="53">
                  <c:v>121.2020418061493</c:v>
                </c:pt>
                <c:pt idx="54">
                  <c:v>119.04715531078899</c:v>
                </c:pt>
                <c:pt idx="55">
                  <c:v>118.6063811838839</c:v>
                </c:pt>
                <c:pt idx="56">
                  <c:v>117.14946642947621</c:v>
                </c:pt>
                <c:pt idx="57">
                  <c:v>116.0730377895444</c:v>
                </c:pt>
                <c:pt idx="58">
                  <c:v>114.2780507480518</c:v>
                </c:pt>
                <c:pt idx="59">
                  <c:v>113.1516961667524</c:v>
                </c:pt>
                <c:pt idx="60">
                  <c:v>112.14076154875291</c:v>
                </c:pt>
                <c:pt idx="61">
                  <c:v>110.93621422748249</c:v>
                </c:pt>
                <c:pt idx="62">
                  <c:v>111.366273200647</c:v>
                </c:pt>
                <c:pt idx="63">
                  <c:v>109.8966281876291</c:v>
                </c:pt>
                <c:pt idx="64">
                  <c:v>110.14371506104629</c:v>
                </c:pt>
                <c:pt idx="65">
                  <c:v>111.4994089643084</c:v>
                </c:pt>
                <c:pt idx="66">
                  <c:v>110.4903723663613</c:v>
                </c:pt>
                <c:pt idx="67">
                  <c:v>109.22515236854289</c:v>
                </c:pt>
                <c:pt idx="68">
                  <c:v>110.6403225328305</c:v>
                </c:pt>
                <c:pt idx="69">
                  <c:v>111.16588440657701</c:v>
                </c:pt>
                <c:pt idx="70">
                  <c:v>110.0507185961208</c:v>
                </c:pt>
                <c:pt idx="71">
                  <c:v>112.6503208994914</c:v>
                </c:pt>
                <c:pt idx="72">
                  <c:v>112.4345511693238</c:v>
                </c:pt>
                <c:pt idx="73">
                  <c:v>113.5272805496639</c:v>
                </c:pt>
                <c:pt idx="74">
                  <c:v>109.552861104543</c:v>
                </c:pt>
                <c:pt idx="75">
                  <c:v>106.08922057527769</c:v>
                </c:pt>
                <c:pt idx="76">
                  <c:v>105.642669986062</c:v>
                </c:pt>
                <c:pt idx="77">
                  <c:v>108.1965310107922</c:v>
                </c:pt>
                <c:pt idx="78">
                  <c:v>110.5102820354609</c:v>
                </c:pt>
                <c:pt idx="79">
                  <c:v>112.5475833898833</c:v>
                </c:pt>
                <c:pt idx="80">
                  <c:v>113.6117910171719</c:v>
                </c:pt>
                <c:pt idx="81">
                  <c:v>115.1484462615847</c:v>
                </c:pt>
                <c:pt idx="82">
                  <c:v>113.0743813357731</c:v>
                </c:pt>
                <c:pt idx="83">
                  <c:v>115.54658605448149</c:v>
                </c:pt>
                <c:pt idx="84">
                  <c:v>116.15788076901821</c:v>
                </c:pt>
                <c:pt idx="85">
                  <c:v>114.22984879834679</c:v>
                </c:pt>
                <c:pt idx="86">
                  <c:v>114.9257948091728</c:v>
                </c:pt>
                <c:pt idx="87">
                  <c:v>112.4315726905168</c:v>
                </c:pt>
                <c:pt idx="88">
                  <c:v>113.3737212383282</c:v>
                </c:pt>
                <c:pt idx="89">
                  <c:v>112.8640886686041</c:v>
                </c:pt>
                <c:pt idx="90">
                  <c:v>106.1162475319023</c:v>
                </c:pt>
                <c:pt idx="91">
                  <c:v>107.4129732435633</c:v>
                </c:pt>
                <c:pt idx="92">
                  <c:v>108.2073664134316</c:v>
                </c:pt>
                <c:pt idx="93">
                  <c:v>110.9471487594939</c:v>
                </c:pt>
                <c:pt idx="94">
                  <c:v>111.06709413462529</c:v>
                </c:pt>
                <c:pt idx="95">
                  <c:v>109.7468051734143</c:v>
                </c:pt>
                <c:pt idx="96">
                  <c:v>111.07568435325079</c:v>
                </c:pt>
                <c:pt idx="97">
                  <c:v>108.2552082495001</c:v>
                </c:pt>
                <c:pt idx="98">
                  <c:v>104.57804638112739</c:v>
                </c:pt>
                <c:pt idx="99">
                  <c:v>107.0142207942225</c:v>
                </c:pt>
                <c:pt idx="100">
                  <c:v>109.6088323486893</c:v>
                </c:pt>
                <c:pt idx="101">
                  <c:v>110.0768926532613</c:v>
                </c:pt>
                <c:pt idx="102">
                  <c:v>109.9483763484901</c:v>
                </c:pt>
                <c:pt idx="103">
                  <c:v>109.26468798587641</c:v>
                </c:pt>
                <c:pt idx="104">
                  <c:v>105.33385669303389</c:v>
                </c:pt>
                <c:pt idx="105">
                  <c:v>104.6916255386402</c:v>
                </c:pt>
                <c:pt idx="106">
                  <c:v>106.0955842089421</c:v>
                </c:pt>
                <c:pt idx="107">
                  <c:v>107.5588042458325</c:v>
                </c:pt>
                <c:pt idx="108">
                  <c:v>104.82207657544051</c:v>
                </c:pt>
                <c:pt idx="109">
                  <c:v>102.7532062842687</c:v>
                </c:pt>
                <c:pt idx="110">
                  <c:v>99.988057299089277</c:v>
                </c:pt>
                <c:pt idx="111">
                  <c:v>99.921486362985263</c:v>
                </c:pt>
                <c:pt idx="112">
                  <c:v>100.9562171363868</c:v>
                </c:pt>
                <c:pt idx="113">
                  <c:v>99.952554613918849</c:v>
                </c:pt>
                <c:pt idx="114">
                  <c:v>101.9937081348022</c:v>
                </c:pt>
                <c:pt idx="115">
                  <c:v>101.42409760131</c:v>
                </c:pt>
                <c:pt idx="116">
                  <c:v>102.00325649870339</c:v>
                </c:pt>
                <c:pt idx="117">
                  <c:v>101.7309191920247</c:v>
                </c:pt>
                <c:pt idx="118">
                  <c:v>97.370546760261576</c:v>
                </c:pt>
                <c:pt idx="119">
                  <c:v>95.768191245226745</c:v>
                </c:pt>
                <c:pt idx="120">
                  <c:v>92.380500195426691</c:v>
                </c:pt>
                <c:pt idx="121">
                  <c:v>91.555631615565815</c:v>
                </c:pt>
                <c:pt idx="122">
                  <c:v>95.890584777212283</c:v>
                </c:pt>
                <c:pt idx="123">
                  <c:v>93.205857663801069</c:v>
                </c:pt>
                <c:pt idx="124">
                  <c:v>93.043655537064112</c:v>
                </c:pt>
                <c:pt idx="125">
                  <c:v>90.940293114584847</c:v>
                </c:pt>
                <c:pt idx="126">
                  <c:v>89.655535130302297</c:v>
                </c:pt>
                <c:pt idx="127">
                  <c:v>93.009432366506857</c:v>
                </c:pt>
                <c:pt idx="128">
                  <c:v>95.200480609054949</c:v>
                </c:pt>
                <c:pt idx="129">
                  <c:v>92.225933832107359</c:v>
                </c:pt>
                <c:pt idx="130">
                  <c:v>93.03495059919868</c:v>
                </c:pt>
                <c:pt idx="131">
                  <c:v>93.754057097889103</c:v>
                </c:pt>
                <c:pt idx="132">
                  <c:v>94.552955786351859</c:v>
                </c:pt>
                <c:pt idx="133">
                  <c:v>97.291510333528763</c:v>
                </c:pt>
                <c:pt idx="134">
                  <c:v>99.718574320293385</c:v>
                </c:pt>
                <c:pt idx="135">
                  <c:v>99.868999220166927</c:v>
                </c:pt>
                <c:pt idx="136">
                  <c:v>97.849343377722093</c:v>
                </c:pt>
                <c:pt idx="137">
                  <c:v>95.268886076177154</c:v>
                </c:pt>
                <c:pt idx="138">
                  <c:v>97.079546843817496</c:v>
                </c:pt>
                <c:pt idx="139">
                  <c:v>98.829413364595055</c:v>
                </c:pt>
                <c:pt idx="140">
                  <c:v>97.255911383191631</c:v>
                </c:pt>
                <c:pt idx="141">
                  <c:v>95.727131761974661</c:v>
                </c:pt>
                <c:pt idx="142">
                  <c:v>94.069397041313437</c:v>
                </c:pt>
                <c:pt idx="143">
                  <c:v>96.000810358181838</c:v>
                </c:pt>
                <c:pt idx="144">
                  <c:v>92.019237014963636</c:v>
                </c:pt>
                <c:pt idx="145">
                  <c:v>92.642877088838389</c:v>
                </c:pt>
                <c:pt idx="146">
                  <c:v>89.21438146008731</c:v>
                </c:pt>
                <c:pt idx="147">
                  <c:v>86.596688981243247</c:v>
                </c:pt>
                <c:pt idx="148">
                  <c:v>88.107047581501433</c:v>
                </c:pt>
                <c:pt idx="149">
                  <c:v>90.902981176879493</c:v>
                </c:pt>
                <c:pt idx="150">
                  <c:v>91.720454068068108</c:v>
                </c:pt>
                <c:pt idx="151">
                  <c:v>92.439770525112777</c:v>
                </c:pt>
                <c:pt idx="152">
                  <c:v>97.389998505632718</c:v>
                </c:pt>
                <c:pt idx="153">
                  <c:v>95.641228097581745</c:v>
                </c:pt>
                <c:pt idx="154">
                  <c:v>97.287718324123944</c:v>
                </c:pt>
                <c:pt idx="155">
                  <c:v>95.792155650232971</c:v>
                </c:pt>
                <c:pt idx="156">
                  <c:v>93.718562867814228</c:v>
                </c:pt>
                <c:pt idx="157">
                  <c:v>93.700440070243374</c:v>
                </c:pt>
                <c:pt idx="158">
                  <c:v>93.97656439627437</c:v>
                </c:pt>
                <c:pt idx="159">
                  <c:v>94.164791843405069</c:v>
                </c:pt>
                <c:pt idx="160">
                  <c:v>91.891958847231365</c:v>
                </c:pt>
                <c:pt idx="161">
                  <c:v>91.450806837843857</c:v>
                </c:pt>
                <c:pt idx="162">
                  <c:v>91.305528319445486</c:v>
                </c:pt>
                <c:pt idx="163">
                  <c:v>90.854517477191266</c:v>
                </c:pt>
                <c:pt idx="164">
                  <c:v>92.808273617196562</c:v>
                </c:pt>
                <c:pt idx="165">
                  <c:v>93.210953316632697</c:v>
                </c:pt>
                <c:pt idx="166">
                  <c:v>90.962539230839937</c:v>
                </c:pt>
                <c:pt idx="167">
                  <c:v>94.158255433503328</c:v>
                </c:pt>
                <c:pt idx="168">
                  <c:v>89.547123510407985</c:v>
                </c:pt>
                <c:pt idx="169">
                  <c:v>86.39076196724325</c:v>
                </c:pt>
                <c:pt idx="170">
                  <c:v>82.748699935772805</c:v>
                </c:pt>
                <c:pt idx="171">
                  <c:v>82.1585716437814</c:v>
                </c:pt>
                <c:pt idx="172">
                  <c:v>82.315199733434937</c:v>
                </c:pt>
                <c:pt idx="173">
                  <c:v>80.669658173644805</c:v>
                </c:pt>
                <c:pt idx="174">
                  <c:v>82.528556880911097</c:v>
                </c:pt>
                <c:pt idx="175">
                  <c:v>85.569562946991965</c:v>
                </c:pt>
                <c:pt idx="176">
                  <c:v>84.999918443193863</c:v>
                </c:pt>
                <c:pt idx="177">
                  <c:v>85.347303084046317</c:v>
                </c:pt>
                <c:pt idx="178">
                  <c:v>85.091872742576953</c:v>
                </c:pt>
                <c:pt idx="179">
                  <c:v>83.700912426624257</c:v>
                </c:pt>
                <c:pt idx="180">
                  <c:v>86.404157940772365</c:v>
                </c:pt>
                <c:pt idx="181">
                  <c:v>89.569685945446096</c:v>
                </c:pt>
                <c:pt idx="182">
                  <c:v>89.092954035321441</c:v>
                </c:pt>
                <c:pt idx="183">
                  <c:v>87.66375328606118</c:v>
                </c:pt>
                <c:pt idx="184">
                  <c:v>89.983399737935002</c:v>
                </c:pt>
                <c:pt idx="185">
                  <c:v>91.012406780132778</c:v>
                </c:pt>
                <c:pt idx="186">
                  <c:v>92.188138407302773</c:v>
                </c:pt>
                <c:pt idx="187">
                  <c:v>93.938278370434588</c:v>
                </c:pt>
                <c:pt idx="188">
                  <c:v>96.24019864604351</c:v>
                </c:pt>
                <c:pt idx="189">
                  <c:v>96.966954569840468</c:v>
                </c:pt>
                <c:pt idx="190">
                  <c:v>96.625453934526618</c:v>
                </c:pt>
                <c:pt idx="191">
                  <c:v>96.966134684345505</c:v>
                </c:pt>
                <c:pt idx="192">
                  <c:v>95.988339433243397</c:v>
                </c:pt>
                <c:pt idx="193">
                  <c:v>96.215354790499134</c:v>
                </c:pt>
                <c:pt idx="194">
                  <c:v>95.988090408316012</c:v>
                </c:pt>
                <c:pt idx="195">
                  <c:v>96.512263200898403</c:v>
                </c:pt>
                <c:pt idx="196">
                  <c:v>96.322828982021875</c:v>
                </c:pt>
                <c:pt idx="197">
                  <c:v>95.484771774962482</c:v>
                </c:pt>
                <c:pt idx="198">
                  <c:v>97.152613597957455</c:v>
                </c:pt>
                <c:pt idx="199">
                  <c:v>99.135361186394633</c:v>
                </c:pt>
                <c:pt idx="200">
                  <c:v>99.852285226053283</c:v>
                </c:pt>
                <c:pt idx="201">
                  <c:v>100.5170888021467</c:v>
                </c:pt>
                <c:pt idx="202">
                  <c:v>99.987657851491036</c:v>
                </c:pt>
                <c:pt idx="203">
                  <c:v>96.358799260344426</c:v>
                </c:pt>
                <c:pt idx="204">
                  <c:v>98.41534010004122</c:v>
                </c:pt>
                <c:pt idx="205">
                  <c:v>98.415967815527978</c:v>
                </c:pt>
                <c:pt idx="206">
                  <c:v>98.54699503280942</c:v>
                </c:pt>
                <c:pt idx="207">
                  <c:v>99.062995012885622</c:v>
                </c:pt>
                <c:pt idx="208">
                  <c:v>97.581126671631139</c:v>
                </c:pt>
                <c:pt idx="209">
                  <c:v>98.413796742549323</c:v>
                </c:pt>
                <c:pt idx="210">
                  <c:v>96.073021104699436</c:v>
                </c:pt>
                <c:pt idx="211">
                  <c:v>91.049931755310766</c:v>
                </c:pt>
                <c:pt idx="212">
                  <c:v>92.332608814417881</c:v>
                </c:pt>
                <c:pt idx="213">
                  <c:v>96.560086992988431</c:v>
                </c:pt>
                <c:pt idx="214">
                  <c:v>95.398920549417809</c:v>
                </c:pt>
                <c:pt idx="215">
                  <c:v>90.98051952478005</c:v>
                </c:pt>
                <c:pt idx="216">
                  <c:v>88.770416331822261</c:v>
                </c:pt>
                <c:pt idx="217">
                  <c:v>89.490999299053342</c:v>
                </c:pt>
                <c:pt idx="218">
                  <c:v>91.054833410104649</c:v>
                </c:pt>
                <c:pt idx="219">
                  <c:v>92.615839107830098</c:v>
                </c:pt>
                <c:pt idx="220">
                  <c:v>95.595004354673321</c:v>
                </c:pt>
                <c:pt idx="221">
                  <c:v>94.869633597373053</c:v>
                </c:pt>
                <c:pt idx="222">
                  <c:v>97.23429901139599</c:v>
                </c:pt>
                <c:pt idx="223">
                  <c:v>99.297152587783899</c:v>
                </c:pt>
                <c:pt idx="224">
                  <c:v>102.7135965668657</c:v>
                </c:pt>
                <c:pt idx="225">
                  <c:v>106.2394499416398</c:v>
                </c:pt>
                <c:pt idx="226">
                  <c:v>106.00924896769079</c:v>
                </c:pt>
                <c:pt idx="227">
                  <c:v>107.72647631845329</c:v>
                </c:pt>
                <c:pt idx="228">
                  <c:v>107.2232512369836</c:v>
                </c:pt>
                <c:pt idx="229">
                  <c:v>107.0277700231737</c:v>
                </c:pt>
                <c:pt idx="230">
                  <c:v>109.71958865671679</c:v>
                </c:pt>
                <c:pt idx="231">
                  <c:v>110.6397494733213</c:v>
                </c:pt>
                <c:pt idx="232">
                  <c:v>107.9699337747506</c:v>
                </c:pt>
                <c:pt idx="233">
                  <c:v>104.48946545408489</c:v>
                </c:pt>
                <c:pt idx="234">
                  <c:v>104.193585368141</c:v>
                </c:pt>
                <c:pt idx="235">
                  <c:v>103.6498961042565</c:v>
                </c:pt>
                <c:pt idx="236">
                  <c:v>101.43107577699109</c:v>
                </c:pt>
                <c:pt idx="237">
                  <c:v>101.17487499245161</c:v>
                </c:pt>
                <c:pt idx="238">
                  <c:v>102.6868347839074</c:v>
                </c:pt>
                <c:pt idx="239">
                  <c:v>102.0122991601863</c:v>
                </c:pt>
                <c:pt idx="240">
                  <c:v>103.0993060005962</c:v>
                </c:pt>
                <c:pt idx="241">
                  <c:v>106.09662292337519</c:v>
                </c:pt>
                <c:pt idx="242">
                  <c:v>106.6879250805432</c:v>
                </c:pt>
                <c:pt idx="243">
                  <c:v>103.388942678193</c:v>
                </c:pt>
                <c:pt idx="244">
                  <c:v>103.4320974794481</c:v>
                </c:pt>
                <c:pt idx="245">
                  <c:v>102.0044478168459</c:v>
                </c:pt>
                <c:pt idx="246">
                  <c:v>102.08627829377841</c:v>
                </c:pt>
                <c:pt idx="247">
                  <c:v>103.2219587631259</c:v>
                </c:pt>
                <c:pt idx="248">
                  <c:v>101.9864746806002</c:v>
                </c:pt>
                <c:pt idx="249">
                  <c:v>99.504039444588315</c:v>
                </c:pt>
                <c:pt idx="250">
                  <c:v>99.44179215586874</c:v>
                </c:pt>
                <c:pt idx="251">
                  <c:v>103.06132253906119</c:v>
                </c:pt>
                <c:pt idx="252">
                  <c:v>99.254248103287495</c:v>
                </c:pt>
                <c:pt idx="253">
                  <c:v>98.053848087405754</c:v>
                </c:pt>
                <c:pt idx="254">
                  <c:v>94.011122209303394</c:v>
                </c:pt>
                <c:pt idx="255">
                  <c:v>96.486272629467621</c:v>
                </c:pt>
                <c:pt idx="256">
                  <c:v>96.396770106020256</c:v>
                </c:pt>
                <c:pt idx="257">
                  <c:v>98.959687080380306</c:v>
                </c:pt>
                <c:pt idx="258">
                  <c:v>100.8473704576782</c:v>
                </c:pt>
                <c:pt idx="259">
                  <c:v>101.0063117045805</c:v>
                </c:pt>
                <c:pt idx="260">
                  <c:v>101.2353570402108</c:v>
                </c:pt>
                <c:pt idx="261">
                  <c:v>98.336715977379797</c:v>
                </c:pt>
                <c:pt idx="262">
                  <c:v>98.816985550535549</c:v>
                </c:pt>
                <c:pt idx="263">
                  <c:v>99.205089665289933</c:v>
                </c:pt>
                <c:pt idx="264">
                  <c:v>100.5463111253594</c:v>
                </c:pt>
                <c:pt idx="265">
                  <c:v>99.577089429837855</c:v>
                </c:pt>
                <c:pt idx="266">
                  <c:v>101.33610732209711</c:v>
                </c:pt>
                <c:pt idx="267">
                  <c:v>103.3760726196633</c:v>
                </c:pt>
                <c:pt idx="268">
                  <c:v>105.2092626463735</c:v>
                </c:pt>
                <c:pt idx="269">
                  <c:v>104.13016396350039</c:v>
                </c:pt>
                <c:pt idx="270">
                  <c:v>103.6815369650681</c:v>
                </c:pt>
                <c:pt idx="271">
                  <c:v>104.29363616473231</c:v>
                </c:pt>
                <c:pt idx="272">
                  <c:v>105.10234367608621</c:v>
                </c:pt>
                <c:pt idx="273">
                  <c:v>103.9053074824418</c:v>
                </c:pt>
                <c:pt idx="274">
                  <c:v>101.23631165011329</c:v>
                </c:pt>
                <c:pt idx="275">
                  <c:v>99.473611303673806</c:v>
                </c:pt>
                <c:pt idx="276">
                  <c:v>98.379045774105606</c:v>
                </c:pt>
                <c:pt idx="277">
                  <c:v>98.619077223245981</c:v>
                </c:pt>
                <c:pt idx="278">
                  <c:v>96.334124813018221</c:v>
                </c:pt>
                <c:pt idx="279">
                  <c:v>92.961727310123692</c:v>
                </c:pt>
                <c:pt idx="280">
                  <c:v>91.492669030821759</c:v>
                </c:pt>
                <c:pt idx="281">
                  <c:v>93.365259490328668</c:v>
                </c:pt>
                <c:pt idx="282">
                  <c:v>91.515914862290941</c:v>
                </c:pt>
                <c:pt idx="283">
                  <c:v>90.128135910451533</c:v>
                </c:pt>
                <c:pt idx="284">
                  <c:v>89.719339772906011</c:v>
                </c:pt>
                <c:pt idx="285">
                  <c:v>90.022157888813823</c:v>
                </c:pt>
                <c:pt idx="286">
                  <c:v>90.895521160249515</c:v>
                </c:pt>
                <c:pt idx="287">
                  <c:v>90.575381745807107</c:v>
                </c:pt>
                <c:pt idx="288">
                  <c:v>90.752353578423083</c:v>
                </c:pt>
                <c:pt idx="289">
                  <c:v>90.050056313216444</c:v>
                </c:pt>
                <c:pt idx="290">
                  <c:v>89.624149796144366</c:v>
                </c:pt>
                <c:pt idx="291">
                  <c:v>88.857449170366493</c:v>
                </c:pt>
                <c:pt idx="292">
                  <c:v>89.768556468058847</c:v>
                </c:pt>
                <c:pt idx="293">
                  <c:v>88.534029124716241</c:v>
                </c:pt>
                <c:pt idx="294">
                  <c:v>87.246681772704449</c:v>
                </c:pt>
                <c:pt idx="295">
                  <c:v>88.745012387816786</c:v>
                </c:pt>
                <c:pt idx="296">
                  <c:v>90.633098099046208</c:v>
                </c:pt>
                <c:pt idx="297">
                  <c:v>90.978623733267</c:v>
                </c:pt>
                <c:pt idx="298">
                  <c:v>88.386358644725675</c:v>
                </c:pt>
                <c:pt idx="299">
                  <c:v>88.363588972115053</c:v>
                </c:pt>
                <c:pt idx="300">
                  <c:v>86.911133546352431</c:v>
                </c:pt>
                <c:pt idx="301">
                  <c:v>87.149516087849236</c:v>
                </c:pt>
                <c:pt idx="302">
                  <c:v>88.81600757646315</c:v>
                </c:pt>
                <c:pt idx="303">
                  <c:v>88.361009891316016</c:v>
                </c:pt>
                <c:pt idx="304">
                  <c:v>89.156919013380758</c:v>
                </c:pt>
                <c:pt idx="305">
                  <c:v>90.905142892300105</c:v>
                </c:pt>
                <c:pt idx="306">
                  <c:v>91.51405785949585</c:v>
                </c:pt>
                <c:pt idx="307">
                  <c:v>90.928708660247395</c:v>
                </c:pt>
                <c:pt idx="308">
                  <c:v>90.788363741214468</c:v>
                </c:pt>
                <c:pt idx="309">
                  <c:v>89.760534364204986</c:v>
                </c:pt>
                <c:pt idx="310">
                  <c:v>92.448003757887278</c:v>
                </c:pt>
                <c:pt idx="311">
                  <c:v>95.466947178373701</c:v>
                </c:pt>
                <c:pt idx="312">
                  <c:v>95.810133718630681</c:v>
                </c:pt>
                <c:pt idx="313">
                  <c:v>95.687262391227264</c:v>
                </c:pt>
                <c:pt idx="314">
                  <c:v>96.216936851892171</c:v>
                </c:pt>
                <c:pt idx="315">
                  <c:v>98.450509215973938</c:v>
                </c:pt>
                <c:pt idx="316">
                  <c:v>101.6232459912069</c:v>
                </c:pt>
                <c:pt idx="317">
                  <c:v>101.8713890353562</c:v>
                </c:pt>
                <c:pt idx="318">
                  <c:v>103.10038613762531</c:v>
                </c:pt>
                <c:pt idx="319">
                  <c:v>102.13082963351749</c:v>
                </c:pt>
                <c:pt idx="320">
                  <c:v>105.13576450821139</c:v>
                </c:pt>
                <c:pt idx="321">
                  <c:v>103.70093687584949</c:v>
                </c:pt>
                <c:pt idx="322">
                  <c:v>106.5652652705672</c:v>
                </c:pt>
                <c:pt idx="323">
                  <c:v>106.73168300920059</c:v>
                </c:pt>
                <c:pt idx="324">
                  <c:v>106.3927236249568</c:v>
                </c:pt>
                <c:pt idx="325">
                  <c:v>106.8792145600769</c:v>
                </c:pt>
                <c:pt idx="326">
                  <c:v>107.1519450623303</c:v>
                </c:pt>
                <c:pt idx="327">
                  <c:v>105.7000088095247</c:v>
                </c:pt>
                <c:pt idx="328">
                  <c:v>104.32150812</c:v>
                </c:pt>
                <c:pt idx="329">
                  <c:v>106.00172482296701</c:v>
                </c:pt>
                <c:pt idx="330">
                  <c:v>107.0276900108117</c:v>
                </c:pt>
                <c:pt idx="331">
                  <c:v>107.94005297034199</c:v>
                </c:pt>
                <c:pt idx="332">
                  <c:v>106.99301640885901</c:v>
                </c:pt>
                <c:pt idx="333">
                  <c:v>108.3896139496774</c:v>
                </c:pt>
                <c:pt idx="334">
                  <c:v>106.7544658771826</c:v>
                </c:pt>
                <c:pt idx="335">
                  <c:v>106.5620198417831</c:v>
                </c:pt>
                <c:pt idx="336">
                  <c:v>108.4625862428168</c:v>
                </c:pt>
                <c:pt idx="337">
                  <c:v>108.8156061955485</c:v>
                </c:pt>
                <c:pt idx="338">
                  <c:v>110.7674799717206</c:v>
                </c:pt>
                <c:pt idx="339">
                  <c:v>109.79789887971791</c:v>
                </c:pt>
                <c:pt idx="340">
                  <c:v>109.8257275091193</c:v>
                </c:pt>
                <c:pt idx="341">
                  <c:v>111.1257703727248</c:v>
                </c:pt>
                <c:pt idx="342">
                  <c:v>111.05065372000119</c:v>
                </c:pt>
                <c:pt idx="343">
                  <c:v>109.3031721426597</c:v>
                </c:pt>
                <c:pt idx="344">
                  <c:v>111.0744358427154</c:v>
                </c:pt>
                <c:pt idx="345">
                  <c:v>110.4344594702043</c:v>
                </c:pt>
                <c:pt idx="346">
                  <c:v>110.348775329999</c:v>
                </c:pt>
                <c:pt idx="347">
                  <c:v>111.11569875831159</c:v>
                </c:pt>
                <c:pt idx="348">
                  <c:v>111.2411120560547</c:v>
                </c:pt>
                <c:pt idx="349">
                  <c:v>111.3938441353382</c:v>
                </c:pt>
                <c:pt idx="350">
                  <c:v>113.37130967403409</c:v>
                </c:pt>
                <c:pt idx="351">
                  <c:v>112.0567903086568</c:v>
                </c:pt>
                <c:pt idx="352">
                  <c:v>108.4922489778746</c:v>
                </c:pt>
                <c:pt idx="353">
                  <c:v>107.64444392360301</c:v>
                </c:pt>
                <c:pt idx="354">
                  <c:v>108.0994144172691</c:v>
                </c:pt>
                <c:pt idx="355">
                  <c:v>106.1888652573885</c:v>
                </c:pt>
                <c:pt idx="356">
                  <c:v>107.5953536511382</c:v>
                </c:pt>
                <c:pt idx="357">
                  <c:v>110.8675391268951</c:v>
                </c:pt>
                <c:pt idx="358">
                  <c:v>111.40776421873571</c:v>
                </c:pt>
                <c:pt idx="359">
                  <c:v>111.9780294130185</c:v>
                </c:pt>
                <c:pt idx="360">
                  <c:v>112.74585789018801</c:v>
                </c:pt>
                <c:pt idx="361">
                  <c:v>112.28190839085821</c:v>
                </c:pt>
                <c:pt idx="362">
                  <c:v>112.2159628935095</c:v>
                </c:pt>
                <c:pt idx="363">
                  <c:v>111.7188025794043</c:v>
                </c:pt>
                <c:pt idx="364">
                  <c:v>111.9817642721282</c:v>
                </c:pt>
                <c:pt idx="365">
                  <c:v>110.61525684794231</c:v>
                </c:pt>
                <c:pt idx="366">
                  <c:v>111.5609432284534</c:v>
                </c:pt>
                <c:pt idx="367">
                  <c:v>113.00392487445001</c:v>
                </c:pt>
                <c:pt idx="368">
                  <c:v>113.95432384189139</c:v>
                </c:pt>
                <c:pt idx="369">
                  <c:v>113.5691576073722</c:v>
                </c:pt>
                <c:pt idx="370">
                  <c:v>116.844433796858</c:v>
                </c:pt>
                <c:pt idx="371">
                  <c:v>115.920854265144</c:v>
                </c:pt>
                <c:pt idx="372">
                  <c:v>114.0216721275156</c:v>
                </c:pt>
                <c:pt idx="373">
                  <c:v>111.7090307154475</c:v>
                </c:pt>
                <c:pt idx="374">
                  <c:v>115.1985326284684</c:v>
                </c:pt>
                <c:pt idx="375">
                  <c:v>116.8048034836854</c:v>
                </c:pt>
                <c:pt idx="376">
                  <c:v>122.02682686045149</c:v>
                </c:pt>
                <c:pt idx="377">
                  <c:v>122.959532772194</c:v>
                </c:pt>
                <c:pt idx="378">
                  <c:v>124.67677839369721</c:v>
                </c:pt>
                <c:pt idx="379">
                  <c:v>125.61182076415921</c:v>
                </c:pt>
                <c:pt idx="380">
                  <c:v>120.1149968058216</c:v>
                </c:pt>
                <c:pt idx="381">
                  <c:v>119.74032018094761</c:v>
                </c:pt>
                <c:pt idx="382">
                  <c:v>118.7797255009077</c:v>
                </c:pt>
                <c:pt idx="383">
                  <c:v>109.2809221686509</c:v>
                </c:pt>
                <c:pt idx="384">
                  <c:v>109.3353077244105</c:v>
                </c:pt>
                <c:pt idx="385">
                  <c:v>110.53995409470041</c:v>
                </c:pt>
                <c:pt idx="386">
                  <c:v>106.6430168569394</c:v>
                </c:pt>
                <c:pt idx="387">
                  <c:v>104.72307842453959</c:v>
                </c:pt>
                <c:pt idx="388">
                  <c:v>103.99191223819371</c:v>
                </c:pt>
                <c:pt idx="389">
                  <c:v>105.6687505611152</c:v>
                </c:pt>
                <c:pt idx="390">
                  <c:v>103.4945862179049</c:v>
                </c:pt>
                <c:pt idx="391">
                  <c:v>102.53158212884421</c:v>
                </c:pt>
                <c:pt idx="392">
                  <c:v>106.3617384838047</c:v>
                </c:pt>
                <c:pt idx="393">
                  <c:v>102.7295829590287</c:v>
                </c:pt>
                <c:pt idx="394">
                  <c:v>102.2148066692841</c:v>
                </c:pt>
                <c:pt idx="395">
                  <c:v>104.4035190355938</c:v>
                </c:pt>
                <c:pt idx="396">
                  <c:v>104.57966088031201</c:v>
                </c:pt>
                <c:pt idx="397">
                  <c:v>102.5723750681975</c:v>
                </c:pt>
                <c:pt idx="398">
                  <c:v>104.58565730782379</c:v>
                </c:pt>
                <c:pt idx="399">
                  <c:v>100.4739346953877</c:v>
                </c:pt>
                <c:pt idx="400">
                  <c:v>99.951011846847521</c:v>
                </c:pt>
                <c:pt idx="401">
                  <c:v>100.27412728997361</c:v>
                </c:pt>
                <c:pt idx="402">
                  <c:v>97.671911583317552</c:v>
                </c:pt>
                <c:pt idx="403">
                  <c:v>95.687504629945224</c:v>
                </c:pt>
                <c:pt idx="404">
                  <c:v>94.408402103864603</c:v>
                </c:pt>
                <c:pt idx="405">
                  <c:v>93.13406694650871</c:v>
                </c:pt>
                <c:pt idx="406">
                  <c:v>95.198947709901361</c:v>
                </c:pt>
                <c:pt idx="407">
                  <c:v>96.334510629330879</c:v>
                </c:pt>
                <c:pt idx="408">
                  <c:v>96.09066982444817</c:v>
                </c:pt>
                <c:pt idx="409">
                  <c:v>97.697166832786664</c:v>
                </c:pt>
                <c:pt idx="410">
                  <c:v>101.7725076026081</c:v>
                </c:pt>
                <c:pt idx="411">
                  <c:v>102.78046730116181</c:v>
                </c:pt>
                <c:pt idx="412">
                  <c:v>103.4825602928392</c:v>
                </c:pt>
                <c:pt idx="413">
                  <c:v>106.602471434137</c:v>
                </c:pt>
                <c:pt idx="414">
                  <c:v>105.2812894680014</c:v>
                </c:pt>
                <c:pt idx="415">
                  <c:v>104.72389190217901</c:v>
                </c:pt>
                <c:pt idx="416">
                  <c:v>107.4357598130789</c:v>
                </c:pt>
                <c:pt idx="417">
                  <c:v>107.4164293162783</c:v>
                </c:pt>
                <c:pt idx="418">
                  <c:v>102.9923881354833</c:v>
                </c:pt>
                <c:pt idx="419">
                  <c:v>99.786272536465333</c:v>
                </c:pt>
                <c:pt idx="420">
                  <c:v>100.7765186319977</c:v>
                </c:pt>
                <c:pt idx="421">
                  <c:v>102.7818804919069</c:v>
                </c:pt>
                <c:pt idx="422">
                  <c:v>104.5402618914077</c:v>
                </c:pt>
                <c:pt idx="423">
                  <c:v>104.8412197586466</c:v>
                </c:pt>
                <c:pt idx="424">
                  <c:v>107.30105062052959</c:v>
                </c:pt>
                <c:pt idx="425">
                  <c:v>109.886183601452</c:v>
                </c:pt>
                <c:pt idx="426">
                  <c:v>110.41390277344441</c:v>
                </c:pt>
                <c:pt idx="427">
                  <c:v>110.39121627420189</c:v>
                </c:pt>
                <c:pt idx="428">
                  <c:v>110.0080856051927</c:v>
                </c:pt>
                <c:pt idx="429">
                  <c:v>111.1099771351625</c:v>
                </c:pt>
                <c:pt idx="430">
                  <c:v>113.86434967748789</c:v>
                </c:pt>
                <c:pt idx="431">
                  <c:v>113.507609088685</c:v>
                </c:pt>
                <c:pt idx="432">
                  <c:v>114.4836714905895</c:v>
                </c:pt>
                <c:pt idx="433">
                  <c:v>114.276256308603</c:v>
                </c:pt>
                <c:pt idx="434">
                  <c:v>115.6992238363765</c:v>
                </c:pt>
                <c:pt idx="435">
                  <c:v>117.40710461898171</c:v>
                </c:pt>
                <c:pt idx="436">
                  <c:v>117.5229620314614</c:v>
                </c:pt>
                <c:pt idx="437">
                  <c:v>115.6566435168823</c:v>
                </c:pt>
                <c:pt idx="438">
                  <c:v>114.7943012911642</c:v>
                </c:pt>
                <c:pt idx="439">
                  <c:v>116.28891034037581</c:v>
                </c:pt>
                <c:pt idx="440">
                  <c:v>116.39867572733159</c:v>
                </c:pt>
                <c:pt idx="441">
                  <c:v>115.825658155509</c:v>
                </c:pt>
                <c:pt idx="442">
                  <c:v>113.6943171393723</c:v>
                </c:pt>
                <c:pt idx="443">
                  <c:v>113.18055504017001</c:v>
                </c:pt>
                <c:pt idx="444">
                  <c:v>112.2112213404987</c:v>
                </c:pt>
                <c:pt idx="445">
                  <c:v>112.8357045594081</c:v>
                </c:pt>
                <c:pt idx="446">
                  <c:v>109.9946372051848</c:v>
                </c:pt>
                <c:pt idx="447">
                  <c:v>111.9318907932761</c:v>
                </c:pt>
                <c:pt idx="448">
                  <c:v>111.4709343151322</c:v>
                </c:pt>
                <c:pt idx="449">
                  <c:v>110.1455208862409</c:v>
                </c:pt>
                <c:pt idx="450">
                  <c:v>112.2025062843703</c:v>
                </c:pt>
                <c:pt idx="451">
                  <c:v>111.7816581725796</c:v>
                </c:pt>
                <c:pt idx="452">
                  <c:v>112.43643973555621</c:v>
                </c:pt>
                <c:pt idx="453">
                  <c:v>111.4517286749973</c:v>
                </c:pt>
                <c:pt idx="454">
                  <c:v>110.8650702473394</c:v>
                </c:pt>
                <c:pt idx="455">
                  <c:v>110.5968210144394</c:v>
                </c:pt>
                <c:pt idx="456">
                  <c:v>110.15441827778599</c:v>
                </c:pt>
                <c:pt idx="457">
                  <c:v>109.0712376819628</c:v>
                </c:pt>
                <c:pt idx="458">
                  <c:v>107.4560712169709</c:v>
                </c:pt>
                <c:pt idx="459">
                  <c:v>107.049092200524</c:v>
                </c:pt>
                <c:pt idx="460">
                  <c:v>106.8996345285436</c:v>
                </c:pt>
                <c:pt idx="461">
                  <c:v>107.6581943567449</c:v>
                </c:pt>
                <c:pt idx="462">
                  <c:v>107.04631348324681</c:v>
                </c:pt>
                <c:pt idx="463">
                  <c:v>109.7697046539238</c:v>
                </c:pt>
                <c:pt idx="464">
                  <c:v>111.1389456682829</c:v>
                </c:pt>
                <c:pt idx="465">
                  <c:v>110.61347032044669</c:v>
                </c:pt>
                <c:pt idx="466">
                  <c:v>109.99416175304751</c:v>
                </c:pt>
                <c:pt idx="467">
                  <c:v>108.7985703800429</c:v>
                </c:pt>
                <c:pt idx="468">
                  <c:v>107.2378241318705</c:v>
                </c:pt>
                <c:pt idx="469">
                  <c:v>107.2079937467782</c:v>
                </c:pt>
                <c:pt idx="470">
                  <c:v>105.8225976582318</c:v>
                </c:pt>
                <c:pt idx="471">
                  <c:v>103.49535049827421</c:v>
                </c:pt>
                <c:pt idx="472">
                  <c:v>101.774221575526</c:v>
                </c:pt>
                <c:pt idx="473">
                  <c:v>101.8977907637609</c:v>
                </c:pt>
                <c:pt idx="474">
                  <c:v>98.929849383420731</c:v>
                </c:pt>
                <c:pt idx="475">
                  <c:v>101.2290726322168</c:v>
                </c:pt>
                <c:pt idx="476">
                  <c:v>101.8782660786113</c:v>
                </c:pt>
                <c:pt idx="477">
                  <c:v>103.5501011059429</c:v>
                </c:pt>
                <c:pt idx="478">
                  <c:v>103.3706554841649</c:v>
                </c:pt>
                <c:pt idx="479">
                  <c:v>104.950482250828</c:v>
                </c:pt>
                <c:pt idx="480">
                  <c:v>102.7028369725849</c:v>
                </c:pt>
                <c:pt idx="481">
                  <c:v>102.26262731558</c:v>
                </c:pt>
                <c:pt idx="482">
                  <c:v>104.42971605439131</c:v>
                </c:pt>
                <c:pt idx="483">
                  <c:v>102.70760029396629</c:v>
                </c:pt>
                <c:pt idx="484">
                  <c:v>103.2301072816297</c:v>
                </c:pt>
                <c:pt idx="485">
                  <c:v>103.20880201275089</c:v>
                </c:pt>
                <c:pt idx="486">
                  <c:v>106.986513056123</c:v>
                </c:pt>
                <c:pt idx="487">
                  <c:v>108.116372679593</c:v>
                </c:pt>
                <c:pt idx="488">
                  <c:v>108.3930669550026</c:v>
                </c:pt>
                <c:pt idx="489">
                  <c:v>107.48062677441131</c:v>
                </c:pt>
                <c:pt idx="490">
                  <c:v>107.505341074261</c:v>
                </c:pt>
                <c:pt idx="491">
                  <c:v>104.7103264002492</c:v>
                </c:pt>
                <c:pt idx="492">
                  <c:v>100.90245168391201</c:v>
                </c:pt>
                <c:pt idx="493">
                  <c:v>102.5293066114058</c:v>
                </c:pt>
                <c:pt idx="494">
                  <c:v>101.7682088462149</c:v>
                </c:pt>
                <c:pt idx="495">
                  <c:v>100.6538808940402</c:v>
                </c:pt>
                <c:pt idx="496">
                  <c:v>101.0485902375033</c:v>
                </c:pt>
                <c:pt idx="497">
                  <c:v>102.17262451768001</c:v>
                </c:pt>
                <c:pt idx="498">
                  <c:v>104.5229072381477</c:v>
                </c:pt>
                <c:pt idx="499">
                  <c:v>102.84434980136589</c:v>
                </c:pt>
                <c:pt idx="500">
                  <c:v>103.886479977546</c:v>
                </c:pt>
                <c:pt idx="501">
                  <c:v>103.98179478746241</c:v>
                </c:pt>
                <c:pt idx="502">
                  <c:v>107.733110707617</c:v>
                </c:pt>
                <c:pt idx="503">
                  <c:v>108.1773355136494</c:v>
                </c:pt>
                <c:pt idx="504">
                  <c:v>109.75308522984299</c:v>
                </c:pt>
                <c:pt idx="505">
                  <c:v>111.5088070648896</c:v>
                </c:pt>
                <c:pt idx="506">
                  <c:v>114.47834709347281</c:v>
                </c:pt>
                <c:pt idx="507">
                  <c:v>114.31081204803991</c:v>
                </c:pt>
                <c:pt idx="508">
                  <c:v>113.0531469051494</c:v>
                </c:pt>
                <c:pt idx="509">
                  <c:v>110.6851421286176</c:v>
                </c:pt>
                <c:pt idx="510">
                  <c:v>113.5547707649548</c:v>
                </c:pt>
                <c:pt idx="511">
                  <c:v>115.72674055389341</c:v>
                </c:pt>
                <c:pt idx="512">
                  <c:v>116.7256975069474</c:v>
                </c:pt>
                <c:pt idx="513">
                  <c:v>116.44499281374939</c:v>
                </c:pt>
                <c:pt idx="514">
                  <c:v>116.283968443614</c:v>
                </c:pt>
                <c:pt idx="515">
                  <c:v>115.83023942831269</c:v>
                </c:pt>
                <c:pt idx="516">
                  <c:v>118.17452999308141</c:v>
                </c:pt>
                <c:pt idx="517">
                  <c:v>119.4264831737563</c:v>
                </c:pt>
                <c:pt idx="518">
                  <c:v>118.7198730531335</c:v>
                </c:pt>
                <c:pt idx="519">
                  <c:v>117.8909397446831</c:v>
                </c:pt>
                <c:pt idx="520">
                  <c:v>119.475196125517</c:v>
                </c:pt>
                <c:pt idx="521">
                  <c:v>123.0990401748532</c:v>
                </c:pt>
                <c:pt idx="522">
                  <c:v>123.0192388345655</c:v>
                </c:pt>
                <c:pt idx="523">
                  <c:v>123.2469508417535</c:v>
                </c:pt>
                <c:pt idx="524">
                  <c:v>123.9641562192825</c:v>
                </c:pt>
                <c:pt idx="525">
                  <c:v>125.8708422744305</c:v>
                </c:pt>
                <c:pt idx="526">
                  <c:v>126.4342897901065</c:v>
                </c:pt>
                <c:pt idx="527">
                  <c:v>126.8499679138172</c:v>
                </c:pt>
                <c:pt idx="528">
                  <c:v>124.2400109625658</c:v>
                </c:pt>
                <c:pt idx="529">
                  <c:v>128.4317015105006</c:v>
                </c:pt>
                <c:pt idx="530">
                  <c:v>130.03264272002701</c:v>
                </c:pt>
                <c:pt idx="531">
                  <c:v>130.09914980712409</c:v>
                </c:pt>
                <c:pt idx="532">
                  <c:v>130.16781873569019</c:v>
                </c:pt>
                <c:pt idx="533">
                  <c:v>130.10126088439719</c:v>
                </c:pt>
                <c:pt idx="534">
                  <c:v>130.6335645900098</c:v>
                </c:pt>
                <c:pt idx="535">
                  <c:v>129.19356252308069</c:v>
                </c:pt>
                <c:pt idx="536">
                  <c:v>129.45563367755429</c:v>
                </c:pt>
                <c:pt idx="537">
                  <c:v>127.0732183133056</c:v>
                </c:pt>
                <c:pt idx="538">
                  <c:v>125.3439679577064</c:v>
                </c:pt>
                <c:pt idx="539">
                  <c:v>125.6804352250135</c:v>
                </c:pt>
                <c:pt idx="540">
                  <c:v>128.94139793548041</c:v>
                </c:pt>
                <c:pt idx="541">
                  <c:v>131.51636682187669</c:v>
                </c:pt>
                <c:pt idx="542">
                  <c:v>133.32624298848401</c:v>
                </c:pt>
                <c:pt idx="543">
                  <c:v>133.3709892968231</c:v>
                </c:pt>
                <c:pt idx="544">
                  <c:v>134.2767807849352</c:v>
                </c:pt>
                <c:pt idx="545">
                  <c:v>132.57102557556749</c:v>
                </c:pt>
                <c:pt idx="546">
                  <c:v>134.94729785731781</c:v>
                </c:pt>
                <c:pt idx="547">
                  <c:v>134.0014275512747</c:v>
                </c:pt>
                <c:pt idx="548">
                  <c:v>132.75096817828981</c:v>
                </c:pt>
                <c:pt idx="549">
                  <c:v>132.33965097399539</c:v>
                </c:pt>
                <c:pt idx="550">
                  <c:v>134.38018284250509</c:v>
                </c:pt>
                <c:pt idx="551">
                  <c:v>131.51074762647491</c:v>
                </c:pt>
                <c:pt idx="552">
                  <c:v>132.4289637244427</c:v>
                </c:pt>
                <c:pt idx="553">
                  <c:v>133.1027354443311</c:v>
                </c:pt>
                <c:pt idx="554">
                  <c:v>132.5028107502113</c:v>
                </c:pt>
                <c:pt idx="555">
                  <c:v>132.62999023228139</c:v>
                </c:pt>
                <c:pt idx="556">
                  <c:v>135.42516311380899</c:v>
                </c:pt>
                <c:pt idx="557">
                  <c:v>136.9355493079841</c:v>
                </c:pt>
                <c:pt idx="558">
                  <c:v>137.9004532264845</c:v>
                </c:pt>
                <c:pt idx="559">
                  <c:v>137.45608497484611</c:v>
                </c:pt>
                <c:pt idx="560">
                  <c:v>137.18528648823761</c:v>
                </c:pt>
                <c:pt idx="561">
                  <c:v>139.81599068884381</c:v>
                </c:pt>
                <c:pt idx="562">
                  <c:v>141.4440311305577</c:v>
                </c:pt>
                <c:pt idx="563">
                  <c:v>141.15977119567339</c:v>
                </c:pt>
                <c:pt idx="564">
                  <c:v>141.5852886079204</c:v>
                </c:pt>
                <c:pt idx="565">
                  <c:v>141.42560612091751</c:v>
                </c:pt>
                <c:pt idx="566">
                  <c:v>142.5847166820684</c:v>
                </c:pt>
                <c:pt idx="567">
                  <c:v>143.00869720553521</c:v>
                </c:pt>
                <c:pt idx="568">
                  <c:v>143.7127597299648</c:v>
                </c:pt>
                <c:pt idx="569">
                  <c:v>144.5171127658538</c:v>
                </c:pt>
                <c:pt idx="570">
                  <c:v>144.35070355836879</c:v>
                </c:pt>
                <c:pt idx="571">
                  <c:v>143.5473793255259</c:v>
                </c:pt>
                <c:pt idx="572">
                  <c:v>139.21842864337711</c:v>
                </c:pt>
                <c:pt idx="573">
                  <c:v>139.4121360192805</c:v>
                </c:pt>
                <c:pt idx="574">
                  <c:v>138.79589560626829</c:v>
                </c:pt>
                <c:pt idx="575">
                  <c:v>136.342318634441</c:v>
                </c:pt>
                <c:pt idx="576">
                  <c:v>137.33691844242051</c:v>
                </c:pt>
                <c:pt idx="577">
                  <c:v>135.6251866757805</c:v>
                </c:pt>
                <c:pt idx="578">
                  <c:v>139.13722424779189</c:v>
                </c:pt>
                <c:pt idx="579">
                  <c:v>142.05596107444691</c:v>
                </c:pt>
                <c:pt idx="580">
                  <c:v>140.92932451272819</c:v>
                </c:pt>
                <c:pt idx="581">
                  <c:v>137.84014094194629</c:v>
                </c:pt>
                <c:pt idx="582">
                  <c:v>138.51678987946369</c:v>
                </c:pt>
                <c:pt idx="583">
                  <c:v>139.99298394273421</c:v>
                </c:pt>
                <c:pt idx="584">
                  <c:v>139.15032094015041</c:v>
                </c:pt>
                <c:pt idx="585">
                  <c:v>135.72219789521091</c:v>
                </c:pt>
                <c:pt idx="586">
                  <c:v>139.17633363852809</c:v>
                </c:pt>
                <c:pt idx="587">
                  <c:v>138.26621145987579</c:v>
                </c:pt>
                <c:pt idx="588">
                  <c:v>135.2800365158455</c:v>
                </c:pt>
                <c:pt idx="589">
                  <c:v>134.1949816555713</c:v>
                </c:pt>
                <c:pt idx="590">
                  <c:v>134.67962285664191</c:v>
                </c:pt>
                <c:pt idx="591">
                  <c:v>136.9524428085036</c:v>
                </c:pt>
                <c:pt idx="592">
                  <c:v>140.5934143395508</c:v>
                </c:pt>
                <c:pt idx="593">
                  <c:v>140.2812869302862</c:v>
                </c:pt>
                <c:pt idx="594">
                  <c:v>141.33882477085459</c:v>
                </c:pt>
                <c:pt idx="595">
                  <c:v>140.81079398395701</c:v>
                </c:pt>
                <c:pt idx="596">
                  <c:v>139.88508301230291</c:v>
                </c:pt>
                <c:pt idx="597">
                  <c:v>139.8367236041212</c:v>
                </c:pt>
                <c:pt idx="598">
                  <c:v>140.3884458447076</c:v>
                </c:pt>
                <c:pt idx="599">
                  <c:v>135.7830139135182</c:v>
                </c:pt>
                <c:pt idx="600">
                  <c:v>132.87735006655609</c:v>
                </c:pt>
                <c:pt idx="601">
                  <c:v>131.43196609243381</c:v>
                </c:pt>
                <c:pt idx="602">
                  <c:v>128.44803755494291</c:v>
                </c:pt>
                <c:pt idx="603">
                  <c:v>128.7021779078058</c:v>
                </c:pt>
                <c:pt idx="604">
                  <c:v>132.31546205347951</c:v>
                </c:pt>
                <c:pt idx="605">
                  <c:v>134.5573544712887</c:v>
                </c:pt>
                <c:pt idx="606">
                  <c:v>132.8986102114786</c:v>
                </c:pt>
                <c:pt idx="607">
                  <c:v>128.84616243039139</c:v>
                </c:pt>
                <c:pt idx="608">
                  <c:v>129.1740674402549</c:v>
                </c:pt>
                <c:pt idx="609">
                  <c:v>128.10186857526659</c:v>
                </c:pt>
                <c:pt idx="610">
                  <c:v>126.815996770203</c:v>
                </c:pt>
                <c:pt idx="611">
                  <c:v>129.1498826257841</c:v>
                </c:pt>
                <c:pt idx="612">
                  <c:v>133.72329676739781</c:v>
                </c:pt>
                <c:pt idx="613">
                  <c:v>132.2299421080063</c:v>
                </c:pt>
                <c:pt idx="614">
                  <c:v>128.84304167799459</c:v>
                </c:pt>
                <c:pt idx="615">
                  <c:v>129.9631173320083</c:v>
                </c:pt>
                <c:pt idx="616">
                  <c:v>126.31759724054</c:v>
                </c:pt>
                <c:pt idx="617">
                  <c:v>122.87996166965991</c:v>
                </c:pt>
                <c:pt idx="618">
                  <c:v>122.2907660612894</c:v>
                </c:pt>
                <c:pt idx="619">
                  <c:v>122.18371794689909</c:v>
                </c:pt>
                <c:pt idx="620">
                  <c:v>124.67717913082269</c:v>
                </c:pt>
                <c:pt idx="621">
                  <c:v>126.3171491880038</c:v>
                </c:pt>
                <c:pt idx="622">
                  <c:v>123.7158630934952</c:v>
                </c:pt>
                <c:pt idx="623">
                  <c:v>126.58673727797689</c:v>
                </c:pt>
                <c:pt idx="624">
                  <c:v>122.6105218322064</c:v>
                </c:pt>
                <c:pt idx="625">
                  <c:v>119.7452340794201</c:v>
                </c:pt>
                <c:pt idx="626">
                  <c:v>121.82583403458381</c:v>
                </c:pt>
                <c:pt idx="627">
                  <c:v>122.28365378469719</c:v>
                </c:pt>
                <c:pt idx="628">
                  <c:v>128.99155667974449</c:v>
                </c:pt>
                <c:pt idx="629">
                  <c:v>126.30994087449891</c:v>
                </c:pt>
                <c:pt idx="630">
                  <c:v>129.1937405535194</c:v>
                </c:pt>
                <c:pt idx="631">
                  <c:v>129.53362463258011</c:v>
                </c:pt>
                <c:pt idx="632">
                  <c:v>129.0458992626578</c:v>
                </c:pt>
                <c:pt idx="633">
                  <c:v>132.33943723869291</c:v>
                </c:pt>
                <c:pt idx="634">
                  <c:v>132.07390930358491</c:v>
                </c:pt>
                <c:pt idx="635">
                  <c:v>135.8722358174187</c:v>
                </c:pt>
                <c:pt idx="636">
                  <c:v>136.29707707297439</c:v>
                </c:pt>
                <c:pt idx="637">
                  <c:v>135.28794846336629</c:v>
                </c:pt>
                <c:pt idx="638">
                  <c:v>136.78774990904131</c:v>
                </c:pt>
                <c:pt idx="639">
                  <c:v>134.03010836044459</c:v>
                </c:pt>
                <c:pt idx="640">
                  <c:v>134.45176298636241</c:v>
                </c:pt>
                <c:pt idx="641">
                  <c:v>135.7887733944201</c:v>
                </c:pt>
                <c:pt idx="642">
                  <c:v>132.87083710267049</c:v>
                </c:pt>
                <c:pt idx="643">
                  <c:v>133.86922974094259</c:v>
                </c:pt>
                <c:pt idx="644">
                  <c:v>135.56613066494899</c:v>
                </c:pt>
                <c:pt idx="645">
                  <c:v>135.5806683145334</c:v>
                </c:pt>
                <c:pt idx="646">
                  <c:v>138.23824065799911</c:v>
                </c:pt>
                <c:pt idx="647">
                  <c:v>140.03097553067559</c:v>
                </c:pt>
                <c:pt idx="648">
                  <c:v>137.48117583000271</c:v>
                </c:pt>
                <c:pt idx="649">
                  <c:v>138.681679463362</c:v>
                </c:pt>
                <c:pt idx="650">
                  <c:v>138.4811768061025</c:v>
                </c:pt>
                <c:pt idx="651">
                  <c:v>141.19631948439971</c:v>
                </c:pt>
                <c:pt idx="652">
                  <c:v>141.71588130171821</c:v>
                </c:pt>
                <c:pt idx="653">
                  <c:v>141.2172312628839</c:v>
                </c:pt>
                <c:pt idx="654">
                  <c:v>141.07902768725751</c:v>
                </c:pt>
                <c:pt idx="655">
                  <c:v>146.0205484481111</c:v>
                </c:pt>
                <c:pt idx="656">
                  <c:v>148.4060202086813</c:v>
                </c:pt>
                <c:pt idx="657">
                  <c:v>146.25569007954309</c:v>
                </c:pt>
                <c:pt idx="658">
                  <c:v>147.41319407658241</c:v>
                </c:pt>
                <c:pt idx="659">
                  <c:v>148.42193129802229</c:v>
                </c:pt>
                <c:pt idx="660">
                  <c:v>148.3092434492539</c:v>
                </c:pt>
                <c:pt idx="661">
                  <c:v>149.84043184604371</c:v>
                </c:pt>
                <c:pt idx="662">
                  <c:v>150.8108051807792</c:v>
                </c:pt>
                <c:pt idx="663">
                  <c:v>150.00910614895389</c:v>
                </c:pt>
                <c:pt idx="664">
                  <c:v>151.00902958440341</c:v>
                </c:pt>
                <c:pt idx="665">
                  <c:v>150.9226385827406</c:v>
                </c:pt>
                <c:pt idx="666">
                  <c:v>147.87353465821019</c:v>
                </c:pt>
                <c:pt idx="667">
                  <c:v>147.7434701273751</c:v>
                </c:pt>
                <c:pt idx="668">
                  <c:v>145.52498664012791</c:v>
                </c:pt>
                <c:pt idx="669">
                  <c:v>147.71976962797271</c:v>
                </c:pt>
                <c:pt idx="670">
                  <c:v>152.64817341042169</c:v>
                </c:pt>
                <c:pt idx="671">
                  <c:v>153.3761308827039</c:v>
                </c:pt>
                <c:pt idx="672">
                  <c:v>153.48306556035459</c:v>
                </c:pt>
                <c:pt idx="673">
                  <c:v>152.7085138693719</c:v>
                </c:pt>
                <c:pt idx="674">
                  <c:v>153.88756469511529</c:v>
                </c:pt>
                <c:pt idx="675">
                  <c:v>154.5707676056476</c:v>
                </c:pt>
                <c:pt idx="676">
                  <c:v>152.61993768989609</c:v>
                </c:pt>
                <c:pt idx="677">
                  <c:v>151.4828858892231</c:v>
                </c:pt>
                <c:pt idx="678">
                  <c:v>151.02460400973419</c:v>
                </c:pt>
                <c:pt idx="679">
                  <c:v>152.2011019283585</c:v>
                </c:pt>
                <c:pt idx="680">
                  <c:v>150.40553318330669</c:v>
                </c:pt>
                <c:pt idx="681">
                  <c:v>153.2159949405083</c:v>
                </c:pt>
                <c:pt idx="682">
                  <c:v>152.98940211016469</c:v>
                </c:pt>
                <c:pt idx="683">
                  <c:v>152.70024801025949</c:v>
                </c:pt>
                <c:pt idx="684">
                  <c:v>151.10364266864849</c:v>
                </c:pt>
                <c:pt idx="685">
                  <c:v>148.93885519106141</c:v>
                </c:pt>
                <c:pt idx="686">
                  <c:v>148.231762789062</c:v>
                </c:pt>
                <c:pt idx="687">
                  <c:v>149.96433436759261</c:v>
                </c:pt>
                <c:pt idx="688">
                  <c:v>150.49430240992919</c:v>
                </c:pt>
                <c:pt idx="689">
                  <c:v>147.98303485087959</c:v>
                </c:pt>
                <c:pt idx="690">
                  <c:v>147.2411614406459</c:v>
                </c:pt>
                <c:pt idx="691">
                  <c:v>147.92094166953109</c:v>
                </c:pt>
                <c:pt idx="692">
                  <c:v>149.87111318799651</c:v>
                </c:pt>
                <c:pt idx="693">
                  <c:v>146.68422365986811</c:v>
                </c:pt>
                <c:pt idx="694">
                  <c:v>146.01809160353159</c:v>
                </c:pt>
                <c:pt idx="695">
                  <c:v>144.20273724873621</c:v>
                </c:pt>
                <c:pt idx="696">
                  <c:v>145.60439733440401</c:v>
                </c:pt>
                <c:pt idx="697">
                  <c:v>146.83809834531169</c:v>
                </c:pt>
                <c:pt idx="698">
                  <c:v>146.94316701469941</c:v>
                </c:pt>
                <c:pt idx="699">
                  <c:v>148.35914194045611</c:v>
                </c:pt>
                <c:pt idx="700">
                  <c:v>147.72709198535301</c:v>
                </c:pt>
                <c:pt idx="701">
                  <c:v>149.47866182798029</c:v>
                </c:pt>
                <c:pt idx="702">
                  <c:v>147.37494569602691</c:v>
                </c:pt>
                <c:pt idx="703">
                  <c:v>148.2754032595906</c:v>
                </c:pt>
                <c:pt idx="704">
                  <c:v>150.2664546702733</c:v>
                </c:pt>
                <c:pt idx="705">
                  <c:v>149.63101977017101</c:v>
                </c:pt>
                <c:pt idx="706">
                  <c:v>149.90715691528609</c:v>
                </c:pt>
                <c:pt idx="707">
                  <c:v>151.21965664056279</c:v>
                </c:pt>
                <c:pt idx="708">
                  <c:v>149.05941415778469</c:v>
                </c:pt>
                <c:pt idx="709">
                  <c:v>150.89619269007159</c:v>
                </c:pt>
                <c:pt idx="710">
                  <c:v>150.52248764020791</c:v>
                </c:pt>
                <c:pt idx="711">
                  <c:v>151.84067541892051</c:v>
                </c:pt>
                <c:pt idx="712">
                  <c:v>151.32169762315971</c:v>
                </c:pt>
                <c:pt idx="713">
                  <c:v>151.63361559887451</c:v>
                </c:pt>
                <c:pt idx="714">
                  <c:v>153.055046737108</c:v>
                </c:pt>
                <c:pt idx="715">
                  <c:v>154.7958454874472</c:v>
                </c:pt>
                <c:pt idx="716">
                  <c:v>153.74808013853291</c:v>
                </c:pt>
                <c:pt idx="717">
                  <c:v>153.1450184054307</c:v>
                </c:pt>
                <c:pt idx="718">
                  <c:v>150.61726131611081</c:v>
                </c:pt>
                <c:pt idx="719">
                  <c:v>151.38154147644931</c:v>
                </c:pt>
                <c:pt idx="720">
                  <c:v>154.15870910735589</c:v>
                </c:pt>
                <c:pt idx="721">
                  <c:v>153.4605599021917</c:v>
                </c:pt>
                <c:pt idx="722">
                  <c:v>152.48412673424551</c:v>
                </c:pt>
                <c:pt idx="723">
                  <c:v>152.6459719067999</c:v>
                </c:pt>
                <c:pt idx="724">
                  <c:v>152.31262543773931</c:v>
                </c:pt>
                <c:pt idx="725">
                  <c:v>154.7348059725696</c:v>
                </c:pt>
                <c:pt idx="726">
                  <c:v>155.647872308356</c:v>
                </c:pt>
                <c:pt idx="727">
                  <c:v>154.52201704079931</c:v>
                </c:pt>
                <c:pt idx="728">
                  <c:v>154.05629104195339</c:v>
                </c:pt>
                <c:pt idx="729">
                  <c:v>153.9134412170504</c:v>
                </c:pt>
                <c:pt idx="730">
                  <c:v>154.2645892067016</c:v>
                </c:pt>
                <c:pt idx="731">
                  <c:v>153.907687788565</c:v>
                </c:pt>
                <c:pt idx="732">
                  <c:v>156.64065257662369</c:v>
                </c:pt>
                <c:pt idx="733">
                  <c:v>158.85076194095441</c:v>
                </c:pt>
                <c:pt idx="734">
                  <c:v>155.74149510368429</c:v>
                </c:pt>
                <c:pt idx="735">
                  <c:v>155.03741031913549</c:v>
                </c:pt>
                <c:pt idx="736">
                  <c:v>149.65102468872831</c:v>
                </c:pt>
                <c:pt idx="737">
                  <c:v>144.31518259606111</c:v>
                </c:pt>
                <c:pt idx="738">
                  <c:v>142.8073277800668</c:v>
                </c:pt>
                <c:pt idx="739">
                  <c:v>142.19098675738769</c:v>
                </c:pt>
                <c:pt idx="740">
                  <c:v>139.73669146676221</c:v>
                </c:pt>
                <c:pt idx="741">
                  <c:v>141.15181002519759</c:v>
                </c:pt>
                <c:pt idx="742">
                  <c:v>140.78694081483411</c:v>
                </c:pt>
                <c:pt idx="743">
                  <c:v>141.03137557426939</c:v>
                </c:pt>
                <c:pt idx="744">
                  <c:v>140.5209413915079</c:v>
                </c:pt>
                <c:pt idx="745">
                  <c:v>139.1032231813987</c:v>
                </c:pt>
                <c:pt idx="746">
                  <c:v>144.3145894918826</c:v>
                </c:pt>
                <c:pt idx="747">
                  <c:v>144.1096161512757</c:v>
                </c:pt>
                <c:pt idx="748">
                  <c:v>138.5375670080289</c:v>
                </c:pt>
                <c:pt idx="749">
                  <c:v>141.12816849070759</c:v>
                </c:pt>
                <c:pt idx="750">
                  <c:v>146.03003979238551</c:v>
                </c:pt>
                <c:pt idx="751">
                  <c:v>144.61915825568141</c:v>
                </c:pt>
                <c:pt idx="752">
                  <c:v>146.70947630405669</c:v>
                </c:pt>
                <c:pt idx="753">
                  <c:v>146.73008365516301</c:v>
                </c:pt>
                <c:pt idx="754">
                  <c:v>142.6876474567859</c:v>
                </c:pt>
                <c:pt idx="755">
                  <c:v>140.49325049038009</c:v>
                </c:pt>
                <c:pt idx="756">
                  <c:v>140.55542492763931</c:v>
                </c:pt>
                <c:pt idx="757">
                  <c:v>141.72840924773649</c:v>
                </c:pt>
                <c:pt idx="758">
                  <c:v>143.5497142611076</c:v>
                </c:pt>
                <c:pt idx="759">
                  <c:v>143.87180396905759</c:v>
                </c:pt>
                <c:pt idx="760">
                  <c:v>143.56720694466469</c:v>
                </c:pt>
                <c:pt idx="761">
                  <c:v>144.09878589290159</c:v>
                </c:pt>
                <c:pt idx="762">
                  <c:v>143.39797718078881</c:v>
                </c:pt>
                <c:pt idx="763">
                  <c:v>140.18775451893319</c:v>
                </c:pt>
                <c:pt idx="764">
                  <c:v>140.17378091872749</c:v>
                </c:pt>
                <c:pt idx="765">
                  <c:v>139.36599479416711</c:v>
                </c:pt>
                <c:pt idx="766">
                  <c:v>140.02137764780429</c:v>
                </c:pt>
                <c:pt idx="767">
                  <c:v>138.5733941614624</c:v>
                </c:pt>
                <c:pt idx="768">
                  <c:v>137.7593451066933</c:v>
                </c:pt>
                <c:pt idx="769">
                  <c:v>136.04105952530389</c:v>
                </c:pt>
                <c:pt idx="770">
                  <c:v>136.17874854646041</c:v>
                </c:pt>
                <c:pt idx="771">
                  <c:v>133.79898282288619</c:v>
                </c:pt>
                <c:pt idx="772">
                  <c:v>132.75775767536911</c:v>
                </c:pt>
                <c:pt idx="773">
                  <c:v>134.56618509144189</c:v>
                </c:pt>
                <c:pt idx="774">
                  <c:v>132.5134727434147</c:v>
                </c:pt>
                <c:pt idx="775">
                  <c:v>130.8353222951373</c:v>
                </c:pt>
                <c:pt idx="776">
                  <c:v>131.54256027794219</c:v>
                </c:pt>
                <c:pt idx="777">
                  <c:v>129.3028304855894</c:v>
                </c:pt>
                <c:pt idx="778">
                  <c:v>127.6055065411804</c:v>
                </c:pt>
                <c:pt idx="779">
                  <c:v>128.5563117382664</c:v>
                </c:pt>
                <c:pt idx="780">
                  <c:v>126.2750050344312</c:v>
                </c:pt>
                <c:pt idx="781">
                  <c:v>126.8995822343782</c:v>
                </c:pt>
                <c:pt idx="782">
                  <c:v>127.9905751722094</c:v>
                </c:pt>
                <c:pt idx="783">
                  <c:v>129.6274873748967</c:v>
                </c:pt>
                <c:pt idx="784">
                  <c:v>131.10110409201289</c:v>
                </c:pt>
                <c:pt idx="785">
                  <c:v>135.51088211126071</c:v>
                </c:pt>
                <c:pt idx="786">
                  <c:v>134.7600970464683</c:v>
                </c:pt>
                <c:pt idx="787">
                  <c:v>134.80159960752869</c:v>
                </c:pt>
                <c:pt idx="788">
                  <c:v>138.52272880161459</c:v>
                </c:pt>
                <c:pt idx="789">
                  <c:v>136.70103400141511</c:v>
                </c:pt>
                <c:pt idx="790">
                  <c:v>136.43498335102899</c:v>
                </c:pt>
                <c:pt idx="791">
                  <c:v>136.227634843826</c:v>
                </c:pt>
                <c:pt idx="792">
                  <c:v>140.43253527673929</c:v>
                </c:pt>
                <c:pt idx="793">
                  <c:v>144.4952562633689</c:v>
                </c:pt>
                <c:pt idx="794">
                  <c:v>144.68492990641539</c:v>
                </c:pt>
                <c:pt idx="795">
                  <c:v>144.37275032076889</c:v>
                </c:pt>
                <c:pt idx="796">
                  <c:v>145.7192040308426</c:v>
                </c:pt>
                <c:pt idx="797">
                  <c:v>145.96418412294491</c:v>
                </c:pt>
                <c:pt idx="798">
                  <c:v>147.4034715668287</c:v>
                </c:pt>
                <c:pt idx="799">
                  <c:v>146.9863250938393</c:v>
                </c:pt>
                <c:pt idx="800">
                  <c:v>147.47403677291919</c:v>
                </c:pt>
                <c:pt idx="801">
                  <c:v>147.74927947452011</c:v>
                </c:pt>
                <c:pt idx="802">
                  <c:v>148.1643266203202</c:v>
                </c:pt>
                <c:pt idx="803">
                  <c:v>144.439045134823</c:v>
                </c:pt>
                <c:pt idx="804">
                  <c:v>144.44865106638619</c:v>
                </c:pt>
                <c:pt idx="805">
                  <c:v>146.29008950359631</c:v>
                </c:pt>
                <c:pt idx="806">
                  <c:v>144.51185044770321</c:v>
                </c:pt>
                <c:pt idx="807">
                  <c:v>142.7510312614819</c:v>
                </c:pt>
                <c:pt idx="808">
                  <c:v>141.91970732478529</c:v>
                </c:pt>
                <c:pt idx="809">
                  <c:v>143.314609263655</c:v>
                </c:pt>
                <c:pt idx="810">
                  <c:v>141.8042778059816</c:v>
                </c:pt>
                <c:pt idx="811">
                  <c:v>141.3175543148497</c:v>
                </c:pt>
                <c:pt idx="812">
                  <c:v>142.66126050874121</c:v>
                </c:pt>
                <c:pt idx="813">
                  <c:v>141.13360136780031</c:v>
                </c:pt>
                <c:pt idx="814">
                  <c:v>143.42711975991079</c:v>
                </c:pt>
                <c:pt idx="815">
                  <c:v>141.49025754516421</c:v>
                </c:pt>
                <c:pt idx="816">
                  <c:v>143.60444504584871</c:v>
                </c:pt>
                <c:pt idx="817">
                  <c:v>146.39469078552091</c:v>
                </c:pt>
                <c:pt idx="818">
                  <c:v>147.77753703703149</c:v>
                </c:pt>
                <c:pt idx="819">
                  <c:v>150.63224687196799</c:v>
                </c:pt>
                <c:pt idx="820">
                  <c:v>151.99396972616461</c:v>
                </c:pt>
                <c:pt idx="821">
                  <c:v>151.6285565588461</c:v>
                </c:pt>
                <c:pt idx="822">
                  <c:v>151.93373020552531</c:v>
                </c:pt>
                <c:pt idx="823">
                  <c:v>152.95069493245651</c:v>
                </c:pt>
                <c:pt idx="824">
                  <c:v>151.24431540066399</c:v>
                </c:pt>
                <c:pt idx="825">
                  <c:v>152.81419652776421</c:v>
                </c:pt>
                <c:pt idx="826">
                  <c:v>154.52573320165831</c:v>
                </c:pt>
                <c:pt idx="827">
                  <c:v>152.8019695897766</c:v>
                </c:pt>
                <c:pt idx="828">
                  <c:v>148.56660001031901</c:v>
                </c:pt>
                <c:pt idx="829">
                  <c:v>153.16834847706019</c:v>
                </c:pt>
                <c:pt idx="830">
                  <c:v>153.13359722648559</c:v>
                </c:pt>
                <c:pt idx="831">
                  <c:v>153.05399310810111</c:v>
                </c:pt>
                <c:pt idx="832">
                  <c:v>153.32594426224929</c:v>
                </c:pt>
                <c:pt idx="833">
                  <c:v>150.8873107116803</c:v>
                </c:pt>
                <c:pt idx="834">
                  <c:v>152.1604547388838</c:v>
                </c:pt>
                <c:pt idx="835">
                  <c:v>152.33618713942181</c:v>
                </c:pt>
                <c:pt idx="836">
                  <c:v>152.03576577112219</c:v>
                </c:pt>
                <c:pt idx="837">
                  <c:v>154.82597825940309</c:v>
                </c:pt>
                <c:pt idx="838">
                  <c:v>154.7204056195695</c:v>
                </c:pt>
                <c:pt idx="839">
                  <c:v>152.04164570097029</c:v>
                </c:pt>
                <c:pt idx="840">
                  <c:v>150.789838234846</c:v>
                </c:pt>
                <c:pt idx="841">
                  <c:v>151.2005493507437</c:v>
                </c:pt>
                <c:pt idx="842">
                  <c:v>152.25718398122419</c:v>
                </c:pt>
                <c:pt idx="843">
                  <c:v>150.26588105319729</c:v>
                </c:pt>
                <c:pt idx="844">
                  <c:v>154.1460102252517</c:v>
                </c:pt>
                <c:pt idx="845">
                  <c:v>153.34899507256469</c:v>
                </c:pt>
                <c:pt idx="846">
                  <c:v>153.50646789114751</c:v>
                </c:pt>
                <c:pt idx="847">
                  <c:v>152.57726264701679</c:v>
                </c:pt>
                <c:pt idx="848">
                  <c:v>148.98395214252059</c:v>
                </c:pt>
                <c:pt idx="849">
                  <c:v>144.90867458405441</c:v>
                </c:pt>
                <c:pt idx="850">
                  <c:v>144.4792097139439</c:v>
                </c:pt>
                <c:pt idx="851">
                  <c:v>144.2171069522706</c:v>
                </c:pt>
                <c:pt idx="852">
                  <c:v>141.5381895086727</c:v>
                </c:pt>
                <c:pt idx="853">
                  <c:v>140.6117783156968</c:v>
                </c:pt>
                <c:pt idx="854">
                  <c:v>141.33202379732589</c:v>
                </c:pt>
                <c:pt idx="855">
                  <c:v>139.9340949666994</c:v>
                </c:pt>
                <c:pt idx="856">
                  <c:v>139.83175515109889</c:v>
                </c:pt>
                <c:pt idx="857">
                  <c:v>140.69820337758881</c:v>
                </c:pt>
                <c:pt idx="858">
                  <c:v>138.6563562136287</c:v>
                </c:pt>
                <c:pt idx="859">
                  <c:v>138.53353152438399</c:v>
                </c:pt>
                <c:pt idx="860">
                  <c:v>138.3624536419025</c:v>
                </c:pt>
                <c:pt idx="861">
                  <c:v>139.20808359849741</c:v>
                </c:pt>
                <c:pt idx="862">
                  <c:v>136.61899160997311</c:v>
                </c:pt>
                <c:pt idx="863">
                  <c:v>137.28259816397161</c:v>
                </c:pt>
                <c:pt idx="864">
                  <c:v>137.2788608791505</c:v>
                </c:pt>
                <c:pt idx="865">
                  <c:v>139.14574529081941</c:v>
                </c:pt>
                <c:pt idx="866">
                  <c:v>139.96659773591429</c:v>
                </c:pt>
                <c:pt idx="867">
                  <c:v>142.3910788088881</c:v>
                </c:pt>
                <c:pt idx="868">
                  <c:v>140.78183709040579</c:v>
                </c:pt>
                <c:pt idx="869">
                  <c:v>140.27546034809939</c:v>
                </c:pt>
                <c:pt idx="870">
                  <c:v>140.7495486386558</c:v>
                </c:pt>
                <c:pt idx="871">
                  <c:v>141.33804750576249</c:v>
                </c:pt>
                <c:pt idx="872">
                  <c:v>140.32024312638919</c:v>
                </c:pt>
                <c:pt idx="873">
                  <c:v>141.7244328651411</c:v>
                </c:pt>
                <c:pt idx="874">
                  <c:v>141.2942159358976</c:v>
                </c:pt>
                <c:pt idx="875">
                  <c:v>142.79122577917241</c:v>
                </c:pt>
                <c:pt idx="876">
                  <c:v>142.05619171225891</c:v>
                </c:pt>
                <c:pt idx="877">
                  <c:v>142.77446756772289</c:v>
                </c:pt>
                <c:pt idx="878">
                  <c:v>141.67576678241849</c:v>
                </c:pt>
                <c:pt idx="879">
                  <c:v>138.646412172319</c:v>
                </c:pt>
                <c:pt idx="880">
                  <c:v>143.63370924369559</c:v>
                </c:pt>
                <c:pt idx="881">
                  <c:v>143.05177934742619</c:v>
                </c:pt>
                <c:pt idx="882">
                  <c:v>143.62729511403509</c:v>
                </c:pt>
                <c:pt idx="883">
                  <c:v>140.3306591638794</c:v>
                </c:pt>
                <c:pt idx="884">
                  <c:v>139.24550138843861</c:v>
                </c:pt>
                <c:pt idx="885">
                  <c:v>141.7610554430012</c:v>
                </c:pt>
                <c:pt idx="886">
                  <c:v>142.4285539221014</c:v>
                </c:pt>
                <c:pt idx="887">
                  <c:v>141.26826576932211</c:v>
                </c:pt>
                <c:pt idx="888">
                  <c:v>141.12864610918811</c:v>
                </c:pt>
                <c:pt idx="889">
                  <c:v>141.68961470832599</c:v>
                </c:pt>
                <c:pt idx="890">
                  <c:v>142.60534960377129</c:v>
                </c:pt>
                <c:pt idx="891">
                  <c:v>140.36804494341999</c:v>
                </c:pt>
                <c:pt idx="892">
                  <c:v>143.05298922649291</c:v>
                </c:pt>
                <c:pt idx="893">
                  <c:v>144.26807076956749</c:v>
                </c:pt>
                <c:pt idx="894">
                  <c:v>147.23118183708479</c:v>
                </c:pt>
                <c:pt idx="895">
                  <c:v>142.50067506140269</c:v>
                </c:pt>
                <c:pt idx="896">
                  <c:v>135.01301797543201</c:v>
                </c:pt>
                <c:pt idx="897">
                  <c:v>136.05536686229931</c:v>
                </c:pt>
                <c:pt idx="898">
                  <c:v>134.49525351482629</c:v>
                </c:pt>
                <c:pt idx="899">
                  <c:v>135.13476815146839</c:v>
                </c:pt>
                <c:pt idx="900">
                  <c:v>136.07872574851339</c:v>
                </c:pt>
                <c:pt idx="901">
                  <c:v>136.81676364382801</c:v>
                </c:pt>
                <c:pt idx="902">
                  <c:v>133.3438755085466</c:v>
                </c:pt>
                <c:pt idx="903">
                  <c:v>132.8101191610441</c:v>
                </c:pt>
                <c:pt idx="904">
                  <c:v>134.65189234232039</c:v>
                </c:pt>
                <c:pt idx="905">
                  <c:v>136.39962841169549</c:v>
                </c:pt>
                <c:pt idx="906">
                  <c:v>129.62394406928269</c:v>
                </c:pt>
                <c:pt idx="907">
                  <c:v>128.9318789480001</c:v>
                </c:pt>
                <c:pt idx="908">
                  <c:v>126.4036421200867</c:v>
                </c:pt>
                <c:pt idx="909">
                  <c:v>126.0904230213108</c:v>
                </c:pt>
                <c:pt idx="910">
                  <c:v>119.39448252542159</c:v>
                </c:pt>
                <c:pt idx="911">
                  <c:v>121.6929162363337</c:v>
                </c:pt>
                <c:pt idx="912">
                  <c:v>123.0660410515268</c:v>
                </c:pt>
                <c:pt idx="913">
                  <c:v>118.8648216368466</c:v>
                </c:pt>
                <c:pt idx="914">
                  <c:v>117.16221943579281</c:v>
                </c:pt>
                <c:pt idx="915">
                  <c:v>116.624236481517</c:v>
                </c:pt>
                <c:pt idx="916">
                  <c:v>115.9702379819031</c:v>
                </c:pt>
                <c:pt idx="917">
                  <c:v>116.06495786644361</c:v>
                </c:pt>
                <c:pt idx="918">
                  <c:v>114.6761233285399</c:v>
                </c:pt>
                <c:pt idx="919">
                  <c:v>116.7242200361426</c:v>
                </c:pt>
                <c:pt idx="920">
                  <c:v>118.22486568084329</c:v>
                </c:pt>
                <c:pt idx="921">
                  <c:v>117.4293003707763</c:v>
                </c:pt>
                <c:pt idx="922">
                  <c:v>117.7546847741414</c:v>
                </c:pt>
                <c:pt idx="923">
                  <c:v>116.5292484691289</c:v>
                </c:pt>
                <c:pt idx="924">
                  <c:v>116.6949823036357</c:v>
                </c:pt>
                <c:pt idx="925">
                  <c:v>117.68815955784279</c:v>
                </c:pt>
                <c:pt idx="926">
                  <c:v>124.230002960749</c:v>
                </c:pt>
                <c:pt idx="927">
                  <c:v>121.9527855030864</c:v>
                </c:pt>
                <c:pt idx="928">
                  <c:v>122.626883866564</c:v>
                </c:pt>
                <c:pt idx="929">
                  <c:v>124.52385036841289</c:v>
                </c:pt>
                <c:pt idx="930">
                  <c:v>125.0654457724204</c:v>
                </c:pt>
                <c:pt idx="931">
                  <c:v>126.242907386673</c:v>
                </c:pt>
                <c:pt idx="932">
                  <c:v>125.15446523133301</c:v>
                </c:pt>
                <c:pt idx="933">
                  <c:v>126.50015382794879</c:v>
                </c:pt>
                <c:pt idx="934">
                  <c:v>129.20417269786969</c:v>
                </c:pt>
                <c:pt idx="935">
                  <c:v>127.9570632901335</c:v>
                </c:pt>
                <c:pt idx="936">
                  <c:v>127.9855468331958</c:v>
                </c:pt>
                <c:pt idx="937">
                  <c:v>132.9547755636564</c:v>
                </c:pt>
                <c:pt idx="938">
                  <c:v>132.69854061862819</c:v>
                </c:pt>
                <c:pt idx="939">
                  <c:v>132.18417906085199</c:v>
                </c:pt>
                <c:pt idx="940">
                  <c:v>131.880126458782</c:v>
                </c:pt>
                <c:pt idx="941">
                  <c:v>130.33414325794519</c:v>
                </c:pt>
                <c:pt idx="942">
                  <c:v>133.5610212706936</c:v>
                </c:pt>
                <c:pt idx="943">
                  <c:v>132.375884019067</c:v>
                </c:pt>
                <c:pt idx="944">
                  <c:v>134.17422022424611</c:v>
                </c:pt>
                <c:pt idx="945">
                  <c:v>136.51156511973119</c:v>
                </c:pt>
                <c:pt idx="946">
                  <c:v>134.12093490196949</c:v>
                </c:pt>
                <c:pt idx="947">
                  <c:v>134.6031739647776</c:v>
                </c:pt>
                <c:pt idx="948">
                  <c:v>139.91237620248151</c:v>
                </c:pt>
                <c:pt idx="949">
                  <c:v>141.40091311264749</c:v>
                </c:pt>
                <c:pt idx="950">
                  <c:v>139.91312018652081</c:v>
                </c:pt>
                <c:pt idx="951">
                  <c:v>136.82242821951149</c:v>
                </c:pt>
                <c:pt idx="952">
                  <c:v>138.4766066984381</c:v>
                </c:pt>
                <c:pt idx="953">
                  <c:v>137.7021836649543</c:v>
                </c:pt>
                <c:pt idx="954">
                  <c:v>133.67186376346831</c:v>
                </c:pt>
                <c:pt idx="955">
                  <c:v>132.06727880362959</c:v>
                </c:pt>
                <c:pt idx="956">
                  <c:v>129.08882892449259</c:v>
                </c:pt>
                <c:pt idx="957">
                  <c:v>128.3843749206562</c:v>
                </c:pt>
                <c:pt idx="958">
                  <c:v>126.72827869944091</c:v>
                </c:pt>
                <c:pt idx="959">
                  <c:v>125.6989119171343</c:v>
                </c:pt>
                <c:pt idx="960">
                  <c:v>126.43307262438979</c:v>
                </c:pt>
                <c:pt idx="961">
                  <c:v>130.0690224409814</c:v>
                </c:pt>
                <c:pt idx="962">
                  <c:v>128.59500970848089</c:v>
                </c:pt>
                <c:pt idx="963">
                  <c:v>125.92391840231799</c:v>
                </c:pt>
                <c:pt idx="964">
                  <c:v>127.34130936925381</c:v>
                </c:pt>
                <c:pt idx="965">
                  <c:v>128.62632267113651</c:v>
                </c:pt>
                <c:pt idx="966">
                  <c:v>132.4374725348151</c:v>
                </c:pt>
                <c:pt idx="967">
                  <c:v>132.1321294780717</c:v>
                </c:pt>
                <c:pt idx="968">
                  <c:v>133.01948023126181</c:v>
                </c:pt>
                <c:pt idx="969">
                  <c:v>135.9553079618363</c:v>
                </c:pt>
                <c:pt idx="970">
                  <c:v>134.33939900653209</c:v>
                </c:pt>
                <c:pt idx="971">
                  <c:v>133.7439945513558</c:v>
                </c:pt>
                <c:pt idx="972">
                  <c:v>132.52035340594529</c:v>
                </c:pt>
                <c:pt idx="973">
                  <c:v>134.41205959984231</c:v>
                </c:pt>
                <c:pt idx="974">
                  <c:v>133.84213912272881</c:v>
                </c:pt>
                <c:pt idx="975">
                  <c:v>133.56874593749939</c:v>
                </c:pt>
                <c:pt idx="976">
                  <c:v>131.83448016482299</c:v>
                </c:pt>
                <c:pt idx="977">
                  <c:v>128.36895886367299</c:v>
                </c:pt>
                <c:pt idx="978">
                  <c:v>130.98696121763791</c:v>
                </c:pt>
                <c:pt idx="979">
                  <c:v>131.3563007119144</c:v>
                </c:pt>
                <c:pt idx="980">
                  <c:v>133.92562952882719</c:v>
                </c:pt>
                <c:pt idx="981">
                  <c:v>127.8787421899161</c:v>
                </c:pt>
                <c:pt idx="982">
                  <c:v>123.74791617849731</c:v>
                </c:pt>
                <c:pt idx="983">
                  <c:v>123.3668925323274</c:v>
                </c:pt>
                <c:pt idx="984">
                  <c:v>128.25638028029749</c:v>
                </c:pt>
                <c:pt idx="985">
                  <c:v>125.76296188304561</c:v>
                </c:pt>
                <c:pt idx="986">
                  <c:v>128.7914386696128</c:v>
                </c:pt>
                <c:pt idx="987">
                  <c:v>131.24597162171651</c:v>
                </c:pt>
                <c:pt idx="988">
                  <c:v>135.30620193111551</c:v>
                </c:pt>
                <c:pt idx="989">
                  <c:v>134.5506965765843</c:v>
                </c:pt>
                <c:pt idx="990">
                  <c:v>139.02020746158189</c:v>
                </c:pt>
                <c:pt idx="991">
                  <c:v>140.03310004558861</c:v>
                </c:pt>
                <c:pt idx="992">
                  <c:v>142.58971082752649</c:v>
                </c:pt>
                <c:pt idx="993">
                  <c:v>147.73244470968291</c:v>
                </c:pt>
                <c:pt idx="994">
                  <c:v>146.63121938939031</c:v>
                </c:pt>
                <c:pt idx="995">
                  <c:v>146.76758668322049</c:v>
                </c:pt>
                <c:pt idx="996">
                  <c:v>145.2845148782136</c:v>
                </c:pt>
                <c:pt idx="997">
                  <c:v>148.17733602487061</c:v>
                </c:pt>
                <c:pt idx="998">
                  <c:v>148.0310101044864</c:v>
                </c:pt>
                <c:pt idx="999">
                  <c:v>147.8278665513181</c:v>
                </c:pt>
                <c:pt idx="1000">
                  <c:v>148.52836290810109</c:v>
                </c:pt>
                <c:pt idx="1001">
                  <c:v>147.608128073915</c:v>
                </c:pt>
                <c:pt idx="1002">
                  <c:v>152.42576526335591</c:v>
                </c:pt>
                <c:pt idx="1003">
                  <c:v>155.71042788202081</c:v>
                </c:pt>
                <c:pt idx="1004">
                  <c:v>152.58977245295591</c:v>
                </c:pt>
                <c:pt idx="1005">
                  <c:v>156.8455966846364</c:v>
                </c:pt>
                <c:pt idx="1006">
                  <c:v>158.4010721113186</c:v>
                </c:pt>
                <c:pt idx="1007">
                  <c:v>160.1363788868681</c:v>
                </c:pt>
                <c:pt idx="1008">
                  <c:v>159.6156530975579</c:v>
                </c:pt>
                <c:pt idx="1009">
                  <c:v>161.3868085608776</c:v>
                </c:pt>
                <c:pt idx="1010">
                  <c:v>160.4664913270841</c:v>
                </c:pt>
                <c:pt idx="1011">
                  <c:v>156.01757668511681</c:v>
                </c:pt>
                <c:pt idx="1012">
                  <c:v>158.22104555172729</c:v>
                </c:pt>
                <c:pt idx="1013">
                  <c:v>159.75134866339869</c:v>
                </c:pt>
                <c:pt idx="1014">
                  <c:v>160.12425894593679</c:v>
                </c:pt>
                <c:pt idx="1015">
                  <c:v>164.12313037574839</c:v>
                </c:pt>
                <c:pt idx="1016">
                  <c:v>164.59355900703909</c:v>
                </c:pt>
                <c:pt idx="1017">
                  <c:v>164.2485449202577</c:v>
                </c:pt>
                <c:pt idx="1018">
                  <c:v>164.5548750556803</c:v>
                </c:pt>
                <c:pt idx="1019">
                  <c:v>165.01774591558251</c:v>
                </c:pt>
                <c:pt idx="1020">
                  <c:v>168.15063224236931</c:v>
                </c:pt>
                <c:pt idx="1021">
                  <c:v>167.64653585866861</c:v>
                </c:pt>
                <c:pt idx="1022">
                  <c:v>164.7026954712577</c:v>
                </c:pt>
                <c:pt idx="1023">
                  <c:v>162.72620370431369</c:v>
                </c:pt>
                <c:pt idx="1024">
                  <c:v>162.95258273290321</c:v>
                </c:pt>
                <c:pt idx="1025">
                  <c:v>164.7239283674831</c:v>
                </c:pt>
                <c:pt idx="1026">
                  <c:v>167.1236227113265</c:v>
                </c:pt>
                <c:pt idx="1027">
                  <c:v>165.51646594616639</c:v>
                </c:pt>
                <c:pt idx="1028">
                  <c:v>164.1445210577298</c:v>
                </c:pt>
                <c:pt idx="1029">
                  <c:v>168.8500719925016</c:v>
                </c:pt>
                <c:pt idx="1030">
                  <c:v>169.42205073221709</c:v>
                </c:pt>
                <c:pt idx="1031">
                  <c:v>169.7433392346712</c:v>
                </c:pt>
                <c:pt idx="1032">
                  <c:v>168.0249215283016</c:v>
                </c:pt>
                <c:pt idx="1033">
                  <c:v>167.84941407357741</c:v>
                </c:pt>
                <c:pt idx="1034">
                  <c:v>169.6964825246306</c:v>
                </c:pt>
                <c:pt idx="1035">
                  <c:v>169.28562363717771</c:v>
                </c:pt>
                <c:pt idx="1036">
                  <c:v>171.41625099531109</c:v>
                </c:pt>
                <c:pt idx="1037">
                  <c:v>171.28815345306441</c:v>
                </c:pt>
                <c:pt idx="1038">
                  <c:v>172.09273958978031</c:v>
                </c:pt>
                <c:pt idx="1039">
                  <c:v>172.5262471642333</c:v>
                </c:pt>
                <c:pt idx="1040">
                  <c:v>167.82376044284899</c:v>
                </c:pt>
                <c:pt idx="1041">
                  <c:v>172.19859861065331</c:v>
                </c:pt>
                <c:pt idx="1042">
                  <c:v>171.67114363112009</c:v>
                </c:pt>
                <c:pt idx="1043">
                  <c:v>170.93977262927109</c:v>
                </c:pt>
                <c:pt idx="1044">
                  <c:v>170.75293041121191</c:v>
                </c:pt>
                <c:pt idx="1045">
                  <c:v>169.44861633565199</c:v>
                </c:pt>
                <c:pt idx="1046">
                  <c:v>167.32530018961839</c:v>
                </c:pt>
                <c:pt idx="1047">
                  <c:v>165.02730133185321</c:v>
                </c:pt>
                <c:pt idx="1048">
                  <c:v>163.52210872647109</c:v>
                </c:pt>
                <c:pt idx="1049">
                  <c:v>166.08831544930291</c:v>
                </c:pt>
                <c:pt idx="1050">
                  <c:v>165.40164345373421</c:v>
                </c:pt>
                <c:pt idx="1051">
                  <c:v>166.5194519406011</c:v>
                </c:pt>
                <c:pt idx="1052">
                  <c:v>161.3958553970769</c:v>
                </c:pt>
                <c:pt idx="1053">
                  <c:v>161.39870227196229</c:v>
                </c:pt>
                <c:pt idx="1054">
                  <c:v>159.61263475810111</c:v>
                </c:pt>
                <c:pt idx="1055">
                  <c:v>162.11470291432451</c:v>
                </c:pt>
                <c:pt idx="1056">
                  <c:v>160.1008293617044</c:v>
                </c:pt>
                <c:pt idx="1057">
                  <c:v>160.85079782465741</c:v>
                </c:pt>
                <c:pt idx="1058">
                  <c:v>157.3223313649018</c:v>
                </c:pt>
                <c:pt idx="1059">
                  <c:v>159.4310262829562</c:v>
                </c:pt>
                <c:pt idx="1060">
                  <c:v>161.00457275070261</c:v>
                </c:pt>
                <c:pt idx="1061">
                  <c:v>159.54331462215069</c:v>
                </c:pt>
                <c:pt idx="1062">
                  <c:v>161.8492782770889</c:v>
                </c:pt>
                <c:pt idx="1063">
                  <c:v>161.5736383903033</c:v>
                </c:pt>
                <c:pt idx="1064">
                  <c:v>161.93466243033961</c:v>
                </c:pt>
                <c:pt idx="1065">
                  <c:v>167.5766931973929</c:v>
                </c:pt>
                <c:pt idx="1066">
                  <c:v>168.09830885053839</c:v>
                </c:pt>
                <c:pt idx="1067">
                  <c:v>165.4425260450499</c:v>
                </c:pt>
                <c:pt idx="1068">
                  <c:v>163.65995705282839</c:v>
                </c:pt>
                <c:pt idx="1069">
                  <c:v>165.80050926731249</c:v>
                </c:pt>
                <c:pt idx="1070">
                  <c:v>162.9798803721805</c:v>
                </c:pt>
                <c:pt idx="1071">
                  <c:v>163.2831931537936</c:v>
                </c:pt>
                <c:pt idx="1072">
                  <c:v>164.65841011848241</c:v>
                </c:pt>
                <c:pt idx="1073">
                  <c:v>167.78581906270111</c:v>
                </c:pt>
                <c:pt idx="1074">
                  <c:v>163.17332810839579</c:v>
                </c:pt>
                <c:pt idx="1075">
                  <c:v>163.00765387013541</c:v>
                </c:pt>
                <c:pt idx="1076">
                  <c:v>163.54665807578971</c:v>
                </c:pt>
                <c:pt idx="1077">
                  <c:v>168.58940280591159</c:v>
                </c:pt>
                <c:pt idx="1078">
                  <c:v>170.1718399345153</c:v>
                </c:pt>
                <c:pt idx="1079">
                  <c:v>169.92332669750579</c:v>
                </c:pt>
                <c:pt idx="1080">
                  <c:v>171.7826616756939</c:v>
                </c:pt>
                <c:pt idx="1081">
                  <c:v>174.69798428075799</c:v>
                </c:pt>
                <c:pt idx="1082">
                  <c:v>175.0488948500998</c:v>
                </c:pt>
                <c:pt idx="1083">
                  <c:v>175.35197533645999</c:v>
                </c:pt>
                <c:pt idx="1084">
                  <c:v>175.1574160182584</c:v>
                </c:pt>
                <c:pt idx="1085">
                  <c:v>175.61335900233851</c:v>
                </c:pt>
                <c:pt idx="1086">
                  <c:v>177.9919569185584</c:v>
                </c:pt>
                <c:pt idx="1087">
                  <c:v>179.85454738658581</c:v>
                </c:pt>
                <c:pt idx="1088">
                  <c:v>178.07655431989519</c:v>
                </c:pt>
                <c:pt idx="1089">
                  <c:v>177.8052295549233</c:v>
                </c:pt>
                <c:pt idx="1090">
                  <c:v>179.08594710011451</c:v>
                </c:pt>
                <c:pt idx="1091">
                  <c:v>180.3695791210815</c:v>
                </c:pt>
                <c:pt idx="1092">
                  <c:v>179.82484691207529</c:v>
                </c:pt>
                <c:pt idx="1093">
                  <c:v>180.33560714232249</c:v>
                </c:pt>
                <c:pt idx="1094">
                  <c:v>180.9459375230237</c:v>
                </c:pt>
                <c:pt idx="1095">
                  <c:v>181.5661206910215</c:v>
                </c:pt>
                <c:pt idx="1096">
                  <c:v>181.24725278866961</c:v>
                </c:pt>
                <c:pt idx="1097">
                  <c:v>180.60453300947691</c:v>
                </c:pt>
                <c:pt idx="1098">
                  <c:v>179.19386627613761</c:v>
                </c:pt>
                <c:pt idx="1099">
                  <c:v>181.13547812850391</c:v>
                </c:pt>
                <c:pt idx="1100">
                  <c:v>180.6018433694191</c:v>
                </c:pt>
                <c:pt idx="1101">
                  <c:v>176.66734046408129</c:v>
                </c:pt>
                <c:pt idx="1102">
                  <c:v>178.13904983632179</c:v>
                </c:pt>
                <c:pt idx="1103">
                  <c:v>179.25620828671791</c:v>
                </c:pt>
                <c:pt idx="1104">
                  <c:v>179.29379625912571</c:v>
                </c:pt>
                <c:pt idx="1105">
                  <c:v>180.1269914629585</c:v>
                </c:pt>
                <c:pt idx="1106">
                  <c:v>178.2229529906044</c:v>
                </c:pt>
                <c:pt idx="1107">
                  <c:v>178.5787483433524</c:v>
                </c:pt>
                <c:pt idx="1108">
                  <c:v>176.70745799755011</c:v>
                </c:pt>
                <c:pt idx="1109">
                  <c:v>173.72625753929219</c:v>
                </c:pt>
                <c:pt idx="1110">
                  <c:v>174.68041677651291</c:v>
                </c:pt>
                <c:pt idx="1111">
                  <c:v>173.0504866299878</c:v>
                </c:pt>
                <c:pt idx="1112">
                  <c:v>173.12417721974481</c:v>
                </c:pt>
                <c:pt idx="1113">
                  <c:v>174.6941578122543</c:v>
                </c:pt>
                <c:pt idx="1114">
                  <c:v>175.9812547022002</c:v>
                </c:pt>
                <c:pt idx="1115">
                  <c:v>178.4265674010885</c:v>
                </c:pt>
                <c:pt idx="1116">
                  <c:v>177.64227925213959</c:v>
                </c:pt>
                <c:pt idx="1117">
                  <c:v>177.50651059405939</c:v>
                </c:pt>
                <c:pt idx="1118">
                  <c:v>181.1317645630771</c:v>
                </c:pt>
                <c:pt idx="1119">
                  <c:v>178.7181071588777</c:v>
                </c:pt>
                <c:pt idx="1120">
                  <c:v>178.58408163215529</c:v>
                </c:pt>
                <c:pt idx="1121">
                  <c:v>180.94731578173</c:v>
                </c:pt>
                <c:pt idx="1122">
                  <c:v>180.74724787028461</c:v>
                </c:pt>
                <c:pt idx="1123">
                  <c:v>180.30528588099691</c:v>
                </c:pt>
                <c:pt idx="1124">
                  <c:v>179.65372672876109</c:v>
                </c:pt>
                <c:pt idx="1125">
                  <c:v>180.37874502972991</c:v>
                </c:pt>
                <c:pt idx="1126">
                  <c:v>182.03165483292929</c:v>
                </c:pt>
                <c:pt idx="1127">
                  <c:v>182.71370855240261</c:v>
                </c:pt>
                <c:pt idx="1128">
                  <c:v>182.3010672345894</c:v>
                </c:pt>
                <c:pt idx="1129">
                  <c:v>182.59854399343391</c:v>
                </c:pt>
                <c:pt idx="1130">
                  <c:v>185.27145268016849</c:v>
                </c:pt>
                <c:pt idx="1131">
                  <c:v>180.54729909715419</c:v>
                </c:pt>
                <c:pt idx="1132">
                  <c:v>180.7572090345648</c:v>
                </c:pt>
                <c:pt idx="1133">
                  <c:v>182.54810543073609</c:v>
                </c:pt>
                <c:pt idx="1134">
                  <c:v>184.6449465677737</c:v>
                </c:pt>
                <c:pt idx="1135">
                  <c:v>185.06182410255121</c:v>
                </c:pt>
                <c:pt idx="1136">
                  <c:v>182.7113786007319</c:v>
                </c:pt>
                <c:pt idx="1137">
                  <c:v>184.4087602476794</c:v>
                </c:pt>
                <c:pt idx="1138">
                  <c:v>183.13831397449991</c:v>
                </c:pt>
                <c:pt idx="1139">
                  <c:v>184.89470222262781</c:v>
                </c:pt>
                <c:pt idx="1140">
                  <c:v>183.74253324330269</c:v>
                </c:pt>
                <c:pt idx="1141">
                  <c:v>182.4206427342817</c:v>
                </c:pt>
                <c:pt idx="1142">
                  <c:v>184.08458555490711</c:v>
                </c:pt>
                <c:pt idx="1143">
                  <c:v>184.38350257590679</c:v>
                </c:pt>
                <c:pt idx="1144">
                  <c:v>187.432833407088</c:v>
                </c:pt>
                <c:pt idx="1145">
                  <c:v>187.98198794515531</c:v>
                </c:pt>
                <c:pt idx="1146">
                  <c:v>190.31272795813251</c:v>
                </c:pt>
                <c:pt idx="1147">
                  <c:v>188.96204562300071</c:v>
                </c:pt>
                <c:pt idx="1148">
                  <c:v>190.22016076584291</c:v>
                </c:pt>
                <c:pt idx="1149">
                  <c:v>189.81516360294091</c:v>
                </c:pt>
                <c:pt idx="1150">
                  <c:v>193.88854347933929</c:v>
                </c:pt>
                <c:pt idx="1151">
                  <c:v>182.68750875606469</c:v>
                </c:pt>
                <c:pt idx="1152">
                  <c:v>182.99584385132161</c:v>
                </c:pt>
                <c:pt idx="1153">
                  <c:v>183.89644864121041</c:v>
                </c:pt>
                <c:pt idx="1154">
                  <c:v>184.9384485963742</c:v>
                </c:pt>
                <c:pt idx="1155">
                  <c:v>188.78923273753341</c:v>
                </c:pt>
                <c:pt idx="1156">
                  <c:v>191.2739617966914</c:v>
                </c:pt>
                <c:pt idx="1157">
                  <c:v>193.7581247932265</c:v>
                </c:pt>
                <c:pt idx="1158">
                  <c:v>189.5129526580443</c:v>
                </c:pt>
                <c:pt idx="1159">
                  <c:v>186.86734187600149</c:v>
                </c:pt>
                <c:pt idx="1160">
                  <c:v>187.3857269494718</c:v>
                </c:pt>
                <c:pt idx="1161">
                  <c:v>186.96946119274739</c:v>
                </c:pt>
                <c:pt idx="1162">
                  <c:v>186.04205202603049</c:v>
                </c:pt>
                <c:pt idx="1163">
                  <c:v>190.25957368878781</c:v>
                </c:pt>
                <c:pt idx="1164">
                  <c:v>191.95796564602099</c:v>
                </c:pt>
                <c:pt idx="1165">
                  <c:v>189.01741507616379</c:v>
                </c:pt>
                <c:pt idx="1166">
                  <c:v>190.93959291767311</c:v>
                </c:pt>
                <c:pt idx="1167">
                  <c:v>187.4535291781732</c:v>
                </c:pt>
                <c:pt idx="1168">
                  <c:v>191.69860681033231</c:v>
                </c:pt>
                <c:pt idx="1169">
                  <c:v>192.74313257279681</c:v>
                </c:pt>
                <c:pt idx="1170">
                  <c:v>189.68591942416111</c:v>
                </c:pt>
                <c:pt idx="1171">
                  <c:v>191.02497977729371</c:v>
                </c:pt>
                <c:pt idx="1172">
                  <c:v>192.69688457790409</c:v>
                </c:pt>
                <c:pt idx="1173">
                  <c:v>193.54395477327131</c:v>
                </c:pt>
                <c:pt idx="1174">
                  <c:v>189.84462213652711</c:v>
                </c:pt>
                <c:pt idx="1175">
                  <c:v>189.4042495223961</c:v>
                </c:pt>
                <c:pt idx="1176">
                  <c:v>189.5127188391825</c:v>
                </c:pt>
                <c:pt idx="1177">
                  <c:v>187.13742302281409</c:v>
                </c:pt>
                <c:pt idx="1178">
                  <c:v>188.87084418092431</c:v>
                </c:pt>
                <c:pt idx="1179">
                  <c:v>190.4339584656079</c:v>
                </c:pt>
                <c:pt idx="1180">
                  <c:v>194.92188568503391</c:v>
                </c:pt>
                <c:pt idx="1181">
                  <c:v>200.26927793927791</c:v>
                </c:pt>
                <c:pt idx="1182">
                  <c:v>201.64928712617251</c:v>
                </c:pt>
                <c:pt idx="1183">
                  <c:v>202.13305623497379</c:v>
                </c:pt>
                <c:pt idx="1184">
                  <c:v>204.6525333863851</c:v>
                </c:pt>
                <c:pt idx="1185">
                  <c:v>206.69743440794389</c:v>
                </c:pt>
                <c:pt idx="1186">
                  <c:v>204.16542871465921</c:v>
                </c:pt>
                <c:pt idx="1187">
                  <c:v>201.37986344354081</c:v>
                </c:pt>
                <c:pt idx="1188">
                  <c:v>204.00179900772349</c:v>
                </c:pt>
                <c:pt idx="1189">
                  <c:v>204.75811710603651</c:v>
                </c:pt>
                <c:pt idx="1190">
                  <c:v>198.0741625894633</c:v>
                </c:pt>
                <c:pt idx="1191">
                  <c:v>197.05410072475709</c:v>
                </c:pt>
                <c:pt idx="1192">
                  <c:v>199.77243094208839</c:v>
                </c:pt>
                <c:pt idx="1193">
                  <c:v>204.33000785222919</c:v>
                </c:pt>
                <c:pt idx="1194">
                  <c:v>205.74191538249701</c:v>
                </c:pt>
                <c:pt idx="1195">
                  <c:v>206.83531793317559</c:v>
                </c:pt>
                <c:pt idx="1196">
                  <c:v>204.34582666575179</c:v>
                </c:pt>
                <c:pt idx="1197">
                  <c:v>205.39055747916581</c:v>
                </c:pt>
                <c:pt idx="1198">
                  <c:v>205.7327522846544</c:v>
                </c:pt>
                <c:pt idx="1199">
                  <c:v>209.64904382657869</c:v>
                </c:pt>
                <c:pt idx="1200">
                  <c:v>211.96415042965859</c:v>
                </c:pt>
                <c:pt idx="1201">
                  <c:v>209.86204591937809</c:v>
                </c:pt>
                <c:pt idx="1202">
                  <c:v>212.3038442236124</c:v>
                </c:pt>
                <c:pt idx="1203">
                  <c:v>211.8410867331057</c:v>
                </c:pt>
                <c:pt idx="1204">
                  <c:v>215.6327380861959</c:v>
                </c:pt>
                <c:pt idx="1205">
                  <c:v>210.89591068988199</c:v>
                </c:pt>
                <c:pt idx="1206">
                  <c:v>211.6285409044566</c:v>
                </c:pt>
                <c:pt idx="1207">
                  <c:v>203.7067683423395</c:v>
                </c:pt>
                <c:pt idx="1208">
                  <c:v>208.63050661754031</c:v>
                </c:pt>
                <c:pt idx="1209">
                  <c:v>202.09434975766251</c:v>
                </c:pt>
                <c:pt idx="1210">
                  <c:v>197.23053669328809</c:v>
                </c:pt>
                <c:pt idx="1211">
                  <c:v>198.60176737005861</c:v>
                </c:pt>
                <c:pt idx="1212">
                  <c:v>202.37193749714791</c:v>
                </c:pt>
                <c:pt idx="1213">
                  <c:v>203.02467090728521</c:v>
                </c:pt>
                <c:pt idx="1214">
                  <c:v>195.17979855811069</c:v>
                </c:pt>
                <c:pt idx="1215">
                  <c:v>189.5477196417431</c:v>
                </c:pt>
                <c:pt idx="1216">
                  <c:v>192.41431616792531</c:v>
                </c:pt>
                <c:pt idx="1217">
                  <c:v>192.55401853546999</c:v>
                </c:pt>
                <c:pt idx="1218">
                  <c:v>189.28482342980129</c:v>
                </c:pt>
                <c:pt idx="1219">
                  <c:v>188.58657033535059</c:v>
                </c:pt>
                <c:pt idx="1220">
                  <c:v>184.23201045359721</c:v>
                </c:pt>
                <c:pt idx="1221">
                  <c:v>192.7103647918139</c:v>
                </c:pt>
                <c:pt idx="1222">
                  <c:v>192.83629256678049</c:v>
                </c:pt>
                <c:pt idx="1223">
                  <c:v>197.2876286982422</c:v>
                </c:pt>
                <c:pt idx="1224">
                  <c:v>191.41846502111201</c:v>
                </c:pt>
                <c:pt idx="1225">
                  <c:v>187.95170319566401</c:v>
                </c:pt>
                <c:pt idx="1226">
                  <c:v>189.38814715733929</c:v>
                </c:pt>
                <c:pt idx="1227">
                  <c:v>197.90132063555379</c:v>
                </c:pt>
                <c:pt idx="1228">
                  <c:v>201.22099367522131</c:v>
                </c:pt>
                <c:pt idx="1229">
                  <c:v>200.66852983590951</c:v>
                </c:pt>
                <c:pt idx="1230">
                  <c:v>199.10010098846209</c:v>
                </c:pt>
                <c:pt idx="1231">
                  <c:v>196.44923720989721</c:v>
                </c:pt>
                <c:pt idx="1232">
                  <c:v>205.35864372496411</c:v>
                </c:pt>
                <c:pt idx="1233">
                  <c:v>209.50200117911569</c:v>
                </c:pt>
                <c:pt idx="1234">
                  <c:v>209.67373406846411</c:v>
                </c:pt>
                <c:pt idx="1235">
                  <c:v>211.41125310937409</c:v>
                </c:pt>
                <c:pt idx="1236">
                  <c:v>213.98388447555621</c:v>
                </c:pt>
                <c:pt idx="1237">
                  <c:v>212.81499155543381</c:v>
                </c:pt>
                <c:pt idx="1238">
                  <c:v>210.49505607623249</c:v>
                </c:pt>
                <c:pt idx="1239">
                  <c:v>213.16062554479331</c:v>
                </c:pt>
                <c:pt idx="1240">
                  <c:v>212.3220159683132</c:v>
                </c:pt>
                <c:pt idx="1241">
                  <c:v>207.25566898399191</c:v>
                </c:pt>
                <c:pt idx="1242">
                  <c:v>201.64191658983299</c:v>
                </c:pt>
                <c:pt idx="1243">
                  <c:v>200.97788783861279</c:v>
                </c:pt>
                <c:pt idx="1244">
                  <c:v>195.2637814080733</c:v>
                </c:pt>
                <c:pt idx="1245">
                  <c:v>192.03975828187441</c:v>
                </c:pt>
                <c:pt idx="1246">
                  <c:v>190.20002508377451</c:v>
                </c:pt>
                <c:pt idx="1247">
                  <c:v>194.5640513604973</c:v>
                </c:pt>
                <c:pt idx="1248">
                  <c:v>191.99197611525631</c:v>
                </c:pt>
                <c:pt idx="1249">
                  <c:v>193.62566259522029</c:v>
                </c:pt>
                <c:pt idx="1250">
                  <c:v>198.81806948382501</c:v>
                </c:pt>
                <c:pt idx="1251">
                  <c:v>194.78960844135011</c:v>
                </c:pt>
                <c:pt idx="1252">
                  <c:v>193.22306816442941</c:v>
                </c:pt>
                <c:pt idx="1253">
                  <c:v>189.11558149627101</c:v>
                </c:pt>
                <c:pt idx="1254">
                  <c:v>188.4334566660871</c:v>
                </c:pt>
                <c:pt idx="1255">
                  <c:v>183.53890935584059</c:v>
                </c:pt>
                <c:pt idx="1256">
                  <c:v>185.63288507906319</c:v>
                </c:pt>
                <c:pt idx="1257">
                  <c:v>185.12645940181491</c:v>
                </c:pt>
                <c:pt idx="1258">
                  <c:v>183.72983676349719</c:v>
                </c:pt>
                <c:pt idx="1259">
                  <c:v>179.399925988587</c:v>
                </c:pt>
                <c:pt idx="1260">
                  <c:v>185.51002788481509</c:v>
                </c:pt>
                <c:pt idx="1261">
                  <c:v>184.5951503323148</c:v>
                </c:pt>
                <c:pt idx="1262">
                  <c:v>180.68593623356011</c:v>
                </c:pt>
                <c:pt idx="1263">
                  <c:v>186.91498426924181</c:v>
                </c:pt>
                <c:pt idx="1264">
                  <c:v>185.4183292640852</c:v>
                </c:pt>
                <c:pt idx="1265">
                  <c:v>184.03196317132441</c:v>
                </c:pt>
                <c:pt idx="1266">
                  <c:v>184.63535983949191</c:v>
                </c:pt>
                <c:pt idx="1267">
                  <c:v>184.55327249580191</c:v>
                </c:pt>
                <c:pt idx="1268">
                  <c:v>182.49075593598701</c:v>
                </c:pt>
                <c:pt idx="1269">
                  <c:v>180.63488617960769</c:v>
                </c:pt>
                <c:pt idx="1270">
                  <c:v>173.937270696328</c:v>
                </c:pt>
                <c:pt idx="1271">
                  <c:v>172.98462219890371</c:v>
                </c:pt>
                <c:pt idx="1272">
                  <c:v>172.81259403326609</c:v>
                </c:pt>
                <c:pt idx="1273">
                  <c:v>175.70059194238539</c:v>
                </c:pt>
                <c:pt idx="1274">
                  <c:v>173.4131580565647</c:v>
                </c:pt>
                <c:pt idx="1275">
                  <c:v>177.66443205756761</c:v>
                </c:pt>
                <c:pt idx="1276">
                  <c:v>177.8650764402044</c:v>
                </c:pt>
                <c:pt idx="1277">
                  <c:v>178.37979124469891</c:v>
                </c:pt>
                <c:pt idx="1278">
                  <c:v>175.87173619333791</c:v>
                </c:pt>
                <c:pt idx="1279">
                  <c:v>172.8750827681431</c:v>
                </c:pt>
                <c:pt idx="1280">
                  <c:v>173.16209617109081</c:v>
                </c:pt>
                <c:pt idx="1281">
                  <c:v>173.34774479664051</c:v>
                </c:pt>
                <c:pt idx="1282">
                  <c:v>174.6002103558896</c:v>
                </c:pt>
                <c:pt idx="1283">
                  <c:v>176.4634500922094</c:v>
                </c:pt>
                <c:pt idx="1284">
                  <c:v>178.93992490852261</c:v>
                </c:pt>
                <c:pt idx="1285">
                  <c:v>179.9476583811296</c:v>
                </c:pt>
                <c:pt idx="1286">
                  <c:v>183.44637968164969</c:v>
                </c:pt>
                <c:pt idx="1287">
                  <c:v>182.27450962530409</c:v>
                </c:pt>
                <c:pt idx="1288">
                  <c:v>181.92830350639329</c:v>
                </c:pt>
                <c:pt idx="1289">
                  <c:v>182.08758089373441</c:v>
                </c:pt>
                <c:pt idx="1290">
                  <c:v>182.55097577134211</c:v>
                </c:pt>
                <c:pt idx="1291">
                  <c:v>183.48103010599129</c:v>
                </c:pt>
                <c:pt idx="1292">
                  <c:v>180.28827687895199</c:v>
                </c:pt>
                <c:pt idx="1293">
                  <c:v>178.217329608141</c:v>
                </c:pt>
                <c:pt idx="1294">
                  <c:v>174.14333287766109</c:v>
                </c:pt>
                <c:pt idx="1295">
                  <c:v>178.42886147944091</c:v>
                </c:pt>
                <c:pt idx="1296">
                  <c:v>184.44423033763579</c:v>
                </c:pt>
                <c:pt idx="1297">
                  <c:v>180.24280799691121</c:v>
                </c:pt>
                <c:pt idx="1298">
                  <c:v>181.6299301110044</c:v>
                </c:pt>
                <c:pt idx="1299">
                  <c:v>179.62566337909811</c:v>
                </c:pt>
                <c:pt idx="1300">
                  <c:v>176.4830114397528</c:v>
                </c:pt>
                <c:pt idx="1301">
                  <c:v>174.6421375077382</c:v>
                </c:pt>
                <c:pt idx="1302">
                  <c:v>172.08602917470731</c:v>
                </c:pt>
                <c:pt idx="1303">
                  <c:v>169.16455844607589</c:v>
                </c:pt>
                <c:pt idx="1304">
                  <c:v>172.1632930743292</c:v>
                </c:pt>
                <c:pt idx="1305">
                  <c:v>169.82774407585191</c:v>
                </c:pt>
                <c:pt idx="1306">
                  <c:v>168.5120655417708</c:v>
                </c:pt>
                <c:pt idx="1307">
                  <c:v>171.76729274484211</c:v>
                </c:pt>
                <c:pt idx="1308">
                  <c:v>169.53794996243221</c:v>
                </c:pt>
                <c:pt idx="1309">
                  <c:v>164.74675623312311</c:v>
                </c:pt>
                <c:pt idx="1310">
                  <c:v>167.88428280270779</c:v>
                </c:pt>
                <c:pt idx="1311">
                  <c:v>167.5509091831224</c:v>
                </c:pt>
                <c:pt idx="1312">
                  <c:v>169.54309792913941</c:v>
                </c:pt>
                <c:pt idx="1313">
                  <c:v>170.18913669446849</c:v>
                </c:pt>
                <c:pt idx="1314">
                  <c:v>169.76596684117101</c:v>
                </c:pt>
                <c:pt idx="1315">
                  <c:v>167.2833649284259</c:v>
                </c:pt>
                <c:pt idx="1316">
                  <c:v>163.23407641910981</c:v>
                </c:pt>
                <c:pt idx="1317">
                  <c:v>162.58467721524849</c:v>
                </c:pt>
                <c:pt idx="1318">
                  <c:v>158.13138111345981</c:v>
                </c:pt>
                <c:pt idx="1319">
                  <c:v>157.1591321172657</c:v>
                </c:pt>
                <c:pt idx="1320">
                  <c:v>158.73797232502119</c:v>
                </c:pt>
                <c:pt idx="1321">
                  <c:v>156.3279629717621</c:v>
                </c:pt>
                <c:pt idx="1322">
                  <c:v>157.48602722270559</c:v>
                </c:pt>
                <c:pt idx="1323">
                  <c:v>155.11937898936111</c:v>
                </c:pt>
                <c:pt idx="1324">
                  <c:v>156.47230790698819</c:v>
                </c:pt>
                <c:pt idx="1325">
                  <c:v>155.60546501392071</c:v>
                </c:pt>
                <c:pt idx="1326">
                  <c:v>160.0824315108033</c:v>
                </c:pt>
                <c:pt idx="1327">
                  <c:v>160.39957478932021</c:v>
                </c:pt>
                <c:pt idx="1328">
                  <c:v>166.28075871516339</c:v>
                </c:pt>
                <c:pt idx="1329">
                  <c:v>166.15609546910559</c:v>
                </c:pt>
                <c:pt idx="1330">
                  <c:v>167.33435538200021</c:v>
                </c:pt>
                <c:pt idx="1331">
                  <c:v>167.83937577610419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9D-4D80-B7BA-DF805BBDE625}"/>
            </c:ext>
          </c:extLst>
        </c:ser>
        <c:ser>
          <c:idx val="1"/>
          <c:order val="1"/>
          <c:tx>
            <c:v>Ibovespa</c:v>
          </c:tx>
          <c:spPr>
            <a:ln w="22225" cap="rnd">
              <a:solidFill>
                <a:srgbClr val="1F2F44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100'!$G$4:$G$10000</c:f>
              <c:numCache>
                <c:formatCode>m/d/yyyy</c:formatCode>
                <c:ptCount val="9997"/>
                <c:pt idx="0">
                  <c:v>44316</c:v>
                </c:pt>
                <c:pt idx="1">
                  <c:v>44319</c:v>
                </c:pt>
                <c:pt idx="2">
                  <c:v>44320</c:v>
                </c:pt>
                <c:pt idx="3">
                  <c:v>44321</c:v>
                </c:pt>
                <c:pt idx="4">
                  <c:v>44322</c:v>
                </c:pt>
                <c:pt idx="5">
                  <c:v>44323</c:v>
                </c:pt>
                <c:pt idx="6">
                  <c:v>44326</c:v>
                </c:pt>
                <c:pt idx="7">
                  <c:v>44327</c:v>
                </c:pt>
                <c:pt idx="8">
                  <c:v>44328</c:v>
                </c:pt>
                <c:pt idx="9">
                  <c:v>44329</c:v>
                </c:pt>
                <c:pt idx="10">
                  <c:v>44330</c:v>
                </c:pt>
                <c:pt idx="11">
                  <c:v>44333</c:v>
                </c:pt>
                <c:pt idx="12">
                  <c:v>44334</c:v>
                </c:pt>
                <c:pt idx="13">
                  <c:v>44335</c:v>
                </c:pt>
                <c:pt idx="14">
                  <c:v>44336</c:v>
                </c:pt>
                <c:pt idx="15">
                  <c:v>44337</c:v>
                </c:pt>
                <c:pt idx="16">
                  <c:v>44340</c:v>
                </c:pt>
                <c:pt idx="17">
                  <c:v>44341</c:v>
                </c:pt>
                <c:pt idx="18">
                  <c:v>44342</c:v>
                </c:pt>
                <c:pt idx="19">
                  <c:v>44343</c:v>
                </c:pt>
                <c:pt idx="20">
                  <c:v>44344</c:v>
                </c:pt>
                <c:pt idx="21">
                  <c:v>44347</c:v>
                </c:pt>
                <c:pt idx="22">
                  <c:v>44348</c:v>
                </c:pt>
                <c:pt idx="23">
                  <c:v>44349</c:v>
                </c:pt>
                <c:pt idx="24">
                  <c:v>44351</c:v>
                </c:pt>
                <c:pt idx="25">
                  <c:v>44354</c:v>
                </c:pt>
                <c:pt idx="26">
                  <c:v>44355</c:v>
                </c:pt>
                <c:pt idx="27">
                  <c:v>44356</c:v>
                </c:pt>
                <c:pt idx="28">
                  <c:v>44357</c:v>
                </c:pt>
                <c:pt idx="29">
                  <c:v>44358</c:v>
                </c:pt>
                <c:pt idx="30">
                  <c:v>44361</c:v>
                </c:pt>
                <c:pt idx="31">
                  <c:v>44362</c:v>
                </c:pt>
                <c:pt idx="32">
                  <c:v>44363</c:v>
                </c:pt>
                <c:pt idx="33">
                  <c:v>44364</c:v>
                </c:pt>
                <c:pt idx="34">
                  <c:v>44365</c:v>
                </c:pt>
                <c:pt idx="35">
                  <c:v>44368</c:v>
                </c:pt>
                <c:pt idx="36">
                  <c:v>44369</c:v>
                </c:pt>
                <c:pt idx="37">
                  <c:v>44370</c:v>
                </c:pt>
                <c:pt idx="38">
                  <c:v>44371</c:v>
                </c:pt>
                <c:pt idx="39">
                  <c:v>44372</c:v>
                </c:pt>
                <c:pt idx="40">
                  <c:v>44375</c:v>
                </c:pt>
                <c:pt idx="41">
                  <c:v>44376</c:v>
                </c:pt>
                <c:pt idx="42">
                  <c:v>44377</c:v>
                </c:pt>
                <c:pt idx="43">
                  <c:v>44378</c:v>
                </c:pt>
                <c:pt idx="44">
                  <c:v>44379</c:v>
                </c:pt>
                <c:pt idx="45">
                  <c:v>44382</c:v>
                </c:pt>
                <c:pt idx="46">
                  <c:v>44383</c:v>
                </c:pt>
                <c:pt idx="47">
                  <c:v>44384</c:v>
                </c:pt>
                <c:pt idx="48">
                  <c:v>44385</c:v>
                </c:pt>
                <c:pt idx="49">
                  <c:v>44389</c:v>
                </c:pt>
                <c:pt idx="50">
                  <c:v>44390</c:v>
                </c:pt>
                <c:pt idx="51">
                  <c:v>44391</c:v>
                </c:pt>
                <c:pt idx="52">
                  <c:v>44392</c:v>
                </c:pt>
                <c:pt idx="53">
                  <c:v>44393</c:v>
                </c:pt>
                <c:pt idx="54">
                  <c:v>44396</c:v>
                </c:pt>
                <c:pt idx="55">
                  <c:v>44397</c:v>
                </c:pt>
                <c:pt idx="56">
                  <c:v>44398</c:v>
                </c:pt>
                <c:pt idx="57">
                  <c:v>44399</c:v>
                </c:pt>
                <c:pt idx="58">
                  <c:v>44400</c:v>
                </c:pt>
                <c:pt idx="59">
                  <c:v>44403</c:v>
                </c:pt>
                <c:pt idx="60">
                  <c:v>44404</c:v>
                </c:pt>
                <c:pt idx="61">
                  <c:v>44405</c:v>
                </c:pt>
                <c:pt idx="62">
                  <c:v>44406</c:v>
                </c:pt>
                <c:pt idx="63">
                  <c:v>44407</c:v>
                </c:pt>
                <c:pt idx="64">
                  <c:v>44410</c:v>
                </c:pt>
                <c:pt idx="65">
                  <c:v>44411</c:v>
                </c:pt>
                <c:pt idx="66">
                  <c:v>44412</c:v>
                </c:pt>
                <c:pt idx="67">
                  <c:v>44413</c:v>
                </c:pt>
                <c:pt idx="68">
                  <c:v>44414</c:v>
                </c:pt>
                <c:pt idx="69">
                  <c:v>44417</c:v>
                </c:pt>
                <c:pt idx="70">
                  <c:v>44418</c:v>
                </c:pt>
                <c:pt idx="71">
                  <c:v>44419</c:v>
                </c:pt>
                <c:pt idx="72">
                  <c:v>44420</c:v>
                </c:pt>
                <c:pt idx="73">
                  <c:v>44421</c:v>
                </c:pt>
                <c:pt idx="74">
                  <c:v>44424</c:v>
                </c:pt>
                <c:pt idx="75">
                  <c:v>44425</c:v>
                </c:pt>
                <c:pt idx="76">
                  <c:v>44426</c:v>
                </c:pt>
                <c:pt idx="77">
                  <c:v>44427</c:v>
                </c:pt>
                <c:pt idx="78">
                  <c:v>44428</c:v>
                </c:pt>
                <c:pt idx="79">
                  <c:v>44431</c:v>
                </c:pt>
                <c:pt idx="80">
                  <c:v>44432</c:v>
                </c:pt>
                <c:pt idx="81">
                  <c:v>44433</c:v>
                </c:pt>
                <c:pt idx="82">
                  <c:v>44434</c:v>
                </c:pt>
                <c:pt idx="83">
                  <c:v>44435</c:v>
                </c:pt>
                <c:pt idx="84">
                  <c:v>44438</c:v>
                </c:pt>
                <c:pt idx="85">
                  <c:v>44439</c:v>
                </c:pt>
                <c:pt idx="86">
                  <c:v>44440</c:v>
                </c:pt>
                <c:pt idx="87">
                  <c:v>44441</c:v>
                </c:pt>
                <c:pt idx="88">
                  <c:v>44442</c:v>
                </c:pt>
                <c:pt idx="89">
                  <c:v>44445</c:v>
                </c:pt>
                <c:pt idx="90">
                  <c:v>44447</c:v>
                </c:pt>
                <c:pt idx="91">
                  <c:v>44448</c:v>
                </c:pt>
                <c:pt idx="92">
                  <c:v>44449</c:v>
                </c:pt>
                <c:pt idx="93">
                  <c:v>44452</c:v>
                </c:pt>
                <c:pt idx="94">
                  <c:v>44453</c:v>
                </c:pt>
                <c:pt idx="95">
                  <c:v>44454</c:v>
                </c:pt>
                <c:pt idx="96">
                  <c:v>44455</c:v>
                </c:pt>
                <c:pt idx="97">
                  <c:v>44456</c:v>
                </c:pt>
                <c:pt idx="98">
                  <c:v>44459</c:v>
                </c:pt>
                <c:pt idx="99">
                  <c:v>44460</c:v>
                </c:pt>
                <c:pt idx="100">
                  <c:v>44461</c:v>
                </c:pt>
                <c:pt idx="101">
                  <c:v>44462</c:v>
                </c:pt>
                <c:pt idx="102">
                  <c:v>44463</c:v>
                </c:pt>
                <c:pt idx="103">
                  <c:v>44466</c:v>
                </c:pt>
                <c:pt idx="104">
                  <c:v>44467</c:v>
                </c:pt>
                <c:pt idx="105">
                  <c:v>44468</c:v>
                </c:pt>
                <c:pt idx="106">
                  <c:v>44469</c:v>
                </c:pt>
                <c:pt idx="107">
                  <c:v>44470</c:v>
                </c:pt>
                <c:pt idx="108">
                  <c:v>44473</c:v>
                </c:pt>
                <c:pt idx="109">
                  <c:v>44474</c:v>
                </c:pt>
                <c:pt idx="110">
                  <c:v>44475</c:v>
                </c:pt>
                <c:pt idx="111">
                  <c:v>44476</c:v>
                </c:pt>
                <c:pt idx="112">
                  <c:v>44477</c:v>
                </c:pt>
                <c:pt idx="113">
                  <c:v>44480</c:v>
                </c:pt>
                <c:pt idx="114">
                  <c:v>44482</c:v>
                </c:pt>
                <c:pt idx="115">
                  <c:v>44483</c:v>
                </c:pt>
                <c:pt idx="116">
                  <c:v>44484</c:v>
                </c:pt>
                <c:pt idx="117">
                  <c:v>44487</c:v>
                </c:pt>
                <c:pt idx="118">
                  <c:v>44488</c:v>
                </c:pt>
                <c:pt idx="119">
                  <c:v>44489</c:v>
                </c:pt>
                <c:pt idx="120">
                  <c:v>44490</c:v>
                </c:pt>
                <c:pt idx="121">
                  <c:v>44491</c:v>
                </c:pt>
                <c:pt idx="122">
                  <c:v>44494</c:v>
                </c:pt>
                <c:pt idx="123">
                  <c:v>44495</c:v>
                </c:pt>
                <c:pt idx="124">
                  <c:v>44496</c:v>
                </c:pt>
                <c:pt idx="125">
                  <c:v>44497</c:v>
                </c:pt>
                <c:pt idx="126">
                  <c:v>44498</c:v>
                </c:pt>
                <c:pt idx="127">
                  <c:v>44501</c:v>
                </c:pt>
                <c:pt idx="128">
                  <c:v>44503</c:v>
                </c:pt>
                <c:pt idx="129">
                  <c:v>44504</c:v>
                </c:pt>
                <c:pt idx="130">
                  <c:v>44505</c:v>
                </c:pt>
                <c:pt idx="131">
                  <c:v>44508</c:v>
                </c:pt>
                <c:pt idx="132">
                  <c:v>44509</c:v>
                </c:pt>
                <c:pt idx="133">
                  <c:v>44510</c:v>
                </c:pt>
                <c:pt idx="134">
                  <c:v>44511</c:v>
                </c:pt>
                <c:pt idx="135">
                  <c:v>44512</c:v>
                </c:pt>
                <c:pt idx="136">
                  <c:v>44516</c:v>
                </c:pt>
                <c:pt idx="137">
                  <c:v>44517</c:v>
                </c:pt>
                <c:pt idx="138">
                  <c:v>44518</c:v>
                </c:pt>
                <c:pt idx="139">
                  <c:v>44519</c:v>
                </c:pt>
                <c:pt idx="140">
                  <c:v>44522</c:v>
                </c:pt>
                <c:pt idx="141">
                  <c:v>44523</c:v>
                </c:pt>
                <c:pt idx="142">
                  <c:v>44524</c:v>
                </c:pt>
                <c:pt idx="143">
                  <c:v>44525</c:v>
                </c:pt>
                <c:pt idx="144">
                  <c:v>44526</c:v>
                </c:pt>
                <c:pt idx="145">
                  <c:v>44529</c:v>
                </c:pt>
                <c:pt idx="146">
                  <c:v>44530</c:v>
                </c:pt>
                <c:pt idx="147">
                  <c:v>44531</c:v>
                </c:pt>
                <c:pt idx="148">
                  <c:v>44532</c:v>
                </c:pt>
                <c:pt idx="149">
                  <c:v>44533</c:v>
                </c:pt>
                <c:pt idx="150">
                  <c:v>44536</c:v>
                </c:pt>
                <c:pt idx="151">
                  <c:v>44537</c:v>
                </c:pt>
                <c:pt idx="152">
                  <c:v>44538</c:v>
                </c:pt>
                <c:pt idx="153">
                  <c:v>44539</c:v>
                </c:pt>
                <c:pt idx="154">
                  <c:v>44540</c:v>
                </c:pt>
                <c:pt idx="155">
                  <c:v>44543</c:v>
                </c:pt>
                <c:pt idx="156">
                  <c:v>44544</c:v>
                </c:pt>
                <c:pt idx="157">
                  <c:v>44545</c:v>
                </c:pt>
                <c:pt idx="158">
                  <c:v>44546</c:v>
                </c:pt>
                <c:pt idx="159">
                  <c:v>44547</c:v>
                </c:pt>
                <c:pt idx="160">
                  <c:v>44550</c:v>
                </c:pt>
                <c:pt idx="161">
                  <c:v>44551</c:v>
                </c:pt>
                <c:pt idx="162">
                  <c:v>44552</c:v>
                </c:pt>
                <c:pt idx="163">
                  <c:v>44553</c:v>
                </c:pt>
                <c:pt idx="164">
                  <c:v>44557</c:v>
                </c:pt>
                <c:pt idx="165">
                  <c:v>44558</c:v>
                </c:pt>
                <c:pt idx="166">
                  <c:v>44559</c:v>
                </c:pt>
                <c:pt idx="167">
                  <c:v>44560</c:v>
                </c:pt>
                <c:pt idx="168">
                  <c:v>44564</c:v>
                </c:pt>
                <c:pt idx="169">
                  <c:v>44565</c:v>
                </c:pt>
                <c:pt idx="170">
                  <c:v>44566</c:v>
                </c:pt>
                <c:pt idx="171">
                  <c:v>44567</c:v>
                </c:pt>
                <c:pt idx="172">
                  <c:v>44568</c:v>
                </c:pt>
                <c:pt idx="173">
                  <c:v>44571</c:v>
                </c:pt>
                <c:pt idx="174">
                  <c:v>44572</c:v>
                </c:pt>
                <c:pt idx="175">
                  <c:v>44573</c:v>
                </c:pt>
                <c:pt idx="176">
                  <c:v>44574</c:v>
                </c:pt>
                <c:pt idx="177">
                  <c:v>44575</c:v>
                </c:pt>
                <c:pt idx="178">
                  <c:v>44578</c:v>
                </c:pt>
                <c:pt idx="179">
                  <c:v>44579</c:v>
                </c:pt>
                <c:pt idx="180">
                  <c:v>44580</c:v>
                </c:pt>
                <c:pt idx="181">
                  <c:v>44581</c:v>
                </c:pt>
                <c:pt idx="182">
                  <c:v>44582</c:v>
                </c:pt>
                <c:pt idx="183">
                  <c:v>44585</c:v>
                </c:pt>
                <c:pt idx="184">
                  <c:v>44586</c:v>
                </c:pt>
                <c:pt idx="185">
                  <c:v>44587</c:v>
                </c:pt>
                <c:pt idx="186">
                  <c:v>44588</c:v>
                </c:pt>
                <c:pt idx="187">
                  <c:v>44589</c:v>
                </c:pt>
                <c:pt idx="188">
                  <c:v>44592</c:v>
                </c:pt>
                <c:pt idx="189">
                  <c:v>44593</c:v>
                </c:pt>
                <c:pt idx="190">
                  <c:v>44594</c:v>
                </c:pt>
                <c:pt idx="191">
                  <c:v>44595</c:v>
                </c:pt>
                <c:pt idx="192">
                  <c:v>44596</c:v>
                </c:pt>
                <c:pt idx="193">
                  <c:v>44599</c:v>
                </c:pt>
                <c:pt idx="194">
                  <c:v>44600</c:v>
                </c:pt>
                <c:pt idx="195">
                  <c:v>44601</c:v>
                </c:pt>
                <c:pt idx="196">
                  <c:v>44602</c:v>
                </c:pt>
                <c:pt idx="197">
                  <c:v>44603</c:v>
                </c:pt>
                <c:pt idx="198">
                  <c:v>44606</c:v>
                </c:pt>
                <c:pt idx="199">
                  <c:v>44607</c:v>
                </c:pt>
                <c:pt idx="200">
                  <c:v>44608</c:v>
                </c:pt>
                <c:pt idx="201">
                  <c:v>44609</c:v>
                </c:pt>
                <c:pt idx="202">
                  <c:v>44610</c:v>
                </c:pt>
                <c:pt idx="203">
                  <c:v>44613</c:v>
                </c:pt>
                <c:pt idx="204">
                  <c:v>44614</c:v>
                </c:pt>
                <c:pt idx="205">
                  <c:v>44615</c:v>
                </c:pt>
                <c:pt idx="206">
                  <c:v>44616</c:v>
                </c:pt>
                <c:pt idx="207">
                  <c:v>44617</c:v>
                </c:pt>
                <c:pt idx="208">
                  <c:v>44622</c:v>
                </c:pt>
                <c:pt idx="209">
                  <c:v>44623</c:v>
                </c:pt>
                <c:pt idx="210">
                  <c:v>44624</c:v>
                </c:pt>
                <c:pt idx="211">
                  <c:v>44627</c:v>
                </c:pt>
                <c:pt idx="212">
                  <c:v>44628</c:v>
                </c:pt>
                <c:pt idx="213">
                  <c:v>44629</c:v>
                </c:pt>
                <c:pt idx="214">
                  <c:v>44630</c:v>
                </c:pt>
                <c:pt idx="215">
                  <c:v>44631</c:v>
                </c:pt>
                <c:pt idx="216">
                  <c:v>44634</c:v>
                </c:pt>
                <c:pt idx="217">
                  <c:v>44635</c:v>
                </c:pt>
                <c:pt idx="218">
                  <c:v>44636</c:v>
                </c:pt>
                <c:pt idx="219">
                  <c:v>44637</c:v>
                </c:pt>
                <c:pt idx="220">
                  <c:v>44638</c:v>
                </c:pt>
                <c:pt idx="221">
                  <c:v>44641</c:v>
                </c:pt>
                <c:pt idx="222">
                  <c:v>44642</c:v>
                </c:pt>
                <c:pt idx="223">
                  <c:v>44643</c:v>
                </c:pt>
                <c:pt idx="224">
                  <c:v>44644</c:v>
                </c:pt>
                <c:pt idx="225">
                  <c:v>44645</c:v>
                </c:pt>
                <c:pt idx="226">
                  <c:v>44648</c:v>
                </c:pt>
                <c:pt idx="227">
                  <c:v>44649</c:v>
                </c:pt>
                <c:pt idx="228">
                  <c:v>44650</c:v>
                </c:pt>
                <c:pt idx="229">
                  <c:v>44651</c:v>
                </c:pt>
                <c:pt idx="230">
                  <c:v>44652</c:v>
                </c:pt>
                <c:pt idx="231">
                  <c:v>44655</c:v>
                </c:pt>
                <c:pt idx="232">
                  <c:v>44656</c:v>
                </c:pt>
                <c:pt idx="233">
                  <c:v>44657</c:v>
                </c:pt>
                <c:pt idx="234">
                  <c:v>44658</c:v>
                </c:pt>
                <c:pt idx="235">
                  <c:v>44659</c:v>
                </c:pt>
                <c:pt idx="236">
                  <c:v>44662</c:v>
                </c:pt>
                <c:pt idx="237">
                  <c:v>44663</c:v>
                </c:pt>
                <c:pt idx="238">
                  <c:v>44664</c:v>
                </c:pt>
                <c:pt idx="239">
                  <c:v>44665</c:v>
                </c:pt>
                <c:pt idx="240">
                  <c:v>44669</c:v>
                </c:pt>
                <c:pt idx="241">
                  <c:v>44670</c:v>
                </c:pt>
                <c:pt idx="242">
                  <c:v>44671</c:v>
                </c:pt>
                <c:pt idx="243">
                  <c:v>44673</c:v>
                </c:pt>
                <c:pt idx="244">
                  <c:v>44676</c:v>
                </c:pt>
                <c:pt idx="245">
                  <c:v>44677</c:v>
                </c:pt>
                <c:pt idx="246">
                  <c:v>44678</c:v>
                </c:pt>
                <c:pt idx="247">
                  <c:v>44679</c:v>
                </c:pt>
                <c:pt idx="248">
                  <c:v>44680</c:v>
                </c:pt>
                <c:pt idx="249">
                  <c:v>44683</c:v>
                </c:pt>
                <c:pt idx="250">
                  <c:v>44684</c:v>
                </c:pt>
                <c:pt idx="251">
                  <c:v>44685</c:v>
                </c:pt>
                <c:pt idx="252">
                  <c:v>44686</c:v>
                </c:pt>
                <c:pt idx="253">
                  <c:v>44687</c:v>
                </c:pt>
                <c:pt idx="254">
                  <c:v>44690</c:v>
                </c:pt>
                <c:pt idx="255">
                  <c:v>44691</c:v>
                </c:pt>
                <c:pt idx="256">
                  <c:v>44692</c:v>
                </c:pt>
                <c:pt idx="257">
                  <c:v>44693</c:v>
                </c:pt>
                <c:pt idx="258">
                  <c:v>44694</c:v>
                </c:pt>
                <c:pt idx="259">
                  <c:v>44697</c:v>
                </c:pt>
                <c:pt idx="260">
                  <c:v>44698</c:v>
                </c:pt>
                <c:pt idx="261">
                  <c:v>44699</c:v>
                </c:pt>
                <c:pt idx="262">
                  <c:v>44700</c:v>
                </c:pt>
                <c:pt idx="263">
                  <c:v>44701</c:v>
                </c:pt>
                <c:pt idx="264">
                  <c:v>44704</c:v>
                </c:pt>
                <c:pt idx="265">
                  <c:v>44705</c:v>
                </c:pt>
                <c:pt idx="266">
                  <c:v>44706</c:v>
                </c:pt>
                <c:pt idx="267">
                  <c:v>44707</c:v>
                </c:pt>
                <c:pt idx="268">
                  <c:v>44708</c:v>
                </c:pt>
                <c:pt idx="269">
                  <c:v>44711</c:v>
                </c:pt>
                <c:pt idx="270">
                  <c:v>44712</c:v>
                </c:pt>
                <c:pt idx="271">
                  <c:v>44713</c:v>
                </c:pt>
                <c:pt idx="272">
                  <c:v>44714</c:v>
                </c:pt>
                <c:pt idx="273">
                  <c:v>44715</c:v>
                </c:pt>
                <c:pt idx="274">
                  <c:v>44718</c:v>
                </c:pt>
                <c:pt idx="275">
                  <c:v>44719</c:v>
                </c:pt>
                <c:pt idx="276">
                  <c:v>44720</c:v>
                </c:pt>
                <c:pt idx="277">
                  <c:v>44721</c:v>
                </c:pt>
                <c:pt idx="278">
                  <c:v>44722</c:v>
                </c:pt>
                <c:pt idx="279">
                  <c:v>44725</c:v>
                </c:pt>
                <c:pt idx="280">
                  <c:v>44726</c:v>
                </c:pt>
                <c:pt idx="281">
                  <c:v>44727</c:v>
                </c:pt>
                <c:pt idx="282">
                  <c:v>44729</c:v>
                </c:pt>
                <c:pt idx="283">
                  <c:v>44732</c:v>
                </c:pt>
                <c:pt idx="284">
                  <c:v>44733</c:v>
                </c:pt>
                <c:pt idx="285">
                  <c:v>44734</c:v>
                </c:pt>
                <c:pt idx="286">
                  <c:v>44735</c:v>
                </c:pt>
                <c:pt idx="287">
                  <c:v>44736</c:v>
                </c:pt>
                <c:pt idx="288">
                  <c:v>44739</c:v>
                </c:pt>
                <c:pt idx="289">
                  <c:v>44740</c:v>
                </c:pt>
                <c:pt idx="290">
                  <c:v>44741</c:v>
                </c:pt>
                <c:pt idx="291">
                  <c:v>44742</c:v>
                </c:pt>
                <c:pt idx="292">
                  <c:v>44743</c:v>
                </c:pt>
                <c:pt idx="293">
                  <c:v>44746</c:v>
                </c:pt>
                <c:pt idx="294">
                  <c:v>44747</c:v>
                </c:pt>
                <c:pt idx="295">
                  <c:v>44748</c:v>
                </c:pt>
                <c:pt idx="296">
                  <c:v>44749</c:v>
                </c:pt>
                <c:pt idx="297">
                  <c:v>44750</c:v>
                </c:pt>
                <c:pt idx="298">
                  <c:v>44753</c:v>
                </c:pt>
                <c:pt idx="299">
                  <c:v>44754</c:v>
                </c:pt>
                <c:pt idx="300">
                  <c:v>44755</c:v>
                </c:pt>
                <c:pt idx="301">
                  <c:v>44756</c:v>
                </c:pt>
                <c:pt idx="302">
                  <c:v>44757</c:v>
                </c:pt>
                <c:pt idx="303">
                  <c:v>44760</c:v>
                </c:pt>
                <c:pt idx="304">
                  <c:v>44761</c:v>
                </c:pt>
                <c:pt idx="305">
                  <c:v>44762</c:v>
                </c:pt>
                <c:pt idx="306">
                  <c:v>44763</c:v>
                </c:pt>
                <c:pt idx="307">
                  <c:v>44764</c:v>
                </c:pt>
                <c:pt idx="308">
                  <c:v>44767</c:v>
                </c:pt>
                <c:pt idx="309">
                  <c:v>44768</c:v>
                </c:pt>
                <c:pt idx="310">
                  <c:v>44769</c:v>
                </c:pt>
                <c:pt idx="311">
                  <c:v>44770</c:v>
                </c:pt>
                <c:pt idx="312">
                  <c:v>44771</c:v>
                </c:pt>
                <c:pt idx="313">
                  <c:v>44774</c:v>
                </c:pt>
                <c:pt idx="314">
                  <c:v>44775</c:v>
                </c:pt>
                <c:pt idx="315">
                  <c:v>44776</c:v>
                </c:pt>
                <c:pt idx="316">
                  <c:v>44777</c:v>
                </c:pt>
                <c:pt idx="317">
                  <c:v>44778</c:v>
                </c:pt>
                <c:pt idx="318">
                  <c:v>44781</c:v>
                </c:pt>
                <c:pt idx="319">
                  <c:v>44782</c:v>
                </c:pt>
                <c:pt idx="320">
                  <c:v>44783</c:v>
                </c:pt>
                <c:pt idx="321">
                  <c:v>44784</c:v>
                </c:pt>
                <c:pt idx="322">
                  <c:v>44785</c:v>
                </c:pt>
                <c:pt idx="323">
                  <c:v>44788</c:v>
                </c:pt>
                <c:pt idx="324">
                  <c:v>44789</c:v>
                </c:pt>
                <c:pt idx="325">
                  <c:v>44790</c:v>
                </c:pt>
                <c:pt idx="326">
                  <c:v>44791</c:v>
                </c:pt>
                <c:pt idx="327">
                  <c:v>44792</c:v>
                </c:pt>
                <c:pt idx="328">
                  <c:v>44795</c:v>
                </c:pt>
                <c:pt idx="329">
                  <c:v>44796</c:v>
                </c:pt>
                <c:pt idx="330">
                  <c:v>44797</c:v>
                </c:pt>
                <c:pt idx="331">
                  <c:v>44798</c:v>
                </c:pt>
                <c:pt idx="332">
                  <c:v>44799</c:v>
                </c:pt>
                <c:pt idx="333">
                  <c:v>44802</c:v>
                </c:pt>
                <c:pt idx="334">
                  <c:v>44803</c:v>
                </c:pt>
                <c:pt idx="335">
                  <c:v>44804</c:v>
                </c:pt>
                <c:pt idx="336">
                  <c:v>44805</c:v>
                </c:pt>
                <c:pt idx="337">
                  <c:v>44806</c:v>
                </c:pt>
                <c:pt idx="338">
                  <c:v>44809</c:v>
                </c:pt>
                <c:pt idx="339">
                  <c:v>44810</c:v>
                </c:pt>
                <c:pt idx="340">
                  <c:v>44812</c:v>
                </c:pt>
                <c:pt idx="341">
                  <c:v>44813</c:v>
                </c:pt>
                <c:pt idx="342">
                  <c:v>44816</c:v>
                </c:pt>
                <c:pt idx="343">
                  <c:v>44817</c:v>
                </c:pt>
                <c:pt idx="344">
                  <c:v>44818</c:v>
                </c:pt>
                <c:pt idx="345">
                  <c:v>44819</c:v>
                </c:pt>
                <c:pt idx="346">
                  <c:v>44820</c:v>
                </c:pt>
                <c:pt idx="347">
                  <c:v>44823</c:v>
                </c:pt>
                <c:pt idx="348">
                  <c:v>44824</c:v>
                </c:pt>
                <c:pt idx="349">
                  <c:v>44825</c:v>
                </c:pt>
                <c:pt idx="350">
                  <c:v>44826</c:v>
                </c:pt>
                <c:pt idx="351">
                  <c:v>44827</c:v>
                </c:pt>
                <c:pt idx="352">
                  <c:v>44830</c:v>
                </c:pt>
                <c:pt idx="353">
                  <c:v>44831</c:v>
                </c:pt>
                <c:pt idx="354">
                  <c:v>44832</c:v>
                </c:pt>
                <c:pt idx="355">
                  <c:v>44833</c:v>
                </c:pt>
                <c:pt idx="356">
                  <c:v>44834</c:v>
                </c:pt>
                <c:pt idx="357">
                  <c:v>44837</c:v>
                </c:pt>
                <c:pt idx="358">
                  <c:v>44838</c:v>
                </c:pt>
                <c:pt idx="359">
                  <c:v>44839</c:v>
                </c:pt>
                <c:pt idx="360">
                  <c:v>44840</c:v>
                </c:pt>
                <c:pt idx="361">
                  <c:v>44841</c:v>
                </c:pt>
                <c:pt idx="362">
                  <c:v>44844</c:v>
                </c:pt>
                <c:pt idx="363">
                  <c:v>44845</c:v>
                </c:pt>
                <c:pt idx="364">
                  <c:v>44847</c:v>
                </c:pt>
                <c:pt idx="365">
                  <c:v>44848</c:v>
                </c:pt>
                <c:pt idx="366">
                  <c:v>44851</c:v>
                </c:pt>
                <c:pt idx="367">
                  <c:v>44852</c:v>
                </c:pt>
                <c:pt idx="368">
                  <c:v>44853</c:v>
                </c:pt>
                <c:pt idx="369">
                  <c:v>44854</c:v>
                </c:pt>
                <c:pt idx="370">
                  <c:v>44855</c:v>
                </c:pt>
                <c:pt idx="371">
                  <c:v>44858</c:v>
                </c:pt>
                <c:pt idx="372">
                  <c:v>44859</c:v>
                </c:pt>
                <c:pt idx="373">
                  <c:v>44860</c:v>
                </c:pt>
                <c:pt idx="374">
                  <c:v>44861</c:v>
                </c:pt>
                <c:pt idx="375">
                  <c:v>44862</c:v>
                </c:pt>
                <c:pt idx="376">
                  <c:v>44865</c:v>
                </c:pt>
                <c:pt idx="377">
                  <c:v>44866</c:v>
                </c:pt>
                <c:pt idx="378">
                  <c:v>44868</c:v>
                </c:pt>
                <c:pt idx="379">
                  <c:v>44869</c:v>
                </c:pt>
                <c:pt idx="380">
                  <c:v>44872</c:v>
                </c:pt>
                <c:pt idx="381">
                  <c:v>44873</c:v>
                </c:pt>
                <c:pt idx="382">
                  <c:v>44874</c:v>
                </c:pt>
                <c:pt idx="383">
                  <c:v>44875</c:v>
                </c:pt>
                <c:pt idx="384">
                  <c:v>44876</c:v>
                </c:pt>
                <c:pt idx="385">
                  <c:v>44879</c:v>
                </c:pt>
                <c:pt idx="386">
                  <c:v>44881</c:v>
                </c:pt>
                <c:pt idx="387">
                  <c:v>44882</c:v>
                </c:pt>
                <c:pt idx="388">
                  <c:v>44883</c:v>
                </c:pt>
                <c:pt idx="389">
                  <c:v>44886</c:v>
                </c:pt>
                <c:pt idx="390">
                  <c:v>44887</c:v>
                </c:pt>
                <c:pt idx="391">
                  <c:v>44888</c:v>
                </c:pt>
                <c:pt idx="392">
                  <c:v>44889</c:v>
                </c:pt>
                <c:pt idx="393">
                  <c:v>44890</c:v>
                </c:pt>
                <c:pt idx="394">
                  <c:v>44893</c:v>
                </c:pt>
                <c:pt idx="395">
                  <c:v>44894</c:v>
                </c:pt>
                <c:pt idx="396">
                  <c:v>44895</c:v>
                </c:pt>
                <c:pt idx="397">
                  <c:v>44896</c:v>
                </c:pt>
                <c:pt idx="398">
                  <c:v>44897</c:v>
                </c:pt>
                <c:pt idx="399">
                  <c:v>44900</c:v>
                </c:pt>
                <c:pt idx="400">
                  <c:v>44901</c:v>
                </c:pt>
                <c:pt idx="401">
                  <c:v>44902</c:v>
                </c:pt>
                <c:pt idx="402">
                  <c:v>44903</c:v>
                </c:pt>
                <c:pt idx="403">
                  <c:v>44904</c:v>
                </c:pt>
                <c:pt idx="404">
                  <c:v>44907</c:v>
                </c:pt>
                <c:pt idx="405">
                  <c:v>44908</c:v>
                </c:pt>
                <c:pt idx="406">
                  <c:v>44909</c:v>
                </c:pt>
                <c:pt idx="407">
                  <c:v>44910</c:v>
                </c:pt>
                <c:pt idx="408">
                  <c:v>44911</c:v>
                </c:pt>
                <c:pt idx="409">
                  <c:v>44914</c:v>
                </c:pt>
                <c:pt idx="410">
                  <c:v>44915</c:v>
                </c:pt>
                <c:pt idx="411">
                  <c:v>44916</c:v>
                </c:pt>
                <c:pt idx="412">
                  <c:v>44917</c:v>
                </c:pt>
                <c:pt idx="413">
                  <c:v>44918</c:v>
                </c:pt>
                <c:pt idx="414">
                  <c:v>44921</c:v>
                </c:pt>
                <c:pt idx="415">
                  <c:v>44922</c:v>
                </c:pt>
                <c:pt idx="416">
                  <c:v>44923</c:v>
                </c:pt>
                <c:pt idx="417">
                  <c:v>44924</c:v>
                </c:pt>
                <c:pt idx="418">
                  <c:v>44928</c:v>
                </c:pt>
                <c:pt idx="419">
                  <c:v>44929</c:v>
                </c:pt>
                <c:pt idx="420">
                  <c:v>44930</c:v>
                </c:pt>
                <c:pt idx="421">
                  <c:v>44931</c:v>
                </c:pt>
                <c:pt idx="422">
                  <c:v>44932</c:v>
                </c:pt>
                <c:pt idx="423">
                  <c:v>44935</c:v>
                </c:pt>
                <c:pt idx="424">
                  <c:v>44936</c:v>
                </c:pt>
                <c:pt idx="425">
                  <c:v>44937</c:v>
                </c:pt>
                <c:pt idx="426">
                  <c:v>44938</c:v>
                </c:pt>
                <c:pt idx="427">
                  <c:v>44939</c:v>
                </c:pt>
                <c:pt idx="428">
                  <c:v>44942</c:v>
                </c:pt>
                <c:pt idx="429">
                  <c:v>44943</c:v>
                </c:pt>
                <c:pt idx="430">
                  <c:v>44944</c:v>
                </c:pt>
                <c:pt idx="431">
                  <c:v>44945</c:v>
                </c:pt>
                <c:pt idx="432">
                  <c:v>44946</c:v>
                </c:pt>
                <c:pt idx="433">
                  <c:v>44949</c:v>
                </c:pt>
                <c:pt idx="434">
                  <c:v>44950</c:v>
                </c:pt>
                <c:pt idx="435">
                  <c:v>44951</c:v>
                </c:pt>
                <c:pt idx="436">
                  <c:v>44952</c:v>
                </c:pt>
                <c:pt idx="437">
                  <c:v>44953</c:v>
                </c:pt>
                <c:pt idx="438">
                  <c:v>44956</c:v>
                </c:pt>
                <c:pt idx="439">
                  <c:v>44957</c:v>
                </c:pt>
                <c:pt idx="440">
                  <c:v>44958</c:v>
                </c:pt>
                <c:pt idx="441">
                  <c:v>44959</c:v>
                </c:pt>
                <c:pt idx="442">
                  <c:v>44960</c:v>
                </c:pt>
                <c:pt idx="443">
                  <c:v>44963</c:v>
                </c:pt>
                <c:pt idx="444">
                  <c:v>44964</c:v>
                </c:pt>
                <c:pt idx="445">
                  <c:v>44965</c:v>
                </c:pt>
                <c:pt idx="446">
                  <c:v>44966</c:v>
                </c:pt>
                <c:pt idx="447">
                  <c:v>44967</c:v>
                </c:pt>
                <c:pt idx="448">
                  <c:v>44970</c:v>
                </c:pt>
                <c:pt idx="449">
                  <c:v>44971</c:v>
                </c:pt>
                <c:pt idx="450">
                  <c:v>44972</c:v>
                </c:pt>
                <c:pt idx="451">
                  <c:v>44973</c:v>
                </c:pt>
                <c:pt idx="452">
                  <c:v>44974</c:v>
                </c:pt>
                <c:pt idx="453">
                  <c:v>44979</c:v>
                </c:pt>
                <c:pt idx="454">
                  <c:v>44980</c:v>
                </c:pt>
                <c:pt idx="455">
                  <c:v>44981</c:v>
                </c:pt>
                <c:pt idx="456">
                  <c:v>44984</c:v>
                </c:pt>
                <c:pt idx="457">
                  <c:v>44985</c:v>
                </c:pt>
                <c:pt idx="458">
                  <c:v>44986</c:v>
                </c:pt>
                <c:pt idx="459">
                  <c:v>44987</c:v>
                </c:pt>
                <c:pt idx="460">
                  <c:v>44988</c:v>
                </c:pt>
                <c:pt idx="461">
                  <c:v>44991</c:v>
                </c:pt>
                <c:pt idx="462">
                  <c:v>44992</c:v>
                </c:pt>
                <c:pt idx="463">
                  <c:v>44993</c:v>
                </c:pt>
                <c:pt idx="464">
                  <c:v>44994</c:v>
                </c:pt>
                <c:pt idx="465">
                  <c:v>44995</c:v>
                </c:pt>
                <c:pt idx="466">
                  <c:v>44998</c:v>
                </c:pt>
                <c:pt idx="467">
                  <c:v>44999</c:v>
                </c:pt>
                <c:pt idx="468">
                  <c:v>45000</c:v>
                </c:pt>
                <c:pt idx="469">
                  <c:v>45001</c:v>
                </c:pt>
                <c:pt idx="470">
                  <c:v>45002</c:v>
                </c:pt>
                <c:pt idx="471">
                  <c:v>45005</c:v>
                </c:pt>
                <c:pt idx="472">
                  <c:v>45006</c:v>
                </c:pt>
                <c:pt idx="473">
                  <c:v>45007</c:v>
                </c:pt>
                <c:pt idx="474">
                  <c:v>45008</c:v>
                </c:pt>
                <c:pt idx="475">
                  <c:v>45009</c:v>
                </c:pt>
                <c:pt idx="476">
                  <c:v>45012</c:v>
                </c:pt>
                <c:pt idx="477">
                  <c:v>45013</c:v>
                </c:pt>
                <c:pt idx="478">
                  <c:v>45014</c:v>
                </c:pt>
                <c:pt idx="479">
                  <c:v>45015</c:v>
                </c:pt>
                <c:pt idx="480">
                  <c:v>45016</c:v>
                </c:pt>
                <c:pt idx="481">
                  <c:v>45019</c:v>
                </c:pt>
                <c:pt idx="482">
                  <c:v>45020</c:v>
                </c:pt>
                <c:pt idx="483">
                  <c:v>45021</c:v>
                </c:pt>
                <c:pt idx="484">
                  <c:v>45022</c:v>
                </c:pt>
                <c:pt idx="485">
                  <c:v>45026</c:v>
                </c:pt>
                <c:pt idx="486">
                  <c:v>45027</c:v>
                </c:pt>
                <c:pt idx="487">
                  <c:v>45028</c:v>
                </c:pt>
                <c:pt idx="488">
                  <c:v>45029</c:v>
                </c:pt>
                <c:pt idx="489">
                  <c:v>45030</c:v>
                </c:pt>
                <c:pt idx="490">
                  <c:v>45033</c:v>
                </c:pt>
                <c:pt idx="491">
                  <c:v>45034</c:v>
                </c:pt>
                <c:pt idx="492">
                  <c:v>45035</c:v>
                </c:pt>
                <c:pt idx="493">
                  <c:v>45036</c:v>
                </c:pt>
                <c:pt idx="494">
                  <c:v>45040</c:v>
                </c:pt>
                <c:pt idx="495">
                  <c:v>45041</c:v>
                </c:pt>
                <c:pt idx="496">
                  <c:v>45042</c:v>
                </c:pt>
                <c:pt idx="497">
                  <c:v>45043</c:v>
                </c:pt>
                <c:pt idx="498">
                  <c:v>45044</c:v>
                </c:pt>
                <c:pt idx="499">
                  <c:v>45048</c:v>
                </c:pt>
                <c:pt idx="500">
                  <c:v>45049</c:v>
                </c:pt>
                <c:pt idx="501">
                  <c:v>45050</c:v>
                </c:pt>
                <c:pt idx="502">
                  <c:v>45051</c:v>
                </c:pt>
                <c:pt idx="503">
                  <c:v>45054</c:v>
                </c:pt>
                <c:pt idx="504">
                  <c:v>45055</c:v>
                </c:pt>
                <c:pt idx="505">
                  <c:v>45056</c:v>
                </c:pt>
                <c:pt idx="506">
                  <c:v>45057</c:v>
                </c:pt>
                <c:pt idx="507">
                  <c:v>45058</c:v>
                </c:pt>
                <c:pt idx="508">
                  <c:v>45061</c:v>
                </c:pt>
                <c:pt idx="509">
                  <c:v>45062</c:v>
                </c:pt>
                <c:pt idx="510">
                  <c:v>45063</c:v>
                </c:pt>
                <c:pt idx="511">
                  <c:v>45064</c:v>
                </c:pt>
                <c:pt idx="512">
                  <c:v>45065</c:v>
                </c:pt>
                <c:pt idx="513">
                  <c:v>45068</c:v>
                </c:pt>
                <c:pt idx="514">
                  <c:v>45069</c:v>
                </c:pt>
                <c:pt idx="515">
                  <c:v>45070</c:v>
                </c:pt>
                <c:pt idx="516">
                  <c:v>45071</c:v>
                </c:pt>
                <c:pt idx="517">
                  <c:v>45072</c:v>
                </c:pt>
                <c:pt idx="518">
                  <c:v>45075</c:v>
                </c:pt>
                <c:pt idx="519">
                  <c:v>45076</c:v>
                </c:pt>
                <c:pt idx="520">
                  <c:v>45077</c:v>
                </c:pt>
                <c:pt idx="521">
                  <c:v>45078</c:v>
                </c:pt>
                <c:pt idx="522">
                  <c:v>45079</c:v>
                </c:pt>
                <c:pt idx="523">
                  <c:v>45082</c:v>
                </c:pt>
                <c:pt idx="524">
                  <c:v>45083</c:v>
                </c:pt>
                <c:pt idx="525">
                  <c:v>45084</c:v>
                </c:pt>
                <c:pt idx="526">
                  <c:v>45086</c:v>
                </c:pt>
                <c:pt idx="527">
                  <c:v>45089</c:v>
                </c:pt>
                <c:pt idx="528">
                  <c:v>45090</c:v>
                </c:pt>
                <c:pt idx="529">
                  <c:v>45091</c:v>
                </c:pt>
                <c:pt idx="530">
                  <c:v>45092</c:v>
                </c:pt>
                <c:pt idx="531">
                  <c:v>45093</c:v>
                </c:pt>
                <c:pt idx="532">
                  <c:v>45096</c:v>
                </c:pt>
                <c:pt idx="533">
                  <c:v>45097</c:v>
                </c:pt>
                <c:pt idx="534">
                  <c:v>45098</c:v>
                </c:pt>
                <c:pt idx="535">
                  <c:v>45099</c:v>
                </c:pt>
                <c:pt idx="536">
                  <c:v>45100</c:v>
                </c:pt>
                <c:pt idx="537">
                  <c:v>45103</c:v>
                </c:pt>
                <c:pt idx="538">
                  <c:v>45104</c:v>
                </c:pt>
                <c:pt idx="539">
                  <c:v>45105</c:v>
                </c:pt>
                <c:pt idx="540">
                  <c:v>45106</c:v>
                </c:pt>
                <c:pt idx="541">
                  <c:v>45107</c:v>
                </c:pt>
                <c:pt idx="542">
                  <c:v>45110</c:v>
                </c:pt>
                <c:pt idx="543">
                  <c:v>45111</c:v>
                </c:pt>
                <c:pt idx="544">
                  <c:v>45112</c:v>
                </c:pt>
                <c:pt idx="545">
                  <c:v>45113</c:v>
                </c:pt>
                <c:pt idx="546">
                  <c:v>45114</c:v>
                </c:pt>
                <c:pt idx="547">
                  <c:v>45117</c:v>
                </c:pt>
                <c:pt idx="548">
                  <c:v>45118</c:v>
                </c:pt>
                <c:pt idx="549">
                  <c:v>45119</c:v>
                </c:pt>
                <c:pt idx="550">
                  <c:v>45120</c:v>
                </c:pt>
                <c:pt idx="551">
                  <c:v>45121</c:v>
                </c:pt>
                <c:pt idx="552">
                  <c:v>45124</c:v>
                </c:pt>
                <c:pt idx="553">
                  <c:v>45125</c:v>
                </c:pt>
                <c:pt idx="554">
                  <c:v>45126</c:v>
                </c:pt>
                <c:pt idx="555">
                  <c:v>45127</c:v>
                </c:pt>
                <c:pt idx="556">
                  <c:v>45128</c:v>
                </c:pt>
                <c:pt idx="557">
                  <c:v>45131</c:v>
                </c:pt>
                <c:pt idx="558">
                  <c:v>45132</c:v>
                </c:pt>
                <c:pt idx="559">
                  <c:v>45133</c:v>
                </c:pt>
                <c:pt idx="560">
                  <c:v>45134</c:v>
                </c:pt>
                <c:pt idx="561">
                  <c:v>45135</c:v>
                </c:pt>
                <c:pt idx="562">
                  <c:v>45138</c:v>
                </c:pt>
                <c:pt idx="563">
                  <c:v>45139</c:v>
                </c:pt>
                <c:pt idx="564">
                  <c:v>45140</c:v>
                </c:pt>
                <c:pt idx="565">
                  <c:v>45141</c:v>
                </c:pt>
                <c:pt idx="566">
                  <c:v>45142</c:v>
                </c:pt>
                <c:pt idx="567">
                  <c:v>45145</c:v>
                </c:pt>
                <c:pt idx="568">
                  <c:v>45146</c:v>
                </c:pt>
                <c:pt idx="569">
                  <c:v>45147</c:v>
                </c:pt>
                <c:pt idx="570">
                  <c:v>45148</c:v>
                </c:pt>
                <c:pt idx="571">
                  <c:v>45149</c:v>
                </c:pt>
                <c:pt idx="572">
                  <c:v>45152</c:v>
                </c:pt>
                <c:pt idx="573">
                  <c:v>45153</c:v>
                </c:pt>
                <c:pt idx="574">
                  <c:v>45154</c:v>
                </c:pt>
                <c:pt idx="575">
                  <c:v>45155</c:v>
                </c:pt>
                <c:pt idx="576">
                  <c:v>45156</c:v>
                </c:pt>
                <c:pt idx="577">
                  <c:v>45159</c:v>
                </c:pt>
                <c:pt idx="578">
                  <c:v>45160</c:v>
                </c:pt>
                <c:pt idx="579">
                  <c:v>45161</c:v>
                </c:pt>
                <c:pt idx="580">
                  <c:v>45162</c:v>
                </c:pt>
                <c:pt idx="581">
                  <c:v>45163</c:v>
                </c:pt>
                <c:pt idx="582">
                  <c:v>45166</c:v>
                </c:pt>
                <c:pt idx="583">
                  <c:v>45167</c:v>
                </c:pt>
                <c:pt idx="584">
                  <c:v>45168</c:v>
                </c:pt>
                <c:pt idx="585">
                  <c:v>45169</c:v>
                </c:pt>
                <c:pt idx="586">
                  <c:v>45170</c:v>
                </c:pt>
                <c:pt idx="587">
                  <c:v>45173</c:v>
                </c:pt>
                <c:pt idx="588">
                  <c:v>45174</c:v>
                </c:pt>
                <c:pt idx="589">
                  <c:v>45175</c:v>
                </c:pt>
                <c:pt idx="590">
                  <c:v>45177</c:v>
                </c:pt>
                <c:pt idx="591">
                  <c:v>45180</c:v>
                </c:pt>
                <c:pt idx="592">
                  <c:v>45181</c:v>
                </c:pt>
                <c:pt idx="593">
                  <c:v>45182</c:v>
                </c:pt>
                <c:pt idx="594">
                  <c:v>45183</c:v>
                </c:pt>
                <c:pt idx="595">
                  <c:v>45184</c:v>
                </c:pt>
                <c:pt idx="596">
                  <c:v>45187</c:v>
                </c:pt>
                <c:pt idx="597">
                  <c:v>45188</c:v>
                </c:pt>
                <c:pt idx="598">
                  <c:v>45189</c:v>
                </c:pt>
                <c:pt idx="599">
                  <c:v>45190</c:v>
                </c:pt>
                <c:pt idx="600">
                  <c:v>45191</c:v>
                </c:pt>
                <c:pt idx="601">
                  <c:v>45194</c:v>
                </c:pt>
                <c:pt idx="602">
                  <c:v>45195</c:v>
                </c:pt>
                <c:pt idx="603">
                  <c:v>45196</c:v>
                </c:pt>
                <c:pt idx="604">
                  <c:v>45197</c:v>
                </c:pt>
                <c:pt idx="605">
                  <c:v>45198</c:v>
                </c:pt>
                <c:pt idx="606">
                  <c:v>45201</c:v>
                </c:pt>
                <c:pt idx="607">
                  <c:v>45202</c:v>
                </c:pt>
                <c:pt idx="608">
                  <c:v>45203</c:v>
                </c:pt>
                <c:pt idx="609">
                  <c:v>45204</c:v>
                </c:pt>
                <c:pt idx="610">
                  <c:v>45205</c:v>
                </c:pt>
                <c:pt idx="611">
                  <c:v>45208</c:v>
                </c:pt>
                <c:pt idx="612">
                  <c:v>45209</c:v>
                </c:pt>
                <c:pt idx="613">
                  <c:v>45210</c:v>
                </c:pt>
                <c:pt idx="614">
                  <c:v>45212</c:v>
                </c:pt>
                <c:pt idx="615">
                  <c:v>45215</c:v>
                </c:pt>
                <c:pt idx="616">
                  <c:v>45216</c:v>
                </c:pt>
                <c:pt idx="617">
                  <c:v>45217</c:v>
                </c:pt>
                <c:pt idx="618">
                  <c:v>45218</c:v>
                </c:pt>
                <c:pt idx="619">
                  <c:v>45219</c:v>
                </c:pt>
                <c:pt idx="620">
                  <c:v>45222</c:v>
                </c:pt>
                <c:pt idx="621">
                  <c:v>45223</c:v>
                </c:pt>
                <c:pt idx="622">
                  <c:v>45224</c:v>
                </c:pt>
                <c:pt idx="623">
                  <c:v>45225</c:v>
                </c:pt>
                <c:pt idx="624">
                  <c:v>45226</c:v>
                </c:pt>
                <c:pt idx="625">
                  <c:v>45229</c:v>
                </c:pt>
                <c:pt idx="626">
                  <c:v>45230</c:v>
                </c:pt>
                <c:pt idx="627">
                  <c:v>45231</c:v>
                </c:pt>
                <c:pt idx="628">
                  <c:v>45233</c:v>
                </c:pt>
                <c:pt idx="629">
                  <c:v>45236</c:v>
                </c:pt>
                <c:pt idx="630">
                  <c:v>45237</c:v>
                </c:pt>
                <c:pt idx="631">
                  <c:v>45238</c:v>
                </c:pt>
                <c:pt idx="632">
                  <c:v>45239</c:v>
                </c:pt>
                <c:pt idx="633">
                  <c:v>45240</c:v>
                </c:pt>
                <c:pt idx="634">
                  <c:v>45243</c:v>
                </c:pt>
                <c:pt idx="635">
                  <c:v>45244</c:v>
                </c:pt>
                <c:pt idx="636">
                  <c:v>45246</c:v>
                </c:pt>
                <c:pt idx="637">
                  <c:v>45247</c:v>
                </c:pt>
                <c:pt idx="638">
                  <c:v>45250</c:v>
                </c:pt>
                <c:pt idx="639">
                  <c:v>45251</c:v>
                </c:pt>
                <c:pt idx="640">
                  <c:v>45252</c:v>
                </c:pt>
                <c:pt idx="641">
                  <c:v>45253</c:v>
                </c:pt>
                <c:pt idx="642">
                  <c:v>45254</c:v>
                </c:pt>
                <c:pt idx="643">
                  <c:v>45257</c:v>
                </c:pt>
                <c:pt idx="644">
                  <c:v>45258</c:v>
                </c:pt>
                <c:pt idx="645">
                  <c:v>45259</c:v>
                </c:pt>
                <c:pt idx="646">
                  <c:v>45260</c:v>
                </c:pt>
                <c:pt idx="647">
                  <c:v>45261</c:v>
                </c:pt>
                <c:pt idx="648">
                  <c:v>45264</c:v>
                </c:pt>
                <c:pt idx="649">
                  <c:v>45265</c:v>
                </c:pt>
                <c:pt idx="650">
                  <c:v>45266</c:v>
                </c:pt>
                <c:pt idx="651">
                  <c:v>45267</c:v>
                </c:pt>
                <c:pt idx="652">
                  <c:v>45268</c:v>
                </c:pt>
                <c:pt idx="653">
                  <c:v>45271</c:v>
                </c:pt>
                <c:pt idx="654">
                  <c:v>45272</c:v>
                </c:pt>
                <c:pt idx="655">
                  <c:v>45273</c:v>
                </c:pt>
                <c:pt idx="656">
                  <c:v>45274</c:v>
                </c:pt>
                <c:pt idx="657">
                  <c:v>45275</c:v>
                </c:pt>
                <c:pt idx="658">
                  <c:v>45278</c:v>
                </c:pt>
                <c:pt idx="659">
                  <c:v>45279</c:v>
                </c:pt>
                <c:pt idx="660">
                  <c:v>45280</c:v>
                </c:pt>
                <c:pt idx="661">
                  <c:v>45281</c:v>
                </c:pt>
                <c:pt idx="662">
                  <c:v>45282</c:v>
                </c:pt>
                <c:pt idx="663">
                  <c:v>45286</c:v>
                </c:pt>
                <c:pt idx="664">
                  <c:v>45287</c:v>
                </c:pt>
                <c:pt idx="665">
                  <c:v>45288</c:v>
                </c:pt>
                <c:pt idx="666">
                  <c:v>45293</c:v>
                </c:pt>
                <c:pt idx="667">
                  <c:v>45294</c:v>
                </c:pt>
                <c:pt idx="668">
                  <c:v>45295</c:v>
                </c:pt>
                <c:pt idx="669">
                  <c:v>45296</c:v>
                </c:pt>
                <c:pt idx="670">
                  <c:v>45299</c:v>
                </c:pt>
                <c:pt idx="671">
                  <c:v>45300</c:v>
                </c:pt>
                <c:pt idx="672">
                  <c:v>45301</c:v>
                </c:pt>
                <c:pt idx="673">
                  <c:v>45302</c:v>
                </c:pt>
                <c:pt idx="674">
                  <c:v>45303</c:v>
                </c:pt>
                <c:pt idx="675">
                  <c:v>45306</c:v>
                </c:pt>
                <c:pt idx="676">
                  <c:v>45307</c:v>
                </c:pt>
                <c:pt idx="677">
                  <c:v>45308</c:v>
                </c:pt>
                <c:pt idx="678">
                  <c:v>45309</c:v>
                </c:pt>
                <c:pt idx="679">
                  <c:v>45310</c:v>
                </c:pt>
                <c:pt idx="680">
                  <c:v>45313</c:v>
                </c:pt>
                <c:pt idx="681">
                  <c:v>45314</c:v>
                </c:pt>
                <c:pt idx="682">
                  <c:v>45315</c:v>
                </c:pt>
                <c:pt idx="683">
                  <c:v>45316</c:v>
                </c:pt>
                <c:pt idx="684">
                  <c:v>45317</c:v>
                </c:pt>
                <c:pt idx="685">
                  <c:v>45320</c:v>
                </c:pt>
                <c:pt idx="686">
                  <c:v>45321</c:v>
                </c:pt>
                <c:pt idx="687">
                  <c:v>45322</c:v>
                </c:pt>
                <c:pt idx="688">
                  <c:v>45323</c:v>
                </c:pt>
                <c:pt idx="689">
                  <c:v>45324</c:v>
                </c:pt>
                <c:pt idx="690">
                  <c:v>45327</c:v>
                </c:pt>
                <c:pt idx="691">
                  <c:v>45328</c:v>
                </c:pt>
                <c:pt idx="692">
                  <c:v>45329</c:v>
                </c:pt>
                <c:pt idx="693">
                  <c:v>45330</c:v>
                </c:pt>
                <c:pt idx="694">
                  <c:v>45331</c:v>
                </c:pt>
                <c:pt idx="695">
                  <c:v>45336</c:v>
                </c:pt>
                <c:pt idx="696">
                  <c:v>45337</c:v>
                </c:pt>
                <c:pt idx="697">
                  <c:v>45338</c:v>
                </c:pt>
                <c:pt idx="698">
                  <c:v>45341</c:v>
                </c:pt>
                <c:pt idx="699">
                  <c:v>45342</c:v>
                </c:pt>
                <c:pt idx="700">
                  <c:v>45343</c:v>
                </c:pt>
                <c:pt idx="701">
                  <c:v>45344</c:v>
                </c:pt>
                <c:pt idx="702">
                  <c:v>45345</c:v>
                </c:pt>
                <c:pt idx="703">
                  <c:v>45348</c:v>
                </c:pt>
                <c:pt idx="704">
                  <c:v>45349</c:v>
                </c:pt>
                <c:pt idx="705">
                  <c:v>45350</c:v>
                </c:pt>
                <c:pt idx="706">
                  <c:v>45351</c:v>
                </c:pt>
                <c:pt idx="707">
                  <c:v>45352</c:v>
                </c:pt>
                <c:pt idx="708">
                  <c:v>45355</c:v>
                </c:pt>
                <c:pt idx="709">
                  <c:v>45356</c:v>
                </c:pt>
                <c:pt idx="710">
                  <c:v>45357</c:v>
                </c:pt>
                <c:pt idx="711">
                  <c:v>45358</c:v>
                </c:pt>
                <c:pt idx="712">
                  <c:v>45359</c:v>
                </c:pt>
                <c:pt idx="713">
                  <c:v>45362</c:v>
                </c:pt>
                <c:pt idx="714">
                  <c:v>45363</c:v>
                </c:pt>
                <c:pt idx="715">
                  <c:v>45364</c:v>
                </c:pt>
                <c:pt idx="716">
                  <c:v>45365</c:v>
                </c:pt>
                <c:pt idx="717">
                  <c:v>45366</c:v>
                </c:pt>
                <c:pt idx="718">
                  <c:v>45369</c:v>
                </c:pt>
                <c:pt idx="719">
                  <c:v>45370</c:v>
                </c:pt>
                <c:pt idx="720">
                  <c:v>45371</c:v>
                </c:pt>
                <c:pt idx="721">
                  <c:v>45372</c:v>
                </c:pt>
                <c:pt idx="722">
                  <c:v>45373</c:v>
                </c:pt>
                <c:pt idx="723">
                  <c:v>45376</c:v>
                </c:pt>
                <c:pt idx="724">
                  <c:v>45377</c:v>
                </c:pt>
                <c:pt idx="725">
                  <c:v>45378</c:v>
                </c:pt>
                <c:pt idx="726">
                  <c:v>45379</c:v>
                </c:pt>
                <c:pt idx="727">
                  <c:v>45383</c:v>
                </c:pt>
                <c:pt idx="728">
                  <c:v>45384</c:v>
                </c:pt>
                <c:pt idx="729">
                  <c:v>45385</c:v>
                </c:pt>
                <c:pt idx="730">
                  <c:v>45386</c:v>
                </c:pt>
                <c:pt idx="731">
                  <c:v>45387</c:v>
                </c:pt>
                <c:pt idx="732">
                  <c:v>45390</c:v>
                </c:pt>
                <c:pt idx="733">
                  <c:v>45391</c:v>
                </c:pt>
                <c:pt idx="734">
                  <c:v>45392</c:v>
                </c:pt>
                <c:pt idx="735">
                  <c:v>45393</c:v>
                </c:pt>
                <c:pt idx="736">
                  <c:v>45394</c:v>
                </c:pt>
                <c:pt idx="737">
                  <c:v>45397</c:v>
                </c:pt>
                <c:pt idx="738">
                  <c:v>45398</c:v>
                </c:pt>
                <c:pt idx="739">
                  <c:v>45399</c:v>
                </c:pt>
                <c:pt idx="740">
                  <c:v>45400</c:v>
                </c:pt>
                <c:pt idx="741">
                  <c:v>45401</c:v>
                </c:pt>
                <c:pt idx="742">
                  <c:v>45404</c:v>
                </c:pt>
                <c:pt idx="743">
                  <c:v>45405</c:v>
                </c:pt>
                <c:pt idx="744">
                  <c:v>45406</c:v>
                </c:pt>
                <c:pt idx="745">
                  <c:v>45407</c:v>
                </c:pt>
                <c:pt idx="746">
                  <c:v>45408</c:v>
                </c:pt>
                <c:pt idx="747">
                  <c:v>45411</c:v>
                </c:pt>
                <c:pt idx="748">
                  <c:v>45412</c:v>
                </c:pt>
                <c:pt idx="749">
                  <c:v>45414</c:v>
                </c:pt>
                <c:pt idx="750">
                  <c:v>45415</c:v>
                </c:pt>
                <c:pt idx="751">
                  <c:v>45418</c:v>
                </c:pt>
                <c:pt idx="752">
                  <c:v>45419</c:v>
                </c:pt>
                <c:pt idx="753">
                  <c:v>45420</c:v>
                </c:pt>
                <c:pt idx="754">
                  <c:v>45421</c:v>
                </c:pt>
                <c:pt idx="755">
                  <c:v>45422</c:v>
                </c:pt>
                <c:pt idx="756">
                  <c:v>45425</c:v>
                </c:pt>
                <c:pt idx="757">
                  <c:v>45426</c:v>
                </c:pt>
                <c:pt idx="758">
                  <c:v>45427</c:v>
                </c:pt>
                <c:pt idx="759">
                  <c:v>45428</c:v>
                </c:pt>
                <c:pt idx="760">
                  <c:v>45429</c:v>
                </c:pt>
                <c:pt idx="761">
                  <c:v>45432</c:v>
                </c:pt>
                <c:pt idx="762">
                  <c:v>45433</c:v>
                </c:pt>
                <c:pt idx="763">
                  <c:v>45434</c:v>
                </c:pt>
                <c:pt idx="764">
                  <c:v>45435</c:v>
                </c:pt>
                <c:pt idx="765">
                  <c:v>45436</c:v>
                </c:pt>
                <c:pt idx="766">
                  <c:v>45439</c:v>
                </c:pt>
                <c:pt idx="767">
                  <c:v>45440</c:v>
                </c:pt>
                <c:pt idx="768">
                  <c:v>45441</c:v>
                </c:pt>
                <c:pt idx="769">
                  <c:v>45443</c:v>
                </c:pt>
                <c:pt idx="770">
                  <c:v>45446</c:v>
                </c:pt>
                <c:pt idx="771">
                  <c:v>45447</c:v>
                </c:pt>
                <c:pt idx="772">
                  <c:v>45448</c:v>
                </c:pt>
                <c:pt idx="773">
                  <c:v>45449</c:v>
                </c:pt>
                <c:pt idx="774">
                  <c:v>45450</c:v>
                </c:pt>
                <c:pt idx="775">
                  <c:v>45453</c:v>
                </c:pt>
                <c:pt idx="776">
                  <c:v>45454</c:v>
                </c:pt>
                <c:pt idx="777">
                  <c:v>45455</c:v>
                </c:pt>
                <c:pt idx="778">
                  <c:v>45456</c:v>
                </c:pt>
                <c:pt idx="779">
                  <c:v>45457</c:v>
                </c:pt>
                <c:pt idx="780">
                  <c:v>45460</c:v>
                </c:pt>
                <c:pt idx="781">
                  <c:v>45461</c:v>
                </c:pt>
                <c:pt idx="782">
                  <c:v>45462</c:v>
                </c:pt>
                <c:pt idx="783">
                  <c:v>45463</c:v>
                </c:pt>
                <c:pt idx="784">
                  <c:v>45464</c:v>
                </c:pt>
                <c:pt idx="785">
                  <c:v>45467</c:v>
                </c:pt>
                <c:pt idx="786">
                  <c:v>45468</c:v>
                </c:pt>
                <c:pt idx="787">
                  <c:v>45469</c:v>
                </c:pt>
                <c:pt idx="788">
                  <c:v>45470</c:v>
                </c:pt>
                <c:pt idx="789">
                  <c:v>45471</c:v>
                </c:pt>
                <c:pt idx="790">
                  <c:v>45474</c:v>
                </c:pt>
                <c:pt idx="791">
                  <c:v>45475</c:v>
                </c:pt>
                <c:pt idx="792">
                  <c:v>45476</c:v>
                </c:pt>
                <c:pt idx="793">
                  <c:v>45477</c:v>
                </c:pt>
                <c:pt idx="794">
                  <c:v>45478</c:v>
                </c:pt>
                <c:pt idx="795">
                  <c:v>45481</c:v>
                </c:pt>
                <c:pt idx="796">
                  <c:v>45482</c:v>
                </c:pt>
                <c:pt idx="797">
                  <c:v>45483</c:v>
                </c:pt>
                <c:pt idx="798">
                  <c:v>45484</c:v>
                </c:pt>
                <c:pt idx="799">
                  <c:v>45485</c:v>
                </c:pt>
                <c:pt idx="800">
                  <c:v>45488</c:v>
                </c:pt>
                <c:pt idx="801">
                  <c:v>45489</c:v>
                </c:pt>
                <c:pt idx="802">
                  <c:v>45490</c:v>
                </c:pt>
                <c:pt idx="803">
                  <c:v>45491</c:v>
                </c:pt>
                <c:pt idx="804">
                  <c:v>45492</c:v>
                </c:pt>
                <c:pt idx="805">
                  <c:v>45495</c:v>
                </c:pt>
                <c:pt idx="806">
                  <c:v>45496</c:v>
                </c:pt>
                <c:pt idx="807">
                  <c:v>45497</c:v>
                </c:pt>
                <c:pt idx="808">
                  <c:v>45498</c:v>
                </c:pt>
                <c:pt idx="809">
                  <c:v>45499</c:v>
                </c:pt>
                <c:pt idx="810">
                  <c:v>45502</c:v>
                </c:pt>
                <c:pt idx="811">
                  <c:v>45503</c:v>
                </c:pt>
                <c:pt idx="812">
                  <c:v>45504</c:v>
                </c:pt>
                <c:pt idx="813">
                  <c:v>45505</c:v>
                </c:pt>
                <c:pt idx="814">
                  <c:v>45506</c:v>
                </c:pt>
                <c:pt idx="815">
                  <c:v>45509</c:v>
                </c:pt>
                <c:pt idx="816">
                  <c:v>45510</c:v>
                </c:pt>
                <c:pt idx="817">
                  <c:v>45511</c:v>
                </c:pt>
                <c:pt idx="818">
                  <c:v>45512</c:v>
                </c:pt>
                <c:pt idx="819">
                  <c:v>45513</c:v>
                </c:pt>
                <c:pt idx="820">
                  <c:v>45516</c:v>
                </c:pt>
                <c:pt idx="821">
                  <c:v>45517</c:v>
                </c:pt>
                <c:pt idx="822">
                  <c:v>45518</c:v>
                </c:pt>
                <c:pt idx="823">
                  <c:v>45519</c:v>
                </c:pt>
                <c:pt idx="824">
                  <c:v>45520</c:v>
                </c:pt>
                <c:pt idx="825">
                  <c:v>45523</c:v>
                </c:pt>
                <c:pt idx="826">
                  <c:v>45524</c:v>
                </c:pt>
                <c:pt idx="827">
                  <c:v>45525</c:v>
                </c:pt>
                <c:pt idx="828">
                  <c:v>45526</c:v>
                </c:pt>
                <c:pt idx="829">
                  <c:v>45527</c:v>
                </c:pt>
                <c:pt idx="830">
                  <c:v>45530</c:v>
                </c:pt>
                <c:pt idx="831">
                  <c:v>45531</c:v>
                </c:pt>
                <c:pt idx="832">
                  <c:v>45532</c:v>
                </c:pt>
                <c:pt idx="833">
                  <c:v>45533</c:v>
                </c:pt>
                <c:pt idx="834">
                  <c:v>45534</c:v>
                </c:pt>
                <c:pt idx="835">
                  <c:v>45537</c:v>
                </c:pt>
                <c:pt idx="836">
                  <c:v>45538</c:v>
                </c:pt>
                <c:pt idx="837">
                  <c:v>45539</c:v>
                </c:pt>
                <c:pt idx="838">
                  <c:v>45540</c:v>
                </c:pt>
                <c:pt idx="839">
                  <c:v>45541</c:v>
                </c:pt>
                <c:pt idx="840">
                  <c:v>45544</c:v>
                </c:pt>
                <c:pt idx="841">
                  <c:v>45545</c:v>
                </c:pt>
                <c:pt idx="842">
                  <c:v>45546</c:v>
                </c:pt>
                <c:pt idx="843">
                  <c:v>45547</c:v>
                </c:pt>
                <c:pt idx="844">
                  <c:v>45548</c:v>
                </c:pt>
                <c:pt idx="845">
                  <c:v>45551</c:v>
                </c:pt>
                <c:pt idx="846">
                  <c:v>45552</c:v>
                </c:pt>
                <c:pt idx="847">
                  <c:v>45553</c:v>
                </c:pt>
                <c:pt idx="848">
                  <c:v>45554</c:v>
                </c:pt>
                <c:pt idx="849">
                  <c:v>45555</c:v>
                </c:pt>
                <c:pt idx="850">
                  <c:v>45558</c:v>
                </c:pt>
                <c:pt idx="851">
                  <c:v>45559</c:v>
                </c:pt>
                <c:pt idx="852">
                  <c:v>45560</c:v>
                </c:pt>
                <c:pt idx="853">
                  <c:v>45561</c:v>
                </c:pt>
                <c:pt idx="854">
                  <c:v>45562</c:v>
                </c:pt>
                <c:pt idx="855">
                  <c:v>45565</c:v>
                </c:pt>
                <c:pt idx="856">
                  <c:v>45566</c:v>
                </c:pt>
                <c:pt idx="857">
                  <c:v>45567</c:v>
                </c:pt>
                <c:pt idx="858">
                  <c:v>45568</c:v>
                </c:pt>
                <c:pt idx="859">
                  <c:v>45569</c:v>
                </c:pt>
                <c:pt idx="860">
                  <c:v>45572</c:v>
                </c:pt>
                <c:pt idx="861">
                  <c:v>45573</c:v>
                </c:pt>
                <c:pt idx="862">
                  <c:v>45574</c:v>
                </c:pt>
                <c:pt idx="863">
                  <c:v>45575</c:v>
                </c:pt>
                <c:pt idx="864">
                  <c:v>45576</c:v>
                </c:pt>
                <c:pt idx="865">
                  <c:v>45579</c:v>
                </c:pt>
                <c:pt idx="866">
                  <c:v>45580</c:v>
                </c:pt>
                <c:pt idx="867">
                  <c:v>45581</c:v>
                </c:pt>
                <c:pt idx="868">
                  <c:v>45582</c:v>
                </c:pt>
                <c:pt idx="869">
                  <c:v>45583</c:v>
                </c:pt>
                <c:pt idx="870">
                  <c:v>45586</c:v>
                </c:pt>
                <c:pt idx="871">
                  <c:v>45587</c:v>
                </c:pt>
                <c:pt idx="872">
                  <c:v>45588</c:v>
                </c:pt>
                <c:pt idx="873">
                  <c:v>45589</c:v>
                </c:pt>
                <c:pt idx="874">
                  <c:v>45590</c:v>
                </c:pt>
                <c:pt idx="875">
                  <c:v>45593</c:v>
                </c:pt>
                <c:pt idx="876">
                  <c:v>45594</c:v>
                </c:pt>
                <c:pt idx="877">
                  <c:v>45595</c:v>
                </c:pt>
                <c:pt idx="878">
                  <c:v>45596</c:v>
                </c:pt>
                <c:pt idx="879">
                  <c:v>45597</c:v>
                </c:pt>
                <c:pt idx="880">
                  <c:v>45600</c:v>
                </c:pt>
                <c:pt idx="881">
                  <c:v>45601</c:v>
                </c:pt>
                <c:pt idx="882">
                  <c:v>45602</c:v>
                </c:pt>
                <c:pt idx="883">
                  <c:v>45603</c:v>
                </c:pt>
                <c:pt idx="884">
                  <c:v>45604</c:v>
                </c:pt>
                <c:pt idx="885">
                  <c:v>45607</c:v>
                </c:pt>
                <c:pt idx="886">
                  <c:v>45608</c:v>
                </c:pt>
                <c:pt idx="887">
                  <c:v>45609</c:v>
                </c:pt>
                <c:pt idx="888">
                  <c:v>45610</c:v>
                </c:pt>
                <c:pt idx="889">
                  <c:v>45614</c:v>
                </c:pt>
                <c:pt idx="890">
                  <c:v>45615</c:v>
                </c:pt>
                <c:pt idx="891">
                  <c:v>45617</c:v>
                </c:pt>
                <c:pt idx="892">
                  <c:v>45618</c:v>
                </c:pt>
                <c:pt idx="893">
                  <c:v>45621</c:v>
                </c:pt>
                <c:pt idx="894">
                  <c:v>45622</c:v>
                </c:pt>
                <c:pt idx="895">
                  <c:v>45623</c:v>
                </c:pt>
                <c:pt idx="896">
                  <c:v>45624</c:v>
                </c:pt>
                <c:pt idx="897">
                  <c:v>45625</c:v>
                </c:pt>
                <c:pt idx="898">
                  <c:v>45628</c:v>
                </c:pt>
                <c:pt idx="899">
                  <c:v>45629</c:v>
                </c:pt>
                <c:pt idx="900">
                  <c:v>45630</c:v>
                </c:pt>
                <c:pt idx="901">
                  <c:v>45631</c:v>
                </c:pt>
                <c:pt idx="902">
                  <c:v>45632</c:v>
                </c:pt>
                <c:pt idx="903">
                  <c:v>45635</c:v>
                </c:pt>
                <c:pt idx="904">
                  <c:v>45636</c:v>
                </c:pt>
                <c:pt idx="905">
                  <c:v>45637</c:v>
                </c:pt>
                <c:pt idx="906">
                  <c:v>45638</c:v>
                </c:pt>
                <c:pt idx="907">
                  <c:v>45639</c:v>
                </c:pt>
                <c:pt idx="908">
                  <c:v>45642</c:v>
                </c:pt>
                <c:pt idx="909">
                  <c:v>45643</c:v>
                </c:pt>
                <c:pt idx="910">
                  <c:v>45644</c:v>
                </c:pt>
                <c:pt idx="911">
                  <c:v>45645</c:v>
                </c:pt>
                <c:pt idx="912">
                  <c:v>45646</c:v>
                </c:pt>
                <c:pt idx="913">
                  <c:v>45649</c:v>
                </c:pt>
                <c:pt idx="914">
                  <c:v>45652</c:v>
                </c:pt>
                <c:pt idx="915">
                  <c:v>45653</c:v>
                </c:pt>
                <c:pt idx="916">
                  <c:v>45656</c:v>
                </c:pt>
                <c:pt idx="917">
                  <c:v>45659</c:v>
                </c:pt>
                <c:pt idx="918">
                  <c:v>45660</c:v>
                </c:pt>
                <c:pt idx="919">
                  <c:v>45663</c:v>
                </c:pt>
                <c:pt idx="920">
                  <c:v>45664</c:v>
                </c:pt>
                <c:pt idx="921">
                  <c:v>45665</c:v>
                </c:pt>
                <c:pt idx="922">
                  <c:v>45666</c:v>
                </c:pt>
                <c:pt idx="923">
                  <c:v>45667</c:v>
                </c:pt>
                <c:pt idx="924">
                  <c:v>45670</c:v>
                </c:pt>
                <c:pt idx="925">
                  <c:v>45671</c:v>
                </c:pt>
                <c:pt idx="926">
                  <c:v>45672</c:v>
                </c:pt>
                <c:pt idx="927">
                  <c:v>45673</c:v>
                </c:pt>
                <c:pt idx="928">
                  <c:v>45674</c:v>
                </c:pt>
                <c:pt idx="929">
                  <c:v>45677</c:v>
                </c:pt>
                <c:pt idx="930">
                  <c:v>45678</c:v>
                </c:pt>
                <c:pt idx="931">
                  <c:v>45679</c:v>
                </c:pt>
                <c:pt idx="932">
                  <c:v>45680</c:v>
                </c:pt>
                <c:pt idx="933">
                  <c:v>45681</c:v>
                </c:pt>
                <c:pt idx="934">
                  <c:v>45684</c:v>
                </c:pt>
                <c:pt idx="935">
                  <c:v>45685</c:v>
                </c:pt>
                <c:pt idx="936">
                  <c:v>45686</c:v>
                </c:pt>
                <c:pt idx="937">
                  <c:v>45687</c:v>
                </c:pt>
                <c:pt idx="938">
                  <c:v>45688</c:v>
                </c:pt>
                <c:pt idx="939">
                  <c:v>45691</c:v>
                </c:pt>
                <c:pt idx="940">
                  <c:v>45692</c:v>
                </c:pt>
                <c:pt idx="941">
                  <c:v>45693</c:v>
                </c:pt>
                <c:pt idx="942">
                  <c:v>45694</c:v>
                </c:pt>
                <c:pt idx="943">
                  <c:v>45695</c:v>
                </c:pt>
                <c:pt idx="944">
                  <c:v>45698</c:v>
                </c:pt>
                <c:pt idx="945">
                  <c:v>45699</c:v>
                </c:pt>
                <c:pt idx="946">
                  <c:v>45700</c:v>
                </c:pt>
                <c:pt idx="947">
                  <c:v>45701</c:v>
                </c:pt>
                <c:pt idx="948">
                  <c:v>45702</c:v>
                </c:pt>
                <c:pt idx="949">
                  <c:v>45705</c:v>
                </c:pt>
                <c:pt idx="950">
                  <c:v>45706</c:v>
                </c:pt>
                <c:pt idx="951">
                  <c:v>45707</c:v>
                </c:pt>
                <c:pt idx="952">
                  <c:v>45708</c:v>
                </c:pt>
                <c:pt idx="953">
                  <c:v>45709</c:v>
                </c:pt>
                <c:pt idx="954">
                  <c:v>45712</c:v>
                </c:pt>
                <c:pt idx="955">
                  <c:v>45713</c:v>
                </c:pt>
                <c:pt idx="956">
                  <c:v>45714</c:v>
                </c:pt>
                <c:pt idx="957">
                  <c:v>45715</c:v>
                </c:pt>
                <c:pt idx="958">
                  <c:v>45716</c:v>
                </c:pt>
                <c:pt idx="959">
                  <c:v>45721</c:v>
                </c:pt>
                <c:pt idx="960">
                  <c:v>45722</c:v>
                </c:pt>
                <c:pt idx="961">
                  <c:v>45723</c:v>
                </c:pt>
                <c:pt idx="962">
                  <c:v>45726</c:v>
                </c:pt>
                <c:pt idx="963">
                  <c:v>45727</c:v>
                </c:pt>
                <c:pt idx="964">
                  <c:v>45728</c:v>
                </c:pt>
                <c:pt idx="965">
                  <c:v>45729</c:v>
                </c:pt>
                <c:pt idx="966">
                  <c:v>45730</c:v>
                </c:pt>
                <c:pt idx="967">
                  <c:v>45733</c:v>
                </c:pt>
                <c:pt idx="968">
                  <c:v>45734</c:v>
                </c:pt>
                <c:pt idx="969">
                  <c:v>45735</c:v>
                </c:pt>
                <c:pt idx="970">
                  <c:v>45736</c:v>
                </c:pt>
                <c:pt idx="971">
                  <c:v>45737</c:v>
                </c:pt>
                <c:pt idx="972">
                  <c:v>45740</c:v>
                </c:pt>
                <c:pt idx="973">
                  <c:v>45741</c:v>
                </c:pt>
                <c:pt idx="974">
                  <c:v>45742</c:v>
                </c:pt>
                <c:pt idx="975">
                  <c:v>45743</c:v>
                </c:pt>
                <c:pt idx="976">
                  <c:v>45744</c:v>
                </c:pt>
                <c:pt idx="977">
                  <c:v>45747</c:v>
                </c:pt>
                <c:pt idx="978">
                  <c:v>45748</c:v>
                </c:pt>
                <c:pt idx="979">
                  <c:v>45749</c:v>
                </c:pt>
                <c:pt idx="980">
                  <c:v>45750</c:v>
                </c:pt>
                <c:pt idx="981">
                  <c:v>45751</c:v>
                </c:pt>
                <c:pt idx="982">
                  <c:v>45754</c:v>
                </c:pt>
                <c:pt idx="983">
                  <c:v>45755</c:v>
                </c:pt>
                <c:pt idx="984">
                  <c:v>45756</c:v>
                </c:pt>
                <c:pt idx="985">
                  <c:v>45757</c:v>
                </c:pt>
                <c:pt idx="986">
                  <c:v>45758</c:v>
                </c:pt>
                <c:pt idx="987">
                  <c:v>45761</c:v>
                </c:pt>
                <c:pt idx="988">
                  <c:v>45762</c:v>
                </c:pt>
                <c:pt idx="989">
                  <c:v>45763</c:v>
                </c:pt>
                <c:pt idx="990">
                  <c:v>45764</c:v>
                </c:pt>
                <c:pt idx="991">
                  <c:v>45769</c:v>
                </c:pt>
                <c:pt idx="992">
                  <c:v>45770</c:v>
                </c:pt>
                <c:pt idx="993">
                  <c:v>45771</c:v>
                </c:pt>
                <c:pt idx="994">
                  <c:v>45772</c:v>
                </c:pt>
                <c:pt idx="995">
                  <c:v>45775</c:v>
                </c:pt>
                <c:pt idx="996">
                  <c:v>45776</c:v>
                </c:pt>
                <c:pt idx="997">
                  <c:v>45777</c:v>
                </c:pt>
                <c:pt idx="998">
                  <c:v>45779</c:v>
                </c:pt>
                <c:pt idx="999">
                  <c:v>45782</c:v>
                </c:pt>
                <c:pt idx="1000">
                  <c:v>45783</c:v>
                </c:pt>
                <c:pt idx="1001">
                  <c:v>45784</c:v>
                </c:pt>
                <c:pt idx="1002">
                  <c:v>45785</c:v>
                </c:pt>
                <c:pt idx="1003">
                  <c:v>45786</c:v>
                </c:pt>
                <c:pt idx="1004">
                  <c:v>45789</c:v>
                </c:pt>
                <c:pt idx="1005">
                  <c:v>45790</c:v>
                </c:pt>
                <c:pt idx="1006">
                  <c:v>45791</c:v>
                </c:pt>
                <c:pt idx="1007">
                  <c:v>45792</c:v>
                </c:pt>
                <c:pt idx="1008">
                  <c:v>45793</c:v>
                </c:pt>
                <c:pt idx="1009">
                  <c:v>45796</c:v>
                </c:pt>
                <c:pt idx="1010">
                  <c:v>45797</c:v>
                </c:pt>
                <c:pt idx="1011">
                  <c:v>45798</c:v>
                </c:pt>
                <c:pt idx="1012">
                  <c:v>45799</c:v>
                </c:pt>
                <c:pt idx="1013">
                  <c:v>45800</c:v>
                </c:pt>
                <c:pt idx="1014">
                  <c:v>45803</c:v>
                </c:pt>
                <c:pt idx="1015">
                  <c:v>45804</c:v>
                </c:pt>
                <c:pt idx="1016">
                  <c:v>45805</c:v>
                </c:pt>
                <c:pt idx="1017">
                  <c:v>45806</c:v>
                </c:pt>
                <c:pt idx="1018">
                  <c:v>45807</c:v>
                </c:pt>
                <c:pt idx="1019">
                  <c:v>45810</c:v>
                </c:pt>
                <c:pt idx="1020">
                  <c:v>45811</c:v>
                </c:pt>
                <c:pt idx="1021">
                  <c:v>45812</c:v>
                </c:pt>
                <c:pt idx="1022">
                  <c:v>45813</c:v>
                </c:pt>
                <c:pt idx="1023">
                  <c:v>45814</c:v>
                </c:pt>
                <c:pt idx="1024">
                  <c:v>45817</c:v>
                </c:pt>
                <c:pt idx="1025">
                  <c:v>45818</c:v>
                </c:pt>
                <c:pt idx="1026">
                  <c:v>45819</c:v>
                </c:pt>
                <c:pt idx="1027">
                  <c:v>45820</c:v>
                </c:pt>
                <c:pt idx="1028">
                  <c:v>45821</c:v>
                </c:pt>
                <c:pt idx="1029">
                  <c:v>45824</c:v>
                </c:pt>
                <c:pt idx="1030">
                  <c:v>45825</c:v>
                </c:pt>
                <c:pt idx="1031">
                  <c:v>45826</c:v>
                </c:pt>
                <c:pt idx="1032">
                  <c:v>45828</c:v>
                </c:pt>
                <c:pt idx="1033">
                  <c:v>45831</c:v>
                </c:pt>
                <c:pt idx="1034">
                  <c:v>45832</c:v>
                </c:pt>
                <c:pt idx="1035">
                  <c:v>45833</c:v>
                </c:pt>
                <c:pt idx="1036">
                  <c:v>45834</c:v>
                </c:pt>
                <c:pt idx="1037">
                  <c:v>45835</c:v>
                </c:pt>
                <c:pt idx="1038">
                  <c:v>45838</c:v>
                </c:pt>
                <c:pt idx="1039">
                  <c:v>45839</c:v>
                </c:pt>
                <c:pt idx="1040">
                  <c:v>45840</c:v>
                </c:pt>
                <c:pt idx="1041">
                  <c:v>45841</c:v>
                </c:pt>
                <c:pt idx="1042">
                  <c:v>45842</c:v>
                </c:pt>
                <c:pt idx="1043">
                  <c:v>45845</c:v>
                </c:pt>
                <c:pt idx="1044">
                  <c:v>45846</c:v>
                </c:pt>
                <c:pt idx="1045">
                  <c:v>45847</c:v>
                </c:pt>
                <c:pt idx="1046">
                  <c:v>45848</c:v>
                </c:pt>
                <c:pt idx="1047">
                  <c:v>45849</c:v>
                </c:pt>
                <c:pt idx="1048">
                  <c:v>45852</c:v>
                </c:pt>
                <c:pt idx="1049">
                  <c:v>45853</c:v>
                </c:pt>
                <c:pt idx="1050">
                  <c:v>45854</c:v>
                </c:pt>
                <c:pt idx="1051">
                  <c:v>45855</c:v>
                </c:pt>
                <c:pt idx="1052">
                  <c:v>45856</c:v>
                </c:pt>
                <c:pt idx="1053">
                  <c:v>45859</c:v>
                </c:pt>
                <c:pt idx="1054">
                  <c:v>45860</c:v>
                </c:pt>
                <c:pt idx="1055">
                  <c:v>45861</c:v>
                </c:pt>
                <c:pt idx="1056">
                  <c:v>45862</c:v>
                </c:pt>
                <c:pt idx="1057">
                  <c:v>45863</c:v>
                </c:pt>
                <c:pt idx="1058">
                  <c:v>45866</c:v>
                </c:pt>
                <c:pt idx="1059">
                  <c:v>45867</c:v>
                </c:pt>
                <c:pt idx="1060">
                  <c:v>45868</c:v>
                </c:pt>
                <c:pt idx="1061">
                  <c:v>45869</c:v>
                </c:pt>
                <c:pt idx="1062">
                  <c:v>45870</c:v>
                </c:pt>
                <c:pt idx="1063">
                  <c:v>45873</c:v>
                </c:pt>
                <c:pt idx="1064">
                  <c:v>45874</c:v>
                </c:pt>
                <c:pt idx="1065">
                  <c:v>45875</c:v>
                </c:pt>
                <c:pt idx="1066">
                  <c:v>45876</c:v>
                </c:pt>
                <c:pt idx="1067">
                  <c:v>45877</c:v>
                </c:pt>
                <c:pt idx="1068">
                  <c:v>45880</c:v>
                </c:pt>
                <c:pt idx="1069">
                  <c:v>45881</c:v>
                </c:pt>
                <c:pt idx="1070">
                  <c:v>45882</c:v>
                </c:pt>
                <c:pt idx="1071">
                  <c:v>45883</c:v>
                </c:pt>
                <c:pt idx="1072">
                  <c:v>45884</c:v>
                </c:pt>
                <c:pt idx="1073">
                  <c:v>45887</c:v>
                </c:pt>
                <c:pt idx="1074">
                  <c:v>45888</c:v>
                </c:pt>
                <c:pt idx="1075">
                  <c:v>45889</c:v>
                </c:pt>
                <c:pt idx="1076">
                  <c:v>45890</c:v>
                </c:pt>
                <c:pt idx="1077">
                  <c:v>45891</c:v>
                </c:pt>
                <c:pt idx="1078">
                  <c:v>45894</c:v>
                </c:pt>
                <c:pt idx="1079">
                  <c:v>45895</c:v>
                </c:pt>
                <c:pt idx="1080">
                  <c:v>45896</c:v>
                </c:pt>
                <c:pt idx="1081">
                  <c:v>45897</c:v>
                </c:pt>
                <c:pt idx="1082">
                  <c:v>45898</c:v>
                </c:pt>
                <c:pt idx="1083">
                  <c:v>45901</c:v>
                </c:pt>
                <c:pt idx="1084">
                  <c:v>45902</c:v>
                </c:pt>
                <c:pt idx="1085">
                  <c:v>45903</c:v>
                </c:pt>
                <c:pt idx="1086">
                  <c:v>45904</c:v>
                </c:pt>
                <c:pt idx="1087">
                  <c:v>45905</c:v>
                </c:pt>
                <c:pt idx="1088">
                  <c:v>45908</c:v>
                </c:pt>
                <c:pt idx="1089">
                  <c:v>45909</c:v>
                </c:pt>
                <c:pt idx="1090">
                  <c:v>45910</c:v>
                </c:pt>
                <c:pt idx="1091">
                  <c:v>45911</c:v>
                </c:pt>
                <c:pt idx="1092">
                  <c:v>45912</c:v>
                </c:pt>
                <c:pt idx="1093">
                  <c:v>45915</c:v>
                </c:pt>
                <c:pt idx="1094">
                  <c:v>45916</c:v>
                </c:pt>
                <c:pt idx="1095">
                  <c:v>45917</c:v>
                </c:pt>
                <c:pt idx="1096">
                  <c:v>45918</c:v>
                </c:pt>
                <c:pt idx="1097">
                  <c:v>45919</c:v>
                </c:pt>
                <c:pt idx="1098">
                  <c:v>45922</c:v>
                </c:pt>
                <c:pt idx="1099">
                  <c:v>45923</c:v>
                </c:pt>
                <c:pt idx="1100">
                  <c:v>45924</c:v>
                </c:pt>
                <c:pt idx="1101">
                  <c:v>45925</c:v>
                </c:pt>
                <c:pt idx="1102">
                  <c:v>45926</c:v>
                </c:pt>
                <c:pt idx="1103">
                  <c:v>45929</c:v>
                </c:pt>
                <c:pt idx="1104">
                  <c:v>45930</c:v>
                </c:pt>
                <c:pt idx="1105">
                  <c:v>45931</c:v>
                </c:pt>
                <c:pt idx="1106">
                  <c:v>45932</c:v>
                </c:pt>
                <c:pt idx="1107">
                  <c:v>45933</c:v>
                </c:pt>
                <c:pt idx="1108">
                  <c:v>45936</c:v>
                </c:pt>
                <c:pt idx="1109">
                  <c:v>45937</c:v>
                </c:pt>
                <c:pt idx="1110">
                  <c:v>45938</c:v>
                </c:pt>
                <c:pt idx="1111">
                  <c:v>45939</c:v>
                </c:pt>
                <c:pt idx="1112">
                  <c:v>45940</c:v>
                </c:pt>
                <c:pt idx="1113">
                  <c:v>45943</c:v>
                </c:pt>
                <c:pt idx="1114">
                  <c:v>45944</c:v>
                </c:pt>
                <c:pt idx="1115">
                  <c:v>45945</c:v>
                </c:pt>
                <c:pt idx="1116">
                  <c:v>45946</c:v>
                </c:pt>
                <c:pt idx="1117">
                  <c:v>45947</c:v>
                </c:pt>
                <c:pt idx="1118">
                  <c:v>45950</c:v>
                </c:pt>
                <c:pt idx="1119">
                  <c:v>45951</c:v>
                </c:pt>
                <c:pt idx="1120">
                  <c:v>45952</c:v>
                </c:pt>
                <c:pt idx="1121">
                  <c:v>45953</c:v>
                </c:pt>
                <c:pt idx="1122">
                  <c:v>45954</c:v>
                </c:pt>
                <c:pt idx="1123">
                  <c:v>45957</c:v>
                </c:pt>
                <c:pt idx="1124">
                  <c:v>45958</c:v>
                </c:pt>
                <c:pt idx="1125">
                  <c:v>45959</c:v>
                </c:pt>
                <c:pt idx="1126">
                  <c:v>45960</c:v>
                </c:pt>
                <c:pt idx="1127">
                  <c:v>45961</c:v>
                </c:pt>
                <c:pt idx="1128">
                  <c:v>45964</c:v>
                </c:pt>
                <c:pt idx="1129">
                  <c:v>45965</c:v>
                </c:pt>
                <c:pt idx="1130">
                  <c:v>45966</c:v>
                </c:pt>
                <c:pt idx="1131">
                  <c:v>45967</c:v>
                </c:pt>
                <c:pt idx="1132">
                  <c:v>45968</c:v>
                </c:pt>
                <c:pt idx="1133">
                  <c:v>45971</c:v>
                </c:pt>
                <c:pt idx="1134">
                  <c:v>45972</c:v>
                </c:pt>
                <c:pt idx="1135">
                  <c:v>45973</c:v>
                </c:pt>
                <c:pt idx="1136">
                  <c:v>45974</c:v>
                </c:pt>
                <c:pt idx="1137">
                  <c:v>45975</c:v>
                </c:pt>
                <c:pt idx="1138">
                  <c:v>45978</c:v>
                </c:pt>
                <c:pt idx="1139">
                  <c:v>45979</c:v>
                </c:pt>
                <c:pt idx="1140">
                  <c:v>45980</c:v>
                </c:pt>
                <c:pt idx="1141">
                  <c:v>45982</c:v>
                </c:pt>
                <c:pt idx="1142">
                  <c:v>45985</c:v>
                </c:pt>
                <c:pt idx="1143">
                  <c:v>45986</c:v>
                </c:pt>
                <c:pt idx="1144">
                  <c:v>45987</c:v>
                </c:pt>
                <c:pt idx="1145">
                  <c:v>45988</c:v>
                </c:pt>
                <c:pt idx="1146">
                  <c:v>45989</c:v>
                </c:pt>
                <c:pt idx="1147">
                  <c:v>45992</c:v>
                </c:pt>
                <c:pt idx="1148">
                  <c:v>45993</c:v>
                </c:pt>
                <c:pt idx="1149">
                  <c:v>45994</c:v>
                </c:pt>
                <c:pt idx="1150">
                  <c:v>45995</c:v>
                </c:pt>
                <c:pt idx="1151">
                  <c:v>45996</c:v>
                </c:pt>
                <c:pt idx="1152">
                  <c:v>45999</c:v>
                </c:pt>
                <c:pt idx="1153">
                  <c:v>46000</c:v>
                </c:pt>
                <c:pt idx="1154">
                  <c:v>46001</c:v>
                </c:pt>
                <c:pt idx="1155">
                  <c:v>46002</c:v>
                </c:pt>
                <c:pt idx="1156">
                  <c:v>46003</c:v>
                </c:pt>
                <c:pt idx="1157">
                  <c:v>46006</c:v>
                </c:pt>
                <c:pt idx="1158">
                  <c:v>46007</c:v>
                </c:pt>
                <c:pt idx="1159">
                  <c:v>46008</c:v>
                </c:pt>
                <c:pt idx="1160">
                  <c:v>46009</c:v>
                </c:pt>
                <c:pt idx="1161">
                  <c:v>46010</c:v>
                </c:pt>
                <c:pt idx="1162">
                  <c:v>46013</c:v>
                </c:pt>
                <c:pt idx="1163">
                  <c:v>46014</c:v>
                </c:pt>
                <c:pt idx="1164">
                  <c:v>46017</c:v>
                </c:pt>
                <c:pt idx="1165">
                  <c:v>46020</c:v>
                </c:pt>
                <c:pt idx="1166">
                  <c:v>46021</c:v>
                </c:pt>
                <c:pt idx="1167">
                  <c:v>46024</c:v>
                </c:pt>
                <c:pt idx="1168">
                  <c:v>46027</c:v>
                </c:pt>
                <c:pt idx="1169">
                  <c:v>46028</c:v>
                </c:pt>
                <c:pt idx="1170">
                  <c:v>46029</c:v>
                </c:pt>
                <c:pt idx="1171">
                  <c:v>46030</c:v>
                </c:pt>
                <c:pt idx="1172">
                  <c:v>46031</c:v>
                </c:pt>
                <c:pt idx="1173">
                  <c:v>46034</c:v>
                </c:pt>
                <c:pt idx="1174">
                  <c:v>46035</c:v>
                </c:pt>
                <c:pt idx="1175">
                  <c:v>46036</c:v>
                </c:pt>
                <c:pt idx="1176">
                  <c:v>46037</c:v>
                </c:pt>
                <c:pt idx="1177">
                  <c:v>46038</c:v>
                </c:pt>
                <c:pt idx="1178">
                  <c:v>46041</c:v>
                </c:pt>
                <c:pt idx="1179">
                  <c:v>46042</c:v>
                </c:pt>
                <c:pt idx="1180">
                  <c:v>46043</c:v>
                </c:pt>
                <c:pt idx="1181">
                  <c:v>46044</c:v>
                </c:pt>
                <c:pt idx="1182">
                  <c:v>46045</c:v>
                </c:pt>
                <c:pt idx="1183">
                  <c:v>46048</c:v>
                </c:pt>
                <c:pt idx="1184">
                  <c:v>46049</c:v>
                </c:pt>
                <c:pt idx="1185">
                  <c:v>46050</c:v>
                </c:pt>
                <c:pt idx="1186">
                  <c:v>46051</c:v>
                </c:pt>
                <c:pt idx="1187">
                  <c:v>46052</c:v>
                </c:pt>
                <c:pt idx="1188">
                  <c:v>46055</c:v>
                </c:pt>
                <c:pt idx="1189">
                  <c:v>46056</c:v>
                </c:pt>
                <c:pt idx="1190">
                  <c:v>46057</c:v>
                </c:pt>
                <c:pt idx="1191">
                  <c:v>46058</c:v>
                </c:pt>
                <c:pt idx="1192">
                  <c:v>46059</c:v>
                </c:pt>
                <c:pt idx="1193">
                  <c:v>46062</c:v>
                </c:pt>
                <c:pt idx="1194">
                  <c:v>46063</c:v>
                </c:pt>
                <c:pt idx="1195">
                  <c:v>46064</c:v>
                </c:pt>
                <c:pt idx="1196">
                  <c:v>46065</c:v>
                </c:pt>
                <c:pt idx="1197">
                  <c:v>46066</c:v>
                </c:pt>
                <c:pt idx="1198">
                  <c:v>46071</c:v>
                </c:pt>
                <c:pt idx="1199">
                  <c:v>46072</c:v>
                </c:pt>
                <c:pt idx="1200">
                  <c:v>46073</c:v>
                </c:pt>
                <c:pt idx="1201">
                  <c:v>46076</c:v>
                </c:pt>
                <c:pt idx="1202">
                  <c:v>46077</c:v>
                </c:pt>
                <c:pt idx="1203">
                  <c:v>46078</c:v>
                </c:pt>
                <c:pt idx="1204">
                  <c:v>46079</c:v>
                </c:pt>
                <c:pt idx="1205">
                  <c:v>46080</c:v>
                </c:pt>
                <c:pt idx="1206">
                  <c:v>46083</c:v>
                </c:pt>
                <c:pt idx="1207">
                  <c:v>46084</c:v>
                </c:pt>
                <c:pt idx="1208">
                  <c:v>46085</c:v>
                </c:pt>
                <c:pt idx="1209">
                  <c:v>46086</c:v>
                </c:pt>
                <c:pt idx="1210">
                  <c:v>46087</c:v>
                </c:pt>
                <c:pt idx="1211">
                  <c:v>46090</c:v>
                </c:pt>
                <c:pt idx="1212">
                  <c:v>46091</c:v>
                </c:pt>
                <c:pt idx="1213">
                  <c:v>46092</c:v>
                </c:pt>
                <c:pt idx="1214">
                  <c:v>46093</c:v>
                </c:pt>
                <c:pt idx="1215">
                  <c:v>46094</c:v>
                </c:pt>
                <c:pt idx="1216">
                  <c:v>46097</c:v>
                </c:pt>
                <c:pt idx="1217">
                  <c:v>46098</c:v>
                </c:pt>
                <c:pt idx="1218">
                  <c:v>46099</c:v>
                </c:pt>
                <c:pt idx="1219">
                  <c:v>46100</c:v>
                </c:pt>
                <c:pt idx="1220">
                  <c:v>46101</c:v>
                </c:pt>
                <c:pt idx="1221">
                  <c:v>46104</c:v>
                </c:pt>
                <c:pt idx="1222">
                  <c:v>46105</c:v>
                </c:pt>
                <c:pt idx="1223">
                  <c:v>46106</c:v>
                </c:pt>
                <c:pt idx="1224">
                  <c:v>46107</c:v>
                </c:pt>
                <c:pt idx="1225">
                  <c:v>46108</c:v>
                </c:pt>
                <c:pt idx="1226">
                  <c:v>46111</c:v>
                </c:pt>
                <c:pt idx="1227">
                  <c:v>46112</c:v>
                </c:pt>
                <c:pt idx="1228">
                  <c:v>46113</c:v>
                </c:pt>
                <c:pt idx="1229">
                  <c:v>46114</c:v>
                </c:pt>
                <c:pt idx="1230">
                  <c:v>46118</c:v>
                </c:pt>
                <c:pt idx="1231">
                  <c:v>46119</c:v>
                </c:pt>
                <c:pt idx="1232">
                  <c:v>46120</c:v>
                </c:pt>
                <c:pt idx="1233">
                  <c:v>46121</c:v>
                </c:pt>
                <c:pt idx="1234">
                  <c:v>46122</c:v>
                </c:pt>
                <c:pt idx="1235">
                  <c:v>46125</c:v>
                </c:pt>
                <c:pt idx="1236">
                  <c:v>46126</c:v>
                </c:pt>
                <c:pt idx="1237">
                  <c:v>46127</c:v>
                </c:pt>
                <c:pt idx="1238">
                  <c:v>46128</c:v>
                </c:pt>
                <c:pt idx="1239">
                  <c:v>46129</c:v>
                </c:pt>
                <c:pt idx="1240">
                  <c:v>46132</c:v>
                </c:pt>
                <c:pt idx="1241">
                  <c:v>46134</c:v>
                </c:pt>
                <c:pt idx="1242">
                  <c:v>46135</c:v>
                </c:pt>
                <c:pt idx="1243">
                  <c:v>46136</c:v>
                </c:pt>
                <c:pt idx="1244">
                  <c:v>46139</c:v>
                </c:pt>
                <c:pt idx="1245">
                  <c:v>46140</c:v>
                </c:pt>
                <c:pt idx="1246">
                  <c:v>46141</c:v>
                </c:pt>
                <c:pt idx="1247">
                  <c:v>46142</c:v>
                </c:pt>
                <c:pt idx="1248">
                  <c:v>46146</c:v>
                </c:pt>
                <c:pt idx="1249">
                  <c:v>46147</c:v>
                </c:pt>
                <c:pt idx="1250">
                  <c:v>46148</c:v>
                </c:pt>
                <c:pt idx="1251">
                  <c:v>46149</c:v>
                </c:pt>
                <c:pt idx="1252">
                  <c:v>46150</c:v>
                </c:pt>
                <c:pt idx="1253">
                  <c:v>46153</c:v>
                </c:pt>
                <c:pt idx="1254">
                  <c:v>46154</c:v>
                </c:pt>
                <c:pt idx="1255">
                  <c:v>46155</c:v>
                </c:pt>
                <c:pt idx="1256">
                  <c:v>46156</c:v>
                </c:pt>
                <c:pt idx="1257">
                  <c:v>46157</c:v>
                </c:pt>
                <c:pt idx="1258">
                  <c:v>46160</c:v>
                </c:pt>
                <c:pt idx="1259">
                  <c:v>46161</c:v>
                </c:pt>
                <c:pt idx="1260">
                  <c:v>46162</c:v>
                </c:pt>
                <c:pt idx="1261">
                  <c:v>46163</c:v>
                </c:pt>
                <c:pt idx="1262">
                  <c:v>46164</c:v>
                </c:pt>
                <c:pt idx="1263">
                  <c:v>46167</c:v>
                </c:pt>
                <c:pt idx="1264">
                  <c:v>46168</c:v>
                </c:pt>
                <c:pt idx="1265">
                  <c:v>46169</c:v>
                </c:pt>
                <c:pt idx="1266">
                  <c:v>46170</c:v>
                </c:pt>
                <c:pt idx="1267">
                  <c:v>46171</c:v>
                </c:pt>
                <c:pt idx="1268">
                  <c:v>46174</c:v>
                </c:pt>
                <c:pt idx="1269">
                  <c:v>46175</c:v>
                </c:pt>
                <c:pt idx="1270">
                  <c:v>46176</c:v>
                </c:pt>
                <c:pt idx="1271">
                  <c:v>46178</c:v>
                </c:pt>
                <c:pt idx="1272">
                  <c:v>46181</c:v>
                </c:pt>
                <c:pt idx="1273">
                  <c:v>46182</c:v>
                </c:pt>
                <c:pt idx="1274">
                  <c:v>46183</c:v>
                </c:pt>
                <c:pt idx="1275">
                  <c:v>46184</c:v>
                </c:pt>
                <c:pt idx="1276">
                  <c:v>46185</c:v>
                </c:pt>
                <c:pt idx="1277">
                  <c:v>46188</c:v>
                </c:pt>
                <c:pt idx="1278">
                  <c:v>46189</c:v>
                </c:pt>
                <c:pt idx="1279">
                  <c:v>46190</c:v>
                </c:pt>
                <c:pt idx="1280">
                  <c:v>46191</c:v>
                </c:pt>
                <c:pt idx="1281">
                  <c:v>46192</c:v>
                </c:pt>
                <c:pt idx="1282">
                  <c:v>46195</c:v>
                </c:pt>
                <c:pt idx="1283">
                  <c:v>46196</c:v>
                </c:pt>
                <c:pt idx="1284">
                  <c:v>46197</c:v>
                </c:pt>
                <c:pt idx="1285">
                  <c:v>46198</c:v>
                </c:pt>
                <c:pt idx="1286">
                  <c:v>46199</c:v>
                </c:pt>
                <c:pt idx="1287">
                  <c:v>46202</c:v>
                </c:pt>
                <c:pt idx="1288">
                  <c:v>46203</c:v>
                </c:pt>
                <c:pt idx="1289">
                  <c:v>46204</c:v>
                </c:pt>
                <c:pt idx="1290">
                  <c:v>46205</c:v>
                </c:pt>
                <c:pt idx="1291">
                  <c:v>46206</c:v>
                </c:pt>
                <c:pt idx="1292">
                  <c:v>46209</c:v>
                </c:pt>
                <c:pt idx="1293">
                  <c:v>46210</c:v>
                </c:pt>
                <c:pt idx="1294">
                  <c:v>46211</c:v>
                </c:pt>
                <c:pt idx="1295">
                  <c:v>46212</c:v>
                </c:pt>
                <c:pt idx="1296">
                  <c:v>46213</c:v>
                </c:pt>
                <c:pt idx="1297">
                  <c:v>46216</c:v>
                </c:pt>
                <c:pt idx="1298">
                  <c:v>46217</c:v>
                </c:pt>
                <c:pt idx="1299">
                  <c:v>46218</c:v>
                </c:pt>
                <c:pt idx="1300">
                  <c:v>46219</c:v>
                </c:pt>
                <c:pt idx="1301">
                  <c:v>46220</c:v>
                </c:pt>
                <c:pt idx="1302">
                  <c:v>46223</c:v>
                </c:pt>
                <c:pt idx="1303">
                  <c:v>46224</c:v>
                </c:pt>
                <c:pt idx="1304">
                  <c:v>46225</c:v>
                </c:pt>
                <c:pt idx="1305">
                  <c:v>46226</c:v>
                </c:pt>
                <c:pt idx="1306">
                  <c:v>46227</c:v>
                </c:pt>
                <c:pt idx="1307">
                  <c:v>46230</c:v>
                </c:pt>
                <c:pt idx="1308">
                  <c:v>46231</c:v>
                </c:pt>
                <c:pt idx="1309">
                  <c:v>46232</c:v>
                </c:pt>
                <c:pt idx="1310">
                  <c:v>46233</c:v>
                </c:pt>
                <c:pt idx="1311">
                  <c:v>46234</c:v>
                </c:pt>
                <c:pt idx="1312">
                  <c:v>46237</c:v>
                </c:pt>
                <c:pt idx="1313">
                  <c:v>46238</c:v>
                </c:pt>
                <c:pt idx="1314">
                  <c:v>46239</c:v>
                </c:pt>
                <c:pt idx="1315">
                  <c:v>46240</c:v>
                </c:pt>
                <c:pt idx="1316">
                  <c:v>46241</c:v>
                </c:pt>
                <c:pt idx="1317">
                  <c:v>46244</c:v>
                </c:pt>
                <c:pt idx="1318">
                  <c:v>46245</c:v>
                </c:pt>
                <c:pt idx="1319">
                  <c:v>46246</c:v>
                </c:pt>
                <c:pt idx="1320">
                  <c:v>46247</c:v>
                </c:pt>
                <c:pt idx="1321">
                  <c:v>46248</c:v>
                </c:pt>
                <c:pt idx="1322">
                  <c:v>46251</c:v>
                </c:pt>
                <c:pt idx="1323">
                  <c:v>46252</c:v>
                </c:pt>
                <c:pt idx="1324">
                  <c:v>46253</c:v>
                </c:pt>
                <c:pt idx="1325">
                  <c:v>46254</c:v>
                </c:pt>
                <c:pt idx="1326">
                  <c:v>46255</c:v>
                </c:pt>
                <c:pt idx="1327">
                  <c:v>46258</c:v>
                </c:pt>
                <c:pt idx="1328">
                  <c:v>46259</c:v>
                </c:pt>
                <c:pt idx="1329">
                  <c:v>46260</c:v>
                </c:pt>
                <c:pt idx="1330">
                  <c:v>46261</c:v>
                </c:pt>
                <c:pt idx="1331">
                  <c:v>46262</c:v>
                </c:pt>
              </c:numCache>
            </c:numRef>
          </c:cat>
          <c:val>
            <c:numRef>
              <c:f>'Charts Base 100'!$I$4:$I$10000</c:f>
              <c:numCache>
                <c:formatCode>0.0</c:formatCode>
                <c:ptCount val="9997"/>
                <c:pt idx="0" formatCode="General">
                  <c:v>100</c:v>
                </c:pt>
                <c:pt idx="1">
                  <c:v>100.2654805328855</c:v>
                </c:pt>
                <c:pt idx="2">
                  <c:v>99.005970368187292</c:v>
                </c:pt>
                <c:pt idx="3">
                  <c:v>100.5640325857084</c:v>
                </c:pt>
                <c:pt idx="4">
                  <c:v>100.8636023531581</c:v>
                </c:pt>
                <c:pt idx="5">
                  <c:v>102.644602949993</c:v>
                </c:pt>
                <c:pt idx="6">
                  <c:v>102.53603550865211</c:v>
                </c:pt>
                <c:pt idx="7">
                  <c:v>103.4233649110837</c:v>
                </c:pt>
                <c:pt idx="8">
                  <c:v>100.6864863646426</c:v>
                </c:pt>
                <c:pt idx="9">
                  <c:v>101.5241075567918</c:v>
                </c:pt>
                <c:pt idx="10">
                  <c:v>102.5123084593786</c:v>
                </c:pt>
                <c:pt idx="11">
                  <c:v>103.40137891079971</c:v>
                </c:pt>
                <c:pt idx="12">
                  <c:v>103.43678024025471</c:v>
                </c:pt>
                <c:pt idx="13">
                  <c:v>103.14773246452469</c:v>
                </c:pt>
                <c:pt idx="14">
                  <c:v>103.2019741308717</c:v>
                </c:pt>
                <c:pt idx="15">
                  <c:v>103.1108676446147</c:v>
                </c:pt>
                <c:pt idx="16">
                  <c:v>104.3213172356112</c:v>
                </c:pt>
                <c:pt idx="17">
                  <c:v>103.4432986603848</c:v>
                </c:pt>
                <c:pt idx="18">
                  <c:v>104.2856131150277</c:v>
                </c:pt>
                <c:pt idx="19">
                  <c:v>104.6030391482015</c:v>
                </c:pt>
                <c:pt idx="20">
                  <c:v>105.60796926064459</c:v>
                </c:pt>
                <c:pt idx="21">
                  <c:v>106.1583426021062</c:v>
                </c:pt>
                <c:pt idx="22">
                  <c:v>107.8836800964625</c:v>
                </c:pt>
                <c:pt idx="23">
                  <c:v>109.0060174690295</c:v>
                </c:pt>
                <c:pt idx="24">
                  <c:v>109.4470327478699</c:v>
                </c:pt>
                <c:pt idx="25">
                  <c:v>109.9941510846988</c:v>
                </c:pt>
                <c:pt idx="26">
                  <c:v>109.1621819936172</c:v>
                </c:pt>
                <c:pt idx="27">
                  <c:v>109.26285163301981</c:v>
                </c:pt>
                <c:pt idx="28">
                  <c:v>109.4053064481726</c:v>
                </c:pt>
                <c:pt idx="29">
                  <c:v>108.8710987886336</c:v>
                </c:pt>
                <c:pt idx="30">
                  <c:v>109.5161532338429</c:v>
                </c:pt>
                <c:pt idx="31">
                  <c:v>109.4178470474164</c:v>
                </c:pt>
                <c:pt idx="32">
                  <c:v>108.7184079511605</c:v>
                </c:pt>
                <c:pt idx="33">
                  <c:v>107.70719492279839</c:v>
                </c:pt>
                <c:pt idx="34">
                  <c:v>108.0000023550421</c:v>
                </c:pt>
                <c:pt idx="35">
                  <c:v>108.72300869414261</c:v>
                </c:pt>
                <c:pt idx="36">
                  <c:v>108.30455976524939</c:v>
                </c:pt>
                <c:pt idx="37">
                  <c:v>108.019036141822</c:v>
                </c:pt>
                <c:pt idx="38">
                  <c:v>108.9321532553747</c:v>
                </c:pt>
                <c:pt idx="39">
                  <c:v>107.032971598865</c:v>
                </c:pt>
                <c:pt idx="40">
                  <c:v>107.1789505663203</c:v>
                </c:pt>
                <c:pt idx="41">
                  <c:v>107.0933868398901</c:v>
                </c:pt>
                <c:pt idx="42">
                  <c:v>106.6511603965353</c:v>
                </c:pt>
                <c:pt idx="43">
                  <c:v>105.69613194426221</c:v>
                </c:pt>
                <c:pt idx="44">
                  <c:v>107.34084288975779</c:v>
                </c:pt>
                <c:pt idx="45">
                  <c:v>106.75073662352899</c:v>
                </c:pt>
                <c:pt idx="46">
                  <c:v>105.2156108340012</c:v>
                </c:pt>
                <c:pt idx="47">
                  <c:v>106.8337182145013</c:v>
                </c:pt>
                <c:pt idx="48">
                  <c:v>105.4956001084665</c:v>
                </c:pt>
                <c:pt idx="49">
                  <c:v>107.31744386420689</c:v>
                </c:pt>
                <c:pt idx="50">
                  <c:v>107.8001517992858</c:v>
                </c:pt>
                <c:pt idx="51">
                  <c:v>108.0009780153455</c:v>
                </c:pt>
                <c:pt idx="52">
                  <c:v>107.21150902351209</c:v>
                </c:pt>
                <c:pt idx="53">
                  <c:v>105.9434702420243</c:v>
                </c:pt>
                <c:pt idx="54">
                  <c:v>104.62658956931659</c:v>
                </c:pt>
                <c:pt idx="55">
                  <c:v>105.47338701483611</c:v>
                </c:pt>
                <c:pt idx="56">
                  <c:v>105.9173881506393</c:v>
                </c:pt>
                <c:pt idx="57">
                  <c:v>106.1002487597339</c:v>
                </c:pt>
                <c:pt idx="58">
                  <c:v>105.1802010936816</c:v>
                </c:pt>
                <c:pt idx="59">
                  <c:v>105.98014161204649</c:v>
                </c:pt>
                <c:pt idx="60">
                  <c:v>104.8094922327347</c:v>
                </c:pt>
                <c:pt idx="61">
                  <c:v>106.2171009027886</c:v>
                </c:pt>
                <c:pt idx="62">
                  <c:v>105.7038194745834</c:v>
                </c:pt>
                <c:pt idx="63">
                  <c:v>102.4449963093126</c:v>
                </c:pt>
                <c:pt idx="64">
                  <c:v>103.0463310798945</c:v>
                </c:pt>
                <c:pt idx="65">
                  <c:v>103.93857242730149</c:v>
                </c:pt>
                <c:pt idx="66">
                  <c:v>102.4453495656293</c:v>
                </c:pt>
                <c:pt idx="67">
                  <c:v>102.30380312386239</c:v>
                </c:pt>
                <c:pt idx="68">
                  <c:v>103.2941319752142</c:v>
                </c:pt>
                <c:pt idx="69">
                  <c:v>103.469935868839</c:v>
                </c:pt>
                <c:pt idx="70">
                  <c:v>102.7828439219391</c:v>
                </c:pt>
                <c:pt idx="71">
                  <c:v>102.659935956312</c:v>
                </c:pt>
                <c:pt idx="72">
                  <c:v>101.5199610005026</c:v>
                </c:pt>
                <c:pt idx="73">
                  <c:v>101.9344231795356</c:v>
                </c:pt>
                <c:pt idx="74">
                  <c:v>100.24071053639111</c:v>
                </c:pt>
                <c:pt idx="75">
                  <c:v>99.167299163690899</c:v>
                </c:pt>
                <c:pt idx="76">
                  <c:v>98.106529320610733</c:v>
                </c:pt>
                <c:pt idx="77">
                  <c:v>98.545635333167809</c:v>
                </c:pt>
                <c:pt idx="78">
                  <c:v>99.292587404023621</c:v>
                </c:pt>
                <c:pt idx="79">
                  <c:v>98.803832057236946</c:v>
                </c:pt>
                <c:pt idx="80">
                  <c:v>101.1076351810994</c:v>
                </c:pt>
                <c:pt idx="81">
                  <c:v>101.6181410239589</c:v>
                </c:pt>
                <c:pt idx="82">
                  <c:v>99.857124641613055</c:v>
                </c:pt>
                <c:pt idx="83">
                  <c:v>101.5002963988715</c:v>
                </c:pt>
                <c:pt idx="84">
                  <c:v>100.7116600826418</c:v>
                </c:pt>
                <c:pt idx="85">
                  <c:v>99.905117035499913</c:v>
                </c:pt>
                <c:pt idx="86">
                  <c:v>100.4220235463839</c:v>
                </c:pt>
                <c:pt idx="87">
                  <c:v>98.13551316031176</c:v>
                </c:pt>
                <c:pt idx="88">
                  <c:v>98.350965870056854</c:v>
                </c:pt>
                <c:pt idx="89">
                  <c:v>99.137709741732621</c:v>
                </c:pt>
                <c:pt idx="90">
                  <c:v>95.390005066704887</c:v>
                </c:pt>
                <c:pt idx="91">
                  <c:v>97.028458328875573</c:v>
                </c:pt>
                <c:pt idx="92">
                  <c:v>96.124349251399408</c:v>
                </c:pt>
                <c:pt idx="93">
                  <c:v>97.905593763310193</c:v>
                </c:pt>
                <c:pt idx="94">
                  <c:v>97.717888496157585</c:v>
                </c:pt>
                <c:pt idx="95">
                  <c:v>96.777545413622775</c:v>
                </c:pt>
                <c:pt idx="96">
                  <c:v>95.710829089211018</c:v>
                </c:pt>
                <c:pt idx="97">
                  <c:v>93.730146153913438</c:v>
                </c:pt>
                <c:pt idx="98">
                  <c:v>91.546996883942853</c:v>
                </c:pt>
                <c:pt idx="99">
                  <c:v>92.729556047647222</c:v>
                </c:pt>
                <c:pt idx="100">
                  <c:v>94.439106348991672</c:v>
                </c:pt>
                <c:pt idx="101">
                  <c:v>95.937989722596228</c:v>
                </c:pt>
                <c:pt idx="102">
                  <c:v>95.280520841113386</c:v>
                </c:pt>
                <c:pt idx="103">
                  <c:v>95.533132751032355</c:v>
                </c:pt>
                <c:pt idx="104">
                  <c:v>92.623680083005141</c:v>
                </c:pt>
                <c:pt idx="105">
                  <c:v>93.450451259712025</c:v>
                </c:pt>
                <c:pt idx="106">
                  <c:v>93.343019285103423</c:v>
                </c:pt>
                <c:pt idx="107">
                  <c:v>94.958359491122508</c:v>
                </c:pt>
                <c:pt idx="108">
                  <c:v>92.850134203756895</c:v>
                </c:pt>
                <c:pt idx="109">
                  <c:v>92.904426335292058</c:v>
                </c:pt>
                <c:pt idx="110">
                  <c:v>92.990158279015972</c:v>
                </c:pt>
                <c:pt idx="111">
                  <c:v>93.01190877508877</c:v>
                </c:pt>
                <c:pt idx="112">
                  <c:v>94.902477706162074</c:v>
                </c:pt>
                <c:pt idx="113">
                  <c:v>94.353483746508658</c:v>
                </c:pt>
                <c:pt idx="114">
                  <c:v>95.426239071763518</c:v>
                </c:pt>
                <c:pt idx="115">
                  <c:v>95.19877564724969</c:v>
                </c:pt>
                <c:pt idx="116">
                  <c:v>96.428873018147954</c:v>
                </c:pt>
                <c:pt idx="117">
                  <c:v>96.243993801529172</c:v>
                </c:pt>
                <c:pt idx="118">
                  <c:v>93.085360856374052</c:v>
                </c:pt>
                <c:pt idx="119">
                  <c:v>93.180967155236971</c:v>
                </c:pt>
                <c:pt idx="120">
                  <c:v>90.614459083834788</c:v>
                </c:pt>
                <c:pt idx="121">
                  <c:v>89.40427864050821</c:v>
                </c:pt>
                <c:pt idx="122">
                  <c:v>91.43833692309039</c:v>
                </c:pt>
                <c:pt idx="123">
                  <c:v>89.508026656385226</c:v>
                </c:pt>
                <c:pt idx="124">
                  <c:v>89.460564146973468</c:v>
                </c:pt>
                <c:pt idx="125">
                  <c:v>88.907011498661333</c:v>
                </c:pt>
                <c:pt idx="126">
                  <c:v>87.05304665069275</c:v>
                </c:pt>
                <c:pt idx="127">
                  <c:v>88.77740007388104</c:v>
                </c:pt>
                <c:pt idx="128">
                  <c:v>88.832928602524746</c:v>
                </c:pt>
                <c:pt idx="129">
                  <c:v>86.978509567863227</c:v>
                </c:pt>
                <c:pt idx="130">
                  <c:v>88.166241413348246</c:v>
                </c:pt>
                <c:pt idx="131">
                  <c:v>88.129990586560254</c:v>
                </c:pt>
                <c:pt idx="132">
                  <c:v>88.764127729409708</c:v>
                </c:pt>
                <c:pt idx="133">
                  <c:v>89.127838750939503</c:v>
                </c:pt>
                <c:pt idx="134">
                  <c:v>90.49642100885967</c:v>
                </c:pt>
                <c:pt idx="135">
                  <c:v>89.436542717435998</c:v>
                </c:pt>
                <c:pt idx="136">
                  <c:v>87.812505677333661</c:v>
                </c:pt>
                <c:pt idx="137">
                  <c:v>86.588548237654706</c:v>
                </c:pt>
                <c:pt idx="138">
                  <c:v>86.149122612239623</c:v>
                </c:pt>
                <c:pt idx="139">
                  <c:v>86.661361093224002</c:v>
                </c:pt>
                <c:pt idx="140">
                  <c:v>85.893743527839632</c:v>
                </c:pt>
                <c:pt idx="141">
                  <c:v>87.181825399869325</c:v>
                </c:pt>
                <c:pt idx="142">
                  <c:v>87.905470964685804</c:v>
                </c:pt>
                <c:pt idx="143">
                  <c:v>88.996410579387458</c:v>
                </c:pt>
                <c:pt idx="144">
                  <c:v>85.979441828104811</c:v>
                </c:pt>
                <c:pt idx="145">
                  <c:v>86.475489394572506</c:v>
                </c:pt>
                <c:pt idx="146">
                  <c:v>85.7197059157985</c:v>
                </c:pt>
                <c:pt idx="147">
                  <c:v>84.760127185731406</c:v>
                </c:pt>
                <c:pt idx="148">
                  <c:v>87.865140868526069</c:v>
                </c:pt>
                <c:pt idx="149">
                  <c:v>88.372694497881469</c:v>
                </c:pt>
                <c:pt idx="150">
                  <c:v>89.877549585411657</c:v>
                </c:pt>
                <c:pt idx="151">
                  <c:v>90.465300809528912</c:v>
                </c:pt>
                <c:pt idx="152">
                  <c:v>90.917687577422015</c:v>
                </c:pt>
                <c:pt idx="153">
                  <c:v>89.400123673354315</c:v>
                </c:pt>
                <c:pt idx="154">
                  <c:v>90.634081631142536</c:v>
                </c:pt>
                <c:pt idx="155">
                  <c:v>90.318657383763536</c:v>
                </c:pt>
                <c:pt idx="156">
                  <c:v>89.794324079363577</c:v>
                </c:pt>
                <c:pt idx="157">
                  <c:v>90.358911782141107</c:v>
                </c:pt>
                <c:pt idx="158">
                  <c:v>91.11181033432851</c:v>
                </c:pt>
                <c:pt idx="159">
                  <c:v>90.164940420798928</c:v>
                </c:pt>
                <c:pt idx="160">
                  <c:v>88.330715872243672</c:v>
                </c:pt>
                <c:pt idx="161">
                  <c:v>88.734521485722055</c:v>
                </c:pt>
                <c:pt idx="162">
                  <c:v>88.519068775976962</c:v>
                </c:pt>
                <c:pt idx="163">
                  <c:v>88.22266990451314</c:v>
                </c:pt>
                <c:pt idx="164">
                  <c:v>88.780377519979169</c:v>
                </c:pt>
                <c:pt idx="165">
                  <c:v>88.199834406896102</c:v>
                </c:pt>
                <c:pt idx="166">
                  <c:v>87.563190826370828</c:v>
                </c:pt>
                <c:pt idx="167">
                  <c:v>88.164735868569807</c:v>
                </c:pt>
                <c:pt idx="168">
                  <c:v>87.407043123512537</c:v>
                </c:pt>
                <c:pt idx="169">
                  <c:v>87.063921898729149</c:v>
                </c:pt>
                <c:pt idx="170">
                  <c:v>84.954477035984368</c:v>
                </c:pt>
                <c:pt idx="171">
                  <c:v>85.421624871397881</c:v>
                </c:pt>
                <c:pt idx="172">
                  <c:v>86.395956258120691</c:v>
                </c:pt>
                <c:pt idx="173">
                  <c:v>85.744728238233364</c:v>
                </c:pt>
                <c:pt idx="174">
                  <c:v>87.287095782254156</c:v>
                </c:pt>
                <c:pt idx="175">
                  <c:v>88.890778529821233</c:v>
                </c:pt>
                <c:pt idx="176">
                  <c:v>88.759434466916034</c:v>
                </c:pt>
                <c:pt idx="177">
                  <c:v>89.935517264813726</c:v>
                </c:pt>
                <c:pt idx="178">
                  <c:v>89.469622648238129</c:v>
                </c:pt>
                <c:pt idx="179">
                  <c:v>89.71672544178908</c:v>
                </c:pt>
                <c:pt idx="180">
                  <c:v>90.848668021825191</c:v>
                </c:pt>
                <c:pt idx="181">
                  <c:v>91.764207464406908</c:v>
                </c:pt>
                <c:pt idx="182">
                  <c:v>91.629372892657855</c:v>
                </c:pt>
                <c:pt idx="183">
                  <c:v>90.784442659098232</c:v>
                </c:pt>
                <c:pt idx="184">
                  <c:v>92.690899713559588</c:v>
                </c:pt>
                <c:pt idx="185">
                  <c:v>93.603823377224586</c:v>
                </c:pt>
                <c:pt idx="186">
                  <c:v>94.716134999088268</c:v>
                </c:pt>
                <c:pt idx="187">
                  <c:v>94.126070787182925</c:v>
                </c:pt>
                <c:pt idx="188">
                  <c:v>94.322388779771941</c:v>
                </c:pt>
                <c:pt idx="189">
                  <c:v>95.234799380691214</c:v>
                </c:pt>
                <c:pt idx="190">
                  <c:v>94.112832086170314</c:v>
                </c:pt>
                <c:pt idx="191">
                  <c:v>93.94594370911058</c:v>
                </c:pt>
                <c:pt idx="192">
                  <c:v>94.407700180261656</c:v>
                </c:pt>
                <c:pt idx="193">
                  <c:v>94.198656549405754</c:v>
                </c:pt>
                <c:pt idx="194">
                  <c:v>94.398885594072837</c:v>
                </c:pt>
                <c:pt idx="195">
                  <c:v>94.589753346346626</c:v>
                </c:pt>
                <c:pt idx="196">
                  <c:v>95.35209729957414</c:v>
                </c:pt>
                <c:pt idx="197">
                  <c:v>95.524166769279219</c:v>
                </c:pt>
                <c:pt idx="198">
                  <c:v>95.799067470610765</c:v>
                </c:pt>
                <c:pt idx="199">
                  <c:v>96.580428388888777</c:v>
                </c:pt>
                <c:pt idx="200">
                  <c:v>96.877138462345911</c:v>
                </c:pt>
                <c:pt idx="201">
                  <c:v>95.487268305910547</c:v>
                </c:pt>
                <c:pt idx="202">
                  <c:v>94.941714389912889</c:v>
                </c:pt>
                <c:pt idx="203">
                  <c:v>93.970638007822785</c:v>
                </c:pt>
                <c:pt idx="204">
                  <c:v>94.95176537321025</c:v>
                </c:pt>
                <c:pt idx="205">
                  <c:v>94.208085128716505</c:v>
                </c:pt>
                <c:pt idx="206">
                  <c:v>93.858411840344303</c:v>
                </c:pt>
                <c:pt idx="207">
                  <c:v>95.162154742415595</c:v>
                </c:pt>
                <c:pt idx="208">
                  <c:v>96.870964887667853</c:v>
                </c:pt>
                <c:pt idx="209">
                  <c:v>96.864185730732558</c:v>
                </c:pt>
                <c:pt idx="210">
                  <c:v>96.282347344488159</c:v>
                </c:pt>
                <c:pt idx="211">
                  <c:v>93.859749167829051</c:v>
                </c:pt>
                <c:pt idx="212">
                  <c:v>93.531717034288747</c:v>
                </c:pt>
                <c:pt idx="213">
                  <c:v>95.800034720049425</c:v>
                </c:pt>
                <c:pt idx="214">
                  <c:v>95.600520598880479</c:v>
                </c:pt>
                <c:pt idx="215">
                  <c:v>93.960351520314262</c:v>
                </c:pt>
                <c:pt idx="216">
                  <c:v>92.458633685311199</c:v>
                </c:pt>
                <c:pt idx="217">
                  <c:v>91.644192836231042</c:v>
                </c:pt>
                <c:pt idx="218">
                  <c:v>93.45516134393506</c:v>
                </c:pt>
                <c:pt idx="219">
                  <c:v>95.106971059223923</c:v>
                </c:pt>
                <c:pt idx="220">
                  <c:v>96.986446059779041</c:v>
                </c:pt>
                <c:pt idx="221">
                  <c:v>97.696003426249845</c:v>
                </c:pt>
                <c:pt idx="222">
                  <c:v>98.636262400137809</c:v>
                </c:pt>
                <c:pt idx="223">
                  <c:v>98.791779288144795</c:v>
                </c:pt>
                <c:pt idx="224">
                  <c:v>100.1337916245282</c:v>
                </c:pt>
                <c:pt idx="225">
                  <c:v>100.1575270846665</c:v>
                </c:pt>
                <c:pt idx="226">
                  <c:v>99.868740045741646</c:v>
                </c:pt>
                <c:pt idx="227">
                  <c:v>100.9422944031415</c:v>
                </c:pt>
                <c:pt idx="228">
                  <c:v>101.1488568289156</c:v>
                </c:pt>
                <c:pt idx="229">
                  <c:v>100.9297285713036</c:v>
                </c:pt>
                <c:pt idx="230">
                  <c:v>102.251008126241</c:v>
                </c:pt>
                <c:pt idx="231">
                  <c:v>102.00655475506549</c:v>
                </c:pt>
                <c:pt idx="232">
                  <c:v>99.99269095858962</c:v>
                </c:pt>
                <c:pt idx="233">
                  <c:v>99.439760714264082</c:v>
                </c:pt>
                <c:pt idx="234">
                  <c:v>99.97332073722238</c:v>
                </c:pt>
                <c:pt idx="235">
                  <c:v>99.519251796392481</c:v>
                </c:pt>
                <c:pt idx="236">
                  <c:v>98.367459575702156</c:v>
                </c:pt>
                <c:pt idx="237">
                  <c:v>97.689552293037224</c:v>
                </c:pt>
                <c:pt idx="238">
                  <c:v>98.223726309117453</c:v>
                </c:pt>
                <c:pt idx="239">
                  <c:v>97.718780047814093</c:v>
                </c:pt>
                <c:pt idx="240">
                  <c:v>97.302980541296336</c:v>
                </c:pt>
                <c:pt idx="241">
                  <c:v>96.772599825188593</c:v>
                </c:pt>
                <c:pt idx="242">
                  <c:v>96.173006103596293</c:v>
                </c:pt>
                <c:pt idx="243">
                  <c:v>93.42579060445857</c:v>
                </c:pt>
                <c:pt idx="244">
                  <c:v>93.09561370042384</c:v>
                </c:pt>
                <c:pt idx="245">
                  <c:v>91.016372252759268</c:v>
                </c:pt>
                <c:pt idx="246">
                  <c:v>91.972275434959457</c:v>
                </c:pt>
                <c:pt idx="247">
                  <c:v>92.451358287359554</c:v>
                </c:pt>
                <c:pt idx="248">
                  <c:v>90.733178438849322</c:v>
                </c:pt>
                <c:pt idx="249">
                  <c:v>89.692317112476147</c:v>
                </c:pt>
                <c:pt idx="250">
                  <c:v>89.599335003394629</c:v>
                </c:pt>
                <c:pt idx="251">
                  <c:v>91.12645364974334</c:v>
                </c:pt>
                <c:pt idx="252">
                  <c:v>88.569929274721048</c:v>
                </c:pt>
                <c:pt idx="253">
                  <c:v>88.427398761786151</c:v>
                </c:pt>
                <c:pt idx="254">
                  <c:v>86.842194683929804</c:v>
                </c:pt>
                <c:pt idx="255">
                  <c:v>86.724375291436459</c:v>
                </c:pt>
                <c:pt idx="256">
                  <c:v>87.806819932807286</c:v>
                </c:pt>
                <c:pt idx="257">
                  <c:v>88.892443881028655</c:v>
                </c:pt>
                <c:pt idx="258">
                  <c:v>89.932480942662806</c:v>
                </c:pt>
                <c:pt idx="259">
                  <c:v>91.033093051751038</c:v>
                </c:pt>
                <c:pt idx="260">
                  <c:v>91.501233369197266</c:v>
                </c:pt>
                <c:pt idx="261">
                  <c:v>89.363040170962606</c:v>
                </c:pt>
                <c:pt idx="262">
                  <c:v>90.000642590061858</c:v>
                </c:pt>
                <c:pt idx="263">
                  <c:v>91.247687853298373</c:v>
                </c:pt>
                <c:pt idx="264">
                  <c:v>92.810376046395675</c:v>
                </c:pt>
                <c:pt idx="265">
                  <c:v>93.008006133875398</c:v>
                </c:pt>
                <c:pt idx="266">
                  <c:v>93.007181869136375</c:v>
                </c:pt>
                <c:pt idx="267">
                  <c:v>94.109064018791898</c:v>
                </c:pt>
                <c:pt idx="268">
                  <c:v>94.152632297854964</c:v>
                </c:pt>
                <c:pt idx="269">
                  <c:v>93.387605278793259</c:v>
                </c:pt>
                <c:pt idx="270">
                  <c:v>93.655407210331504</c:v>
                </c:pt>
                <c:pt idx="271">
                  <c:v>93.663338655728509</c:v>
                </c:pt>
                <c:pt idx="272">
                  <c:v>94.532155744990661</c:v>
                </c:pt>
                <c:pt idx="273">
                  <c:v>93.446657959739554</c:v>
                </c:pt>
                <c:pt idx="274">
                  <c:v>92.675877909233989</c:v>
                </c:pt>
                <c:pt idx="275">
                  <c:v>92.578185715929436</c:v>
                </c:pt>
                <c:pt idx="276">
                  <c:v>91.146580848932132</c:v>
                </c:pt>
                <c:pt idx="277">
                  <c:v>90.075070331650494</c:v>
                </c:pt>
                <c:pt idx="278">
                  <c:v>88.718835223086415</c:v>
                </c:pt>
                <c:pt idx="279">
                  <c:v>86.293940880368567</c:v>
                </c:pt>
                <c:pt idx="280">
                  <c:v>85.844018495827882</c:v>
                </c:pt>
                <c:pt idx="281">
                  <c:v>86.469425161135348</c:v>
                </c:pt>
                <c:pt idx="282">
                  <c:v>83.961406242745625</c:v>
                </c:pt>
                <c:pt idx="283">
                  <c:v>83.984729570514332</c:v>
                </c:pt>
                <c:pt idx="284">
                  <c:v>83.843284059123675</c:v>
                </c:pt>
                <c:pt idx="285">
                  <c:v>83.706876655678712</c:v>
                </c:pt>
                <c:pt idx="286">
                  <c:v>82.494046789976679</c:v>
                </c:pt>
                <c:pt idx="287">
                  <c:v>82.991902692351431</c:v>
                </c:pt>
                <c:pt idx="288">
                  <c:v>84.750900467173068</c:v>
                </c:pt>
                <c:pt idx="289">
                  <c:v>84.606073788179444</c:v>
                </c:pt>
                <c:pt idx="290">
                  <c:v>83.79036289853201</c:v>
                </c:pt>
                <c:pt idx="291">
                  <c:v>82.882300714654349</c:v>
                </c:pt>
                <c:pt idx="292">
                  <c:v>83.22878628531133</c:v>
                </c:pt>
                <c:pt idx="293">
                  <c:v>82.938493701608095</c:v>
                </c:pt>
                <c:pt idx="294">
                  <c:v>82.674291620154591</c:v>
                </c:pt>
                <c:pt idx="295">
                  <c:v>83.031198252155036</c:v>
                </c:pt>
                <c:pt idx="296">
                  <c:v>84.722404457623711</c:v>
                </c:pt>
                <c:pt idx="297">
                  <c:v>84.351670364082779</c:v>
                </c:pt>
                <c:pt idx="298">
                  <c:v>82.60517113418156</c:v>
                </c:pt>
                <c:pt idx="299">
                  <c:v>82.654584964199998</c:v>
                </c:pt>
                <c:pt idx="300">
                  <c:v>82.326519187200958</c:v>
                </c:pt>
                <c:pt idx="301">
                  <c:v>80.845946266013442</c:v>
                </c:pt>
                <c:pt idx="302">
                  <c:v>81.207739610395294</c:v>
                </c:pt>
                <c:pt idx="303">
                  <c:v>81.514845512601838</c:v>
                </c:pt>
                <c:pt idx="304">
                  <c:v>82.632371870569585</c:v>
                </c:pt>
                <c:pt idx="305">
                  <c:v>82.667722734836389</c:v>
                </c:pt>
                <c:pt idx="306">
                  <c:v>83.295459209661331</c:v>
                </c:pt>
                <c:pt idx="307">
                  <c:v>83.204327490810286</c:v>
                </c:pt>
                <c:pt idx="308">
                  <c:v>84.33561402340105</c:v>
                </c:pt>
                <c:pt idx="309">
                  <c:v>83.916618388303377</c:v>
                </c:pt>
                <c:pt idx="310">
                  <c:v>85.318095538002638</c:v>
                </c:pt>
                <c:pt idx="311">
                  <c:v>86.292662428936609</c:v>
                </c:pt>
                <c:pt idx="312">
                  <c:v>86.770424775581304</c:v>
                </c:pt>
                <c:pt idx="313">
                  <c:v>85.980131519008893</c:v>
                </c:pt>
                <c:pt idx="314">
                  <c:v>86.936127220720607</c:v>
                </c:pt>
                <c:pt idx="315">
                  <c:v>87.283479110440041</c:v>
                </c:pt>
                <c:pt idx="316">
                  <c:v>89.064513350733733</c:v>
                </c:pt>
                <c:pt idx="317">
                  <c:v>89.552091176464657</c:v>
                </c:pt>
                <c:pt idx="318">
                  <c:v>91.175682440738726</c:v>
                </c:pt>
                <c:pt idx="319">
                  <c:v>91.38492793234704</c:v>
                </c:pt>
                <c:pt idx="320">
                  <c:v>92.717806069683675</c:v>
                </c:pt>
                <c:pt idx="321">
                  <c:v>92.282274674617298</c:v>
                </c:pt>
                <c:pt idx="322">
                  <c:v>94.844493205030645</c:v>
                </c:pt>
                <c:pt idx="323">
                  <c:v>95.069668874350427</c:v>
                </c:pt>
                <c:pt idx="324">
                  <c:v>95.473726813769332</c:v>
                </c:pt>
                <c:pt idx="325">
                  <c:v>95.638058287965137</c:v>
                </c:pt>
                <c:pt idx="326">
                  <c:v>95.726464886658562</c:v>
                </c:pt>
                <c:pt idx="327">
                  <c:v>93.777953508777244</c:v>
                </c:pt>
                <c:pt idx="328">
                  <c:v>92.940500533921693</c:v>
                </c:pt>
                <c:pt idx="329">
                  <c:v>94.922579672756811</c:v>
                </c:pt>
                <c:pt idx="330">
                  <c:v>94.956845535479388</c:v>
                </c:pt>
                <c:pt idx="331">
                  <c:v>95.489993426068168</c:v>
                </c:pt>
                <c:pt idx="332">
                  <c:v>94.453051562637725</c:v>
                </c:pt>
                <c:pt idx="333">
                  <c:v>94.473456320361095</c:v>
                </c:pt>
                <c:pt idx="334">
                  <c:v>92.881717000645281</c:v>
                </c:pt>
                <c:pt idx="335">
                  <c:v>92.118212348091376</c:v>
                </c:pt>
                <c:pt idx="336">
                  <c:v>92.860403869536057</c:v>
                </c:pt>
                <c:pt idx="337">
                  <c:v>93.24641209334311</c:v>
                </c:pt>
                <c:pt idx="338">
                  <c:v>94.372719394040942</c:v>
                </c:pt>
                <c:pt idx="339">
                  <c:v>92.320821667464017</c:v>
                </c:pt>
                <c:pt idx="340">
                  <c:v>92.448557469419782</c:v>
                </c:pt>
                <c:pt idx="341">
                  <c:v>94.454355246663752</c:v>
                </c:pt>
                <c:pt idx="342">
                  <c:v>95.384714632818657</c:v>
                </c:pt>
                <c:pt idx="343">
                  <c:v>93.187300536344026</c:v>
                </c:pt>
                <c:pt idx="344">
                  <c:v>92.979308263573628</c:v>
                </c:pt>
                <c:pt idx="345">
                  <c:v>92.480527166083633</c:v>
                </c:pt>
                <c:pt idx="346">
                  <c:v>91.914240468639932</c:v>
                </c:pt>
                <c:pt idx="347">
                  <c:v>94.053560722742247</c:v>
                </c:pt>
                <c:pt idx="348">
                  <c:v>94.636450467072137</c:v>
                </c:pt>
                <c:pt idx="349">
                  <c:v>94.147737174608878</c:v>
                </c:pt>
                <c:pt idx="350">
                  <c:v>95.943137171782837</c:v>
                </c:pt>
                <c:pt idx="351">
                  <c:v>93.962815903666666</c:v>
                </c:pt>
                <c:pt idx="352">
                  <c:v>91.774443486727321</c:v>
                </c:pt>
                <c:pt idx="353">
                  <c:v>91.153881479477832</c:v>
                </c:pt>
                <c:pt idx="354">
                  <c:v>91.216836801637498</c:v>
                </c:pt>
                <c:pt idx="355">
                  <c:v>90.55502791397771</c:v>
                </c:pt>
                <c:pt idx="356">
                  <c:v>92.550455095066326</c:v>
                </c:pt>
                <c:pt idx="357">
                  <c:v>97.679122820829079</c:v>
                </c:pt>
                <c:pt idx="358">
                  <c:v>97.759581152396123</c:v>
                </c:pt>
                <c:pt idx="359">
                  <c:v>98.573500527865875</c:v>
                </c:pt>
                <c:pt idx="360">
                  <c:v>98.878823326759402</c:v>
                </c:pt>
                <c:pt idx="361">
                  <c:v>97.881648031554874</c:v>
                </c:pt>
                <c:pt idx="362">
                  <c:v>97.516103441523967</c:v>
                </c:pt>
                <c:pt idx="363">
                  <c:v>96.579536837232283</c:v>
                </c:pt>
                <c:pt idx="364">
                  <c:v>96.136259035791937</c:v>
                </c:pt>
                <c:pt idx="365">
                  <c:v>94.262528655815984</c:v>
                </c:pt>
                <c:pt idx="366">
                  <c:v>95.567592063642664</c:v>
                </c:pt>
                <c:pt idx="367">
                  <c:v>97.349929987962369</c:v>
                </c:pt>
                <c:pt idx="368">
                  <c:v>97.796689887381888</c:v>
                </c:pt>
                <c:pt idx="369">
                  <c:v>98.551035108294926</c:v>
                </c:pt>
                <c:pt idx="370">
                  <c:v>100.8704824404696</c:v>
                </c:pt>
                <c:pt idx="371">
                  <c:v>97.576712132436811</c:v>
                </c:pt>
                <c:pt idx="372">
                  <c:v>96.410032681255814</c:v>
                </c:pt>
                <c:pt idx="373">
                  <c:v>94.844097894390501</c:v>
                </c:pt>
                <c:pt idx="374">
                  <c:v>96.422791962981435</c:v>
                </c:pt>
                <c:pt idx="375">
                  <c:v>96.337245058280573</c:v>
                </c:pt>
                <c:pt idx="376">
                  <c:v>97.597217820536372</c:v>
                </c:pt>
                <c:pt idx="377">
                  <c:v>98.347113694031592</c:v>
                </c:pt>
                <c:pt idx="378">
                  <c:v>98.319946601102302</c:v>
                </c:pt>
                <c:pt idx="379">
                  <c:v>99.378958573463521</c:v>
                </c:pt>
                <c:pt idx="380">
                  <c:v>97.012931872668929</c:v>
                </c:pt>
                <c:pt idx="381">
                  <c:v>97.700898549495918</c:v>
                </c:pt>
                <c:pt idx="382">
                  <c:v>95.530676778544631</c:v>
                </c:pt>
                <c:pt idx="383">
                  <c:v>92.330653968279606</c:v>
                </c:pt>
                <c:pt idx="384">
                  <c:v>94.41489146956647</c:v>
                </c:pt>
                <c:pt idx="385">
                  <c:v>95.17842135471443</c:v>
                </c:pt>
                <c:pt idx="386">
                  <c:v>92.724173094249466</c:v>
                </c:pt>
                <c:pt idx="387">
                  <c:v>92.269523803756357</c:v>
                </c:pt>
                <c:pt idx="388">
                  <c:v>91.569226799302641</c:v>
                </c:pt>
                <c:pt idx="389">
                  <c:v>92.307709129421681</c:v>
                </c:pt>
                <c:pt idx="390">
                  <c:v>91.709158355050192</c:v>
                </c:pt>
                <c:pt idx="391">
                  <c:v>91.544818469989707</c:v>
                </c:pt>
                <c:pt idx="392">
                  <c:v>94.059675421367501</c:v>
                </c:pt>
                <c:pt idx="393">
                  <c:v>91.658827740781192</c:v>
                </c:pt>
                <c:pt idx="394">
                  <c:v>91.495194368354163</c:v>
                </c:pt>
                <c:pt idx="395">
                  <c:v>93.284572186414366</c:v>
                </c:pt>
                <c:pt idx="396">
                  <c:v>94.610460895198614</c:v>
                </c:pt>
                <c:pt idx="397">
                  <c:v>93.298021159044069</c:v>
                </c:pt>
                <c:pt idx="398">
                  <c:v>94.137703013040877</c:v>
                </c:pt>
                <c:pt idx="399">
                  <c:v>92.01604557477495</c:v>
                </c:pt>
                <c:pt idx="400">
                  <c:v>92.678115199239926</c:v>
                </c:pt>
                <c:pt idx="401">
                  <c:v>91.73608153290364</c:v>
                </c:pt>
                <c:pt idx="402">
                  <c:v>90.205716292786917</c:v>
                </c:pt>
                <c:pt idx="403">
                  <c:v>90.433247004218217</c:v>
                </c:pt>
                <c:pt idx="404">
                  <c:v>88.602849399094183</c:v>
                </c:pt>
                <c:pt idx="405">
                  <c:v>87.085815379501582</c:v>
                </c:pt>
                <c:pt idx="406">
                  <c:v>87.259163300638619</c:v>
                </c:pt>
                <c:pt idx="407">
                  <c:v>87.252367321973963</c:v>
                </c:pt>
                <c:pt idx="408">
                  <c:v>86.510537467710691</c:v>
                </c:pt>
                <c:pt idx="409">
                  <c:v>88.095186428497897</c:v>
                </c:pt>
                <c:pt idx="410">
                  <c:v>89.881956878506074</c:v>
                </c:pt>
                <c:pt idx="411">
                  <c:v>90.360560311619182</c:v>
                </c:pt>
                <c:pt idx="412">
                  <c:v>90.460128127748249</c:v>
                </c:pt>
                <c:pt idx="413">
                  <c:v>92.265141743256009</c:v>
                </c:pt>
                <c:pt idx="414">
                  <c:v>91.457850129157237</c:v>
                </c:pt>
                <c:pt idx="415">
                  <c:v>91.323654783124169</c:v>
                </c:pt>
                <c:pt idx="416">
                  <c:v>92.718605101828658</c:v>
                </c:pt>
                <c:pt idx="417">
                  <c:v>92.296287175180822</c:v>
                </c:pt>
                <c:pt idx="418">
                  <c:v>89.471430984145186</c:v>
                </c:pt>
                <c:pt idx="419">
                  <c:v>87.612394384772159</c:v>
                </c:pt>
                <c:pt idx="420">
                  <c:v>88.595388962119486</c:v>
                </c:pt>
                <c:pt idx="421">
                  <c:v>90.535657692610485</c:v>
                </c:pt>
                <c:pt idx="422">
                  <c:v>91.647893616692002</c:v>
                </c:pt>
                <c:pt idx="423">
                  <c:v>91.787404629205355</c:v>
                </c:pt>
                <c:pt idx="424">
                  <c:v>93.206435253500103</c:v>
                </c:pt>
                <c:pt idx="425">
                  <c:v>94.636593451771773</c:v>
                </c:pt>
                <c:pt idx="426">
                  <c:v>94.075706529455189</c:v>
                </c:pt>
                <c:pt idx="427">
                  <c:v>93.290014015864912</c:v>
                </c:pt>
                <c:pt idx="428">
                  <c:v>91.857290503864633</c:v>
                </c:pt>
                <c:pt idx="429">
                  <c:v>93.729935882296346</c:v>
                </c:pt>
                <c:pt idx="430">
                  <c:v>94.393780199209644</c:v>
                </c:pt>
                <c:pt idx="431">
                  <c:v>94.977065254179692</c:v>
                </c:pt>
                <c:pt idx="432">
                  <c:v>94.235866214767725</c:v>
                </c:pt>
                <c:pt idx="433">
                  <c:v>93.980714223714202</c:v>
                </c:pt>
                <c:pt idx="434">
                  <c:v>95.06644751317647</c:v>
                </c:pt>
                <c:pt idx="435">
                  <c:v>96.111009620010591</c:v>
                </c:pt>
                <c:pt idx="436">
                  <c:v>96.033192299954308</c:v>
                </c:pt>
                <c:pt idx="437">
                  <c:v>94.467602358541029</c:v>
                </c:pt>
                <c:pt idx="438">
                  <c:v>94.431309477429622</c:v>
                </c:pt>
                <c:pt idx="439">
                  <c:v>95.404892297195545</c:v>
                </c:pt>
                <c:pt idx="440">
                  <c:v>94.263546370442739</c:v>
                </c:pt>
                <c:pt idx="441">
                  <c:v>92.637801924809565</c:v>
                </c:pt>
                <c:pt idx="442">
                  <c:v>91.277622120708699</c:v>
                </c:pt>
                <c:pt idx="443">
                  <c:v>91.444249760963231</c:v>
                </c:pt>
                <c:pt idx="444">
                  <c:v>90.694126794121544</c:v>
                </c:pt>
                <c:pt idx="445">
                  <c:v>92.478710419311881</c:v>
                </c:pt>
                <c:pt idx="446">
                  <c:v>90.844109333166458</c:v>
                </c:pt>
                <c:pt idx="447">
                  <c:v>90.903170424977446</c:v>
                </c:pt>
                <c:pt idx="448">
                  <c:v>91.540882185317599</c:v>
                </c:pt>
                <c:pt idx="449">
                  <c:v>90.710174723938607</c:v>
                </c:pt>
                <c:pt idx="450">
                  <c:v>92.183194688639887</c:v>
                </c:pt>
                <c:pt idx="451">
                  <c:v>92.470274322033845</c:v>
                </c:pt>
                <c:pt idx="452">
                  <c:v>91.827230073484046</c:v>
                </c:pt>
                <c:pt idx="453">
                  <c:v>90.124139316216883</c:v>
                </c:pt>
                <c:pt idx="454">
                  <c:v>90.494907053216551</c:v>
                </c:pt>
                <c:pt idx="455">
                  <c:v>88.985627850862585</c:v>
                </c:pt>
                <c:pt idx="456">
                  <c:v>88.912133715253873</c:v>
                </c:pt>
                <c:pt idx="457">
                  <c:v>88.256826425994817</c:v>
                </c:pt>
                <c:pt idx="458">
                  <c:v>87.796533445298763</c:v>
                </c:pt>
                <c:pt idx="459">
                  <c:v>86.905772410076082</c:v>
                </c:pt>
                <c:pt idx="460">
                  <c:v>87.360278715869555</c:v>
                </c:pt>
                <c:pt idx="461">
                  <c:v>88.06202238904892</c:v>
                </c:pt>
                <c:pt idx="462">
                  <c:v>87.664701552241908</c:v>
                </c:pt>
                <c:pt idx="463">
                  <c:v>89.609621490903152</c:v>
                </c:pt>
                <c:pt idx="464">
                  <c:v>88.373956127584066</c:v>
                </c:pt>
                <c:pt idx="465">
                  <c:v>87.151865899864958</c:v>
                </c:pt>
                <c:pt idx="466">
                  <c:v>86.733980498905581</c:v>
                </c:pt>
                <c:pt idx="467">
                  <c:v>86.575031978107532</c:v>
                </c:pt>
                <c:pt idx="468">
                  <c:v>86.358931631781772</c:v>
                </c:pt>
                <c:pt idx="469">
                  <c:v>86.997492889455003</c:v>
                </c:pt>
                <c:pt idx="470">
                  <c:v>85.775284909630301</c:v>
                </c:pt>
                <c:pt idx="471">
                  <c:v>84.884877130724348</c:v>
                </c:pt>
                <c:pt idx="472">
                  <c:v>84.948160476606702</c:v>
                </c:pt>
                <c:pt idx="473">
                  <c:v>84.294215747426449</c:v>
                </c:pt>
                <c:pt idx="474">
                  <c:v>82.364519473843217</c:v>
                </c:pt>
                <c:pt idx="475">
                  <c:v>83.123961678754767</c:v>
                </c:pt>
                <c:pt idx="476">
                  <c:v>83.831483615972033</c:v>
                </c:pt>
                <c:pt idx="477">
                  <c:v>85.10541000273858</c:v>
                </c:pt>
                <c:pt idx="478">
                  <c:v>85.616311156238211</c:v>
                </c:pt>
                <c:pt idx="479">
                  <c:v>87.231979385979969</c:v>
                </c:pt>
                <c:pt idx="480">
                  <c:v>85.691739790724228</c:v>
                </c:pt>
                <c:pt idx="481">
                  <c:v>85.37547445687683</c:v>
                </c:pt>
                <c:pt idx="482">
                  <c:v>85.681015938252145</c:v>
                </c:pt>
                <c:pt idx="483">
                  <c:v>84.931103243027565</c:v>
                </c:pt>
                <c:pt idx="484">
                  <c:v>84.7997928235811</c:v>
                </c:pt>
                <c:pt idx="485">
                  <c:v>85.661830755907957</c:v>
                </c:pt>
                <c:pt idx="486">
                  <c:v>89.334956293782753</c:v>
                </c:pt>
                <c:pt idx="487">
                  <c:v>89.903488692097085</c:v>
                </c:pt>
                <c:pt idx="488">
                  <c:v>89.540257089854279</c:v>
                </c:pt>
                <c:pt idx="489">
                  <c:v>89.390139976974424</c:v>
                </c:pt>
                <c:pt idx="490">
                  <c:v>89.168345475257595</c:v>
                </c:pt>
                <c:pt idx="491">
                  <c:v>89.292456194534552</c:v>
                </c:pt>
                <c:pt idx="492">
                  <c:v>87.399767725560892</c:v>
                </c:pt>
                <c:pt idx="493">
                  <c:v>87.781520051837845</c:v>
                </c:pt>
                <c:pt idx="494">
                  <c:v>87.428061874357837</c:v>
                </c:pt>
                <c:pt idx="495">
                  <c:v>86.817020965930624</c:v>
                </c:pt>
                <c:pt idx="496">
                  <c:v>86.053322863488972</c:v>
                </c:pt>
                <c:pt idx="497">
                  <c:v>86.567403323839159</c:v>
                </c:pt>
                <c:pt idx="498">
                  <c:v>87.836030865854781</c:v>
                </c:pt>
                <c:pt idx="499">
                  <c:v>85.729378410185092</c:v>
                </c:pt>
                <c:pt idx="500">
                  <c:v>85.620154921398793</c:v>
                </c:pt>
                <c:pt idx="501">
                  <c:v>85.93745479160232</c:v>
                </c:pt>
                <c:pt idx="502">
                  <c:v>88.438963700726632</c:v>
                </c:pt>
                <c:pt idx="503">
                  <c:v>89.190617444940798</c:v>
                </c:pt>
                <c:pt idx="504">
                  <c:v>90.091850006695054</c:v>
                </c:pt>
                <c:pt idx="505">
                  <c:v>90.373235484697943</c:v>
                </c:pt>
                <c:pt idx="506">
                  <c:v>91.052993157593363</c:v>
                </c:pt>
                <c:pt idx="507">
                  <c:v>91.227468134598055</c:v>
                </c:pt>
                <c:pt idx="508">
                  <c:v>91.702917493454663</c:v>
                </c:pt>
                <c:pt idx="509">
                  <c:v>91.000240214295374</c:v>
                </c:pt>
                <c:pt idx="510">
                  <c:v>92.06528277663503</c:v>
                </c:pt>
                <c:pt idx="511">
                  <c:v>92.610735762256482</c:v>
                </c:pt>
                <c:pt idx="512">
                  <c:v>93.145708810481693</c:v>
                </c:pt>
                <c:pt idx="513">
                  <c:v>92.698763872039123</c:v>
                </c:pt>
                <c:pt idx="514">
                  <c:v>92.459399073997446</c:v>
                </c:pt>
                <c:pt idx="515">
                  <c:v>91.509820862039618</c:v>
                </c:pt>
                <c:pt idx="516">
                  <c:v>92.565249806045458</c:v>
                </c:pt>
                <c:pt idx="517">
                  <c:v>93.281123731893928</c:v>
                </c:pt>
                <c:pt idx="518">
                  <c:v>92.799929752458155</c:v>
                </c:pt>
                <c:pt idx="519">
                  <c:v>91.650694434631774</c:v>
                </c:pt>
                <c:pt idx="520">
                  <c:v>91.11916143006232</c:v>
                </c:pt>
                <c:pt idx="521">
                  <c:v>92.994439409140128</c:v>
                </c:pt>
                <c:pt idx="522">
                  <c:v>94.671136873028914</c:v>
                </c:pt>
                <c:pt idx="523">
                  <c:v>94.787349790367614</c:v>
                </c:pt>
                <c:pt idx="524">
                  <c:v>96.397004251860324</c:v>
                </c:pt>
                <c:pt idx="525">
                  <c:v>97.13552863630278</c:v>
                </c:pt>
                <c:pt idx="526">
                  <c:v>98.423501167091587</c:v>
                </c:pt>
                <c:pt idx="527">
                  <c:v>98.690007825468498</c:v>
                </c:pt>
                <c:pt idx="528">
                  <c:v>98.190713665232792</c:v>
                </c:pt>
                <c:pt idx="529">
                  <c:v>100.147131255917</c:v>
                </c:pt>
                <c:pt idx="530">
                  <c:v>100.2751698490014</c:v>
                </c:pt>
                <c:pt idx="531">
                  <c:v>99.886100070449402</c:v>
                </c:pt>
                <c:pt idx="532">
                  <c:v>100.8107400686192</c:v>
                </c:pt>
                <c:pt idx="533">
                  <c:v>100.6127819574168</c:v>
                </c:pt>
                <c:pt idx="534">
                  <c:v>101.2838512070937</c:v>
                </c:pt>
                <c:pt idx="535">
                  <c:v>100.0339462498646</c:v>
                </c:pt>
                <c:pt idx="536">
                  <c:v>100.0700288593589</c:v>
                </c:pt>
                <c:pt idx="537">
                  <c:v>99.452545228583759</c:v>
                </c:pt>
                <c:pt idx="538">
                  <c:v>98.846895684418982</c:v>
                </c:pt>
                <c:pt idx="539">
                  <c:v>98.139079366937764</c:v>
                </c:pt>
                <c:pt idx="540">
                  <c:v>99.570045008219097</c:v>
                </c:pt>
                <c:pt idx="541">
                  <c:v>99.32137779383693</c:v>
                </c:pt>
                <c:pt idx="542">
                  <c:v>100.6551558936948</c:v>
                </c:pt>
                <c:pt idx="543">
                  <c:v>100.15352351307691</c:v>
                </c:pt>
                <c:pt idx="544">
                  <c:v>100.5512228387947</c:v>
                </c:pt>
                <c:pt idx="545">
                  <c:v>98.765167312284646</c:v>
                </c:pt>
                <c:pt idx="546">
                  <c:v>100.0034905088439</c:v>
                </c:pt>
                <c:pt idx="547">
                  <c:v>99.199790333965154</c:v>
                </c:pt>
                <c:pt idx="548">
                  <c:v>98.874357157612209</c:v>
                </c:pt>
                <c:pt idx="549">
                  <c:v>98.967692523010442</c:v>
                </c:pt>
                <c:pt idx="550">
                  <c:v>100.31124404763111</c:v>
                </c:pt>
                <c:pt idx="551">
                  <c:v>99.00474238194343</c:v>
                </c:pt>
                <c:pt idx="552">
                  <c:v>99.432788107441056</c:v>
                </c:pt>
                <c:pt idx="553">
                  <c:v>99.114630329039755</c:v>
                </c:pt>
                <c:pt idx="554">
                  <c:v>98.871455409296232</c:v>
                </c:pt>
                <c:pt idx="555">
                  <c:v>99.317929339316493</c:v>
                </c:pt>
                <c:pt idx="556">
                  <c:v>101.1126985216391</c:v>
                </c:pt>
                <c:pt idx="557">
                  <c:v>102.05885351167061</c:v>
                </c:pt>
                <c:pt idx="558">
                  <c:v>102.6190843865418</c:v>
                </c:pt>
                <c:pt idx="559">
                  <c:v>103.0838771798438</c:v>
                </c:pt>
                <c:pt idx="560">
                  <c:v>100.92166255207169</c:v>
                </c:pt>
                <c:pt idx="561">
                  <c:v>101.0877518969864</c:v>
                </c:pt>
                <c:pt idx="562">
                  <c:v>102.5645903942542</c:v>
                </c:pt>
                <c:pt idx="563">
                  <c:v>101.9803801441689</c:v>
                </c:pt>
                <c:pt idx="564">
                  <c:v>101.6526339800279</c:v>
                </c:pt>
                <c:pt idx="565">
                  <c:v>101.4230594284784</c:v>
                </c:pt>
                <c:pt idx="566">
                  <c:v>100.5162925177621</c:v>
                </c:pt>
                <c:pt idx="567">
                  <c:v>100.4084820542427</c:v>
                </c:pt>
                <c:pt idx="568">
                  <c:v>100.16518938239361</c:v>
                </c:pt>
                <c:pt idx="569">
                  <c:v>99.592014186773682</c:v>
                </c:pt>
                <c:pt idx="570">
                  <c:v>99.542247100438516</c:v>
                </c:pt>
                <c:pt idx="571">
                  <c:v>99.302991643637725</c:v>
                </c:pt>
                <c:pt idx="572">
                  <c:v>98.246931884780579</c:v>
                </c:pt>
                <c:pt idx="573">
                  <c:v>97.710209376701101</c:v>
                </c:pt>
                <c:pt idx="574">
                  <c:v>97.222463333676501</c:v>
                </c:pt>
                <c:pt idx="575">
                  <c:v>96.710056635398445</c:v>
                </c:pt>
                <c:pt idx="576">
                  <c:v>97.06854450995948</c:v>
                </c:pt>
                <c:pt idx="577">
                  <c:v>96.244977872697191</c:v>
                </c:pt>
                <c:pt idx="578">
                  <c:v>97.697248234223068</c:v>
                </c:pt>
                <c:pt idx="579">
                  <c:v>99.361405098868033</c:v>
                </c:pt>
                <c:pt idx="580">
                  <c:v>98.428648616278196</c:v>
                </c:pt>
                <c:pt idx="581">
                  <c:v>97.429101457232775</c:v>
                </c:pt>
                <c:pt idx="582">
                  <c:v>98.508871443634092</c:v>
                </c:pt>
                <c:pt idx="583">
                  <c:v>99.58767418059675</c:v>
                </c:pt>
                <c:pt idx="584">
                  <c:v>98.857182171927491</c:v>
                </c:pt>
                <c:pt idx="585">
                  <c:v>97.348870219012184</c:v>
                </c:pt>
                <c:pt idx="586">
                  <c:v>99.158173375508781</c:v>
                </c:pt>
                <c:pt idx="587">
                  <c:v>99.060321375775231</c:v>
                </c:pt>
                <c:pt idx="588">
                  <c:v>98.685768749667773</c:v>
                </c:pt>
                <c:pt idx="589">
                  <c:v>97.553700006661401</c:v>
                </c:pt>
                <c:pt idx="590">
                  <c:v>96.988540365085356</c:v>
                </c:pt>
                <c:pt idx="591">
                  <c:v>98.308995655283738</c:v>
                </c:pt>
                <c:pt idx="592">
                  <c:v>99.22138943447365</c:v>
                </c:pt>
                <c:pt idx="593">
                  <c:v>99.396209256930391</c:v>
                </c:pt>
                <c:pt idx="594">
                  <c:v>100.4186171461869</c:v>
                </c:pt>
                <c:pt idx="595">
                  <c:v>99.885351503492529</c:v>
                </c:pt>
                <c:pt idx="596">
                  <c:v>99.490612802143488</c:v>
                </c:pt>
                <c:pt idx="597">
                  <c:v>99.118490915929712</c:v>
                </c:pt>
                <c:pt idx="598">
                  <c:v>99.83302751429342</c:v>
                </c:pt>
                <c:pt idx="599">
                  <c:v>97.688029926529424</c:v>
                </c:pt>
                <c:pt idx="600">
                  <c:v>97.573297321375108</c:v>
                </c:pt>
                <c:pt idx="601">
                  <c:v>97.502620825435528</c:v>
                </c:pt>
                <c:pt idx="602">
                  <c:v>96.046548753072486</c:v>
                </c:pt>
                <c:pt idx="603">
                  <c:v>96.158934726979965</c:v>
                </c:pt>
                <c:pt idx="604">
                  <c:v>97.339576213536375</c:v>
                </c:pt>
                <c:pt idx="605">
                  <c:v>98.041387173633225</c:v>
                </c:pt>
                <c:pt idx="606">
                  <c:v>96.772768042482269</c:v>
                </c:pt>
                <c:pt idx="607">
                  <c:v>95.395219802808967</c:v>
                </c:pt>
                <c:pt idx="608">
                  <c:v>95.553688904320026</c:v>
                </c:pt>
                <c:pt idx="609">
                  <c:v>95.281706773033832</c:v>
                </c:pt>
                <c:pt idx="610">
                  <c:v>96.026530895124594</c:v>
                </c:pt>
                <c:pt idx="611">
                  <c:v>96.856212231012137</c:v>
                </c:pt>
                <c:pt idx="612">
                  <c:v>98.185869007174801</c:v>
                </c:pt>
                <c:pt idx="613">
                  <c:v>98.449793530093743</c:v>
                </c:pt>
                <c:pt idx="614">
                  <c:v>97.359190349979443</c:v>
                </c:pt>
                <c:pt idx="615">
                  <c:v>98.015044345442959</c:v>
                </c:pt>
                <c:pt idx="616">
                  <c:v>97.489012046376843</c:v>
                </c:pt>
                <c:pt idx="617">
                  <c:v>95.934019794465385</c:v>
                </c:pt>
                <c:pt idx="618">
                  <c:v>95.887474069304176</c:v>
                </c:pt>
                <c:pt idx="619">
                  <c:v>95.173374835904028</c:v>
                </c:pt>
                <c:pt idx="620">
                  <c:v>94.861533616880408</c:v>
                </c:pt>
                <c:pt idx="621">
                  <c:v>95.683594709364257</c:v>
                </c:pt>
                <c:pt idx="622">
                  <c:v>94.899760996869148</c:v>
                </c:pt>
                <c:pt idx="623">
                  <c:v>96.537263831330534</c:v>
                </c:pt>
                <c:pt idx="624">
                  <c:v>95.296232336343081</c:v>
                </c:pt>
                <c:pt idx="625">
                  <c:v>94.64873874037545</c:v>
                </c:pt>
                <c:pt idx="626">
                  <c:v>95.163609822005924</c:v>
                </c:pt>
                <c:pt idx="627">
                  <c:v>96.769487805255508</c:v>
                </c:pt>
                <c:pt idx="628">
                  <c:v>99.382751873436007</c:v>
                </c:pt>
                <c:pt idx="629">
                  <c:v>99.610921810583292</c:v>
                </c:pt>
                <c:pt idx="630">
                  <c:v>100.31475137820431</c:v>
                </c:pt>
                <c:pt idx="631">
                  <c:v>100.23788448585729</c:v>
                </c:pt>
                <c:pt idx="632">
                  <c:v>100.1180044315164</c:v>
                </c:pt>
                <c:pt idx="633">
                  <c:v>101.4082310740405</c:v>
                </c:pt>
                <c:pt idx="634">
                  <c:v>101.2753646446275</c:v>
                </c:pt>
                <c:pt idx="635">
                  <c:v>103.5930541060832</c:v>
                </c:pt>
                <c:pt idx="636">
                  <c:v>104.8323781955398</c:v>
                </c:pt>
                <c:pt idx="637">
                  <c:v>104.94505854971121</c:v>
                </c:pt>
                <c:pt idx="638">
                  <c:v>105.9407787653254</c:v>
                </c:pt>
                <c:pt idx="639">
                  <c:v>105.6623539116913</c:v>
                </c:pt>
                <c:pt idx="640">
                  <c:v>106.006585370613</c:v>
                </c:pt>
                <c:pt idx="641">
                  <c:v>106.4611505524592</c:v>
                </c:pt>
                <c:pt idx="642">
                  <c:v>105.5708773473882</c:v>
                </c:pt>
                <c:pt idx="643">
                  <c:v>105.7510212471899</c:v>
                </c:pt>
                <c:pt idx="644">
                  <c:v>106.42966868594711</c:v>
                </c:pt>
                <c:pt idx="645">
                  <c:v>106.1162125809041</c:v>
                </c:pt>
                <c:pt idx="646">
                  <c:v>107.0964820380938</c:v>
                </c:pt>
                <c:pt idx="647">
                  <c:v>107.8145932539482</c:v>
                </c:pt>
                <c:pt idx="648">
                  <c:v>106.6521108242446</c:v>
                </c:pt>
                <c:pt idx="649">
                  <c:v>106.7366063708599</c:v>
                </c:pt>
                <c:pt idx="650">
                  <c:v>105.6595110394281</c:v>
                </c:pt>
                <c:pt idx="651">
                  <c:v>105.9849442157811</c:v>
                </c:pt>
                <c:pt idx="652">
                  <c:v>106.89668194752559</c:v>
                </c:pt>
                <c:pt idx="653">
                  <c:v>106.74767506878401</c:v>
                </c:pt>
                <c:pt idx="654">
                  <c:v>106.31587809763739</c:v>
                </c:pt>
                <c:pt idx="655">
                  <c:v>108.8913269181986</c:v>
                </c:pt>
                <c:pt idx="656">
                  <c:v>110.0495113960488</c:v>
                </c:pt>
                <c:pt idx="657">
                  <c:v>109.5070190347961</c:v>
                </c:pt>
                <c:pt idx="658">
                  <c:v>110.2528272280549</c:v>
                </c:pt>
                <c:pt idx="659">
                  <c:v>110.8980078362344</c:v>
                </c:pt>
                <c:pt idx="660">
                  <c:v>110.0176173971671</c:v>
                </c:pt>
                <c:pt idx="661">
                  <c:v>111.176499976786</c:v>
                </c:pt>
                <c:pt idx="662">
                  <c:v>111.6566930633244</c:v>
                </c:pt>
                <c:pt idx="663">
                  <c:v>112.31273209781099</c:v>
                </c:pt>
                <c:pt idx="664">
                  <c:v>112.86852203612899</c:v>
                </c:pt>
                <c:pt idx="665">
                  <c:v>112.861389622877</c:v>
                </c:pt>
                <c:pt idx="666">
                  <c:v>111.6093398951535</c:v>
                </c:pt>
                <c:pt idx="667">
                  <c:v>111.7248378889941</c:v>
                </c:pt>
                <c:pt idx="668">
                  <c:v>110.37233720434971</c:v>
                </c:pt>
                <c:pt idx="669">
                  <c:v>111.0426915305284</c:v>
                </c:pt>
                <c:pt idx="670">
                  <c:v>111.38217085090361</c:v>
                </c:pt>
                <c:pt idx="671">
                  <c:v>110.557948166196</c:v>
                </c:pt>
                <c:pt idx="672">
                  <c:v>110.0486703095804</c:v>
                </c:pt>
                <c:pt idx="673">
                  <c:v>109.8868957382485</c:v>
                </c:pt>
                <c:pt idx="674">
                  <c:v>110.17195676411831</c:v>
                </c:pt>
                <c:pt idx="675">
                  <c:v>110.6204577125274</c:v>
                </c:pt>
                <c:pt idx="676">
                  <c:v>108.74746748864369</c:v>
                </c:pt>
                <c:pt idx="677">
                  <c:v>108.099654279818</c:v>
                </c:pt>
                <c:pt idx="678">
                  <c:v>107.0835461282098</c:v>
                </c:pt>
                <c:pt idx="679">
                  <c:v>107.3526181003154</c:v>
                </c:pt>
                <c:pt idx="680">
                  <c:v>106.4828505833439</c:v>
                </c:pt>
                <c:pt idx="681">
                  <c:v>107.87986997476069</c:v>
                </c:pt>
                <c:pt idx="682">
                  <c:v>107.5040557189506</c:v>
                </c:pt>
                <c:pt idx="683">
                  <c:v>107.8009844748895</c:v>
                </c:pt>
                <c:pt idx="684">
                  <c:v>108.4726677176883</c:v>
                </c:pt>
                <c:pt idx="685">
                  <c:v>108.081848479282</c:v>
                </c:pt>
                <c:pt idx="686">
                  <c:v>107.1559384405449</c:v>
                </c:pt>
                <c:pt idx="687">
                  <c:v>107.4507140151248</c:v>
                </c:pt>
                <c:pt idx="688">
                  <c:v>108.0636473681059</c:v>
                </c:pt>
                <c:pt idx="689">
                  <c:v>106.9712694955433</c:v>
                </c:pt>
                <c:pt idx="690">
                  <c:v>107.31715789480771</c:v>
                </c:pt>
                <c:pt idx="691">
                  <c:v>109.6913935995338</c:v>
                </c:pt>
                <c:pt idx="692">
                  <c:v>109.2991024598078</c:v>
                </c:pt>
                <c:pt idx="693">
                  <c:v>107.84151643180169</c:v>
                </c:pt>
                <c:pt idx="694">
                  <c:v>107.68068387731439</c:v>
                </c:pt>
                <c:pt idx="695">
                  <c:v>106.8333649581845</c:v>
                </c:pt>
                <c:pt idx="696">
                  <c:v>107.4943243485112</c:v>
                </c:pt>
                <c:pt idx="697">
                  <c:v>108.2695958007581</c:v>
                </c:pt>
                <c:pt idx="698">
                  <c:v>108.53021485385619</c:v>
                </c:pt>
                <c:pt idx="699">
                  <c:v>109.27068214804061</c:v>
                </c:pt>
                <c:pt idx="700">
                  <c:v>109.3678024025467</c:v>
                </c:pt>
                <c:pt idx="701">
                  <c:v>109.543564241848</c:v>
                </c:pt>
                <c:pt idx="702">
                  <c:v>108.85234256038829</c:v>
                </c:pt>
                <c:pt idx="703">
                  <c:v>109.012418137054</c:v>
                </c:pt>
                <c:pt idx="704">
                  <c:v>110.7621471389939</c:v>
                </c:pt>
                <c:pt idx="705">
                  <c:v>109.4719709616579</c:v>
                </c:pt>
                <c:pt idx="706">
                  <c:v>108.5169929745729</c:v>
                </c:pt>
                <c:pt idx="707">
                  <c:v>108.6518611897807</c:v>
                </c:pt>
                <c:pt idx="708">
                  <c:v>107.94549154102521</c:v>
                </c:pt>
                <c:pt idx="709">
                  <c:v>107.7415869484912</c:v>
                </c:pt>
                <c:pt idx="710">
                  <c:v>108.40782836183941</c:v>
                </c:pt>
                <c:pt idx="711">
                  <c:v>107.9448354935798</c:v>
                </c:pt>
                <c:pt idx="712">
                  <c:v>106.8775219977755</c:v>
                </c:pt>
                <c:pt idx="713">
                  <c:v>106.0808196623139</c:v>
                </c:pt>
                <c:pt idx="714">
                  <c:v>107.3796926737331</c:v>
                </c:pt>
                <c:pt idx="715">
                  <c:v>107.6641565282104</c:v>
                </c:pt>
                <c:pt idx="716">
                  <c:v>107.3983059172788</c:v>
                </c:pt>
                <c:pt idx="717">
                  <c:v>106.60082137140159</c:v>
                </c:pt>
                <c:pt idx="718">
                  <c:v>106.7794429046955</c:v>
                </c:pt>
                <c:pt idx="719">
                  <c:v>107.26279006549041</c:v>
                </c:pt>
                <c:pt idx="720">
                  <c:v>108.6051472473259</c:v>
                </c:pt>
                <c:pt idx="721">
                  <c:v>107.7924390363706</c:v>
                </c:pt>
                <c:pt idx="722">
                  <c:v>106.8407749299711</c:v>
                </c:pt>
                <c:pt idx="723">
                  <c:v>106.7603418309981</c:v>
                </c:pt>
                <c:pt idx="724">
                  <c:v>106.7027694622362</c:v>
                </c:pt>
                <c:pt idx="725">
                  <c:v>107.39885262348329</c:v>
                </c:pt>
                <c:pt idx="726">
                  <c:v>107.74830722937369</c:v>
                </c:pt>
                <c:pt idx="727">
                  <c:v>106.8099491109043</c:v>
                </c:pt>
                <c:pt idx="728">
                  <c:v>107.27933423632381</c:v>
                </c:pt>
                <c:pt idx="729">
                  <c:v>107.0857750073511</c:v>
                </c:pt>
                <c:pt idx="730">
                  <c:v>107.1775711845122</c:v>
                </c:pt>
                <c:pt idx="731">
                  <c:v>106.64590360610779</c:v>
                </c:pt>
                <c:pt idx="732">
                  <c:v>108.38001363232949</c:v>
                </c:pt>
                <c:pt idx="733">
                  <c:v>109.2490325823441</c:v>
                </c:pt>
                <c:pt idx="734">
                  <c:v>107.7042679418883</c:v>
                </c:pt>
                <c:pt idx="735">
                  <c:v>107.1513461084275</c:v>
                </c:pt>
                <c:pt idx="736">
                  <c:v>105.9315520467671</c:v>
                </c:pt>
                <c:pt idx="737">
                  <c:v>105.41663891081321</c:v>
                </c:pt>
                <c:pt idx="738">
                  <c:v>104.62158510482971</c:v>
                </c:pt>
                <c:pt idx="739">
                  <c:v>104.43867403054691</c:v>
                </c:pt>
                <c:pt idx="740">
                  <c:v>104.4597264248509</c:v>
                </c:pt>
                <c:pt idx="741">
                  <c:v>105.2403555979015</c:v>
                </c:pt>
                <c:pt idx="742">
                  <c:v>105.617885670107</c:v>
                </c:pt>
                <c:pt idx="743">
                  <c:v>105.26034822325531</c:v>
                </c:pt>
                <c:pt idx="744">
                  <c:v>104.91770641775889</c:v>
                </c:pt>
                <c:pt idx="745">
                  <c:v>104.83771068374951</c:v>
                </c:pt>
                <c:pt idx="746">
                  <c:v>106.4195335940029</c:v>
                </c:pt>
                <c:pt idx="747">
                  <c:v>107.11386729539559</c:v>
                </c:pt>
                <c:pt idx="748">
                  <c:v>105.9131322531092</c:v>
                </c:pt>
                <c:pt idx="749">
                  <c:v>106.9208043074393</c:v>
                </c:pt>
                <c:pt idx="750">
                  <c:v>108.0869034089571</c:v>
                </c:pt>
                <c:pt idx="751">
                  <c:v>108.0507535125453</c:v>
                </c:pt>
                <c:pt idx="752">
                  <c:v>108.6771863033442</c:v>
                </c:pt>
                <c:pt idx="753">
                  <c:v>108.904624495264</c:v>
                </c:pt>
                <c:pt idx="754">
                  <c:v>107.81747818053481</c:v>
                </c:pt>
                <c:pt idx="755">
                  <c:v>107.3222717005355</c:v>
                </c:pt>
                <c:pt idx="756">
                  <c:v>107.7892597295201</c:v>
                </c:pt>
                <c:pt idx="757">
                  <c:v>108.0926396186716</c:v>
                </c:pt>
                <c:pt idx="758">
                  <c:v>107.68227353073971</c:v>
                </c:pt>
                <c:pt idx="759">
                  <c:v>107.8976168992439</c:v>
                </c:pt>
                <c:pt idx="760">
                  <c:v>107.78582809672901</c:v>
                </c:pt>
                <c:pt idx="761">
                  <c:v>107.4495701375277</c:v>
                </c:pt>
                <c:pt idx="762">
                  <c:v>107.16413062274719</c:v>
                </c:pt>
                <c:pt idx="763">
                  <c:v>105.68253998693289</c:v>
                </c:pt>
                <c:pt idx="764">
                  <c:v>104.9082105515307</c:v>
                </c:pt>
                <c:pt idx="765">
                  <c:v>104.55173287362911</c:v>
                </c:pt>
                <c:pt idx="766">
                  <c:v>104.7116318221365</c:v>
                </c:pt>
                <c:pt idx="767">
                  <c:v>104.1092961586572</c:v>
                </c:pt>
                <c:pt idx="768">
                  <c:v>103.2074327820516</c:v>
                </c:pt>
                <c:pt idx="769">
                  <c:v>102.6950513163676</c:v>
                </c:pt>
                <c:pt idx="770">
                  <c:v>102.6391106553544</c:v>
                </c:pt>
                <c:pt idx="771">
                  <c:v>102.44606448912749</c:v>
                </c:pt>
                <c:pt idx="772">
                  <c:v>102.1140624274563</c:v>
                </c:pt>
                <c:pt idx="773">
                  <c:v>103.36851766247941</c:v>
                </c:pt>
                <c:pt idx="774">
                  <c:v>101.57564933557531</c:v>
                </c:pt>
                <c:pt idx="775">
                  <c:v>101.569189791498</c:v>
                </c:pt>
                <c:pt idx="776">
                  <c:v>102.3056030489048</c:v>
                </c:pt>
                <c:pt idx="777">
                  <c:v>100.87656349563611</c:v>
                </c:pt>
                <c:pt idx="778">
                  <c:v>100.56663154289571</c:v>
                </c:pt>
                <c:pt idx="779">
                  <c:v>100.64640859442341</c:v>
                </c:pt>
                <c:pt idx="780">
                  <c:v>100.20524192001869</c:v>
                </c:pt>
                <c:pt idx="781">
                  <c:v>100.61954429262271</c:v>
                </c:pt>
                <c:pt idx="782">
                  <c:v>101.15018574553569</c:v>
                </c:pt>
                <c:pt idx="783">
                  <c:v>101.3054250750081</c:v>
                </c:pt>
                <c:pt idx="784">
                  <c:v>102.0583825032483</c:v>
                </c:pt>
                <c:pt idx="785">
                  <c:v>103.14828758159381</c:v>
                </c:pt>
                <c:pt idx="786">
                  <c:v>102.8912767894451</c:v>
                </c:pt>
                <c:pt idx="787">
                  <c:v>103.1519378968667</c:v>
                </c:pt>
                <c:pt idx="788">
                  <c:v>104.5536337290477</c:v>
                </c:pt>
                <c:pt idx="789">
                  <c:v>104.2161225510085</c:v>
                </c:pt>
                <c:pt idx="790">
                  <c:v>104.8986810418437</c:v>
                </c:pt>
                <c:pt idx="791">
                  <c:v>104.95672441902791</c:v>
                </c:pt>
                <c:pt idx="792">
                  <c:v>105.69251527244811</c:v>
                </c:pt>
                <c:pt idx="793">
                  <c:v>106.11481637736659</c:v>
                </c:pt>
                <c:pt idx="794">
                  <c:v>106.2015071596645</c:v>
                </c:pt>
                <c:pt idx="795">
                  <c:v>106.43809637236041</c:v>
                </c:pt>
                <c:pt idx="796">
                  <c:v>106.9090038642877</c:v>
                </c:pt>
                <c:pt idx="797">
                  <c:v>107.0015401975409</c:v>
                </c:pt>
                <c:pt idx="798">
                  <c:v>107.9060193530632</c:v>
                </c:pt>
                <c:pt idx="799">
                  <c:v>108.4135056955011</c:v>
                </c:pt>
                <c:pt idx="800">
                  <c:v>108.770109536373</c:v>
                </c:pt>
                <c:pt idx="801">
                  <c:v>108.5929935478575</c:v>
                </c:pt>
                <c:pt idx="802">
                  <c:v>108.8789124819251</c:v>
                </c:pt>
                <c:pt idx="803">
                  <c:v>107.3664203292618</c:v>
                </c:pt>
                <c:pt idx="804">
                  <c:v>107.33647765098679</c:v>
                </c:pt>
                <c:pt idx="805">
                  <c:v>107.54100464750741</c:v>
                </c:pt>
                <c:pt idx="806">
                  <c:v>106.473001460799</c:v>
                </c:pt>
                <c:pt idx="807">
                  <c:v>106.33244750106481</c:v>
                </c:pt>
                <c:pt idx="808">
                  <c:v>105.93828073851429</c:v>
                </c:pt>
                <c:pt idx="809">
                  <c:v>107.2322081614994</c:v>
                </c:pt>
                <c:pt idx="810">
                  <c:v>106.7791737570256</c:v>
                </c:pt>
                <c:pt idx="811">
                  <c:v>106.0939826655443</c:v>
                </c:pt>
                <c:pt idx="812">
                  <c:v>107.36621005764469</c:v>
                </c:pt>
                <c:pt idx="813">
                  <c:v>107.150294750342</c:v>
                </c:pt>
                <c:pt idx="814">
                  <c:v>105.8541720916744</c:v>
                </c:pt>
                <c:pt idx="815">
                  <c:v>105.3625149965717</c:v>
                </c:pt>
                <c:pt idx="816">
                  <c:v>106.20121277940051</c:v>
                </c:pt>
                <c:pt idx="817">
                  <c:v>107.25019900105841</c:v>
                </c:pt>
                <c:pt idx="818">
                  <c:v>108.21492518031209</c:v>
                </c:pt>
                <c:pt idx="819">
                  <c:v>109.85816422448799</c:v>
                </c:pt>
                <c:pt idx="820">
                  <c:v>110.27980928196111</c:v>
                </c:pt>
                <c:pt idx="821">
                  <c:v>111.3581410105015</c:v>
                </c:pt>
                <c:pt idx="822">
                  <c:v>112.1316798246234</c:v>
                </c:pt>
                <c:pt idx="823">
                  <c:v>112.8346262514526</c:v>
                </c:pt>
                <c:pt idx="824">
                  <c:v>112.6662659730731</c:v>
                </c:pt>
                <c:pt idx="825">
                  <c:v>114.2010216845549</c:v>
                </c:pt>
                <c:pt idx="826">
                  <c:v>114.4612790704716</c:v>
                </c:pt>
                <c:pt idx="827">
                  <c:v>114.7777294433421</c:v>
                </c:pt>
                <c:pt idx="828">
                  <c:v>113.6925092166255</c:v>
                </c:pt>
                <c:pt idx="829">
                  <c:v>114.0584491172966</c:v>
                </c:pt>
                <c:pt idx="830">
                  <c:v>115.13524165759981</c:v>
                </c:pt>
                <c:pt idx="831">
                  <c:v>115.0403671039643</c:v>
                </c:pt>
                <c:pt idx="832">
                  <c:v>115.5181462723384</c:v>
                </c:pt>
                <c:pt idx="833">
                  <c:v>114.4225386277372</c:v>
                </c:pt>
                <c:pt idx="834">
                  <c:v>114.3911324590071</c:v>
                </c:pt>
                <c:pt idx="835">
                  <c:v>113.4676699818931</c:v>
                </c:pt>
                <c:pt idx="836">
                  <c:v>113.0028940103205</c:v>
                </c:pt>
                <c:pt idx="837">
                  <c:v>114.4808932069147</c:v>
                </c:pt>
                <c:pt idx="838">
                  <c:v>114.81039724177469</c:v>
                </c:pt>
                <c:pt idx="839">
                  <c:v>113.1870667143058</c:v>
                </c:pt>
                <c:pt idx="840">
                  <c:v>113.3256441208392</c:v>
                </c:pt>
                <c:pt idx="841">
                  <c:v>112.9743811790417</c:v>
                </c:pt>
                <c:pt idx="842">
                  <c:v>113.27479203295979</c:v>
                </c:pt>
                <c:pt idx="843">
                  <c:v>112.73033994023579</c:v>
                </c:pt>
                <c:pt idx="844">
                  <c:v>113.44738297627531</c:v>
                </c:pt>
                <c:pt idx="845">
                  <c:v>113.64610647616399</c:v>
                </c:pt>
                <c:pt idx="846">
                  <c:v>113.5131895815629</c:v>
                </c:pt>
                <c:pt idx="847">
                  <c:v>112.49337223862899</c:v>
                </c:pt>
                <c:pt idx="848">
                  <c:v>111.9676763741503</c:v>
                </c:pt>
                <c:pt idx="849">
                  <c:v>110.2373680587657</c:v>
                </c:pt>
                <c:pt idx="850">
                  <c:v>109.8192892079186</c:v>
                </c:pt>
                <c:pt idx="851">
                  <c:v>111.15442145699051</c:v>
                </c:pt>
                <c:pt idx="852">
                  <c:v>110.67558251966631</c:v>
                </c:pt>
                <c:pt idx="853">
                  <c:v>111.8727261227327</c:v>
                </c:pt>
                <c:pt idx="854">
                  <c:v>111.63770974173261</c:v>
                </c:pt>
                <c:pt idx="855">
                  <c:v>110.8690239965334</c:v>
                </c:pt>
                <c:pt idx="856">
                  <c:v>111.43988620436519</c:v>
                </c:pt>
                <c:pt idx="857">
                  <c:v>112.2976093631091</c:v>
                </c:pt>
                <c:pt idx="858">
                  <c:v>110.7471253346683</c:v>
                </c:pt>
                <c:pt idx="859">
                  <c:v>110.8480893543349</c:v>
                </c:pt>
                <c:pt idx="860">
                  <c:v>111.0384188112689</c:v>
                </c:pt>
                <c:pt idx="861">
                  <c:v>110.6127365387475</c:v>
                </c:pt>
                <c:pt idx="862">
                  <c:v>109.3093300712636</c:v>
                </c:pt>
                <c:pt idx="863">
                  <c:v>109.63802666311391</c:v>
                </c:pt>
                <c:pt idx="864">
                  <c:v>109.33475611520331</c:v>
                </c:pt>
                <c:pt idx="865">
                  <c:v>110.1867430642328</c:v>
                </c:pt>
                <c:pt idx="866">
                  <c:v>110.2187211717613</c:v>
                </c:pt>
                <c:pt idx="867">
                  <c:v>110.8129067073618</c:v>
                </c:pt>
                <c:pt idx="868">
                  <c:v>110.00856730676711</c:v>
                </c:pt>
                <c:pt idx="869">
                  <c:v>109.76116172208749</c:v>
                </c:pt>
                <c:pt idx="870">
                  <c:v>109.64534411538899</c:v>
                </c:pt>
                <c:pt idx="871">
                  <c:v>109.3003388569164</c:v>
                </c:pt>
                <c:pt idx="872">
                  <c:v>108.6962200901241</c:v>
                </c:pt>
                <c:pt idx="873">
                  <c:v>109.3975516309339</c:v>
                </c:pt>
                <c:pt idx="874">
                  <c:v>109.25151378742579</c:v>
                </c:pt>
                <c:pt idx="875">
                  <c:v>110.3611255217259</c:v>
                </c:pt>
                <c:pt idx="876">
                  <c:v>109.9551751377531</c:v>
                </c:pt>
                <c:pt idx="877">
                  <c:v>109.8789727037162</c:v>
                </c:pt>
                <c:pt idx="878">
                  <c:v>109.1001266339787</c:v>
                </c:pt>
                <c:pt idx="879">
                  <c:v>107.7606291461358</c:v>
                </c:pt>
                <c:pt idx="880">
                  <c:v>109.7742237949418</c:v>
                </c:pt>
                <c:pt idx="881">
                  <c:v>109.8969887758693</c:v>
                </c:pt>
                <c:pt idx="882">
                  <c:v>109.6279840906812</c:v>
                </c:pt>
                <c:pt idx="883">
                  <c:v>109.07352306898321</c:v>
                </c:pt>
                <c:pt idx="884">
                  <c:v>107.515915038155</c:v>
                </c:pt>
                <c:pt idx="885">
                  <c:v>107.5528387341178</c:v>
                </c:pt>
                <c:pt idx="886">
                  <c:v>107.4053289892899</c:v>
                </c:pt>
                <c:pt idx="887">
                  <c:v>107.4352380241062</c:v>
                </c:pt>
                <c:pt idx="888">
                  <c:v>107.4837855350622</c:v>
                </c:pt>
                <c:pt idx="889">
                  <c:v>107.46409570083701</c:v>
                </c:pt>
                <c:pt idx="890">
                  <c:v>107.82497226096829</c:v>
                </c:pt>
                <c:pt idx="891">
                  <c:v>106.7524692616539</c:v>
                </c:pt>
                <c:pt idx="892">
                  <c:v>108.6057191861244</c:v>
                </c:pt>
                <c:pt idx="893">
                  <c:v>108.5305176449848</c:v>
                </c:pt>
                <c:pt idx="894">
                  <c:v>109.2759557601975</c:v>
                </c:pt>
                <c:pt idx="895">
                  <c:v>107.3803403103138</c:v>
                </c:pt>
                <c:pt idx="896">
                  <c:v>104.80812967265589</c:v>
                </c:pt>
                <c:pt idx="897">
                  <c:v>105.6975113260704</c:v>
                </c:pt>
                <c:pt idx="898">
                  <c:v>105.3339180566462</c:v>
                </c:pt>
                <c:pt idx="899">
                  <c:v>106.09397425467959</c:v>
                </c:pt>
                <c:pt idx="900">
                  <c:v>106.05008636275861</c:v>
                </c:pt>
                <c:pt idx="901">
                  <c:v>107.5392804202472</c:v>
                </c:pt>
                <c:pt idx="902">
                  <c:v>105.9311987904504</c:v>
                </c:pt>
                <c:pt idx="903">
                  <c:v>106.9947694514703</c:v>
                </c:pt>
                <c:pt idx="904">
                  <c:v>107.8512478022411</c:v>
                </c:pt>
                <c:pt idx="905">
                  <c:v>108.9991794360414</c:v>
                </c:pt>
                <c:pt idx="906">
                  <c:v>106.0123972781096</c:v>
                </c:pt>
                <c:pt idx="907">
                  <c:v>104.80965203916369</c:v>
                </c:pt>
                <c:pt idx="908">
                  <c:v>103.924694500573</c:v>
                </c:pt>
                <c:pt idx="909">
                  <c:v>104.8818340798817</c:v>
                </c:pt>
                <c:pt idx="910">
                  <c:v>101.57959403111209</c:v>
                </c:pt>
                <c:pt idx="911">
                  <c:v>101.9295112345602</c:v>
                </c:pt>
                <c:pt idx="912">
                  <c:v>102.6984661274293</c:v>
                </c:pt>
                <c:pt idx="913">
                  <c:v>101.5751278619649</c:v>
                </c:pt>
                <c:pt idx="914">
                  <c:v>101.8366468775842</c:v>
                </c:pt>
                <c:pt idx="915">
                  <c:v>101.1568892046888</c:v>
                </c:pt>
                <c:pt idx="916">
                  <c:v>101.1687401130286</c:v>
                </c:pt>
                <c:pt idx="917">
                  <c:v>101.0358400401568</c:v>
                </c:pt>
                <c:pt idx="918">
                  <c:v>99.696233211073007</c:v>
                </c:pt>
                <c:pt idx="919">
                  <c:v>100.9484763886842</c:v>
                </c:pt>
                <c:pt idx="920">
                  <c:v>101.90827380123309</c:v>
                </c:pt>
                <c:pt idx="921">
                  <c:v>100.61455664986509</c:v>
                </c:pt>
                <c:pt idx="922">
                  <c:v>100.7458081932588</c:v>
                </c:pt>
                <c:pt idx="923">
                  <c:v>99.96857700954061</c:v>
                </c:pt>
                <c:pt idx="924">
                  <c:v>100.09511846871121</c:v>
                </c:pt>
                <c:pt idx="925">
                  <c:v>100.340497035002</c:v>
                </c:pt>
                <c:pt idx="926">
                  <c:v>103.15942356643539</c:v>
                </c:pt>
                <c:pt idx="927">
                  <c:v>101.9683946619943</c:v>
                </c:pt>
                <c:pt idx="928">
                  <c:v>102.90724902148</c:v>
                </c:pt>
                <c:pt idx="929">
                  <c:v>103.3318042381338</c:v>
                </c:pt>
                <c:pt idx="930">
                  <c:v>103.7382088087995</c:v>
                </c:pt>
                <c:pt idx="931">
                  <c:v>103.4298917420785</c:v>
                </c:pt>
                <c:pt idx="932">
                  <c:v>103.019063056589</c:v>
                </c:pt>
                <c:pt idx="933">
                  <c:v>102.9884643308686</c:v>
                </c:pt>
                <c:pt idx="934">
                  <c:v>105.01931807400619</c:v>
                </c:pt>
                <c:pt idx="935">
                  <c:v>104.34140238047659</c:v>
                </c:pt>
                <c:pt idx="936">
                  <c:v>103.817085897806</c:v>
                </c:pt>
                <c:pt idx="937">
                  <c:v>106.7446219249038</c:v>
                </c:pt>
                <c:pt idx="938">
                  <c:v>106.0903912263243</c:v>
                </c:pt>
                <c:pt idx="939">
                  <c:v>105.952049324002</c:v>
                </c:pt>
                <c:pt idx="940">
                  <c:v>105.2598015170508</c:v>
                </c:pt>
                <c:pt idx="941">
                  <c:v>105.5850076000573</c:v>
                </c:pt>
                <c:pt idx="942">
                  <c:v>106.16592079118649</c:v>
                </c:pt>
                <c:pt idx="943">
                  <c:v>104.8156910400068</c:v>
                </c:pt>
                <c:pt idx="944">
                  <c:v>105.61675020337471</c:v>
                </c:pt>
                <c:pt idx="945">
                  <c:v>106.4156561853835</c:v>
                </c:pt>
                <c:pt idx="946">
                  <c:v>104.6145115676304</c:v>
                </c:pt>
                <c:pt idx="947">
                  <c:v>105.0097969751839</c:v>
                </c:pt>
                <c:pt idx="948">
                  <c:v>107.8429210462039</c:v>
                </c:pt>
                <c:pt idx="949">
                  <c:v>108.12345702687369</c:v>
                </c:pt>
                <c:pt idx="950">
                  <c:v>108.106282041189</c:v>
                </c:pt>
                <c:pt idx="951">
                  <c:v>107.0777089881192</c:v>
                </c:pt>
                <c:pt idx="952">
                  <c:v>107.3231211978686</c:v>
                </c:pt>
                <c:pt idx="953">
                  <c:v>106.9256910198207</c:v>
                </c:pt>
                <c:pt idx="954">
                  <c:v>105.4734038365655</c:v>
                </c:pt>
                <c:pt idx="955">
                  <c:v>105.95965274567629</c:v>
                </c:pt>
                <c:pt idx="956">
                  <c:v>104.9412736606034</c:v>
                </c:pt>
                <c:pt idx="957">
                  <c:v>104.96671652627251</c:v>
                </c:pt>
                <c:pt idx="958">
                  <c:v>103.2846529307153</c:v>
                </c:pt>
                <c:pt idx="959">
                  <c:v>103.49304051412589</c:v>
                </c:pt>
                <c:pt idx="960">
                  <c:v>103.7543660798575</c:v>
                </c:pt>
                <c:pt idx="961">
                  <c:v>105.16493537428011</c:v>
                </c:pt>
                <c:pt idx="962">
                  <c:v>104.7315655714375</c:v>
                </c:pt>
                <c:pt idx="963">
                  <c:v>103.8803608328236</c:v>
                </c:pt>
                <c:pt idx="964">
                  <c:v>104.17991377854391</c:v>
                </c:pt>
                <c:pt idx="965">
                  <c:v>105.6716731497612</c:v>
                </c:pt>
                <c:pt idx="966">
                  <c:v>108.4640634031166</c:v>
                </c:pt>
                <c:pt idx="967">
                  <c:v>110.0426733630607</c:v>
                </c:pt>
                <c:pt idx="968">
                  <c:v>110.5816163394168</c:v>
                </c:pt>
                <c:pt idx="969">
                  <c:v>111.4510642435302</c:v>
                </c:pt>
                <c:pt idx="970">
                  <c:v>110.9854808289479</c:v>
                </c:pt>
                <c:pt idx="971">
                  <c:v>111.31348772989421</c:v>
                </c:pt>
                <c:pt idx="972">
                  <c:v>110.45268619467591</c:v>
                </c:pt>
                <c:pt idx="973">
                  <c:v>111.0803469717186</c:v>
                </c:pt>
                <c:pt idx="974">
                  <c:v>111.46046759024691</c:v>
                </c:pt>
                <c:pt idx="975">
                  <c:v>111.98961190924609</c:v>
                </c:pt>
                <c:pt idx="976">
                  <c:v>110.94113875033391</c:v>
                </c:pt>
                <c:pt idx="977">
                  <c:v>109.5595364738829</c:v>
                </c:pt>
                <c:pt idx="978">
                  <c:v>110.30621098620421</c:v>
                </c:pt>
                <c:pt idx="979">
                  <c:v>110.3424197586687</c:v>
                </c:pt>
                <c:pt idx="980">
                  <c:v>110.300626172054</c:v>
                </c:pt>
                <c:pt idx="981">
                  <c:v>107.03329962258771</c:v>
                </c:pt>
                <c:pt idx="982">
                  <c:v>105.63044309108029</c:v>
                </c:pt>
                <c:pt idx="983">
                  <c:v>104.23743568211781</c:v>
                </c:pt>
                <c:pt idx="984">
                  <c:v>107.48742743947039</c:v>
                </c:pt>
                <c:pt idx="985">
                  <c:v>106.2752704429431</c:v>
                </c:pt>
                <c:pt idx="986">
                  <c:v>107.391938892713</c:v>
                </c:pt>
                <c:pt idx="987">
                  <c:v>108.8819319823466</c:v>
                </c:pt>
                <c:pt idx="988">
                  <c:v>108.706548631956</c:v>
                </c:pt>
                <c:pt idx="989">
                  <c:v>107.9255998460475</c:v>
                </c:pt>
                <c:pt idx="990">
                  <c:v>109.046885860529</c:v>
                </c:pt>
                <c:pt idx="991">
                  <c:v>109.73182462606979</c:v>
                </c:pt>
                <c:pt idx="992">
                  <c:v>111.20514738189971</c:v>
                </c:pt>
                <c:pt idx="993">
                  <c:v>113.1937785843236</c:v>
                </c:pt>
                <c:pt idx="994">
                  <c:v>113.3273851698288</c:v>
                </c:pt>
                <c:pt idx="995">
                  <c:v>113.5600380978527</c:v>
                </c:pt>
                <c:pt idx="996">
                  <c:v>113.6248858645662</c:v>
                </c:pt>
                <c:pt idx="997">
                  <c:v>113.6030007946585</c:v>
                </c:pt>
                <c:pt idx="998">
                  <c:v>113.6592778902591</c:v>
                </c:pt>
                <c:pt idx="999">
                  <c:v>112.27766720294341</c:v>
                </c:pt>
                <c:pt idx="1000">
                  <c:v>112.2983495192013</c:v>
                </c:pt>
                <c:pt idx="1001">
                  <c:v>112.1988489899897</c:v>
                </c:pt>
                <c:pt idx="1002">
                  <c:v>114.5828076542906</c:v>
                </c:pt>
                <c:pt idx="1003">
                  <c:v>114.81829504371299</c:v>
                </c:pt>
                <c:pt idx="1004">
                  <c:v>114.8614427795418</c:v>
                </c:pt>
                <c:pt idx="1005">
                  <c:v>116.8799914276467</c:v>
                </c:pt>
                <c:pt idx="1006">
                  <c:v>116.4255776413648</c:v>
                </c:pt>
                <c:pt idx="1007">
                  <c:v>117.1922616007692</c:v>
                </c:pt>
                <c:pt idx="1008">
                  <c:v>117.0686303007793</c:v>
                </c:pt>
                <c:pt idx="1009">
                  <c:v>117.4462949468198</c:v>
                </c:pt>
                <c:pt idx="1010">
                  <c:v>117.84431388539559</c:v>
                </c:pt>
                <c:pt idx="1011">
                  <c:v>115.9700704426739</c:v>
                </c:pt>
                <c:pt idx="1012">
                  <c:v>115.45811793108879</c:v>
                </c:pt>
                <c:pt idx="1013">
                  <c:v>115.9221453357045</c:v>
                </c:pt>
                <c:pt idx="1014">
                  <c:v>116.1844381508748</c:v>
                </c:pt>
                <c:pt idx="1015">
                  <c:v>117.3662403367576</c:v>
                </c:pt>
                <c:pt idx="1016">
                  <c:v>116.81665761657629</c:v>
                </c:pt>
                <c:pt idx="1017">
                  <c:v>116.5188204872515</c:v>
                </c:pt>
                <c:pt idx="1018">
                  <c:v>115.25123589245671</c:v>
                </c:pt>
                <c:pt idx="1019">
                  <c:v>115.04940037263491</c:v>
                </c:pt>
                <c:pt idx="1020">
                  <c:v>115.68829806489551</c:v>
                </c:pt>
                <c:pt idx="1021">
                  <c:v>115.2301750872879</c:v>
                </c:pt>
                <c:pt idx="1022">
                  <c:v>114.5865673108043</c:v>
                </c:pt>
                <c:pt idx="1023">
                  <c:v>114.4736346306924</c:v>
                </c:pt>
                <c:pt idx="1024">
                  <c:v>114.13491228813869</c:v>
                </c:pt>
                <c:pt idx="1025">
                  <c:v>114.75453227854361</c:v>
                </c:pt>
                <c:pt idx="1026">
                  <c:v>115.3365388820817</c:v>
                </c:pt>
                <c:pt idx="1027">
                  <c:v>115.9014966629053</c:v>
                </c:pt>
                <c:pt idx="1028">
                  <c:v>115.4076863864436</c:v>
                </c:pt>
                <c:pt idx="1029">
                  <c:v>117.12626154559391</c:v>
                </c:pt>
                <c:pt idx="1030">
                  <c:v>116.7764620942515</c:v>
                </c:pt>
                <c:pt idx="1031">
                  <c:v>116.6726888457804</c:v>
                </c:pt>
                <c:pt idx="1032">
                  <c:v>115.32626921630251</c:v>
                </c:pt>
                <c:pt idx="1033">
                  <c:v>114.8507778031225</c:v>
                </c:pt>
                <c:pt idx="1034">
                  <c:v>115.367297414231</c:v>
                </c:pt>
                <c:pt idx="1035">
                  <c:v>114.1920304702077</c:v>
                </c:pt>
                <c:pt idx="1036">
                  <c:v>115.32463750855391</c:v>
                </c:pt>
                <c:pt idx="1037">
                  <c:v>115.11596395574399</c:v>
                </c:pt>
                <c:pt idx="1038">
                  <c:v>116.7887251349607</c:v>
                </c:pt>
                <c:pt idx="1039">
                  <c:v>117.3731372457984</c:v>
                </c:pt>
                <c:pt idx="1040">
                  <c:v>116.9538556413015</c:v>
                </c:pt>
                <c:pt idx="1041">
                  <c:v>118.5325160664337</c:v>
                </c:pt>
                <c:pt idx="1042">
                  <c:v>118.81486879387531</c:v>
                </c:pt>
                <c:pt idx="1043">
                  <c:v>117.322899151041</c:v>
                </c:pt>
                <c:pt idx="1044">
                  <c:v>117.16574214442061</c:v>
                </c:pt>
                <c:pt idx="1045">
                  <c:v>115.6332321338095</c:v>
                </c:pt>
                <c:pt idx="1046">
                  <c:v>115.0129056307711</c:v>
                </c:pt>
                <c:pt idx="1047">
                  <c:v>114.5453036086647</c:v>
                </c:pt>
                <c:pt idx="1048">
                  <c:v>113.7981496770564</c:v>
                </c:pt>
                <c:pt idx="1049">
                  <c:v>113.75702895961641</c:v>
                </c:pt>
                <c:pt idx="1050">
                  <c:v>113.97646000835699</c:v>
                </c:pt>
                <c:pt idx="1051">
                  <c:v>114.0216684060335</c:v>
                </c:pt>
                <c:pt idx="1052">
                  <c:v>112.1854420716834</c:v>
                </c:pt>
                <c:pt idx="1053">
                  <c:v>112.8458127014823</c:v>
                </c:pt>
                <c:pt idx="1054">
                  <c:v>112.735630374122</c:v>
                </c:pt>
                <c:pt idx="1055">
                  <c:v>113.8564201475871</c:v>
                </c:pt>
                <c:pt idx="1056">
                  <c:v>112.5437533180861</c:v>
                </c:pt>
                <c:pt idx="1057">
                  <c:v>112.3053810020772</c:v>
                </c:pt>
                <c:pt idx="1058">
                  <c:v>111.132132665578</c:v>
                </c:pt>
                <c:pt idx="1059">
                  <c:v>111.6337734570605</c:v>
                </c:pt>
                <c:pt idx="1060">
                  <c:v>112.696957218305</c:v>
                </c:pt>
                <c:pt idx="1061">
                  <c:v>111.92425949065149</c:v>
                </c:pt>
                <c:pt idx="1062">
                  <c:v>111.39129663908579</c:v>
                </c:pt>
                <c:pt idx="1063">
                  <c:v>111.8402770067819</c:v>
                </c:pt>
                <c:pt idx="1064">
                  <c:v>111.9917566797405</c:v>
                </c:pt>
                <c:pt idx="1065">
                  <c:v>113.1577716726115</c:v>
                </c:pt>
                <c:pt idx="1066">
                  <c:v>114.8315253338609</c:v>
                </c:pt>
                <c:pt idx="1067">
                  <c:v>114.3147954511352</c:v>
                </c:pt>
                <c:pt idx="1068">
                  <c:v>114.07079626665271</c:v>
                </c:pt>
                <c:pt idx="1069">
                  <c:v>115.9973300551147</c:v>
                </c:pt>
                <c:pt idx="1070">
                  <c:v>114.9658552537289</c:v>
                </c:pt>
                <c:pt idx="1071">
                  <c:v>114.6870014459959</c:v>
                </c:pt>
                <c:pt idx="1072">
                  <c:v>114.6743767381052</c:v>
                </c:pt>
                <c:pt idx="1073">
                  <c:v>115.4993732223638</c:v>
                </c:pt>
                <c:pt idx="1074">
                  <c:v>113.0691548023009</c:v>
                </c:pt>
                <c:pt idx="1075">
                  <c:v>113.2661372532</c:v>
                </c:pt>
                <c:pt idx="1076">
                  <c:v>113.1352557878524</c:v>
                </c:pt>
                <c:pt idx="1077">
                  <c:v>116.0431440350484</c:v>
                </c:pt>
                <c:pt idx="1078">
                  <c:v>116.09110278547649</c:v>
                </c:pt>
                <c:pt idx="1079">
                  <c:v>115.8776518615262</c:v>
                </c:pt>
                <c:pt idx="1080">
                  <c:v>117.0841231135272</c:v>
                </c:pt>
                <c:pt idx="1081">
                  <c:v>118.6345734985093</c:v>
                </c:pt>
                <c:pt idx="1082">
                  <c:v>118.94834921641019</c:v>
                </c:pt>
                <c:pt idx="1083">
                  <c:v>118.8312279256856</c:v>
                </c:pt>
                <c:pt idx="1084">
                  <c:v>118.0340041166136</c:v>
                </c:pt>
                <c:pt idx="1085">
                  <c:v>117.63740661416939</c:v>
                </c:pt>
                <c:pt idx="1086">
                  <c:v>118.58751471060231</c:v>
                </c:pt>
                <c:pt idx="1087">
                  <c:v>119.972691604544</c:v>
                </c:pt>
                <c:pt idx="1088">
                  <c:v>119.2589792709193</c:v>
                </c:pt>
                <c:pt idx="1089">
                  <c:v>119.1132273968105</c:v>
                </c:pt>
                <c:pt idx="1090">
                  <c:v>119.72756536419379</c:v>
                </c:pt>
                <c:pt idx="1091">
                  <c:v>120.40223446395539</c:v>
                </c:pt>
                <c:pt idx="1092">
                  <c:v>119.66270077575091</c:v>
                </c:pt>
                <c:pt idx="1093">
                  <c:v>120.73508602295961</c:v>
                </c:pt>
                <c:pt idx="1094">
                  <c:v>121.1683801280201</c:v>
                </c:pt>
                <c:pt idx="1095">
                  <c:v>122.4568320780959</c:v>
                </c:pt>
                <c:pt idx="1096">
                  <c:v>122.3776521979608</c:v>
                </c:pt>
                <c:pt idx="1097">
                  <c:v>122.68517023253681</c:v>
                </c:pt>
                <c:pt idx="1098">
                  <c:v>122.04942661453281</c:v>
                </c:pt>
                <c:pt idx="1099">
                  <c:v>123.1560356701407</c:v>
                </c:pt>
                <c:pt idx="1100">
                  <c:v>123.2122286570944</c:v>
                </c:pt>
                <c:pt idx="1101">
                  <c:v>122.215103827078</c:v>
                </c:pt>
                <c:pt idx="1102">
                  <c:v>122.33321759983529</c:v>
                </c:pt>
                <c:pt idx="1103">
                  <c:v>123.081902308816</c:v>
                </c:pt>
                <c:pt idx="1104">
                  <c:v>122.9979787009991</c:v>
                </c:pt>
                <c:pt idx="1105">
                  <c:v>122.3926740022864</c:v>
                </c:pt>
                <c:pt idx="1106">
                  <c:v>121.0740943349126</c:v>
                </c:pt>
                <c:pt idx="1107">
                  <c:v>121.2852154493454</c:v>
                </c:pt>
                <c:pt idx="1108">
                  <c:v>120.7868128407662</c:v>
                </c:pt>
                <c:pt idx="1109">
                  <c:v>118.8929804941955</c:v>
                </c:pt>
                <c:pt idx="1110">
                  <c:v>119.5565556634389</c:v>
                </c:pt>
                <c:pt idx="1111">
                  <c:v>119.1888410703195</c:v>
                </c:pt>
                <c:pt idx="1112">
                  <c:v>118.3243303437756</c:v>
                </c:pt>
                <c:pt idx="1113">
                  <c:v>119.2520655401491</c:v>
                </c:pt>
                <c:pt idx="1114">
                  <c:v>119.1676456913159</c:v>
                </c:pt>
                <c:pt idx="1115">
                  <c:v>119.9420087701768</c:v>
                </c:pt>
                <c:pt idx="1116">
                  <c:v>119.6025126280722</c:v>
                </c:pt>
                <c:pt idx="1117">
                  <c:v>120.61064727996001</c:v>
                </c:pt>
                <c:pt idx="1118">
                  <c:v>121.5448336095461</c:v>
                </c:pt>
                <c:pt idx="1119">
                  <c:v>121.18806996224529</c:v>
                </c:pt>
                <c:pt idx="1120">
                  <c:v>121.85054330821509</c:v>
                </c:pt>
                <c:pt idx="1121">
                  <c:v>122.56394443984649</c:v>
                </c:pt>
                <c:pt idx="1122">
                  <c:v>122.94346788698221</c:v>
                </c:pt>
                <c:pt idx="1123">
                  <c:v>123.6137212827847</c:v>
                </c:pt>
                <c:pt idx="1124">
                  <c:v>124.00045284095459</c:v>
                </c:pt>
                <c:pt idx="1125">
                  <c:v>125.0131461815011</c:v>
                </c:pt>
                <c:pt idx="1126">
                  <c:v>125.1370298074316</c:v>
                </c:pt>
                <c:pt idx="1127">
                  <c:v>125.7764321515732</c:v>
                </c:pt>
                <c:pt idx="1128">
                  <c:v>126.5450253772609</c:v>
                </c:pt>
                <c:pt idx="1129">
                  <c:v>126.755263350902</c:v>
                </c:pt>
                <c:pt idx="1130">
                  <c:v>128.93387916480791</c:v>
                </c:pt>
                <c:pt idx="1131">
                  <c:v>128.97104677584639</c:v>
                </c:pt>
                <c:pt idx="1132">
                  <c:v>129.58075035678891</c:v>
                </c:pt>
                <c:pt idx="1133">
                  <c:v>130.58482256103429</c:v>
                </c:pt>
                <c:pt idx="1134">
                  <c:v>132.68021286889211</c:v>
                </c:pt>
                <c:pt idx="1135">
                  <c:v>132.58289916449829</c:v>
                </c:pt>
                <c:pt idx="1136">
                  <c:v>132.18719321371071</c:v>
                </c:pt>
                <c:pt idx="1137">
                  <c:v>132.6718777019903</c:v>
                </c:pt>
                <c:pt idx="1138">
                  <c:v>132.044629057317</c:v>
                </c:pt>
                <c:pt idx="1139">
                  <c:v>131.64864554799479</c:v>
                </c:pt>
                <c:pt idx="1140">
                  <c:v>130.6885705769113</c:v>
                </c:pt>
                <c:pt idx="1141">
                  <c:v>130.17503682276561</c:v>
                </c:pt>
                <c:pt idx="1142">
                  <c:v>130.60185456201941</c:v>
                </c:pt>
                <c:pt idx="1143">
                  <c:v>131.13394268365789</c:v>
                </c:pt>
                <c:pt idx="1144">
                  <c:v>133.35841453182101</c:v>
                </c:pt>
                <c:pt idx="1145">
                  <c:v>133.19425127491891</c:v>
                </c:pt>
                <c:pt idx="1146">
                  <c:v>133.7934160424123</c:v>
                </c:pt>
                <c:pt idx="1147">
                  <c:v>133.40557425010411</c:v>
                </c:pt>
                <c:pt idx="1148">
                  <c:v>135.4925116389546</c:v>
                </c:pt>
                <c:pt idx="1149">
                  <c:v>136.05009309145029</c:v>
                </c:pt>
                <c:pt idx="1150">
                  <c:v>138.3213882233091</c:v>
                </c:pt>
                <c:pt idx="1151">
                  <c:v>132.36123923661651</c:v>
                </c:pt>
                <c:pt idx="1152">
                  <c:v>133.04930684381969</c:v>
                </c:pt>
                <c:pt idx="1153">
                  <c:v>132.87579070538891</c:v>
                </c:pt>
                <c:pt idx="1154">
                  <c:v>133.79580472798261</c:v>
                </c:pt>
                <c:pt idx="1155">
                  <c:v>133.89179792662091</c:v>
                </c:pt>
                <c:pt idx="1156">
                  <c:v>135.2184183806327</c:v>
                </c:pt>
                <c:pt idx="1157">
                  <c:v>136.66119287593031</c:v>
                </c:pt>
                <c:pt idx="1158">
                  <c:v>133.37770905540609</c:v>
                </c:pt>
                <c:pt idx="1159">
                  <c:v>132.3258294962969</c:v>
                </c:pt>
                <c:pt idx="1160">
                  <c:v>132.8271843183802</c:v>
                </c:pt>
                <c:pt idx="1161">
                  <c:v>133.2895127283297</c:v>
                </c:pt>
                <c:pt idx="1162">
                  <c:v>133.01080190529629</c:v>
                </c:pt>
                <c:pt idx="1163">
                  <c:v>134.95722738873599</c:v>
                </c:pt>
                <c:pt idx="1164">
                  <c:v>135.327986714871</c:v>
                </c:pt>
                <c:pt idx="1165">
                  <c:v>134.98621963930171</c:v>
                </c:pt>
                <c:pt idx="1166">
                  <c:v>135.5203684227879</c:v>
                </c:pt>
                <c:pt idx="1167">
                  <c:v>135.02691981350759</c:v>
                </c:pt>
                <c:pt idx="1168">
                  <c:v>136.1464647789995</c:v>
                </c:pt>
                <c:pt idx="1169">
                  <c:v>137.6554748336836</c:v>
                </c:pt>
                <c:pt idx="1170">
                  <c:v>136.23518257968621</c:v>
                </c:pt>
                <c:pt idx="1171">
                  <c:v>137.0436685365701</c:v>
                </c:pt>
                <c:pt idx="1172">
                  <c:v>137.40855707915571</c:v>
                </c:pt>
                <c:pt idx="1173">
                  <c:v>137.2235516995666</c:v>
                </c:pt>
                <c:pt idx="1174">
                  <c:v>136.23334060032039</c:v>
                </c:pt>
                <c:pt idx="1175">
                  <c:v>138.90204908849779</c:v>
                </c:pt>
                <c:pt idx="1176">
                  <c:v>139.2572735475614</c:v>
                </c:pt>
                <c:pt idx="1177">
                  <c:v>138.61103317043171</c:v>
                </c:pt>
                <c:pt idx="1178">
                  <c:v>138.6524903224591</c:v>
                </c:pt>
                <c:pt idx="1179">
                  <c:v>139.85325059733961</c:v>
                </c:pt>
                <c:pt idx="1180">
                  <c:v>144.51267618238251</c:v>
                </c:pt>
                <c:pt idx="1181">
                  <c:v>147.68582627998219</c:v>
                </c:pt>
                <c:pt idx="1182">
                  <c:v>150.4354977516077</c:v>
                </c:pt>
                <c:pt idx="1183">
                  <c:v>150.3195455710742</c:v>
                </c:pt>
                <c:pt idx="1184">
                  <c:v>153.0097185859251</c:v>
                </c:pt>
                <c:pt idx="1185">
                  <c:v>155.34114298940969</c:v>
                </c:pt>
                <c:pt idx="1186">
                  <c:v>154.03131903217189</c:v>
                </c:pt>
                <c:pt idx="1187">
                  <c:v>152.5427221460759</c:v>
                </c:pt>
                <c:pt idx="1188">
                  <c:v>153.74505525265229</c:v>
                </c:pt>
                <c:pt idx="1189">
                  <c:v>156.168250600704</c:v>
                </c:pt>
                <c:pt idx="1190">
                  <c:v>152.83233344973971</c:v>
                </c:pt>
                <c:pt idx="1191">
                  <c:v>153.18476550172829</c:v>
                </c:pt>
                <c:pt idx="1192">
                  <c:v>153.8765843545805</c:v>
                </c:pt>
                <c:pt idx="1193">
                  <c:v>156.64491112407509</c:v>
                </c:pt>
                <c:pt idx="1194">
                  <c:v>156.38264354149891</c:v>
                </c:pt>
                <c:pt idx="1195">
                  <c:v>159.5533628992049</c:v>
                </c:pt>
                <c:pt idx="1196">
                  <c:v>157.9277950817301</c:v>
                </c:pt>
                <c:pt idx="1197">
                  <c:v>156.83259956949831</c:v>
                </c:pt>
                <c:pt idx="1198">
                  <c:v>156.45580124252021</c:v>
                </c:pt>
                <c:pt idx="1199">
                  <c:v>158.57374948946051</c:v>
                </c:pt>
                <c:pt idx="1200">
                  <c:v>160.25592242625859</c:v>
                </c:pt>
                <c:pt idx="1201">
                  <c:v>158.84211494893259</c:v>
                </c:pt>
                <c:pt idx="1202">
                  <c:v>161.05998426831869</c:v>
                </c:pt>
                <c:pt idx="1203">
                  <c:v>160.85565072168581</c:v>
                </c:pt>
                <c:pt idx="1204">
                  <c:v>160.65173771828719</c:v>
                </c:pt>
                <c:pt idx="1205">
                  <c:v>158.78617428791941</c:v>
                </c:pt>
                <c:pt idx="1206">
                  <c:v>159.22357289494559</c:v>
                </c:pt>
                <c:pt idx="1207">
                  <c:v>154.00702845496451</c:v>
                </c:pt>
                <c:pt idx="1208">
                  <c:v>155.90920437930171</c:v>
                </c:pt>
                <c:pt idx="1209">
                  <c:v>151.7856938593286</c:v>
                </c:pt>
                <c:pt idx="1210">
                  <c:v>150.86132300882869</c:v>
                </c:pt>
                <c:pt idx="1211">
                  <c:v>152.1654612215402</c:v>
                </c:pt>
                <c:pt idx="1212">
                  <c:v>154.29478936839789</c:v>
                </c:pt>
                <c:pt idx="1213">
                  <c:v>154.73413088516611</c:v>
                </c:pt>
                <c:pt idx="1214">
                  <c:v>150.79375853282221</c:v>
                </c:pt>
                <c:pt idx="1215">
                  <c:v>149.42179510729909</c:v>
                </c:pt>
                <c:pt idx="1216">
                  <c:v>151.2907985813226</c:v>
                </c:pt>
                <c:pt idx="1217">
                  <c:v>151.74018267052361</c:v>
                </c:pt>
                <c:pt idx="1218">
                  <c:v>151.09269748542059</c:v>
                </c:pt>
                <c:pt idx="1219">
                  <c:v>151.62317913190461</c:v>
                </c:pt>
                <c:pt idx="1220">
                  <c:v>148.215752809397</c:v>
                </c:pt>
                <c:pt idx="1221">
                  <c:v>153.02048449272061</c:v>
                </c:pt>
                <c:pt idx="1222">
                  <c:v>153.50596801314521</c:v>
                </c:pt>
                <c:pt idx="1223">
                  <c:v>155.95785282063389</c:v>
                </c:pt>
                <c:pt idx="1224">
                  <c:v>153.69397607142639</c:v>
                </c:pt>
                <c:pt idx="1225">
                  <c:v>152.7049340823713</c:v>
                </c:pt>
                <c:pt idx="1226">
                  <c:v>153.51022391067531</c:v>
                </c:pt>
                <c:pt idx="1227">
                  <c:v>157.67161696518511</c:v>
                </c:pt>
                <c:pt idx="1228">
                  <c:v>158.0846492972218</c:v>
                </c:pt>
                <c:pt idx="1229">
                  <c:v>158.1680093771048</c:v>
                </c:pt>
                <c:pt idx="1230">
                  <c:v>158.26048683430531</c:v>
                </c:pt>
                <c:pt idx="1231">
                  <c:v>158.3420217565519</c:v>
                </c:pt>
                <c:pt idx="1232">
                  <c:v>161.657794886598</c:v>
                </c:pt>
                <c:pt idx="1233">
                  <c:v>164.1205717638525</c:v>
                </c:pt>
                <c:pt idx="1234">
                  <c:v>165.96643694913041</c:v>
                </c:pt>
                <c:pt idx="1235">
                  <c:v>166.5357179144016</c:v>
                </c:pt>
                <c:pt idx="1236">
                  <c:v>167.08799211128181</c:v>
                </c:pt>
                <c:pt idx="1237">
                  <c:v>166.31442806456579</c:v>
                </c:pt>
                <c:pt idx="1238">
                  <c:v>165.54145277837779</c:v>
                </c:pt>
                <c:pt idx="1239">
                  <c:v>164.62880667324731</c:v>
                </c:pt>
                <c:pt idx="1240">
                  <c:v>164.96402168522781</c:v>
                </c:pt>
                <c:pt idx="1241">
                  <c:v>162.23629415956279</c:v>
                </c:pt>
                <c:pt idx="1242">
                  <c:v>160.9658078164521</c:v>
                </c:pt>
                <c:pt idx="1243">
                  <c:v>160.43305523650341</c:v>
                </c:pt>
                <c:pt idx="1244">
                  <c:v>159.45215496446241</c:v>
                </c:pt>
                <c:pt idx="1245">
                  <c:v>158.6446278461525</c:v>
                </c:pt>
                <c:pt idx="1246">
                  <c:v>155.39107829303859</c:v>
                </c:pt>
                <c:pt idx="1247">
                  <c:v>157.55033229644201</c:v>
                </c:pt>
                <c:pt idx="1248">
                  <c:v>156.10574946523721</c:v>
                </c:pt>
                <c:pt idx="1249">
                  <c:v>157.07611092382919</c:v>
                </c:pt>
                <c:pt idx="1250">
                  <c:v>157.8642425881778</c:v>
                </c:pt>
                <c:pt idx="1251">
                  <c:v>154.1023992496163</c:v>
                </c:pt>
                <c:pt idx="1252">
                  <c:v>154.8509914390855</c:v>
                </c:pt>
                <c:pt idx="1253">
                  <c:v>153.00108903875929</c:v>
                </c:pt>
                <c:pt idx="1254">
                  <c:v>151.6834934425535</c:v>
                </c:pt>
                <c:pt idx="1255">
                  <c:v>148.95497529560831</c:v>
                </c:pt>
                <c:pt idx="1256">
                  <c:v>150.02111127035681</c:v>
                </c:pt>
                <c:pt idx="1257">
                  <c:v>149.111030478955</c:v>
                </c:pt>
                <c:pt idx="1258">
                  <c:v>148.85196743582341</c:v>
                </c:pt>
                <c:pt idx="1259">
                  <c:v>146.58359087401001</c:v>
                </c:pt>
                <c:pt idx="1260">
                  <c:v>149.17150459603289</c:v>
                </c:pt>
                <c:pt idx="1261">
                  <c:v>149.4188933589831</c:v>
                </c:pt>
                <c:pt idx="1262">
                  <c:v>148.20751857287141</c:v>
                </c:pt>
                <c:pt idx="1263">
                  <c:v>149.5583959606318</c:v>
                </c:pt>
                <c:pt idx="1264">
                  <c:v>148.5266436007114</c:v>
                </c:pt>
                <c:pt idx="1265">
                  <c:v>147.8162115043134</c:v>
                </c:pt>
                <c:pt idx="1266">
                  <c:v>147.2434652627924</c:v>
                </c:pt>
                <c:pt idx="1267">
                  <c:v>146.17030621603271</c:v>
                </c:pt>
                <c:pt idx="1268">
                  <c:v>144.83295349868419</c:v>
                </c:pt>
                <c:pt idx="1269">
                  <c:v>146.5152778310466</c:v>
                </c:pt>
                <c:pt idx="1270">
                  <c:v>143.2627880468828</c:v>
                </c:pt>
                <c:pt idx="1271">
                  <c:v>142.15969473271281</c:v>
                </c:pt>
                <c:pt idx="1272">
                  <c:v>141.86497803418581</c:v>
                </c:pt>
                <c:pt idx="1273">
                  <c:v>142.82754262121571</c:v>
                </c:pt>
                <c:pt idx="1274">
                  <c:v>141.82337789745881</c:v>
                </c:pt>
                <c:pt idx="1275">
                  <c:v>144.24400793178179</c:v>
                </c:pt>
                <c:pt idx="1276">
                  <c:v>143.93736462713289</c:v>
                </c:pt>
                <c:pt idx="1277">
                  <c:v>143.33385985346251</c:v>
                </c:pt>
                <c:pt idx="1278">
                  <c:v>142.68903250159971</c:v>
                </c:pt>
                <c:pt idx="1279">
                  <c:v>141.68432107163841</c:v>
                </c:pt>
                <c:pt idx="1280">
                  <c:v>141.53597024034221</c:v>
                </c:pt>
                <c:pt idx="1281">
                  <c:v>141.58312154776061</c:v>
                </c:pt>
                <c:pt idx="1282">
                  <c:v>143.29622123400171</c:v>
                </c:pt>
                <c:pt idx="1283">
                  <c:v>144.04351815030961</c:v>
                </c:pt>
                <c:pt idx="1284">
                  <c:v>143.41084449791509</c:v>
                </c:pt>
                <c:pt idx="1285">
                  <c:v>144.65862991724379</c:v>
                </c:pt>
                <c:pt idx="1286">
                  <c:v>145.75619729331649</c:v>
                </c:pt>
                <c:pt idx="1287">
                  <c:v>145.6806761393189</c:v>
                </c:pt>
                <c:pt idx="1288">
                  <c:v>144.68715957025191</c:v>
                </c:pt>
                <c:pt idx="1289">
                  <c:v>144.40496664923941</c:v>
                </c:pt>
                <c:pt idx="1290">
                  <c:v>145.3293290888746</c:v>
                </c:pt>
                <c:pt idx="1291">
                  <c:v>146.40814864756661</c:v>
                </c:pt>
                <c:pt idx="1292">
                  <c:v>145.04332604616019</c:v>
                </c:pt>
                <c:pt idx="1293">
                  <c:v>144.68426623280061</c:v>
                </c:pt>
                <c:pt idx="1294">
                  <c:v>143.5343075806114</c:v>
                </c:pt>
                <c:pt idx="1295">
                  <c:v>145.29105965456239</c:v>
                </c:pt>
                <c:pt idx="1296">
                  <c:v>149.60099699025619</c:v>
                </c:pt>
                <c:pt idx="1297">
                  <c:v>147.81176215689561</c:v>
                </c:pt>
                <c:pt idx="1298">
                  <c:v>148.5704389731209</c:v>
                </c:pt>
                <c:pt idx="1299">
                  <c:v>148.04038628073579</c:v>
                </c:pt>
                <c:pt idx="1300">
                  <c:v>146.20208246280879</c:v>
                </c:pt>
                <c:pt idx="1301">
                  <c:v>146.10856205838749</c:v>
                </c:pt>
                <c:pt idx="1302">
                  <c:v>145.82029649307319</c:v>
                </c:pt>
                <c:pt idx="1303">
                  <c:v>145.78185884146731</c:v>
                </c:pt>
                <c:pt idx="1304">
                  <c:v>149.33285862413061</c:v>
                </c:pt>
                <c:pt idx="1305">
                  <c:v>148.6398454284932</c:v>
                </c:pt>
                <c:pt idx="1306">
                  <c:v>146.38432907878149</c:v>
                </c:pt>
                <c:pt idx="1307">
                  <c:v>147.47144175005201</c:v>
                </c:pt>
                <c:pt idx="1308">
                  <c:v>148.50622202125859</c:v>
                </c:pt>
                <c:pt idx="1309">
                  <c:v>146.25260652696559</c:v>
                </c:pt>
                <c:pt idx="1310">
                  <c:v>149.00591990299921</c:v>
                </c:pt>
                <c:pt idx="1311">
                  <c:v>149.71255028856001</c:v>
                </c:pt>
                <c:pt idx="1312">
                  <c:v>149.71359323578079</c:v>
                </c:pt>
                <c:pt idx="1313">
                  <c:v>149.62505206325241</c:v>
                </c:pt>
                <c:pt idx="1314">
                  <c:v>149.48307666738671</c:v>
                </c:pt>
                <c:pt idx="1315">
                  <c:v>147.64966797270571</c:v>
                </c:pt>
                <c:pt idx="1316">
                  <c:v>145.09870317923961</c:v>
                </c:pt>
                <c:pt idx="1317">
                  <c:v>144.81820925289321</c:v>
                </c:pt>
                <c:pt idx="1318">
                  <c:v>141.19708809135949</c:v>
                </c:pt>
                <c:pt idx="1319">
                  <c:v>140.87447255467569</c:v>
                </c:pt>
                <c:pt idx="1320">
                  <c:v>140.54634790162379</c:v>
                </c:pt>
                <c:pt idx="1321">
                  <c:v>140.4060967330183</c:v>
                </c:pt>
                <c:pt idx="1322">
                  <c:v>140.27940387828329</c:v>
                </c:pt>
                <c:pt idx="1323">
                  <c:v>139.90199996904801</c:v>
                </c:pt>
                <c:pt idx="1324">
                  <c:v>141.15976908475659</c:v>
                </c:pt>
                <c:pt idx="1325">
                  <c:v>141.2412535418151</c:v>
                </c:pt>
                <c:pt idx="1326">
                  <c:v>143.85247376987741</c:v>
                </c:pt>
                <c:pt idx="1327">
                  <c:v>144.58841601886189</c:v>
                </c:pt>
                <c:pt idx="1328">
                  <c:v>146.83418417640479</c:v>
                </c:pt>
                <c:pt idx="1329">
                  <c:v>146.84214085439581</c:v>
                </c:pt>
                <c:pt idx="1330">
                  <c:v>147.30402348851709</c:v>
                </c:pt>
                <c:pt idx="1331">
                  <c:v>147.7491348584586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9D-4D80-B7BA-DF805BBDE625}"/>
            </c:ext>
          </c:extLst>
        </c:ser>
        <c:ser>
          <c:idx val="2"/>
          <c:order val="2"/>
          <c:tx>
            <c:v>Índice SMLL</c:v>
          </c:tx>
          <c:spPr>
            <a:ln w="22225" cap="rnd">
              <a:solidFill>
                <a:srgbClr val="7E7E7E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100'!$G$4:$G$10000</c:f>
              <c:numCache>
                <c:formatCode>m/d/yyyy</c:formatCode>
                <c:ptCount val="9997"/>
                <c:pt idx="0">
                  <c:v>44316</c:v>
                </c:pt>
                <c:pt idx="1">
                  <c:v>44319</c:v>
                </c:pt>
                <c:pt idx="2">
                  <c:v>44320</c:v>
                </c:pt>
                <c:pt idx="3">
                  <c:v>44321</c:v>
                </c:pt>
                <c:pt idx="4">
                  <c:v>44322</c:v>
                </c:pt>
                <c:pt idx="5">
                  <c:v>44323</c:v>
                </c:pt>
                <c:pt idx="6">
                  <c:v>44326</c:v>
                </c:pt>
                <c:pt idx="7">
                  <c:v>44327</c:v>
                </c:pt>
                <c:pt idx="8">
                  <c:v>44328</c:v>
                </c:pt>
                <c:pt idx="9">
                  <c:v>44329</c:v>
                </c:pt>
                <c:pt idx="10">
                  <c:v>44330</c:v>
                </c:pt>
                <c:pt idx="11">
                  <c:v>44333</c:v>
                </c:pt>
                <c:pt idx="12">
                  <c:v>44334</c:v>
                </c:pt>
                <c:pt idx="13">
                  <c:v>44335</c:v>
                </c:pt>
                <c:pt idx="14">
                  <c:v>44336</c:v>
                </c:pt>
                <c:pt idx="15">
                  <c:v>44337</c:v>
                </c:pt>
                <c:pt idx="16">
                  <c:v>44340</c:v>
                </c:pt>
                <c:pt idx="17">
                  <c:v>44341</c:v>
                </c:pt>
                <c:pt idx="18">
                  <c:v>44342</c:v>
                </c:pt>
                <c:pt idx="19">
                  <c:v>44343</c:v>
                </c:pt>
                <c:pt idx="20">
                  <c:v>44344</c:v>
                </c:pt>
                <c:pt idx="21">
                  <c:v>44347</c:v>
                </c:pt>
                <c:pt idx="22">
                  <c:v>44348</c:v>
                </c:pt>
                <c:pt idx="23">
                  <c:v>44349</c:v>
                </c:pt>
                <c:pt idx="24">
                  <c:v>44351</c:v>
                </c:pt>
                <c:pt idx="25">
                  <c:v>44354</c:v>
                </c:pt>
                <c:pt idx="26">
                  <c:v>44355</c:v>
                </c:pt>
                <c:pt idx="27">
                  <c:v>44356</c:v>
                </c:pt>
                <c:pt idx="28">
                  <c:v>44357</c:v>
                </c:pt>
                <c:pt idx="29">
                  <c:v>44358</c:v>
                </c:pt>
                <c:pt idx="30">
                  <c:v>44361</c:v>
                </c:pt>
                <c:pt idx="31">
                  <c:v>44362</c:v>
                </c:pt>
                <c:pt idx="32">
                  <c:v>44363</c:v>
                </c:pt>
                <c:pt idx="33">
                  <c:v>44364</c:v>
                </c:pt>
                <c:pt idx="34">
                  <c:v>44365</c:v>
                </c:pt>
                <c:pt idx="35">
                  <c:v>44368</c:v>
                </c:pt>
                <c:pt idx="36">
                  <c:v>44369</c:v>
                </c:pt>
                <c:pt idx="37">
                  <c:v>44370</c:v>
                </c:pt>
                <c:pt idx="38">
                  <c:v>44371</c:v>
                </c:pt>
                <c:pt idx="39">
                  <c:v>44372</c:v>
                </c:pt>
                <c:pt idx="40">
                  <c:v>44375</c:v>
                </c:pt>
                <c:pt idx="41">
                  <c:v>44376</c:v>
                </c:pt>
                <c:pt idx="42">
                  <c:v>44377</c:v>
                </c:pt>
                <c:pt idx="43">
                  <c:v>44378</c:v>
                </c:pt>
                <c:pt idx="44">
                  <c:v>44379</c:v>
                </c:pt>
                <c:pt idx="45">
                  <c:v>44382</c:v>
                </c:pt>
                <c:pt idx="46">
                  <c:v>44383</c:v>
                </c:pt>
                <c:pt idx="47">
                  <c:v>44384</c:v>
                </c:pt>
                <c:pt idx="48">
                  <c:v>44385</c:v>
                </c:pt>
                <c:pt idx="49">
                  <c:v>44389</c:v>
                </c:pt>
                <c:pt idx="50">
                  <c:v>44390</c:v>
                </c:pt>
                <c:pt idx="51">
                  <c:v>44391</c:v>
                </c:pt>
                <c:pt idx="52">
                  <c:v>44392</c:v>
                </c:pt>
                <c:pt idx="53">
                  <c:v>44393</c:v>
                </c:pt>
                <c:pt idx="54">
                  <c:v>44396</c:v>
                </c:pt>
                <c:pt idx="55">
                  <c:v>44397</c:v>
                </c:pt>
                <c:pt idx="56">
                  <c:v>44398</c:v>
                </c:pt>
                <c:pt idx="57">
                  <c:v>44399</c:v>
                </c:pt>
                <c:pt idx="58">
                  <c:v>44400</c:v>
                </c:pt>
                <c:pt idx="59">
                  <c:v>44403</c:v>
                </c:pt>
                <c:pt idx="60">
                  <c:v>44404</c:v>
                </c:pt>
                <c:pt idx="61">
                  <c:v>44405</c:v>
                </c:pt>
                <c:pt idx="62">
                  <c:v>44406</c:v>
                </c:pt>
                <c:pt idx="63">
                  <c:v>44407</c:v>
                </c:pt>
                <c:pt idx="64">
                  <c:v>44410</c:v>
                </c:pt>
                <c:pt idx="65">
                  <c:v>44411</c:v>
                </c:pt>
                <c:pt idx="66">
                  <c:v>44412</c:v>
                </c:pt>
                <c:pt idx="67">
                  <c:v>44413</c:v>
                </c:pt>
                <c:pt idx="68">
                  <c:v>44414</c:v>
                </c:pt>
                <c:pt idx="69">
                  <c:v>44417</c:v>
                </c:pt>
                <c:pt idx="70">
                  <c:v>44418</c:v>
                </c:pt>
                <c:pt idx="71">
                  <c:v>44419</c:v>
                </c:pt>
                <c:pt idx="72">
                  <c:v>44420</c:v>
                </c:pt>
                <c:pt idx="73">
                  <c:v>44421</c:v>
                </c:pt>
                <c:pt idx="74">
                  <c:v>44424</c:v>
                </c:pt>
                <c:pt idx="75">
                  <c:v>44425</c:v>
                </c:pt>
                <c:pt idx="76">
                  <c:v>44426</c:v>
                </c:pt>
                <c:pt idx="77">
                  <c:v>44427</c:v>
                </c:pt>
                <c:pt idx="78">
                  <c:v>44428</c:v>
                </c:pt>
                <c:pt idx="79">
                  <c:v>44431</c:v>
                </c:pt>
                <c:pt idx="80">
                  <c:v>44432</c:v>
                </c:pt>
                <c:pt idx="81">
                  <c:v>44433</c:v>
                </c:pt>
                <c:pt idx="82">
                  <c:v>44434</c:v>
                </c:pt>
                <c:pt idx="83">
                  <c:v>44435</c:v>
                </c:pt>
                <c:pt idx="84">
                  <c:v>44438</c:v>
                </c:pt>
                <c:pt idx="85">
                  <c:v>44439</c:v>
                </c:pt>
                <c:pt idx="86">
                  <c:v>44440</c:v>
                </c:pt>
                <c:pt idx="87">
                  <c:v>44441</c:v>
                </c:pt>
                <c:pt idx="88">
                  <c:v>44442</c:v>
                </c:pt>
                <c:pt idx="89">
                  <c:v>44445</c:v>
                </c:pt>
                <c:pt idx="90">
                  <c:v>44447</c:v>
                </c:pt>
                <c:pt idx="91">
                  <c:v>44448</c:v>
                </c:pt>
                <c:pt idx="92">
                  <c:v>44449</c:v>
                </c:pt>
                <c:pt idx="93">
                  <c:v>44452</c:v>
                </c:pt>
                <c:pt idx="94">
                  <c:v>44453</c:v>
                </c:pt>
                <c:pt idx="95">
                  <c:v>44454</c:v>
                </c:pt>
                <c:pt idx="96">
                  <c:v>44455</c:v>
                </c:pt>
                <c:pt idx="97">
                  <c:v>44456</c:v>
                </c:pt>
                <c:pt idx="98">
                  <c:v>44459</c:v>
                </c:pt>
                <c:pt idx="99">
                  <c:v>44460</c:v>
                </c:pt>
                <c:pt idx="100">
                  <c:v>44461</c:v>
                </c:pt>
                <c:pt idx="101">
                  <c:v>44462</c:v>
                </c:pt>
                <c:pt idx="102">
                  <c:v>44463</c:v>
                </c:pt>
                <c:pt idx="103">
                  <c:v>44466</c:v>
                </c:pt>
                <c:pt idx="104">
                  <c:v>44467</c:v>
                </c:pt>
                <c:pt idx="105">
                  <c:v>44468</c:v>
                </c:pt>
                <c:pt idx="106">
                  <c:v>44469</c:v>
                </c:pt>
                <c:pt idx="107">
                  <c:v>44470</c:v>
                </c:pt>
                <c:pt idx="108">
                  <c:v>44473</c:v>
                </c:pt>
                <c:pt idx="109">
                  <c:v>44474</c:v>
                </c:pt>
                <c:pt idx="110">
                  <c:v>44475</c:v>
                </c:pt>
                <c:pt idx="111">
                  <c:v>44476</c:v>
                </c:pt>
                <c:pt idx="112">
                  <c:v>44477</c:v>
                </c:pt>
                <c:pt idx="113">
                  <c:v>44480</c:v>
                </c:pt>
                <c:pt idx="114">
                  <c:v>44482</c:v>
                </c:pt>
                <c:pt idx="115">
                  <c:v>44483</c:v>
                </c:pt>
                <c:pt idx="116">
                  <c:v>44484</c:v>
                </c:pt>
                <c:pt idx="117">
                  <c:v>44487</c:v>
                </c:pt>
                <c:pt idx="118">
                  <c:v>44488</c:v>
                </c:pt>
                <c:pt idx="119">
                  <c:v>44489</c:v>
                </c:pt>
                <c:pt idx="120">
                  <c:v>44490</c:v>
                </c:pt>
                <c:pt idx="121">
                  <c:v>44491</c:v>
                </c:pt>
                <c:pt idx="122">
                  <c:v>44494</c:v>
                </c:pt>
                <c:pt idx="123">
                  <c:v>44495</c:v>
                </c:pt>
                <c:pt idx="124">
                  <c:v>44496</c:v>
                </c:pt>
                <c:pt idx="125">
                  <c:v>44497</c:v>
                </c:pt>
                <c:pt idx="126">
                  <c:v>44498</c:v>
                </c:pt>
                <c:pt idx="127">
                  <c:v>44501</c:v>
                </c:pt>
                <c:pt idx="128">
                  <c:v>44503</c:v>
                </c:pt>
                <c:pt idx="129">
                  <c:v>44504</c:v>
                </c:pt>
                <c:pt idx="130">
                  <c:v>44505</c:v>
                </c:pt>
                <c:pt idx="131">
                  <c:v>44508</c:v>
                </c:pt>
                <c:pt idx="132">
                  <c:v>44509</c:v>
                </c:pt>
                <c:pt idx="133">
                  <c:v>44510</c:v>
                </c:pt>
                <c:pt idx="134">
                  <c:v>44511</c:v>
                </c:pt>
                <c:pt idx="135">
                  <c:v>44512</c:v>
                </c:pt>
                <c:pt idx="136">
                  <c:v>44516</c:v>
                </c:pt>
                <c:pt idx="137">
                  <c:v>44517</c:v>
                </c:pt>
                <c:pt idx="138">
                  <c:v>44518</c:v>
                </c:pt>
                <c:pt idx="139">
                  <c:v>44519</c:v>
                </c:pt>
                <c:pt idx="140">
                  <c:v>44522</c:v>
                </c:pt>
                <c:pt idx="141">
                  <c:v>44523</c:v>
                </c:pt>
                <c:pt idx="142">
                  <c:v>44524</c:v>
                </c:pt>
                <c:pt idx="143">
                  <c:v>44525</c:v>
                </c:pt>
                <c:pt idx="144">
                  <c:v>44526</c:v>
                </c:pt>
                <c:pt idx="145">
                  <c:v>44529</c:v>
                </c:pt>
                <c:pt idx="146">
                  <c:v>44530</c:v>
                </c:pt>
                <c:pt idx="147">
                  <c:v>44531</c:v>
                </c:pt>
                <c:pt idx="148">
                  <c:v>44532</c:v>
                </c:pt>
                <c:pt idx="149">
                  <c:v>44533</c:v>
                </c:pt>
                <c:pt idx="150">
                  <c:v>44536</c:v>
                </c:pt>
                <c:pt idx="151">
                  <c:v>44537</c:v>
                </c:pt>
                <c:pt idx="152">
                  <c:v>44538</c:v>
                </c:pt>
                <c:pt idx="153">
                  <c:v>44539</c:v>
                </c:pt>
                <c:pt idx="154">
                  <c:v>44540</c:v>
                </c:pt>
                <c:pt idx="155">
                  <c:v>44543</c:v>
                </c:pt>
                <c:pt idx="156">
                  <c:v>44544</c:v>
                </c:pt>
                <c:pt idx="157">
                  <c:v>44545</c:v>
                </c:pt>
                <c:pt idx="158">
                  <c:v>44546</c:v>
                </c:pt>
                <c:pt idx="159">
                  <c:v>44547</c:v>
                </c:pt>
                <c:pt idx="160">
                  <c:v>44550</c:v>
                </c:pt>
                <c:pt idx="161">
                  <c:v>44551</c:v>
                </c:pt>
                <c:pt idx="162">
                  <c:v>44552</c:v>
                </c:pt>
                <c:pt idx="163">
                  <c:v>44553</c:v>
                </c:pt>
                <c:pt idx="164">
                  <c:v>44557</c:v>
                </c:pt>
                <c:pt idx="165">
                  <c:v>44558</c:v>
                </c:pt>
                <c:pt idx="166">
                  <c:v>44559</c:v>
                </c:pt>
                <c:pt idx="167">
                  <c:v>44560</c:v>
                </c:pt>
                <c:pt idx="168">
                  <c:v>44564</c:v>
                </c:pt>
                <c:pt idx="169">
                  <c:v>44565</c:v>
                </c:pt>
                <c:pt idx="170">
                  <c:v>44566</c:v>
                </c:pt>
                <c:pt idx="171">
                  <c:v>44567</c:v>
                </c:pt>
                <c:pt idx="172">
                  <c:v>44568</c:v>
                </c:pt>
                <c:pt idx="173">
                  <c:v>44571</c:v>
                </c:pt>
                <c:pt idx="174">
                  <c:v>44572</c:v>
                </c:pt>
                <c:pt idx="175">
                  <c:v>44573</c:v>
                </c:pt>
                <c:pt idx="176">
                  <c:v>44574</c:v>
                </c:pt>
                <c:pt idx="177">
                  <c:v>44575</c:v>
                </c:pt>
                <c:pt idx="178">
                  <c:v>44578</c:v>
                </c:pt>
                <c:pt idx="179">
                  <c:v>44579</c:v>
                </c:pt>
                <c:pt idx="180">
                  <c:v>44580</c:v>
                </c:pt>
                <c:pt idx="181">
                  <c:v>44581</c:v>
                </c:pt>
                <c:pt idx="182">
                  <c:v>44582</c:v>
                </c:pt>
                <c:pt idx="183">
                  <c:v>44585</c:v>
                </c:pt>
                <c:pt idx="184">
                  <c:v>44586</c:v>
                </c:pt>
                <c:pt idx="185">
                  <c:v>44587</c:v>
                </c:pt>
                <c:pt idx="186">
                  <c:v>44588</c:v>
                </c:pt>
                <c:pt idx="187">
                  <c:v>44589</c:v>
                </c:pt>
                <c:pt idx="188">
                  <c:v>44592</c:v>
                </c:pt>
                <c:pt idx="189">
                  <c:v>44593</c:v>
                </c:pt>
                <c:pt idx="190">
                  <c:v>44594</c:v>
                </c:pt>
                <c:pt idx="191">
                  <c:v>44595</c:v>
                </c:pt>
                <c:pt idx="192">
                  <c:v>44596</c:v>
                </c:pt>
                <c:pt idx="193">
                  <c:v>44599</c:v>
                </c:pt>
                <c:pt idx="194">
                  <c:v>44600</c:v>
                </c:pt>
                <c:pt idx="195">
                  <c:v>44601</c:v>
                </c:pt>
                <c:pt idx="196">
                  <c:v>44602</c:v>
                </c:pt>
                <c:pt idx="197">
                  <c:v>44603</c:v>
                </c:pt>
                <c:pt idx="198">
                  <c:v>44606</c:v>
                </c:pt>
                <c:pt idx="199">
                  <c:v>44607</c:v>
                </c:pt>
                <c:pt idx="200">
                  <c:v>44608</c:v>
                </c:pt>
                <c:pt idx="201">
                  <c:v>44609</c:v>
                </c:pt>
                <c:pt idx="202">
                  <c:v>44610</c:v>
                </c:pt>
                <c:pt idx="203">
                  <c:v>44613</c:v>
                </c:pt>
                <c:pt idx="204">
                  <c:v>44614</c:v>
                </c:pt>
                <c:pt idx="205">
                  <c:v>44615</c:v>
                </c:pt>
                <c:pt idx="206">
                  <c:v>44616</c:v>
                </c:pt>
                <c:pt idx="207">
                  <c:v>44617</c:v>
                </c:pt>
                <c:pt idx="208">
                  <c:v>44622</c:v>
                </c:pt>
                <c:pt idx="209">
                  <c:v>44623</c:v>
                </c:pt>
                <c:pt idx="210">
                  <c:v>44624</c:v>
                </c:pt>
                <c:pt idx="211">
                  <c:v>44627</c:v>
                </c:pt>
                <c:pt idx="212">
                  <c:v>44628</c:v>
                </c:pt>
                <c:pt idx="213">
                  <c:v>44629</c:v>
                </c:pt>
                <c:pt idx="214">
                  <c:v>44630</c:v>
                </c:pt>
                <c:pt idx="215">
                  <c:v>44631</c:v>
                </c:pt>
                <c:pt idx="216">
                  <c:v>44634</c:v>
                </c:pt>
                <c:pt idx="217">
                  <c:v>44635</c:v>
                </c:pt>
                <c:pt idx="218">
                  <c:v>44636</c:v>
                </c:pt>
                <c:pt idx="219">
                  <c:v>44637</c:v>
                </c:pt>
                <c:pt idx="220">
                  <c:v>44638</c:v>
                </c:pt>
                <c:pt idx="221">
                  <c:v>44641</c:v>
                </c:pt>
                <c:pt idx="222">
                  <c:v>44642</c:v>
                </c:pt>
                <c:pt idx="223">
                  <c:v>44643</c:v>
                </c:pt>
                <c:pt idx="224">
                  <c:v>44644</c:v>
                </c:pt>
                <c:pt idx="225">
                  <c:v>44645</c:v>
                </c:pt>
                <c:pt idx="226">
                  <c:v>44648</c:v>
                </c:pt>
                <c:pt idx="227">
                  <c:v>44649</c:v>
                </c:pt>
                <c:pt idx="228">
                  <c:v>44650</c:v>
                </c:pt>
                <c:pt idx="229">
                  <c:v>44651</c:v>
                </c:pt>
                <c:pt idx="230">
                  <c:v>44652</c:v>
                </c:pt>
                <c:pt idx="231">
                  <c:v>44655</c:v>
                </c:pt>
                <c:pt idx="232">
                  <c:v>44656</c:v>
                </c:pt>
                <c:pt idx="233">
                  <c:v>44657</c:v>
                </c:pt>
                <c:pt idx="234">
                  <c:v>44658</c:v>
                </c:pt>
                <c:pt idx="235">
                  <c:v>44659</c:v>
                </c:pt>
                <c:pt idx="236">
                  <c:v>44662</c:v>
                </c:pt>
                <c:pt idx="237">
                  <c:v>44663</c:v>
                </c:pt>
                <c:pt idx="238">
                  <c:v>44664</c:v>
                </c:pt>
                <c:pt idx="239">
                  <c:v>44665</c:v>
                </c:pt>
                <c:pt idx="240">
                  <c:v>44669</c:v>
                </c:pt>
                <c:pt idx="241">
                  <c:v>44670</c:v>
                </c:pt>
                <c:pt idx="242">
                  <c:v>44671</c:v>
                </c:pt>
                <c:pt idx="243">
                  <c:v>44673</c:v>
                </c:pt>
                <c:pt idx="244">
                  <c:v>44676</c:v>
                </c:pt>
                <c:pt idx="245">
                  <c:v>44677</c:v>
                </c:pt>
                <c:pt idx="246">
                  <c:v>44678</c:v>
                </c:pt>
                <c:pt idx="247">
                  <c:v>44679</c:v>
                </c:pt>
                <c:pt idx="248">
                  <c:v>44680</c:v>
                </c:pt>
                <c:pt idx="249">
                  <c:v>44683</c:v>
                </c:pt>
                <c:pt idx="250">
                  <c:v>44684</c:v>
                </c:pt>
                <c:pt idx="251">
                  <c:v>44685</c:v>
                </c:pt>
                <c:pt idx="252">
                  <c:v>44686</c:v>
                </c:pt>
                <c:pt idx="253">
                  <c:v>44687</c:v>
                </c:pt>
                <c:pt idx="254">
                  <c:v>44690</c:v>
                </c:pt>
                <c:pt idx="255">
                  <c:v>44691</c:v>
                </c:pt>
                <c:pt idx="256">
                  <c:v>44692</c:v>
                </c:pt>
                <c:pt idx="257">
                  <c:v>44693</c:v>
                </c:pt>
                <c:pt idx="258">
                  <c:v>44694</c:v>
                </c:pt>
                <c:pt idx="259">
                  <c:v>44697</c:v>
                </c:pt>
                <c:pt idx="260">
                  <c:v>44698</c:v>
                </c:pt>
                <c:pt idx="261">
                  <c:v>44699</c:v>
                </c:pt>
                <c:pt idx="262">
                  <c:v>44700</c:v>
                </c:pt>
                <c:pt idx="263">
                  <c:v>44701</c:v>
                </c:pt>
                <c:pt idx="264">
                  <c:v>44704</c:v>
                </c:pt>
                <c:pt idx="265">
                  <c:v>44705</c:v>
                </c:pt>
                <c:pt idx="266">
                  <c:v>44706</c:v>
                </c:pt>
                <c:pt idx="267">
                  <c:v>44707</c:v>
                </c:pt>
                <c:pt idx="268">
                  <c:v>44708</c:v>
                </c:pt>
                <c:pt idx="269">
                  <c:v>44711</c:v>
                </c:pt>
                <c:pt idx="270">
                  <c:v>44712</c:v>
                </c:pt>
                <c:pt idx="271">
                  <c:v>44713</c:v>
                </c:pt>
                <c:pt idx="272">
                  <c:v>44714</c:v>
                </c:pt>
                <c:pt idx="273">
                  <c:v>44715</c:v>
                </c:pt>
                <c:pt idx="274">
                  <c:v>44718</c:v>
                </c:pt>
                <c:pt idx="275">
                  <c:v>44719</c:v>
                </c:pt>
                <c:pt idx="276">
                  <c:v>44720</c:v>
                </c:pt>
                <c:pt idx="277">
                  <c:v>44721</c:v>
                </c:pt>
                <c:pt idx="278">
                  <c:v>44722</c:v>
                </c:pt>
                <c:pt idx="279">
                  <c:v>44725</c:v>
                </c:pt>
                <c:pt idx="280">
                  <c:v>44726</c:v>
                </c:pt>
                <c:pt idx="281">
                  <c:v>44727</c:v>
                </c:pt>
                <c:pt idx="282">
                  <c:v>44729</c:v>
                </c:pt>
                <c:pt idx="283">
                  <c:v>44732</c:v>
                </c:pt>
                <c:pt idx="284">
                  <c:v>44733</c:v>
                </c:pt>
                <c:pt idx="285">
                  <c:v>44734</c:v>
                </c:pt>
                <c:pt idx="286">
                  <c:v>44735</c:v>
                </c:pt>
                <c:pt idx="287">
                  <c:v>44736</c:v>
                </c:pt>
                <c:pt idx="288">
                  <c:v>44739</c:v>
                </c:pt>
                <c:pt idx="289">
                  <c:v>44740</c:v>
                </c:pt>
                <c:pt idx="290">
                  <c:v>44741</c:v>
                </c:pt>
                <c:pt idx="291">
                  <c:v>44742</c:v>
                </c:pt>
                <c:pt idx="292">
                  <c:v>44743</c:v>
                </c:pt>
                <c:pt idx="293">
                  <c:v>44746</c:v>
                </c:pt>
                <c:pt idx="294">
                  <c:v>44747</c:v>
                </c:pt>
                <c:pt idx="295">
                  <c:v>44748</c:v>
                </c:pt>
                <c:pt idx="296">
                  <c:v>44749</c:v>
                </c:pt>
                <c:pt idx="297">
                  <c:v>44750</c:v>
                </c:pt>
                <c:pt idx="298">
                  <c:v>44753</c:v>
                </c:pt>
                <c:pt idx="299">
                  <c:v>44754</c:v>
                </c:pt>
                <c:pt idx="300">
                  <c:v>44755</c:v>
                </c:pt>
                <c:pt idx="301">
                  <c:v>44756</c:v>
                </c:pt>
                <c:pt idx="302">
                  <c:v>44757</c:v>
                </c:pt>
                <c:pt idx="303">
                  <c:v>44760</c:v>
                </c:pt>
                <c:pt idx="304">
                  <c:v>44761</c:v>
                </c:pt>
                <c:pt idx="305">
                  <c:v>44762</c:v>
                </c:pt>
                <c:pt idx="306">
                  <c:v>44763</c:v>
                </c:pt>
                <c:pt idx="307">
                  <c:v>44764</c:v>
                </c:pt>
                <c:pt idx="308">
                  <c:v>44767</c:v>
                </c:pt>
                <c:pt idx="309">
                  <c:v>44768</c:v>
                </c:pt>
                <c:pt idx="310">
                  <c:v>44769</c:v>
                </c:pt>
                <c:pt idx="311">
                  <c:v>44770</c:v>
                </c:pt>
                <c:pt idx="312">
                  <c:v>44771</c:v>
                </c:pt>
                <c:pt idx="313">
                  <c:v>44774</c:v>
                </c:pt>
                <c:pt idx="314">
                  <c:v>44775</c:v>
                </c:pt>
                <c:pt idx="315">
                  <c:v>44776</c:v>
                </c:pt>
                <c:pt idx="316">
                  <c:v>44777</c:v>
                </c:pt>
                <c:pt idx="317">
                  <c:v>44778</c:v>
                </c:pt>
                <c:pt idx="318">
                  <c:v>44781</c:v>
                </c:pt>
                <c:pt idx="319">
                  <c:v>44782</c:v>
                </c:pt>
                <c:pt idx="320">
                  <c:v>44783</c:v>
                </c:pt>
                <c:pt idx="321">
                  <c:v>44784</c:v>
                </c:pt>
                <c:pt idx="322">
                  <c:v>44785</c:v>
                </c:pt>
                <c:pt idx="323">
                  <c:v>44788</c:v>
                </c:pt>
                <c:pt idx="324">
                  <c:v>44789</c:v>
                </c:pt>
                <c:pt idx="325">
                  <c:v>44790</c:v>
                </c:pt>
                <c:pt idx="326">
                  <c:v>44791</c:v>
                </c:pt>
                <c:pt idx="327">
                  <c:v>44792</c:v>
                </c:pt>
                <c:pt idx="328">
                  <c:v>44795</c:v>
                </c:pt>
                <c:pt idx="329">
                  <c:v>44796</c:v>
                </c:pt>
                <c:pt idx="330">
                  <c:v>44797</c:v>
                </c:pt>
                <c:pt idx="331">
                  <c:v>44798</c:v>
                </c:pt>
                <c:pt idx="332">
                  <c:v>44799</c:v>
                </c:pt>
                <c:pt idx="333">
                  <c:v>44802</c:v>
                </c:pt>
                <c:pt idx="334">
                  <c:v>44803</c:v>
                </c:pt>
                <c:pt idx="335">
                  <c:v>44804</c:v>
                </c:pt>
                <c:pt idx="336">
                  <c:v>44805</c:v>
                </c:pt>
                <c:pt idx="337">
                  <c:v>44806</c:v>
                </c:pt>
                <c:pt idx="338">
                  <c:v>44809</c:v>
                </c:pt>
                <c:pt idx="339">
                  <c:v>44810</c:v>
                </c:pt>
                <c:pt idx="340">
                  <c:v>44812</c:v>
                </c:pt>
                <c:pt idx="341">
                  <c:v>44813</c:v>
                </c:pt>
                <c:pt idx="342">
                  <c:v>44816</c:v>
                </c:pt>
                <c:pt idx="343">
                  <c:v>44817</c:v>
                </c:pt>
                <c:pt idx="344">
                  <c:v>44818</c:v>
                </c:pt>
                <c:pt idx="345">
                  <c:v>44819</c:v>
                </c:pt>
                <c:pt idx="346">
                  <c:v>44820</c:v>
                </c:pt>
                <c:pt idx="347">
                  <c:v>44823</c:v>
                </c:pt>
                <c:pt idx="348">
                  <c:v>44824</c:v>
                </c:pt>
                <c:pt idx="349">
                  <c:v>44825</c:v>
                </c:pt>
                <c:pt idx="350">
                  <c:v>44826</c:v>
                </c:pt>
                <c:pt idx="351">
                  <c:v>44827</c:v>
                </c:pt>
                <c:pt idx="352">
                  <c:v>44830</c:v>
                </c:pt>
                <c:pt idx="353">
                  <c:v>44831</c:v>
                </c:pt>
                <c:pt idx="354">
                  <c:v>44832</c:v>
                </c:pt>
                <c:pt idx="355">
                  <c:v>44833</c:v>
                </c:pt>
                <c:pt idx="356">
                  <c:v>44834</c:v>
                </c:pt>
                <c:pt idx="357">
                  <c:v>44837</c:v>
                </c:pt>
                <c:pt idx="358">
                  <c:v>44838</c:v>
                </c:pt>
                <c:pt idx="359">
                  <c:v>44839</c:v>
                </c:pt>
                <c:pt idx="360">
                  <c:v>44840</c:v>
                </c:pt>
                <c:pt idx="361">
                  <c:v>44841</c:v>
                </c:pt>
                <c:pt idx="362">
                  <c:v>44844</c:v>
                </c:pt>
                <c:pt idx="363">
                  <c:v>44845</c:v>
                </c:pt>
                <c:pt idx="364">
                  <c:v>44847</c:v>
                </c:pt>
                <c:pt idx="365">
                  <c:v>44848</c:v>
                </c:pt>
                <c:pt idx="366">
                  <c:v>44851</c:v>
                </c:pt>
                <c:pt idx="367">
                  <c:v>44852</c:v>
                </c:pt>
                <c:pt idx="368">
                  <c:v>44853</c:v>
                </c:pt>
                <c:pt idx="369">
                  <c:v>44854</c:v>
                </c:pt>
                <c:pt idx="370">
                  <c:v>44855</c:v>
                </c:pt>
                <c:pt idx="371">
                  <c:v>44858</c:v>
                </c:pt>
                <c:pt idx="372">
                  <c:v>44859</c:v>
                </c:pt>
                <c:pt idx="373">
                  <c:v>44860</c:v>
                </c:pt>
                <c:pt idx="374">
                  <c:v>44861</c:v>
                </c:pt>
                <c:pt idx="375">
                  <c:v>44862</c:v>
                </c:pt>
                <c:pt idx="376">
                  <c:v>44865</c:v>
                </c:pt>
                <c:pt idx="377">
                  <c:v>44866</c:v>
                </c:pt>
                <c:pt idx="378">
                  <c:v>44868</c:v>
                </c:pt>
                <c:pt idx="379">
                  <c:v>44869</c:v>
                </c:pt>
                <c:pt idx="380">
                  <c:v>44872</c:v>
                </c:pt>
                <c:pt idx="381">
                  <c:v>44873</c:v>
                </c:pt>
                <c:pt idx="382">
                  <c:v>44874</c:v>
                </c:pt>
                <c:pt idx="383">
                  <c:v>44875</c:v>
                </c:pt>
                <c:pt idx="384">
                  <c:v>44876</c:v>
                </c:pt>
                <c:pt idx="385">
                  <c:v>44879</c:v>
                </c:pt>
                <c:pt idx="386">
                  <c:v>44881</c:v>
                </c:pt>
                <c:pt idx="387">
                  <c:v>44882</c:v>
                </c:pt>
                <c:pt idx="388">
                  <c:v>44883</c:v>
                </c:pt>
                <c:pt idx="389">
                  <c:v>44886</c:v>
                </c:pt>
                <c:pt idx="390">
                  <c:v>44887</c:v>
                </c:pt>
                <c:pt idx="391">
                  <c:v>44888</c:v>
                </c:pt>
                <c:pt idx="392">
                  <c:v>44889</c:v>
                </c:pt>
                <c:pt idx="393">
                  <c:v>44890</c:v>
                </c:pt>
                <c:pt idx="394">
                  <c:v>44893</c:v>
                </c:pt>
                <c:pt idx="395">
                  <c:v>44894</c:v>
                </c:pt>
                <c:pt idx="396">
                  <c:v>44895</c:v>
                </c:pt>
                <c:pt idx="397">
                  <c:v>44896</c:v>
                </c:pt>
                <c:pt idx="398">
                  <c:v>44897</c:v>
                </c:pt>
                <c:pt idx="399">
                  <c:v>44900</c:v>
                </c:pt>
                <c:pt idx="400">
                  <c:v>44901</c:v>
                </c:pt>
                <c:pt idx="401">
                  <c:v>44902</c:v>
                </c:pt>
                <c:pt idx="402">
                  <c:v>44903</c:v>
                </c:pt>
                <c:pt idx="403">
                  <c:v>44904</c:v>
                </c:pt>
                <c:pt idx="404">
                  <c:v>44907</c:v>
                </c:pt>
                <c:pt idx="405">
                  <c:v>44908</c:v>
                </c:pt>
                <c:pt idx="406">
                  <c:v>44909</c:v>
                </c:pt>
                <c:pt idx="407">
                  <c:v>44910</c:v>
                </c:pt>
                <c:pt idx="408">
                  <c:v>44911</c:v>
                </c:pt>
                <c:pt idx="409">
                  <c:v>44914</c:v>
                </c:pt>
                <c:pt idx="410">
                  <c:v>44915</c:v>
                </c:pt>
                <c:pt idx="411">
                  <c:v>44916</c:v>
                </c:pt>
                <c:pt idx="412">
                  <c:v>44917</c:v>
                </c:pt>
                <c:pt idx="413">
                  <c:v>44918</c:v>
                </c:pt>
                <c:pt idx="414">
                  <c:v>44921</c:v>
                </c:pt>
                <c:pt idx="415">
                  <c:v>44922</c:v>
                </c:pt>
                <c:pt idx="416">
                  <c:v>44923</c:v>
                </c:pt>
                <c:pt idx="417">
                  <c:v>44924</c:v>
                </c:pt>
                <c:pt idx="418">
                  <c:v>44928</c:v>
                </c:pt>
                <c:pt idx="419">
                  <c:v>44929</c:v>
                </c:pt>
                <c:pt idx="420">
                  <c:v>44930</c:v>
                </c:pt>
                <c:pt idx="421">
                  <c:v>44931</c:v>
                </c:pt>
                <c:pt idx="422">
                  <c:v>44932</c:v>
                </c:pt>
                <c:pt idx="423">
                  <c:v>44935</c:v>
                </c:pt>
                <c:pt idx="424">
                  <c:v>44936</c:v>
                </c:pt>
                <c:pt idx="425">
                  <c:v>44937</c:v>
                </c:pt>
                <c:pt idx="426">
                  <c:v>44938</c:v>
                </c:pt>
                <c:pt idx="427">
                  <c:v>44939</c:v>
                </c:pt>
                <c:pt idx="428">
                  <c:v>44942</c:v>
                </c:pt>
                <c:pt idx="429">
                  <c:v>44943</c:v>
                </c:pt>
                <c:pt idx="430">
                  <c:v>44944</c:v>
                </c:pt>
                <c:pt idx="431">
                  <c:v>44945</c:v>
                </c:pt>
                <c:pt idx="432">
                  <c:v>44946</c:v>
                </c:pt>
                <c:pt idx="433">
                  <c:v>44949</c:v>
                </c:pt>
                <c:pt idx="434">
                  <c:v>44950</c:v>
                </c:pt>
                <c:pt idx="435">
                  <c:v>44951</c:v>
                </c:pt>
                <c:pt idx="436">
                  <c:v>44952</c:v>
                </c:pt>
                <c:pt idx="437">
                  <c:v>44953</c:v>
                </c:pt>
                <c:pt idx="438">
                  <c:v>44956</c:v>
                </c:pt>
                <c:pt idx="439">
                  <c:v>44957</c:v>
                </c:pt>
                <c:pt idx="440">
                  <c:v>44958</c:v>
                </c:pt>
                <c:pt idx="441">
                  <c:v>44959</c:v>
                </c:pt>
                <c:pt idx="442">
                  <c:v>44960</c:v>
                </c:pt>
                <c:pt idx="443">
                  <c:v>44963</c:v>
                </c:pt>
                <c:pt idx="444">
                  <c:v>44964</c:v>
                </c:pt>
                <c:pt idx="445">
                  <c:v>44965</c:v>
                </c:pt>
                <c:pt idx="446">
                  <c:v>44966</c:v>
                </c:pt>
                <c:pt idx="447">
                  <c:v>44967</c:v>
                </c:pt>
                <c:pt idx="448">
                  <c:v>44970</c:v>
                </c:pt>
                <c:pt idx="449">
                  <c:v>44971</c:v>
                </c:pt>
                <c:pt idx="450">
                  <c:v>44972</c:v>
                </c:pt>
                <c:pt idx="451">
                  <c:v>44973</c:v>
                </c:pt>
                <c:pt idx="452">
                  <c:v>44974</c:v>
                </c:pt>
                <c:pt idx="453">
                  <c:v>44979</c:v>
                </c:pt>
                <c:pt idx="454">
                  <c:v>44980</c:v>
                </c:pt>
                <c:pt idx="455">
                  <c:v>44981</c:v>
                </c:pt>
                <c:pt idx="456">
                  <c:v>44984</c:v>
                </c:pt>
                <c:pt idx="457">
                  <c:v>44985</c:v>
                </c:pt>
                <c:pt idx="458">
                  <c:v>44986</c:v>
                </c:pt>
                <c:pt idx="459">
                  <c:v>44987</c:v>
                </c:pt>
                <c:pt idx="460">
                  <c:v>44988</c:v>
                </c:pt>
                <c:pt idx="461">
                  <c:v>44991</c:v>
                </c:pt>
                <c:pt idx="462">
                  <c:v>44992</c:v>
                </c:pt>
                <c:pt idx="463">
                  <c:v>44993</c:v>
                </c:pt>
                <c:pt idx="464">
                  <c:v>44994</c:v>
                </c:pt>
                <c:pt idx="465">
                  <c:v>44995</c:v>
                </c:pt>
                <c:pt idx="466">
                  <c:v>44998</c:v>
                </c:pt>
                <c:pt idx="467">
                  <c:v>44999</c:v>
                </c:pt>
                <c:pt idx="468">
                  <c:v>45000</c:v>
                </c:pt>
                <c:pt idx="469">
                  <c:v>45001</c:v>
                </c:pt>
                <c:pt idx="470">
                  <c:v>45002</c:v>
                </c:pt>
                <c:pt idx="471">
                  <c:v>45005</c:v>
                </c:pt>
                <c:pt idx="472">
                  <c:v>45006</c:v>
                </c:pt>
                <c:pt idx="473">
                  <c:v>45007</c:v>
                </c:pt>
                <c:pt idx="474">
                  <c:v>45008</c:v>
                </c:pt>
                <c:pt idx="475">
                  <c:v>45009</c:v>
                </c:pt>
                <c:pt idx="476">
                  <c:v>45012</c:v>
                </c:pt>
                <c:pt idx="477">
                  <c:v>45013</c:v>
                </c:pt>
                <c:pt idx="478">
                  <c:v>45014</c:v>
                </c:pt>
                <c:pt idx="479">
                  <c:v>45015</c:v>
                </c:pt>
                <c:pt idx="480">
                  <c:v>45016</c:v>
                </c:pt>
                <c:pt idx="481">
                  <c:v>45019</c:v>
                </c:pt>
                <c:pt idx="482">
                  <c:v>45020</c:v>
                </c:pt>
                <c:pt idx="483">
                  <c:v>45021</c:v>
                </c:pt>
                <c:pt idx="484">
                  <c:v>45022</c:v>
                </c:pt>
                <c:pt idx="485">
                  <c:v>45026</c:v>
                </c:pt>
                <c:pt idx="486">
                  <c:v>45027</c:v>
                </c:pt>
                <c:pt idx="487">
                  <c:v>45028</c:v>
                </c:pt>
                <c:pt idx="488">
                  <c:v>45029</c:v>
                </c:pt>
                <c:pt idx="489">
                  <c:v>45030</c:v>
                </c:pt>
                <c:pt idx="490">
                  <c:v>45033</c:v>
                </c:pt>
                <c:pt idx="491">
                  <c:v>45034</c:v>
                </c:pt>
                <c:pt idx="492">
                  <c:v>45035</c:v>
                </c:pt>
                <c:pt idx="493">
                  <c:v>45036</c:v>
                </c:pt>
                <c:pt idx="494">
                  <c:v>45040</c:v>
                </c:pt>
                <c:pt idx="495">
                  <c:v>45041</c:v>
                </c:pt>
                <c:pt idx="496">
                  <c:v>45042</c:v>
                </c:pt>
                <c:pt idx="497">
                  <c:v>45043</c:v>
                </c:pt>
                <c:pt idx="498">
                  <c:v>45044</c:v>
                </c:pt>
                <c:pt idx="499">
                  <c:v>45048</c:v>
                </c:pt>
                <c:pt idx="500">
                  <c:v>45049</c:v>
                </c:pt>
                <c:pt idx="501">
                  <c:v>45050</c:v>
                </c:pt>
                <c:pt idx="502">
                  <c:v>45051</c:v>
                </c:pt>
                <c:pt idx="503">
                  <c:v>45054</c:v>
                </c:pt>
                <c:pt idx="504">
                  <c:v>45055</c:v>
                </c:pt>
                <c:pt idx="505">
                  <c:v>45056</c:v>
                </c:pt>
                <c:pt idx="506">
                  <c:v>45057</c:v>
                </c:pt>
                <c:pt idx="507">
                  <c:v>45058</c:v>
                </c:pt>
                <c:pt idx="508">
                  <c:v>45061</c:v>
                </c:pt>
                <c:pt idx="509">
                  <c:v>45062</c:v>
                </c:pt>
                <c:pt idx="510">
                  <c:v>45063</c:v>
                </c:pt>
                <c:pt idx="511">
                  <c:v>45064</c:v>
                </c:pt>
                <c:pt idx="512">
                  <c:v>45065</c:v>
                </c:pt>
                <c:pt idx="513">
                  <c:v>45068</c:v>
                </c:pt>
                <c:pt idx="514">
                  <c:v>45069</c:v>
                </c:pt>
                <c:pt idx="515">
                  <c:v>45070</c:v>
                </c:pt>
                <c:pt idx="516">
                  <c:v>45071</c:v>
                </c:pt>
                <c:pt idx="517">
                  <c:v>45072</c:v>
                </c:pt>
                <c:pt idx="518">
                  <c:v>45075</c:v>
                </c:pt>
                <c:pt idx="519">
                  <c:v>45076</c:v>
                </c:pt>
                <c:pt idx="520">
                  <c:v>45077</c:v>
                </c:pt>
                <c:pt idx="521">
                  <c:v>45078</c:v>
                </c:pt>
                <c:pt idx="522">
                  <c:v>45079</c:v>
                </c:pt>
                <c:pt idx="523">
                  <c:v>45082</c:v>
                </c:pt>
                <c:pt idx="524">
                  <c:v>45083</c:v>
                </c:pt>
                <c:pt idx="525">
                  <c:v>45084</c:v>
                </c:pt>
                <c:pt idx="526">
                  <c:v>45086</c:v>
                </c:pt>
                <c:pt idx="527">
                  <c:v>45089</c:v>
                </c:pt>
                <c:pt idx="528">
                  <c:v>45090</c:v>
                </c:pt>
                <c:pt idx="529">
                  <c:v>45091</c:v>
                </c:pt>
                <c:pt idx="530">
                  <c:v>45092</c:v>
                </c:pt>
                <c:pt idx="531">
                  <c:v>45093</c:v>
                </c:pt>
                <c:pt idx="532">
                  <c:v>45096</c:v>
                </c:pt>
                <c:pt idx="533">
                  <c:v>45097</c:v>
                </c:pt>
                <c:pt idx="534">
                  <c:v>45098</c:v>
                </c:pt>
                <c:pt idx="535">
                  <c:v>45099</c:v>
                </c:pt>
                <c:pt idx="536">
                  <c:v>45100</c:v>
                </c:pt>
                <c:pt idx="537">
                  <c:v>45103</c:v>
                </c:pt>
                <c:pt idx="538">
                  <c:v>45104</c:v>
                </c:pt>
                <c:pt idx="539">
                  <c:v>45105</c:v>
                </c:pt>
                <c:pt idx="540">
                  <c:v>45106</c:v>
                </c:pt>
                <c:pt idx="541">
                  <c:v>45107</c:v>
                </c:pt>
                <c:pt idx="542">
                  <c:v>45110</c:v>
                </c:pt>
                <c:pt idx="543">
                  <c:v>45111</c:v>
                </c:pt>
                <c:pt idx="544">
                  <c:v>45112</c:v>
                </c:pt>
                <c:pt idx="545">
                  <c:v>45113</c:v>
                </c:pt>
                <c:pt idx="546">
                  <c:v>45114</c:v>
                </c:pt>
                <c:pt idx="547">
                  <c:v>45117</c:v>
                </c:pt>
                <c:pt idx="548">
                  <c:v>45118</c:v>
                </c:pt>
                <c:pt idx="549">
                  <c:v>45119</c:v>
                </c:pt>
                <c:pt idx="550">
                  <c:v>45120</c:v>
                </c:pt>
                <c:pt idx="551">
                  <c:v>45121</c:v>
                </c:pt>
                <c:pt idx="552">
                  <c:v>45124</c:v>
                </c:pt>
                <c:pt idx="553">
                  <c:v>45125</c:v>
                </c:pt>
                <c:pt idx="554">
                  <c:v>45126</c:v>
                </c:pt>
                <c:pt idx="555">
                  <c:v>45127</c:v>
                </c:pt>
                <c:pt idx="556">
                  <c:v>45128</c:v>
                </c:pt>
                <c:pt idx="557">
                  <c:v>45131</c:v>
                </c:pt>
                <c:pt idx="558">
                  <c:v>45132</c:v>
                </c:pt>
                <c:pt idx="559">
                  <c:v>45133</c:v>
                </c:pt>
                <c:pt idx="560">
                  <c:v>45134</c:v>
                </c:pt>
                <c:pt idx="561">
                  <c:v>45135</c:v>
                </c:pt>
                <c:pt idx="562">
                  <c:v>45138</c:v>
                </c:pt>
                <c:pt idx="563">
                  <c:v>45139</c:v>
                </c:pt>
                <c:pt idx="564">
                  <c:v>45140</c:v>
                </c:pt>
                <c:pt idx="565">
                  <c:v>45141</c:v>
                </c:pt>
                <c:pt idx="566">
                  <c:v>45142</c:v>
                </c:pt>
                <c:pt idx="567">
                  <c:v>45145</c:v>
                </c:pt>
                <c:pt idx="568">
                  <c:v>45146</c:v>
                </c:pt>
                <c:pt idx="569">
                  <c:v>45147</c:v>
                </c:pt>
                <c:pt idx="570">
                  <c:v>45148</c:v>
                </c:pt>
                <c:pt idx="571">
                  <c:v>45149</c:v>
                </c:pt>
                <c:pt idx="572">
                  <c:v>45152</c:v>
                </c:pt>
                <c:pt idx="573">
                  <c:v>45153</c:v>
                </c:pt>
                <c:pt idx="574">
                  <c:v>45154</c:v>
                </c:pt>
                <c:pt idx="575">
                  <c:v>45155</c:v>
                </c:pt>
                <c:pt idx="576">
                  <c:v>45156</c:v>
                </c:pt>
                <c:pt idx="577">
                  <c:v>45159</c:v>
                </c:pt>
                <c:pt idx="578">
                  <c:v>45160</c:v>
                </c:pt>
                <c:pt idx="579">
                  <c:v>45161</c:v>
                </c:pt>
                <c:pt idx="580">
                  <c:v>45162</c:v>
                </c:pt>
                <c:pt idx="581">
                  <c:v>45163</c:v>
                </c:pt>
                <c:pt idx="582">
                  <c:v>45166</c:v>
                </c:pt>
                <c:pt idx="583">
                  <c:v>45167</c:v>
                </c:pt>
                <c:pt idx="584">
                  <c:v>45168</c:v>
                </c:pt>
                <c:pt idx="585">
                  <c:v>45169</c:v>
                </c:pt>
                <c:pt idx="586">
                  <c:v>45170</c:v>
                </c:pt>
                <c:pt idx="587">
                  <c:v>45173</c:v>
                </c:pt>
                <c:pt idx="588">
                  <c:v>45174</c:v>
                </c:pt>
                <c:pt idx="589">
                  <c:v>45175</c:v>
                </c:pt>
                <c:pt idx="590">
                  <c:v>45177</c:v>
                </c:pt>
                <c:pt idx="591">
                  <c:v>45180</c:v>
                </c:pt>
                <c:pt idx="592">
                  <c:v>45181</c:v>
                </c:pt>
                <c:pt idx="593">
                  <c:v>45182</c:v>
                </c:pt>
                <c:pt idx="594">
                  <c:v>45183</c:v>
                </c:pt>
                <c:pt idx="595">
                  <c:v>45184</c:v>
                </c:pt>
                <c:pt idx="596">
                  <c:v>45187</c:v>
                </c:pt>
                <c:pt idx="597">
                  <c:v>45188</c:v>
                </c:pt>
                <c:pt idx="598">
                  <c:v>45189</c:v>
                </c:pt>
                <c:pt idx="599">
                  <c:v>45190</c:v>
                </c:pt>
                <c:pt idx="600">
                  <c:v>45191</c:v>
                </c:pt>
                <c:pt idx="601">
                  <c:v>45194</c:v>
                </c:pt>
                <c:pt idx="602">
                  <c:v>45195</c:v>
                </c:pt>
                <c:pt idx="603">
                  <c:v>45196</c:v>
                </c:pt>
                <c:pt idx="604">
                  <c:v>45197</c:v>
                </c:pt>
                <c:pt idx="605">
                  <c:v>45198</c:v>
                </c:pt>
                <c:pt idx="606">
                  <c:v>45201</c:v>
                </c:pt>
                <c:pt idx="607">
                  <c:v>45202</c:v>
                </c:pt>
                <c:pt idx="608">
                  <c:v>45203</c:v>
                </c:pt>
                <c:pt idx="609">
                  <c:v>45204</c:v>
                </c:pt>
                <c:pt idx="610">
                  <c:v>45205</c:v>
                </c:pt>
                <c:pt idx="611">
                  <c:v>45208</c:v>
                </c:pt>
                <c:pt idx="612">
                  <c:v>45209</c:v>
                </c:pt>
                <c:pt idx="613">
                  <c:v>45210</c:v>
                </c:pt>
                <c:pt idx="614">
                  <c:v>45212</c:v>
                </c:pt>
                <c:pt idx="615">
                  <c:v>45215</c:v>
                </c:pt>
                <c:pt idx="616">
                  <c:v>45216</c:v>
                </c:pt>
                <c:pt idx="617">
                  <c:v>45217</c:v>
                </c:pt>
                <c:pt idx="618">
                  <c:v>45218</c:v>
                </c:pt>
                <c:pt idx="619">
                  <c:v>45219</c:v>
                </c:pt>
                <c:pt idx="620">
                  <c:v>45222</c:v>
                </c:pt>
                <c:pt idx="621">
                  <c:v>45223</c:v>
                </c:pt>
                <c:pt idx="622">
                  <c:v>45224</c:v>
                </c:pt>
                <c:pt idx="623">
                  <c:v>45225</c:v>
                </c:pt>
                <c:pt idx="624">
                  <c:v>45226</c:v>
                </c:pt>
                <c:pt idx="625">
                  <c:v>45229</c:v>
                </c:pt>
                <c:pt idx="626">
                  <c:v>45230</c:v>
                </c:pt>
                <c:pt idx="627">
                  <c:v>45231</c:v>
                </c:pt>
                <c:pt idx="628">
                  <c:v>45233</c:v>
                </c:pt>
                <c:pt idx="629">
                  <c:v>45236</c:v>
                </c:pt>
                <c:pt idx="630">
                  <c:v>45237</c:v>
                </c:pt>
                <c:pt idx="631">
                  <c:v>45238</c:v>
                </c:pt>
                <c:pt idx="632">
                  <c:v>45239</c:v>
                </c:pt>
                <c:pt idx="633">
                  <c:v>45240</c:v>
                </c:pt>
                <c:pt idx="634">
                  <c:v>45243</c:v>
                </c:pt>
                <c:pt idx="635">
                  <c:v>45244</c:v>
                </c:pt>
                <c:pt idx="636">
                  <c:v>45246</c:v>
                </c:pt>
                <c:pt idx="637">
                  <c:v>45247</c:v>
                </c:pt>
                <c:pt idx="638">
                  <c:v>45250</c:v>
                </c:pt>
                <c:pt idx="639">
                  <c:v>45251</c:v>
                </c:pt>
                <c:pt idx="640">
                  <c:v>45252</c:v>
                </c:pt>
                <c:pt idx="641">
                  <c:v>45253</c:v>
                </c:pt>
                <c:pt idx="642">
                  <c:v>45254</c:v>
                </c:pt>
                <c:pt idx="643">
                  <c:v>45257</c:v>
                </c:pt>
                <c:pt idx="644">
                  <c:v>45258</c:v>
                </c:pt>
                <c:pt idx="645">
                  <c:v>45259</c:v>
                </c:pt>
                <c:pt idx="646">
                  <c:v>45260</c:v>
                </c:pt>
                <c:pt idx="647">
                  <c:v>45261</c:v>
                </c:pt>
                <c:pt idx="648">
                  <c:v>45264</c:v>
                </c:pt>
                <c:pt idx="649">
                  <c:v>45265</c:v>
                </c:pt>
                <c:pt idx="650">
                  <c:v>45266</c:v>
                </c:pt>
                <c:pt idx="651">
                  <c:v>45267</c:v>
                </c:pt>
                <c:pt idx="652">
                  <c:v>45268</c:v>
                </c:pt>
                <c:pt idx="653">
                  <c:v>45271</c:v>
                </c:pt>
                <c:pt idx="654">
                  <c:v>45272</c:v>
                </c:pt>
                <c:pt idx="655">
                  <c:v>45273</c:v>
                </c:pt>
                <c:pt idx="656">
                  <c:v>45274</c:v>
                </c:pt>
                <c:pt idx="657">
                  <c:v>45275</c:v>
                </c:pt>
                <c:pt idx="658">
                  <c:v>45278</c:v>
                </c:pt>
                <c:pt idx="659">
                  <c:v>45279</c:v>
                </c:pt>
                <c:pt idx="660">
                  <c:v>45280</c:v>
                </c:pt>
                <c:pt idx="661">
                  <c:v>45281</c:v>
                </c:pt>
                <c:pt idx="662">
                  <c:v>45282</c:v>
                </c:pt>
                <c:pt idx="663">
                  <c:v>45286</c:v>
                </c:pt>
                <c:pt idx="664">
                  <c:v>45287</c:v>
                </c:pt>
                <c:pt idx="665">
                  <c:v>45288</c:v>
                </c:pt>
                <c:pt idx="666">
                  <c:v>45293</c:v>
                </c:pt>
                <c:pt idx="667">
                  <c:v>45294</c:v>
                </c:pt>
                <c:pt idx="668">
                  <c:v>45295</c:v>
                </c:pt>
                <c:pt idx="669">
                  <c:v>45296</c:v>
                </c:pt>
                <c:pt idx="670">
                  <c:v>45299</c:v>
                </c:pt>
                <c:pt idx="671">
                  <c:v>45300</c:v>
                </c:pt>
                <c:pt idx="672">
                  <c:v>45301</c:v>
                </c:pt>
                <c:pt idx="673">
                  <c:v>45302</c:v>
                </c:pt>
                <c:pt idx="674">
                  <c:v>45303</c:v>
                </c:pt>
                <c:pt idx="675">
                  <c:v>45306</c:v>
                </c:pt>
                <c:pt idx="676">
                  <c:v>45307</c:v>
                </c:pt>
                <c:pt idx="677">
                  <c:v>45308</c:v>
                </c:pt>
                <c:pt idx="678">
                  <c:v>45309</c:v>
                </c:pt>
                <c:pt idx="679">
                  <c:v>45310</c:v>
                </c:pt>
                <c:pt idx="680">
                  <c:v>45313</c:v>
                </c:pt>
                <c:pt idx="681">
                  <c:v>45314</c:v>
                </c:pt>
                <c:pt idx="682">
                  <c:v>45315</c:v>
                </c:pt>
                <c:pt idx="683">
                  <c:v>45316</c:v>
                </c:pt>
                <c:pt idx="684">
                  <c:v>45317</c:v>
                </c:pt>
                <c:pt idx="685">
                  <c:v>45320</c:v>
                </c:pt>
                <c:pt idx="686">
                  <c:v>45321</c:v>
                </c:pt>
                <c:pt idx="687">
                  <c:v>45322</c:v>
                </c:pt>
                <c:pt idx="688">
                  <c:v>45323</c:v>
                </c:pt>
                <c:pt idx="689">
                  <c:v>45324</c:v>
                </c:pt>
                <c:pt idx="690">
                  <c:v>45327</c:v>
                </c:pt>
                <c:pt idx="691">
                  <c:v>45328</c:v>
                </c:pt>
                <c:pt idx="692">
                  <c:v>45329</c:v>
                </c:pt>
                <c:pt idx="693">
                  <c:v>45330</c:v>
                </c:pt>
                <c:pt idx="694">
                  <c:v>45331</c:v>
                </c:pt>
                <c:pt idx="695">
                  <c:v>45336</c:v>
                </c:pt>
                <c:pt idx="696">
                  <c:v>45337</c:v>
                </c:pt>
                <c:pt idx="697">
                  <c:v>45338</c:v>
                </c:pt>
                <c:pt idx="698">
                  <c:v>45341</c:v>
                </c:pt>
                <c:pt idx="699">
                  <c:v>45342</c:v>
                </c:pt>
                <c:pt idx="700">
                  <c:v>45343</c:v>
                </c:pt>
                <c:pt idx="701">
                  <c:v>45344</c:v>
                </c:pt>
                <c:pt idx="702">
                  <c:v>45345</c:v>
                </c:pt>
                <c:pt idx="703">
                  <c:v>45348</c:v>
                </c:pt>
                <c:pt idx="704">
                  <c:v>45349</c:v>
                </c:pt>
                <c:pt idx="705">
                  <c:v>45350</c:v>
                </c:pt>
                <c:pt idx="706">
                  <c:v>45351</c:v>
                </c:pt>
                <c:pt idx="707">
                  <c:v>45352</c:v>
                </c:pt>
                <c:pt idx="708">
                  <c:v>45355</c:v>
                </c:pt>
                <c:pt idx="709">
                  <c:v>45356</c:v>
                </c:pt>
                <c:pt idx="710">
                  <c:v>45357</c:v>
                </c:pt>
                <c:pt idx="711">
                  <c:v>45358</c:v>
                </c:pt>
                <c:pt idx="712">
                  <c:v>45359</c:v>
                </c:pt>
                <c:pt idx="713">
                  <c:v>45362</c:v>
                </c:pt>
                <c:pt idx="714">
                  <c:v>45363</c:v>
                </c:pt>
                <c:pt idx="715">
                  <c:v>45364</c:v>
                </c:pt>
                <c:pt idx="716">
                  <c:v>45365</c:v>
                </c:pt>
                <c:pt idx="717">
                  <c:v>45366</c:v>
                </c:pt>
                <c:pt idx="718">
                  <c:v>45369</c:v>
                </c:pt>
                <c:pt idx="719">
                  <c:v>45370</c:v>
                </c:pt>
                <c:pt idx="720">
                  <c:v>45371</c:v>
                </c:pt>
                <c:pt idx="721">
                  <c:v>45372</c:v>
                </c:pt>
                <c:pt idx="722">
                  <c:v>45373</c:v>
                </c:pt>
                <c:pt idx="723">
                  <c:v>45376</c:v>
                </c:pt>
                <c:pt idx="724">
                  <c:v>45377</c:v>
                </c:pt>
                <c:pt idx="725">
                  <c:v>45378</c:v>
                </c:pt>
                <c:pt idx="726">
                  <c:v>45379</c:v>
                </c:pt>
                <c:pt idx="727">
                  <c:v>45383</c:v>
                </c:pt>
                <c:pt idx="728">
                  <c:v>45384</c:v>
                </c:pt>
                <c:pt idx="729">
                  <c:v>45385</c:v>
                </c:pt>
                <c:pt idx="730">
                  <c:v>45386</c:v>
                </c:pt>
                <c:pt idx="731">
                  <c:v>45387</c:v>
                </c:pt>
                <c:pt idx="732">
                  <c:v>45390</c:v>
                </c:pt>
                <c:pt idx="733">
                  <c:v>45391</c:v>
                </c:pt>
                <c:pt idx="734">
                  <c:v>45392</c:v>
                </c:pt>
                <c:pt idx="735">
                  <c:v>45393</c:v>
                </c:pt>
                <c:pt idx="736">
                  <c:v>45394</c:v>
                </c:pt>
                <c:pt idx="737">
                  <c:v>45397</c:v>
                </c:pt>
                <c:pt idx="738">
                  <c:v>45398</c:v>
                </c:pt>
                <c:pt idx="739">
                  <c:v>45399</c:v>
                </c:pt>
                <c:pt idx="740">
                  <c:v>45400</c:v>
                </c:pt>
                <c:pt idx="741">
                  <c:v>45401</c:v>
                </c:pt>
                <c:pt idx="742">
                  <c:v>45404</c:v>
                </c:pt>
                <c:pt idx="743">
                  <c:v>45405</c:v>
                </c:pt>
                <c:pt idx="744">
                  <c:v>45406</c:v>
                </c:pt>
                <c:pt idx="745">
                  <c:v>45407</c:v>
                </c:pt>
                <c:pt idx="746">
                  <c:v>45408</c:v>
                </c:pt>
                <c:pt idx="747">
                  <c:v>45411</c:v>
                </c:pt>
                <c:pt idx="748">
                  <c:v>45412</c:v>
                </c:pt>
                <c:pt idx="749">
                  <c:v>45414</c:v>
                </c:pt>
                <c:pt idx="750">
                  <c:v>45415</c:v>
                </c:pt>
                <c:pt idx="751">
                  <c:v>45418</c:v>
                </c:pt>
                <c:pt idx="752">
                  <c:v>45419</c:v>
                </c:pt>
                <c:pt idx="753">
                  <c:v>45420</c:v>
                </c:pt>
                <c:pt idx="754">
                  <c:v>45421</c:v>
                </c:pt>
                <c:pt idx="755">
                  <c:v>45422</c:v>
                </c:pt>
                <c:pt idx="756">
                  <c:v>45425</c:v>
                </c:pt>
                <c:pt idx="757">
                  <c:v>45426</c:v>
                </c:pt>
                <c:pt idx="758">
                  <c:v>45427</c:v>
                </c:pt>
                <c:pt idx="759">
                  <c:v>45428</c:v>
                </c:pt>
                <c:pt idx="760">
                  <c:v>45429</c:v>
                </c:pt>
                <c:pt idx="761">
                  <c:v>45432</c:v>
                </c:pt>
                <c:pt idx="762">
                  <c:v>45433</c:v>
                </c:pt>
                <c:pt idx="763">
                  <c:v>45434</c:v>
                </c:pt>
                <c:pt idx="764">
                  <c:v>45435</c:v>
                </c:pt>
                <c:pt idx="765">
                  <c:v>45436</c:v>
                </c:pt>
                <c:pt idx="766">
                  <c:v>45439</c:v>
                </c:pt>
                <c:pt idx="767">
                  <c:v>45440</c:v>
                </c:pt>
                <c:pt idx="768">
                  <c:v>45441</c:v>
                </c:pt>
                <c:pt idx="769">
                  <c:v>45443</c:v>
                </c:pt>
                <c:pt idx="770">
                  <c:v>45446</c:v>
                </c:pt>
                <c:pt idx="771">
                  <c:v>45447</c:v>
                </c:pt>
                <c:pt idx="772">
                  <c:v>45448</c:v>
                </c:pt>
                <c:pt idx="773">
                  <c:v>45449</c:v>
                </c:pt>
                <c:pt idx="774">
                  <c:v>45450</c:v>
                </c:pt>
                <c:pt idx="775">
                  <c:v>45453</c:v>
                </c:pt>
                <c:pt idx="776">
                  <c:v>45454</c:v>
                </c:pt>
                <c:pt idx="777">
                  <c:v>45455</c:v>
                </c:pt>
                <c:pt idx="778">
                  <c:v>45456</c:v>
                </c:pt>
                <c:pt idx="779">
                  <c:v>45457</c:v>
                </c:pt>
                <c:pt idx="780">
                  <c:v>45460</c:v>
                </c:pt>
                <c:pt idx="781">
                  <c:v>45461</c:v>
                </c:pt>
                <c:pt idx="782">
                  <c:v>45462</c:v>
                </c:pt>
                <c:pt idx="783">
                  <c:v>45463</c:v>
                </c:pt>
                <c:pt idx="784">
                  <c:v>45464</c:v>
                </c:pt>
                <c:pt idx="785">
                  <c:v>45467</c:v>
                </c:pt>
                <c:pt idx="786">
                  <c:v>45468</c:v>
                </c:pt>
                <c:pt idx="787">
                  <c:v>45469</c:v>
                </c:pt>
                <c:pt idx="788">
                  <c:v>45470</c:v>
                </c:pt>
                <c:pt idx="789">
                  <c:v>45471</c:v>
                </c:pt>
                <c:pt idx="790">
                  <c:v>45474</c:v>
                </c:pt>
                <c:pt idx="791">
                  <c:v>45475</c:v>
                </c:pt>
                <c:pt idx="792">
                  <c:v>45476</c:v>
                </c:pt>
                <c:pt idx="793">
                  <c:v>45477</c:v>
                </c:pt>
                <c:pt idx="794">
                  <c:v>45478</c:v>
                </c:pt>
                <c:pt idx="795">
                  <c:v>45481</c:v>
                </c:pt>
                <c:pt idx="796">
                  <c:v>45482</c:v>
                </c:pt>
                <c:pt idx="797">
                  <c:v>45483</c:v>
                </c:pt>
                <c:pt idx="798">
                  <c:v>45484</c:v>
                </c:pt>
                <c:pt idx="799">
                  <c:v>45485</c:v>
                </c:pt>
                <c:pt idx="800">
                  <c:v>45488</c:v>
                </c:pt>
                <c:pt idx="801">
                  <c:v>45489</c:v>
                </c:pt>
                <c:pt idx="802">
                  <c:v>45490</c:v>
                </c:pt>
                <c:pt idx="803">
                  <c:v>45491</c:v>
                </c:pt>
                <c:pt idx="804">
                  <c:v>45492</c:v>
                </c:pt>
                <c:pt idx="805">
                  <c:v>45495</c:v>
                </c:pt>
                <c:pt idx="806">
                  <c:v>45496</c:v>
                </c:pt>
                <c:pt idx="807">
                  <c:v>45497</c:v>
                </c:pt>
                <c:pt idx="808">
                  <c:v>45498</c:v>
                </c:pt>
                <c:pt idx="809">
                  <c:v>45499</c:v>
                </c:pt>
                <c:pt idx="810">
                  <c:v>45502</c:v>
                </c:pt>
                <c:pt idx="811">
                  <c:v>45503</c:v>
                </c:pt>
                <c:pt idx="812">
                  <c:v>45504</c:v>
                </c:pt>
                <c:pt idx="813">
                  <c:v>45505</c:v>
                </c:pt>
                <c:pt idx="814">
                  <c:v>45506</c:v>
                </c:pt>
                <c:pt idx="815">
                  <c:v>45509</c:v>
                </c:pt>
                <c:pt idx="816">
                  <c:v>45510</c:v>
                </c:pt>
                <c:pt idx="817">
                  <c:v>45511</c:v>
                </c:pt>
                <c:pt idx="818">
                  <c:v>45512</c:v>
                </c:pt>
                <c:pt idx="819">
                  <c:v>45513</c:v>
                </c:pt>
                <c:pt idx="820">
                  <c:v>45516</c:v>
                </c:pt>
                <c:pt idx="821">
                  <c:v>45517</c:v>
                </c:pt>
                <c:pt idx="822">
                  <c:v>45518</c:v>
                </c:pt>
                <c:pt idx="823">
                  <c:v>45519</c:v>
                </c:pt>
                <c:pt idx="824">
                  <c:v>45520</c:v>
                </c:pt>
                <c:pt idx="825">
                  <c:v>45523</c:v>
                </c:pt>
                <c:pt idx="826">
                  <c:v>45524</c:v>
                </c:pt>
                <c:pt idx="827">
                  <c:v>45525</c:v>
                </c:pt>
                <c:pt idx="828">
                  <c:v>45526</c:v>
                </c:pt>
                <c:pt idx="829">
                  <c:v>45527</c:v>
                </c:pt>
                <c:pt idx="830">
                  <c:v>45530</c:v>
                </c:pt>
                <c:pt idx="831">
                  <c:v>45531</c:v>
                </c:pt>
                <c:pt idx="832">
                  <c:v>45532</c:v>
                </c:pt>
                <c:pt idx="833">
                  <c:v>45533</c:v>
                </c:pt>
                <c:pt idx="834">
                  <c:v>45534</c:v>
                </c:pt>
                <c:pt idx="835">
                  <c:v>45537</c:v>
                </c:pt>
                <c:pt idx="836">
                  <c:v>45538</c:v>
                </c:pt>
                <c:pt idx="837">
                  <c:v>45539</c:v>
                </c:pt>
                <c:pt idx="838">
                  <c:v>45540</c:v>
                </c:pt>
                <c:pt idx="839">
                  <c:v>45541</c:v>
                </c:pt>
                <c:pt idx="840">
                  <c:v>45544</c:v>
                </c:pt>
                <c:pt idx="841">
                  <c:v>45545</c:v>
                </c:pt>
                <c:pt idx="842">
                  <c:v>45546</c:v>
                </c:pt>
                <c:pt idx="843">
                  <c:v>45547</c:v>
                </c:pt>
                <c:pt idx="844">
                  <c:v>45548</c:v>
                </c:pt>
                <c:pt idx="845">
                  <c:v>45551</c:v>
                </c:pt>
                <c:pt idx="846">
                  <c:v>45552</c:v>
                </c:pt>
                <c:pt idx="847">
                  <c:v>45553</c:v>
                </c:pt>
                <c:pt idx="848">
                  <c:v>45554</c:v>
                </c:pt>
                <c:pt idx="849">
                  <c:v>45555</c:v>
                </c:pt>
                <c:pt idx="850">
                  <c:v>45558</c:v>
                </c:pt>
                <c:pt idx="851">
                  <c:v>45559</c:v>
                </c:pt>
                <c:pt idx="852">
                  <c:v>45560</c:v>
                </c:pt>
                <c:pt idx="853">
                  <c:v>45561</c:v>
                </c:pt>
                <c:pt idx="854">
                  <c:v>45562</c:v>
                </c:pt>
                <c:pt idx="855">
                  <c:v>45565</c:v>
                </c:pt>
                <c:pt idx="856">
                  <c:v>45566</c:v>
                </c:pt>
                <c:pt idx="857">
                  <c:v>45567</c:v>
                </c:pt>
                <c:pt idx="858">
                  <c:v>45568</c:v>
                </c:pt>
                <c:pt idx="859">
                  <c:v>45569</c:v>
                </c:pt>
                <c:pt idx="860">
                  <c:v>45572</c:v>
                </c:pt>
                <c:pt idx="861">
                  <c:v>45573</c:v>
                </c:pt>
                <c:pt idx="862">
                  <c:v>45574</c:v>
                </c:pt>
                <c:pt idx="863">
                  <c:v>45575</c:v>
                </c:pt>
                <c:pt idx="864">
                  <c:v>45576</c:v>
                </c:pt>
                <c:pt idx="865">
                  <c:v>45579</c:v>
                </c:pt>
                <c:pt idx="866">
                  <c:v>45580</c:v>
                </c:pt>
                <c:pt idx="867">
                  <c:v>45581</c:v>
                </c:pt>
                <c:pt idx="868">
                  <c:v>45582</c:v>
                </c:pt>
                <c:pt idx="869">
                  <c:v>45583</c:v>
                </c:pt>
                <c:pt idx="870">
                  <c:v>45586</c:v>
                </c:pt>
                <c:pt idx="871">
                  <c:v>45587</c:v>
                </c:pt>
                <c:pt idx="872">
                  <c:v>45588</c:v>
                </c:pt>
                <c:pt idx="873">
                  <c:v>45589</c:v>
                </c:pt>
                <c:pt idx="874">
                  <c:v>45590</c:v>
                </c:pt>
                <c:pt idx="875">
                  <c:v>45593</c:v>
                </c:pt>
                <c:pt idx="876">
                  <c:v>45594</c:v>
                </c:pt>
                <c:pt idx="877">
                  <c:v>45595</c:v>
                </c:pt>
                <c:pt idx="878">
                  <c:v>45596</c:v>
                </c:pt>
                <c:pt idx="879">
                  <c:v>45597</c:v>
                </c:pt>
                <c:pt idx="880">
                  <c:v>45600</c:v>
                </c:pt>
                <c:pt idx="881">
                  <c:v>45601</c:v>
                </c:pt>
                <c:pt idx="882">
                  <c:v>45602</c:v>
                </c:pt>
                <c:pt idx="883">
                  <c:v>45603</c:v>
                </c:pt>
                <c:pt idx="884">
                  <c:v>45604</c:v>
                </c:pt>
                <c:pt idx="885">
                  <c:v>45607</c:v>
                </c:pt>
                <c:pt idx="886">
                  <c:v>45608</c:v>
                </c:pt>
                <c:pt idx="887">
                  <c:v>45609</c:v>
                </c:pt>
                <c:pt idx="888">
                  <c:v>45610</c:v>
                </c:pt>
                <c:pt idx="889">
                  <c:v>45614</c:v>
                </c:pt>
                <c:pt idx="890">
                  <c:v>45615</c:v>
                </c:pt>
                <c:pt idx="891">
                  <c:v>45617</c:v>
                </c:pt>
                <c:pt idx="892">
                  <c:v>45618</c:v>
                </c:pt>
                <c:pt idx="893">
                  <c:v>45621</c:v>
                </c:pt>
                <c:pt idx="894">
                  <c:v>45622</c:v>
                </c:pt>
                <c:pt idx="895">
                  <c:v>45623</c:v>
                </c:pt>
                <c:pt idx="896">
                  <c:v>45624</c:v>
                </c:pt>
                <c:pt idx="897">
                  <c:v>45625</c:v>
                </c:pt>
                <c:pt idx="898">
                  <c:v>45628</c:v>
                </c:pt>
                <c:pt idx="899">
                  <c:v>45629</c:v>
                </c:pt>
                <c:pt idx="900">
                  <c:v>45630</c:v>
                </c:pt>
                <c:pt idx="901">
                  <c:v>45631</c:v>
                </c:pt>
                <c:pt idx="902">
                  <c:v>45632</c:v>
                </c:pt>
                <c:pt idx="903">
                  <c:v>45635</c:v>
                </c:pt>
                <c:pt idx="904">
                  <c:v>45636</c:v>
                </c:pt>
                <c:pt idx="905">
                  <c:v>45637</c:v>
                </c:pt>
                <c:pt idx="906">
                  <c:v>45638</c:v>
                </c:pt>
                <c:pt idx="907">
                  <c:v>45639</c:v>
                </c:pt>
                <c:pt idx="908">
                  <c:v>45642</c:v>
                </c:pt>
                <c:pt idx="909">
                  <c:v>45643</c:v>
                </c:pt>
                <c:pt idx="910">
                  <c:v>45644</c:v>
                </c:pt>
                <c:pt idx="911">
                  <c:v>45645</c:v>
                </c:pt>
                <c:pt idx="912">
                  <c:v>45646</c:v>
                </c:pt>
                <c:pt idx="913">
                  <c:v>45649</c:v>
                </c:pt>
                <c:pt idx="914">
                  <c:v>45652</c:v>
                </c:pt>
                <c:pt idx="915">
                  <c:v>45653</c:v>
                </c:pt>
                <c:pt idx="916">
                  <c:v>45656</c:v>
                </c:pt>
                <c:pt idx="917">
                  <c:v>45659</c:v>
                </c:pt>
                <c:pt idx="918">
                  <c:v>45660</c:v>
                </c:pt>
                <c:pt idx="919">
                  <c:v>45663</c:v>
                </c:pt>
                <c:pt idx="920">
                  <c:v>45664</c:v>
                </c:pt>
                <c:pt idx="921">
                  <c:v>45665</c:v>
                </c:pt>
                <c:pt idx="922">
                  <c:v>45666</c:v>
                </c:pt>
                <c:pt idx="923">
                  <c:v>45667</c:v>
                </c:pt>
                <c:pt idx="924">
                  <c:v>45670</c:v>
                </c:pt>
                <c:pt idx="925">
                  <c:v>45671</c:v>
                </c:pt>
                <c:pt idx="926">
                  <c:v>45672</c:v>
                </c:pt>
                <c:pt idx="927">
                  <c:v>45673</c:v>
                </c:pt>
                <c:pt idx="928">
                  <c:v>45674</c:v>
                </c:pt>
                <c:pt idx="929">
                  <c:v>45677</c:v>
                </c:pt>
                <c:pt idx="930">
                  <c:v>45678</c:v>
                </c:pt>
                <c:pt idx="931">
                  <c:v>45679</c:v>
                </c:pt>
                <c:pt idx="932">
                  <c:v>45680</c:v>
                </c:pt>
                <c:pt idx="933">
                  <c:v>45681</c:v>
                </c:pt>
                <c:pt idx="934">
                  <c:v>45684</c:v>
                </c:pt>
                <c:pt idx="935">
                  <c:v>45685</c:v>
                </c:pt>
                <c:pt idx="936">
                  <c:v>45686</c:v>
                </c:pt>
                <c:pt idx="937">
                  <c:v>45687</c:v>
                </c:pt>
                <c:pt idx="938">
                  <c:v>45688</c:v>
                </c:pt>
                <c:pt idx="939">
                  <c:v>45691</c:v>
                </c:pt>
                <c:pt idx="940">
                  <c:v>45692</c:v>
                </c:pt>
                <c:pt idx="941">
                  <c:v>45693</c:v>
                </c:pt>
                <c:pt idx="942">
                  <c:v>45694</c:v>
                </c:pt>
                <c:pt idx="943">
                  <c:v>45695</c:v>
                </c:pt>
                <c:pt idx="944">
                  <c:v>45698</c:v>
                </c:pt>
                <c:pt idx="945">
                  <c:v>45699</c:v>
                </c:pt>
                <c:pt idx="946">
                  <c:v>45700</c:v>
                </c:pt>
                <c:pt idx="947">
                  <c:v>45701</c:v>
                </c:pt>
                <c:pt idx="948">
                  <c:v>45702</c:v>
                </c:pt>
                <c:pt idx="949">
                  <c:v>45705</c:v>
                </c:pt>
                <c:pt idx="950">
                  <c:v>45706</c:v>
                </c:pt>
                <c:pt idx="951">
                  <c:v>45707</c:v>
                </c:pt>
                <c:pt idx="952">
                  <c:v>45708</c:v>
                </c:pt>
                <c:pt idx="953">
                  <c:v>45709</c:v>
                </c:pt>
                <c:pt idx="954">
                  <c:v>45712</c:v>
                </c:pt>
                <c:pt idx="955">
                  <c:v>45713</c:v>
                </c:pt>
                <c:pt idx="956">
                  <c:v>45714</c:v>
                </c:pt>
                <c:pt idx="957">
                  <c:v>45715</c:v>
                </c:pt>
                <c:pt idx="958">
                  <c:v>45716</c:v>
                </c:pt>
                <c:pt idx="959">
                  <c:v>45721</c:v>
                </c:pt>
                <c:pt idx="960">
                  <c:v>45722</c:v>
                </c:pt>
                <c:pt idx="961">
                  <c:v>45723</c:v>
                </c:pt>
                <c:pt idx="962">
                  <c:v>45726</c:v>
                </c:pt>
                <c:pt idx="963">
                  <c:v>45727</c:v>
                </c:pt>
                <c:pt idx="964">
                  <c:v>45728</c:v>
                </c:pt>
                <c:pt idx="965">
                  <c:v>45729</c:v>
                </c:pt>
                <c:pt idx="966">
                  <c:v>45730</c:v>
                </c:pt>
                <c:pt idx="967">
                  <c:v>45733</c:v>
                </c:pt>
                <c:pt idx="968">
                  <c:v>45734</c:v>
                </c:pt>
                <c:pt idx="969">
                  <c:v>45735</c:v>
                </c:pt>
                <c:pt idx="970">
                  <c:v>45736</c:v>
                </c:pt>
                <c:pt idx="971">
                  <c:v>45737</c:v>
                </c:pt>
                <c:pt idx="972">
                  <c:v>45740</c:v>
                </c:pt>
                <c:pt idx="973">
                  <c:v>45741</c:v>
                </c:pt>
                <c:pt idx="974">
                  <c:v>45742</c:v>
                </c:pt>
                <c:pt idx="975">
                  <c:v>45743</c:v>
                </c:pt>
                <c:pt idx="976">
                  <c:v>45744</c:v>
                </c:pt>
                <c:pt idx="977">
                  <c:v>45747</c:v>
                </c:pt>
                <c:pt idx="978">
                  <c:v>45748</c:v>
                </c:pt>
                <c:pt idx="979">
                  <c:v>45749</c:v>
                </c:pt>
                <c:pt idx="980">
                  <c:v>45750</c:v>
                </c:pt>
                <c:pt idx="981">
                  <c:v>45751</c:v>
                </c:pt>
                <c:pt idx="982">
                  <c:v>45754</c:v>
                </c:pt>
                <c:pt idx="983">
                  <c:v>45755</c:v>
                </c:pt>
                <c:pt idx="984">
                  <c:v>45756</c:v>
                </c:pt>
                <c:pt idx="985">
                  <c:v>45757</c:v>
                </c:pt>
                <c:pt idx="986">
                  <c:v>45758</c:v>
                </c:pt>
                <c:pt idx="987">
                  <c:v>45761</c:v>
                </c:pt>
                <c:pt idx="988">
                  <c:v>45762</c:v>
                </c:pt>
                <c:pt idx="989">
                  <c:v>45763</c:v>
                </c:pt>
                <c:pt idx="990">
                  <c:v>45764</c:v>
                </c:pt>
                <c:pt idx="991">
                  <c:v>45769</c:v>
                </c:pt>
                <c:pt idx="992">
                  <c:v>45770</c:v>
                </c:pt>
                <c:pt idx="993">
                  <c:v>45771</c:v>
                </c:pt>
                <c:pt idx="994">
                  <c:v>45772</c:v>
                </c:pt>
                <c:pt idx="995">
                  <c:v>45775</c:v>
                </c:pt>
                <c:pt idx="996">
                  <c:v>45776</c:v>
                </c:pt>
                <c:pt idx="997">
                  <c:v>45777</c:v>
                </c:pt>
                <c:pt idx="998">
                  <c:v>45779</c:v>
                </c:pt>
                <c:pt idx="999">
                  <c:v>45782</c:v>
                </c:pt>
                <c:pt idx="1000">
                  <c:v>45783</c:v>
                </c:pt>
                <c:pt idx="1001">
                  <c:v>45784</c:v>
                </c:pt>
                <c:pt idx="1002">
                  <c:v>45785</c:v>
                </c:pt>
                <c:pt idx="1003">
                  <c:v>45786</c:v>
                </c:pt>
                <c:pt idx="1004">
                  <c:v>45789</c:v>
                </c:pt>
                <c:pt idx="1005">
                  <c:v>45790</c:v>
                </c:pt>
                <c:pt idx="1006">
                  <c:v>45791</c:v>
                </c:pt>
                <c:pt idx="1007">
                  <c:v>45792</c:v>
                </c:pt>
                <c:pt idx="1008">
                  <c:v>45793</c:v>
                </c:pt>
                <c:pt idx="1009">
                  <c:v>45796</c:v>
                </c:pt>
                <c:pt idx="1010">
                  <c:v>45797</c:v>
                </c:pt>
                <c:pt idx="1011">
                  <c:v>45798</c:v>
                </c:pt>
                <c:pt idx="1012">
                  <c:v>45799</c:v>
                </c:pt>
                <c:pt idx="1013">
                  <c:v>45800</c:v>
                </c:pt>
                <c:pt idx="1014">
                  <c:v>45803</c:v>
                </c:pt>
                <c:pt idx="1015">
                  <c:v>45804</c:v>
                </c:pt>
                <c:pt idx="1016">
                  <c:v>45805</c:v>
                </c:pt>
                <c:pt idx="1017">
                  <c:v>45806</c:v>
                </c:pt>
                <c:pt idx="1018">
                  <c:v>45807</c:v>
                </c:pt>
                <c:pt idx="1019">
                  <c:v>45810</c:v>
                </c:pt>
                <c:pt idx="1020">
                  <c:v>45811</c:v>
                </c:pt>
                <c:pt idx="1021">
                  <c:v>45812</c:v>
                </c:pt>
                <c:pt idx="1022">
                  <c:v>45813</c:v>
                </c:pt>
                <c:pt idx="1023">
                  <c:v>45814</c:v>
                </c:pt>
                <c:pt idx="1024">
                  <c:v>45817</c:v>
                </c:pt>
                <c:pt idx="1025">
                  <c:v>45818</c:v>
                </c:pt>
                <c:pt idx="1026">
                  <c:v>45819</c:v>
                </c:pt>
                <c:pt idx="1027">
                  <c:v>45820</c:v>
                </c:pt>
                <c:pt idx="1028">
                  <c:v>45821</c:v>
                </c:pt>
                <c:pt idx="1029">
                  <c:v>45824</c:v>
                </c:pt>
                <c:pt idx="1030">
                  <c:v>45825</c:v>
                </c:pt>
                <c:pt idx="1031">
                  <c:v>45826</c:v>
                </c:pt>
                <c:pt idx="1032">
                  <c:v>45828</c:v>
                </c:pt>
                <c:pt idx="1033">
                  <c:v>45831</c:v>
                </c:pt>
                <c:pt idx="1034">
                  <c:v>45832</c:v>
                </c:pt>
                <c:pt idx="1035">
                  <c:v>45833</c:v>
                </c:pt>
                <c:pt idx="1036">
                  <c:v>45834</c:v>
                </c:pt>
                <c:pt idx="1037">
                  <c:v>45835</c:v>
                </c:pt>
                <c:pt idx="1038">
                  <c:v>45838</c:v>
                </c:pt>
                <c:pt idx="1039">
                  <c:v>45839</c:v>
                </c:pt>
                <c:pt idx="1040">
                  <c:v>45840</c:v>
                </c:pt>
                <c:pt idx="1041">
                  <c:v>45841</c:v>
                </c:pt>
                <c:pt idx="1042">
                  <c:v>45842</c:v>
                </c:pt>
                <c:pt idx="1043">
                  <c:v>45845</c:v>
                </c:pt>
                <c:pt idx="1044">
                  <c:v>45846</c:v>
                </c:pt>
                <c:pt idx="1045">
                  <c:v>45847</c:v>
                </c:pt>
                <c:pt idx="1046">
                  <c:v>45848</c:v>
                </c:pt>
                <c:pt idx="1047">
                  <c:v>45849</c:v>
                </c:pt>
                <c:pt idx="1048">
                  <c:v>45852</c:v>
                </c:pt>
                <c:pt idx="1049">
                  <c:v>45853</c:v>
                </c:pt>
                <c:pt idx="1050">
                  <c:v>45854</c:v>
                </c:pt>
                <c:pt idx="1051">
                  <c:v>45855</c:v>
                </c:pt>
                <c:pt idx="1052">
                  <c:v>45856</c:v>
                </c:pt>
                <c:pt idx="1053">
                  <c:v>45859</c:v>
                </c:pt>
                <c:pt idx="1054">
                  <c:v>45860</c:v>
                </c:pt>
                <c:pt idx="1055">
                  <c:v>45861</c:v>
                </c:pt>
                <c:pt idx="1056">
                  <c:v>45862</c:v>
                </c:pt>
                <c:pt idx="1057">
                  <c:v>45863</c:v>
                </c:pt>
                <c:pt idx="1058">
                  <c:v>45866</c:v>
                </c:pt>
                <c:pt idx="1059">
                  <c:v>45867</c:v>
                </c:pt>
                <c:pt idx="1060">
                  <c:v>45868</c:v>
                </c:pt>
                <c:pt idx="1061">
                  <c:v>45869</c:v>
                </c:pt>
                <c:pt idx="1062">
                  <c:v>45870</c:v>
                </c:pt>
                <c:pt idx="1063">
                  <c:v>45873</c:v>
                </c:pt>
                <c:pt idx="1064">
                  <c:v>45874</c:v>
                </c:pt>
                <c:pt idx="1065">
                  <c:v>45875</c:v>
                </c:pt>
                <c:pt idx="1066">
                  <c:v>45876</c:v>
                </c:pt>
                <c:pt idx="1067">
                  <c:v>45877</c:v>
                </c:pt>
                <c:pt idx="1068">
                  <c:v>45880</c:v>
                </c:pt>
                <c:pt idx="1069">
                  <c:v>45881</c:v>
                </c:pt>
                <c:pt idx="1070">
                  <c:v>45882</c:v>
                </c:pt>
                <c:pt idx="1071">
                  <c:v>45883</c:v>
                </c:pt>
                <c:pt idx="1072">
                  <c:v>45884</c:v>
                </c:pt>
                <c:pt idx="1073">
                  <c:v>45887</c:v>
                </c:pt>
                <c:pt idx="1074">
                  <c:v>45888</c:v>
                </c:pt>
                <c:pt idx="1075">
                  <c:v>45889</c:v>
                </c:pt>
                <c:pt idx="1076">
                  <c:v>45890</c:v>
                </c:pt>
                <c:pt idx="1077">
                  <c:v>45891</c:v>
                </c:pt>
                <c:pt idx="1078">
                  <c:v>45894</c:v>
                </c:pt>
                <c:pt idx="1079">
                  <c:v>45895</c:v>
                </c:pt>
                <c:pt idx="1080">
                  <c:v>45896</c:v>
                </c:pt>
                <c:pt idx="1081">
                  <c:v>45897</c:v>
                </c:pt>
                <c:pt idx="1082">
                  <c:v>45898</c:v>
                </c:pt>
                <c:pt idx="1083">
                  <c:v>45901</c:v>
                </c:pt>
                <c:pt idx="1084">
                  <c:v>45902</c:v>
                </c:pt>
                <c:pt idx="1085">
                  <c:v>45903</c:v>
                </c:pt>
                <c:pt idx="1086">
                  <c:v>45904</c:v>
                </c:pt>
                <c:pt idx="1087">
                  <c:v>45905</c:v>
                </c:pt>
                <c:pt idx="1088">
                  <c:v>45908</c:v>
                </c:pt>
                <c:pt idx="1089">
                  <c:v>45909</c:v>
                </c:pt>
                <c:pt idx="1090">
                  <c:v>45910</c:v>
                </c:pt>
                <c:pt idx="1091">
                  <c:v>45911</c:v>
                </c:pt>
                <c:pt idx="1092">
                  <c:v>45912</c:v>
                </c:pt>
                <c:pt idx="1093">
                  <c:v>45915</c:v>
                </c:pt>
                <c:pt idx="1094">
                  <c:v>45916</c:v>
                </c:pt>
                <c:pt idx="1095">
                  <c:v>45917</c:v>
                </c:pt>
                <c:pt idx="1096">
                  <c:v>45918</c:v>
                </c:pt>
                <c:pt idx="1097">
                  <c:v>45919</c:v>
                </c:pt>
                <c:pt idx="1098">
                  <c:v>45922</c:v>
                </c:pt>
                <c:pt idx="1099">
                  <c:v>45923</c:v>
                </c:pt>
                <c:pt idx="1100">
                  <c:v>45924</c:v>
                </c:pt>
                <c:pt idx="1101">
                  <c:v>45925</c:v>
                </c:pt>
                <c:pt idx="1102">
                  <c:v>45926</c:v>
                </c:pt>
                <c:pt idx="1103">
                  <c:v>45929</c:v>
                </c:pt>
                <c:pt idx="1104">
                  <c:v>45930</c:v>
                </c:pt>
                <c:pt idx="1105">
                  <c:v>45931</c:v>
                </c:pt>
                <c:pt idx="1106">
                  <c:v>45932</c:v>
                </c:pt>
                <c:pt idx="1107">
                  <c:v>45933</c:v>
                </c:pt>
                <c:pt idx="1108">
                  <c:v>45936</c:v>
                </c:pt>
                <c:pt idx="1109">
                  <c:v>45937</c:v>
                </c:pt>
                <c:pt idx="1110">
                  <c:v>45938</c:v>
                </c:pt>
                <c:pt idx="1111">
                  <c:v>45939</c:v>
                </c:pt>
                <c:pt idx="1112">
                  <c:v>45940</c:v>
                </c:pt>
                <c:pt idx="1113">
                  <c:v>45943</c:v>
                </c:pt>
                <c:pt idx="1114">
                  <c:v>45944</c:v>
                </c:pt>
                <c:pt idx="1115">
                  <c:v>45945</c:v>
                </c:pt>
                <c:pt idx="1116">
                  <c:v>45946</c:v>
                </c:pt>
                <c:pt idx="1117">
                  <c:v>45947</c:v>
                </c:pt>
                <c:pt idx="1118">
                  <c:v>45950</c:v>
                </c:pt>
                <c:pt idx="1119">
                  <c:v>45951</c:v>
                </c:pt>
                <c:pt idx="1120">
                  <c:v>45952</c:v>
                </c:pt>
                <c:pt idx="1121">
                  <c:v>45953</c:v>
                </c:pt>
                <c:pt idx="1122">
                  <c:v>45954</c:v>
                </c:pt>
                <c:pt idx="1123">
                  <c:v>45957</c:v>
                </c:pt>
                <c:pt idx="1124">
                  <c:v>45958</c:v>
                </c:pt>
                <c:pt idx="1125">
                  <c:v>45959</c:v>
                </c:pt>
                <c:pt idx="1126">
                  <c:v>45960</c:v>
                </c:pt>
                <c:pt idx="1127">
                  <c:v>45961</c:v>
                </c:pt>
                <c:pt idx="1128">
                  <c:v>45964</c:v>
                </c:pt>
                <c:pt idx="1129">
                  <c:v>45965</c:v>
                </c:pt>
                <c:pt idx="1130">
                  <c:v>45966</c:v>
                </c:pt>
                <c:pt idx="1131">
                  <c:v>45967</c:v>
                </c:pt>
                <c:pt idx="1132">
                  <c:v>45968</c:v>
                </c:pt>
                <c:pt idx="1133">
                  <c:v>45971</c:v>
                </c:pt>
                <c:pt idx="1134">
                  <c:v>45972</c:v>
                </c:pt>
                <c:pt idx="1135">
                  <c:v>45973</c:v>
                </c:pt>
                <c:pt idx="1136">
                  <c:v>45974</c:v>
                </c:pt>
                <c:pt idx="1137">
                  <c:v>45975</c:v>
                </c:pt>
                <c:pt idx="1138">
                  <c:v>45978</c:v>
                </c:pt>
                <c:pt idx="1139">
                  <c:v>45979</c:v>
                </c:pt>
                <c:pt idx="1140">
                  <c:v>45980</c:v>
                </c:pt>
                <c:pt idx="1141">
                  <c:v>45982</c:v>
                </c:pt>
                <c:pt idx="1142">
                  <c:v>45985</c:v>
                </c:pt>
                <c:pt idx="1143">
                  <c:v>45986</c:v>
                </c:pt>
                <c:pt idx="1144">
                  <c:v>45987</c:v>
                </c:pt>
                <c:pt idx="1145">
                  <c:v>45988</c:v>
                </c:pt>
                <c:pt idx="1146">
                  <c:v>45989</c:v>
                </c:pt>
                <c:pt idx="1147">
                  <c:v>45992</c:v>
                </c:pt>
                <c:pt idx="1148">
                  <c:v>45993</c:v>
                </c:pt>
                <c:pt idx="1149">
                  <c:v>45994</c:v>
                </c:pt>
                <c:pt idx="1150">
                  <c:v>45995</c:v>
                </c:pt>
                <c:pt idx="1151">
                  <c:v>45996</c:v>
                </c:pt>
                <c:pt idx="1152">
                  <c:v>45999</c:v>
                </c:pt>
                <c:pt idx="1153">
                  <c:v>46000</c:v>
                </c:pt>
                <c:pt idx="1154">
                  <c:v>46001</c:v>
                </c:pt>
                <c:pt idx="1155">
                  <c:v>46002</c:v>
                </c:pt>
                <c:pt idx="1156">
                  <c:v>46003</c:v>
                </c:pt>
                <c:pt idx="1157">
                  <c:v>46006</c:v>
                </c:pt>
                <c:pt idx="1158">
                  <c:v>46007</c:v>
                </c:pt>
                <c:pt idx="1159">
                  <c:v>46008</c:v>
                </c:pt>
                <c:pt idx="1160">
                  <c:v>46009</c:v>
                </c:pt>
                <c:pt idx="1161">
                  <c:v>46010</c:v>
                </c:pt>
                <c:pt idx="1162">
                  <c:v>46013</c:v>
                </c:pt>
                <c:pt idx="1163">
                  <c:v>46014</c:v>
                </c:pt>
                <c:pt idx="1164">
                  <c:v>46017</c:v>
                </c:pt>
                <c:pt idx="1165">
                  <c:v>46020</c:v>
                </c:pt>
                <c:pt idx="1166">
                  <c:v>46021</c:v>
                </c:pt>
                <c:pt idx="1167">
                  <c:v>46024</c:v>
                </c:pt>
                <c:pt idx="1168">
                  <c:v>46027</c:v>
                </c:pt>
                <c:pt idx="1169">
                  <c:v>46028</c:v>
                </c:pt>
                <c:pt idx="1170">
                  <c:v>46029</c:v>
                </c:pt>
                <c:pt idx="1171">
                  <c:v>46030</c:v>
                </c:pt>
                <c:pt idx="1172">
                  <c:v>46031</c:v>
                </c:pt>
                <c:pt idx="1173">
                  <c:v>46034</c:v>
                </c:pt>
                <c:pt idx="1174">
                  <c:v>46035</c:v>
                </c:pt>
                <c:pt idx="1175">
                  <c:v>46036</c:v>
                </c:pt>
                <c:pt idx="1176">
                  <c:v>46037</c:v>
                </c:pt>
                <c:pt idx="1177">
                  <c:v>46038</c:v>
                </c:pt>
                <c:pt idx="1178">
                  <c:v>46041</c:v>
                </c:pt>
                <c:pt idx="1179">
                  <c:v>46042</c:v>
                </c:pt>
                <c:pt idx="1180">
                  <c:v>46043</c:v>
                </c:pt>
                <c:pt idx="1181">
                  <c:v>46044</c:v>
                </c:pt>
                <c:pt idx="1182">
                  <c:v>46045</c:v>
                </c:pt>
                <c:pt idx="1183">
                  <c:v>46048</c:v>
                </c:pt>
                <c:pt idx="1184">
                  <c:v>46049</c:v>
                </c:pt>
                <c:pt idx="1185">
                  <c:v>46050</c:v>
                </c:pt>
                <c:pt idx="1186">
                  <c:v>46051</c:v>
                </c:pt>
                <c:pt idx="1187">
                  <c:v>46052</c:v>
                </c:pt>
                <c:pt idx="1188">
                  <c:v>46055</c:v>
                </c:pt>
                <c:pt idx="1189">
                  <c:v>46056</c:v>
                </c:pt>
                <c:pt idx="1190">
                  <c:v>46057</c:v>
                </c:pt>
                <c:pt idx="1191">
                  <c:v>46058</c:v>
                </c:pt>
                <c:pt idx="1192">
                  <c:v>46059</c:v>
                </c:pt>
                <c:pt idx="1193">
                  <c:v>46062</c:v>
                </c:pt>
                <c:pt idx="1194">
                  <c:v>46063</c:v>
                </c:pt>
                <c:pt idx="1195">
                  <c:v>46064</c:v>
                </c:pt>
                <c:pt idx="1196">
                  <c:v>46065</c:v>
                </c:pt>
                <c:pt idx="1197">
                  <c:v>46066</c:v>
                </c:pt>
                <c:pt idx="1198">
                  <c:v>46071</c:v>
                </c:pt>
                <c:pt idx="1199">
                  <c:v>46072</c:v>
                </c:pt>
                <c:pt idx="1200">
                  <c:v>46073</c:v>
                </c:pt>
                <c:pt idx="1201">
                  <c:v>46076</c:v>
                </c:pt>
                <c:pt idx="1202">
                  <c:v>46077</c:v>
                </c:pt>
                <c:pt idx="1203">
                  <c:v>46078</c:v>
                </c:pt>
                <c:pt idx="1204">
                  <c:v>46079</c:v>
                </c:pt>
                <c:pt idx="1205">
                  <c:v>46080</c:v>
                </c:pt>
                <c:pt idx="1206">
                  <c:v>46083</c:v>
                </c:pt>
                <c:pt idx="1207">
                  <c:v>46084</c:v>
                </c:pt>
                <c:pt idx="1208">
                  <c:v>46085</c:v>
                </c:pt>
                <c:pt idx="1209">
                  <c:v>46086</c:v>
                </c:pt>
                <c:pt idx="1210">
                  <c:v>46087</c:v>
                </c:pt>
                <c:pt idx="1211">
                  <c:v>46090</c:v>
                </c:pt>
                <c:pt idx="1212">
                  <c:v>46091</c:v>
                </c:pt>
                <c:pt idx="1213">
                  <c:v>46092</c:v>
                </c:pt>
                <c:pt idx="1214">
                  <c:v>46093</c:v>
                </c:pt>
                <c:pt idx="1215">
                  <c:v>46094</c:v>
                </c:pt>
                <c:pt idx="1216">
                  <c:v>46097</c:v>
                </c:pt>
                <c:pt idx="1217">
                  <c:v>46098</c:v>
                </c:pt>
                <c:pt idx="1218">
                  <c:v>46099</c:v>
                </c:pt>
                <c:pt idx="1219">
                  <c:v>46100</c:v>
                </c:pt>
                <c:pt idx="1220">
                  <c:v>46101</c:v>
                </c:pt>
                <c:pt idx="1221">
                  <c:v>46104</c:v>
                </c:pt>
                <c:pt idx="1222">
                  <c:v>46105</c:v>
                </c:pt>
                <c:pt idx="1223">
                  <c:v>46106</c:v>
                </c:pt>
                <c:pt idx="1224">
                  <c:v>46107</c:v>
                </c:pt>
                <c:pt idx="1225">
                  <c:v>46108</c:v>
                </c:pt>
                <c:pt idx="1226">
                  <c:v>46111</c:v>
                </c:pt>
                <c:pt idx="1227">
                  <c:v>46112</c:v>
                </c:pt>
                <c:pt idx="1228">
                  <c:v>46113</c:v>
                </c:pt>
                <c:pt idx="1229">
                  <c:v>46114</c:v>
                </c:pt>
                <c:pt idx="1230">
                  <c:v>46118</c:v>
                </c:pt>
                <c:pt idx="1231">
                  <c:v>46119</c:v>
                </c:pt>
                <c:pt idx="1232">
                  <c:v>46120</c:v>
                </c:pt>
                <c:pt idx="1233">
                  <c:v>46121</c:v>
                </c:pt>
                <c:pt idx="1234">
                  <c:v>46122</c:v>
                </c:pt>
                <c:pt idx="1235">
                  <c:v>46125</c:v>
                </c:pt>
                <c:pt idx="1236">
                  <c:v>46126</c:v>
                </c:pt>
                <c:pt idx="1237">
                  <c:v>46127</c:v>
                </c:pt>
                <c:pt idx="1238">
                  <c:v>46128</c:v>
                </c:pt>
                <c:pt idx="1239">
                  <c:v>46129</c:v>
                </c:pt>
                <c:pt idx="1240">
                  <c:v>46132</c:v>
                </c:pt>
                <c:pt idx="1241">
                  <c:v>46134</c:v>
                </c:pt>
                <c:pt idx="1242">
                  <c:v>46135</c:v>
                </c:pt>
                <c:pt idx="1243">
                  <c:v>46136</c:v>
                </c:pt>
                <c:pt idx="1244">
                  <c:v>46139</c:v>
                </c:pt>
                <c:pt idx="1245">
                  <c:v>46140</c:v>
                </c:pt>
                <c:pt idx="1246">
                  <c:v>46141</c:v>
                </c:pt>
                <c:pt idx="1247">
                  <c:v>46142</c:v>
                </c:pt>
                <c:pt idx="1248">
                  <c:v>46146</c:v>
                </c:pt>
                <c:pt idx="1249">
                  <c:v>46147</c:v>
                </c:pt>
                <c:pt idx="1250">
                  <c:v>46148</c:v>
                </c:pt>
                <c:pt idx="1251">
                  <c:v>46149</c:v>
                </c:pt>
                <c:pt idx="1252">
                  <c:v>46150</c:v>
                </c:pt>
                <c:pt idx="1253">
                  <c:v>46153</c:v>
                </c:pt>
                <c:pt idx="1254">
                  <c:v>46154</c:v>
                </c:pt>
                <c:pt idx="1255">
                  <c:v>46155</c:v>
                </c:pt>
                <c:pt idx="1256">
                  <c:v>46156</c:v>
                </c:pt>
                <c:pt idx="1257">
                  <c:v>46157</c:v>
                </c:pt>
                <c:pt idx="1258">
                  <c:v>46160</c:v>
                </c:pt>
                <c:pt idx="1259">
                  <c:v>46161</c:v>
                </c:pt>
                <c:pt idx="1260">
                  <c:v>46162</c:v>
                </c:pt>
                <c:pt idx="1261">
                  <c:v>46163</c:v>
                </c:pt>
                <c:pt idx="1262">
                  <c:v>46164</c:v>
                </c:pt>
                <c:pt idx="1263">
                  <c:v>46167</c:v>
                </c:pt>
                <c:pt idx="1264">
                  <c:v>46168</c:v>
                </c:pt>
                <c:pt idx="1265">
                  <c:v>46169</c:v>
                </c:pt>
                <c:pt idx="1266">
                  <c:v>46170</c:v>
                </c:pt>
                <c:pt idx="1267">
                  <c:v>46171</c:v>
                </c:pt>
                <c:pt idx="1268">
                  <c:v>46174</c:v>
                </c:pt>
                <c:pt idx="1269">
                  <c:v>46175</c:v>
                </c:pt>
                <c:pt idx="1270">
                  <c:v>46176</c:v>
                </c:pt>
                <c:pt idx="1271">
                  <c:v>46178</c:v>
                </c:pt>
                <c:pt idx="1272">
                  <c:v>46181</c:v>
                </c:pt>
                <c:pt idx="1273">
                  <c:v>46182</c:v>
                </c:pt>
                <c:pt idx="1274">
                  <c:v>46183</c:v>
                </c:pt>
                <c:pt idx="1275">
                  <c:v>46184</c:v>
                </c:pt>
                <c:pt idx="1276">
                  <c:v>46185</c:v>
                </c:pt>
                <c:pt idx="1277">
                  <c:v>46188</c:v>
                </c:pt>
                <c:pt idx="1278">
                  <c:v>46189</c:v>
                </c:pt>
                <c:pt idx="1279">
                  <c:v>46190</c:v>
                </c:pt>
                <c:pt idx="1280">
                  <c:v>46191</c:v>
                </c:pt>
                <c:pt idx="1281">
                  <c:v>46192</c:v>
                </c:pt>
                <c:pt idx="1282">
                  <c:v>46195</c:v>
                </c:pt>
                <c:pt idx="1283">
                  <c:v>46196</c:v>
                </c:pt>
                <c:pt idx="1284">
                  <c:v>46197</c:v>
                </c:pt>
                <c:pt idx="1285">
                  <c:v>46198</c:v>
                </c:pt>
                <c:pt idx="1286">
                  <c:v>46199</c:v>
                </c:pt>
                <c:pt idx="1287">
                  <c:v>46202</c:v>
                </c:pt>
                <c:pt idx="1288">
                  <c:v>46203</c:v>
                </c:pt>
                <c:pt idx="1289">
                  <c:v>46204</c:v>
                </c:pt>
                <c:pt idx="1290">
                  <c:v>46205</c:v>
                </c:pt>
                <c:pt idx="1291">
                  <c:v>46206</c:v>
                </c:pt>
                <c:pt idx="1292">
                  <c:v>46209</c:v>
                </c:pt>
                <c:pt idx="1293">
                  <c:v>46210</c:v>
                </c:pt>
                <c:pt idx="1294">
                  <c:v>46211</c:v>
                </c:pt>
                <c:pt idx="1295">
                  <c:v>46212</c:v>
                </c:pt>
                <c:pt idx="1296">
                  <c:v>46213</c:v>
                </c:pt>
                <c:pt idx="1297">
                  <c:v>46216</c:v>
                </c:pt>
                <c:pt idx="1298">
                  <c:v>46217</c:v>
                </c:pt>
                <c:pt idx="1299">
                  <c:v>46218</c:v>
                </c:pt>
                <c:pt idx="1300">
                  <c:v>46219</c:v>
                </c:pt>
                <c:pt idx="1301">
                  <c:v>46220</c:v>
                </c:pt>
                <c:pt idx="1302">
                  <c:v>46223</c:v>
                </c:pt>
                <c:pt idx="1303">
                  <c:v>46224</c:v>
                </c:pt>
                <c:pt idx="1304">
                  <c:v>46225</c:v>
                </c:pt>
                <c:pt idx="1305">
                  <c:v>46226</c:v>
                </c:pt>
                <c:pt idx="1306">
                  <c:v>46227</c:v>
                </c:pt>
                <c:pt idx="1307">
                  <c:v>46230</c:v>
                </c:pt>
                <c:pt idx="1308">
                  <c:v>46231</c:v>
                </c:pt>
                <c:pt idx="1309">
                  <c:v>46232</c:v>
                </c:pt>
                <c:pt idx="1310">
                  <c:v>46233</c:v>
                </c:pt>
                <c:pt idx="1311">
                  <c:v>46234</c:v>
                </c:pt>
                <c:pt idx="1312">
                  <c:v>46237</c:v>
                </c:pt>
                <c:pt idx="1313">
                  <c:v>46238</c:v>
                </c:pt>
                <c:pt idx="1314">
                  <c:v>46239</c:v>
                </c:pt>
                <c:pt idx="1315">
                  <c:v>46240</c:v>
                </c:pt>
                <c:pt idx="1316">
                  <c:v>46241</c:v>
                </c:pt>
                <c:pt idx="1317">
                  <c:v>46244</c:v>
                </c:pt>
                <c:pt idx="1318">
                  <c:v>46245</c:v>
                </c:pt>
                <c:pt idx="1319">
                  <c:v>46246</c:v>
                </c:pt>
                <c:pt idx="1320">
                  <c:v>46247</c:v>
                </c:pt>
                <c:pt idx="1321">
                  <c:v>46248</c:v>
                </c:pt>
                <c:pt idx="1322">
                  <c:v>46251</c:v>
                </c:pt>
                <c:pt idx="1323">
                  <c:v>46252</c:v>
                </c:pt>
                <c:pt idx="1324">
                  <c:v>46253</c:v>
                </c:pt>
                <c:pt idx="1325">
                  <c:v>46254</c:v>
                </c:pt>
                <c:pt idx="1326">
                  <c:v>46255</c:v>
                </c:pt>
                <c:pt idx="1327">
                  <c:v>46258</c:v>
                </c:pt>
                <c:pt idx="1328">
                  <c:v>46259</c:v>
                </c:pt>
                <c:pt idx="1329">
                  <c:v>46260</c:v>
                </c:pt>
                <c:pt idx="1330">
                  <c:v>46261</c:v>
                </c:pt>
                <c:pt idx="1331">
                  <c:v>46262</c:v>
                </c:pt>
              </c:numCache>
            </c:numRef>
          </c:cat>
          <c:val>
            <c:numRef>
              <c:f>'Charts Base 100'!$J$4:$J$10000</c:f>
              <c:numCache>
                <c:formatCode>0.0</c:formatCode>
                <c:ptCount val="9997"/>
                <c:pt idx="0" formatCode="General">
                  <c:v>100</c:v>
                </c:pt>
                <c:pt idx="1">
                  <c:v>100.17328945160401</c:v>
                </c:pt>
                <c:pt idx="2">
                  <c:v>99.579105264780125</c:v>
                </c:pt>
                <c:pt idx="3">
                  <c:v>100.88905022996811</c:v>
                </c:pt>
                <c:pt idx="4">
                  <c:v>100.3746613835074</c:v>
                </c:pt>
                <c:pt idx="5">
                  <c:v>101.835292828351</c:v>
                </c:pt>
                <c:pt idx="6">
                  <c:v>101.2746706301777</c:v>
                </c:pt>
                <c:pt idx="7">
                  <c:v>101.1506967537338</c:v>
                </c:pt>
                <c:pt idx="8">
                  <c:v>97.938334982893664</c:v>
                </c:pt>
                <c:pt idx="9">
                  <c:v>98.83560447538845</c:v>
                </c:pt>
                <c:pt idx="10">
                  <c:v>100.64212988489609</c:v>
                </c:pt>
                <c:pt idx="11">
                  <c:v>101.8185118340257</c:v>
                </c:pt>
                <c:pt idx="12">
                  <c:v>102.0000205481563</c:v>
                </c:pt>
                <c:pt idx="13">
                  <c:v>101.29316397086269</c:v>
                </c:pt>
                <c:pt idx="14">
                  <c:v>102.2188584129289</c:v>
                </c:pt>
                <c:pt idx="15">
                  <c:v>101.5116593663634</c:v>
                </c:pt>
                <c:pt idx="16">
                  <c:v>102.6346161090696</c:v>
                </c:pt>
                <c:pt idx="17">
                  <c:v>103.11099086634449</c:v>
                </c:pt>
                <c:pt idx="18">
                  <c:v>104.34319530680111</c:v>
                </c:pt>
                <c:pt idx="19">
                  <c:v>105.6935516460786</c:v>
                </c:pt>
                <c:pt idx="20">
                  <c:v>105.8058815672764</c:v>
                </c:pt>
                <c:pt idx="21">
                  <c:v>106.31958547519331</c:v>
                </c:pt>
                <c:pt idx="22">
                  <c:v>107.40521306725751</c:v>
                </c:pt>
                <c:pt idx="23">
                  <c:v>108.11480939872671</c:v>
                </c:pt>
                <c:pt idx="24">
                  <c:v>109.2826296160577</c:v>
                </c:pt>
                <c:pt idx="25">
                  <c:v>108.996325304712</c:v>
                </c:pt>
                <c:pt idx="26">
                  <c:v>108.71824025589309</c:v>
                </c:pt>
                <c:pt idx="27">
                  <c:v>108.44940187741661</c:v>
                </c:pt>
                <c:pt idx="28">
                  <c:v>109.4086583081333</c:v>
                </c:pt>
                <c:pt idx="29">
                  <c:v>108.19631708544949</c:v>
                </c:pt>
                <c:pt idx="30">
                  <c:v>109.9822943386405</c:v>
                </c:pt>
                <c:pt idx="31">
                  <c:v>109.99051360116709</c:v>
                </c:pt>
                <c:pt idx="32">
                  <c:v>109.4144802857564</c:v>
                </c:pt>
                <c:pt idx="33">
                  <c:v>108.6113898430463</c:v>
                </c:pt>
                <c:pt idx="34">
                  <c:v>109.0569423658462</c:v>
                </c:pt>
                <c:pt idx="35">
                  <c:v>110.4391483474145</c:v>
                </c:pt>
                <c:pt idx="36">
                  <c:v>109.7281821388576</c:v>
                </c:pt>
                <c:pt idx="37">
                  <c:v>109.7374288092001</c:v>
                </c:pt>
                <c:pt idx="38">
                  <c:v>109.98503409281599</c:v>
                </c:pt>
                <c:pt idx="39">
                  <c:v>108.112754583095</c:v>
                </c:pt>
                <c:pt idx="40">
                  <c:v>108.4028260564321</c:v>
                </c:pt>
                <c:pt idx="41">
                  <c:v>107.78055938930881</c:v>
                </c:pt>
                <c:pt idx="42">
                  <c:v>107.6956270098665</c:v>
                </c:pt>
                <c:pt idx="43">
                  <c:v>106.6384243673736</c:v>
                </c:pt>
                <c:pt idx="44">
                  <c:v>108.3651544365182</c:v>
                </c:pt>
                <c:pt idx="45">
                  <c:v>108.2165227724942</c:v>
                </c:pt>
                <c:pt idx="46">
                  <c:v>105.8141008298031</c:v>
                </c:pt>
                <c:pt idx="47">
                  <c:v>106.68260290345449</c:v>
                </c:pt>
                <c:pt idx="48">
                  <c:v>105.10587437542171</c:v>
                </c:pt>
                <c:pt idx="49">
                  <c:v>106.9921951252924</c:v>
                </c:pt>
                <c:pt idx="50">
                  <c:v>107.5487076922023</c:v>
                </c:pt>
                <c:pt idx="51">
                  <c:v>108.0651513542947</c:v>
                </c:pt>
                <c:pt idx="52">
                  <c:v>107.2791843751819</c:v>
                </c:pt>
                <c:pt idx="53">
                  <c:v>106.4168467484255</c:v>
                </c:pt>
                <c:pt idx="54">
                  <c:v>104.93566714726521</c:v>
                </c:pt>
                <c:pt idx="55">
                  <c:v>105.9531433542126</c:v>
                </c:pt>
                <c:pt idx="56">
                  <c:v>105.9887601584948</c:v>
                </c:pt>
                <c:pt idx="57">
                  <c:v>106.6576026466025</c:v>
                </c:pt>
                <c:pt idx="58">
                  <c:v>105.60450963537301</c:v>
                </c:pt>
                <c:pt idx="59">
                  <c:v>105.3099860615006</c:v>
                </c:pt>
                <c:pt idx="60">
                  <c:v>103.2548279605612</c:v>
                </c:pt>
                <c:pt idx="61">
                  <c:v>104.1469604139769</c:v>
                </c:pt>
                <c:pt idx="62">
                  <c:v>104.09113792264991</c:v>
                </c:pt>
                <c:pt idx="63">
                  <c:v>101.4530971208608</c:v>
                </c:pt>
                <c:pt idx="64">
                  <c:v>102.2698863344486</c:v>
                </c:pt>
                <c:pt idx="65">
                  <c:v>102.2794754740631</c:v>
                </c:pt>
                <c:pt idx="66">
                  <c:v>100.9743250786823</c:v>
                </c:pt>
                <c:pt idx="67">
                  <c:v>100.0335619886506</c:v>
                </c:pt>
                <c:pt idx="68">
                  <c:v>100.55377281273439</c:v>
                </c:pt>
                <c:pt idx="69">
                  <c:v>101.05275054195759</c:v>
                </c:pt>
                <c:pt idx="70">
                  <c:v>100.5167861313644</c:v>
                </c:pt>
                <c:pt idx="71">
                  <c:v>99.983561474946669</c:v>
                </c:pt>
                <c:pt idx="72">
                  <c:v>98.469162354407757</c:v>
                </c:pt>
                <c:pt idx="73">
                  <c:v>98.219159785888223</c:v>
                </c:pt>
                <c:pt idx="74">
                  <c:v>94.722548519334111</c:v>
                </c:pt>
                <c:pt idx="75">
                  <c:v>93.145135052757396</c:v>
                </c:pt>
                <c:pt idx="76">
                  <c:v>93.545139162388665</c:v>
                </c:pt>
                <c:pt idx="77">
                  <c:v>95.558516012150818</c:v>
                </c:pt>
                <c:pt idx="78">
                  <c:v>97.072915132689729</c:v>
                </c:pt>
                <c:pt idx="79">
                  <c:v>96.895173580550491</c:v>
                </c:pt>
                <c:pt idx="80">
                  <c:v>99.686983085442662</c:v>
                </c:pt>
                <c:pt idx="81">
                  <c:v>100.4681554947482</c:v>
                </c:pt>
                <c:pt idx="82">
                  <c:v>98.212310400449326</c:v>
                </c:pt>
                <c:pt idx="83">
                  <c:v>99.902738726767751</c:v>
                </c:pt>
                <c:pt idx="84">
                  <c:v>98.854440285345405</c:v>
                </c:pt>
                <c:pt idx="85">
                  <c:v>97.573947677544638</c:v>
                </c:pt>
                <c:pt idx="86">
                  <c:v>97.451001208916537</c:v>
                </c:pt>
                <c:pt idx="87">
                  <c:v>95.431459912259385</c:v>
                </c:pt>
                <c:pt idx="88">
                  <c:v>94.723233457877996</c:v>
                </c:pt>
                <c:pt idx="89">
                  <c:v>95.905779853902615</c:v>
                </c:pt>
                <c:pt idx="90">
                  <c:v>91.835532556841343</c:v>
                </c:pt>
                <c:pt idx="91">
                  <c:v>93.595482145364514</c:v>
                </c:pt>
                <c:pt idx="92">
                  <c:v>93.376301811319991</c:v>
                </c:pt>
                <c:pt idx="93">
                  <c:v>95.963999630133188</c:v>
                </c:pt>
                <c:pt idx="94">
                  <c:v>96.196878735055506</c:v>
                </c:pt>
                <c:pt idx="95">
                  <c:v>95.447213498768832</c:v>
                </c:pt>
                <c:pt idx="96">
                  <c:v>95.017414562478393</c:v>
                </c:pt>
                <c:pt idx="97">
                  <c:v>93.911581283369358</c:v>
                </c:pt>
                <c:pt idx="98">
                  <c:v>91.348198782864216</c:v>
                </c:pt>
                <c:pt idx="99">
                  <c:v>93.226300270208256</c:v>
                </c:pt>
                <c:pt idx="100">
                  <c:v>94.654739603489077</c:v>
                </c:pt>
                <c:pt idx="101">
                  <c:v>95.281800840419606</c:v>
                </c:pt>
                <c:pt idx="102">
                  <c:v>95.109881265903425</c:v>
                </c:pt>
                <c:pt idx="103">
                  <c:v>94.571519570406551</c:v>
                </c:pt>
                <c:pt idx="104">
                  <c:v>91.32799309581948</c:v>
                </c:pt>
                <c:pt idx="105">
                  <c:v>91.437925732113698</c:v>
                </c:pt>
                <c:pt idx="106">
                  <c:v>91.299910615520034</c:v>
                </c:pt>
                <c:pt idx="107">
                  <c:v>93.591030044829239</c:v>
                </c:pt>
                <c:pt idx="108">
                  <c:v>90.573190820453647</c:v>
                </c:pt>
                <c:pt idx="109">
                  <c:v>89.457083463186265</c:v>
                </c:pt>
                <c:pt idx="110">
                  <c:v>88.890639287389945</c:v>
                </c:pt>
                <c:pt idx="111">
                  <c:v>88.82009061736936</c:v>
                </c:pt>
                <c:pt idx="112">
                  <c:v>91.691695462624622</c:v>
                </c:pt>
                <c:pt idx="113">
                  <c:v>90.762576327838985</c:v>
                </c:pt>
                <c:pt idx="114">
                  <c:v>92.831433199656161</c:v>
                </c:pt>
                <c:pt idx="115">
                  <c:v>92.651294362613328</c:v>
                </c:pt>
                <c:pt idx="116">
                  <c:v>93.618427586584801</c:v>
                </c:pt>
                <c:pt idx="117">
                  <c:v>94.012267249321056</c:v>
                </c:pt>
                <c:pt idx="118">
                  <c:v>89.835512008685029</c:v>
                </c:pt>
                <c:pt idx="119">
                  <c:v>89.427973575070979</c:v>
                </c:pt>
                <c:pt idx="120">
                  <c:v>85.810128186248491</c:v>
                </c:pt>
                <c:pt idx="121">
                  <c:v>83.671065113682687</c:v>
                </c:pt>
                <c:pt idx="122">
                  <c:v>85.893348219331031</c:v>
                </c:pt>
                <c:pt idx="123">
                  <c:v>82.611807655558096</c:v>
                </c:pt>
                <c:pt idx="124">
                  <c:v>83.159073552125534</c:v>
                </c:pt>
                <c:pt idx="125">
                  <c:v>81.345698757179022</c:v>
                </c:pt>
                <c:pt idx="126">
                  <c:v>79.863834217474846</c:v>
                </c:pt>
                <c:pt idx="127">
                  <c:v>82.138172652458763</c:v>
                </c:pt>
                <c:pt idx="128">
                  <c:v>84.700185275876123</c:v>
                </c:pt>
                <c:pt idx="129">
                  <c:v>83.201197272574717</c:v>
                </c:pt>
                <c:pt idx="130">
                  <c:v>84.842994962277018</c:v>
                </c:pt>
                <c:pt idx="131">
                  <c:v>84.124151960465355</c:v>
                </c:pt>
                <c:pt idx="132">
                  <c:v>85.543344623403669</c:v>
                </c:pt>
                <c:pt idx="133">
                  <c:v>86.541985020394051</c:v>
                </c:pt>
                <c:pt idx="134">
                  <c:v>88.476251468337011</c:v>
                </c:pt>
                <c:pt idx="135">
                  <c:v>86.69267150004967</c:v>
                </c:pt>
                <c:pt idx="136">
                  <c:v>83.512501840772345</c:v>
                </c:pt>
                <c:pt idx="137">
                  <c:v>81.783374486724199</c:v>
                </c:pt>
                <c:pt idx="138">
                  <c:v>82.113514864878752</c:v>
                </c:pt>
                <c:pt idx="139">
                  <c:v>82.745028202344557</c:v>
                </c:pt>
                <c:pt idx="140">
                  <c:v>80.845351150867998</c:v>
                </c:pt>
                <c:pt idx="141">
                  <c:v>80.704938749370712</c:v>
                </c:pt>
                <c:pt idx="142">
                  <c:v>81.084394702685302</c:v>
                </c:pt>
                <c:pt idx="143">
                  <c:v>82.751535118511512</c:v>
                </c:pt>
                <c:pt idx="144">
                  <c:v>79.387459460199935</c:v>
                </c:pt>
                <c:pt idx="145">
                  <c:v>79.294307818231019</c:v>
                </c:pt>
                <c:pt idx="146">
                  <c:v>78.038815467282205</c:v>
                </c:pt>
                <c:pt idx="147">
                  <c:v>75.866532875337782</c:v>
                </c:pt>
                <c:pt idx="148">
                  <c:v>77.877854909468269</c:v>
                </c:pt>
                <c:pt idx="149">
                  <c:v>79.891231759230422</c:v>
                </c:pt>
                <c:pt idx="150">
                  <c:v>81.249122422490643</c:v>
                </c:pt>
                <c:pt idx="151">
                  <c:v>81.15288855707422</c:v>
                </c:pt>
                <c:pt idx="152">
                  <c:v>83.723462912290188</c:v>
                </c:pt>
                <c:pt idx="153">
                  <c:v>81.965568139398698</c:v>
                </c:pt>
                <c:pt idx="154">
                  <c:v>83.766614040555211</c:v>
                </c:pt>
                <c:pt idx="155">
                  <c:v>82.908728514334058</c:v>
                </c:pt>
                <c:pt idx="156">
                  <c:v>81.102545574098372</c:v>
                </c:pt>
                <c:pt idx="157">
                  <c:v>82.065569166806512</c:v>
                </c:pt>
                <c:pt idx="158">
                  <c:v>81.803922643040863</c:v>
                </c:pt>
                <c:pt idx="159">
                  <c:v>82.009061736935664</c:v>
                </c:pt>
                <c:pt idx="160">
                  <c:v>79.828902351736502</c:v>
                </c:pt>
                <c:pt idx="161">
                  <c:v>80.017260451306015</c:v>
                </c:pt>
                <c:pt idx="162">
                  <c:v>79.844998407517878</c:v>
                </c:pt>
                <c:pt idx="163">
                  <c:v>79.393281437823006</c:v>
                </c:pt>
                <c:pt idx="164">
                  <c:v>80.150480998092448</c:v>
                </c:pt>
                <c:pt idx="165">
                  <c:v>80.721377274424057</c:v>
                </c:pt>
                <c:pt idx="166">
                  <c:v>79.659722531395872</c:v>
                </c:pt>
                <c:pt idx="167">
                  <c:v>81.002202077418602</c:v>
                </c:pt>
                <c:pt idx="168">
                  <c:v>78.534026034514056</c:v>
                </c:pt>
                <c:pt idx="169">
                  <c:v>76.462429408521317</c:v>
                </c:pt>
                <c:pt idx="170">
                  <c:v>73.035681873443906</c:v>
                </c:pt>
                <c:pt idx="171">
                  <c:v>72.633280478909029</c:v>
                </c:pt>
                <c:pt idx="172">
                  <c:v>72.994585560810563</c:v>
                </c:pt>
                <c:pt idx="173">
                  <c:v>71.882245365534587</c:v>
                </c:pt>
                <c:pt idx="174">
                  <c:v>73.474727480076851</c:v>
                </c:pt>
                <c:pt idx="175">
                  <c:v>75.623722161529059</c:v>
                </c:pt>
                <c:pt idx="176">
                  <c:v>74.94083843327158</c:v>
                </c:pt>
                <c:pt idx="177">
                  <c:v>75.508310016883755</c:v>
                </c:pt>
                <c:pt idx="178">
                  <c:v>75.050086131021899</c:v>
                </c:pt>
                <c:pt idx="179">
                  <c:v>74.053843018935126</c:v>
                </c:pt>
                <c:pt idx="180">
                  <c:v>75.876464484224172</c:v>
                </c:pt>
                <c:pt idx="181">
                  <c:v>78.510053185477929</c:v>
                </c:pt>
                <c:pt idx="182">
                  <c:v>78.676835720914951</c:v>
                </c:pt>
                <c:pt idx="183">
                  <c:v>77.304903817504993</c:v>
                </c:pt>
                <c:pt idx="184">
                  <c:v>79.653900553772814</c:v>
                </c:pt>
                <c:pt idx="185">
                  <c:v>80.746035062004083</c:v>
                </c:pt>
                <c:pt idx="186">
                  <c:v>81.608715158032439</c:v>
                </c:pt>
                <c:pt idx="187">
                  <c:v>81.665222587903301</c:v>
                </c:pt>
                <c:pt idx="188">
                  <c:v>83.769011325458834</c:v>
                </c:pt>
                <c:pt idx="189">
                  <c:v>83.550858399230137</c:v>
                </c:pt>
                <c:pt idx="190">
                  <c:v>82.473792538964446</c:v>
                </c:pt>
                <c:pt idx="191">
                  <c:v>81.968307893574249</c:v>
                </c:pt>
                <c:pt idx="192">
                  <c:v>80.95494131789026</c:v>
                </c:pt>
                <c:pt idx="193">
                  <c:v>80.666582190912919</c:v>
                </c:pt>
                <c:pt idx="194">
                  <c:v>80.403223320787546</c:v>
                </c:pt>
                <c:pt idx="195">
                  <c:v>81.082682356325577</c:v>
                </c:pt>
                <c:pt idx="196">
                  <c:v>81.31727380760762</c:v>
                </c:pt>
                <c:pt idx="197">
                  <c:v>80.179590886207734</c:v>
                </c:pt>
                <c:pt idx="198">
                  <c:v>80.699459241019611</c:v>
                </c:pt>
                <c:pt idx="199">
                  <c:v>82.572081220012535</c:v>
                </c:pt>
                <c:pt idx="200">
                  <c:v>82.646397052024511</c:v>
                </c:pt>
                <c:pt idx="201">
                  <c:v>81.441932622595445</c:v>
                </c:pt>
                <c:pt idx="202">
                  <c:v>80.652540950763211</c:v>
                </c:pt>
                <c:pt idx="203">
                  <c:v>78.287790627985913</c:v>
                </c:pt>
                <c:pt idx="204">
                  <c:v>79.804244564156491</c:v>
                </c:pt>
                <c:pt idx="205">
                  <c:v>79.703216128932837</c:v>
                </c:pt>
                <c:pt idx="206">
                  <c:v>79.8826700274318</c:v>
                </c:pt>
                <c:pt idx="207">
                  <c:v>79.421021448850524</c:v>
                </c:pt>
                <c:pt idx="208">
                  <c:v>79.934382887495431</c:v>
                </c:pt>
                <c:pt idx="209">
                  <c:v>80.164179768970229</c:v>
                </c:pt>
                <c:pt idx="210">
                  <c:v>78.585053956033804</c:v>
                </c:pt>
                <c:pt idx="211">
                  <c:v>75.14700493498222</c:v>
                </c:pt>
                <c:pt idx="212">
                  <c:v>76.136398661630096</c:v>
                </c:pt>
                <c:pt idx="213">
                  <c:v>79.00526375270978</c:v>
                </c:pt>
                <c:pt idx="214">
                  <c:v>78.62512286085132</c:v>
                </c:pt>
                <c:pt idx="215">
                  <c:v>76.290167364733207</c:v>
                </c:pt>
                <c:pt idx="216">
                  <c:v>75.202484957037228</c:v>
                </c:pt>
                <c:pt idx="217">
                  <c:v>75.864820528978044</c:v>
                </c:pt>
                <c:pt idx="218">
                  <c:v>76.97716072425402</c:v>
                </c:pt>
                <c:pt idx="219">
                  <c:v>78.027171512036091</c:v>
                </c:pt>
                <c:pt idx="220">
                  <c:v>80.439525063613672</c:v>
                </c:pt>
                <c:pt idx="221">
                  <c:v>80.286098829782503</c:v>
                </c:pt>
                <c:pt idx="222">
                  <c:v>82.048103233937354</c:v>
                </c:pt>
                <c:pt idx="223">
                  <c:v>83.01831868135632</c:v>
                </c:pt>
                <c:pt idx="224">
                  <c:v>85.002585643003201</c:v>
                </c:pt>
                <c:pt idx="225">
                  <c:v>86.718699164717449</c:v>
                </c:pt>
                <c:pt idx="226">
                  <c:v>86.292667390418387</c:v>
                </c:pt>
                <c:pt idx="227">
                  <c:v>88.012548074124055</c:v>
                </c:pt>
                <c:pt idx="228">
                  <c:v>86.916988873173352</c:v>
                </c:pt>
                <c:pt idx="229">
                  <c:v>86.419038551765951</c:v>
                </c:pt>
                <c:pt idx="230">
                  <c:v>88.402278105596992</c:v>
                </c:pt>
                <c:pt idx="231">
                  <c:v>88.443031948958392</c:v>
                </c:pt>
                <c:pt idx="232">
                  <c:v>86.626574930564345</c:v>
                </c:pt>
                <c:pt idx="233">
                  <c:v>84.851214224803684</c:v>
                </c:pt>
                <c:pt idx="234">
                  <c:v>84.809432973626443</c:v>
                </c:pt>
                <c:pt idx="235">
                  <c:v>83.849491604365809</c:v>
                </c:pt>
                <c:pt idx="236">
                  <c:v>82.422079678900801</c:v>
                </c:pt>
                <c:pt idx="237">
                  <c:v>82.279954931043832</c:v>
                </c:pt>
                <c:pt idx="238">
                  <c:v>82.754274872687049</c:v>
                </c:pt>
                <c:pt idx="239">
                  <c:v>81.831662654068367</c:v>
                </c:pt>
                <c:pt idx="240">
                  <c:v>82.072418552245395</c:v>
                </c:pt>
                <c:pt idx="241">
                  <c:v>82.688863241745636</c:v>
                </c:pt>
                <c:pt idx="242">
                  <c:v>82.372764103740806</c:v>
                </c:pt>
                <c:pt idx="243">
                  <c:v>80.106987400555496</c:v>
                </c:pt>
                <c:pt idx="244">
                  <c:v>80.755624201618517</c:v>
                </c:pt>
                <c:pt idx="245">
                  <c:v>79.7182847768984</c:v>
                </c:pt>
                <c:pt idx="246">
                  <c:v>80.180275824751618</c:v>
                </c:pt>
                <c:pt idx="247">
                  <c:v>80.896036603115789</c:v>
                </c:pt>
                <c:pt idx="248">
                  <c:v>79.193964321551249</c:v>
                </c:pt>
                <c:pt idx="249">
                  <c:v>77.521344397373952</c:v>
                </c:pt>
                <c:pt idx="250">
                  <c:v>77.529563659900617</c:v>
                </c:pt>
                <c:pt idx="251">
                  <c:v>79.379240197673269</c:v>
                </c:pt>
                <c:pt idx="252">
                  <c:v>76.435716805309653</c:v>
                </c:pt>
                <c:pt idx="253">
                  <c:v>74.890152981023789</c:v>
                </c:pt>
                <c:pt idx="254">
                  <c:v>72.353825553002267</c:v>
                </c:pt>
                <c:pt idx="255">
                  <c:v>73.126778699781184</c:v>
                </c:pt>
                <c:pt idx="256">
                  <c:v>72.741500768843537</c:v>
                </c:pt>
                <c:pt idx="257">
                  <c:v>74.175077141203516</c:v>
                </c:pt>
                <c:pt idx="258">
                  <c:v>75.928177344287789</c:v>
                </c:pt>
                <c:pt idx="259">
                  <c:v>76.657636893529727</c:v>
                </c:pt>
                <c:pt idx="260">
                  <c:v>77.813128217070727</c:v>
                </c:pt>
                <c:pt idx="261">
                  <c:v>75.900437333260285</c:v>
                </c:pt>
                <c:pt idx="262">
                  <c:v>76.360373565481837</c:v>
                </c:pt>
                <c:pt idx="263">
                  <c:v>76.694281105627795</c:v>
                </c:pt>
                <c:pt idx="264">
                  <c:v>77.40627472200056</c:v>
                </c:pt>
                <c:pt idx="265">
                  <c:v>76.899420199522609</c:v>
                </c:pt>
                <c:pt idx="266">
                  <c:v>77.353876923393059</c:v>
                </c:pt>
                <c:pt idx="267">
                  <c:v>78.621698168131871</c:v>
                </c:pt>
                <c:pt idx="268">
                  <c:v>78.823755038579165</c:v>
                </c:pt>
                <c:pt idx="269">
                  <c:v>78.269982225844785</c:v>
                </c:pt>
                <c:pt idx="270">
                  <c:v>77.749428932489053</c:v>
                </c:pt>
                <c:pt idx="271">
                  <c:v>77.626824933132866</c:v>
                </c:pt>
                <c:pt idx="272">
                  <c:v>78.775466871234968</c:v>
                </c:pt>
                <c:pt idx="273">
                  <c:v>77.491892039986709</c:v>
                </c:pt>
                <c:pt idx="274">
                  <c:v>75.753860484867985</c:v>
                </c:pt>
                <c:pt idx="275">
                  <c:v>74.644944982311472</c:v>
                </c:pt>
                <c:pt idx="276">
                  <c:v>74.119254649876552</c:v>
                </c:pt>
                <c:pt idx="277">
                  <c:v>73.601783579968298</c:v>
                </c:pt>
                <c:pt idx="278">
                  <c:v>71.868204125384864</c:v>
                </c:pt>
                <c:pt idx="279">
                  <c:v>68.661664332167803</c:v>
                </c:pt>
                <c:pt idx="280">
                  <c:v>67.583228594814329</c:v>
                </c:pt>
                <c:pt idx="281">
                  <c:v>69.438384640938096</c:v>
                </c:pt>
                <c:pt idx="282">
                  <c:v>68.31885259095128</c:v>
                </c:pt>
                <c:pt idx="283">
                  <c:v>67.455487556379012</c:v>
                </c:pt>
                <c:pt idx="284">
                  <c:v>67.5661051312171</c:v>
                </c:pt>
                <c:pt idx="285">
                  <c:v>67.188019054990292</c:v>
                </c:pt>
                <c:pt idx="286">
                  <c:v>67.40719938903483</c:v>
                </c:pt>
                <c:pt idx="287">
                  <c:v>67.369527769120921</c:v>
                </c:pt>
                <c:pt idx="288">
                  <c:v>67.388021109805933</c:v>
                </c:pt>
                <c:pt idx="289">
                  <c:v>66.679794655424544</c:v>
                </c:pt>
                <c:pt idx="290">
                  <c:v>65.961636592156779</c:v>
                </c:pt>
                <c:pt idx="291">
                  <c:v>65.055462898591429</c:v>
                </c:pt>
                <c:pt idx="292">
                  <c:v>65.531837655866326</c:v>
                </c:pt>
                <c:pt idx="293">
                  <c:v>65.016763870861695</c:v>
                </c:pt>
                <c:pt idx="294">
                  <c:v>64.962653725894455</c:v>
                </c:pt>
                <c:pt idx="295">
                  <c:v>66.055130703397637</c:v>
                </c:pt>
                <c:pt idx="296">
                  <c:v>67.491789299205138</c:v>
                </c:pt>
                <c:pt idx="297">
                  <c:v>67.511310047705976</c:v>
                </c:pt>
                <c:pt idx="298">
                  <c:v>65.494166035952432</c:v>
                </c:pt>
                <c:pt idx="299">
                  <c:v>65.806155542693929</c:v>
                </c:pt>
                <c:pt idx="300">
                  <c:v>65.422247488844064</c:v>
                </c:pt>
                <c:pt idx="301">
                  <c:v>64.825666017116617</c:v>
                </c:pt>
                <c:pt idx="302">
                  <c:v>64.977379904588062</c:v>
                </c:pt>
                <c:pt idx="303">
                  <c:v>64.557512577184013</c:v>
                </c:pt>
                <c:pt idx="304">
                  <c:v>65.361972896981825</c:v>
                </c:pt>
                <c:pt idx="305">
                  <c:v>66.834933235615438</c:v>
                </c:pt>
                <c:pt idx="306">
                  <c:v>66.960619458419103</c:v>
                </c:pt>
                <c:pt idx="307">
                  <c:v>66.371572310674424</c:v>
                </c:pt>
                <c:pt idx="308">
                  <c:v>66.243146333695208</c:v>
                </c:pt>
                <c:pt idx="309">
                  <c:v>65.268821255012895</c:v>
                </c:pt>
                <c:pt idx="310">
                  <c:v>67.469528796528735</c:v>
                </c:pt>
                <c:pt idx="311">
                  <c:v>68.530841070284978</c:v>
                </c:pt>
                <c:pt idx="312">
                  <c:v>68.409949417288544</c:v>
                </c:pt>
                <c:pt idx="313">
                  <c:v>68.502416120713576</c:v>
                </c:pt>
                <c:pt idx="314">
                  <c:v>68.814405627455088</c:v>
                </c:pt>
                <c:pt idx="315">
                  <c:v>70.91613954937894</c:v>
                </c:pt>
                <c:pt idx="316">
                  <c:v>73.953157052983428</c:v>
                </c:pt>
                <c:pt idx="317">
                  <c:v>73.973020270756209</c:v>
                </c:pt>
                <c:pt idx="318">
                  <c:v>74.992551293335225</c:v>
                </c:pt>
                <c:pt idx="319">
                  <c:v>73.863087634462019</c:v>
                </c:pt>
                <c:pt idx="320">
                  <c:v>76.349757018051562</c:v>
                </c:pt>
                <c:pt idx="321">
                  <c:v>75.124059493761933</c:v>
                </c:pt>
                <c:pt idx="322">
                  <c:v>77.297369493522197</c:v>
                </c:pt>
                <c:pt idx="323">
                  <c:v>78.890879015880301</c:v>
                </c:pt>
                <c:pt idx="324">
                  <c:v>78.171008606252826</c:v>
                </c:pt>
                <c:pt idx="325">
                  <c:v>78.188817008393926</c:v>
                </c:pt>
                <c:pt idx="326">
                  <c:v>77.517234766110619</c:v>
                </c:pt>
                <c:pt idx="327">
                  <c:v>75.573379178553196</c:v>
                </c:pt>
                <c:pt idx="328">
                  <c:v>74.791179361431801</c:v>
                </c:pt>
                <c:pt idx="329">
                  <c:v>76.104206550067289</c:v>
                </c:pt>
                <c:pt idx="330">
                  <c:v>77.233670208940495</c:v>
                </c:pt>
                <c:pt idx="331">
                  <c:v>78.047719668352755</c:v>
                </c:pt>
                <c:pt idx="332">
                  <c:v>77.08640842200434</c:v>
                </c:pt>
                <c:pt idx="333">
                  <c:v>77.441891526282816</c:v>
                </c:pt>
                <c:pt idx="334">
                  <c:v>76.212426840001783</c:v>
                </c:pt>
                <c:pt idx="335">
                  <c:v>75.865847936793884</c:v>
                </c:pt>
                <c:pt idx="336">
                  <c:v>76.79119990958813</c:v>
                </c:pt>
                <c:pt idx="337">
                  <c:v>77.103189416329627</c:v>
                </c:pt>
                <c:pt idx="338">
                  <c:v>77.885389233451036</c:v>
                </c:pt>
                <c:pt idx="339">
                  <c:v>75.800778775124414</c:v>
                </c:pt>
                <c:pt idx="340">
                  <c:v>76.355236526402678</c:v>
                </c:pt>
                <c:pt idx="341">
                  <c:v>77.894978373065499</c:v>
                </c:pt>
                <c:pt idx="342">
                  <c:v>78.305256560855071</c:v>
                </c:pt>
                <c:pt idx="343">
                  <c:v>76.312085398137654</c:v>
                </c:pt>
                <c:pt idx="344">
                  <c:v>76.397017777579919</c:v>
                </c:pt>
                <c:pt idx="345">
                  <c:v>75.92201289739279</c:v>
                </c:pt>
                <c:pt idx="346">
                  <c:v>75.592899927054049</c:v>
                </c:pt>
                <c:pt idx="347">
                  <c:v>77.086065952732397</c:v>
                </c:pt>
                <c:pt idx="348">
                  <c:v>76.97716072425402</c:v>
                </c:pt>
                <c:pt idx="349">
                  <c:v>76.977503193525962</c:v>
                </c:pt>
                <c:pt idx="350">
                  <c:v>78.223063935588385</c:v>
                </c:pt>
                <c:pt idx="351">
                  <c:v>77.072024712582675</c:v>
                </c:pt>
                <c:pt idx="352">
                  <c:v>74.473025407795291</c:v>
                </c:pt>
                <c:pt idx="353">
                  <c:v>73.679866573971651</c:v>
                </c:pt>
                <c:pt idx="354">
                  <c:v>74.314462134884948</c:v>
                </c:pt>
                <c:pt idx="355">
                  <c:v>72.871981561454405</c:v>
                </c:pt>
                <c:pt idx="356">
                  <c:v>74.47199799997945</c:v>
                </c:pt>
                <c:pt idx="357">
                  <c:v>78.291557789977304</c:v>
                </c:pt>
                <c:pt idx="358">
                  <c:v>78.529573933978781</c:v>
                </c:pt>
                <c:pt idx="359">
                  <c:v>78.737795251321074</c:v>
                </c:pt>
                <c:pt idx="360">
                  <c:v>79.975136730856832</c:v>
                </c:pt>
                <c:pt idx="361">
                  <c:v>78.967934602067828</c:v>
                </c:pt>
                <c:pt idx="362">
                  <c:v>79.012455607420634</c:v>
                </c:pt>
                <c:pt idx="363">
                  <c:v>77.806621300903771</c:v>
                </c:pt>
                <c:pt idx="364">
                  <c:v>77.475453514933392</c:v>
                </c:pt>
                <c:pt idx="365">
                  <c:v>75.697695524269093</c:v>
                </c:pt>
                <c:pt idx="366">
                  <c:v>76.468936324688272</c:v>
                </c:pt>
                <c:pt idx="367">
                  <c:v>77.638468888378995</c:v>
                </c:pt>
                <c:pt idx="368">
                  <c:v>77.232300331852727</c:v>
                </c:pt>
                <c:pt idx="369">
                  <c:v>76.748391250595049</c:v>
                </c:pt>
                <c:pt idx="370">
                  <c:v>78.247036784624498</c:v>
                </c:pt>
                <c:pt idx="371">
                  <c:v>77.383329280780302</c:v>
                </c:pt>
                <c:pt idx="372">
                  <c:v>76.618252927256108</c:v>
                </c:pt>
                <c:pt idx="373">
                  <c:v>74.401106860686923</c:v>
                </c:pt>
                <c:pt idx="374">
                  <c:v>76.573046983359419</c:v>
                </c:pt>
                <c:pt idx="375">
                  <c:v>77.172025739990488</c:v>
                </c:pt>
                <c:pt idx="376">
                  <c:v>79.912122384819028</c:v>
                </c:pt>
                <c:pt idx="377">
                  <c:v>80.850830659219113</c:v>
                </c:pt>
                <c:pt idx="378">
                  <c:v>81.620701582550524</c:v>
                </c:pt>
                <c:pt idx="379">
                  <c:v>82.145364507169603</c:v>
                </c:pt>
                <c:pt idx="380">
                  <c:v>78.954235831190047</c:v>
                </c:pt>
                <c:pt idx="381">
                  <c:v>79.028551663202023</c:v>
                </c:pt>
                <c:pt idx="382">
                  <c:v>78.063473254862203</c:v>
                </c:pt>
                <c:pt idx="383">
                  <c:v>73.304177782648452</c:v>
                </c:pt>
                <c:pt idx="384">
                  <c:v>73.444932653417681</c:v>
                </c:pt>
                <c:pt idx="385">
                  <c:v>74.147337130175998</c:v>
                </c:pt>
                <c:pt idx="386">
                  <c:v>71.545940540485006</c:v>
                </c:pt>
                <c:pt idx="387">
                  <c:v>70.331202032897608</c:v>
                </c:pt>
                <c:pt idx="388">
                  <c:v>69.857224560526305</c:v>
                </c:pt>
                <c:pt idx="389">
                  <c:v>71.403815792627995</c:v>
                </c:pt>
                <c:pt idx="390">
                  <c:v>70.185995061593104</c:v>
                </c:pt>
                <c:pt idx="391">
                  <c:v>69.5013989869759</c:v>
                </c:pt>
                <c:pt idx="392">
                  <c:v>71.949369342835723</c:v>
                </c:pt>
                <c:pt idx="393">
                  <c:v>69.803114415559065</c:v>
                </c:pt>
                <c:pt idx="394">
                  <c:v>68.985982732699313</c:v>
                </c:pt>
                <c:pt idx="395">
                  <c:v>70.48976530580795</c:v>
                </c:pt>
                <c:pt idx="396">
                  <c:v>70.939769929143111</c:v>
                </c:pt>
                <c:pt idx="397">
                  <c:v>69.812703555173513</c:v>
                </c:pt>
                <c:pt idx="398">
                  <c:v>70.815453583427228</c:v>
                </c:pt>
                <c:pt idx="399">
                  <c:v>68.415428925639645</c:v>
                </c:pt>
                <c:pt idx="400">
                  <c:v>68.657212231632528</c:v>
                </c:pt>
                <c:pt idx="401">
                  <c:v>68.548649472426092</c:v>
                </c:pt>
                <c:pt idx="402">
                  <c:v>66.607876108316191</c:v>
                </c:pt>
                <c:pt idx="403">
                  <c:v>65.838347654256722</c:v>
                </c:pt>
                <c:pt idx="404">
                  <c:v>64.726007458980746</c:v>
                </c:pt>
                <c:pt idx="405">
                  <c:v>63.506474381586123</c:v>
                </c:pt>
                <c:pt idx="406">
                  <c:v>64.209906266160274</c:v>
                </c:pt>
                <c:pt idx="407">
                  <c:v>64.319153963910594</c:v>
                </c:pt>
                <c:pt idx="408">
                  <c:v>63.090031746901523</c:v>
                </c:pt>
                <c:pt idx="409">
                  <c:v>64.686281023435171</c:v>
                </c:pt>
                <c:pt idx="410">
                  <c:v>66.811645325123209</c:v>
                </c:pt>
                <c:pt idx="411">
                  <c:v>67.27980081987144</c:v>
                </c:pt>
                <c:pt idx="412">
                  <c:v>67.308568238714784</c:v>
                </c:pt>
                <c:pt idx="413">
                  <c:v>69.209957636551067</c:v>
                </c:pt>
                <c:pt idx="414">
                  <c:v>68.606869248656665</c:v>
                </c:pt>
                <c:pt idx="415">
                  <c:v>67.456172494922896</c:v>
                </c:pt>
                <c:pt idx="416">
                  <c:v>69.216464552718008</c:v>
                </c:pt>
                <c:pt idx="417">
                  <c:v>68.803446610752857</c:v>
                </c:pt>
                <c:pt idx="418">
                  <c:v>66.407531584228607</c:v>
                </c:pt>
                <c:pt idx="419">
                  <c:v>64.564361962622911</c:v>
                </c:pt>
                <c:pt idx="420">
                  <c:v>65.330465723962917</c:v>
                </c:pt>
                <c:pt idx="421">
                  <c:v>66.865413000818506</c:v>
                </c:pt>
                <c:pt idx="422">
                  <c:v>67.872272660335554</c:v>
                </c:pt>
                <c:pt idx="423">
                  <c:v>68.237687373500421</c:v>
                </c:pt>
                <c:pt idx="424">
                  <c:v>70.326749932362318</c:v>
                </c:pt>
                <c:pt idx="425">
                  <c:v>71.206895961259875</c:v>
                </c:pt>
                <c:pt idx="426">
                  <c:v>69.433932540402822</c:v>
                </c:pt>
                <c:pt idx="427">
                  <c:v>68.344195317075176</c:v>
                </c:pt>
                <c:pt idx="428">
                  <c:v>67.554461175970985</c:v>
                </c:pt>
                <c:pt idx="429">
                  <c:v>68.381866936989084</c:v>
                </c:pt>
                <c:pt idx="430">
                  <c:v>69.013722743726831</c:v>
                </c:pt>
                <c:pt idx="431">
                  <c:v>69.084613883019344</c:v>
                </c:pt>
                <c:pt idx="432">
                  <c:v>68.954475559680418</c:v>
                </c:pt>
                <c:pt idx="433">
                  <c:v>68.896598252721773</c:v>
                </c:pt>
                <c:pt idx="434">
                  <c:v>69.781196382154619</c:v>
                </c:pt>
                <c:pt idx="435">
                  <c:v>70.675383651201898</c:v>
                </c:pt>
                <c:pt idx="436">
                  <c:v>70.957920800556167</c:v>
                </c:pt>
                <c:pt idx="437">
                  <c:v>69.937362370161338</c:v>
                </c:pt>
                <c:pt idx="438">
                  <c:v>69.615783723805393</c:v>
                </c:pt>
                <c:pt idx="439">
                  <c:v>70.813398767795562</c:v>
                </c:pt>
                <c:pt idx="440">
                  <c:v>70.609629550988558</c:v>
                </c:pt>
                <c:pt idx="441">
                  <c:v>70.09489823525584</c:v>
                </c:pt>
                <c:pt idx="442">
                  <c:v>68.235975027140697</c:v>
                </c:pt>
                <c:pt idx="443">
                  <c:v>67.647612817939915</c:v>
                </c:pt>
                <c:pt idx="444">
                  <c:v>66.991099223622172</c:v>
                </c:pt>
                <c:pt idx="445">
                  <c:v>67.599324650595733</c:v>
                </c:pt>
                <c:pt idx="446">
                  <c:v>65.763689352972804</c:v>
                </c:pt>
                <c:pt idx="447">
                  <c:v>65.783895040017541</c:v>
                </c:pt>
                <c:pt idx="448">
                  <c:v>66.053075887765971</c:v>
                </c:pt>
                <c:pt idx="449">
                  <c:v>65.001010284352247</c:v>
                </c:pt>
                <c:pt idx="450">
                  <c:v>66.263352020739944</c:v>
                </c:pt>
                <c:pt idx="451">
                  <c:v>66.25444781966938</c:v>
                </c:pt>
                <c:pt idx="452">
                  <c:v>66.12259714997073</c:v>
                </c:pt>
                <c:pt idx="453">
                  <c:v>65.084915255978657</c:v>
                </c:pt>
                <c:pt idx="454">
                  <c:v>64.856488251591628</c:v>
                </c:pt>
                <c:pt idx="455">
                  <c:v>64.168467484254975</c:v>
                </c:pt>
                <c:pt idx="456">
                  <c:v>64.0410689150916</c:v>
                </c:pt>
                <c:pt idx="457">
                  <c:v>63.366061980088837</c:v>
                </c:pt>
                <c:pt idx="458">
                  <c:v>62.714342955578317</c:v>
                </c:pt>
                <c:pt idx="459">
                  <c:v>62.759548899475</c:v>
                </c:pt>
                <c:pt idx="460">
                  <c:v>62.99482528930092</c:v>
                </c:pt>
                <c:pt idx="461">
                  <c:v>64.082165227724943</c:v>
                </c:pt>
                <c:pt idx="462">
                  <c:v>64.028055082757703</c:v>
                </c:pt>
                <c:pt idx="463">
                  <c:v>66.002732904790122</c:v>
                </c:pt>
                <c:pt idx="464">
                  <c:v>66.11437788744405</c:v>
                </c:pt>
                <c:pt idx="465">
                  <c:v>64.808200084247446</c:v>
                </c:pt>
                <c:pt idx="466">
                  <c:v>64.666417805662391</c:v>
                </c:pt>
                <c:pt idx="467">
                  <c:v>64.377716209413109</c:v>
                </c:pt>
                <c:pt idx="468">
                  <c:v>64.108192892392736</c:v>
                </c:pt>
                <c:pt idx="469">
                  <c:v>64.554430353736521</c:v>
                </c:pt>
                <c:pt idx="470">
                  <c:v>63.978054569053803</c:v>
                </c:pt>
                <c:pt idx="471">
                  <c:v>62.419819381705977</c:v>
                </c:pt>
                <c:pt idx="472">
                  <c:v>62.049610098733893</c:v>
                </c:pt>
                <c:pt idx="473">
                  <c:v>61.943102155159131</c:v>
                </c:pt>
                <c:pt idx="474">
                  <c:v>59.820820076918601</c:v>
                </c:pt>
                <c:pt idx="475">
                  <c:v>61.1876149412494</c:v>
                </c:pt>
                <c:pt idx="476">
                  <c:v>61.537618537176748</c:v>
                </c:pt>
                <c:pt idx="477">
                  <c:v>62.318790946482331</c:v>
                </c:pt>
                <c:pt idx="478">
                  <c:v>61.916732021219403</c:v>
                </c:pt>
                <c:pt idx="479">
                  <c:v>63.259554036514068</c:v>
                </c:pt>
                <c:pt idx="480">
                  <c:v>62.261941047339533</c:v>
                </c:pt>
                <c:pt idx="481">
                  <c:v>61.464330112980619</c:v>
                </c:pt>
                <c:pt idx="482">
                  <c:v>61.773237396274617</c:v>
                </c:pt>
                <c:pt idx="483">
                  <c:v>60.8972009986404</c:v>
                </c:pt>
                <c:pt idx="484">
                  <c:v>61.004736350031003</c:v>
                </c:pt>
                <c:pt idx="485">
                  <c:v>61.387959465336984</c:v>
                </c:pt>
                <c:pt idx="486">
                  <c:v>64.229084545389171</c:v>
                </c:pt>
                <c:pt idx="487">
                  <c:v>64.712308688102965</c:v>
                </c:pt>
                <c:pt idx="488">
                  <c:v>64.857173190135526</c:v>
                </c:pt>
                <c:pt idx="489">
                  <c:v>64.432168823652304</c:v>
                </c:pt>
                <c:pt idx="490">
                  <c:v>64.088329674619956</c:v>
                </c:pt>
                <c:pt idx="491">
                  <c:v>63.345171354500224</c:v>
                </c:pt>
                <c:pt idx="492">
                  <c:v>61.615016592636231</c:v>
                </c:pt>
                <c:pt idx="493">
                  <c:v>62.100980489525583</c:v>
                </c:pt>
                <c:pt idx="494">
                  <c:v>61.820498155802973</c:v>
                </c:pt>
                <c:pt idx="495">
                  <c:v>61.019804997996559</c:v>
                </c:pt>
                <c:pt idx="496">
                  <c:v>61.00336647294322</c:v>
                </c:pt>
                <c:pt idx="497">
                  <c:v>61.818100870899357</c:v>
                </c:pt>
                <c:pt idx="498">
                  <c:v>63.450309420987203</c:v>
                </c:pt>
                <c:pt idx="499">
                  <c:v>62.278722041664807</c:v>
                </c:pt>
                <c:pt idx="500">
                  <c:v>62.699616776884703</c:v>
                </c:pt>
                <c:pt idx="501">
                  <c:v>62.89276944626144</c:v>
                </c:pt>
                <c:pt idx="502">
                  <c:v>65.098614026856438</c:v>
                </c:pt>
                <c:pt idx="503">
                  <c:v>65.496905790127983</c:v>
                </c:pt>
                <c:pt idx="504">
                  <c:v>65.926362257146479</c:v>
                </c:pt>
                <c:pt idx="505">
                  <c:v>67.007880217947445</c:v>
                </c:pt>
                <c:pt idx="506">
                  <c:v>68.018164570183941</c:v>
                </c:pt>
                <c:pt idx="507">
                  <c:v>67.98357517371754</c:v>
                </c:pt>
                <c:pt idx="508">
                  <c:v>68.552759103689425</c:v>
                </c:pt>
                <c:pt idx="509">
                  <c:v>67.046921714949136</c:v>
                </c:pt>
                <c:pt idx="510">
                  <c:v>68.802419202937017</c:v>
                </c:pt>
                <c:pt idx="511">
                  <c:v>70.359969451740938</c:v>
                </c:pt>
                <c:pt idx="512">
                  <c:v>70.875728175289481</c:v>
                </c:pt>
                <c:pt idx="513">
                  <c:v>71.236005849375175</c:v>
                </c:pt>
                <c:pt idx="514">
                  <c:v>70.568875707627143</c:v>
                </c:pt>
                <c:pt idx="515">
                  <c:v>69.967842135364407</c:v>
                </c:pt>
                <c:pt idx="516">
                  <c:v>71.594228707829203</c:v>
                </c:pt>
                <c:pt idx="517">
                  <c:v>72.389099888012538</c:v>
                </c:pt>
                <c:pt idx="518">
                  <c:v>72.308962078377519</c:v>
                </c:pt>
                <c:pt idx="519">
                  <c:v>71.565118819713902</c:v>
                </c:pt>
                <c:pt idx="520">
                  <c:v>72.04354839262048</c:v>
                </c:pt>
                <c:pt idx="521">
                  <c:v>73.782607355555015</c:v>
                </c:pt>
                <c:pt idx="522">
                  <c:v>74.127131443131262</c:v>
                </c:pt>
                <c:pt idx="523">
                  <c:v>74.290489285848835</c:v>
                </c:pt>
                <c:pt idx="524">
                  <c:v>75.879204238399709</c:v>
                </c:pt>
                <c:pt idx="525">
                  <c:v>76.26619451569708</c:v>
                </c:pt>
                <c:pt idx="526">
                  <c:v>76.713801854128647</c:v>
                </c:pt>
                <c:pt idx="527">
                  <c:v>76.789145093956435</c:v>
                </c:pt>
                <c:pt idx="528">
                  <c:v>75.292554375558652</c:v>
                </c:pt>
                <c:pt idx="529">
                  <c:v>77.333328767076381</c:v>
                </c:pt>
                <c:pt idx="530">
                  <c:v>77.891211211074094</c:v>
                </c:pt>
                <c:pt idx="531">
                  <c:v>77.685729647907351</c:v>
                </c:pt>
                <c:pt idx="532">
                  <c:v>78.376147700147612</c:v>
                </c:pt>
                <c:pt idx="533">
                  <c:v>78.907317540933661</c:v>
                </c:pt>
                <c:pt idx="534">
                  <c:v>79.052524512238151</c:v>
                </c:pt>
                <c:pt idx="535">
                  <c:v>77.719291636557912</c:v>
                </c:pt>
                <c:pt idx="536">
                  <c:v>78.284023465994522</c:v>
                </c:pt>
                <c:pt idx="537">
                  <c:v>76.923735517830664</c:v>
                </c:pt>
                <c:pt idx="538">
                  <c:v>75.663791066346576</c:v>
                </c:pt>
                <c:pt idx="539">
                  <c:v>75.46755617352234</c:v>
                </c:pt>
                <c:pt idx="540">
                  <c:v>77.082298790741021</c:v>
                </c:pt>
                <c:pt idx="541">
                  <c:v>77.929567769531886</c:v>
                </c:pt>
                <c:pt idx="542">
                  <c:v>78.463477364493471</c:v>
                </c:pt>
                <c:pt idx="543">
                  <c:v>78.461765018133747</c:v>
                </c:pt>
                <c:pt idx="544">
                  <c:v>79.512803213731658</c:v>
                </c:pt>
                <c:pt idx="545">
                  <c:v>78.159364651006697</c:v>
                </c:pt>
                <c:pt idx="546">
                  <c:v>79.92239646297736</c:v>
                </c:pt>
                <c:pt idx="547">
                  <c:v>79.155265293821515</c:v>
                </c:pt>
                <c:pt idx="548">
                  <c:v>78.577177162779066</c:v>
                </c:pt>
                <c:pt idx="549">
                  <c:v>78.005938417175528</c:v>
                </c:pt>
                <c:pt idx="550">
                  <c:v>78.20765281835088</c:v>
                </c:pt>
                <c:pt idx="551">
                  <c:v>76.455580023082433</c:v>
                </c:pt>
                <c:pt idx="552">
                  <c:v>76.953872813761805</c:v>
                </c:pt>
                <c:pt idx="553">
                  <c:v>77.47682339202116</c:v>
                </c:pt>
                <c:pt idx="554">
                  <c:v>77.040175070291838</c:v>
                </c:pt>
                <c:pt idx="555">
                  <c:v>77.011065182176523</c:v>
                </c:pt>
                <c:pt idx="556">
                  <c:v>78.387449186121785</c:v>
                </c:pt>
                <c:pt idx="557">
                  <c:v>78.958687931725336</c:v>
                </c:pt>
                <c:pt idx="558">
                  <c:v>79.38300735966466</c:v>
                </c:pt>
                <c:pt idx="559">
                  <c:v>79.505953828292775</c:v>
                </c:pt>
                <c:pt idx="560">
                  <c:v>78.71005524029357</c:v>
                </c:pt>
                <c:pt idx="561">
                  <c:v>79.387116990927993</c:v>
                </c:pt>
                <c:pt idx="562">
                  <c:v>80.362127008154204</c:v>
                </c:pt>
                <c:pt idx="563">
                  <c:v>80.329934896591411</c:v>
                </c:pt>
                <c:pt idx="564">
                  <c:v>80.340893913293627</c:v>
                </c:pt>
                <c:pt idx="565">
                  <c:v>80.387812203550055</c:v>
                </c:pt>
                <c:pt idx="566">
                  <c:v>80.916584759432453</c:v>
                </c:pt>
                <c:pt idx="567">
                  <c:v>80.375483309760043</c:v>
                </c:pt>
                <c:pt idx="568">
                  <c:v>80.260413634386666</c:v>
                </c:pt>
                <c:pt idx="569">
                  <c:v>79.53917334767138</c:v>
                </c:pt>
                <c:pt idx="570">
                  <c:v>79.640886721438918</c:v>
                </c:pt>
                <c:pt idx="571">
                  <c:v>78.950811138470613</c:v>
                </c:pt>
                <c:pt idx="572">
                  <c:v>77.446001157546149</c:v>
                </c:pt>
                <c:pt idx="573">
                  <c:v>77.362438655191667</c:v>
                </c:pt>
                <c:pt idx="574">
                  <c:v>77.065175327143791</c:v>
                </c:pt>
                <c:pt idx="575">
                  <c:v>75.956944763131133</c:v>
                </c:pt>
                <c:pt idx="576">
                  <c:v>76.471333609591881</c:v>
                </c:pt>
                <c:pt idx="577">
                  <c:v>75.873039791504709</c:v>
                </c:pt>
                <c:pt idx="578">
                  <c:v>77.505933280136446</c:v>
                </c:pt>
                <c:pt idx="579">
                  <c:v>78.45971020250208</c:v>
                </c:pt>
                <c:pt idx="580">
                  <c:v>77.608331592447868</c:v>
                </c:pt>
                <c:pt idx="581">
                  <c:v>76.141878169981211</c:v>
                </c:pt>
                <c:pt idx="582">
                  <c:v>76.174412750815932</c:v>
                </c:pt>
                <c:pt idx="583">
                  <c:v>76.817570043527866</c:v>
                </c:pt>
                <c:pt idx="584">
                  <c:v>76.310715521049886</c:v>
                </c:pt>
                <c:pt idx="585">
                  <c:v>74.39425747524804</c:v>
                </c:pt>
                <c:pt idx="586">
                  <c:v>76.002150707027809</c:v>
                </c:pt>
                <c:pt idx="587">
                  <c:v>75.855573858635537</c:v>
                </c:pt>
                <c:pt idx="588">
                  <c:v>74.920632746226843</c:v>
                </c:pt>
                <c:pt idx="589">
                  <c:v>74.105555878998757</c:v>
                </c:pt>
                <c:pt idx="590">
                  <c:v>73.804182919687534</c:v>
                </c:pt>
                <c:pt idx="591">
                  <c:v>74.549738524710875</c:v>
                </c:pt>
                <c:pt idx="592">
                  <c:v>75.986739589790318</c:v>
                </c:pt>
                <c:pt idx="593">
                  <c:v>76.058658136898671</c:v>
                </c:pt>
                <c:pt idx="594">
                  <c:v>75.880231646215535</c:v>
                </c:pt>
                <c:pt idx="595">
                  <c:v>75.120634801042485</c:v>
                </c:pt>
                <c:pt idx="596">
                  <c:v>74.841179875135708</c:v>
                </c:pt>
                <c:pt idx="597">
                  <c:v>74.132610951482377</c:v>
                </c:pt>
                <c:pt idx="598">
                  <c:v>74.697000311647045</c:v>
                </c:pt>
                <c:pt idx="599">
                  <c:v>72.758624232440752</c:v>
                </c:pt>
                <c:pt idx="600">
                  <c:v>72.190810179556635</c:v>
                </c:pt>
                <c:pt idx="601">
                  <c:v>71.681558372175061</c:v>
                </c:pt>
                <c:pt idx="602">
                  <c:v>70.438052445744304</c:v>
                </c:pt>
                <c:pt idx="603">
                  <c:v>70.236338044568953</c:v>
                </c:pt>
                <c:pt idx="604">
                  <c:v>71.429843457295803</c:v>
                </c:pt>
                <c:pt idx="605">
                  <c:v>72.281564536621957</c:v>
                </c:pt>
                <c:pt idx="606">
                  <c:v>70.978126487600903</c:v>
                </c:pt>
                <c:pt idx="607">
                  <c:v>69.30893125614304</c:v>
                </c:pt>
                <c:pt idx="608">
                  <c:v>69.970239420268015</c:v>
                </c:pt>
                <c:pt idx="609">
                  <c:v>69.267150004965814</c:v>
                </c:pt>
                <c:pt idx="610">
                  <c:v>68.748651527241719</c:v>
                </c:pt>
                <c:pt idx="611">
                  <c:v>69.460987612886441</c:v>
                </c:pt>
                <c:pt idx="612">
                  <c:v>71.329499960616047</c:v>
                </c:pt>
                <c:pt idx="613">
                  <c:v>70.902783247773101</c:v>
                </c:pt>
                <c:pt idx="614">
                  <c:v>69.125710195652701</c:v>
                </c:pt>
                <c:pt idx="615">
                  <c:v>69.675373377123748</c:v>
                </c:pt>
                <c:pt idx="616">
                  <c:v>68.637349013859733</c:v>
                </c:pt>
                <c:pt idx="617">
                  <c:v>66.968153782401885</c:v>
                </c:pt>
                <c:pt idx="618">
                  <c:v>66.885276218591287</c:v>
                </c:pt>
                <c:pt idx="619">
                  <c:v>66.708562074267888</c:v>
                </c:pt>
                <c:pt idx="620">
                  <c:v>67.922273174039461</c:v>
                </c:pt>
                <c:pt idx="621">
                  <c:v>68.592143069963058</c:v>
                </c:pt>
                <c:pt idx="622">
                  <c:v>67.401377411411772</c:v>
                </c:pt>
                <c:pt idx="623">
                  <c:v>68.82467970561342</c:v>
                </c:pt>
                <c:pt idx="624">
                  <c:v>67.215416596745868</c:v>
                </c:pt>
                <c:pt idx="625">
                  <c:v>66.260954735836336</c:v>
                </c:pt>
                <c:pt idx="626">
                  <c:v>66.933564385935483</c:v>
                </c:pt>
                <c:pt idx="627">
                  <c:v>67.934259598557517</c:v>
                </c:pt>
                <c:pt idx="628">
                  <c:v>71.021962554409825</c:v>
                </c:pt>
                <c:pt idx="629">
                  <c:v>69.869210985044376</c:v>
                </c:pt>
                <c:pt idx="630">
                  <c:v>71.478474093911927</c:v>
                </c:pt>
                <c:pt idx="631">
                  <c:v>71.50792645129917</c:v>
                </c:pt>
                <c:pt idx="632">
                  <c:v>71.02709959348897</c:v>
                </c:pt>
                <c:pt idx="633">
                  <c:v>72.302455162210578</c:v>
                </c:pt>
                <c:pt idx="634">
                  <c:v>71.957588605362389</c:v>
                </c:pt>
                <c:pt idx="635">
                  <c:v>74.160350962509895</c:v>
                </c:pt>
                <c:pt idx="636">
                  <c:v>75.283992643760044</c:v>
                </c:pt>
                <c:pt idx="637">
                  <c:v>74.913098422244076</c:v>
                </c:pt>
                <c:pt idx="638">
                  <c:v>75.203512364853069</c:v>
                </c:pt>
                <c:pt idx="639">
                  <c:v>74.070966482532356</c:v>
                </c:pt>
                <c:pt idx="640">
                  <c:v>74.061377342917922</c:v>
                </c:pt>
                <c:pt idx="641">
                  <c:v>74.318229296876353</c:v>
                </c:pt>
                <c:pt idx="642">
                  <c:v>73.317191614982349</c:v>
                </c:pt>
                <c:pt idx="643">
                  <c:v>73.81171724367033</c:v>
                </c:pt>
                <c:pt idx="644">
                  <c:v>74.691178334023988</c:v>
                </c:pt>
                <c:pt idx="645">
                  <c:v>74.436381195697223</c:v>
                </c:pt>
                <c:pt idx="646">
                  <c:v>75.276458319777277</c:v>
                </c:pt>
                <c:pt idx="647">
                  <c:v>76.768596937639771</c:v>
                </c:pt>
                <c:pt idx="648">
                  <c:v>75.626119446432682</c:v>
                </c:pt>
                <c:pt idx="649">
                  <c:v>76.345989856060186</c:v>
                </c:pt>
                <c:pt idx="650">
                  <c:v>75.978177857991696</c:v>
                </c:pt>
                <c:pt idx="651">
                  <c:v>76.869625372863439</c:v>
                </c:pt>
                <c:pt idx="652">
                  <c:v>77.059010880248778</c:v>
                </c:pt>
                <c:pt idx="653">
                  <c:v>76.648390223187235</c:v>
                </c:pt>
                <c:pt idx="654">
                  <c:v>76.914146378216216</c:v>
                </c:pt>
                <c:pt idx="655">
                  <c:v>79.293622879687121</c:v>
                </c:pt>
                <c:pt idx="656">
                  <c:v>79.866573971650396</c:v>
                </c:pt>
                <c:pt idx="657">
                  <c:v>79.071017852923148</c:v>
                </c:pt>
                <c:pt idx="658">
                  <c:v>79.425131080113843</c:v>
                </c:pt>
                <c:pt idx="659">
                  <c:v>79.694311927862287</c:v>
                </c:pt>
                <c:pt idx="660">
                  <c:v>79.259033483220719</c:v>
                </c:pt>
                <c:pt idx="661">
                  <c:v>79.986438216831004</c:v>
                </c:pt>
                <c:pt idx="662">
                  <c:v>80.333017120038903</c:v>
                </c:pt>
                <c:pt idx="663">
                  <c:v>80.505279163827026</c:v>
                </c:pt>
                <c:pt idx="664">
                  <c:v>80.885077586413573</c:v>
                </c:pt>
                <c:pt idx="665">
                  <c:v>80.582334750014567</c:v>
                </c:pt>
                <c:pt idx="666">
                  <c:v>77.925800607540495</c:v>
                </c:pt>
                <c:pt idx="667">
                  <c:v>78.176488114603927</c:v>
                </c:pt>
                <c:pt idx="668">
                  <c:v>76.41345630263325</c:v>
                </c:pt>
                <c:pt idx="669">
                  <c:v>77.392918420394736</c:v>
                </c:pt>
                <c:pt idx="670">
                  <c:v>78.811768614061123</c:v>
                </c:pt>
                <c:pt idx="671">
                  <c:v>78.542245297040722</c:v>
                </c:pt>
                <c:pt idx="672">
                  <c:v>77.956280372743578</c:v>
                </c:pt>
                <c:pt idx="673">
                  <c:v>77.294629739346647</c:v>
                </c:pt>
                <c:pt idx="674">
                  <c:v>77.623400240413432</c:v>
                </c:pt>
                <c:pt idx="675">
                  <c:v>77.702510642232625</c:v>
                </c:pt>
                <c:pt idx="676">
                  <c:v>76.311057990321828</c:v>
                </c:pt>
                <c:pt idx="677">
                  <c:v>75.839135333582206</c:v>
                </c:pt>
                <c:pt idx="678">
                  <c:v>75.283992643760044</c:v>
                </c:pt>
                <c:pt idx="679">
                  <c:v>75.978520327263652</c:v>
                </c:pt>
                <c:pt idx="680">
                  <c:v>74.939811025455739</c:v>
                </c:pt>
                <c:pt idx="681">
                  <c:v>76.01413713154588</c:v>
                </c:pt>
                <c:pt idx="682">
                  <c:v>75.707284663883541</c:v>
                </c:pt>
                <c:pt idx="683">
                  <c:v>76.204550046747059</c:v>
                </c:pt>
                <c:pt idx="684">
                  <c:v>76.086740617198132</c:v>
                </c:pt>
                <c:pt idx="685">
                  <c:v>75.191525940335012</c:v>
                </c:pt>
                <c:pt idx="686">
                  <c:v>74.144597376000448</c:v>
                </c:pt>
                <c:pt idx="687">
                  <c:v>75.302828453717012</c:v>
                </c:pt>
                <c:pt idx="688">
                  <c:v>75.190498532519172</c:v>
                </c:pt>
                <c:pt idx="689">
                  <c:v>74.300763364007167</c:v>
                </c:pt>
                <c:pt idx="690">
                  <c:v>73.53328972557938</c:v>
                </c:pt>
                <c:pt idx="691">
                  <c:v>74.504875050086142</c:v>
                </c:pt>
                <c:pt idx="692">
                  <c:v>75.249745716565585</c:v>
                </c:pt>
                <c:pt idx="693">
                  <c:v>73.959321499878428</c:v>
                </c:pt>
                <c:pt idx="694">
                  <c:v>73.842881947417268</c:v>
                </c:pt>
                <c:pt idx="695">
                  <c:v>72.800405483617993</c:v>
                </c:pt>
                <c:pt idx="696">
                  <c:v>73.285684441963454</c:v>
                </c:pt>
                <c:pt idx="697">
                  <c:v>73.891512584033407</c:v>
                </c:pt>
                <c:pt idx="698">
                  <c:v>73.859320472470614</c:v>
                </c:pt>
                <c:pt idx="699">
                  <c:v>74.99049647770353</c:v>
                </c:pt>
                <c:pt idx="700">
                  <c:v>74.71069908252484</c:v>
                </c:pt>
                <c:pt idx="701">
                  <c:v>75.567899670202095</c:v>
                </c:pt>
                <c:pt idx="702">
                  <c:v>74.606588423853665</c:v>
                </c:pt>
                <c:pt idx="703">
                  <c:v>74.533984938201428</c:v>
                </c:pt>
                <c:pt idx="704">
                  <c:v>76.385716291605746</c:v>
                </c:pt>
                <c:pt idx="705">
                  <c:v>75.844272372661365</c:v>
                </c:pt>
                <c:pt idx="706">
                  <c:v>75.658654027267403</c:v>
                </c:pt>
                <c:pt idx="707">
                  <c:v>76.076124069767843</c:v>
                </c:pt>
                <c:pt idx="708">
                  <c:v>75.002140432949659</c:v>
                </c:pt>
                <c:pt idx="709">
                  <c:v>75.623722161529059</c:v>
                </c:pt>
                <c:pt idx="710">
                  <c:v>75.518926564314029</c:v>
                </c:pt>
                <c:pt idx="711">
                  <c:v>75.464131480802905</c:v>
                </c:pt>
                <c:pt idx="712">
                  <c:v>75.728175289472148</c:v>
                </c:pt>
                <c:pt idx="713">
                  <c:v>75.550776206604866</c:v>
                </c:pt>
                <c:pt idx="714">
                  <c:v>76.340510347709056</c:v>
                </c:pt>
                <c:pt idx="715">
                  <c:v>76.902502422970116</c:v>
                </c:pt>
                <c:pt idx="716">
                  <c:v>76.742911742243933</c:v>
                </c:pt>
                <c:pt idx="717">
                  <c:v>75.960369455850582</c:v>
                </c:pt>
                <c:pt idx="718">
                  <c:v>75.805573344931631</c:v>
                </c:pt>
                <c:pt idx="719">
                  <c:v>76.265852046425138</c:v>
                </c:pt>
                <c:pt idx="720">
                  <c:v>77.905252451223816</c:v>
                </c:pt>
                <c:pt idx="721">
                  <c:v>77.642236050370386</c:v>
                </c:pt>
                <c:pt idx="722">
                  <c:v>76.610718603273341</c:v>
                </c:pt>
                <c:pt idx="723">
                  <c:v>76.519964246208019</c:v>
                </c:pt>
                <c:pt idx="724">
                  <c:v>76.367222950920734</c:v>
                </c:pt>
                <c:pt idx="725">
                  <c:v>77.073394589670443</c:v>
                </c:pt>
                <c:pt idx="726">
                  <c:v>77.287780353907763</c:v>
                </c:pt>
                <c:pt idx="727">
                  <c:v>76.550444011411088</c:v>
                </c:pt>
                <c:pt idx="728">
                  <c:v>76.147700147604255</c:v>
                </c:pt>
                <c:pt idx="729">
                  <c:v>75.645297725661578</c:v>
                </c:pt>
                <c:pt idx="730">
                  <c:v>75.756600239043564</c:v>
                </c:pt>
                <c:pt idx="731">
                  <c:v>75.335363034551733</c:v>
                </c:pt>
                <c:pt idx="732">
                  <c:v>76.452840268906883</c:v>
                </c:pt>
                <c:pt idx="733">
                  <c:v>77.341548029603047</c:v>
                </c:pt>
                <c:pt idx="734">
                  <c:v>75.881601523303317</c:v>
                </c:pt>
                <c:pt idx="735">
                  <c:v>75.485364575663453</c:v>
                </c:pt>
                <c:pt idx="736">
                  <c:v>73.281574810700121</c:v>
                </c:pt>
                <c:pt idx="737">
                  <c:v>71.79697051682038</c:v>
                </c:pt>
                <c:pt idx="738">
                  <c:v>71.189430028390703</c:v>
                </c:pt>
                <c:pt idx="739">
                  <c:v>70.774699740065827</c:v>
                </c:pt>
                <c:pt idx="740">
                  <c:v>70.417161820155698</c:v>
                </c:pt>
                <c:pt idx="741">
                  <c:v>71.456898529779423</c:v>
                </c:pt>
                <c:pt idx="742">
                  <c:v>71.75827148909066</c:v>
                </c:pt>
                <c:pt idx="743">
                  <c:v>71.640462059541719</c:v>
                </c:pt>
                <c:pt idx="744">
                  <c:v>71.157580386099866</c:v>
                </c:pt>
                <c:pt idx="745">
                  <c:v>70.797302712014172</c:v>
                </c:pt>
                <c:pt idx="746">
                  <c:v>72.438072993900633</c:v>
                </c:pt>
                <c:pt idx="747">
                  <c:v>72.795953383082704</c:v>
                </c:pt>
                <c:pt idx="748">
                  <c:v>71.293198217789907</c:v>
                </c:pt>
                <c:pt idx="749">
                  <c:v>72.503827094113987</c:v>
                </c:pt>
                <c:pt idx="750">
                  <c:v>74.049048449127909</c:v>
                </c:pt>
                <c:pt idx="751">
                  <c:v>73.407261033503758</c:v>
                </c:pt>
                <c:pt idx="752">
                  <c:v>73.55315294335216</c:v>
                </c:pt>
                <c:pt idx="753">
                  <c:v>73.712743624078328</c:v>
                </c:pt>
                <c:pt idx="754">
                  <c:v>72.474032267454803</c:v>
                </c:pt>
                <c:pt idx="755">
                  <c:v>71.642859344445313</c:v>
                </c:pt>
                <c:pt idx="756">
                  <c:v>71.706901098298971</c:v>
                </c:pt>
                <c:pt idx="757">
                  <c:v>71.700051712860073</c:v>
                </c:pt>
                <c:pt idx="758">
                  <c:v>72.278482313174464</c:v>
                </c:pt>
                <c:pt idx="759">
                  <c:v>72.456566334585631</c:v>
                </c:pt>
                <c:pt idx="760">
                  <c:v>72.395606804179494</c:v>
                </c:pt>
                <c:pt idx="761">
                  <c:v>72.530197228053723</c:v>
                </c:pt>
                <c:pt idx="762">
                  <c:v>72.520950557711217</c:v>
                </c:pt>
                <c:pt idx="763">
                  <c:v>71.073675414473442</c:v>
                </c:pt>
                <c:pt idx="764">
                  <c:v>70.738055527967774</c:v>
                </c:pt>
                <c:pt idx="765">
                  <c:v>70.368188714267617</c:v>
                </c:pt>
                <c:pt idx="766">
                  <c:v>70.482230981825154</c:v>
                </c:pt>
                <c:pt idx="767">
                  <c:v>69.892156426264663</c:v>
                </c:pt>
                <c:pt idx="768">
                  <c:v>69.38838412723419</c:v>
                </c:pt>
                <c:pt idx="769">
                  <c:v>68.881529604756224</c:v>
                </c:pt>
                <c:pt idx="770">
                  <c:v>69.397630797576696</c:v>
                </c:pt>
                <c:pt idx="771">
                  <c:v>68.788035493515352</c:v>
                </c:pt>
                <c:pt idx="772">
                  <c:v>68.20583773120957</c:v>
                </c:pt>
                <c:pt idx="773">
                  <c:v>69.22502628451663</c:v>
                </c:pt>
                <c:pt idx="774">
                  <c:v>67.946930961619472</c:v>
                </c:pt>
                <c:pt idx="775">
                  <c:v>67.141785703277776</c:v>
                </c:pt>
                <c:pt idx="776">
                  <c:v>68.16782364202372</c:v>
                </c:pt>
                <c:pt idx="777">
                  <c:v>66.970551067305493</c:v>
                </c:pt>
                <c:pt idx="778">
                  <c:v>66.417120723843055</c:v>
                </c:pt>
                <c:pt idx="779">
                  <c:v>66.577738812385064</c:v>
                </c:pt>
                <c:pt idx="780">
                  <c:v>65.748963174279197</c:v>
                </c:pt>
                <c:pt idx="781">
                  <c:v>65.87225211217924</c:v>
                </c:pt>
                <c:pt idx="782">
                  <c:v>66.328078713137472</c:v>
                </c:pt>
                <c:pt idx="783">
                  <c:v>66.53801237683949</c:v>
                </c:pt>
                <c:pt idx="784">
                  <c:v>66.939043894286584</c:v>
                </c:pt>
                <c:pt idx="785">
                  <c:v>68.300359250266268</c:v>
                </c:pt>
                <c:pt idx="786">
                  <c:v>68.166453764935952</c:v>
                </c:pt>
                <c:pt idx="787">
                  <c:v>67.911999095881129</c:v>
                </c:pt>
                <c:pt idx="788">
                  <c:v>69.41543919971781</c:v>
                </c:pt>
                <c:pt idx="789">
                  <c:v>68.612006287735838</c:v>
                </c:pt>
                <c:pt idx="790">
                  <c:v>68.571937382918321</c:v>
                </c:pt>
                <c:pt idx="791">
                  <c:v>68.528101316109414</c:v>
                </c:pt>
                <c:pt idx="792">
                  <c:v>69.746264516416275</c:v>
                </c:pt>
                <c:pt idx="793">
                  <c:v>71.400733569180517</c:v>
                </c:pt>
                <c:pt idx="794">
                  <c:v>72.087384459429373</c:v>
                </c:pt>
                <c:pt idx="795">
                  <c:v>71.713750483737854</c:v>
                </c:pt>
                <c:pt idx="796">
                  <c:v>72.368551731695874</c:v>
                </c:pt>
                <c:pt idx="797">
                  <c:v>72.236701061997223</c:v>
                </c:pt>
                <c:pt idx="798">
                  <c:v>72.943900108562758</c:v>
                </c:pt>
                <c:pt idx="799">
                  <c:v>72.985338890468057</c:v>
                </c:pt>
                <c:pt idx="800">
                  <c:v>73.340821994746534</c:v>
                </c:pt>
                <c:pt idx="801">
                  <c:v>73.138422655027284</c:v>
                </c:pt>
                <c:pt idx="802">
                  <c:v>73.275752833077064</c:v>
                </c:pt>
                <c:pt idx="803">
                  <c:v>71.432583211471353</c:v>
                </c:pt>
                <c:pt idx="804">
                  <c:v>71.303472295948254</c:v>
                </c:pt>
                <c:pt idx="805">
                  <c:v>72.08053507399049</c:v>
                </c:pt>
                <c:pt idx="806">
                  <c:v>70.895591393062261</c:v>
                </c:pt>
                <c:pt idx="807">
                  <c:v>70.152433072942529</c:v>
                </c:pt>
                <c:pt idx="808">
                  <c:v>69.611674092542046</c:v>
                </c:pt>
                <c:pt idx="809">
                  <c:v>70.125720469730865</c:v>
                </c:pt>
                <c:pt idx="810">
                  <c:v>69.330849289547501</c:v>
                </c:pt>
                <c:pt idx="811">
                  <c:v>68.966461984198475</c:v>
                </c:pt>
                <c:pt idx="812">
                  <c:v>69.634962003034289</c:v>
                </c:pt>
                <c:pt idx="813">
                  <c:v>69.570577779908703</c:v>
                </c:pt>
                <c:pt idx="814">
                  <c:v>70.197981486111175</c:v>
                </c:pt>
                <c:pt idx="815">
                  <c:v>69.430850316955315</c:v>
                </c:pt>
                <c:pt idx="816">
                  <c:v>69.624345455604001</c:v>
                </c:pt>
                <c:pt idx="817">
                  <c:v>71.142169268862361</c:v>
                </c:pt>
                <c:pt idx="818">
                  <c:v>72.023342705575743</c:v>
                </c:pt>
                <c:pt idx="819">
                  <c:v>73.608632965407182</c:v>
                </c:pt>
                <c:pt idx="820">
                  <c:v>73.612057658126616</c:v>
                </c:pt>
                <c:pt idx="821">
                  <c:v>73.611715188854689</c:v>
                </c:pt>
                <c:pt idx="822">
                  <c:v>73.585687524186881</c:v>
                </c:pt>
                <c:pt idx="823">
                  <c:v>74.190145789169065</c:v>
                </c:pt>
                <c:pt idx="824">
                  <c:v>73.132600677404213</c:v>
                </c:pt>
                <c:pt idx="825">
                  <c:v>75.031592790336887</c:v>
                </c:pt>
                <c:pt idx="826">
                  <c:v>75.075086387873853</c:v>
                </c:pt>
                <c:pt idx="827">
                  <c:v>75.024400935626062</c:v>
                </c:pt>
                <c:pt idx="828">
                  <c:v>73.319246430614015</c:v>
                </c:pt>
                <c:pt idx="829">
                  <c:v>75.078511080593302</c:v>
                </c:pt>
                <c:pt idx="830">
                  <c:v>75.063099963355796</c:v>
                </c:pt>
                <c:pt idx="831">
                  <c:v>74.615492624924229</c:v>
                </c:pt>
                <c:pt idx="832">
                  <c:v>74.128501320219058</c:v>
                </c:pt>
                <c:pt idx="833">
                  <c:v>72.819926232118831</c:v>
                </c:pt>
                <c:pt idx="834">
                  <c:v>72.774377818950185</c:v>
                </c:pt>
                <c:pt idx="835">
                  <c:v>72.456223865313675</c:v>
                </c:pt>
                <c:pt idx="836">
                  <c:v>72.254509464138337</c:v>
                </c:pt>
                <c:pt idx="837">
                  <c:v>73.424726966372944</c:v>
                </c:pt>
                <c:pt idx="838">
                  <c:v>73.215135771942869</c:v>
                </c:pt>
                <c:pt idx="839">
                  <c:v>72.273002804823349</c:v>
                </c:pt>
                <c:pt idx="840">
                  <c:v>71.686695411254235</c:v>
                </c:pt>
                <c:pt idx="841">
                  <c:v>71.657585523138948</c:v>
                </c:pt>
                <c:pt idx="842">
                  <c:v>72.134645218957729</c:v>
                </c:pt>
                <c:pt idx="843">
                  <c:v>71.634982551190589</c:v>
                </c:pt>
                <c:pt idx="844">
                  <c:v>73.001092476977504</c:v>
                </c:pt>
                <c:pt idx="845">
                  <c:v>73.094586588218377</c:v>
                </c:pt>
                <c:pt idx="846">
                  <c:v>73.096641403850043</c:v>
                </c:pt>
                <c:pt idx="847">
                  <c:v>72.734651383404625</c:v>
                </c:pt>
                <c:pt idx="848">
                  <c:v>71.456556060507481</c:v>
                </c:pt>
                <c:pt idx="849">
                  <c:v>69.524001958924245</c:v>
                </c:pt>
                <c:pt idx="850">
                  <c:v>69.538043199073968</c:v>
                </c:pt>
                <c:pt idx="851">
                  <c:v>70.306544245317582</c:v>
                </c:pt>
                <c:pt idx="852">
                  <c:v>69.499001702072292</c:v>
                </c:pt>
                <c:pt idx="853">
                  <c:v>69.806196639006572</c:v>
                </c:pt>
                <c:pt idx="854">
                  <c:v>70.204488402278102</c:v>
                </c:pt>
                <c:pt idx="855">
                  <c:v>69.567838025733153</c:v>
                </c:pt>
                <c:pt idx="856">
                  <c:v>69.380849803251408</c:v>
                </c:pt>
                <c:pt idx="857">
                  <c:v>70.118528615020026</c:v>
                </c:pt>
                <c:pt idx="858">
                  <c:v>69.210642575094951</c:v>
                </c:pt>
                <c:pt idx="859">
                  <c:v>69.492837255177278</c:v>
                </c:pt>
                <c:pt idx="860">
                  <c:v>69.313040887406387</c:v>
                </c:pt>
                <c:pt idx="861">
                  <c:v>69.359616708390845</c:v>
                </c:pt>
                <c:pt idx="862">
                  <c:v>68.196248591595122</c:v>
                </c:pt>
                <c:pt idx="863">
                  <c:v>68.202755507762078</c:v>
                </c:pt>
                <c:pt idx="864">
                  <c:v>68.165768826392053</c:v>
                </c:pt>
                <c:pt idx="865">
                  <c:v>68.893173560002339</c:v>
                </c:pt>
                <c:pt idx="866">
                  <c:v>69.014065212998773</c:v>
                </c:pt>
                <c:pt idx="867">
                  <c:v>69.563043455925921</c:v>
                </c:pt>
                <c:pt idx="868">
                  <c:v>69.133244519635483</c:v>
                </c:pt>
                <c:pt idx="869">
                  <c:v>68.775021661181455</c:v>
                </c:pt>
                <c:pt idx="870">
                  <c:v>68.948311112785404</c:v>
                </c:pt>
                <c:pt idx="871">
                  <c:v>68.390428668787692</c:v>
                </c:pt>
                <c:pt idx="872">
                  <c:v>68.349332356154349</c:v>
                </c:pt>
                <c:pt idx="873">
                  <c:v>68.912694308503177</c:v>
                </c:pt>
                <c:pt idx="874">
                  <c:v>68.361318780672406</c:v>
                </c:pt>
                <c:pt idx="875">
                  <c:v>68.757555728312283</c:v>
                </c:pt>
                <c:pt idx="876">
                  <c:v>68.394195830779083</c:v>
                </c:pt>
                <c:pt idx="877">
                  <c:v>69.035983246403219</c:v>
                </c:pt>
                <c:pt idx="878">
                  <c:v>68.616115918999171</c:v>
                </c:pt>
                <c:pt idx="879">
                  <c:v>67.141100764733892</c:v>
                </c:pt>
                <c:pt idx="880">
                  <c:v>69.141463782162148</c:v>
                </c:pt>
                <c:pt idx="881">
                  <c:v>69.510645657318406</c:v>
                </c:pt>
                <c:pt idx="882">
                  <c:v>69.900375688791328</c:v>
                </c:pt>
                <c:pt idx="883">
                  <c:v>68.478443271677449</c:v>
                </c:pt>
                <c:pt idx="884">
                  <c:v>67.713709387425212</c:v>
                </c:pt>
                <c:pt idx="885">
                  <c:v>68.198303407226788</c:v>
                </c:pt>
                <c:pt idx="886">
                  <c:v>67.75240841515496</c:v>
                </c:pt>
                <c:pt idx="887">
                  <c:v>67.605489097490732</c:v>
                </c:pt>
                <c:pt idx="888">
                  <c:v>67.46404928817762</c:v>
                </c:pt>
                <c:pt idx="889">
                  <c:v>67.41987075209677</c:v>
                </c:pt>
                <c:pt idx="890">
                  <c:v>68.115768312688147</c:v>
                </c:pt>
                <c:pt idx="891">
                  <c:v>67.08459333486303</c:v>
                </c:pt>
                <c:pt idx="892">
                  <c:v>68.328784199837671</c:v>
                </c:pt>
                <c:pt idx="893">
                  <c:v>68.921256040301785</c:v>
                </c:pt>
                <c:pt idx="894">
                  <c:v>70.008595978725808</c:v>
                </c:pt>
                <c:pt idx="895">
                  <c:v>67.904464771898347</c:v>
                </c:pt>
                <c:pt idx="896">
                  <c:v>64.93183149141943</c:v>
                </c:pt>
                <c:pt idx="897">
                  <c:v>65.543481611112441</c:v>
                </c:pt>
                <c:pt idx="898">
                  <c:v>65.126354037883956</c:v>
                </c:pt>
                <c:pt idx="899">
                  <c:v>65.402041801799342</c:v>
                </c:pt>
                <c:pt idx="900">
                  <c:v>65.17840936721953</c:v>
                </c:pt>
                <c:pt idx="901">
                  <c:v>65.95821189943733</c:v>
                </c:pt>
                <c:pt idx="902">
                  <c:v>64.506827124936223</c:v>
                </c:pt>
                <c:pt idx="903">
                  <c:v>64.256824556416674</c:v>
                </c:pt>
                <c:pt idx="904">
                  <c:v>65.436288728993802</c:v>
                </c:pt>
                <c:pt idx="905">
                  <c:v>67.031168128439674</c:v>
                </c:pt>
                <c:pt idx="906">
                  <c:v>64.85683072086357</c:v>
                </c:pt>
                <c:pt idx="907">
                  <c:v>64.336619896779766</c:v>
                </c:pt>
                <c:pt idx="908">
                  <c:v>63.622913934047268</c:v>
                </c:pt>
                <c:pt idx="909">
                  <c:v>63.444144974092197</c:v>
                </c:pt>
                <c:pt idx="910">
                  <c:v>60.617746072733631</c:v>
                </c:pt>
                <c:pt idx="911">
                  <c:v>61.176655924547177</c:v>
                </c:pt>
                <c:pt idx="912">
                  <c:v>61.862964345524112</c:v>
                </c:pt>
                <c:pt idx="913">
                  <c:v>60.255071113744322</c:v>
                </c:pt>
                <c:pt idx="914">
                  <c:v>60.199248622417358</c:v>
                </c:pt>
                <c:pt idx="915">
                  <c:v>60.395483515241601</c:v>
                </c:pt>
                <c:pt idx="916">
                  <c:v>60.409524755391317</c:v>
                </c:pt>
                <c:pt idx="917">
                  <c:v>59.855751942656951</c:v>
                </c:pt>
                <c:pt idx="918">
                  <c:v>59.23622502970921</c:v>
                </c:pt>
                <c:pt idx="919">
                  <c:v>60.567745559029717</c:v>
                </c:pt>
                <c:pt idx="920">
                  <c:v>61.142066528080782</c:v>
                </c:pt>
                <c:pt idx="921">
                  <c:v>60.141713784730669</c:v>
                </c:pt>
                <c:pt idx="922">
                  <c:v>60.161234533231507</c:v>
                </c:pt>
                <c:pt idx="923">
                  <c:v>59.655407418569382</c:v>
                </c:pt>
                <c:pt idx="924">
                  <c:v>59.344102850371748</c:v>
                </c:pt>
                <c:pt idx="925">
                  <c:v>59.693763977027167</c:v>
                </c:pt>
                <c:pt idx="926">
                  <c:v>61.833854457408812</c:v>
                </c:pt>
                <c:pt idx="927">
                  <c:v>60.47699120196441</c:v>
                </c:pt>
                <c:pt idx="928">
                  <c:v>60.985215601530157</c:v>
                </c:pt>
                <c:pt idx="929">
                  <c:v>61.219807052812193</c:v>
                </c:pt>
                <c:pt idx="930">
                  <c:v>61.660907475076797</c:v>
                </c:pt>
                <c:pt idx="931">
                  <c:v>62.091048880639192</c:v>
                </c:pt>
                <c:pt idx="932">
                  <c:v>61.469467152059792</c:v>
                </c:pt>
                <c:pt idx="933">
                  <c:v>61.630085240601787</c:v>
                </c:pt>
                <c:pt idx="934">
                  <c:v>63.411610393257469</c:v>
                </c:pt>
                <c:pt idx="935">
                  <c:v>62.802357558468067</c:v>
                </c:pt>
                <c:pt idx="936">
                  <c:v>62.629753045408002</c:v>
                </c:pt>
                <c:pt idx="937">
                  <c:v>64.639020263906829</c:v>
                </c:pt>
                <c:pt idx="938">
                  <c:v>64.101343506953839</c:v>
                </c:pt>
                <c:pt idx="939">
                  <c:v>64.048945708346324</c:v>
                </c:pt>
                <c:pt idx="940">
                  <c:v>63.810244625800962</c:v>
                </c:pt>
                <c:pt idx="941">
                  <c:v>63.22393723223184</c:v>
                </c:pt>
                <c:pt idx="942">
                  <c:v>63.923601954814607</c:v>
                </c:pt>
                <c:pt idx="943">
                  <c:v>63.144141891868763</c:v>
                </c:pt>
                <c:pt idx="944">
                  <c:v>63.657503330513677</c:v>
                </c:pt>
                <c:pt idx="945">
                  <c:v>64.628746185748483</c:v>
                </c:pt>
                <c:pt idx="946">
                  <c:v>63.469145230944157</c:v>
                </c:pt>
                <c:pt idx="947">
                  <c:v>63.703736682226193</c:v>
                </c:pt>
                <c:pt idx="948">
                  <c:v>65.654784124494441</c:v>
                </c:pt>
                <c:pt idx="949">
                  <c:v>66.50376544964503</c:v>
                </c:pt>
                <c:pt idx="950">
                  <c:v>66.006842536053455</c:v>
                </c:pt>
                <c:pt idx="951">
                  <c:v>64.89210505587387</c:v>
                </c:pt>
                <c:pt idx="952">
                  <c:v>64.978407312403903</c:v>
                </c:pt>
                <c:pt idx="953">
                  <c:v>64.849981335424687</c:v>
                </c:pt>
                <c:pt idx="954">
                  <c:v>63.4633232533211</c:v>
                </c:pt>
                <c:pt idx="955">
                  <c:v>63.557844772377813</c:v>
                </c:pt>
                <c:pt idx="956">
                  <c:v>62.540711034702419</c:v>
                </c:pt>
                <c:pt idx="957">
                  <c:v>62.758863960931109</c:v>
                </c:pt>
                <c:pt idx="958">
                  <c:v>61.62118103953123</c:v>
                </c:pt>
                <c:pt idx="959">
                  <c:v>61.52597458193064</c:v>
                </c:pt>
                <c:pt idx="960">
                  <c:v>61.902690781069673</c:v>
                </c:pt>
                <c:pt idx="961">
                  <c:v>63.324965667455487</c:v>
                </c:pt>
                <c:pt idx="962">
                  <c:v>62.912632664034227</c:v>
                </c:pt>
                <c:pt idx="963">
                  <c:v>62.422216666609593</c:v>
                </c:pt>
                <c:pt idx="964">
                  <c:v>62.659547872067193</c:v>
                </c:pt>
                <c:pt idx="965">
                  <c:v>63.16605992527321</c:v>
                </c:pt>
                <c:pt idx="966">
                  <c:v>65.14416244002507</c:v>
                </c:pt>
                <c:pt idx="967">
                  <c:v>65.66814042610028</c:v>
                </c:pt>
                <c:pt idx="968">
                  <c:v>65.798621218711162</c:v>
                </c:pt>
                <c:pt idx="969">
                  <c:v>66.639725750607028</c:v>
                </c:pt>
                <c:pt idx="970">
                  <c:v>66.286982400504115</c:v>
                </c:pt>
                <c:pt idx="971">
                  <c:v>66.52088891324226</c:v>
                </c:pt>
                <c:pt idx="972">
                  <c:v>66.06643218937181</c:v>
                </c:pt>
                <c:pt idx="973">
                  <c:v>66.688356387223166</c:v>
                </c:pt>
                <c:pt idx="974">
                  <c:v>67.100689390644433</c:v>
                </c:pt>
                <c:pt idx="975">
                  <c:v>67.452062863659563</c:v>
                </c:pt>
                <c:pt idx="976">
                  <c:v>66.8092480402196</c:v>
                </c:pt>
                <c:pt idx="977">
                  <c:v>65.770538738411702</c:v>
                </c:pt>
                <c:pt idx="978">
                  <c:v>66.644862789686201</c:v>
                </c:pt>
                <c:pt idx="979">
                  <c:v>66.936646609382976</c:v>
                </c:pt>
                <c:pt idx="980">
                  <c:v>67.661311588817696</c:v>
                </c:pt>
                <c:pt idx="981">
                  <c:v>65.246903221608449</c:v>
                </c:pt>
                <c:pt idx="982">
                  <c:v>64.587307403843198</c:v>
                </c:pt>
                <c:pt idx="983">
                  <c:v>63.73969595578037</c:v>
                </c:pt>
                <c:pt idx="984">
                  <c:v>65.72601773305891</c:v>
                </c:pt>
                <c:pt idx="985">
                  <c:v>65.105463412295336</c:v>
                </c:pt>
                <c:pt idx="986">
                  <c:v>66.153419384445741</c:v>
                </c:pt>
                <c:pt idx="987">
                  <c:v>67.101031859916375</c:v>
                </c:pt>
                <c:pt idx="988">
                  <c:v>67.195210909701132</c:v>
                </c:pt>
                <c:pt idx="989">
                  <c:v>67.439733969869565</c:v>
                </c:pt>
                <c:pt idx="990">
                  <c:v>68.329126669109613</c:v>
                </c:pt>
                <c:pt idx="991">
                  <c:v>69.026051637516829</c:v>
                </c:pt>
                <c:pt idx="992">
                  <c:v>69.709277835046251</c:v>
                </c:pt>
                <c:pt idx="993">
                  <c:v>71.587379322390305</c:v>
                </c:pt>
                <c:pt idx="994">
                  <c:v>71.60176303181197</c:v>
                </c:pt>
                <c:pt idx="995">
                  <c:v>71.387377267574664</c:v>
                </c:pt>
                <c:pt idx="996">
                  <c:v>71.241485357726276</c:v>
                </c:pt>
                <c:pt idx="997">
                  <c:v>71.34354120076577</c:v>
                </c:pt>
                <c:pt idx="998">
                  <c:v>71.402788384812183</c:v>
                </c:pt>
                <c:pt idx="999">
                  <c:v>70.565108545635752</c:v>
                </c:pt>
                <c:pt idx="1000">
                  <c:v>70.327777340178173</c:v>
                </c:pt>
                <c:pt idx="1001">
                  <c:v>70.040103151744717</c:v>
                </c:pt>
                <c:pt idx="1002">
                  <c:v>72.126083487159121</c:v>
                </c:pt>
                <c:pt idx="1003">
                  <c:v>71.517173121641676</c:v>
                </c:pt>
                <c:pt idx="1004">
                  <c:v>71.51785806018556</c:v>
                </c:pt>
                <c:pt idx="1005">
                  <c:v>72.896639349034416</c:v>
                </c:pt>
                <c:pt idx="1006">
                  <c:v>72.921639605886369</c:v>
                </c:pt>
                <c:pt idx="1007">
                  <c:v>73.843566885961167</c:v>
                </c:pt>
                <c:pt idx="1008">
                  <c:v>74.49734072610336</c:v>
                </c:pt>
                <c:pt idx="1009">
                  <c:v>74.737411685736504</c:v>
                </c:pt>
                <c:pt idx="1010">
                  <c:v>74.819604311003204</c:v>
                </c:pt>
                <c:pt idx="1011">
                  <c:v>73.21273848703926</c:v>
                </c:pt>
                <c:pt idx="1012">
                  <c:v>73.445960061233507</c:v>
                </c:pt>
                <c:pt idx="1013">
                  <c:v>73.790141679537811</c:v>
                </c:pt>
                <c:pt idx="1014">
                  <c:v>74.418572793556109</c:v>
                </c:pt>
                <c:pt idx="1015">
                  <c:v>76.069274684328946</c:v>
                </c:pt>
                <c:pt idx="1016">
                  <c:v>76.137426069445922</c:v>
                </c:pt>
                <c:pt idx="1017">
                  <c:v>75.925095120840282</c:v>
                </c:pt>
                <c:pt idx="1018">
                  <c:v>75.584680664527397</c:v>
                </c:pt>
                <c:pt idx="1019">
                  <c:v>75.462419134443167</c:v>
                </c:pt>
                <c:pt idx="1020">
                  <c:v>77.186409449412167</c:v>
                </c:pt>
                <c:pt idx="1021">
                  <c:v>76.696678390531417</c:v>
                </c:pt>
                <c:pt idx="1022">
                  <c:v>76.196673253492335</c:v>
                </c:pt>
                <c:pt idx="1023">
                  <c:v>75.434336654143706</c:v>
                </c:pt>
                <c:pt idx="1024">
                  <c:v>75.289129682839217</c:v>
                </c:pt>
                <c:pt idx="1025">
                  <c:v>76.139138415805633</c:v>
                </c:pt>
                <c:pt idx="1026">
                  <c:v>76.156946817946775</c:v>
                </c:pt>
                <c:pt idx="1027">
                  <c:v>76.223728325975955</c:v>
                </c:pt>
                <c:pt idx="1028">
                  <c:v>75.511049771059291</c:v>
                </c:pt>
                <c:pt idx="1029">
                  <c:v>77.012777528536262</c:v>
                </c:pt>
                <c:pt idx="1030">
                  <c:v>76.523731408199396</c:v>
                </c:pt>
                <c:pt idx="1031">
                  <c:v>76.425785196423263</c:v>
                </c:pt>
                <c:pt idx="1032">
                  <c:v>75.244266208214469</c:v>
                </c:pt>
                <c:pt idx="1033">
                  <c:v>74.982277215176879</c:v>
                </c:pt>
                <c:pt idx="1034">
                  <c:v>75.586393010887107</c:v>
                </c:pt>
                <c:pt idx="1035">
                  <c:v>74.75487761860569</c:v>
                </c:pt>
                <c:pt idx="1036">
                  <c:v>75.723038250392989</c:v>
                </c:pt>
                <c:pt idx="1037">
                  <c:v>75.367897615386454</c:v>
                </c:pt>
                <c:pt idx="1038">
                  <c:v>76.374414805631574</c:v>
                </c:pt>
                <c:pt idx="1039">
                  <c:v>76.427155073511031</c:v>
                </c:pt>
                <c:pt idx="1040">
                  <c:v>74.924057438946306</c:v>
                </c:pt>
                <c:pt idx="1041">
                  <c:v>76.114480628225635</c:v>
                </c:pt>
                <c:pt idx="1042">
                  <c:v>76.434689397493813</c:v>
                </c:pt>
                <c:pt idx="1043">
                  <c:v>75.966191433473639</c:v>
                </c:pt>
                <c:pt idx="1044">
                  <c:v>75.963794148570031</c:v>
                </c:pt>
                <c:pt idx="1045">
                  <c:v>74.982619684448807</c:v>
                </c:pt>
                <c:pt idx="1046">
                  <c:v>74.620287194731461</c:v>
                </c:pt>
                <c:pt idx="1047">
                  <c:v>73.760004383606685</c:v>
                </c:pt>
                <c:pt idx="1048">
                  <c:v>73.289794073226787</c:v>
                </c:pt>
                <c:pt idx="1049">
                  <c:v>74.039801778785403</c:v>
                </c:pt>
                <c:pt idx="1050">
                  <c:v>73.91274567889397</c:v>
                </c:pt>
                <c:pt idx="1051">
                  <c:v>73.99767805833622</c:v>
                </c:pt>
                <c:pt idx="1052">
                  <c:v>72.3048524471142</c:v>
                </c:pt>
                <c:pt idx="1053">
                  <c:v>72.188755363924983</c:v>
                </c:pt>
                <c:pt idx="1054">
                  <c:v>71.941835018852927</c:v>
                </c:pt>
                <c:pt idx="1055">
                  <c:v>73.057257437576425</c:v>
                </c:pt>
                <c:pt idx="1056">
                  <c:v>72.19457734154804</c:v>
                </c:pt>
                <c:pt idx="1057">
                  <c:v>72.238070939084992</c:v>
                </c:pt>
                <c:pt idx="1058">
                  <c:v>71.093881101518164</c:v>
                </c:pt>
                <c:pt idx="1059">
                  <c:v>71.523337568536661</c:v>
                </c:pt>
                <c:pt idx="1060">
                  <c:v>72.444579910067574</c:v>
                </c:pt>
                <c:pt idx="1061">
                  <c:v>71.515803244553879</c:v>
                </c:pt>
                <c:pt idx="1062">
                  <c:v>71.765805813073428</c:v>
                </c:pt>
                <c:pt idx="1063">
                  <c:v>71.60176303181197</c:v>
                </c:pt>
                <c:pt idx="1064">
                  <c:v>71.729161600975345</c:v>
                </c:pt>
                <c:pt idx="1065">
                  <c:v>72.891502309955243</c:v>
                </c:pt>
                <c:pt idx="1066">
                  <c:v>73.40691856423183</c:v>
                </c:pt>
                <c:pt idx="1067">
                  <c:v>72.621294054390972</c:v>
                </c:pt>
                <c:pt idx="1068">
                  <c:v>72.130535587694396</c:v>
                </c:pt>
                <c:pt idx="1069">
                  <c:v>73.148354263913674</c:v>
                </c:pt>
                <c:pt idx="1070">
                  <c:v>72.241838101076382</c:v>
                </c:pt>
                <c:pt idx="1071">
                  <c:v>72.190810179556635</c:v>
                </c:pt>
                <c:pt idx="1072">
                  <c:v>72.550402915098431</c:v>
                </c:pt>
                <c:pt idx="1073">
                  <c:v>73.368562005774038</c:v>
                </c:pt>
                <c:pt idx="1074">
                  <c:v>71.595598584916985</c:v>
                </c:pt>
                <c:pt idx="1075">
                  <c:v>71.524022507080559</c:v>
                </c:pt>
                <c:pt idx="1076">
                  <c:v>71.101415425500946</c:v>
                </c:pt>
                <c:pt idx="1077">
                  <c:v>73.159998219159789</c:v>
                </c:pt>
                <c:pt idx="1078">
                  <c:v>73.311369637359292</c:v>
                </c:pt>
                <c:pt idx="1079">
                  <c:v>73.095271526762261</c:v>
                </c:pt>
                <c:pt idx="1080">
                  <c:v>74.199734928783514</c:v>
                </c:pt>
                <c:pt idx="1081">
                  <c:v>75.481939882944019</c:v>
                </c:pt>
                <c:pt idx="1082">
                  <c:v>75.70865454097131</c:v>
                </c:pt>
                <c:pt idx="1083">
                  <c:v>75.634681178231304</c:v>
                </c:pt>
                <c:pt idx="1084">
                  <c:v>75.049743661749943</c:v>
                </c:pt>
                <c:pt idx="1085">
                  <c:v>74.989126600615762</c:v>
                </c:pt>
                <c:pt idx="1086">
                  <c:v>76.097014695356478</c:v>
                </c:pt>
                <c:pt idx="1087">
                  <c:v>77.248053918362174</c:v>
                </c:pt>
                <c:pt idx="1088">
                  <c:v>76.471333609591881</c:v>
                </c:pt>
                <c:pt idx="1089">
                  <c:v>76.144960393428704</c:v>
                </c:pt>
                <c:pt idx="1090">
                  <c:v>76.44153878293271</c:v>
                </c:pt>
                <c:pt idx="1091">
                  <c:v>77.239492186563567</c:v>
                </c:pt>
                <c:pt idx="1092">
                  <c:v>76.910036746952883</c:v>
                </c:pt>
                <c:pt idx="1093">
                  <c:v>77.591208128850639</c:v>
                </c:pt>
                <c:pt idx="1094">
                  <c:v>78.131624639979179</c:v>
                </c:pt>
                <c:pt idx="1095">
                  <c:v>78.997729428727013</c:v>
                </c:pt>
                <c:pt idx="1096">
                  <c:v>78.938824713952542</c:v>
                </c:pt>
                <c:pt idx="1097">
                  <c:v>78.800467128086922</c:v>
                </c:pt>
                <c:pt idx="1098">
                  <c:v>77.349082353585842</c:v>
                </c:pt>
                <c:pt idx="1099">
                  <c:v>77.951485802936332</c:v>
                </c:pt>
                <c:pt idx="1100">
                  <c:v>77.779566228420165</c:v>
                </c:pt>
                <c:pt idx="1101">
                  <c:v>76.50729288314605</c:v>
                </c:pt>
                <c:pt idx="1102">
                  <c:v>77.041202478107664</c:v>
                </c:pt>
                <c:pt idx="1103">
                  <c:v>77.336410990523873</c:v>
                </c:pt>
                <c:pt idx="1104">
                  <c:v>76.905584646417608</c:v>
                </c:pt>
                <c:pt idx="1105">
                  <c:v>76.817570043527866</c:v>
                </c:pt>
                <c:pt idx="1106">
                  <c:v>75.578173748360427</c:v>
                </c:pt>
                <c:pt idx="1107">
                  <c:v>75.786052596430778</c:v>
                </c:pt>
                <c:pt idx="1108">
                  <c:v>75.109333315068312</c:v>
                </c:pt>
                <c:pt idx="1109">
                  <c:v>73.347328910913461</c:v>
                </c:pt>
                <c:pt idx="1110">
                  <c:v>73.53500207193909</c:v>
                </c:pt>
                <c:pt idx="1111">
                  <c:v>72.82506327119799</c:v>
                </c:pt>
                <c:pt idx="1112">
                  <c:v>72.338071966492805</c:v>
                </c:pt>
                <c:pt idx="1113">
                  <c:v>72.756569416809072</c:v>
                </c:pt>
                <c:pt idx="1114">
                  <c:v>72.692527662955442</c:v>
                </c:pt>
                <c:pt idx="1115">
                  <c:v>73.718565601701386</c:v>
                </c:pt>
                <c:pt idx="1116">
                  <c:v>72.974722343037783</c:v>
                </c:pt>
                <c:pt idx="1117">
                  <c:v>73.574386038212722</c:v>
                </c:pt>
                <c:pt idx="1118">
                  <c:v>74.306585341630225</c:v>
                </c:pt>
                <c:pt idx="1119">
                  <c:v>74.399052045055257</c:v>
                </c:pt>
                <c:pt idx="1120">
                  <c:v>74.397682167967488</c:v>
                </c:pt>
                <c:pt idx="1121">
                  <c:v>75.093237259286909</c:v>
                </c:pt>
                <c:pt idx="1122">
                  <c:v>75.617557714634074</c:v>
                </c:pt>
                <c:pt idx="1123">
                  <c:v>76.124754706383982</c:v>
                </c:pt>
                <c:pt idx="1124">
                  <c:v>75.810710384010804</c:v>
                </c:pt>
                <c:pt idx="1125">
                  <c:v>76.04290455038921</c:v>
                </c:pt>
                <c:pt idx="1126">
                  <c:v>76.552498827042754</c:v>
                </c:pt>
                <c:pt idx="1127">
                  <c:v>77.233327739668567</c:v>
                </c:pt>
                <c:pt idx="1128">
                  <c:v>76.854556724897861</c:v>
                </c:pt>
                <c:pt idx="1129">
                  <c:v>77.236409963116074</c:v>
                </c:pt>
                <c:pt idx="1130">
                  <c:v>78.510395654749885</c:v>
                </c:pt>
                <c:pt idx="1131">
                  <c:v>77.398397928745865</c:v>
                </c:pt>
                <c:pt idx="1132">
                  <c:v>77.646688150905675</c:v>
                </c:pt>
                <c:pt idx="1133">
                  <c:v>78.116898461285558</c:v>
                </c:pt>
                <c:pt idx="1134">
                  <c:v>79.682325503344202</c:v>
                </c:pt>
                <c:pt idx="1135">
                  <c:v>79.813491234498997</c:v>
                </c:pt>
                <c:pt idx="1136">
                  <c:v>79.333349315232709</c:v>
                </c:pt>
                <c:pt idx="1137">
                  <c:v>79.760408497347584</c:v>
                </c:pt>
                <c:pt idx="1138">
                  <c:v>79.029236601745907</c:v>
                </c:pt>
                <c:pt idx="1139">
                  <c:v>79.096018109775102</c:v>
                </c:pt>
                <c:pt idx="1140">
                  <c:v>78.362106459997875</c:v>
                </c:pt>
                <c:pt idx="1141">
                  <c:v>77.851142306256577</c:v>
                </c:pt>
                <c:pt idx="1142">
                  <c:v>78.52101220218016</c:v>
                </c:pt>
                <c:pt idx="1143">
                  <c:v>79.064853406028149</c:v>
                </c:pt>
                <c:pt idx="1144">
                  <c:v>80.781994335558252</c:v>
                </c:pt>
                <c:pt idx="1145">
                  <c:v>81.138162378380599</c:v>
                </c:pt>
                <c:pt idx="1146">
                  <c:v>81.888170083939229</c:v>
                </c:pt>
                <c:pt idx="1147">
                  <c:v>81.513508700431856</c:v>
                </c:pt>
                <c:pt idx="1148">
                  <c:v>82.818316626540692</c:v>
                </c:pt>
                <c:pt idx="1149">
                  <c:v>83.0381818991291</c:v>
                </c:pt>
                <c:pt idx="1150">
                  <c:v>84.328263646544315</c:v>
                </c:pt>
                <c:pt idx="1151">
                  <c:v>79.016222769412025</c:v>
                </c:pt>
                <c:pt idx="1152">
                  <c:v>79.233690757096824</c:v>
                </c:pt>
                <c:pt idx="1153">
                  <c:v>78.824439977123063</c:v>
                </c:pt>
                <c:pt idx="1154">
                  <c:v>79.366568834611314</c:v>
                </c:pt>
                <c:pt idx="1155">
                  <c:v>79.639859313623091</c:v>
                </c:pt>
                <c:pt idx="1156">
                  <c:v>80.269317835457215</c:v>
                </c:pt>
                <c:pt idx="1157">
                  <c:v>80.753911855258778</c:v>
                </c:pt>
                <c:pt idx="1158">
                  <c:v>78.422381051860128</c:v>
                </c:pt>
                <c:pt idx="1159">
                  <c:v>77.333328767076381</c:v>
                </c:pt>
                <c:pt idx="1160">
                  <c:v>77.407302129816401</c:v>
                </c:pt>
                <c:pt idx="1161">
                  <c:v>77.53264588334811</c:v>
                </c:pt>
                <c:pt idx="1162">
                  <c:v>76.637088737213062</c:v>
                </c:pt>
                <c:pt idx="1163">
                  <c:v>78.189844416209766</c:v>
                </c:pt>
                <c:pt idx="1164">
                  <c:v>78.609026805069917</c:v>
                </c:pt>
                <c:pt idx="1165">
                  <c:v>78.255256047151178</c:v>
                </c:pt>
                <c:pt idx="1166">
                  <c:v>78.956975585365612</c:v>
                </c:pt>
                <c:pt idx="1167">
                  <c:v>78.186419723490317</c:v>
                </c:pt>
                <c:pt idx="1168">
                  <c:v>78.91039976438114</c:v>
                </c:pt>
                <c:pt idx="1169">
                  <c:v>80.190892372181921</c:v>
                </c:pt>
                <c:pt idx="1170">
                  <c:v>79.408007616516613</c:v>
                </c:pt>
                <c:pt idx="1171">
                  <c:v>79.968287345417949</c:v>
                </c:pt>
                <c:pt idx="1172">
                  <c:v>80.308359332458906</c:v>
                </c:pt>
                <c:pt idx="1173">
                  <c:v>80.609389822498187</c:v>
                </c:pt>
                <c:pt idx="1174">
                  <c:v>79.610406956235863</c:v>
                </c:pt>
                <c:pt idx="1175">
                  <c:v>80.378565533207549</c:v>
                </c:pt>
                <c:pt idx="1176">
                  <c:v>80.061096518114923</c:v>
                </c:pt>
                <c:pt idx="1177">
                  <c:v>79.131292444785402</c:v>
                </c:pt>
                <c:pt idx="1178">
                  <c:v>79.035401048640921</c:v>
                </c:pt>
                <c:pt idx="1179">
                  <c:v>79.423076264482177</c:v>
                </c:pt>
                <c:pt idx="1180">
                  <c:v>82.147076853529327</c:v>
                </c:pt>
                <c:pt idx="1181">
                  <c:v>83.978260050616967</c:v>
                </c:pt>
                <c:pt idx="1182">
                  <c:v>85.398822590643064</c:v>
                </c:pt>
                <c:pt idx="1183">
                  <c:v>85.73855210841208</c:v>
                </c:pt>
                <c:pt idx="1184">
                  <c:v>87.628982489546118</c:v>
                </c:pt>
                <c:pt idx="1185">
                  <c:v>88.853310136747979</c:v>
                </c:pt>
                <c:pt idx="1186">
                  <c:v>87.321102614067954</c:v>
                </c:pt>
                <c:pt idx="1187">
                  <c:v>86.970071610324766</c:v>
                </c:pt>
                <c:pt idx="1188">
                  <c:v>87.590283461816398</c:v>
                </c:pt>
                <c:pt idx="1189">
                  <c:v>88.606732260947894</c:v>
                </c:pt>
                <c:pt idx="1190">
                  <c:v>86.312873077463124</c:v>
                </c:pt>
                <c:pt idx="1191">
                  <c:v>86.401230149624837</c:v>
                </c:pt>
                <c:pt idx="1192">
                  <c:v>86.81185080668638</c:v>
                </c:pt>
                <c:pt idx="1193">
                  <c:v>87.702270913742268</c:v>
                </c:pt>
                <c:pt idx="1194">
                  <c:v>87.749189203998682</c:v>
                </c:pt>
                <c:pt idx="1195">
                  <c:v>89.029339342527493</c:v>
                </c:pt>
                <c:pt idx="1196">
                  <c:v>87.450898468134952</c:v>
                </c:pt>
                <c:pt idx="1197">
                  <c:v>87.387541652825206</c:v>
                </c:pt>
                <c:pt idx="1198">
                  <c:v>87.921793717058748</c:v>
                </c:pt>
                <c:pt idx="1199">
                  <c:v>89.073517878608342</c:v>
                </c:pt>
                <c:pt idx="1200">
                  <c:v>89.848525841018926</c:v>
                </c:pt>
                <c:pt idx="1201">
                  <c:v>88.998517108052482</c:v>
                </c:pt>
                <c:pt idx="1202">
                  <c:v>90.327297883197431</c:v>
                </c:pt>
                <c:pt idx="1203">
                  <c:v>89.538248680637125</c:v>
                </c:pt>
                <c:pt idx="1204">
                  <c:v>90.060171851080668</c:v>
                </c:pt>
                <c:pt idx="1205">
                  <c:v>88.604677445316227</c:v>
                </c:pt>
                <c:pt idx="1206">
                  <c:v>87.840628499607874</c:v>
                </c:pt>
                <c:pt idx="1207">
                  <c:v>84.441278506286025</c:v>
                </c:pt>
                <c:pt idx="1208">
                  <c:v>85.742661739675412</c:v>
                </c:pt>
                <c:pt idx="1209">
                  <c:v>83.472090466682886</c:v>
                </c:pt>
                <c:pt idx="1210">
                  <c:v>82.761466727397888</c:v>
                </c:pt>
                <c:pt idx="1211">
                  <c:v>82.935783586817664</c:v>
                </c:pt>
                <c:pt idx="1212">
                  <c:v>84.162166049651205</c:v>
                </c:pt>
                <c:pt idx="1213">
                  <c:v>83.85223135854136</c:v>
                </c:pt>
                <c:pt idx="1214">
                  <c:v>80.572060671856207</c:v>
                </c:pt>
                <c:pt idx="1215">
                  <c:v>79.232663349280998</c:v>
                </c:pt>
                <c:pt idx="1216">
                  <c:v>80.490552985133419</c:v>
                </c:pt>
                <c:pt idx="1217">
                  <c:v>80.5220601581523</c:v>
                </c:pt>
                <c:pt idx="1218">
                  <c:v>79.586776576471678</c:v>
                </c:pt>
                <c:pt idx="1219">
                  <c:v>79.716572430538662</c:v>
                </c:pt>
                <c:pt idx="1220">
                  <c:v>77.533330821892008</c:v>
                </c:pt>
                <c:pt idx="1221">
                  <c:v>81.721730017774163</c:v>
                </c:pt>
                <c:pt idx="1222">
                  <c:v>81.236451059428703</c:v>
                </c:pt>
                <c:pt idx="1223">
                  <c:v>82.924139631571563</c:v>
                </c:pt>
                <c:pt idx="1224">
                  <c:v>81.234053774525094</c:v>
                </c:pt>
                <c:pt idx="1225">
                  <c:v>79.866231502378469</c:v>
                </c:pt>
                <c:pt idx="1226">
                  <c:v>80.180960763295531</c:v>
                </c:pt>
                <c:pt idx="1227">
                  <c:v>83.495035907903173</c:v>
                </c:pt>
                <c:pt idx="1228">
                  <c:v>84.122782083377572</c:v>
                </c:pt>
                <c:pt idx="1229">
                  <c:v>83.621064599978766</c:v>
                </c:pt>
                <c:pt idx="1230">
                  <c:v>83.20462196529418</c:v>
                </c:pt>
                <c:pt idx="1231">
                  <c:v>82.616602225365341</c:v>
                </c:pt>
                <c:pt idx="1232">
                  <c:v>85.089230368805161</c:v>
                </c:pt>
                <c:pt idx="1233">
                  <c:v>87.090620794049258</c:v>
                </c:pt>
                <c:pt idx="1234">
                  <c:v>86.865960951653619</c:v>
                </c:pt>
                <c:pt idx="1235">
                  <c:v>86.944386414928928</c:v>
                </c:pt>
                <c:pt idx="1236">
                  <c:v>87.609119271773352</c:v>
                </c:pt>
                <c:pt idx="1237">
                  <c:v>87.220074178844314</c:v>
                </c:pt>
                <c:pt idx="1238">
                  <c:v>85.707387404665127</c:v>
                </c:pt>
                <c:pt idx="1239">
                  <c:v>86.505340808295969</c:v>
                </c:pt>
                <c:pt idx="1240">
                  <c:v>86.72965818141968</c:v>
                </c:pt>
                <c:pt idx="1241">
                  <c:v>85.302246255954699</c:v>
                </c:pt>
                <c:pt idx="1242">
                  <c:v>83.935108922351944</c:v>
                </c:pt>
                <c:pt idx="1243">
                  <c:v>83.396747226855069</c:v>
                </c:pt>
                <c:pt idx="1244">
                  <c:v>81.884745391219795</c:v>
                </c:pt>
                <c:pt idx="1245">
                  <c:v>81.242615506323716</c:v>
                </c:pt>
                <c:pt idx="1246">
                  <c:v>79.692599581502549</c:v>
                </c:pt>
                <c:pt idx="1247">
                  <c:v>80.856995106114113</c:v>
                </c:pt>
                <c:pt idx="1248">
                  <c:v>80.353565276355596</c:v>
                </c:pt>
                <c:pt idx="1249">
                  <c:v>81.423096812638505</c:v>
                </c:pt>
                <c:pt idx="1250">
                  <c:v>83.120716993667756</c:v>
                </c:pt>
                <c:pt idx="1251">
                  <c:v>82.527560214659758</c:v>
                </c:pt>
                <c:pt idx="1252">
                  <c:v>82.100843501816811</c:v>
                </c:pt>
                <c:pt idx="1253">
                  <c:v>80.262810919290274</c:v>
                </c:pt>
                <c:pt idx="1254">
                  <c:v>79.850135446597065</c:v>
                </c:pt>
                <c:pt idx="1255">
                  <c:v>77.490864632170883</c:v>
                </c:pt>
                <c:pt idx="1256">
                  <c:v>78.591218402928803</c:v>
                </c:pt>
                <c:pt idx="1257">
                  <c:v>77.528193782812849</c:v>
                </c:pt>
                <c:pt idx="1258">
                  <c:v>77.351137169217495</c:v>
                </c:pt>
                <c:pt idx="1259">
                  <c:v>75.898382517628605</c:v>
                </c:pt>
                <c:pt idx="1260">
                  <c:v>78.733685620057742</c:v>
                </c:pt>
                <c:pt idx="1261">
                  <c:v>78.679575475090502</c:v>
                </c:pt>
                <c:pt idx="1262">
                  <c:v>77.920663568461336</c:v>
                </c:pt>
                <c:pt idx="1263">
                  <c:v>79.828902351736502</c:v>
                </c:pt>
                <c:pt idx="1264">
                  <c:v>78.939167183224484</c:v>
                </c:pt>
                <c:pt idx="1265">
                  <c:v>78.488820090617381</c:v>
                </c:pt>
                <c:pt idx="1266">
                  <c:v>78.505258615670712</c:v>
                </c:pt>
                <c:pt idx="1267">
                  <c:v>77.897375657969093</c:v>
                </c:pt>
                <c:pt idx="1268">
                  <c:v>77.494974263434216</c:v>
                </c:pt>
                <c:pt idx="1269">
                  <c:v>78.274091857108132</c:v>
                </c:pt>
                <c:pt idx="1270">
                  <c:v>76.136741130902038</c:v>
                </c:pt>
                <c:pt idx="1271">
                  <c:v>75.432966777055938</c:v>
                </c:pt>
                <c:pt idx="1272">
                  <c:v>74.958646835412694</c:v>
                </c:pt>
                <c:pt idx="1273">
                  <c:v>75.685366630479081</c:v>
                </c:pt>
                <c:pt idx="1274">
                  <c:v>74.612067932204795</c:v>
                </c:pt>
                <c:pt idx="1275">
                  <c:v>76.160029041394267</c:v>
                </c:pt>
                <c:pt idx="1276">
                  <c:v>75.853176573731929</c:v>
                </c:pt>
                <c:pt idx="1277">
                  <c:v>75.28604745939171</c:v>
                </c:pt>
                <c:pt idx="1278">
                  <c:v>74.373709318931361</c:v>
                </c:pt>
                <c:pt idx="1279">
                  <c:v>73.22986195063649</c:v>
                </c:pt>
                <c:pt idx="1280">
                  <c:v>72.665472590471822</c:v>
                </c:pt>
                <c:pt idx="1281">
                  <c:v>72.975749750853609</c:v>
                </c:pt>
                <c:pt idx="1282">
                  <c:v>73.67541447343639</c:v>
                </c:pt>
                <c:pt idx="1283">
                  <c:v>74.018911153196782</c:v>
                </c:pt>
                <c:pt idx="1284">
                  <c:v>74.321311520323846</c:v>
                </c:pt>
                <c:pt idx="1285">
                  <c:v>74.914125830059888</c:v>
                </c:pt>
                <c:pt idx="1286">
                  <c:v>75.846669657564973</c:v>
                </c:pt>
                <c:pt idx="1287">
                  <c:v>75.82166940071302</c:v>
                </c:pt>
                <c:pt idx="1288">
                  <c:v>75.344267235622297</c:v>
                </c:pt>
                <c:pt idx="1289">
                  <c:v>75.254197817100859</c:v>
                </c:pt>
                <c:pt idx="1290">
                  <c:v>75.599406843221004</c:v>
                </c:pt>
                <c:pt idx="1291">
                  <c:v>76.119960136576736</c:v>
                </c:pt>
                <c:pt idx="1292">
                  <c:v>74.991181416247429</c:v>
                </c:pt>
                <c:pt idx="1293">
                  <c:v>74.353503631886639</c:v>
                </c:pt>
                <c:pt idx="1294">
                  <c:v>73.66411298746219</c:v>
                </c:pt>
                <c:pt idx="1295">
                  <c:v>75.197005448686127</c:v>
                </c:pt>
                <c:pt idx="1296">
                  <c:v>77.799771915464888</c:v>
                </c:pt>
                <c:pt idx="1297">
                  <c:v>76.409004202097975</c:v>
                </c:pt>
                <c:pt idx="1298">
                  <c:v>76.963804422648195</c:v>
                </c:pt>
                <c:pt idx="1299">
                  <c:v>76.481607687750213</c:v>
                </c:pt>
                <c:pt idx="1300">
                  <c:v>75.549748798789039</c:v>
                </c:pt>
                <c:pt idx="1301">
                  <c:v>74.880906310681283</c:v>
                </c:pt>
                <c:pt idx="1302">
                  <c:v>74.239803833601044</c:v>
                </c:pt>
                <c:pt idx="1303">
                  <c:v>73.680551512515535</c:v>
                </c:pt>
                <c:pt idx="1304">
                  <c:v>75.010702164748267</c:v>
                </c:pt>
                <c:pt idx="1305">
                  <c:v>73.793223902985304</c:v>
                </c:pt>
                <c:pt idx="1306">
                  <c:v>73.007256923872504</c:v>
                </c:pt>
                <c:pt idx="1307">
                  <c:v>74.434668849337484</c:v>
                </c:pt>
                <c:pt idx="1308">
                  <c:v>74.809672702116814</c:v>
                </c:pt>
                <c:pt idx="1309">
                  <c:v>73.346643972369577</c:v>
                </c:pt>
                <c:pt idx="1310">
                  <c:v>74.755220087877618</c:v>
                </c:pt>
                <c:pt idx="1311">
                  <c:v>74.765494166035964</c:v>
                </c:pt>
                <c:pt idx="1312">
                  <c:v>75.395637626413986</c:v>
                </c:pt>
                <c:pt idx="1313">
                  <c:v>75.149059750613887</c:v>
                </c:pt>
                <c:pt idx="1314">
                  <c:v>75.208649403932242</c:v>
                </c:pt>
                <c:pt idx="1315">
                  <c:v>73.855210841207281</c:v>
                </c:pt>
                <c:pt idx="1316">
                  <c:v>73.121299191430055</c:v>
                </c:pt>
                <c:pt idx="1317">
                  <c:v>72.203481542618604</c:v>
                </c:pt>
                <c:pt idx="1318">
                  <c:v>70.251064223262574</c:v>
                </c:pt>
                <c:pt idx="1319">
                  <c:v>70.055856738254164</c:v>
                </c:pt>
                <c:pt idx="1320">
                  <c:v>70.050377229903049</c:v>
                </c:pt>
                <c:pt idx="1321">
                  <c:v>69.589756059137599</c:v>
                </c:pt>
                <c:pt idx="1322">
                  <c:v>69.603797299287322</c:v>
                </c:pt>
                <c:pt idx="1323">
                  <c:v>68.766117460110891</c:v>
                </c:pt>
                <c:pt idx="1324">
                  <c:v>69.4661246519656</c:v>
                </c:pt>
                <c:pt idx="1325">
                  <c:v>69.017832374990164</c:v>
                </c:pt>
                <c:pt idx="1326">
                  <c:v>71.087031716079267</c:v>
                </c:pt>
                <c:pt idx="1327">
                  <c:v>71.266828083850172</c:v>
                </c:pt>
                <c:pt idx="1328">
                  <c:v>73.106230543464477</c:v>
                </c:pt>
                <c:pt idx="1329">
                  <c:v>72.713760757816004</c:v>
                </c:pt>
                <c:pt idx="1330">
                  <c:v>73.062052007383642</c:v>
                </c:pt>
                <c:pt idx="1331">
                  <c:v>72.719925204711018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29D-4D80-B7BA-DF805BBDE6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6100159"/>
        <c:axId val="466101119"/>
      </c:lineChart>
      <c:dateAx>
        <c:axId val="466100159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466101119"/>
        <c:crosses val="autoZero"/>
        <c:auto val="0"/>
        <c:lblOffset val="100"/>
        <c:baseTimeUnit val="days"/>
        <c:majorUnit val="10"/>
        <c:majorTimeUnit val="months"/>
      </c:dateAx>
      <c:valAx>
        <c:axId val="466101119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466100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0885385924521835E-2"/>
          <c:y val="0.12364144593462877"/>
          <c:w val="0.88362808480323496"/>
          <c:h val="0.76967864801725261"/>
        </c:manualLayout>
      </c:layout>
      <c:lineChart>
        <c:grouping val="standard"/>
        <c:varyColors val="0"/>
        <c:ser>
          <c:idx val="3"/>
          <c:order val="0"/>
          <c:tx>
            <c:v>ESG XP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Historico!$O$12:$O$5000</c:f>
              <c:numCache>
                <c:formatCode>m/d/yyyy</c:formatCode>
                <c:ptCount val="4989"/>
                <c:pt idx="0">
                  <c:v>44469</c:v>
                </c:pt>
                <c:pt idx="1">
                  <c:v>44470</c:v>
                </c:pt>
                <c:pt idx="2">
                  <c:v>44473</c:v>
                </c:pt>
                <c:pt idx="3">
                  <c:v>44474</c:v>
                </c:pt>
                <c:pt idx="4">
                  <c:v>44475</c:v>
                </c:pt>
                <c:pt idx="5">
                  <c:v>44476</c:v>
                </c:pt>
                <c:pt idx="6">
                  <c:v>44477</c:v>
                </c:pt>
                <c:pt idx="7">
                  <c:v>44480</c:v>
                </c:pt>
                <c:pt idx="8">
                  <c:v>44481</c:v>
                </c:pt>
                <c:pt idx="9">
                  <c:v>44482</c:v>
                </c:pt>
                <c:pt idx="10">
                  <c:v>44483</c:v>
                </c:pt>
                <c:pt idx="11">
                  <c:v>44484</c:v>
                </c:pt>
                <c:pt idx="12">
                  <c:v>44487</c:v>
                </c:pt>
                <c:pt idx="13">
                  <c:v>44488</c:v>
                </c:pt>
                <c:pt idx="14">
                  <c:v>44489</c:v>
                </c:pt>
                <c:pt idx="15">
                  <c:v>44490</c:v>
                </c:pt>
                <c:pt idx="16">
                  <c:v>44491</c:v>
                </c:pt>
                <c:pt idx="17">
                  <c:v>44494</c:v>
                </c:pt>
                <c:pt idx="18">
                  <c:v>44495</c:v>
                </c:pt>
                <c:pt idx="19">
                  <c:v>44496</c:v>
                </c:pt>
                <c:pt idx="20">
                  <c:v>44497</c:v>
                </c:pt>
                <c:pt idx="21">
                  <c:v>44498</c:v>
                </c:pt>
                <c:pt idx="22">
                  <c:v>44501</c:v>
                </c:pt>
                <c:pt idx="23">
                  <c:v>44502</c:v>
                </c:pt>
                <c:pt idx="24">
                  <c:v>44503</c:v>
                </c:pt>
                <c:pt idx="25">
                  <c:v>44504</c:v>
                </c:pt>
                <c:pt idx="26">
                  <c:v>44505</c:v>
                </c:pt>
                <c:pt idx="27">
                  <c:v>44508</c:v>
                </c:pt>
                <c:pt idx="28">
                  <c:v>44509</c:v>
                </c:pt>
                <c:pt idx="29">
                  <c:v>44510</c:v>
                </c:pt>
                <c:pt idx="30">
                  <c:v>44511</c:v>
                </c:pt>
                <c:pt idx="31">
                  <c:v>44512</c:v>
                </c:pt>
                <c:pt idx="32">
                  <c:v>44515</c:v>
                </c:pt>
                <c:pt idx="33">
                  <c:v>44516</c:v>
                </c:pt>
                <c:pt idx="34">
                  <c:v>44517</c:v>
                </c:pt>
                <c:pt idx="35">
                  <c:v>44518</c:v>
                </c:pt>
                <c:pt idx="36">
                  <c:v>44519</c:v>
                </c:pt>
                <c:pt idx="37">
                  <c:v>44522</c:v>
                </c:pt>
                <c:pt idx="38">
                  <c:v>44523</c:v>
                </c:pt>
                <c:pt idx="39">
                  <c:v>44524</c:v>
                </c:pt>
                <c:pt idx="40">
                  <c:v>44525</c:v>
                </c:pt>
                <c:pt idx="41">
                  <c:v>44526</c:v>
                </c:pt>
                <c:pt idx="42">
                  <c:v>44529</c:v>
                </c:pt>
                <c:pt idx="43">
                  <c:v>44530</c:v>
                </c:pt>
                <c:pt idx="44">
                  <c:v>44531</c:v>
                </c:pt>
                <c:pt idx="45">
                  <c:v>44532</c:v>
                </c:pt>
                <c:pt idx="46">
                  <c:v>44533</c:v>
                </c:pt>
                <c:pt idx="47">
                  <c:v>44536</c:v>
                </c:pt>
                <c:pt idx="48">
                  <c:v>44537</c:v>
                </c:pt>
                <c:pt idx="49">
                  <c:v>44538</c:v>
                </c:pt>
                <c:pt idx="50">
                  <c:v>44539</c:v>
                </c:pt>
                <c:pt idx="51">
                  <c:v>44540</c:v>
                </c:pt>
                <c:pt idx="52">
                  <c:v>44543</c:v>
                </c:pt>
                <c:pt idx="53">
                  <c:v>44544</c:v>
                </c:pt>
                <c:pt idx="54">
                  <c:v>44545</c:v>
                </c:pt>
                <c:pt idx="55">
                  <c:v>44546</c:v>
                </c:pt>
                <c:pt idx="56">
                  <c:v>44547</c:v>
                </c:pt>
                <c:pt idx="57">
                  <c:v>44550</c:v>
                </c:pt>
                <c:pt idx="58">
                  <c:v>44551</c:v>
                </c:pt>
                <c:pt idx="59">
                  <c:v>44552</c:v>
                </c:pt>
                <c:pt idx="60">
                  <c:v>44553</c:v>
                </c:pt>
                <c:pt idx="61">
                  <c:v>44554</c:v>
                </c:pt>
                <c:pt idx="62">
                  <c:v>44557</c:v>
                </c:pt>
                <c:pt idx="63">
                  <c:v>44558</c:v>
                </c:pt>
                <c:pt idx="64">
                  <c:v>44559</c:v>
                </c:pt>
                <c:pt idx="65">
                  <c:v>44560</c:v>
                </c:pt>
                <c:pt idx="66">
                  <c:v>44561</c:v>
                </c:pt>
                <c:pt idx="67">
                  <c:v>44564</c:v>
                </c:pt>
                <c:pt idx="68">
                  <c:v>44565</c:v>
                </c:pt>
                <c:pt idx="69">
                  <c:v>44566</c:v>
                </c:pt>
                <c:pt idx="70">
                  <c:v>44567</c:v>
                </c:pt>
                <c:pt idx="71">
                  <c:v>44568</c:v>
                </c:pt>
                <c:pt idx="72">
                  <c:v>44571</c:v>
                </c:pt>
                <c:pt idx="73">
                  <c:v>44572</c:v>
                </c:pt>
                <c:pt idx="74">
                  <c:v>44573</c:v>
                </c:pt>
                <c:pt idx="75">
                  <c:v>44574</c:v>
                </c:pt>
                <c:pt idx="76">
                  <c:v>44575</c:v>
                </c:pt>
                <c:pt idx="77">
                  <c:v>44578</c:v>
                </c:pt>
                <c:pt idx="78">
                  <c:v>44579</c:v>
                </c:pt>
                <c:pt idx="79">
                  <c:v>44580</c:v>
                </c:pt>
                <c:pt idx="80">
                  <c:v>44581</c:v>
                </c:pt>
                <c:pt idx="81">
                  <c:v>44582</c:v>
                </c:pt>
                <c:pt idx="82">
                  <c:v>44585</c:v>
                </c:pt>
                <c:pt idx="83">
                  <c:v>44586</c:v>
                </c:pt>
                <c:pt idx="84">
                  <c:v>44587</c:v>
                </c:pt>
                <c:pt idx="85">
                  <c:v>44588</c:v>
                </c:pt>
                <c:pt idx="86">
                  <c:v>44589</c:v>
                </c:pt>
                <c:pt idx="87">
                  <c:v>44592</c:v>
                </c:pt>
                <c:pt idx="88">
                  <c:v>44593</c:v>
                </c:pt>
                <c:pt idx="89">
                  <c:v>44594</c:v>
                </c:pt>
                <c:pt idx="90">
                  <c:v>44595</c:v>
                </c:pt>
                <c:pt idx="91">
                  <c:v>44596</c:v>
                </c:pt>
                <c:pt idx="92">
                  <c:v>44599</c:v>
                </c:pt>
                <c:pt idx="93">
                  <c:v>44600</c:v>
                </c:pt>
                <c:pt idx="94">
                  <c:v>44601</c:v>
                </c:pt>
                <c:pt idx="95">
                  <c:v>44602</c:v>
                </c:pt>
                <c:pt idx="96">
                  <c:v>44603</c:v>
                </c:pt>
                <c:pt idx="97">
                  <c:v>44606</c:v>
                </c:pt>
                <c:pt idx="98">
                  <c:v>44607</c:v>
                </c:pt>
                <c:pt idx="99">
                  <c:v>44608</c:v>
                </c:pt>
                <c:pt idx="100">
                  <c:v>44609</c:v>
                </c:pt>
                <c:pt idx="101">
                  <c:v>44610</c:v>
                </c:pt>
                <c:pt idx="102">
                  <c:v>44613</c:v>
                </c:pt>
                <c:pt idx="103">
                  <c:v>44614</c:v>
                </c:pt>
                <c:pt idx="104">
                  <c:v>44615</c:v>
                </c:pt>
                <c:pt idx="105">
                  <c:v>44616</c:v>
                </c:pt>
                <c:pt idx="106">
                  <c:v>44617</c:v>
                </c:pt>
                <c:pt idx="107">
                  <c:v>44620</c:v>
                </c:pt>
                <c:pt idx="108">
                  <c:v>44621</c:v>
                </c:pt>
                <c:pt idx="109">
                  <c:v>44622</c:v>
                </c:pt>
                <c:pt idx="110">
                  <c:v>44623</c:v>
                </c:pt>
                <c:pt idx="111">
                  <c:v>44624</c:v>
                </c:pt>
                <c:pt idx="112">
                  <c:v>44627</c:v>
                </c:pt>
                <c:pt idx="113">
                  <c:v>44628</c:v>
                </c:pt>
                <c:pt idx="114">
                  <c:v>44629</c:v>
                </c:pt>
                <c:pt idx="115">
                  <c:v>44630</c:v>
                </c:pt>
                <c:pt idx="116">
                  <c:v>44631</c:v>
                </c:pt>
                <c:pt idx="117">
                  <c:v>44634</c:v>
                </c:pt>
                <c:pt idx="118">
                  <c:v>44635</c:v>
                </c:pt>
                <c:pt idx="119">
                  <c:v>44636</c:v>
                </c:pt>
                <c:pt idx="120">
                  <c:v>44637</c:v>
                </c:pt>
                <c:pt idx="121">
                  <c:v>44638</c:v>
                </c:pt>
                <c:pt idx="122">
                  <c:v>44641</c:v>
                </c:pt>
                <c:pt idx="123">
                  <c:v>44642</c:v>
                </c:pt>
                <c:pt idx="124">
                  <c:v>44643</c:v>
                </c:pt>
                <c:pt idx="125">
                  <c:v>44644</c:v>
                </c:pt>
                <c:pt idx="126">
                  <c:v>44645</c:v>
                </c:pt>
                <c:pt idx="127">
                  <c:v>44648</c:v>
                </c:pt>
                <c:pt idx="128">
                  <c:v>44649</c:v>
                </c:pt>
                <c:pt idx="129">
                  <c:v>44650</c:v>
                </c:pt>
                <c:pt idx="130">
                  <c:v>44651</c:v>
                </c:pt>
                <c:pt idx="131">
                  <c:v>44652</c:v>
                </c:pt>
                <c:pt idx="132">
                  <c:v>44655</c:v>
                </c:pt>
                <c:pt idx="133">
                  <c:v>44656</c:v>
                </c:pt>
                <c:pt idx="134">
                  <c:v>44657</c:v>
                </c:pt>
                <c:pt idx="135">
                  <c:v>44658</c:v>
                </c:pt>
                <c:pt idx="136">
                  <c:v>44659</c:v>
                </c:pt>
                <c:pt idx="137">
                  <c:v>44662</c:v>
                </c:pt>
                <c:pt idx="138">
                  <c:v>44663</c:v>
                </c:pt>
                <c:pt idx="139">
                  <c:v>44664</c:v>
                </c:pt>
                <c:pt idx="140">
                  <c:v>44665</c:v>
                </c:pt>
                <c:pt idx="141">
                  <c:v>44666</c:v>
                </c:pt>
                <c:pt idx="142">
                  <c:v>44669</c:v>
                </c:pt>
                <c:pt idx="143">
                  <c:v>44670</c:v>
                </c:pt>
                <c:pt idx="144">
                  <c:v>44671</c:v>
                </c:pt>
                <c:pt idx="145">
                  <c:v>44672</c:v>
                </c:pt>
                <c:pt idx="146">
                  <c:v>44673</c:v>
                </c:pt>
                <c:pt idx="147">
                  <c:v>44676</c:v>
                </c:pt>
                <c:pt idx="148">
                  <c:v>44677</c:v>
                </c:pt>
                <c:pt idx="149">
                  <c:v>44678</c:v>
                </c:pt>
                <c:pt idx="150">
                  <c:v>44679</c:v>
                </c:pt>
                <c:pt idx="151">
                  <c:v>44680</c:v>
                </c:pt>
                <c:pt idx="152">
                  <c:v>44683</c:v>
                </c:pt>
                <c:pt idx="153">
                  <c:v>44684</c:v>
                </c:pt>
                <c:pt idx="154">
                  <c:v>44685</c:v>
                </c:pt>
                <c:pt idx="155">
                  <c:v>44686</c:v>
                </c:pt>
                <c:pt idx="156">
                  <c:v>44687</c:v>
                </c:pt>
                <c:pt idx="157">
                  <c:v>44690</c:v>
                </c:pt>
                <c:pt idx="158">
                  <c:v>44691</c:v>
                </c:pt>
                <c:pt idx="159">
                  <c:v>44692</c:v>
                </c:pt>
                <c:pt idx="160">
                  <c:v>44693</c:v>
                </c:pt>
                <c:pt idx="161">
                  <c:v>44694</c:v>
                </c:pt>
                <c:pt idx="162">
                  <c:v>44697</c:v>
                </c:pt>
                <c:pt idx="163">
                  <c:v>44698</c:v>
                </c:pt>
                <c:pt idx="164">
                  <c:v>44699</c:v>
                </c:pt>
                <c:pt idx="165">
                  <c:v>44700</c:v>
                </c:pt>
                <c:pt idx="166">
                  <c:v>44701</c:v>
                </c:pt>
                <c:pt idx="167">
                  <c:v>44704</c:v>
                </c:pt>
                <c:pt idx="168">
                  <c:v>44705</c:v>
                </c:pt>
                <c:pt idx="169">
                  <c:v>44706</c:v>
                </c:pt>
                <c:pt idx="170">
                  <c:v>44707</c:v>
                </c:pt>
                <c:pt idx="171">
                  <c:v>44708</c:v>
                </c:pt>
                <c:pt idx="172">
                  <c:v>44711</c:v>
                </c:pt>
                <c:pt idx="173">
                  <c:v>44712</c:v>
                </c:pt>
                <c:pt idx="174">
                  <c:v>44713</c:v>
                </c:pt>
                <c:pt idx="175">
                  <c:v>44714</c:v>
                </c:pt>
                <c:pt idx="176">
                  <c:v>44715</c:v>
                </c:pt>
                <c:pt idx="177">
                  <c:v>44718</c:v>
                </c:pt>
                <c:pt idx="178">
                  <c:v>44719</c:v>
                </c:pt>
                <c:pt idx="179">
                  <c:v>44720</c:v>
                </c:pt>
                <c:pt idx="180">
                  <c:v>44721</c:v>
                </c:pt>
                <c:pt idx="181">
                  <c:v>44722</c:v>
                </c:pt>
                <c:pt idx="182">
                  <c:v>44725</c:v>
                </c:pt>
                <c:pt idx="183">
                  <c:v>44726</c:v>
                </c:pt>
                <c:pt idx="184">
                  <c:v>44727</c:v>
                </c:pt>
                <c:pt idx="185">
                  <c:v>44728</c:v>
                </c:pt>
                <c:pt idx="186">
                  <c:v>44729</c:v>
                </c:pt>
                <c:pt idx="187">
                  <c:v>44732</c:v>
                </c:pt>
                <c:pt idx="188">
                  <c:v>44733</c:v>
                </c:pt>
                <c:pt idx="189">
                  <c:v>44734</c:v>
                </c:pt>
                <c:pt idx="190">
                  <c:v>44735</c:v>
                </c:pt>
                <c:pt idx="191">
                  <c:v>44736</c:v>
                </c:pt>
                <c:pt idx="192">
                  <c:v>44739</c:v>
                </c:pt>
                <c:pt idx="193">
                  <c:v>44740</c:v>
                </c:pt>
                <c:pt idx="194">
                  <c:v>44741</c:v>
                </c:pt>
                <c:pt idx="195">
                  <c:v>44742</c:v>
                </c:pt>
                <c:pt idx="196">
                  <c:v>44743</c:v>
                </c:pt>
                <c:pt idx="197">
                  <c:v>44746</c:v>
                </c:pt>
                <c:pt idx="198">
                  <c:v>44747</c:v>
                </c:pt>
                <c:pt idx="199">
                  <c:v>44748</c:v>
                </c:pt>
                <c:pt idx="200">
                  <c:v>44749</c:v>
                </c:pt>
                <c:pt idx="201">
                  <c:v>44750</c:v>
                </c:pt>
                <c:pt idx="202">
                  <c:v>44753</c:v>
                </c:pt>
                <c:pt idx="203">
                  <c:v>44754</c:v>
                </c:pt>
                <c:pt idx="204">
                  <c:v>44755</c:v>
                </c:pt>
                <c:pt idx="205">
                  <c:v>44756</c:v>
                </c:pt>
                <c:pt idx="206">
                  <c:v>44757</c:v>
                </c:pt>
                <c:pt idx="207">
                  <c:v>44760</c:v>
                </c:pt>
                <c:pt idx="208">
                  <c:v>44761</c:v>
                </c:pt>
                <c:pt idx="209">
                  <c:v>44762</c:v>
                </c:pt>
                <c:pt idx="210">
                  <c:v>44763</c:v>
                </c:pt>
                <c:pt idx="211">
                  <c:v>44764</c:v>
                </c:pt>
                <c:pt idx="212">
                  <c:v>44767</c:v>
                </c:pt>
                <c:pt idx="213">
                  <c:v>44768</c:v>
                </c:pt>
                <c:pt idx="214">
                  <c:v>44769</c:v>
                </c:pt>
                <c:pt idx="215">
                  <c:v>44770</c:v>
                </c:pt>
                <c:pt idx="216">
                  <c:v>44771</c:v>
                </c:pt>
                <c:pt idx="217">
                  <c:v>44774</c:v>
                </c:pt>
                <c:pt idx="218">
                  <c:v>44775</c:v>
                </c:pt>
                <c:pt idx="219">
                  <c:v>44776</c:v>
                </c:pt>
                <c:pt idx="220">
                  <c:v>44777</c:v>
                </c:pt>
                <c:pt idx="221">
                  <c:v>44778</c:v>
                </c:pt>
                <c:pt idx="222">
                  <c:v>44781</c:v>
                </c:pt>
                <c:pt idx="223">
                  <c:v>44782</c:v>
                </c:pt>
                <c:pt idx="224">
                  <c:v>44783</c:v>
                </c:pt>
                <c:pt idx="225">
                  <c:v>44784</c:v>
                </c:pt>
                <c:pt idx="226">
                  <c:v>44785</c:v>
                </c:pt>
                <c:pt idx="227">
                  <c:v>44788</c:v>
                </c:pt>
                <c:pt idx="228">
                  <c:v>44789</c:v>
                </c:pt>
                <c:pt idx="229">
                  <c:v>44790</c:v>
                </c:pt>
                <c:pt idx="230">
                  <c:v>44791</c:v>
                </c:pt>
                <c:pt idx="231">
                  <c:v>44792</c:v>
                </c:pt>
                <c:pt idx="232">
                  <c:v>44795</c:v>
                </c:pt>
                <c:pt idx="233">
                  <c:v>44796</c:v>
                </c:pt>
                <c:pt idx="234">
                  <c:v>44797</c:v>
                </c:pt>
                <c:pt idx="235">
                  <c:v>44798</c:v>
                </c:pt>
                <c:pt idx="236">
                  <c:v>44799</c:v>
                </c:pt>
                <c:pt idx="237">
                  <c:v>44802</c:v>
                </c:pt>
                <c:pt idx="238">
                  <c:v>44803</c:v>
                </c:pt>
                <c:pt idx="239">
                  <c:v>44804</c:v>
                </c:pt>
                <c:pt idx="240">
                  <c:v>44805</c:v>
                </c:pt>
                <c:pt idx="241">
                  <c:v>44806</c:v>
                </c:pt>
                <c:pt idx="242">
                  <c:v>44809</c:v>
                </c:pt>
                <c:pt idx="243">
                  <c:v>44810</c:v>
                </c:pt>
                <c:pt idx="244">
                  <c:v>44811</c:v>
                </c:pt>
                <c:pt idx="245">
                  <c:v>44812</c:v>
                </c:pt>
                <c:pt idx="246">
                  <c:v>44813</c:v>
                </c:pt>
                <c:pt idx="247">
                  <c:v>44816</c:v>
                </c:pt>
                <c:pt idx="248">
                  <c:v>44817</c:v>
                </c:pt>
                <c:pt idx="249">
                  <c:v>44818</c:v>
                </c:pt>
                <c:pt idx="250">
                  <c:v>44819</c:v>
                </c:pt>
                <c:pt idx="251">
                  <c:v>44820</c:v>
                </c:pt>
                <c:pt idx="252">
                  <c:v>44823</c:v>
                </c:pt>
                <c:pt idx="253">
                  <c:v>44824</c:v>
                </c:pt>
                <c:pt idx="254">
                  <c:v>44825</c:v>
                </c:pt>
                <c:pt idx="255">
                  <c:v>44826</c:v>
                </c:pt>
                <c:pt idx="256">
                  <c:v>44827</c:v>
                </c:pt>
                <c:pt idx="257">
                  <c:v>44830</c:v>
                </c:pt>
                <c:pt idx="258">
                  <c:v>44831</c:v>
                </c:pt>
                <c:pt idx="259">
                  <c:v>44832</c:v>
                </c:pt>
                <c:pt idx="260">
                  <c:v>44833</c:v>
                </c:pt>
                <c:pt idx="261">
                  <c:v>44834</c:v>
                </c:pt>
                <c:pt idx="262">
                  <c:v>44837</c:v>
                </c:pt>
                <c:pt idx="263">
                  <c:v>44838</c:v>
                </c:pt>
                <c:pt idx="264">
                  <c:v>44839</c:v>
                </c:pt>
                <c:pt idx="265">
                  <c:v>44840</c:v>
                </c:pt>
                <c:pt idx="266">
                  <c:v>44841</c:v>
                </c:pt>
                <c:pt idx="267">
                  <c:v>44844</c:v>
                </c:pt>
                <c:pt idx="268">
                  <c:v>44845</c:v>
                </c:pt>
                <c:pt idx="269">
                  <c:v>44846</c:v>
                </c:pt>
                <c:pt idx="270">
                  <c:v>44847</c:v>
                </c:pt>
                <c:pt idx="271">
                  <c:v>44848</c:v>
                </c:pt>
                <c:pt idx="272">
                  <c:v>44851</c:v>
                </c:pt>
                <c:pt idx="273">
                  <c:v>44852</c:v>
                </c:pt>
                <c:pt idx="274">
                  <c:v>44853</c:v>
                </c:pt>
                <c:pt idx="275">
                  <c:v>44854</c:v>
                </c:pt>
                <c:pt idx="276">
                  <c:v>44855</c:v>
                </c:pt>
                <c:pt idx="277">
                  <c:v>44858</c:v>
                </c:pt>
                <c:pt idx="278">
                  <c:v>44859</c:v>
                </c:pt>
                <c:pt idx="279">
                  <c:v>44860</c:v>
                </c:pt>
                <c:pt idx="280">
                  <c:v>44861</c:v>
                </c:pt>
                <c:pt idx="281">
                  <c:v>44862</c:v>
                </c:pt>
                <c:pt idx="282">
                  <c:v>44865</c:v>
                </c:pt>
                <c:pt idx="283">
                  <c:v>44866</c:v>
                </c:pt>
                <c:pt idx="284">
                  <c:v>44867</c:v>
                </c:pt>
                <c:pt idx="285">
                  <c:v>44868</c:v>
                </c:pt>
                <c:pt idx="286">
                  <c:v>44869</c:v>
                </c:pt>
                <c:pt idx="287">
                  <c:v>44872</c:v>
                </c:pt>
                <c:pt idx="288">
                  <c:v>44873</c:v>
                </c:pt>
                <c:pt idx="289">
                  <c:v>44874</c:v>
                </c:pt>
                <c:pt idx="290">
                  <c:v>44875</c:v>
                </c:pt>
                <c:pt idx="291">
                  <c:v>44876</c:v>
                </c:pt>
                <c:pt idx="292">
                  <c:v>44879</c:v>
                </c:pt>
                <c:pt idx="293">
                  <c:v>44880</c:v>
                </c:pt>
                <c:pt idx="294">
                  <c:v>44881</c:v>
                </c:pt>
                <c:pt idx="295">
                  <c:v>44882</c:v>
                </c:pt>
                <c:pt idx="296">
                  <c:v>44883</c:v>
                </c:pt>
                <c:pt idx="297">
                  <c:v>44886</c:v>
                </c:pt>
                <c:pt idx="298">
                  <c:v>44887</c:v>
                </c:pt>
                <c:pt idx="299">
                  <c:v>44888</c:v>
                </c:pt>
                <c:pt idx="300">
                  <c:v>44889</c:v>
                </c:pt>
                <c:pt idx="301">
                  <c:v>44890</c:v>
                </c:pt>
                <c:pt idx="302">
                  <c:v>44893</c:v>
                </c:pt>
                <c:pt idx="303">
                  <c:v>44894</c:v>
                </c:pt>
                <c:pt idx="304">
                  <c:v>44895</c:v>
                </c:pt>
                <c:pt idx="305">
                  <c:v>44896</c:v>
                </c:pt>
                <c:pt idx="306">
                  <c:v>44897</c:v>
                </c:pt>
                <c:pt idx="307">
                  <c:v>44900</c:v>
                </c:pt>
                <c:pt idx="308">
                  <c:v>44901</c:v>
                </c:pt>
                <c:pt idx="309">
                  <c:v>44902</c:v>
                </c:pt>
                <c:pt idx="310">
                  <c:v>44903</c:v>
                </c:pt>
                <c:pt idx="311">
                  <c:v>44904</c:v>
                </c:pt>
                <c:pt idx="312">
                  <c:v>44907</c:v>
                </c:pt>
                <c:pt idx="313">
                  <c:v>44908</c:v>
                </c:pt>
                <c:pt idx="314">
                  <c:v>44909</c:v>
                </c:pt>
                <c:pt idx="315">
                  <c:v>44910</c:v>
                </c:pt>
                <c:pt idx="316">
                  <c:v>44911</c:v>
                </c:pt>
                <c:pt idx="317">
                  <c:v>44914</c:v>
                </c:pt>
                <c:pt idx="318">
                  <c:v>44915</c:v>
                </c:pt>
                <c:pt idx="319">
                  <c:v>44916</c:v>
                </c:pt>
                <c:pt idx="320">
                  <c:v>44917</c:v>
                </c:pt>
                <c:pt idx="321">
                  <c:v>44918</c:v>
                </c:pt>
                <c:pt idx="322">
                  <c:v>44921</c:v>
                </c:pt>
                <c:pt idx="323">
                  <c:v>44922</c:v>
                </c:pt>
                <c:pt idx="324">
                  <c:v>44923</c:v>
                </c:pt>
                <c:pt idx="325">
                  <c:v>44924</c:v>
                </c:pt>
                <c:pt idx="326">
                  <c:v>44925</c:v>
                </c:pt>
                <c:pt idx="327">
                  <c:v>44928</c:v>
                </c:pt>
                <c:pt idx="328">
                  <c:v>44929</c:v>
                </c:pt>
                <c:pt idx="329">
                  <c:v>44930</c:v>
                </c:pt>
                <c:pt idx="330">
                  <c:v>44931</c:v>
                </c:pt>
                <c:pt idx="331">
                  <c:v>44932</c:v>
                </c:pt>
                <c:pt idx="332">
                  <c:v>44935</c:v>
                </c:pt>
                <c:pt idx="333">
                  <c:v>44936</c:v>
                </c:pt>
                <c:pt idx="334">
                  <c:v>44937</c:v>
                </c:pt>
                <c:pt idx="335">
                  <c:v>44938</c:v>
                </c:pt>
                <c:pt idx="336">
                  <c:v>44939</c:v>
                </c:pt>
                <c:pt idx="337">
                  <c:v>44942</c:v>
                </c:pt>
                <c:pt idx="338">
                  <c:v>44943</c:v>
                </c:pt>
                <c:pt idx="339">
                  <c:v>44944</c:v>
                </c:pt>
                <c:pt idx="340">
                  <c:v>44945</c:v>
                </c:pt>
                <c:pt idx="341">
                  <c:v>44946</c:v>
                </c:pt>
                <c:pt idx="342">
                  <c:v>44949</c:v>
                </c:pt>
                <c:pt idx="343">
                  <c:v>44950</c:v>
                </c:pt>
                <c:pt idx="344">
                  <c:v>44951</c:v>
                </c:pt>
                <c:pt idx="345">
                  <c:v>44952</c:v>
                </c:pt>
                <c:pt idx="346">
                  <c:v>44953</c:v>
                </c:pt>
                <c:pt idx="347">
                  <c:v>44956</c:v>
                </c:pt>
                <c:pt idx="348">
                  <c:v>44957</c:v>
                </c:pt>
                <c:pt idx="349">
                  <c:v>44958</c:v>
                </c:pt>
                <c:pt idx="350">
                  <c:v>44959</c:v>
                </c:pt>
                <c:pt idx="351">
                  <c:v>44960</c:v>
                </c:pt>
                <c:pt idx="352">
                  <c:v>44963</c:v>
                </c:pt>
                <c:pt idx="353">
                  <c:v>44964</c:v>
                </c:pt>
                <c:pt idx="354">
                  <c:v>44965</c:v>
                </c:pt>
                <c:pt idx="355">
                  <c:v>44966</c:v>
                </c:pt>
                <c:pt idx="356">
                  <c:v>44967</c:v>
                </c:pt>
                <c:pt idx="357">
                  <c:v>44970</c:v>
                </c:pt>
                <c:pt idx="358">
                  <c:v>44971</c:v>
                </c:pt>
                <c:pt idx="359">
                  <c:v>44972</c:v>
                </c:pt>
                <c:pt idx="360">
                  <c:v>44973</c:v>
                </c:pt>
                <c:pt idx="361">
                  <c:v>44974</c:v>
                </c:pt>
                <c:pt idx="362">
                  <c:v>44977</c:v>
                </c:pt>
                <c:pt idx="363">
                  <c:v>44978</c:v>
                </c:pt>
                <c:pt idx="364">
                  <c:v>44979</c:v>
                </c:pt>
                <c:pt idx="365">
                  <c:v>44980</c:v>
                </c:pt>
                <c:pt idx="366">
                  <c:v>44981</c:v>
                </c:pt>
                <c:pt idx="367">
                  <c:v>44984</c:v>
                </c:pt>
                <c:pt idx="368">
                  <c:v>44985</c:v>
                </c:pt>
                <c:pt idx="369">
                  <c:v>44986</c:v>
                </c:pt>
                <c:pt idx="370">
                  <c:v>44987</c:v>
                </c:pt>
                <c:pt idx="371">
                  <c:v>44988</c:v>
                </c:pt>
                <c:pt idx="372">
                  <c:v>44991</c:v>
                </c:pt>
                <c:pt idx="373">
                  <c:v>44992</c:v>
                </c:pt>
                <c:pt idx="374">
                  <c:v>44993</c:v>
                </c:pt>
                <c:pt idx="375">
                  <c:v>44994</c:v>
                </c:pt>
                <c:pt idx="376">
                  <c:v>44995</c:v>
                </c:pt>
                <c:pt idx="377">
                  <c:v>44998</c:v>
                </c:pt>
                <c:pt idx="378">
                  <c:v>44999</c:v>
                </c:pt>
                <c:pt idx="379">
                  <c:v>45000</c:v>
                </c:pt>
                <c:pt idx="380">
                  <c:v>45001</c:v>
                </c:pt>
                <c:pt idx="381">
                  <c:v>45002</c:v>
                </c:pt>
                <c:pt idx="382">
                  <c:v>45005</c:v>
                </c:pt>
                <c:pt idx="383">
                  <c:v>45006</c:v>
                </c:pt>
                <c:pt idx="384">
                  <c:v>45007</c:v>
                </c:pt>
                <c:pt idx="385">
                  <c:v>45008</c:v>
                </c:pt>
                <c:pt idx="386">
                  <c:v>45009</c:v>
                </c:pt>
                <c:pt idx="387">
                  <c:v>45012</c:v>
                </c:pt>
                <c:pt idx="388">
                  <c:v>45013</c:v>
                </c:pt>
                <c:pt idx="389">
                  <c:v>45014</c:v>
                </c:pt>
                <c:pt idx="390">
                  <c:v>45015</c:v>
                </c:pt>
                <c:pt idx="391">
                  <c:v>45016</c:v>
                </c:pt>
                <c:pt idx="392">
                  <c:v>45019</c:v>
                </c:pt>
                <c:pt idx="393">
                  <c:v>45020</c:v>
                </c:pt>
                <c:pt idx="394">
                  <c:v>45021</c:v>
                </c:pt>
                <c:pt idx="395">
                  <c:v>45022</c:v>
                </c:pt>
                <c:pt idx="396">
                  <c:v>45023</c:v>
                </c:pt>
                <c:pt idx="397">
                  <c:v>45026</c:v>
                </c:pt>
                <c:pt idx="398">
                  <c:v>45027</c:v>
                </c:pt>
                <c:pt idx="399">
                  <c:v>45028</c:v>
                </c:pt>
                <c:pt idx="400">
                  <c:v>45029</c:v>
                </c:pt>
                <c:pt idx="401">
                  <c:v>45030</c:v>
                </c:pt>
                <c:pt idx="402">
                  <c:v>45033</c:v>
                </c:pt>
                <c:pt idx="403">
                  <c:v>45034</c:v>
                </c:pt>
                <c:pt idx="404">
                  <c:v>45035</c:v>
                </c:pt>
                <c:pt idx="405">
                  <c:v>45036</c:v>
                </c:pt>
                <c:pt idx="406">
                  <c:v>45037</c:v>
                </c:pt>
                <c:pt idx="407">
                  <c:v>45040</c:v>
                </c:pt>
                <c:pt idx="408">
                  <c:v>45041</c:v>
                </c:pt>
                <c:pt idx="409">
                  <c:v>45042</c:v>
                </c:pt>
                <c:pt idx="410">
                  <c:v>45043</c:v>
                </c:pt>
                <c:pt idx="411">
                  <c:v>45044</c:v>
                </c:pt>
                <c:pt idx="412">
                  <c:v>45047</c:v>
                </c:pt>
                <c:pt idx="413">
                  <c:v>45048</c:v>
                </c:pt>
                <c:pt idx="414">
                  <c:v>45049</c:v>
                </c:pt>
                <c:pt idx="415">
                  <c:v>45050</c:v>
                </c:pt>
                <c:pt idx="416">
                  <c:v>45051</c:v>
                </c:pt>
                <c:pt idx="417">
                  <c:v>45054</c:v>
                </c:pt>
                <c:pt idx="418">
                  <c:v>45055</c:v>
                </c:pt>
                <c:pt idx="419">
                  <c:v>45056</c:v>
                </c:pt>
                <c:pt idx="420">
                  <c:v>45057</c:v>
                </c:pt>
                <c:pt idx="421">
                  <c:v>45058</c:v>
                </c:pt>
                <c:pt idx="422">
                  <c:v>45061</c:v>
                </c:pt>
                <c:pt idx="423">
                  <c:v>45062</c:v>
                </c:pt>
                <c:pt idx="424">
                  <c:v>45063</c:v>
                </c:pt>
                <c:pt idx="425">
                  <c:v>45064</c:v>
                </c:pt>
                <c:pt idx="426">
                  <c:v>45065</c:v>
                </c:pt>
                <c:pt idx="427">
                  <c:v>45068</c:v>
                </c:pt>
                <c:pt idx="428">
                  <c:v>45069</c:v>
                </c:pt>
                <c:pt idx="429">
                  <c:v>45070</c:v>
                </c:pt>
                <c:pt idx="430">
                  <c:v>45071</c:v>
                </c:pt>
                <c:pt idx="431">
                  <c:v>45072</c:v>
                </c:pt>
                <c:pt idx="432">
                  <c:v>45075</c:v>
                </c:pt>
                <c:pt idx="433">
                  <c:v>45076</c:v>
                </c:pt>
                <c:pt idx="434">
                  <c:v>45077</c:v>
                </c:pt>
                <c:pt idx="435">
                  <c:v>45078</c:v>
                </c:pt>
                <c:pt idx="436">
                  <c:v>45079</c:v>
                </c:pt>
                <c:pt idx="437">
                  <c:v>45082</c:v>
                </c:pt>
                <c:pt idx="438">
                  <c:v>45083</c:v>
                </c:pt>
                <c:pt idx="439">
                  <c:v>45084</c:v>
                </c:pt>
                <c:pt idx="440">
                  <c:v>45085</c:v>
                </c:pt>
                <c:pt idx="441">
                  <c:v>45086</c:v>
                </c:pt>
                <c:pt idx="442">
                  <c:v>45089</c:v>
                </c:pt>
                <c:pt idx="443">
                  <c:v>45090</c:v>
                </c:pt>
                <c:pt idx="444">
                  <c:v>45091</c:v>
                </c:pt>
                <c:pt idx="445">
                  <c:v>45092</c:v>
                </c:pt>
                <c:pt idx="446">
                  <c:v>45093</c:v>
                </c:pt>
                <c:pt idx="447">
                  <c:v>45096</c:v>
                </c:pt>
                <c:pt idx="448">
                  <c:v>45097</c:v>
                </c:pt>
                <c:pt idx="449">
                  <c:v>45098</c:v>
                </c:pt>
                <c:pt idx="450">
                  <c:v>45099</c:v>
                </c:pt>
                <c:pt idx="451">
                  <c:v>45100</c:v>
                </c:pt>
                <c:pt idx="452">
                  <c:v>45103</c:v>
                </c:pt>
                <c:pt idx="453">
                  <c:v>45104</c:v>
                </c:pt>
                <c:pt idx="454">
                  <c:v>45105</c:v>
                </c:pt>
                <c:pt idx="455">
                  <c:v>45106</c:v>
                </c:pt>
                <c:pt idx="456">
                  <c:v>45107</c:v>
                </c:pt>
                <c:pt idx="457">
                  <c:v>45110</c:v>
                </c:pt>
                <c:pt idx="458">
                  <c:v>45111</c:v>
                </c:pt>
                <c:pt idx="459">
                  <c:v>45112</c:v>
                </c:pt>
                <c:pt idx="460">
                  <c:v>45113</c:v>
                </c:pt>
                <c:pt idx="461">
                  <c:v>45114</c:v>
                </c:pt>
                <c:pt idx="462">
                  <c:v>45117</c:v>
                </c:pt>
                <c:pt idx="463">
                  <c:v>45118</c:v>
                </c:pt>
                <c:pt idx="464">
                  <c:v>45119</c:v>
                </c:pt>
                <c:pt idx="465">
                  <c:v>45120</c:v>
                </c:pt>
                <c:pt idx="466">
                  <c:v>45121</c:v>
                </c:pt>
                <c:pt idx="467">
                  <c:v>45124</c:v>
                </c:pt>
                <c:pt idx="468">
                  <c:v>45125</c:v>
                </c:pt>
                <c:pt idx="469">
                  <c:v>45126</c:v>
                </c:pt>
                <c:pt idx="470">
                  <c:v>45127</c:v>
                </c:pt>
                <c:pt idx="471">
                  <c:v>45128</c:v>
                </c:pt>
                <c:pt idx="472">
                  <c:v>45131</c:v>
                </c:pt>
                <c:pt idx="473">
                  <c:v>45132</c:v>
                </c:pt>
                <c:pt idx="474">
                  <c:v>45133</c:v>
                </c:pt>
                <c:pt idx="475">
                  <c:v>45134</c:v>
                </c:pt>
                <c:pt idx="476">
                  <c:v>45135</c:v>
                </c:pt>
                <c:pt idx="477">
                  <c:v>45138</c:v>
                </c:pt>
                <c:pt idx="478">
                  <c:v>45139</c:v>
                </c:pt>
                <c:pt idx="479">
                  <c:v>45140</c:v>
                </c:pt>
                <c:pt idx="480">
                  <c:v>45141</c:v>
                </c:pt>
                <c:pt idx="481">
                  <c:v>45142</c:v>
                </c:pt>
                <c:pt idx="482">
                  <c:v>45145</c:v>
                </c:pt>
                <c:pt idx="483">
                  <c:v>45146</c:v>
                </c:pt>
                <c:pt idx="484">
                  <c:v>45147</c:v>
                </c:pt>
                <c:pt idx="485">
                  <c:v>45148</c:v>
                </c:pt>
                <c:pt idx="486">
                  <c:v>45149</c:v>
                </c:pt>
                <c:pt idx="487">
                  <c:v>45152</c:v>
                </c:pt>
                <c:pt idx="488">
                  <c:v>45153</c:v>
                </c:pt>
                <c:pt idx="489">
                  <c:v>45154</c:v>
                </c:pt>
                <c:pt idx="490">
                  <c:v>45155</c:v>
                </c:pt>
                <c:pt idx="491">
                  <c:v>45156</c:v>
                </c:pt>
                <c:pt idx="492">
                  <c:v>45159</c:v>
                </c:pt>
                <c:pt idx="493">
                  <c:v>45160</c:v>
                </c:pt>
                <c:pt idx="494">
                  <c:v>45161</c:v>
                </c:pt>
                <c:pt idx="495">
                  <c:v>45162</c:v>
                </c:pt>
                <c:pt idx="496">
                  <c:v>45163</c:v>
                </c:pt>
                <c:pt idx="497">
                  <c:v>45166</c:v>
                </c:pt>
                <c:pt idx="498">
                  <c:v>45167</c:v>
                </c:pt>
                <c:pt idx="499">
                  <c:v>45168</c:v>
                </c:pt>
                <c:pt idx="500">
                  <c:v>45169</c:v>
                </c:pt>
                <c:pt idx="501">
                  <c:v>45170</c:v>
                </c:pt>
                <c:pt idx="502">
                  <c:v>45173</c:v>
                </c:pt>
                <c:pt idx="503">
                  <c:v>45174</c:v>
                </c:pt>
                <c:pt idx="504">
                  <c:v>45175</c:v>
                </c:pt>
                <c:pt idx="505">
                  <c:v>45176</c:v>
                </c:pt>
                <c:pt idx="506">
                  <c:v>45177</c:v>
                </c:pt>
                <c:pt idx="507">
                  <c:v>45180</c:v>
                </c:pt>
                <c:pt idx="508">
                  <c:v>45181</c:v>
                </c:pt>
                <c:pt idx="509">
                  <c:v>45182</c:v>
                </c:pt>
                <c:pt idx="510">
                  <c:v>45183</c:v>
                </c:pt>
                <c:pt idx="511">
                  <c:v>45184</c:v>
                </c:pt>
                <c:pt idx="512">
                  <c:v>45187</c:v>
                </c:pt>
                <c:pt idx="513">
                  <c:v>45188</c:v>
                </c:pt>
                <c:pt idx="514">
                  <c:v>45189</c:v>
                </c:pt>
                <c:pt idx="515">
                  <c:v>45190</c:v>
                </c:pt>
                <c:pt idx="516">
                  <c:v>45191</c:v>
                </c:pt>
                <c:pt idx="517">
                  <c:v>45194</c:v>
                </c:pt>
                <c:pt idx="518">
                  <c:v>45195</c:v>
                </c:pt>
                <c:pt idx="519">
                  <c:v>45196</c:v>
                </c:pt>
                <c:pt idx="520">
                  <c:v>45197</c:v>
                </c:pt>
                <c:pt idx="521">
                  <c:v>45198</c:v>
                </c:pt>
                <c:pt idx="522">
                  <c:v>45201</c:v>
                </c:pt>
                <c:pt idx="523">
                  <c:v>45202</c:v>
                </c:pt>
                <c:pt idx="524">
                  <c:v>45203</c:v>
                </c:pt>
                <c:pt idx="525">
                  <c:v>45204</c:v>
                </c:pt>
                <c:pt idx="526">
                  <c:v>45205</c:v>
                </c:pt>
                <c:pt idx="527">
                  <c:v>45208</c:v>
                </c:pt>
                <c:pt idx="528">
                  <c:v>45209</c:v>
                </c:pt>
                <c:pt idx="529">
                  <c:v>45210</c:v>
                </c:pt>
                <c:pt idx="530">
                  <c:v>45211</c:v>
                </c:pt>
                <c:pt idx="531">
                  <c:v>45212</c:v>
                </c:pt>
                <c:pt idx="532">
                  <c:v>45215</c:v>
                </c:pt>
                <c:pt idx="533">
                  <c:v>45216</c:v>
                </c:pt>
                <c:pt idx="534">
                  <c:v>45217</c:v>
                </c:pt>
                <c:pt idx="535">
                  <c:v>45218</c:v>
                </c:pt>
                <c:pt idx="536">
                  <c:v>45219</c:v>
                </c:pt>
                <c:pt idx="537">
                  <c:v>45222</c:v>
                </c:pt>
                <c:pt idx="538">
                  <c:v>45223</c:v>
                </c:pt>
                <c:pt idx="539">
                  <c:v>45224</c:v>
                </c:pt>
                <c:pt idx="540">
                  <c:v>45225</c:v>
                </c:pt>
                <c:pt idx="541">
                  <c:v>45226</c:v>
                </c:pt>
                <c:pt idx="542">
                  <c:v>45229</c:v>
                </c:pt>
                <c:pt idx="543">
                  <c:v>45230</c:v>
                </c:pt>
                <c:pt idx="544">
                  <c:v>45231</c:v>
                </c:pt>
                <c:pt idx="545">
                  <c:v>45232</c:v>
                </c:pt>
                <c:pt idx="546">
                  <c:v>45233</c:v>
                </c:pt>
                <c:pt idx="547">
                  <c:v>45236</c:v>
                </c:pt>
                <c:pt idx="548">
                  <c:v>45237</c:v>
                </c:pt>
                <c:pt idx="549">
                  <c:v>45238</c:v>
                </c:pt>
                <c:pt idx="550">
                  <c:v>45239</c:v>
                </c:pt>
                <c:pt idx="551">
                  <c:v>45240</c:v>
                </c:pt>
                <c:pt idx="552">
                  <c:v>45243</c:v>
                </c:pt>
                <c:pt idx="553">
                  <c:v>45244</c:v>
                </c:pt>
                <c:pt idx="554">
                  <c:v>45245</c:v>
                </c:pt>
                <c:pt idx="555">
                  <c:v>45246</c:v>
                </c:pt>
                <c:pt idx="556">
                  <c:v>45247</c:v>
                </c:pt>
                <c:pt idx="557">
                  <c:v>45250</c:v>
                </c:pt>
                <c:pt idx="558">
                  <c:v>45251</c:v>
                </c:pt>
                <c:pt idx="559">
                  <c:v>45252</c:v>
                </c:pt>
                <c:pt idx="560">
                  <c:v>45253</c:v>
                </c:pt>
                <c:pt idx="561">
                  <c:v>45254</c:v>
                </c:pt>
                <c:pt idx="562">
                  <c:v>45257</c:v>
                </c:pt>
                <c:pt idx="563">
                  <c:v>45258</c:v>
                </c:pt>
                <c:pt idx="564">
                  <c:v>45259</c:v>
                </c:pt>
                <c:pt idx="565">
                  <c:v>45260</c:v>
                </c:pt>
                <c:pt idx="566">
                  <c:v>45261</c:v>
                </c:pt>
                <c:pt idx="567">
                  <c:v>45264</c:v>
                </c:pt>
                <c:pt idx="568">
                  <c:v>45265</c:v>
                </c:pt>
                <c:pt idx="569">
                  <c:v>45266</c:v>
                </c:pt>
                <c:pt idx="570">
                  <c:v>45267</c:v>
                </c:pt>
                <c:pt idx="571">
                  <c:v>45268</c:v>
                </c:pt>
                <c:pt idx="572">
                  <c:v>45271</c:v>
                </c:pt>
                <c:pt idx="573">
                  <c:v>45272</c:v>
                </c:pt>
                <c:pt idx="574">
                  <c:v>45273</c:v>
                </c:pt>
                <c:pt idx="575">
                  <c:v>45274</c:v>
                </c:pt>
                <c:pt idx="576">
                  <c:v>45275</c:v>
                </c:pt>
                <c:pt idx="577">
                  <c:v>45278</c:v>
                </c:pt>
                <c:pt idx="578">
                  <c:v>45279</c:v>
                </c:pt>
                <c:pt idx="579">
                  <c:v>45280</c:v>
                </c:pt>
                <c:pt idx="580">
                  <c:v>45281</c:v>
                </c:pt>
                <c:pt idx="581">
                  <c:v>45282</c:v>
                </c:pt>
                <c:pt idx="582">
                  <c:v>45285</c:v>
                </c:pt>
                <c:pt idx="583">
                  <c:v>45286</c:v>
                </c:pt>
                <c:pt idx="584">
                  <c:v>45287</c:v>
                </c:pt>
                <c:pt idx="585">
                  <c:v>45288</c:v>
                </c:pt>
                <c:pt idx="586">
                  <c:v>45289</c:v>
                </c:pt>
                <c:pt idx="587">
                  <c:v>45292</c:v>
                </c:pt>
                <c:pt idx="588">
                  <c:v>45293</c:v>
                </c:pt>
                <c:pt idx="589">
                  <c:v>45294</c:v>
                </c:pt>
                <c:pt idx="590">
                  <c:v>45295</c:v>
                </c:pt>
                <c:pt idx="591">
                  <c:v>45296</c:v>
                </c:pt>
                <c:pt idx="592">
                  <c:v>45299</c:v>
                </c:pt>
                <c:pt idx="593">
                  <c:v>45300</c:v>
                </c:pt>
                <c:pt idx="594">
                  <c:v>45301</c:v>
                </c:pt>
                <c:pt idx="595">
                  <c:v>45302</c:v>
                </c:pt>
                <c:pt idx="596">
                  <c:v>45303</c:v>
                </c:pt>
                <c:pt idx="597">
                  <c:v>45306</c:v>
                </c:pt>
                <c:pt idx="598">
                  <c:v>45307</c:v>
                </c:pt>
                <c:pt idx="599">
                  <c:v>45308</c:v>
                </c:pt>
                <c:pt idx="600">
                  <c:v>45309</c:v>
                </c:pt>
                <c:pt idx="601">
                  <c:v>45310</c:v>
                </c:pt>
                <c:pt idx="602">
                  <c:v>45313</c:v>
                </c:pt>
                <c:pt idx="603">
                  <c:v>45314</c:v>
                </c:pt>
                <c:pt idx="604">
                  <c:v>45315</c:v>
                </c:pt>
                <c:pt idx="605">
                  <c:v>45316</c:v>
                </c:pt>
                <c:pt idx="606">
                  <c:v>45317</c:v>
                </c:pt>
                <c:pt idx="607">
                  <c:v>45320</c:v>
                </c:pt>
                <c:pt idx="608">
                  <c:v>45321</c:v>
                </c:pt>
                <c:pt idx="609">
                  <c:v>45322</c:v>
                </c:pt>
                <c:pt idx="610">
                  <c:v>45323</c:v>
                </c:pt>
                <c:pt idx="611">
                  <c:v>45324</c:v>
                </c:pt>
                <c:pt idx="612">
                  <c:v>45327</c:v>
                </c:pt>
                <c:pt idx="613">
                  <c:v>45328</c:v>
                </c:pt>
                <c:pt idx="614">
                  <c:v>45329</c:v>
                </c:pt>
                <c:pt idx="615">
                  <c:v>45330</c:v>
                </c:pt>
                <c:pt idx="616">
                  <c:v>45331</c:v>
                </c:pt>
                <c:pt idx="617">
                  <c:v>45334</c:v>
                </c:pt>
                <c:pt idx="618">
                  <c:v>45335</c:v>
                </c:pt>
                <c:pt idx="619">
                  <c:v>45336</c:v>
                </c:pt>
                <c:pt idx="620">
                  <c:v>45337</c:v>
                </c:pt>
                <c:pt idx="621">
                  <c:v>45338</c:v>
                </c:pt>
                <c:pt idx="622">
                  <c:v>45341</c:v>
                </c:pt>
                <c:pt idx="623">
                  <c:v>45342</c:v>
                </c:pt>
                <c:pt idx="624">
                  <c:v>45343</c:v>
                </c:pt>
                <c:pt idx="625">
                  <c:v>45344</c:v>
                </c:pt>
                <c:pt idx="626">
                  <c:v>45345</c:v>
                </c:pt>
                <c:pt idx="627">
                  <c:v>45348</c:v>
                </c:pt>
                <c:pt idx="628">
                  <c:v>45349</c:v>
                </c:pt>
                <c:pt idx="629">
                  <c:v>45350</c:v>
                </c:pt>
                <c:pt idx="630">
                  <c:v>45351</c:v>
                </c:pt>
                <c:pt idx="631">
                  <c:v>45352</c:v>
                </c:pt>
                <c:pt idx="632">
                  <c:v>45355</c:v>
                </c:pt>
                <c:pt idx="633">
                  <c:v>45356</c:v>
                </c:pt>
                <c:pt idx="634">
                  <c:v>45357</c:v>
                </c:pt>
                <c:pt idx="635">
                  <c:v>45358</c:v>
                </c:pt>
                <c:pt idx="636">
                  <c:v>45359</c:v>
                </c:pt>
                <c:pt idx="637">
                  <c:v>45362</c:v>
                </c:pt>
                <c:pt idx="638">
                  <c:v>45363</c:v>
                </c:pt>
                <c:pt idx="639">
                  <c:v>45364</c:v>
                </c:pt>
                <c:pt idx="640">
                  <c:v>45365</c:v>
                </c:pt>
                <c:pt idx="641">
                  <c:v>45366</c:v>
                </c:pt>
                <c:pt idx="642">
                  <c:v>45369</c:v>
                </c:pt>
                <c:pt idx="643">
                  <c:v>45370</c:v>
                </c:pt>
                <c:pt idx="644">
                  <c:v>45371</c:v>
                </c:pt>
                <c:pt idx="645">
                  <c:v>45372</c:v>
                </c:pt>
                <c:pt idx="646">
                  <c:v>45373</c:v>
                </c:pt>
                <c:pt idx="647">
                  <c:v>45376</c:v>
                </c:pt>
                <c:pt idx="648">
                  <c:v>45377</c:v>
                </c:pt>
                <c:pt idx="649">
                  <c:v>45378</c:v>
                </c:pt>
                <c:pt idx="650">
                  <c:v>45379</c:v>
                </c:pt>
                <c:pt idx="651">
                  <c:v>45380</c:v>
                </c:pt>
                <c:pt idx="652">
                  <c:v>45383</c:v>
                </c:pt>
                <c:pt idx="653">
                  <c:v>45384</c:v>
                </c:pt>
                <c:pt idx="654">
                  <c:v>45385</c:v>
                </c:pt>
                <c:pt idx="655">
                  <c:v>45386</c:v>
                </c:pt>
                <c:pt idx="656">
                  <c:v>45387</c:v>
                </c:pt>
                <c:pt idx="657">
                  <c:v>45390</c:v>
                </c:pt>
                <c:pt idx="658">
                  <c:v>45391</c:v>
                </c:pt>
                <c:pt idx="659">
                  <c:v>45392</c:v>
                </c:pt>
                <c:pt idx="660">
                  <c:v>45393</c:v>
                </c:pt>
                <c:pt idx="661">
                  <c:v>45394</c:v>
                </c:pt>
                <c:pt idx="662">
                  <c:v>45397</c:v>
                </c:pt>
                <c:pt idx="663">
                  <c:v>45398</c:v>
                </c:pt>
                <c:pt idx="664">
                  <c:v>45399</c:v>
                </c:pt>
                <c:pt idx="665">
                  <c:v>45400</c:v>
                </c:pt>
                <c:pt idx="666">
                  <c:v>45401</c:v>
                </c:pt>
                <c:pt idx="667">
                  <c:v>45404</c:v>
                </c:pt>
                <c:pt idx="668">
                  <c:v>45405</c:v>
                </c:pt>
                <c:pt idx="669">
                  <c:v>45406</c:v>
                </c:pt>
                <c:pt idx="670">
                  <c:v>45407</c:v>
                </c:pt>
                <c:pt idx="671">
                  <c:v>45408</c:v>
                </c:pt>
                <c:pt idx="672">
                  <c:v>45411</c:v>
                </c:pt>
                <c:pt idx="673">
                  <c:v>45412</c:v>
                </c:pt>
                <c:pt idx="674">
                  <c:v>45413</c:v>
                </c:pt>
                <c:pt idx="675">
                  <c:v>45414</c:v>
                </c:pt>
                <c:pt idx="676">
                  <c:v>45415</c:v>
                </c:pt>
                <c:pt idx="677">
                  <c:v>45418</c:v>
                </c:pt>
                <c:pt idx="678">
                  <c:v>45419</c:v>
                </c:pt>
                <c:pt idx="679">
                  <c:v>45420</c:v>
                </c:pt>
                <c:pt idx="680">
                  <c:v>45421</c:v>
                </c:pt>
                <c:pt idx="681">
                  <c:v>45422</c:v>
                </c:pt>
                <c:pt idx="682">
                  <c:v>45425</c:v>
                </c:pt>
                <c:pt idx="683">
                  <c:v>45426</c:v>
                </c:pt>
                <c:pt idx="684">
                  <c:v>45427</c:v>
                </c:pt>
                <c:pt idx="685">
                  <c:v>45428</c:v>
                </c:pt>
                <c:pt idx="686">
                  <c:v>45429</c:v>
                </c:pt>
                <c:pt idx="687">
                  <c:v>45432</c:v>
                </c:pt>
                <c:pt idx="688">
                  <c:v>45433</c:v>
                </c:pt>
                <c:pt idx="689">
                  <c:v>45434</c:v>
                </c:pt>
                <c:pt idx="690">
                  <c:v>45435</c:v>
                </c:pt>
                <c:pt idx="691">
                  <c:v>45436</c:v>
                </c:pt>
                <c:pt idx="692">
                  <c:v>45439</c:v>
                </c:pt>
                <c:pt idx="693">
                  <c:v>45440</c:v>
                </c:pt>
                <c:pt idx="694">
                  <c:v>45441</c:v>
                </c:pt>
                <c:pt idx="695">
                  <c:v>45442</c:v>
                </c:pt>
                <c:pt idx="696">
                  <c:v>45443</c:v>
                </c:pt>
                <c:pt idx="697">
                  <c:v>45446</c:v>
                </c:pt>
                <c:pt idx="698">
                  <c:v>45447</c:v>
                </c:pt>
                <c:pt idx="699">
                  <c:v>45448</c:v>
                </c:pt>
                <c:pt idx="700">
                  <c:v>45449</c:v>
                </c:pt>
                <c:pt idx="701">
                  <c:v>45450</c:v>
                </c:pt>
                <c:pt idx="702">
                  <c:v>45453</c:v>
                </c:pt>
                <c:pt idx="703">
                  <c:v>45454</c:v>
                </c:pt>
                <c:pt idx="704">
                  <c:v>45455</c:v>
                </c:pt>
                <c:pt idx="705">
                  <c:v>45456</c:v>
                </c:pt>
                <c:pt idx="706">
                  <c:v>45457</c:v>
                </c:pt>
                <c:pt idx="707">
                  <c:v>45460</c:v>
                </c:pt>
                <c:pt idx="708">
                  <c:v>45461</c:v>
                </c:pt>
                <c:pt idx="709">
                  <c:v>45462</c:v>
                </c:pt>
                <c:pt idx="710">
                  <c:v>45463</c:v>
                </c:pt>
                <c:pt idx="711">
                  <c:v>45464</c:v>
                </c:pt>
                <c:pt idx="712">
                  <c:v>45467</c:v>
                </c:pt>
                <c:pt idx="713">
                  <c:v>45468</c:v>
                </c:pt>
                <c:pt idx="714">
                  <c:v>45469</c:v>
                </c:pt>
                <c:pt idx="715">
                  <c:v>45470</c:v>
                </c:pt>
                <c:pt idx="716">
                  <c:v>45471</c:v>
                </c:pt>
                <c:pt idx="717">
                  <c:v>45474</c:v>
                </c:pt>
                <c:pt idx="718">
                  <c:v>45475</c:v>
                </c:pt>
                <c:pt idx="719">
                  <c:v>45476</c:v>
                </c:pt>
                <c:pt idx="720">
                  <c:v>45477</c:v>
                </c:pt>
                <c:pt idx="721">
                  <c:v>45478</c:v>
                </c:pt>
                <c:pt idx="722">
                  <c:v>45481</c:v>
                </c:pt>
                <c:pt idx="723">
                  <c:v>45482</c:v>
                </c:pt>
                <c:pt idx="724">
                  <c:v>45483</c:v>
                </c:pt>
                <c:pt idx="725">
                  <c:v>45484</c:v>
                </c:pt>
                <c:pt idx="726">
                  <c:v>45485</c:v>
                </c:pt>
                <c:pt idx="727">
                  <c:v>45488</c:v>
                </c:pt>
                <c:pt idx="728">
                  <c:v>45489</c:v>
                </c:pt>
                <c:pt idx="729">
                  <c:v>45490</c:v>
                </c:pt>
                <c:pt idx="730">
                  <c:v>45491</c:v>
                </c:pt>
                <c:pt idx="731">
                  <c:v>45492</c:v>
                </c:pt>
                <c:pt idx="732">
                  <c:v>45495</c:v>
                </c:pt>
                <c:pt idx="733">
                  <c:v>45496</c:v>
                </c:pt>
                <c:pt idx="734">
                  <c:v>45497</c:v>
                </c:pt>
                <c:pt idx="735">
                  <c:v>45498</c:v>
                </c:pt>
                <c:pt idx="736">
                  <c:v>45499</c:v>
                </c:pt>
                <c:pt idx="737">
                  <c:v>45502</c:v>
                </c:pt>
                <c:pt idx="738">
                  <c:v>45503</c:v>
                </c:pt>
                <c:pt idx="739">
                  <c:v>45504</c:v>
                </c:pt>
                <c:pt idx="740">
                  <c:v>45505</c:v>
                </c:pt>
                <c:pt idx="741">
                  <c:v>45506</c:v>
                </c:pt>
                <c:pt idx="742">
                  <c:v>45509</c:v>
                </c:pt>
                <c:pt idx="743">
                  <c:v>45510</c:v>
                </c:pt>
                <c:pt idx="744">
                  <c:v>45511</c:v>
                </c:pt>
                <c:pt idx="745">
                  <c:v>45512</c:v>
                </c:pt>
                <c:pt idx="746">
                  <c:v>45513</c:v>
                </c:pt>
                <c:pt idx="747">
                  <c:v>45516</c:v>
                </c:pt>
                <c:pt idx="748">
                  <c:v>45517</c:v>
                </c:pt>
                <c:pt idx="749">
                  <c:v>45518</c:v>
                </c:pt>
                <c:pt idx="750">
                  <c:v>45519</c:v>
                </c:pt>
                <c:pt idx="751">
                  <c:v>45520</c:v>
                </c:pt>
                <c:pt idx="752">
                  <c:v>45523</c:v>
                </c:pt>
                <c:pt idx="753">
                  <c:v>45524</c:v>
                </c:pt>
                <c:pt idx="754">
                  <c:v>45525</c:v>
                </c:pt>
                <c:pt idx="755">
                  <c:v>45526</c:v>
                </c:pt>
                <c:pt idx="756">
                  <c:v>45527</c:v>
                </c:pt>
                <c:pt idx="757">
                  <c:v>45530</c:v>
                </c:pt>
                <c:pt idx="758">
                  <c:v>45531</c:v>
                </c:pt>
                <c:pt idx="759">
                  <c:v>45532</c:v>
                </c:pt>
                <c:pt idx="760">
                  <c:v>45533</c:v>
                </c:pt>
                <c:pt idx="761">
                  <c:v>45534</c:v>
                </c:pt>
                <c:pt idx="762">
                  <c:v>45537</c:v>
                </c:pt>
                <c:pt idx="763">
                  <c:v>45538</c:v>
                </c:pt>
                <c:pt idx="764">
                  <c:v>45539</c:v>
                </c:pt>
                <c:pt idx="765">
                  <c:v>45540</c:v>
                </c:pt>
                <c:pt idx="766">
                  <c:v>45541</c:v>
                </c:pt>
                <c:pt idx="767">
                  <c:v>45544</c:v>
                </c:pt>
                <c:pt idx="768">
                  <c:v>45545</c:v>
                </c:pt>
                <c:pt idx="769">
                  <c:v>45546</c:v>
                </c:pt>
                <c:pt idx="770">
                  <c:v>45547</c:v>
                </c:pt>
                <c:pt idx="771">
                  <c:v>45548</c:v>
                </c:pt>
                <c:pt idx="772">
                  <c:v>45551</c:v>
                </c:pt>
                <c:pt idx="773">
                  <c:v>45552</c:v>
                </c:pt>
                <c:pt idx="774">
                  <c:v>45553</c:v>
                </c:pt>
                <c:pt idx="775">
                  <c:v>45554</c:v>
                </c:pt>
                <c:pt idx="776">
                  <c:v>45555</c:v>
                </c:pt>
                <c:pt idx="777">
                  <c:v>45558</c:v>
                </c:pt>
                <c:pt idx="778">
                  <c:v>45559</c:v>
                </c:pt>
                <c:pt idx="779">
                  <c:v>45560</c:v>
                </c:pt>
                <c:pt idx="780">
                  <c:v>45561</c:v>
                </c:pt>
                <c:pt idx="781">
                  <c:v>45562</c:v>
                </c:pt>
                <c:pt idx="782">
                  <c:v>45565</c:v>
                </c:pt>
                <c:pt idx="783">
                  <c:v>45566</c:v>
                </c:pt>
                <c:pt idx="784">
                  <c:v>45567</c:v>
                </c:pt>
                <c:pt idx="785">
                  <c:v>45568</c:v>
                </c:pt>
                <c:pt idx="786">
                  <c:v>45569</c:v>
                </c:pt>
                <c:pt idx="787">
                  <c:v>45572</c:v>
                </c:pt>
                <c:pt idx="788">
                  <c:v>45573</c:v>
                </c:pt>
                <c:pt idx="789">
                  <c:v>45574</c:v>
                </c:pt>
                <c:pt idx="790">
                  <c:v>45575</c:v>
                </c:pt>
                <c:pt idx="791">
                  <c:v>45576</c:v>
                </c:pt>
                <c:pt idx="792">
                  <c:v>45579</c:v>
                </c:pt>
                <c:pt idx="793">
                  <c:v>45580</c:v>
                </c:pt>
                <c:pt idx="794">
                  <c:v>45581</c:v>
                </c:pt>
                <c:pt idx="795">
                  <c:v>45582</c:v>
                </c:pt>
                <c:pt idx="796">
                  <c:v>45583</c:v>
                </c:pt>
                <c:pt idx="797">
                  <c:v>45586</c:v>
                </c:pt>
                <c:pt idx="798">
                  <c:v>45587</c:v>
                </c:pt>
                <c:pt idx="799">
                  <c:v>45588</c:v>
                </c:pt>
                <c:pt idx="800">
                  <c:v>45589</c:v>
                </c:pt>
                <c:pt idx="801">
                  <c:v>45590</c:v>
                </c:pt>
                <c:pt idx="802">
                  <c:v>45593</c:v>
                </c:pt>
                <c:pt idx="803">
                  <c:v>45594</c:v>
                </c:pt>
                <c:pt idx="804">
                  <c:v>45595</c:v>
                </c:pt>
                <c:pt idx="805">
                  <c:v>45596</c:v>
                </c:pt>
                <c:pt idx="806">
                  <c:v>45597</c:v>
                </c:pt>
                <c:pt idx="807">
                  <c:v>45600</c:v>
                </c:pt>
                <c:pt idx="808">
                  <c:v>45601</c:v>
                </c:pt>
                <c:pt idx="809">
                  <c:v>45602</c:v>
                </c:pt>
                <c:pt idx="810">
                  <c:v>45603</c:v>
                </c:pt>
                <c:pt idx="811">
                  <c:v>45604</c:v>
                </c:pt>
                <c:pt idx="812">
                  <c:v>45607</c:v>
                </c:pt>
                <c:pt idx="813">
                  <c:v>45608</c:v>
                </c:pt>
                <c:pt idx="814">
                  <c:v>45609</c:v>
                </c:pt>
                <c:pt idx="815">
                  <c:v>45610</c:v>
                </c:pt>
                <c:pt idx="816">
                  <c:v>45611</c:v>
                </c:pt>
                <c:pt idx="817">
                  <c:v>45614</c:v>
                </c:pt>
                <c:pt idx="818">
                  <c:v>45615</c:v>
                </c:pt>
                <c:pt idx="819">
                  <c:v>45616</c:v>
                </c:pt>
                <c:pt idx="820">
                  <c:v>45617</c:v>
                </c:pt>
                <c:pt idx="821">
                  <c:v>45618</c:v>
                </c:pt>
                <c:pt idx="822">
                  <c:v>45621</c:v>
                </c:pt>
                <c:pt idx="823">
                  <c:v>45622</c:v>
                </c:pt>
                <c:pt idx="824">
                  <c:v>45623</c:v>
                </c:pt>
                <c:pt idx="825">
                  <c:v>45624</c:v>
                </c:pt>
                <c:pt idx="826">
                  <c:v>45625</c:v>
                </c:pt>
                <c:pt idx="827">
                  <c:v>45628</c:v>
                </c:pt>
                <c:pt idx="828">
                  <c:v>45629</c:v>
                </c:pt>
                <c:pt idx="829">
                  <c:v>45630</c:v>
                </c:pt>
                <c:pt idx="830">
                  <c:v>45631</c:v>
                </c:pt>
                <c:pt idx="831">
                  <c:v>45632</c:v>
                </c:pt>
                <c:pt idx="832">
                  <c:v>45635</c:v>
                </c:pt>
                <c:pt idx="833">
                  <c:v>45636</c:v>
                </c:pt>
                <c:pt idx="834">
                  <c:v>45637</c:v>
                </c:pt>
                <c:pt idx="835">
                  <c:v>45638</c:v>
                </c:pt>
                <c:pt idx="836">
                  <c:v>45639</c:v>
                </c:pt>
                <c:pt idx="837">
                  <c:v>45642</c:v>
                </c:pt>
                <c:pt idx="838">
                  <c:v>45643</c:v>
                </c:pt>
                <c:pt idx="839">
                  <c:v>45644</c:v>
                </c:pt>
                <c:pt idx="840">
                  <c:v>45645</c:v>
                </c:pt>
                <c:pt idx="841">
                  <c:v>45646</c:v>
                </c:pt>
                <c:pt idx="842">
                  <c:v>45649</c:v>
                </c:pt>
                <c:pt idx="843">
                  <c:v>45650</c:v>
                </c:pt>
                <c:pt idx="844">
                  <c:v>45651</c:v>
                </c:pt>
                <c:pt idx="845">
                  <c:v>45652</c:v>
                </c:pt>
                <c:pt idx="846">
                  <c:v>45653</c:v>
                </c:pt>
                <c:pt idx="847">
                  <c:v>45656</c:v>
                </c:pt>
                <c:pt idx="848">
                  <c:v>45657</c:v>
                </c:pt>
                <c:pt idx="849">
                  <c:v>45658</c:v>
                </c:pt>
                <c:pt idx="850">
                  <c:v>45659</c:v>
                </c:pt>
                <c:pt idx="851">
                  <c:v>45660</c:v>
                </c:pt>
                <c:pt idx="852">
                  <c:v>45663</c:v>
                </c:pt>
                <c:pt idx="853">
                  <c:v>45664</c:v>
                </c:pt>
                <c:pt idx="854">
                  <c:v>45665</c:v>
                </c:pt>
                <c:pt idx="855">
                  <c:v>45666</c:v>
                </c:pt>
                <c:pt idx="856">
                  <c:v>45667</c:v>
                </c:pt>
                <c:pt idx="857">
                  <c:v>45670</c:v>
                </c:pt>
                <c:pt idx="858">
                  <c:v>45671</c:v>
                </c:pt>
                <c:pt idx="859">
                  <c:v>45672</c:v>
                </c:pt>
                <c:pt idx="860">
                  <c:v>45673</c:v>
                </c:pt>
                <c:pt idx="861">
                  <c:v>45674</c:v>
                </c:pt>
                <c:pt idx="862">
                  <c:v>45677</c:v>
                </c:pt>
                <c:pt idx="863">
                  <c:v>45678</c:v>
                </c:pt>
                <c:pt idx="864">
                  <c:v>45679</c:v>
                </c:pt>
                <c:pt idx="865">
                  <c:v>45680</c:v>
                </c:pt>
                <c:pt idx="866">
                  <c:v>45681</c:v>
                </c:pt>
                <c:pt idx="867">
                  <c:v>45684</c:v>
                </c:pt>
                <c:pt idx="868">
                  <c:v>45685</c:v>
                </c:pt>
                <c:pt idx="869">
                  <c:v>45686</c:v>
                </c:pt>
                <c:pt idx="870">
                  <c:v>45687</c:v>
                </c:pt>
                <c:pt idx="871">
                  <c:v>45688</c:v>
                </c:pt>
                <c:pt idx="872">
                  <c:v>45691</c:v>
                </c:pt>
                <c:pt idx="873">
                  <c:v>45692</c:v>
                </c:pt>
                <c:pt idx="874">
                  <c:v>45693</c:v>
                </c:pt>
                <c:pt idx="875">
                  <c:v>45694</c:v>
                </c:pt>
                <c:pt idx="876">
                  <c:v>45695</c:v>
                </c:pt>
                <c:pt idx="877">
                  <c:v>45698</c:v>
                </c:pt>
                <c:pt idx="878">
                  <c:v>45699</c:v>
                </c:pt>
                <c:pt idx="879">
                  <c:v>45700</c:v>
                </c:pt>
                <c:pt idx="880">
                  <c:v>45701</c:v>
                </c:pt>
                <c:pt idx="881">
                  <c:v>45702</c:v>
                </c:pt>
                <c:pt idx="882">
                  <c:v>45705</c:v>
                </c:pt>
                <c:pt idx="883">
                  <c:v>45706</c:v>
                </c:pt>
                <c:pt idx="884">
                  <c:v>45707</c:v>
                </c:pt>
                <c:pt idx="885">
                  <c:v>45708</c:v>
                </c:pt>
                <c:pt idx="886">
                  <c:v>45709</c:v>
                </c:pt>
                <c:pt idx="887">
                  <c:v>45712</c:v>
                </c:pt>
                <c:pt idx="888">
                  <c:v>45713</c:v>
                </c:pt>
                <c:pt idx="889">
                  <c:v>45714</c:v>
                </c:pt>
                <c:pt idx="890">
                  <c:v>45715</c:v>
                </c:pt>
                <c:pt idx="891">
                  <c:v>45716</c:v>
                </c:pt>
                <c:pt idx="892">
                  <c:v>45719</c:v>
                </c:pt>
                <c:pt idx="893">
                  <c:v>45720</c:v>
                </c:pt>
                <c:pt idx="894">
                  <c:v>45721</c:v>
                </c:pt>
                <c:pt idx="895">
                  <c:v>45722</c:v>
                </c:pt>
                <c:pt idx="896">
                  <c:v>45723</c:v>
                </c:pt>
                <c:pt idx="897">
                  <c:v>45726</c:v>
                </c:pt>
                <c:pt idx="898">
                  <c:v>45727</c:v>
                </c:pt>
                <c:pt idx="899">
                  <c:v>45728</c:v>
                </c:pt>
                <c:pt idx="900">
                  <c:v>45729</c:v>
                </c:pt>
                <c:pt idx="901">
                  <c:v>45730</c:v>
                </c:pt>
                <c:pt idx="902">
                  <c:v>45733</c:v>
                </c:pt>
                <c:pt idx="903">
                  <c:v>45734</c:v>
                </c:pt>
                <c:pt idx="904">
                  <c:v>45735</c:v>
                </c:pt>
                <c:pt idx="905">
                  <c:v>45736</c:v>
                </c:pt>
                <c:pt idx="906">
                  <c:v>45737</c:v>
                </c:pt>
                <c:pt idx="907">
                  <c:v>45740</c:v>
                </c:pt>
                <c:pt idx="908">
                  <c:v>45741</c:v>
                </c:pt>
                <c:pt idx="909">
                  <c:v>45742</c:v>
                </c:pt>
                <c:pt idx="910">
                  <c:v>45743</c:v>
                </c:pt>
                <c:pt idx="911">
                  <c:v>45744</c:v>
                </c:pt>
                <c:pt idx="912">
                  <c:v>45747</c:v>
                </c:pt>
                <c:pt idx="913">
                  <c:v>45748</c:v>
                </c:pt>
                <c:pt idx="914">
                  <c:v>45749</c:v>
                </c:pt>
                <c:pt idx="915">
                  <c:v>45750</c:v>
                </c:pt>
                <c:pt idx="916">
                  <c:v>45751</c:v>
                </c:pt>
                <c:pt idx="917">
                  <c:v>45754</c:v>
                </c:pt>
                <c:pt idx="918">
                  <c:v>45755</c:v>
                </c:pt>
                <c:pt idx="919">
                  <c:v>45756</c:v>
                </c:pt>
                <c:pt idx="920">
                  <c:v>45757</c:v>
                </c:pt>
                <c:pt idx="921">
                  <c:v>45758</c:v>
                </c:pt>
                <c:pt idx="922">
                  <c:v>45761</c:v>
                </c:pt>
                <c:pt idx="923">
                  <c:v>45762</c:v>
                </c:pt>
                <c:pt idx="924">
                  <c:v>45763</c:v>
                </c:pt>
                <c:pt idx="925">
                  <c:v>45764</c:v>
                </c:pt>
                <c:pt idx="926">
                  <c:v>45765</c:v>
                </c:pt>
                <c:pt idx="927">
                  <c:v>45768</c:v>
                </c:pt>
                <c:pt idx="928">
                  <c:v>45769</c:v>
                </c:pt>
                <c:pt idx="929">
                  <c:v>45770</c:v>
                </c:pt>
                <c:pt idx="930">
                  <c:v>45771</c:v>
                </c:pt>
                <c:pt idx="931">
                  <c:v>45772</c:v>
                </c:pt>
                <c:pt idx="932">
                  <c:v>45775</c:v>
                </c:pt>
                <c:pt idx="933">
                  <c:v>45776</c:v>
                </c:pt>
                <c:pt idx="934">
                  <c:v>45777</c:v>
                </c:pt>
                <c:pt idx="935">
                  <c:v>45778</c:v>
                </c:pt>
                <c:pt idx="936">
                  <c:v>45779</c:v>
                </c:pt>
                <c:pt idx="937">
                  <c:v>45782</c:v>
                </c:pt>
                <c:pt idx="938">
                  <c:v>45783</c:v>
                </c:pt>
                <c:pt idx="939">
                  <c:v>45784</c:v>
                </c:pt>
                <c:pt idx="940">
                  <c:v>45785</c:v>
                </c:pt>
                <c:pt idx="941">
                  <c:v>45786</c:v>
                </c:pt>
                <c:pt idx="942">
                  <c:v>45789</c:v>
                </c:pt>
                <c:pt idx="943">
                  <c:v>45790</c:v>
                </c:pt>
                <c:pt idx="944">
                  <c:v>45791</c:v>
                </c:pt>
                <c:pt idx="945">
                  <c:v>45792</c:v>
                </c:pt>
                <c:pt idx="946">
                  <c:v>45793</c:v>
                </c:pt>
                <c:pt idx="947">
                  <c:v>45796</c:v>
                </c:pt>
                <c:pt idx="948">
                  <c:v>45797</c:v>
                </c:pt>
                <c:pt idx="949">
                  <c:v>45798</c:v>
                </c:pt>
                <c:pt idx="950">
                  <c:v>45799</c:v>
                </c:pt>
                <c:pt idx="951">
                  <c:v>45800</c:v>
                </c:pt>
                <c:pt idx="952">
                  <c:v>45803</c:v>
                </c:pt>
                <c:pt idx="953">
                  <c:v>45804</c:v>
                </c:pt>
                <c:pt idx="954">
                  <c:v>45805</c:v>
                </c:pt>
                <c:pt idx="955">
                  <c:v>45806</c:v>
                </c:pt>
                <c:pt idx="956">
                  <c:v>45807</c:v>
                </c:pt>
                <c:pt idx="957">
                  <c:v>45810</c:v>
                </c:pt>
                <c:pt idx="958">
                  <c:v>45811</c:v>
                </c:pt>
                <c:pt idx="959">
                  <c:v>45812</c:v>
                </c:pt>
                <c:pt idx="960">
                  <c:v>45813</c:v>
                </c:pt>
                <c:pt idx="961">
                  <c:v>45814</c:v>
                </c:pt>
                <c:pt idx="962">
                  <c:v>45817</c:v>
                </c:pt>
                <c:pt idx="963">
                  <c:v>45818</c:v>
                </c:pt>
                <c:pt idx="964">
                  <c:v>45819</c:v>
                </c:pt>
                <c:pt idx="965">
                  <c:v>45820</c:v>
                </c:pt>
                <c:pt idx="966">
                  <c:v>45821</c:v>
                </c:pt>
                <c:pt idx="967">
                  <c:v>45824</c:v>
                </c:pt>
                <c:pt idx="968">
                  <c:v>45825</c:v>
                </c:pt>
                <c:pt idx="969">
                  <c:v>45826</c:v>
                </c:pt>
                <c:pt idx="970">
                  <c:v>45827</c:v>
                </c:pt>
                <c:pt idx="971">
                  <c:v>45828</c:v>
                </c:pt>
                <c:pt idx="972">
                  <c:v>45831</c:v>
                </c:pt>
                <c:pt idx="973">
                  <c:v>45832</c:v>
                </c:pt>
                <c:pt idx="974">
                  <c:v>45833</c:v>
                </c:pt>
                <c:pt idx="975">
                  <c:v>45834</c:v>
                </c:pt>
                <c:pt idx="976">
                  <c:v>45835</c:v>
                </c:pt>
                <c:pt idx="977">
                  <c:v>45838</c:v>
                </c:pt>
                <c:pt idx="978">
                  <c:v>45839</c:v>
                </c:pt>
                <c:pt idx="979">
                  <c:v>45840</c:v>
                </c:pt>
                <c:pt idx="980">
                  <c:v>45841</c:v>
                </c:pt>
                <c:pt idx="981">
                  <c:v>45842</c:v>
                </c:pt>
                <c:pt idx="982">
                  <c:v>45845</c:v>
                </c:pt>
                <c:pt idx="983">
                  <c:v>45846</c:v>
                </c:pt>
                <c:pt idx="984">
                  <c:v>45847</c:v>
                </c:pt>
                <c:pt idx="985">
                  <c:v>45848</c:v>
                </c:pt>
                <c:pt idx="986">
                  <c:v>45849</c:v>
                </c:pt>
                <c:pt idx="987">
                  <c:v>45852</c:v>
                </c:pt>
                <c:pt idx="988">
                  <c:v>45853</c:v>
                </c:pt>
                <c:pt idx="989">
                  <c:v>45854</c:v>
                </c:pt>
                <c:pt idx="990">
                  <c:v>45855</c:v>
                </c:pt>
                <c:pt idx="991">
                  <c:v>45856</c:v>
                </c:pt>
                <c:pt idx="992">
                  <c:v>45859</c:v>
                </c:pt>
                <c:pt idx="993">
                  <c:v>45860</c:v>
                </c:pt>
                <c:pt idx="994">
                  <c:v>45861</c:v>
                </c:pt>
                <c:pt idx="995">
                  <c:v>45862</c:v>
                </c:pt>
                <c:pt idx="996">
                  <c:v>45863</c:v>
                </c:pt>
                <c:pt idx="997">
                  <c:v>45866</c:v>
                </c:pt>
                <c:pt idx="998">
                  <c:v>45867</c:v>
                </c:pt>
                <c:pt idx="999">
                  <c:v>45868</c:v>
                </c:pt>
                <c:pt idx="1000">
                  <c:v>45869</c:v>
                </c:pt>
                <c:pt idx="1001">
                  <c:v>45870</c:v>
                </c:pt>
                <c:pt idx="1002">
                  <c:v>45873</c:v>
                </c:pt>
                <c:pt idx="1003">
                  <c:v>45874</c:v>
                </c:pt>
                <c:pt idx="1004">
                  <c:v>45875</c:v>
                </c:pt>
                <c:pt idx="1005">
                  <c:v>45876</c:v>
                </c:pt>
                <c:pt idx="1006">
                  <c:v>45877</c:v>
                </c:pt>
                <c:pt idx="1007">
                  <c:v>45880</c:v>
                </c:pt>
                <c:pt idx="1008">
                  <c:v>45881</c:v>
                </c:pt>
                <c:pt idx="1009">
                  <c:v>45882</c:v>
                </c:pt>
                <c:pt idx="1010">
                  <c:v>45883</c:v>
                </c:pt>
                <c:pt idx="1011">
                  <c:v>45884</c:v>
                </c:pt>
                <c:pt idx="1012">
                  <c:v>45887</c:v>
                </c:pt>
                <c:pt idx="1013">
                  <c:v>45888</c:v>
                </c:pt>
                <c:pt idx="1014">
                  <c:v>45889</c:v>
                </c:pt>
                <c:pt idx="1015">
                  <c:v>45890</c:v>
                </c:pt>
                <c:pt idx="1016">
                  <c:v>45891</c:v>
                </c:pt>
                <c:pt idx="1017">
                  <c:v>45894</c:v>
                </c:pt>
                <c:pt idx="1018">
                  <c:v>45895</c:v>
                </c:pt>
                <c:pt idx="1019">
                  <c:v>45896</c:v>
                </c:pt>
                <c:pt idx="1020">
                  <c:v>45897</c:v>
                </c:pt>
                <c:pt idx="1021">
                  <c:v>45898</c:v>
                </c:pt>
                <c:pt idx="1022">
                  <c:v>45901</c:v>
                </c:pt>
                <c:pt idx="1023">
                  <c:v>45902</c:v>
                </c:pt>
                <c:pt idx="1024">
                  <c:v>45903</c:v>
                </c:pt>
                <c:pt idx="1025">
                  <c:v>45904</c:v>
                </c:pt>
                <c:pt idx="1026">
                  <c:v>45905</c:v>
                </c:pt>
                <c:pt idx="1027">
                  <c:v>45908</c:v>
                </c:pt>
                <c:pt idx="1028">
                  <c:v>45909</c:v>
                </c:pt>
                <c:pt idx="1029">
                  <c:v>45910</c:v>
                </c:pt>
                <c:pt idx="1030">
                  <c:v>45911</c:v>
                </c:pt>
                <c:pt idx="1031">
                  <c:v>45912</c:v>
                </c:pt>
                <c:pt idx="1032">
                  <c:v>45915</c:v>
                </c:pt>
                <c:pt idx="1033">
                  <c:v>45916</c:v>
                </c:pt>
                <c:pt idx="1034">
                  <c:v>45917</c:v>
                </c:pt>
                <c:pt idx="1035">
                  <c:v>45918</c:v>
                </c:pt>
                <c:pt idx="1036">
                  <c:v>45919</c:v>
                </c:pt>
                <c:pt idx="1037">
                  <c:v>45922</c:v>
                </c:pt>
                <c:pt idx="1038">
                  <c:v>45923</c:v>
                </c:pt>
                <c:pt idx="1039">
                  <c:v>45924</c:v>
                </c:pt>
                <c:pt idx="1040">
                  <c:v>45925</c:v>
                </c:pt>
                <c:pt idx="1041">
                  <c:v>45926</c:v>
                </c:pt>
                <c:pt idx="1042">
                  <c:v>45929</c:v>
                </c:pt>
                <c:pt idx="1043">
                  <c:v>45930</c:v>
                </c:pt>
                <c:pt idx="1044">
                  <c:v>45931</c:v>
                </c:pt>
                <c:pt idx="1045">
                  <c:v>45932</c:v>
                </c:pt>
                <c:pt idx="1046">
                  <c:v>45933</c:v>
                </c:pt>
                <c:pt idx="1047">
                  <c:v>45936</c:v>
                </c:pt>
                <c:pt idx="1048">
                  <c:v>45937</c:v>
                </c:pt>
                <c:pt idx="1049">
                  <c:v>45938</c:v>
                </c:pt>
                <c:pt idx="1050">
                  <c:v>45939</c:v>
                </c:pt>
                <c:pt idx="1051">
                  <c:v>45940</c:v>
                </c:pt>
                <c:pt idx="1052">
                  <c:v>45943</c:v>
                </c:pt>
                <c:pt idx="1053">
                  <c:v>45944</c:v>
                </c:pt>
                <c:pt idx="1054">
                  <c:v>45945</c:v>
                </c:pt>
                <c:pt idx="1055">
                  <c:v>45946</c:v>
                </c:pt>
                <c:pt idx="1056">
                  <c:v>45947</c:v>
                </c:pt>
                <c:pt idx="1057">
                  <c:v>45950</c:v>
                </c:pt>
                <c:pt idx="1058">
                  <c:v>45951</c:v>
                </c:pt>
                <c:pt idx="1059">
                  <c:v>45952</c:v>
                </c:pt>
                <c:pt idx="1060">
                  <c:v>45953</c:v>
                </c:pt>
                <c:pt idx="1061">
                  <c:v>45954</c:v>
                </c:pt>
                <c:pt idx="1062">
                  <c:v>45957</c:v>
                </c:pt>
                <c:pt idx="1063">
                  <c:v>45958</c:v>
                </c:pt>
                <c:pt idx="1064">
                  <c:v>45959</c:v>
                </c:pt>
                <c:pt idx="1065">
                  <c:v>45960</c:v>
                </c:pt>
                <c:pt idx="1066">
                  <c:v>45961</c:v>
                </c:pt>
                <c:pt idx="1067">
                  <c:v>45964</c:v>
                </c:pt>
                <c:pt idx="1068">
                  <c:v>45965</c:v>
                </c:pt>
                <c:pt idx="1069">
                  <c:v>45966</c:v>
                </c:pt>
                <c:pt idx="1070">
                  <c:v>45967</c:v>
                </c:pt>
                <c:pt idx="1071">
                  <c:v>45968</c:v>
                </c:pt>
                <c:pt idx="1072">
                  <c:v>45971</c:v>
                </c:pt>
                <c:pt idx="1073">
                  <c:v>45972</c:v>
                </c:pt>
                <c:pt idx="1074">
                  <c:v>45973</c:v>
                </c:pt>
                <c:pt idx="1075">
                  <c:v>45974</c:v>
                </c:pt>
                <c:pt idx="1076">
                  <c:v>45975</c:v>
                </c:pt>
                <c:pt idx="1077">
                  <c:v>45978</c:v>
                </c:pt>
                <c:pt idx="1078">
                  <c:v>45979</c:v>
                </c:pt>
                <c:pt idx="1079">
                  <c:v>45980</c:v>
                </c:pt>
                <c:pt idx="1080">
                  <c:v>45981</c:v>
                </c:pt>
                <c:pt idx="1081">
                  <c:v>45982</c:v>
                </c:pt>
                <c:pt idx="1082">
                  <c:v>45985</c:v>
                </c:pt>
                <c:pt idx="1083">
                  <c:v>45986</c:v>
                </c:pt>
                <c:pt idx="1084">
                  <c:v>45987</c:v>
                </c:pt>
                <c:pt idx="1085">
                  <c:v>45988</c:v>
                </c:pt>
                <c:pt idx="1086">
                  <c:v>45989</c:v>
                </c:pt>
                <c:pt idx="1087">
                  <c:v>45992</c:v>
                </c:pt>
                <c:pt idx="1088">
                  <c:v>45993</c:v>
                </c:pt>
                <c:pt idx="1089">
                  <c:v>45994</c:v>
                </c:pt>
                <c:pt idx="1090">
                  <c:v>45995</c:v>
                </c:pt>
                <c:pt idx="1091">
                  <c:v>45996</c:v>
                </c:pt>
                <c:pt idx="1092">
                  <c:v>45999</c:v>
                </c:pt>
                <c:pt idx="1093">
                  <c:v>46000</c:v>
                </c:pt>
                <c:pt idx="1094">
                  <c:v>46001</c:v>
                </c:pt>
                <c:pt idx="1095">
                  <c:v>46002</c:v>
                </c:pt>
                <c:pt idx="1096">
                  <c:v>46003</c:v>
                </c:pt>
                <c:pt idx="1097">
                  <c:v>46006</c:v>
                </c:pt>
                <c:pt idx="1098">
                  <c:v>46007</c:v>
                </c:pt>
                <c:pt idx="1099">
                  <c:v>46008</c:v>
                </c:pt>
                <c:pt idx="1100">
                  <c:v>46009</c:v>
                </c:pt>
                <c:pt idx="1101">
                  <c:v>46010</c:v>
                </c:pt>
                <c:pt idx="1102">
                  <c:v>46013</c:v>
                </c:pt>
                <c:pt idx="1103">
                  <c:v>46014</c:v>
                </c:pt>
                <c:pt idx="1104">
                  <c:v>46015</c:v>
                </c:pt>
                <c:pt idx="1105">
                  <c:v>46016</c:v>
                </c:pt>
                <c:pt idx="1106">
                  <c:v>46017</c:v>
                </c:pt>
                <c:pt idx="1107">
                  <c:v>46020</c:v>
                </c:pt>
                <c:pt idx="1108">
                  <c:v>46021</c:v>
                </c:pt>
                <c:pt idx="1109">
                  <c:v>46022</c:v>
                </c:pt>
                <c:pt idx="1110">
                  <c:v>46023</c:v>
                </c:pt>
                <c:pt idx="1111">
                  <c:v>46024</c:v>
                </c:pt>
                <c:pt idx="1112">
                  <c:v>46027</c:v>
                </c:pt>
                <c:pt idx="1113">
                  <c:v>46028</c:v>
                </c:pt>
                <c:pt idx="1114">
                  <c:v>46029</c:v>
                </c:pt>
                <c:pt idx="1115">
                  <c:v>46030</c:v>
                </c:pt>
                <c:pt idx="1116">
                  <c:v>46031</c:v>
                </c:pt>
                <c:pt idx="1117">
                  <c:v>46034</c:v>
                </c:pt>
                <c:pt idx="1118">
                  <c:v>46035</c:v>
                </c:pt>
                <c:pt idx="1119">
                  <c:v>46036</c:v>
                </c:pt>
                <c:pt idx="1120">
                  <c:v>46037</c:v>
                </c:pt>
                <c:pt idx="1121">
                  <c:v>46038</c:v>
                </c:pt>
                <c:pt idx="1122">
                  <c:v>46041</c:v>
                </c:pt>
                <c:pt idx="1123">
                  <c:v>46042</c:v>
                </c:pt>
                <c:pt idx="1124">
                  <c:v>46043</c:v>
                </c:pt>
                <c:pt idx="1125">
                  <c:v>46044</c:v>
                </c:pt>
                <c:pt idx="1126">
                  <c:v>46045</c:v>
                </c:pt>
                <c:pt idx="1127">
                  <c:v>46048</c:v>
                </c:pt>
                <c:pt idx="1128">
                  <c:v>46049</c:v>
                </c:pt>
                <c:pt idx="1129">
                  <c:v>46050</c:v>
                </c:pt>
                <c:pt idx="1130">
                  <c:v>46051</c:v>
                </c:pt>
                <c:pt idx="1131">
                  <c:v>46052</c:v>
                </c:pt>
                <c:pt idx="1132">
                  <c:v>46055</c:v>
                </c:pt>
                <c:pt idx="1133">
                  <c:v>46056</c:v>
                </c:pt>
                <c:pt idx="1134">
                  <c:v>46057</c:v>
                </c:pt>
                <c:pt idx="1135">
                  <c:v>46058</c:v>
                </c:pt>
                <c:pt idx="1136">
                  <c:v>46059</c:v>
                </c:pt>
                <c:pt idx="1137">
                  <c:v>46062</c:v>
                </c:pt>
                <c:pt idx="1138">
                  <c:v>46063</c:v>
                </c:pt>
                <c:pt idx="1139">
                  <c:v>46064</c:v>
                </c:pt>
                <c:pt idx="1140">
                  <c:v>46065</c:v>
                </c:pt>
                <c:pt idx="1141">
                  <c:v>46066</c:v>
                </c:pt>
                <c:pt idx="1142">
                  <c:v>46069</c:v>
                </c:pt>
                <c:pt idx="1143">
                  <c:v>46070</c:v>
                </c:pt>
                <c:pt idx="1144">
                  <c:v>46071</c:v>
                </c:pt>
                <c:pt idx="1145">
                  <c:v>46072</c:v>
                </c:pt>
                <c:pt idx="1146">
                  <c:v>46073</c:v>
                </c:pt>
                <c:pt idx="1147">
                  <c:v>46076</c:v>
                </c:pt>
                <c:pt idx="1148">
                  <c:v>46077</c:v>
                </c:pt>
                <c:pt idx="1149">
                  <c:v>46078</c:v>
                </c:pt>
                <c:pt idx="1150">
                  <c:v>46079</c:v>
                </c:pt>
                <c:pt idx="1151">
                  <c:v>46080</c:v>
                </c:pt>
                <c:pt idx="1152">
                  <c:v>46083</c:v>
                </c:pt>
                <c:pt idx="1153">
                  <c:v>46084</c:v>
                </c:pt>
                <c:pt idx="1154">
                  <c:v>46085</c:v>
                </c:pt>
                <c:pt idx="1155">
                  <c:v>46086</c:v>
                </c:pt>
                <c:pt idx="1156">
                  <c:v>46087</c:v>
                </c:pt>
                <c:pt idx="1157">
                  <c:v>46090</c:v>
                </c:pt>
                <c:pt idx="1158">
                  <c:v>46091</c:v>
                </c:pt>
                <c:pt idx="1159">
                  <c:v>46092</c:v>
                </c:pt>
                <c:pt idx="1160">
                  <c:v>46093</c:v>
                </c:pt>
                <c:pt idx="1161">
                  <c:v>46094</c:v>
                </c:pt>
                <c:pt idx="1162">
                  <c:v>46097</c:v>
                </c:pt>
                <c:pt idx="1163">
                  <c:v>46098</c:v>
                </c:pt>
                <c:pt idx="1164">
                  <c:v>46099</c:v>
                </c:pt>
                <c:pt idx="1165">
                  <c:v>46100</c:v>
                </c:pt>
                <c:pt idx="1166">
                  <c:v>46101</c:v>
                </c:pt>
                <c:pt idx="1167">
                  <c:v>46104</c:v>
                </c:pt>
                <c:pt idx="1168">
                  <c:v>46105</c:v>
                </c:pt>
                <c:pt idx="1169">
                  <c:v>46106</c:v>
                </c:pt>
                <c:pt idx="1170">
                  <c:v>46107</c:v>
                </c:pt>
                <c:pt idx="1171">
                  <c:v>46108</c:v>
                </c:pt>
                <c:pt idx="1172">
                  <c:v>46111</c:v>
                </c:pt>
                <c:pt idx="1173">
                  <c:v>46112</c:v>
                </c:pt>
                <c:pt idx="1174">
                  <c:v>46113</c:v>
                </c:pt>
                <c:pt idx="1175">
                  <c:v>46114</c:v>
                </c:pt>
                <c:pt idx="1176">
                  <c:v>46115</c:v>
                </c:pt>
                <c:pt idx="1177">
                  <c:v>46118</c:v>
                </c:pt>
                <c:pt idx="1178">
                  <c:v>46119</c:v>
                </c:pt>
                <c:pt idx="1179">
                  <c:v>46120</c:v>
                </c:pt>
                <c:pt idx="1180">
                  <c:v>46121</c:v>
                </c:pt>
                <c:pt idx="1181">
                  <c:v>46122</c:v>
                </c:pt>
                <c:pt idx="1182">
                  <c:v>46125</c:v>
                </c:pt>
                <c:pt idx="1183">
                  <c:v>46126</c:v>
                </c:pt>
                <c:pt idx="1184">
                  <c:v>46127</c:v>
                </c:pt>
                <c:pt idx="1185">
                  <c:v>46128</c:v>
                </c:pt>
                <c:pt idx="1186">
                  <c:v>46129</c:v>
                </c:pt>
                <c:pt idx="1187">
                  <c:v>46132</c:v>
                </c:pt>
                <c:pt idx="1188">
                  <c:v>46133</c:v>
                </c:pt>
                <c:pt idx="1189">
                  <c:v>46134</c:v>
                </c:pt>
                <c:pt idx="1190">
                  <c:v>46135</c:v>
                </c:pt>
                <c:pt idx="1191">
                  <c:v>46136</c:v>
                </c:pt>
                <c:pt idx="1192">
                  <c:v>46139</c:v>
                </c:pt>
                <c:pt idx="1193">
                  <c:v>46140</c:v>
                </c:pt>
                <c:pt idx="1194">
                  <c:v>46141</c:v>
                </c:pt>
                <c:pt idx="1195">
                  <c:v>46142</c:v>
                </c:pt>
                <c:pt idx="1196">
                  <c:v>46143</c:v>
                </c:pt>
                <c:pt idx="1197">
                  <c:v>46146</c:v>
                </c:pt>
                <c:pt idx="1198">
                  <c:v>46147</c:v>
                </c:pt>
                <c:pt idx="1199">
                  <c:v>46148</c:v>
                </c:pt>
                <c:pt idx="1200">
                  <c:v>46149</c:v>
                </c:pt>
                <c:pt idx="1201">
                  <c:v>46150</c:v>
                </c:pt>
                <c:pt idx="1202">
                  <c:v>46153</c:v>
                </c:pt>
                <c:pt idx="1203">
                  <c:v>46154</c:v>
                </c:pt>
                <c:pt idx="1204">
                  <c:v>46155</c:v>
                </c:pt>
                <c:pt idx="1205">
                  <c:v>46156</c:v>
                </c:pt>
                <c:pt idx="1206">
                  <c:v>46157</c:v>
                </c:pt>
                <c:pt idx="1207">
                  <c:v>46160</c:v>
                </c:pt>
                <c:pt idx="1208">
                  <c:v>46161</c:v>
                </c:pt>
                <c:pt idx="1209">
                  <c:v>46162</c:v>
                </c:pt>
                <c:pt idx="1210">
                  <c:v>46163</c:v>
                </c:pt>
                <c:pt idx="1211">
                  <c:v>46164</c:v>
                </c:pt>
                <c:pt idx="1212">
                  <c:v>46167</c:v>
                </c:pt>
                <c:pt idx="1213">
                  <c:v>46168</c:v>
                </c:pt>
                <c:pt idx="1214">
                  <c:v>46169</c:v>
                </c:pt>
                <c:pt idx="1215">
                  <c:v>46170</c:v>
                </c:pt>
                <c:pt idx="1216">
                  <c:v>46171</c:v>
                </c:pt>
                <c:pt idx="1217">
                  <c:v>46174</c:v>
                </c:pt>
                <c:pt idx="1218">
                  <c:v>46175</c:v>
                </c:pt>
                <c:pt idx="1219">
                  <c:v>46176</c:v>
                </c:pt>
                <c:pt idx="1220">
                  <c:v>46177</c:v>
                </c:pt>
                <c:pt idx="1221">
                  <c:v>46178</c:v>
                </c:pt>
                <c:pt idx="1222">
                  <c:v>46181</c:v>
                </c:pt>
                <c:pt idx="1223">
                  <c:v>46182</c:v>
                </c:pt>
                <c:pt idx="1224">
                  <c:v>46183</c:v>
                </c:pt>
                <c:pt idx="1225">
                  <c:v>46184</c:v>
                </c:pt>
                <c:pt idx="1226">
                  <c:v>46185</c:v>
                </c:pt>
                <c:pt idx="1227">
                  <c:v>46188</c:v>
                </c:pt>
                <c:pt idx="1228">
                  <c:v>46189</c:v>
                </c:pt>
                <c:pt idx="1229">
                  <c:v>46190</c:v>
                </c:pt>
                <c:pt idx="1230">
                  <c:v>46191</c:v>
                </c:pt>
                <c:pt idx="1231">
                  <c:v>46192</c:v>
                </c:pt>
                <c:pt idx="1232">
                  <c:v>46195</c:v>
                </c:pt>
                <c:pt idx="1233">
                  <c:v>46196</c:v>
                </c:pt>
                <c:pt idx="1234">
                  <c:v>46197</c:v>
                </c:pt>
                <c:pt idx="1235">
                  <c:v>46198</c:v>
                </c:pt>
                <c:pt idx="1236">
                  <c:v>46199</c:v>
                </c:pt>
                <c:pt idx="1237">
                  <c:v>46202</c:v>
                </c:pt>
                <c:pt idx="1238">
                  <c:v>46203</c:v>
                </c:pt>
                <c:pt idx="1239">
                  <c:v>46204</c:v>
                </c:pt>
                <c:pt idx="1240">
                  <c:v>46205</c:v>
                </c:pt>
                <c:pt idx="1241">
                  <c:v>46206</c:v>
                </c:pt>
                <c:pt idx="1242">
                  <c:v>46209</c:v>
                </c:pt>
                <c:pt idx="1243">
                  <c:v>46210</c:v>
                </c:pt>
                <c:pt idx="1244">
                  <c:v>46211</c:v>
                </c:pt>
                <c:pt idx="1245">
                  <c:v>46212</c:v>
                </c:pt>
                <c:pt idx="1246">
                  <c:v>46213</c:v>
                </c:pt>
                <c:pt idx="1247">
                  <c:v>46216</c:v>
                </c:pt>
                <c:pt idx="1248">
                  <c:v>46217</c:v>
                </c:pt>
                <c:pt idx="1249">
                  <c:v>46218</c:v>
                </c:pt>
                <c:pt idx="1250">
                  <c:v>46219</c:v>
                </c:pt>
                <c:pt idx="1251">
                  <c:v>46220</c:v>
                </c:pt>
                <c:pt idx="1252">
                  <c:v>46223</c:v>
                </c:pt>
                <c:pt idx="1253">
                  <c:v>46224</c:v>
                </c:pt>
                <c:pt idx="1254">
                  <c:v>46225</c:v>
                </c:pt>
                <c:pt idx="1255">
                  <c:v>46226</c:v>
                </c:pt>
                <c:pt idx="1256">
                  <c:v>46227</c:v>
                </c:pt>
                <c:pt idx="1257">
                  <c:v>46230</c:v>
                </c:pt>
                <c:pt idx="1258">
                  <c:v>46231</c:v>
                </c:pt>
                <c:pt idx="1259">
                  <c:v>46232</c:v>
                </c:pt>
                <c:pt idx="1260">
                  <c:v>46233</c:v>
                </c:pt>
                <c:pt idx="1261">
                  <c:v>46234</c:v>
                </c:pt>
                <c:pt idx="1262">
                  <c:v>46237</c:v>
                </c:pt>
                <c:pt idx="1263">
                  <c:v>46238</c:v>
                </c:pt>
                <c:pt idx="1264">
                  <c:v>46239</c:v>
                </c:pt>
                <c:pt idx="1265">
                  <c:v>46240</c:v>
                </c:pt>
                <c:pt idx="1266">
                  <c:v>46241</c:v>
                </c:pt>
                <c:pt idx="1267">
                  <c:v>46244</c:v>
                </c:pt>
                <c:pt idx="1268">
                  <c:v>46245</c:v>
                </c:pt>
                <c:pt idx="1269">
                  <c:v>46246</c:v>
                </c:pt>
                <c:pt idx="1270">
                  <c:v>46247</c:v>
                </c:pt>
                <c:pt idx="1271">
                  <c:v>46248</c:v>
                </c:pt>
                <c:pt idx="1272">
                  <c:v>46251</c:v>
                </c:pt>
                <c:pt idx="1273">
                  <c:v>46252</c:v>
                </c:pt>
                <c:pt idx="1274">
                  <c:v>46253</c:v>
                </c:pt>
                <c:pt idx="1275">
                  <c:v>46254</c:v>
                </c:pt>
                <c:pt idx="1276">
                  <c:v>46255</c:v>
                </c:pt>
                <c:pt idx="1277">
                  <c:v>46258</c:v>
                </c:pt>
                <c:pt idx="1278">
                  <c:v>46259</c:v>
                </c:pt>
                <c:pt idx="1279">
                  <c:v>46260</c:v>
                </c:pt>
                <c:pt idx="1280">
                  <c:v>46261</c:v>
                </c:pt>
                <c:pt idx="1281">
                  <c:v>46262</c:v>
                </c:pt>
                <c:pt idx="1282">
                  <c:v>46265</c:v>
                </c:pt>
              </c:numCache>
            </c:numRef>
          </c:cat>
          <c:val>
            <c:numRef>
              <c:f>Historico!$P$12:$P$5000</c:f>
              <c:numCache>
                <c:formatCode>#,##0.00</c:formatCode>
                <c:ptCount val="4989"/>
                <c:pt idx="0">
                  <c:v>100</c:v>
                </c:pt>
                <c:pt idx="1">
                  <c:v>100.76181871</c:v>
                </c:pt>
                <c:pt idx="2">
                  <c:v>98.339083461000001</c:v>
                </c:pt>
                <c:pt idx="3">
                  <c:v>97.102979472000001</c:v>
                </c:pt>
                <c:pt idx="4">
                  <c:v>96.967081253000003</c:v>
                </c:pt>
                <c:pt idx="5">
                  <c:v>96.244997198999997</c:v>
                </c:pt>
                <c:pt idx="6">
                  <c:v>98.571435089000005</c:v>
                </c:pt>
                <c:pt idx="7">
                  <c:v>98.464847810999999</c:v>
                </c:pt>
                <c:pt idx="9">
                  <c:v>101.5047977</c:v>
                </c:pt>
                <c:pt idx="10">
                  <c:v>101.97068156</c:v>
                </c:pt>
                <c:pt idx="11">
                  <c:v>102.80979354</c:v>
                </c:pt>
                <c:pt idx="12">
                  <c:v>102.80656376</c:v>
                </c:pt>
                <c:pt idx="13">
                  <c:v>98.168176811999999</c:v>
                </c:pt>
                <c:pt idx="14">
                  <c:v>97.244803837999996</c:v>
                </c:pt>
                <c:pt idx="15">
                  <c:v>94.487012238000005</c:v>
                </c:pt>
                <c:pt idx="16">
                  <c:v>93.271496170999995</c:v>
                </c:pt>
                <c:pt idx="17">
                  <c:v>95.627492568999998</c:v>
                </c:pt>
                <c:pt idx="18">
                  <c:v>93.991817460999997</c:v>
                </c:pt>
                <c:pt idx="19">
                  <c:v>92.936610080999998</c:v>
                </c:pt>
                <c:pt idx="20">
                  <c:v>91.456351315000006</c:v>
                </c:pt>
                <c:pt idx="21">
                  <c:v>91.335493243000002</c:v>
                </c:pt>
                <c:pt idx="22">
                  <c:v>93.151418543999995</c:v>
                </c:pt>
                <c:pt idx="24">
                  <c:v>95.829118291</c:v>
                </c:pt>
                <c:pt idx="25">
                  <c:v>95.751863221999997</c:v>
                </c:pt>
                <c:pt idx="26">
                  <c:v>97.581684549000002</c:v>
                </c:pt>
                <c:pt idx="27">
                  <c:v>96.526170922000006</c:v>
                </c:pt>
                <c:pt idx="28">
                  <c:v>97.015061293000002</c:v>
                </c:pt>
                <c:pt idx="29">
                  <c:v>96.310023655999998</c:v>
                </c:pt>
                <c:pt idx="30">
                  <c:v>98.463071159999998</c:v>
                </c:pt>
                <c:pt idx="31">
                  <c:v>95.070051585000002</c:v>
                </c:pt>
                <c:pt idx="33">
                  <c:v>92.684680529000005</c:v>
                </c:pt>
                <c:pt idx="34">
                  <c:v>91.698757212999993</c:v>
                </c:pt>
                <c:pt idx="35">
                  <c:v>93.163881527000001</c:v>
                </c:pt>
                <c:pt idx="36">
                  <c:v>93.740301047000003</c:v>
                </c:pt>
                <c:pt idx="37">
                  <c:v>92.024015575999996</c:v>
                </c:pt>
                <c:pt idx="38">
                  <c:v>91.386092661000006</c:v>
                </c:pt>
                <c:pt idx="39">
                  <c:v>90.414149459000001</c:v>
                </c:pt>
                <c:pt idx="40">
                  <c:v>90.884623106000006</c:v>
                </c:pt>
                <c:pt idx="41">
                  <c:v>87.826992333000007</c:v>
                </c:pt>
                <c:pt idx="42">
                  <c:v>87.896233050000006</c:v>
                </c:pt>
                <c:pt idx="43">
                  <c:v>85.301133841999999</c:v>
                </c:pt>
                <c:pt idx="44">
                  <c:v>83.557919193000004</c:v>
                </c:pt>
                <c:pt idx="45">
                  <c:v>85.148546448000005</c:v>
                </c:pt>
                <c:pt idx="46">
                  <c:v>86.873867032000007</c:v>
                </c:pt>
                <c:pt idx="47">
                  <c:v>88.156683224999995</c:v>
                </c:pt>
                <c:pt idx="48">
                  <c:v>89.355779523999999</c:v>
                </c:pt>
                <c:pt idx="49">
                  <c:v>91.148142317999998</c:v>
                </c:pt>
                <c:pt idx="50">
                  <c:v>90.170420703000005</c:v>
                </c:pt>
                <c:pt idx="51">
                  <c:v>90.816378603000004</c:v>
                </c:pt>
                <c:pt idx="52">
                  <c:v>90.530477746000003</c:v>
                </c:pt>
                <c:pt idx="53">
                  <c:v>89.615629102</c:v>
                </c:pt>
                <c:pt idx="54">
                  <c:v>91.265772197999993</c:v>
                </c:pt>
                <c:pt idx="55">
                  <c:v>90.34188374</c:v>
                </c:pt>
                <c:pt idx="56">
                  <c:v>90.068416702999997</c:v>
                </c:pt>
                <c:pt idx="57">
                  <c:v>88.924250684</c:v>
                </c:pt>
                <c:pt idx="58">
                  <c:v>89.303041555999997</c:v>
                </c:pt>
                <c:pt idx="59">
                  <c:v>89.029913098999998</c:v>
                </c:pt>
                <c:pt idx="60">
                  <c:v>89.253779754999996</c:v>
                </c:pt>
                <c:pt idx="62">
                  <c:v>89.536645887999995</c:v>
                </c:pt>
                <c:pt idx="63">
                  <c:v>89.146617172999996</c:v>
                </c:pt>
                <c:pt idx="64">
                  <c:v>88.630352931000004</c:v>
                </c:pt>
                <c:pt idx="65">
                  <c:v>90.985310322000004</c:v>
                </c:pt>
                <c:pt idx="67">
                  <c:v>88.119149987</c:v>
                </c:pt>
                <c:pt idx="68">
                  <c:v>86.151843514000007</c:v>
                </c:pt>
                <c:pt idx="69">
                  <c:v>82.817396380999995</c:v>
                </c:pt>
                <c:pt idx="70">
                  <c:v>82.978600401999998</c:v>
                </c:pt>
                <c:pt idx="71">
                  <c:v>82.317567885000003</c:v>
                </c:pt>
                <c:pt idx="72">
                  <c:v>81.669470722</c:v>
                </c:pt>
                <c:pt idx="73">
                  <c:v>83.460052797000003</c:v>
                </c:pt>
                <c:pt idx="74">
                  <c:v>84.818923706000007</c:v>
                </c:pt>
                <c:pt idx="75">
                  <c:v>83.565851082999998</c:v>
                </c:pt>
                <c:pt idx="76">
                  <c:v>85.164432368999996</c:v>
                </c:pt>
                <c:pt idx="77">
                  <c:v>84.066251711999996</c:v>
                </c:pt>
                <c:pt idx="78">
                  <c:v>83.571374792</c:v>
                </c:pt>
                <c:pt idx="79">
                  <c:v>85.122774977999995</c:v>
                </c:pt>
                <c:pt idx="80">
                  <c:v>87.367398050999995</c:v>
                </c:pt>
                <c:pt idx="81">
                  <c:v>88.090438492000004</c:v>
                </c:pt>
                <c:pt idx="82">
                  <c:v>87.020718564000006</c:v>
                </c:pt>
                <c:pt idx="83">
                  <c:v>88.717053122999999</c:v>
                </c:pt>
                <c:pt idx="84">
                  <c:v>90.657090319000005</c:v>
                </c:pt>
                <c:pt idx="85">
                  <c:v>91.101938071999996</c:v>
                </c:pt>
                <c:pt idx="86">
                  <c:v>90.524761831000006</c:v>
                </c:pt>
                <c:pt idx="87">
                  <c:v>93.271856397999997</c:v>
                </c:pt>
                <c:pt idx="88">
                  <c:v>92.846117212999999</c:v>
                </c:pt>
                <c:pt idx="89">
                  <c:v>91.923548854000003</c:v>
                </c:pt>
                <c:pt idx="90">
                  <c:v>91.410107339000007</c:v>
                </c:pt>
                <c:pt idx="91">
                  <c:v>90.804597904999994</c:v>
                </c:pt>
                <c:pt idx="92">
                  <c:v>90.615691284999997</c:v>
                </c:pt>
                <c:pt idx="93">
                  <c:v>91.229366497000001</c:v>
                </c:pt>
                <c:pt idx="94">
                  <c:v>93.160229991999998</c:v>
                </c:pt>
                <c:pt idx="95">
                  <c:v>93.464074557000004</c:v>
                </c:pt>
                <c:pt idx="96">
                  <c:v>93.553947746999995</c:v>
                </c:pt>
                <c:pt idx="97">
                  <c:v>95.337003429999996</c:v>
                </c:pt>
                <c:pt idx="98">
                  <c:v>98.045337580999998</c:v>
                </c:pt>
                <c:pt idx="99">
                  <c:v>98.249801669999997</c:v>
                </c:pt>
                <c:pt idx="100">
                  <c:v>98.024379216</c:v>
                </c:pt>
                <c:pt idx="101">
                  <c:v>96.560256698000003</c:v>
                </c:pt>
                <c:pt idx="102">
                  <c:v>94.556346250000004</c:v>
                </c:pt>
                <c:pt idx="103">
                  <c:v>96.364864372</c:v>
                </c:pt>
                <c:pt idx="104">
                  <c:v>94.758498864000003</c:v>
                </c:pt>
                <c:pt idx="105">
                  <c:v>95.910437564000006</c:v>
                </c:pt>
                <c:pt idx="106">
                  <c:v>96.822654932999995</c:v>
                </c:pt>
                <c:pt idx="109">
                  <c:v>97.739090988000001</c:v>
                </c:pt>
                <c:pt idx="110">
                  <c:v>98.476828998000002</c:v>
                </c:pt>
                <c:pt idx="111">
                  <c:v>97.223076121999995</c:v>
                </c:pt>
                <c:pt idx="112">
                  <c:v>93.230770003999993</c:v>
                </c:pt>
                <c:pt idx="113">
                  <c:v>94.214054563999994</c:v>
                </c:pt>
                <c:pt idx="114">
                  <c:v>98.155922982999996</c:v>
                </c:pt>
                <c:pt idx="115">
                  <c:v>96.118616700000004</c:v>
                </c:pt>
                <c:pt idx="116">
                  <c:v>94.167644209000002</c:v>
                </c:pt>
                <c:pt idx="117">
                  <c:v>92.551960526000002</c:v>
                </c:pt>
                <c:pt idx="118">
                  <c:v>93.161921179999993</c:v>
                </c:pt>
                <c:pt idx="119">
                  <c:v>94.962210055</c:v>
                </c:pt>
                <c:pt idx="120">
                  <c:v>96.802513724999997</c:v>
                </c:pt>
                <c:pt idx="121">
                  <c:v>98.574960265000001</c:v>
                </c:pt>
                <c:pt idx="122">
                  <c:v>98.325641660000002</c:v>
                </c:pt>
                <c:pt idx="123">
                  <c:v>100.65707363</c:v>
                </c:pt>
                <c:pt idx="124">
                  <c:v>101.74911812000001</c:v>
                </c:pt>
                <c:pt idx="125">
                  <c:v>103.31409648</c:v>
                </c:pt>
                <c:pt idx="126">
                  <c:v>104.06125348</c:v>
                </c:pt>
                <c:pt idx="127">
                  <c:v>104.16401172</c:v>
                </c:pt>
                <c:pt idx="128">
                  <c:v>106.36687454</c:v>
                </c:pt>
                <c:pt idx="129">
                  <c:v>104.21849763</c:v>
                </c:pt>
                <c:pt idx="130">
                  <c:v>104.0038572</c:v>
                </c:pt>
                <c:pt idx="131">
                  <c:v>106.13058717</c:v>
                </c:pt>
                <c:pt idx="132">
                  <c:v>106.18526377000001</c:v>
                </c:pt>
                <c:pt idx="133">
                  <c:v>104.34250328</c:v>
                </c:pt>
                <c:pt idx="134">
                  <c:v>101.9834824</c:v>
                </c:pt>
                <c:pt idx="135">
                  <c:v>101.36690139</c:v>
                </c:pt>
                <c:pt idx="136">
                  <c:v>100.61473365000001</c:v>
                </c:pt>
                <c:pt idx="137">
                  <c:v>99.081005091999998</c:v>
                </c:pt>
                <c:pt idx="138">
                  <c:v>98.963660040999997</c:v>
                </c:pt>
                <c:pt idx="139">
                  <c:v>100.25888596999999</c:v>
                </c:pt>
                <c:pt idx="140">
                  <c:v>99.159885477000003</c:v>
                </c:pt>
                <c:pt idx="142">
                  <c:v>98.174670762999995</c:v>
                </c:pt>
                <c:pt idx="143">
                  <c:v>99.487371507000006</c:v>
                </c:pt>
                <c:pt idx="144">
                  <c:v>98.003583063999997</c:v>
                </c:pt>
                <c:pt idx="146">
                  <c:v>95.436948018999999</c:v>
                </c:pt>
                <c:pt idx="147">
                  <c:v>95.717128117000001</c:v>
                </c:pt>
                <c:pt idx="148">
                  <c:v>93.691856348000002</c:v>
                </c:pt>
                <c:pt idx="149">
                  <c:v>94.600040241000002</c:v>
                </c:pt>
                <c:pt idx="150">
                  <c:v>95.962748198</c:v>
                </c:pt>
                <c:pt idx="151">
                  <c:v>93.732372077999997</c:v>
                </c:pt>
                <c:pt idx="152">
                  <c:v>91.726392043000004</c:v>
                </c:pt>
                <c:pt idx="153">
                  <c:v>91.244076213</c:v>
                </c:pt>
                <c:pt idx="154">
                  <c:v>92.574519741000003</c:v>
                </c:pt>
                <c:pt idx="155">
                  <c:v>88.621794426999998</c:v>
                </c:pt>
                <c:pt idx="156">
                  <c:v>85.975575219000007</c:v>
                </c:pt>
                <c:pt idx="157">
                  <c:v>82.613808356000007</c:v>
                </c:pt>
                <c:pt idx="158">
                  <c:v>84.458883901999997</c:v>
                </c:pt>
                <c:pt idx="159">
                  <c:v>84.012692506999997</c:v>
                </c:pt>
                <c:pt idx="160">
                  <c:v>84.640178734000003</c:v>
                </c:pt>
                <c:pt idx="161">
                  <c:v>85.605886186000006</c:v>
                </c:pt>
                <c:pt idx="162">
                  <c:v>85.227950316999994</c:v>
                </c:pt>
                <c:pt idx="163">
                  <c:v>86.939717650000006</c:v>
                </c:pt>
                <c:pt idx="164">
                  <c:v>85.779919258999996</c:v>
                </c:pt>
                <c:pt idx="165">
                  <c:v>85.977968876999995</c:v>
                </c:pt>
                <c:pt idx="166">
                  <c:v>86.301894164000004</c:v>
                </c:pt>
                <c:pt idx="167">
                  <c:v>87.174526724000003</c:v>
                </c:pt>
                <c:pt idx="168">
                  <c:v>86.089808863000002</c:v>
                </c:pt>
                <c:pt idx="169">
                  <c:v>86.859045221000002</c:v>
                </c:pt>
                <c:pt idx="170">
                  <c:v>88.608409952000002</c:v>
                </c:pt>
                <c:pt idx="171">
                  <c:v>89.492364714000004</c:v>
                </c:pt>
                <c:pt idx="172">
                  <c:v>88.677070666000006</c:v>
                </c:pt>
                <c:pt idx="173">
                  <c:v>88.819351960000006</c:v>
                </c:pt>
                <c:pt idx="174">
                  <c:v>89.043786084999994</c:v>
                </c:pt>
                <c:pt idx="175">
                  <c:v>90.188558482000005</c:v>
                </c:pt>
                <c:pt idx="176">
                  <c:v>88.298308602999995</c:v>
                </c:pt>
                <c:pt idx="177">
                  <c:v>86.339978927000004</c:v>
                </c:pt>
                <c:pt idx="178">
                  <c:v>85.321742009999994</c:v>
                </c:pt>
                <c:pt idx="179">
                  <c:v>84.049348468999995</c:v>
                </c:pt>
                <c:pt idx="180">
                  <c:v>82.719765260000003</c:v>
                </c:pt>
                <c:pt idx="181">
                  <c:v>80.330236603000003</c:v>
                </c:pt>
                <c:pt idx="182">
                  <c:v>77.330130190999995</c:v>
                </c:pt>
                <c:pt idx="183">
                  <c:v>76.868094674999995</c:v>
                </c:pt>
                <c:pt idx="184">
                  <c:v>78.917206960000001</c:v>
                </c:pt>
                <c:pt idx="186">
                  <c:v>77.200692101000001</c:v>
                </c:pt>
                <c:pt idx="187">
                  <c:v>76.209127727999999</c:v>
                </c:pt>
                <c:pt idx="188">
                  <c:v>77.033221295000004</c:v>
                </c:pt>
                <c:pt idx="189">
                  <c:v>76.959335265000007</c:v>
                </c:pt>
                <c:pt idx="190">
                  <c:v>77.833287295000005</c:v>
                </c:pt>
                <c:pt idx="191">
                  <c:v>78.051924790000001</c:v>
                </c:pt>
                <c:pt idx="192">
                  <c:v>78.178718181999997</c:v>
                </c:pt>
                <c:pt idx="193">
                  <c:v>79.270351349999999</c:v>
                </c:pt>
                <c:pt idx="194">
                  <c:v>78.537826667999994</c:v>
                </c:pt>
                <c:pt idx="195">
                  <c:v>79.093821581</c:v>
                </c:pt>
                <c:pt idx="196">
                  <c:v>79.225368962999994</c:v>
                </c:pt>
                <c:pt idx="197">
                  <c:v>78.228083784000006</c:v>
                </c:pt>
                <c:pt idx="198">
                  <c:v>78.782483357000004</c:v>
                </c:pt>
                <c:pt idx="199">
                  <c:v>80.075028989000003</c:v>
                </c:pt>
                <c:pt idx="200">
                  <c:v>82.111972535999996</c:v>
                </c:pt>
                <c:pt idx="201">
                  <c:v>81.040804034999994</c:v>
                </c:pt>
                <c:pt idx="202">
                  <c:v>78.650034437000002</c:v>
                </c:pt>
                <c:pt idx="203">
                  <c:v>78.309543700000006</c:v>
                </c:pt>
                <c:pt idx="204">
                  <c:v>77.992597892999996</c:v>
                </c:pt>
                <c:pt idx="205">
                  <c:v>77.457722016000005</c:v>
                </c:pt>
                <c:pt idx="206">
                  <c:v>78.144287183000003</c:v>
                </c:pt>
                <c:pt idx="207">
                  <c:v>77.847684048000005</c:v>
                </c:pt>
                <c:pt idx="208">
                  <c:v>78.748360839</c:v>
                </c:pt>
                <c:pt idx="209">
                  <c:v>79.369417401000007</c:v>
                </c:pt>
                <c:pt idx="210">
                  <c:v>80.624542438000006</c:v>
                </c:pt>
                <c:pt idx="211">
                  <c:v>81.065901440999994</c:v>
                </c:pt>
                <c:pt idx="212">
                  <c:v>81.645542841999998</c:v>
                </c:pt>
                <c:pt idx="213">
                  <c:v>80.443489106000001</c:v>
                </c:pt>
                <c:pt idx="214">
                  <c:v>82.476044338999998</c:v>
                </c:pt>
                <c:pt idx="215">
                  <c:v>84.378032097000002</c:v>
                </c:pt>
                <c:pt idx="216">
                  <c:v>84.082292105999997</c:v>
                </c:pt>
                <c:pt idx="217">
                  <c:v>84.749172200999993</c:v>
                </c:pt>
                <c:pt idx="218">
                  <c:v>84.959979924999999</c:v>
                </c:pt>
                <c:pt idx="219">
                  <c:v>86.837869631000004</c:v>
                </c:pt>
                <c:pt idx="220">
                  <c:v>89.817768635999997</c:v>
                </c:pt>
                <c:pt idx="221">
                  <c:v>89.430118516999997</c:v>
                </c:pt>
                <c:pt idx="222">
                  <c:v>90.732290008000007</c:v>
                </c:pt>
                <c:pt idx="223">
                  <c:v>89.143528224999997</c:v>
                </c:pt>
                <c:pt idx="224">
                  <c:v>92.178459766000003</c:v>
                </c:pt>
                <c:pt idx="225">
                  <c:v>90.629744372000005</c:v>
                </c:pt>
                <c:pt idx="226">
                  <c:v>92.177663050000007</c:v>
                </c:pt>
                <c:pt idx="227">
                  <c:v>92.170467932999998</c:v>
                </c:pt>
                <c:pt idx="228">
                  <c:v>91.931291098000003</c:v>
                </c:pt>
                <c:pt idx="229">
                  <c:v>92.024707953000004</c:v>
                </c:pt>
                <c:pt idx="230">
                  <c:v>92.323738273000004</c:v>
                </c:pt>
                <c:pt idx="231">
                  <c:v>91.124350743999997</c:v>
                </c:pt>
                <c:pt idx="232">
                  <c:v>89.469539284000007</c:v>
                </c:pt>
                <c:pt idx="233">
                  <c:v>90.174050070000007</c:v>
                </c:pt>
                <c:pt idx="234">
                  <c:v>91.198707493000001</c:v>
                </c:pt>
                <c:pt idx="235">
                  <c:v>91.577421822999995</c:v>
                </c:pt>
                <c:pt idx="236">
                  <c:v>90.449317707999995</c:v>
                </c:pt>
                <c:pt idx="237">
                  <c:v>90.731915775000004</c:v>
                </c:pt>
                <c:pt idx="238">
                  <c:v>90.074003580999999</c:v>
                </c:pt>
                <c:pt idx="239">
                  <c:v>88.951351953</c:v>
                </c:pt>
                <c:pt idx="240">
                  <c:v>90.108509745000006</c:v>
                </c:pt>
                <c:pt idx="241">
                  <c:v>90.940423706000004</c:v>
                </c:pt>
                <c:pt idx="242">
                  <c:v>92.046440759000006</c:v>
                </c:pt>
                <c:pt idx="243">
                  <c:v>90.285832553999995</c:v>
                </c:pt>
                <c:pt idx="245">
                  <c:v>90.999922435000002</c:v>
                </c:pt>
                <c:pt idx="246">
                  <c:v>92.348773864999998</c:v>
                </c:pt>
                <c:pt idx="247">
                  <c:v>93.477161914999996</c:v>
                </c:pt>
                <c:pt idx="248">
                  <c:v>91.778941766000003</c:v>
                </c:pt>
                <c:pt idx="249">
                  <c:v>91.770017355999997</c:v>
                </c:pt>
                <c:pt idx="250">
                  <c:v>90.465694837000001</c:v>
                </c:pt>
                <c:pt idx="251">
                  <c:v>89.889340183000002</c:v>
                </c:pt>
                <c:pt idx="252">
                  <c:v>91.027481945000005</c:v>
                </c:pt>
                <c:pt idx="253">
                  <c:v>91.627311200999998</c:v>
                </c:pt>
                <c:pt idx="254">
                  <c:v>92.110339104999994</c:v>
                </c:pt>
                <c:pt idx="255">
                  <c:v>93.594958446999996</c:v>
                </c:pt>
                <c:pt idx="256">
                  <c:v>93.384337044000006</c:v>
                </c:pt>
                <c:pt idx="257">
                  <c:v>91.081573327000001</c:v>
                </c:pt>
                <c:pt idx="258">
                  <c:v>90.580300541</c:v>
                </c:pt>
                <c:pt idx="259">
                  <c:v>91.280454126999999</c:v>
                </c:pt>
                <c:pt idx="260">
                  <c:v>89.806252262000001</c:v>
                </c:pt>
                <c:pt idx="261">
                  <c:v>91.648086426000006</c:v>
                </c:pt>
                <c:pt idx="262">
                  <c:v>94.749971278999993</c:v>
                </c:pt>
                <c:pt idx="263">
                  <c:v>95.225442716000003</c:v>
                </c:pt>
                <c:pt idx="264">
                  <c:v>95.622540520000001</c:v>
                </c:pt>
                <c:pt idx="265">
                  <c:v>96.308076486000004</c:v>
                </c:pt>
                <c:pt idx="266">
                  <c:v>95.351362718000004</c:v>
                </c:pt>
                <c:pt idx="267">
                  <c:v>95.669164866000003</c:v>
                </c:pt>
                <c:pt idx="268">
                  <c:v>94.075689557999993</c:v>
                </c:pt>
                <c:pt idx="270">
                  <c:v>93.916440346000002</c:v>
                </c:pt>
                <c:pt idx="271">
                  <c:v>91.531796249999999</c:v>
                </c:pt>
                <c:pt idx="272">
                  <c:v>92.110677421999995</c:v>
                </c:pt>
                <c:pt idx="273">
                  <c:v>93.566242020000004</c:v>
                </c:pt>
                <c:pt idx="274">
                  <c:v>93.183483662</c:v>
                </c:pt>
                <c:pt idx="275">
                  <c:v>92.650518035999994</c:v>
                </c:pt>
                <c:pt idx="276">
                  <c:v>93.976228464000002</c:v>
                </c:pt>
                <c:pt idx="277">
                  <c:v>93.484788503999994</c:v>
                </c:pt>
                <c:pt idx="278">
                  <c:v>92.844102355999993</c:v>
                </c:pt>
                <c:pt idx="279">
                  <c:v>92.289126495999994</c:v>
                </c:pt>
                <c:pt idx="280">
                  <c:v>95.734415353000003</c:v>
                </c:pt>
                <c:pt idx="281">
                  <c:v>96.521275071000005</c:v>
                </c:pt>
                <c:pt idx="282">
                  <c:v>100.53933632</c:v>
                </c:pt>
                <c:pt idx="283">
                  <c:v>100.01776611</c:v>
                </c:pt>
                <c:pt idx="285">
                  <c:v>100.83823753999999</c:v>
                </c:pt>
                <c:pt idx="286">
                  <c:v>102.10430288000001</c:v>
                </c:pt>
                <c:pt idx="287">
                  <c:v>98.672168404000004</c:v>
                </c:pt>
                <c:pt idx="288">
                  <c:v>98.487021681000002</c:v>
                </c:pt>
                <c:pt idx="289">
                  <c:v>97.333722332999997</c:v>
                </c:pt>
                <c:pt idx="290">
                  <c:v>92.253356816999997</c:v>
                </c:pt>
                <c:pt idx="291">
                  <c:v>94.226636614</c:v>
                </c:pt>
                <c:pt idx="292">
                  <c:v>95.319849488000003</c:v>
                </c:pt>
                <c:pt idx="294">
                  <c:v>91.632429936999998</c:v>
                </c:pt>
                <c:pt idx="295">
                  <c:v>90.316815851000001</c:v>
                </c:pt>
                <c:pt idx="296">
                  <c:v>89.755704121999997</c:v>
                </c:pt>
                <c:pt idx="297">
                  <c:v>90.971668837999999</c:v>
                </c:pt>
                <c:pt idx="298">
                  <c:v>89.266985504999994</c:v>
                </c:pt>
                <c:pt idx="299">
                  <c:v>88.135648297000003</c:v>
                </c:pt>
                <c:pt idx="300">
                  <c:v>91.219973801999998</c:v>
                </c:pt>
                <c:pt idx="301">
                  <c:v>87.933406022</c:v>
                </c:pt>
                <c:pt idx="302">
                  <c:v>86.882705126999994</c:v>
                </c:pt>
                <c:pt idx="303">
                  <c:v>88.525332609000003</c:v>
                </c:pt>
                <c:pt idx="304">
                  <c:v>90.377184588000006</c:v>
                </c:pt>
                <c:pt idx="305">
                  <c:v>88.792228914999995</c:v>
                </c:pt>
                <c:pt idx="306">
                  <c:v>91.129637109000001</c:v>
                </c:pt>
                <c:pt idx="307">
                  <c:v>87.974361475999999</c:v>
                </c:pt>
                <c:pt idx="308">
                  <c:v>88.670635392999998</c:v>
                </c:pt>
                <c:pt idx="309">
                  <c:v>88.077307871000002</c:v>
                </c:pt>
                <c:pt idx="310">
                  <c:v>85.570070692000002</c:v>
                </c:pt>
                <c:pt idx="311">
                  <c:v>84.308831350999995</c:v>
                </c:pt>
                <c:pt idx="312">
                  <c:v>82.794122490999996</c:v>
                </c:pt>
                <c:pt idx="313">
                  <c:v>80.820437017000003</c:v>
                </c:pt>
                <c:pt idx="314">
                  <c:v>81.254773029000006</c:v>
                </c:pt>
                <c:pt idx="315">
                  <c:v>80.924239720000003</c:v>
                </c:pt>
                <c:pt idx="316">
                  <c:v>79.713297143000005</c:v>
                </c:pt>
                <c:pt idx="317">
                  <c:v>81.940658357999993</c:v>
                </c:pt>
                <c:pt idx="318">
                  <c:v>84.178940315999995</c:v>
                </c:pt>
                <c:pt idx="319">
                  <c:v>84.299120020000004</c:v>
                </c:pt>
                <c:pt idx="320">
                  <c:v>83.908750892</c:v>
                </c:pt>
                <c:pt idx="321">
                  <c:v>85.780604285999999</c:v>
                </c:pt>
                <c:pt idx="322">
                  <c:v>84.137388262000002</c:v>
                </c:pt>
                <c:pt idx="323">
                  <c:v>83.490131669999997</c:v>
                </c:pt>
                <c:pt idx="324">
                  <c:v>85.451015846000004</c:v>
                </c:pt>
                <c:pt idx="325">
                  <c:v>85.385636382000001</c:v>
                </c:pt>
                <c:pt idx="327">
                  <c:v>81.653489976000003</c:v>
                </c:pt>
                <c:pt idx="328">
                  <c:v>79.368430376000006</c:v>
                </c:pt>
                <c:pt idx="329">
                  <c:v>80.991261363999996</c:v>
                </c:pt>
                <c:pt idx="330">
                  <c:v>82.861526701000003</c:v>
                </c:pt>
                <c:pt idx="331">
                  <c:v>84.653108232999998</c:v>
                </c:pt>
                <c:pt idx="332">
                  <c:v>85.327330429</c:v>
                </c:pt>
                <c:pt idx="333">
                  <c:v>87.232944029999999</c:v>
                </c:pt>
                <c:pt idx="334">
                  <c:v>88.422613833</c:v>
                </c:pt>
                <c:pt idx="335">
                  <c:v>88.072585298999996</c:v>
                </c:pt>
                <c:pt idx="336">
                  <c:v>87.379962505999998</c:v>
                </c:pt>
                <c:pt idx="337">
                  <c:v>86.280029299999995</c:v>
                </c:pt>
                <c:pt idx="338">
                  <c:v>88.711094584999998</c:v>
                </c:pt>
                <c:pt idx="339">
                  <c:v>90.032151228000004</c:v>
                </c:pt>
                <c:pt idx="340">
                  <c:v>89.924018685999997</c:v>
                </c:pt>
                <c:pt idx="341">
                  <c:v>88.979583274999996</c:v>
                </c:pt>
                <c:pt idx="342">
                  <c:v>89.541268959000007</c:v>
                </c:pt>
                <c:pt idx="343">
                  <c:v>90.771748798999994</c:v>
                </c:pt>
                <c:pt idx="344">
                  <c:v>91.273940874999994</c:v>
                </c:pt>
                <c:pt idx="345">
                  <c:v>91.088620825999996</c:v>
                </c:pt>
                <c:pt idx="346">
                  <c:v>90.158574686999998</c:v>
                </c:pt>
                <c:pt idx="347">
                  <c:v>91.123912605000001</c:v>
                </c:pt>
                <c:pt idx="348">
                  <c:v>93.047608351999997</c:v>
                </c:pt>
                <c:pt idx="349">
                  <c:v>92.461710104000005</c:v>
                </c:pt>
                <c:pt idx="350">
                  <c:v>92.231519950999996</c:v>
                </c:pt>
                <c:pt idx="351">
                  <c:v>91.170525695999999</c:v>
                </c:pt>
                <c:pt idx="352">
                  <c:v>90.762232728000001</c:v>
                </c:pt>
                <c:pt idx="353">
                  <c:v>89.782702415000003</c:v>
                </c:pt>
                <c:pt idx="354">
                  <c:v>91.439427574999996</c:v>
                </c:pt>
                <c:pt idx="355">
                  <c:v>90.084727231000002</c:v>
                </c:pt>
                <c:pt idx="356">
                  <c:v>90.106126361999998</c:v>
                </c:pt>
                <c:pt idx="357">
                  <c:v>90.566858793999998</c:v>
                </c:pt>
                <c:pt idx="358">
                  <c:v>89.717212200000006</c:v>
                </c:pt>
                <c:pt idx="359">
                  <c:v>90.896665816999999</c:v>
                </c:pt>
                <c:pt idx="360">
                  <c:v>91.636870221999999</c:v>
                </c:pt>
                <c:pt idx="361">
                  <c:v>91.811597085000002</c:v>
                </c:pt>
                <c:pt idx="364">
                  <c:v>89.711985212000002</c:v>
                </c:pt>
                <c:pt idx="365">
                  <c:v>90.071726587000001</c:v>
                </c:pt>
                <c:pt idx="366">
                  <c:v>88.642751189999998</c:v>
                </c:pt>
                <c:pt idx="367">
                  <c:v>88.625207997000004</c:v>
                </c:pt>
                <c:pt idx="368">
                  <c:v>89.040170661999994</c:v>
                </c:pt>
                <c:pt idx="369">
                  <c:v>87.758855784999994</c:v>
                </c:pt>
                <c:pt idx="370">
                  <c:v>87.060286098000006</c:v>
                </c:pt>
                <c:pt idx="371">
                  <c:v>87.444280706000001</c:v>
                </c:pt>
                <c:pt idx="372">
                  <c:v>88.123785803000004</c:v>
                </c:pt>
                <c:pt idx="373">
                  <c:v>88.285479933000005</c:v>
                </c:pt>
                <c:pt idx="374">
                  <c:v>89.652732991999997</c:v>
                </c:pt>
                <c:pt idx="375">
                  <c:v>88.697090016999994</c:v>
                </c:pt>
                <c:pt idx="376">
                  <c:v>85.942158587999998</c:v>
                </c:pt>
                <c:pt idx="377">
                  <c:v>85.112320229000005</c:v>
                </c:pt>
                <c:pt idx="378">
                  <c:v>82.907716460000003</c:v>
                </c:pt>
                <c:pt idx="379">
                  <c:v>83.082182548999995</c:v>
                </c:pt>
                <c:pt idx="380">
                  <c:v>84.480347668999997</c:v>
                </c:pt>
                <c:pt idx="381">
                  <c:v>82.231702620999997</c:v>
                </c:pt>
                <c:pt idx="382">
                  <c:v>81.093166648999997</c:v>
                </c:pt>
                <c:pt idx="383">
                  <c:v>81.000505180999994</c:v>
                </c:pt>
                <c:pt idx="384">
                  <c:v>80.792669153999995</c:v>
                </c:pt>
                <c:pt idx="385">
                  <c:v>79.181665156999998</c:v>
                </c:pt>
                <c:pt idx="386">
                  <c:v>80.623958720000005</c:v>
                </c:pt>
                <c:pt idx="387">
                  <c:v>80.765539760999999</c:v>
                </c:pt>
                <c:pt idx="388">
                  <c:v>82.751368982000002</c:v>
                </c:pt>
                <c:pt idx="389">
                  <c:v>83.024555500999995</c:v>
                </c:pt>
                <c:pt idx="390">
                  <c:v>84.302641754000007</c:v>
                </c:pt>
                <c:pt idx="391">
                  <c:v>82.557044403999996</c:v>
                </c:pt>
                <c:pt idx="392">
                  <c:v>81.620111524999999</c:v>
                </c:pt>
                <c:pt idx="393">
                  <c:v>80.848078858999997</c:v>
                </c:pt>
                <c:pt idx="394">
                  <c:v>78.378595082000004</c:v>
                </c:pt>
                <c:pt idx="395">
                  <c:v>77.564572830000003</c:v>
                </c:pt>
                <c:pt idx="397">
                  <c:v>77.861715395000004</c:v>
                </c:pt>
                <c:pt idx="398">
                  <c:v>81.197434689999994</c:v>
                </c:pt>
                <c:pt idx="399">
                  <c:v>81.061218537000002</c:v>
                </c:pt>
                <c:pt idx="400">
                  <c:v>79.842210258999998</c:v>
                </c:pt>
                <c:pt idx="401">
                  <c:v>79.141287363000004</c:v>
                </c:pt>
                <c:pt idx="402">
                  <c:v>79.353536629999994</c:v>
                </c:pt>
                <c:pt idx="403">
                  <c:v>78.602548915</c:v>
                </c:pt>
                <c:pt idx="404">
                  <c:v>76.690816155999997</c:v>
                </c:pt>
                <c:pt idx="405">
                  <c:v>77.811245541999995</c:v>
                </c:pt>
                <c:pt idx="407">
                  <c:v>77.150675308000004</c:v>
                </c:pt>
                <c:pt idx="408">
                  <c:v>76.160780595000006</c:v>
                </c:pt>
                <c:pt idx="409">
                  <c:v>75.841250130000006</c:v>
                </c:pt>
                <c:pt idx="410">
                  <c:v>76.124660664999993</c:v>
                </c:pt>
                <c:pt idx="411">
                  <c:v>77.502631897000001</c:v>
                </c:pt>
                <c:pt idx="413">
                  <c:v>76.467495248999995</c:v>
                </c:pt>
                <c:pt idx="414">
                  <c:v>76.115933593999998</c:v>
                </c:pt>
                <c:pt idx="415">
                  <c:v>76.306379886000002</c:v>
                </c:pt>
                <c:pt idx="416">
                  <c:v>77.322779412000003</c:v>
                </c:pt>
                <c:pt idx="417">
                  <c:v>78.513704081</c:v>
                </c:pt>
                <c:pt idx="418">
                  <c:v>79.397538732000001</c:v>
                </c:pt>
                <c:pt idx="419">
                  <c:v>79.812096538999995</c:v>
                </c:pt>
                <c:pt idx="420">
                  <c:v>80.611779029999994</c:v>
                </c:pt>
                <c:pt idx="421">
                  <c:v>80.483205497</c:v>
                </c:pt>
                <c:pt idx="422">
                  <c:v>80.953397303000003</c:v>
                </c:pt>
                <c:pt idx="423">
                  <c:v>79.661767451000003</c:v>
                </c:pt>
                <c:pt idx="424">
                  <c:v>80.383104923999994</c:v>
                </c:pt>
                <c:pt idx="425">
                  <c:v>81.451698937000003</c:v>
                </c:pt>
                <c:pt idx="426">
                  <c:v>82.077991654000002</c:v>
                </c:pt>
                <c:pt idx="427">
                  <c:v>82.004915724</c:v>
                </c:pt>
                <c:pt idx="428">
                  <c:v>82.031877390000005</c:v>
                </c:pt>
                <c:pt idx="429">
                  <c:v>81.050858314999999</c:v>
                </c:pt>
                <c:pt idx="430">
                  <c:v>82.64741884</c:v>
                </c:pt>
                <c:pt idx="431">
                  <c:v>82.629149014000006</c:v>
                </c:pt>
                <c:pt idx="432">
                  <c:v>82.279712934000003</c:v>
                </c:pt>
                <c:pt idx="433">
                  <c:v>81.339477638999995</c:v>
                </c:pt>
                <c:pt idx="434">
                  <c:v>80.448874248999999</c:v>
                </c:pt>
                <c:pt idx="435">
                  <c:v>82.521105481999996</c:v>
                </c:pt>
                <c:pt idx="436">
                  <c:v>82.876309074000005</c:v>
                </c:pt>
                <c:pt idx="437">
                  <c:v>83.121498965000001</c:v>
                </c:pt>
                <c:pt idx="438">
                  <c:v>84.654042782999994</c:v>
                </c:pt>
                <c:pt idx="439">
                  <c:v>84.704470739000001</c:v>
                </c:pt>
                <c:pt idx="441">
                  <c:v>85.156133803000003</c:v>
                </c:pt>
                <c:pt idx="442">
                  <c:v>85.487990124999996</c:v>
                </c:pt>
                <c:pt idx="443">
                  <c:v>84.126777278999995</c:v>
                </c:pt>
                <c:pt idx="444">
                  <c:v>85.748485599999995</c:v>
                </c:pt>
                <c:pt idx="445">
                  <c:v>86.845791867000003</c:v>
                </c:pt>
                <c:pt idx="446">
                  <c:v>86.221523544999997</c:v>
                </c:pt>
                <c:pt idx="447">
                  <c:v>86.931326388000002</c:v>
                </c:pt>
                <c:pt idx="448">
                  <c:v>86.799909466000003</c:v>
                </c:pt>
                <c:pt idx="449">
                  <c:v>86.878902449999998</c:v>
                </c:pt>
                <c:pt idx="450">
                  <c:v>85.947811917999999</c:v>
                </c:pt>
                <c:pt idx="451">
                  <c:v>85.797616649000005</c:v>
                </c:pt>
                <c:pt idx="452">
                  <c:v>84.862041367000003</c:v>
                </c:pt>
                <c:pt idx="453">
                  <c:v>83.697002545999993</c:v>
                </c:pt>
                <c:pt idx="454">
                  <c:v>83.626956211999996</c:v>
                </c:pt>
                <c:pt idx="455">
                  <c:v>85.408009452000002</c:v>
                </c:pt>
                <c:pt idx="456">
                  <c:v>86.185243878999998</c:v>
                </c:pt>
                <c:pt idx="457">
                  <c:v>86.807519005000003</c:v>
                </c:pt>
                <c:pt idx="458">
                  <c:v>86.494535923000001</c:v>
                </c:pt>
                <c:pt idx="459">
                  <c:v>87.241596629</c:v>
                </c:pt>
                <c:pt idx="460">
                  <c:v>86.006093582999995</c:v>
                </c:pt>
                <c:pt idx="461">
                  <c:v>87.166252850999996</c:v>
                </c:pt>
                <c:pt idx="462">
                  <c:v>85.689467660000005</c:v>
                </c:pt>
                <c:pt idx="463">
                  <c:v>84.714383834000003</c:v>
                </c:pt>
                <c:pt idx="464">
                  <c:v>84.480768937999997</c:v>
                </c:pt>
                <c:pt idx="465">
                  <c:v>84.634920839000003</c:v>
                </c:pt>
                <c:pt idx="466">
                  <c:v>83.379130248999999</c:v>
                </c:pt>
                <c:pt idx="467">
                  <c:v>83.733385314000003</c:v>
                </c:pt>
                <c:pt idx="468">
                  <c:v>83.652138578000006</c:v>
                </c:pt>
                <c:pt idx="469">
                  <c:v>83.595835643000001</c:v>
                </c:pt>
                <c:pt idx="470">
                  <c:v>83.806285427999995</c:v>
                </c:pt>
                <c:pt idx="471">
                  <c:v>84.987128505000001</c:v>
                </c:pt>
                <c:pt idx="472">
                  <c:v>86.199645329000006</c:v>
                </c:pt>
                <c:pt idx="473">
                  <c:v>85.886455556000001</c:v>
                </c:pt>
                <c:pt idx="474">
                  <c:v>86.803348650999993</c:v>
                </c:pt>
                <c:pt idx="475">
                  <c:v>85.752624081999997</c:v>
                </c:pt>
                <c:pt idx="476">
                  <c:v>86.301009644999993</c:v>
                </c:pt>
                <c:pt idx="477">
                  <c:v>86.732979186999998</c:v>
                </c:pt>
                <c:pt idx="478">
                  <c:v>86.774690758000006</c:v>
                </c:pt>
                <c:pt idx="479">
                  <c:v>86.872182655000003</c:v>
                </c:pt>
                <c:pt idx="480">
                  <c:v>86.721145092</c:v>
                </c:pt>
                <c:pt idx="481">
                  <c:v>87.325247572999999</c:v>
                </c:pt>
                <c:pt idx="482">
                  <c:v>87.017068617999996</c:v>
                </c:pt>
                <c:pt idx="483">
                  <c:v>86.785490721000002</c:v>
                </c:pt>
                <c:pt idx="484">
                  <c:v>86.000267686000001</c:v>
                </c:pt>
                <c:pt idx="485">
                  <c:v>86.109811742000005</c:v>
                </c:pt>
                <c:pt idx="486">
                  <c:v>85.927018783999998</c:v>
                </c:pt>
                <c:pt idx="487">
                  <c:v>84.984167006000007</c:v>
                </c:pt>
                <c:pt idx="488">
                  <c:v>84.926513381999996</c:v>
                </c:pt>
                <c:pt idx="489">
                  <c:v>83.697970721999994</c:v>
                </c:pt>
                <c:pt idx="490">
                  <c:v>82.853637852000006</c:v>
                </c:pt>
                <c:pt idx="491">
                  <c:v>83.210700826999997</c:v>
                </c:pt>
                <c:pt idx="492">
                  <c:v>82.601637554000007</c:v>
                </c:pt>
                <c:pt idx="493">
                  <c:v>83.280040705999994</c:v>
                </c:pt>
                <c:pt idx="494">
                  <c:v>84.712832191000004</c:v>
                </c:pt>
                <c:pt idx="495">
                  <c:v>84.088732585000002</c:v>
                </c:pt>
                <c:pt idx="496">
                  <c:v>83.583101505000002</c:v>
                </c:pt>
                <c:pt idx="497">
                  <c:v>84.640761814000001</c:v>
                </c:pt>
                <c:pt idx="498">
                  <c:v>85.397846371</c:v>
                </c:pt>
                <c:pt idx="499">
                  <c:v>84.730579766999995</c:v>
                </c:pt>
                <c:pt idx="500">
                  <c:v>83.171378380999997</c:v>
                </c:pt>
                <c:pt idx="501">
                  <c:v>84.498377364000007</c:v>
                </c:pt>
                <c:pt idx="502">
                  <c:v>84.465034594000002</c:v>
                </c:pt>
                <c:pt idx="503">
                  <c:v>83.898346708000005</c:v>
                </c:pt>
                <c:pt idx="504">
                  <c:v>83.174944822</c:v>
                </c:pt>
                <c:pt idx="506">
                  <c:v>83.018014988999994</c:v>
                </c:pt>
                <c:pt idx="507">
                  <c:v>84.108531993</c:v>
                </c:pt>
                <c:pt idx="508">
                  <c:v>85.227549128000007</c:v>
                </c:pt>
                <c:pt idx="509">
                  <c:v>85.760116183999997</c:v>
                </c:pt>
                <c:pt idx="510">
                  <c:v>85.951310469000006</c:v>
                </c:pt>
                <c:pt idx="511">
                  <c:v>86.079352915000001</c:v>
                </c:pt>
                <c:pt idx="512">
                  <c:v>85.458377033999994</c:v>
                </c:pt>
                <c:pt idx="513">
                  <c:v>84.683657745999994</c:v>
                </c:pt>
                <c:pt idx="514">
                  <c:v>85.116812119000002</c:v>
                </c:pt>
                <c:pt idx="515">
                  <c:v>83.495037381000003</c:v>
                </c:pt>
                <c:pt idx="516">
                  <c:v>83.127127505999994</c:v>
                </c:pt>
                <c:pt idx="517">
                  <c:v>83.566258425000001</c:v>
                </c:pt>
                <c:pt idx="518">
                  <c:v>82.345088345999997</c:v>
                </c:pt>
                <c:pt idx="519">
                  <c:v>81.931502170000002</c:v>
                </c:pt>
                <c:pt idx="520">
                  <c:v>82.940329984000002</c:v>
                </c:pt>
                <c:pt idx="521">
                  <c:v>83.508029174000001</c:v>
                </c:pt>
                <c:pt idx="522">
                  <c:v>82.692404762999999</c:v>
                </c:pt>
                <c:pt idx="523">
                  <c:v>81.412457054000001</c:v>
                </c:pt>
                <c:pt idx="524">
                  <c:v>82.156337300000004</c:v>
                </c:pt>
                <c:pt idx="525">
                  <c:v>82.034805105999993</c:v>
                </c:pt>
                <c:pt idx="526">
                  <c:v>81.939458994000006</c:v>
                </c:pt>
                <c:pt idx="527">
                  <c:v>82.711242013000003</c:v>
                </c:pt>
                <c:pt idx="528">
                  <c:v>84.134016889999998</c:v>
                </c:pt>
                <c:pt idx="529">
                  <c:v>84.091564392999999</c:v>
                </c:pt>
                <c:pt idx="531">
                  <c:v>83.036205836999997</c:v>
                </c:pt>
                <c:pt idx="532">
                  <c:v>83.105517038000002</c:v>
                </c:pt>
                <c:pt idx="533">
                  <c:v>82.272022415999999</c:v>
                </c:pt>
                <c:pt idx="534">
                  <c:v>80.425596303000006</c:v>
                </c:pt>
                <c:pt idx="535">
                  <c:v>80.483460588</c:v>
                </c:pt>
                <c:pt idx="536">
                  <c:v>79.968179062999994</c:v>
                </c:pt>
                <c:pt idx="537">
                  <c:v>80.312529178000005</c:v>
                </c:pt>
                <c:pt idx="538">
                  <c:v>80.535611713999998</c:v>
                </c:pt>
                <c:pt idx="539">
                  <c:v>79.283868886999997</c:v>
                </c:pt>
                <c:pt idx="540">
                  <c:v>80.810487606999999</c:v>
                </c:pt>
                <c:pt idx="541">
                  <c:v>78.740691483999996</c:v>
                </c:pt>
                <c:pt idx="542">
                  <c:v>78.224347640999994</c:v>
                </c:pt>
                <c:pt idx="543">
                  <c:v>78.851368812000004</c:v>
                </c:pt>
                <c:pt idx="544">
                  <c:v>79.686885391999994</c:v>
                </c:pt>
                <c:pt idx="546">
                  <c:v>82.097992887999993</c:v>
                </c:pt>
                <c:pt idx="547">
                  <c:v>81.864317065999998</c:v>
                </c:pt>
                <c:pt idx="548">
                  <c:v>82.895040543999997</c:v>
                </c:pt>
                <c:pt idx="549">
                  <c:v>83.680883890999993</c:v>
                </c:pt>
                <c:pt idx="550">
                  <c:v>83.292711334000003</c:v>
                </c:pt>
                <c:pt idx="551">
                  <c:v>84.008971439000007</c:v>
                </c:pt>
                <c:pt idx="552">
                  <c:v>84.190273662999999</c:v>
                </c:pt>
                <c:pt idx="553">
                  <c:v>85.299692425999993</c:v>
                </c:pt>
                <c:pt idx="555">
                  <c:v>85.943595752999997</c:v>
                </c:pt>
                <c:pt idx="556">
                  <c:v>85.525506280000002</c:v>
                </c:pt>
                <c:pt idx="557">
                  <c:v>86.039890072999995</c:v>
                </c:pt>
                <c:pt idx="558">
                  <c:v>85.311042740999994</c:v>
                </c:pt>
                <c:pt idx="559">
                  <c:v>86.043205078</c:v>
                </c:pt>
                <c:pt idx="560">
                  <c:v>86.388122189000001</c:v>
                </c:pt>
                <c:pt idx="561">
                  <c:v>85.612757368999993</c:v>
                </c:pt>
                <c:pt idx="562">
                  <c:v>86.346456166999999</c:v>
                </c:pt>
                <c:pt idx="563">
                  <c:v>86.829239376000004</c:v>
                </c:pt>
                <c:pt idx="564">
                  <c:v>86.998721259999996</c:v>
                </c:pt>
                <c:pt idx="565">
                  <c:v>87.490355270999999</c:v>
                </c:pt>
                <c:pt idx="566">
                  <c:v>88.000413098999999</c:v>
                </c:pt>
                <c:pt idx="567">
                  <c:v>87.827046154000001</c:v>
                </c:pt>
                <c:pt idx="568">
                  <c:v>88.531374198999998</c:v>
                </c:pt>
                <c:pt idx="569">
                  <c:v>88.417614064000006</c:v>
                </c:pt>
                <c:pt idx="570">
                  <c:v>88.597258146000001</c:v>
                </c:pt>
                <c:pt idx="571">
                  <c:v>88.746264314000001</c:v>
                </c:pt>
                <c:pt idx="572">
                  <c:v>88.658715956999998</c:v>
                </c:pt>
                <c:pt idx="573">
                  <c:v>88.404456973999999</c:v>
                </c:pt>
                <c:pt idx="574">
                  <c:v>90.373582842999994</c:v>
                </c:pt>
                <c:pt idx="575">
                  <c:v>91.526363348999993</c:v>
                </c:pt>
                <c:pt idx="576">
                  <c:v>90.943217015000002</c:v>
                </c:pt>
                <c:pt idx="577">
                  <c:v>90.992892308999998</c:v>
                </c:pt>
                <c:pt idx="578">
                  <c:v>91.380652697000002</c:v>
                </c:pt>
                <c:pt idx="579">
                  <c:v>90.727969299999998</c:v>
                </c:pt>
                <c:pt idx="580">
                  <c:v>91.498171568999993</c:v>
                </c:pt>
                <c:pt idx="581">
                  <c:v>92.330994227999994</c:v>
                </c:pt>
                <c:pt idx="583">
                  <c:v>92.933281454999999</c:v>
                </c:pt>
                <c:pt idx="584">
                  <c:v>93.748258496000005</c:v>
                </c:pt>
                <c:pt idx="585">
                  <c:v>93.724702084</c:v>
                </c:pt>
                <c:pt idx="588">
                  <c:v>91.696885468000005</c:v>
                </c:pt>
                <c:pt idx="589">
                  <c:v>91.487919196999997</c:v>
                </c:pt>
                <c:pt idx="590">
                  <c:v>90.466706193999997</c:v>
                </c:pt>
                <c:pt idx="591">
                  <c:v>91.039641478999997</c:v>
                </c:pt>
                <c:pt idx="592">
                  <c:v>91.522234767</c:v>
                </c:pt>
                <c:pt idx="593">
                  <c:v>90.958796653999997</c:v>
                </c:pt>
                <c:pt idx="594">
                  <c:v>90.603075148000002</c:v>
                </c:pt>
                <c:pt idx="595">
                  <c:v>90.181152827999995</c:v>
                </c:pt>
                <c:pt idx="596">
                  <c:v>90.318383104999995</c:v>
                </c:pt>
                <c:pt idx="597">
                  <c:v>89.837873975999997</c:v>
                </c:pt>
                <c:pt idx="598">
                  <c:v>88.956075983999995</c:v>
                </c:pt>
                <c:pt idx="599">
                  <c:v>88.937834085000006</c:v>
                </c:pt>
                <c:pt idx="600">
                  <c:v>87.422531731000007</c:v>
                </c:pt>
                <c:pt idx="601">
                  <c:v>87.718209220000006</c:v>
                </c:pt>
                <c:pt idx="602">
                  <c:v>86.707087960999999</c:v>
                </c:pt>
                <c:pt idx="603">
                  <c:v>87.524221936000004</c:v>
                </c:pt>
                <c:pt idx="604">
                  <c:v>87.497714662000007</c:v>
                </c:pt>
                <c:pt idx="605">
                  <c:v>87.530132198000004</c:v>
                </c:pt>
                <c:pt idx="606">
                  <c:v>87.737201791000004</c:v>
                </c:pt>
                <c:pt idx="607">
                  <c:v>86.985577398999993</c:v>
                </c:pt>
                <c:pt idx="608">
                  <c:v>86.491245019000004</c:v>
                </c:pt>
                <c:pt idx="609">
                  <c:v>86.913207377999996</c:v>
                </c:pt>
                <c:pt idx="610">
                  <c:v>87.100093764999997</c:v>
                </c:pt>
                <c:pt idx="611">
                  <c:v>86.612652355999998</c:v>
                </c:pt>
                <c:pt idx="612">
                  <c:v>87.106330698999997</c:v>
                </c:pt>
                <c:pt idx="613">
                  <c:v>88.329082658000004</c:v>
                </c:pt>
                <c:pt idx="614">
                  <c:v>88.631659268999996</c:v>
                </c:pt>
                <c:pt idx="615">
                  <c:v>86.785475251999998</c:v>
                </c:pt>
                <c:pt idx="616">
                  <c:v>86.877079993999999</c:v>
                </c:pt>
                <c:pt idx="619">
                  <c:v>86.340987157000001</c:v>
                </c:pt>
                <c:pt idx="620">
                  <c:v>86.630333796000002</c:v>
                </c:pt>
                <c:pt idx="621">
                  <c:v>86.096057079999994</c:v>
                </c:pt>
                <c:pt idx="622">
                  <c:v>86.539771715000001</c:v>
                </c:pt>
                <c:pt idx="623">
                  <c:v>87.191884802000004</c:v>
                </c:pt>
                <c:pt idx="624">
                  <c:v>87.790744469000003</c:v>
                </c:pt>
                <c:pt idx="625">
                  <c:v>88.290462233</c:v>
                </c:pt>
                <c:pt idx="626">
                  <c:v>87.737182175000001</c:v>
                </c:pt>
                <c:pt idx="627">
                  <c:v>88.065790731999996</c:v>
                </c:pt>
                <c:pt idx="628">
                  <c:v>89.560359109999993</c:v>
                </c:pt>
                <c:pt idx="629">
                  <c:v>88.788137601000003</c:v>
                </c:pt>
                <c:pt idx="630">
                  <c:v>88.245942779999993</c:v>
                </c:pt>
                <c:pt idx="631">
                  <c:v>88.890040102</c:v>
                </c:pt>
                <c:pt idx="632">
                  <c:v>87.896770597</c:v>
                </c:pt>
                <c:pt idx="633">
                  <c:v>88.159816828000004</c:v>
                </c:pt>
                <c:pt idx="634">
                  <c:v>89.105870783</c:v>
                </c:pt>
                <c:pt idx="635">
                  <c:v>89.486075521999993</c:v>
                </c:pt>
                <c:pt idx="636">
                  <c:v>89.340488119</c:v>
                </c:pt>
                <c:pt idx="637">
                  <c:v>89.195502189999999</c:v>
                </c:pt>
                <c:pt idx="638">
                  <c:v>89.664169540000003</c:v>
                </c:pt>
                <c:pt idx="639">
                  <c:v>89.805842468999998</c:v>
                </c:pt>
                <c:pt idx="640">
                  <c:v>90.061380053999997</c:v>
                </c:pt>
                <c:pt idx="641">
                  <c:v>89.065612353999995</c:v>
                </c:pt>
                <c:pt idx="642">
                  <c:v>88.425132003000002</c:v>
                </c:pt>
                <c:pt idx="643">
                  <c:v>89.171868802000006</c:v>
                </c:pt>
                <c:pt idx="644">
                  <c:v>89.964373404</c:v>
                </c:pt>
                <c:pt idx="645">
                  <c:v>89.736633393999995</c:v>
                </c:pt>
                <c:pt idx="646">
                  <c:v>89.205210331999993</c:v>
                </c:pt>
                <c:pt idx="647">
                  <c:v>88.559512580000003</c:v>
                </c:pt>
                <c:pt idx="648">
                  <c:v>88.200255055</c:v>
                </c:pt>
                <c:pt idx="649">
                  <c:v>88.27461796</c:v>
                </c:pt>
                <c:pt idx="650">
                  <c:v>88.317456813000007</c:v>
                </c:pt>
                <c:pt idx="652">
                  <c:v>87.580945689000004</c:v>
                </c:pt>
                <c:pt idx="653">
                  <c:v>87.486144659000004</c:v>
                </c:pt>
                <c:pt idx="654">
                  <c:v>86.814640929000007</c:v>
                </c:pt>
                <c:pt idx="655">
                  <c:v>86.895360929999995</c:v>
                </c:pt>
                <c:pt idx="656">
                  <c:v>86.413813703000002</c:v>
                </c:pt>
                <c:pt idx="657">
                  <c:v>86.940821931000002</c:v>
                </c:pt>
                <c:pt idx="658">
                  <c:v>87.851993117000006</c:v>
                </c:pt>
                <c:pt idx="659">
                  <c:v>86.222352744999995</c:v>
                </c:pt>
                <c:pt idx="660">
                  <c:v>85.510071324999998</c:v>
                </c:pt>
                <c:pt idx="661">
                  <c:v>84.490486915999995</c:v>
                </c:pt>
                <c:pt idx="662">
                  <c:v>82.952421075999993</c:v>
                </c:pt>
                <c:pt idx="663">
                  <c:v>82.479747247000006</c:v>
                </c:pt>
                <c:pt idx="664">
                  <c:v>82.531248849999997</c:v>
                </c:pt>
                <c:pt idx="665">
                  <c:v>82.941454069000002</c:v>
                </c:pt>
                <c:pt idx="666">
                  <c:v>83.107815810000005</c:v>
                </c:pt>
                <c:pt idx="667">
                  <c:v>83.032054493000004</c:v>
                </c:pt>
                <c:pt idx="668">
                  <c:v>83.460800315</c:v>
                </c:pt>
                <c:pt idx="669">
                  <c:v>83.163947828000005</c:v>
                </c:pt>
                <c:pt idx="670">
                  <c:v>83.476362262999999</c:v>
                </c:pt>
                <c:pt idx="671">
                  <c:v>84.614412822999995</c:v>
                </c:pt>
                <c:pt idx="672">
                  <c:v>84.716169344999997</c:v>
                </c:pt>
                <c:pt idx="673">
                  <c:v>83.620844198</c:v>
                </c:pt>
                <c:pt idx="675">
                  <c:v>84.883986753000002</c:v>
                </c:pt>
                <c:pt idx="676">
                  <c:v>86.531406172000004</c:v>
                </c:pt>
                <c:pt idx="677">
                  <c:v>86.472186617999995</c:v>
                </c:pt>
                <c:pt idx="678">
                  <c:v>85.801156786000007</c:v>
                </c:pt>
                <c:pt idx="679">
                  <c:v>85.575949120999994</c:v>
                </c:pt>
                <c:pt idx="680">
                  <c:v>84.708702278999993</c:v>
                </c:pt>
                <c:pt idx="681">
                  <c:v>83.750403633000005</c:v>
                </c:pt>
                <c:pt idx="682">
                  <c:v>82.995297120000004</c:v>
                </c:pt>
                <c:pt idx="683">
                  <c:v>83.511450457999999</c:v>
                </c:pt>
                <c:pt idx="684">
                  <c:v>83.800008433000002</c:v>
                </c:pt>
                <c:pt idx="685">
                  <c:v>84.330403254999993</c:v>
                </c:pt>
                <c:pt idx="686">
                  <c:v>83.894377292000001</c:v>
                </c:pt>
                <c:pt idx="687">
                  <c:v>83.530190032999997</c:v>
                </c:pt>
                <c:pt idx="688">
                  <c:v>84.078132009000001</c:v>
                </c:pt>
                <c:pt idx="689">
                  <c:v>83.670841026000005</c:v>
                </c:pt>
                <c:pt idx="690">
                  <c:v>83.373247312999993</c:v>
                </c:pt>
                <c:pt idx="691">
                  <c:v>82.467139036999995</c:v>
                </c:pt>
                <c:pt idx="692">
                  <c:v>82.029831252999998</c:v>
                </c:pt>
                <c:pt idx="693">
                  <c:v>81.869691071000005</c:v>
                </c:pt>
                <c:pt idx="694">
                  <c:v>80.973604432000002</c:v>
                </c:pt>
                <c:pt idx="696">
                  <c:v>80.036379406999998</c:v>
                </c:pt>
                <c:pt idx="697">
                  <c:v>80.290340052999994</c:v>
                </c:pt>
                <c:pt idx="698">
                  <c:v>80.455325955000006</c:v>
                </c:pt>
                <c:pt idx="699">
                  <c:v>80.280867301000001</c:v>
                </c:pt>
                <c:pt idx="700">
                  <c:v>81.194313880999999</c:v>
                </c:pt>
                <c:pt idx="701">
                  <c:v>80.228696290000002</c:v>
                </c:pt>
                <c:pt idx="702">
                  <c:v>79.824890561999993</c:v>
                </c:pt>
                <c:pt idx="703">
                  <c:v>80.502865727</c:v>
                </c:pt>
                <c:pt idx="704">
                  <c:v>79.901123491000007</c:v>
                </c:pt>
                <c:pt idx="705">
                  <c:v>79.818043360999994</c:v>
                </c:pt>
                <c:pt idx="706">
                  <c:v>80.285278797999993</c:v>
                </c:pt>
                <c:pt idx="707">
                  <c:v>79.838124699999995</c:v>
                </c:pt>
                <c:pt idx="708">
                  <c:v>79.556932337000006</c:v>
                </c:pt>
                <c:pt idx="709">
                  <c:v>80.283314093000001</c:v>
                </c:pt>
                <c:pt idx="710">
                  <c:v>80.230884861000007</c:v>
                </c:pt>
                <c:pt idx="711">
                  <c:v>80.631993909000002</c:v>
                </c:pt>
                <c:pt idx="712">
                  <c:v>81.709766700000003</c:v>
                </c:pt>
                <c:pt idx="713">
                  <c:v>81.589474807000002</c:v>
                </c:pt>
                <c:pt idx="714">
                  <c:v>81.739979249000001</c:v>
                </c:pt>
                <c:pt idx="715">
                  <c:v>83.894040615999998</c:v>
                </c:pt>
                <c:pt idx="716">
                  <c:v>83.219700884999995</c:v>
                </c:pt>
                <c:pt idx="717">
                  <c:v>83.868442876000003</c:v>
                </c:pt>
                <c:pt idx="718">
                  <c:v>83.444583742000006</c:v>
                </c:pt>
                <c:pt idx="719">
                  <c:v>83.981470512000001</c:v>
                </c:pt>
                <c:pt idx="720">
                  <c:v>84.461376907000002</c:v>
                </c:pt>
                <c:pt idx="721">
                  <c:v>84.224920804000007</c:v>
                </c:pt>
                <c:pt idx="722">
                  <c:v>84.701507148999994</c:v>
                </c:pt>
                <c:pt idx="723">
                  <c:v>85.458480246999997</c:v>
                </c:pt>
                <c:pt idx="724">
                  <c:v>85.817793882000004</c:v>
                </c:pt>
                <c:pt idx="725">
                  <c:v>86.870838741</c:v>
                </c:pt>
                <c:pt idx="726">
                  <c:v>87.161427308</c:v>
                </c:pt>
                <c:pt idx="727">
                  <c:v>87.413490480999997</c:v>
                </c:pt>
                <c:pt idx="728">
                  <c:v>87.401061231</c:v>
                </c:pt>
                <c:pt idx="729">
                  <c:v>87.923043106999998</c:v>
                </c:pt>
                <c:pt idx="730">
                  <c:v>86.949573088999998</c:v>
                </c:pt>
                <c:pt idx="731">
                  <c:v>87.016262351999998</c:v>
                </c:pt>
                <c:pt idx="732">
                  <c:v>87.601624752999996</c:v>
                </c:pt>
                <c:pt idx="733">
                  <c:v>86.842373902000006</c:v>
                </c:pt>
                <c:pt idx="734">
                  <c:v>86.466546131000001</c:v>
                </c:pt>
                <c:pt idx="735">
                  <c:v>85.899297892999996</c:v>
                </c:pt>
                <c:pt idx="736">
                  <c:v>86.591255641999993</c:v>
                </c:pt>
                <c:pt idx="737">
                  <c:v>86.334166580000002</c:v>
                </c:pt>
                <c:pt idx="738">
                  <c:v>85.663755598999998</c:v>
                </c:pt>
                <c:pt idx="739">
                  <c:v>86.873979582000004</c:v>
                </c:pt>
                <c:pt idx="740">
                  <c:v>87.684306531999994</c:v>
                </c:pt>
                <c:pt idx="741">
                  <c:v>86.699932657999994</c:v>
                </c:pt>
                <c:pt idx="742">
                  <c:v>85.768151978000006</c:v>
                </c:pt>
                <c:pt idx="743">
                  <c:v>86.040076821</c:v>
                </c:pt>
                <c:pt idx="744">
                  <c:v>86.949480362000003</c:v>
                </c:pt>
                <c:pt idx="745">
                  <c:v>88.605484898</c:v>
                </c:pt>
                <c:pt idx="746">
                  <c:v>90.342515188999997</c:v>
                </c:pt>
                <c:pt idx="747">
                  <c:v>90.399235407999996</c:v>
                </c:pt>
                <c:pt idx="748">
                  <c:v>91.866488949000001</c:v>
                </c:pt>
                <c:pt idx="749">
                  <c:v>93.003979752000006</c:v>
                </c:pt>
                <c:pt idx="750">
                  <c:v>92.639430438999995</c:v>
                </c:pt>
                <c:pt idx="751">
                  <c:v>92.857663591000005</c:v>
                </c:pt>
                <c:pt idx="752">
                  <c:v>93.503546507999999</c:v>
                </c:pt>
                <c:pt idx="753">
                  <c:v>94.431967498999995</c:v>
                </c:pt>
                <c:pt idx="754">
                  <c:v>94.684519210999994</c:v>
                </c:pt>
                <c:pt idx="755">
                  <c:v>93.851083212999995</c:v>
                </c:pt>
                <c:pt idx="756">
                  <c:v>94.507446999999999</c:v>
                </c:pt>
                <c:pt idx="757">
                  <c:v>94.356972405999997</c:v>
                </c:pt>
                <c:pt idx="758">
                  <c:v>94.029642334000002</c:v>
                </c:pt>
                <c:pt idx="759">
                  <c:v>94.447099761000004</c:v>
                </c:pt>
                <c:pt idx="760">
                  <c:v>93.652662523999993</c:v>
                </c:pt>
                <c:pt idx="761">
                  <c:v>93.728791405999999</c:v>
                </c:pt>
                <c:pt idx="762">
                  <c:v>92.647227154000007</c:v>
                </c:pt>
                <c:pt idx="763">
                  <c:v>93.257975513999995</c:v>
                </c:pt>
                <c:pt idx="764">
                  <c:v>95.044194317000006</c:v>
                </c:pt>
                <c:pt idx="765">
                  <c:v>95.101675575000002</c:v>
                </c:pt>
                <c:pt idx="766">
                  <c:v>93.877017851000005</c:v>
                </c:pt>
                <c:pt idx="767">
                  <c:v>93.894805927999997</c:v>
                </c:pt>
                <c:pt idx="768">
                  <c:v>94.320463412999999</c:v>
                </c:pt>
                <c:pt idx="769">
                  <c:v>94.259132898999994</c:v>
                </c:pt>
                <c:pt idx="770">
                  <c:v>93.765331003</c:v>
                </c:pt>
                <c:pt idx="771">
                  <c:v>94.548558143999998</c:v>
                </c:pt>
                <c:pt idx="772">
                  <c:v>94.398527926</c:v>
                </c:pt>
                <c:pt idx="773">
                  <c:v>94.299851439999998</c:v>
                </c:pt>
                <c:pt idx="774">
                  <c:v>93.789704044999993</c:v>
                </c:pt>
                <c:pt idx="775">
                  <c:v>93.273791470999996</c:v>
                </c:pt>
                <c:pt idx="776">
                  <c:v>92.073890973000005</c:v>
                </c:pt>
                <c:pt idx="777">
                  <c:v>92.150337277999995</c:v>
                </c:pt>
                <c:pt idx="778">
                  <c:v>92.687113851999996</c:v>
                </c:pt>
                <c:pt idx="779">
                  <c:v>92.110803490999999</c:v>
                </c:pt>
                <c:pt idx="780">
                  <c:v>92.394184194000005</c:v>
                </c:pt>
                <c:pt idx="781">
                  <c:v>92.420662561</c:v>
                </c:pt>
                <c:pt idx="782">
                  <c:v>91.832113718000002</c:v>
                </c:pt>
                <c:pt idx="783">
                  <c:v>91.383043977</c:v>
                </c:pt>
                <c:pt idx="784">
                  <c:v>91.988755671000007</c:v>
                </c:pt>
                <c:pt idx="785">
                  <c:v>90.338130828999994</c:v>
                </c:pt>
                <c:pt idx="786">
                  <c:v>90.347170771999998</c:v>
                </c:pt>
                <c:pt idx="787">
                  <c:v>89.876615177999994</c:v>
                </c:pt>
                <c:pt idx="788">
                  <c:v>90.628801710000005</c:v>
                </c:pt>
                <c:pt idx="789">
                  <c:v>89.723961099999997</c:v>
                </c:pt>
                <c:pt idx="790">
                  <c:v>89.640417264999996</c:v>
                </c:pt>
                <c:pt idx="791">
                  <c:v>89.190105537999997</c:v>
                </c:pt>
                <c:pt idx="792">
                  <c:v>89.981979003999996</c:v>
                </c:pt>
                <c:pt idx="793">
                  <c:v>90.641976677000002</c:v>
                </c:pt>
                <c:pt idx="794">
                  <c:v>91.284367201999999</c:v>
                </c:pt>
                <c:pt idx="795">
                  <c:v>90.573130413000001</c:v>
                </c:pt>
                <c:pt idx="796">
                  <c:v>90.563430337</c:v>
                </c:pt>
                <c:pt idx="797">
                  <c:v>90.905523231000004</c:v>
                </c:pt>
                <c:pt idx="798">
                  <c:v>91.266201878000004</c:v>
                </c:pt>
                <c:pt idx="799">
                  <c:v>91.196092432</c:v>
                </c:pt>
                <c:pt idx="800">
                  <c:v>91.492202719000005</c:v>
                </c:pt>
                <c:pt idx="801">
                  <c:v>91.277247947999996</c:v>
                </c:pt>
                <c:pt idx="802">
                  <c:v>92.183287062999995</c:v>
                </c:pt>
                <c:pt idx="803">
                  <c:v>91.372011556999993</c:v>
                </c:pt>
                <c:pt idx="804">
                  <c:v>91.295362490000002</c:v>
                </c:pt>
                <c:pt idx="805">
                  <c:v>91.058213464999994</c:v>
                </c:pt>
                <c:pt idx="806">
                  <c:v>90.518426364000007</c:v>
                </c:pt>
                <c:pt idx="807">
                  <c:v>92.762394741999998</c:v>
                </c:pt>
                <c:pt idx="808">
                  <c:v>93.585358141</c:v>
                </c:pt>
                <c:pt idx="809">
                  <c:v>93.020849131000006</c:v>
                </c:pt>
                <c:pt idx="810">
                  <c:v>91.837476964999993</c:v>
                </c:pt>
                <c:pt idx="811">
                  <c:v>89.975496577000001</c:v>
                </c:pt>
                <c:pt idx="812">
                  <c:v>90.056985865000001</c:v>
                </c:pt>
                <c:pt idx="813">
                  <c:v>90.144476511999997</c:v>
                </c:pt>
                <c:pt idx="814">
                  <c:v>89.881187451000002</c:v>
                </c:pt>
                <c:pt idx="815">
                  <c:v>89.718140950000006</c:v>
                </c:pt>
                <c:pt idx="817">
                  <c:v>89.066274773999993</c:v>
                </c:pt>
                <c:pt idx="818">
                  <c:v>90.085947762000004</c:v>
                </c:pt>
                <c:pt idx="820">
                  <c:v>88.440322140000006</c:v>
                </c:pt>
                <c:pt idx="821">
                  <c:v>88.990249125000005</c:v>
                </c:pt>
                <c:pt idx="822">
                  <c:v>88.706903190999995</c:v>
                </c:pt>
                <c:pt idx="823">
                  <c:v>89.864679444000004</c:v>
                </c:pt>
                <c:pt idx="824">
                  <c:v>87.336419079999999</c:v>
                </c:pt>
                <c:pt idx="825">
                  <c:v>85.225199543000002</c:v>
                </c:pt>
                <c:pt idx="826">
                  <c:v>85.499676527999995</c:v>
                </c:pt>
                <c:pt idx="827">
                  <c:v>85.094090574000006</c:v>
                </c:pt>
                <c:pt idx="828">
                  <c:v>85.897453280999997</c:v>
                </c:pt>
                <c:pt idx="829">
                  <c:v>86.121512511999995</c:v>
                </c:pt>
                <c:pt idx="830">
                  <c:v>87.271254937999998</c:v>
                </c:pt>
                <c:pt idx="831">
                  <c:v>86.848254670000003</c:v>
                </c:pt>
                <c:pt idx="832">
                  <c:v>86.965134207000006</c:v>
                </c:pt>
                <c:pt idx="833">
                  <c:v>87.990276797999996</c:v>
                </c:pt>
                <c:pt idx="834">
                  <c:v>90.077296106000006</c:v>
                </c:pt>
                <c:pt idx="835">
                  <c:v>87.827525084000001</c:v>
                </c:pt>
                <c:pt idx="836">
                  <c:v>86.915890434000005</c:v>
                </c:pt>
                <c:pt idx="837">
                  <c:v>86.078559045000006</c:v>
                </c:pt>
                <c:pt idx="838">
                  <c:v>86.637017411000002</c:v>
                </c:pt>
                <c:pt idx="839">
                  <c:v>84.036364758999994</c:v>
                </c:pt>
                <c:pt idx="840">
                  <c:v>84.781583527999999</c:v>
                </c:pt>
                <c:pt idx="841">
                  <c:v>85.42316735</c:v>
                </c:pt>
                <c:pt idx="842">
                  <c:v>83.965161764000001</c:v>
                </c:pt>
                <c:pt idx="845">
                  <c:v>83.906574922000004</c:v>
                </c:pt>
                <c:pt idx="846">
                  <c:v>83.516129626999998</c:v>
                </c:pt>
                <c:pt idx="847">
                  <c:v>82.920308399000007</c:v>
                </c:pt>
                <c:pt idx="850">
                  <c:v>82.668856531000003</c:v>
                </c:pt>
                <c:pt idx="851">
                  <c:v>81.879211706000007</c:v>
                </c:pt>
                <c:pt idx="852">
                  <c:v>83.711831891000003</c:v>
                </c:pt>
                <c:pt idx="853">
                  <c:v>84.293917308999994</c:v>
                </c:pt>
                <c:pt idx="854">
                  <c:v>83.039226640999999</c:v>
                </c:pt>
                <c:pt idx="855">
                  <c:v>83.420158311999998</c:v>
                </c:pt>
                <c:pt idx="856">
                  <c:v>82.350788972999993</c:v>
                </c:pt>
                <c:pt idx="857">
                  <c:v>82.262536276000006</c:v>
                </c:pt>
                <c:pt idx="858">
                  <c:v>82.539358128999993</c:v>
                </c:pt>
                <c:pt idx="859">
                  <c:v>84.863896048000001</c:v>
                </c:pt>
                <c:pt idx="860">
                  <c:v>83.571747020999993</c:v>
                </c:pt>
                <c:pt idx="861">
                  <c:v>84.473089543</c:v>
                </c:pt>
                <c:pt idx="862">
                  <c:v>84.917379775000001</c:v>
                </c:pt>
                <c:pt idx="863">
                  <c:v>85.564471127999994</c:v>
                </c:pt>
                <c:pt idx="864">
                  <c:v>86.249380259000006</c:v>
                </c:pt>
                <c:pt idx="865">
                  <c:v>86.085647358000003</c:v>
                </c:pt>
                <c:pt idx="866">
                  <c:v>86.447524066</c:v>
                </c:pt>
                <c:pt idx="867">
                  <c:v>87.815653902999998</c:v>
                </c:pt>
                <c:pt idx="868">
                  <c:v>87.485765842000006</c:v>
                </c:pt>
                <c:pt idx="869">
                  <c:v>87.358868045999998</c:v>
                </c:pt>
                <c:pt idx="870">
                  <c:v>90.108286047000007</c:v>
                </c:pt>
                <c:pt idx="871">
                  <c:v>90.243815546999997</c:v>
                </c:pt>
                <c:pt idx="872">
                  <c:v>90.072530051000001</c:v>
                </c:pt>
                <c:pt idx="873">
                  <c:v>89.850370466000001</c:v>
                </c:pt>
                <c:pt idx="874">
                  <c:v>89.132826144999996</c:v>
                </c:pt>
                <c:pt idx="875">
                  <c:v>89.599883344999995</c:v>
                </c:pt>
                <c:pt idx="876">
                  <c:v>89.082765702000003</c:v>
                </c:pt>
                <c:pt idx="877">
                  <c:v>89.417306332999999</c:v>
                </c:pt>
                <c:pt idx="878">
                  <c:v>90.753088247999997</c:v>
                </c:pt>
                <c:pt idx="879">
                  <c:v>89.430872070000007</c:v>
                </c:pt>
                <c:pt idx="880">
                  <c:v>90.152563877000006</c:v>
                </c:pt>
                <c:pt idx="881">
                  <c:v>92.629537173000003</c:v>
                </c:pt>
                <c:pt idx="882">
                  <c:v>92.329194045999998</c:v>
                </c:pt>
                <c:pt idx="883">
                  <c:v>91.564133548000001</c:v>
                </c:pt>
                <c:pt idx="884">
                  <c:v>91.019318323999997</c:v>
                </c:pt>
                <c:pt idx="885">
                  <c:v>91.189314245000006</c:v>
                </c:pt>
                <c:pt idx="886">
                  <c:v>91.161905036999997</c:v>
                </c:pt>
                <c:pt idx="887">
                  <c:v>89.609509481000003</c:v>
                </c:pt>
                <c:pt idx="888">
                  <c:v>90.011974179000006</c:v>
                </c:pt>
                <c:pt idx="889">
                  <c:v>88.130059686999999</c:v>
                </c:pt>
                <c:pt idx="890">
                  <c:v>88.571766628999995</c:v>
                </c:pt>
                <c:pt idx="891">
                  <c:v>86.938927198000002</c:v>
                </c:pt>
                <c:pt idx="894">
                  <c:v>87.022727762000002</c:v>
                </c:pt>
                <c:pt idx="895">
                  <c:v>87.851225493000001</c:v>
                </c:pt>
                <c:pt idx="896">
                  <c:v>88.297263293</c:v>
                </c:pt>
                <c:pt idx="897">
                  <c:v>87.939896193999999</c:v>
                </c:pt>
                <c:pt idx="898">
                  <c:v>87.097081529999997</c:v>
                </c:pt>
                <c:pt idx="899">
                  <c:v>87.706702313999998</c:v>
                </c:pt>
                <c:pt idx="900">
                  <c:v>89.169267048999998</c:v>
                </c:pt>
                <c:pt idx="901">
                  <c:v>88.392498332000002</c:v>
                </c:pt>
                <c:pt idx="902">
                  <c:v>88.180902704000005</c:v>
                </c:pt>
                <c:pt idx="903">
                  <c:v>88.527660018999995</c:v>
                </c:pt>
                <c:pt idx="904">
                  <c:v>89.668466464000005</c:v>
                </c:pt>
                <c:pt idx="905">
                  <c:v>88.841330135999996</c:v>
                </c:pt>
                <c:pt idx="906">
                  <c:v>88.667608110000003</c:v>
                </c:pt>
                <c:pt idx="907">
                  <c:v>88.004117566999994</c:v>
                </c:pt>
                <c:pt idx="908">
                  <c:v>88.654820974000003</c:v>
                </c:pt>
                <c:pt idx="909">
                  <c:v>88.560390534000007</c:v>
                </c:pt>
                <c:pt idx="910">
                  <c:v>89.354767674000001</c:v>
                </c:pt>
                <c:pt idx="911">
                  <c:v>88.536278210000006</c:v>
                </c:pt>
                <c:pt idx="912">
                  <c:v>87.615616270000004</c:v>
                </c:pt>
                <c:pt idx="913">
                  <c:v>87.989823372000004</c:v>
                </c:pt>
                <c:pt idx="914">
                  <c:v>88.300460450000003</c:v>
                </c:pt>
                <c:pt idx="915">
                  <c:v>89.877143031000003</c:v>
                </c:pt>
                <c:pt idx="916">
                  <c:v>88.580933428999998</c:v>
                </c:pt>
                <c:pt idx="917">
                  <c:v>87.837430755</c:v>
                </c:pt>
                <c:pt idx="918">
                  <c:v>87.725611384999993</c:v>
                </c:pt>
                <c:pt idx="919">
                  <c:v>89.699901914999998</c:v>
                </c:pt>
                <c:pt idx="920">
                  <c:v>89.198157645999999</c:v>
                </c:pt>
                <c:pt idx="921">
                  <c:v>90.022979297000006</c:v>
                </c:pt>
                <c:pt idx="922">
                  <c:v>90.968773999999996</c:v>
                </c:pt>
                <c:pt idx="923">
                  <c:v>92.146414309999997</c:v>
                </c:pt>
                <c:pt idx="924">
                  <c:v>92.080285476</c:v>
                </c:pt>
                <c:pt idx="925">
                  <c:v>92.485441465999997</c:v>
                </c:pt>
                <c:pt idx="928">
                  <c:v>93.167790518999993</c:v>
                </c:pt>
                <c:pt idx="929">
                  <c:v>95.178588657000006</c:v>
                </c:pt>
                <c:pt idx="930">
                  <c:v>97.636964023999994</c:v>
                </c:pt>
                <c:pt idx="931">
                  <c:v>97.577760841</c:v>
                </c:pt>
                <c:pt idx="932">
                  <c:v>97.605325970999999</c:v>
                </c:pt>
                <c:pt idx="933">
                  <c:v>97.396318691999994</c:v>
                </c:pt>
                <c:pt idx="934">
                  <c:v>96.952176385000001</c:v>
                </c:pt>
                <c:pt idx="936">
                  <c:v>97.011843166999995</c:v>
                </c:pt>
                <c:pt idx="937">
                  <c:v>95.884209424999995</c:v>
                </c:pt>
                <c:pt idx="938">
                  <c:v>95.640353423999997</c:v>
                </c:pt>
                <c:pt idx="939">
                  <c:v>95.725966338999996</c:v>
                </c:pt>
                <c:pt idx="940">
                  <c:v>97.019926393000006</c:v>
                </c:pt>
                <c:pt idx="941">
                  <c:v>97.064363573999998</c:v>
                </c:pt>
                <c:pt idx="942">
                  <c:v>97.372399496</c:v>
                </c:pt>
                <c:pt idx="943">
                  <c:v>100.63928863</c:v>
                </c:pt>
                <c:pt idx="944">
                  <c:v>101.87986992</c:v>
                </c:pt>
                <c:pt idx="945">
                  <c:v>102.34228161</c:v>
                </c:pt>
                <c:pt idx="946">
                  <c:v>102.52885649</c:v>
                </c:pt>
                <c:pt idx="947">
                  <c:v>103.07795874</c:v>
                </c:pt>
                <c:pt idx="948">
                  <c:v>103.01868048</c:v>
                </c:pt>
                <c:pt idx="949">
                  <c:v>101.73967068</c:v>
                </c:pt>
                <c:pt idx="950">
                  <c:v>101.68969159</c:v>
                </c:pt>
                <c:pt idx="951">
                  <c:v>102.07413565</c:v>
                </c:pt>
                <c:pt idx="952">
                  <c:v>102.34167227</c:v>
                </c:pt>
                <c:pt idx="953">
                  <c:v>103.03663829</c:v>
                </c:pt>
                <c:pt idx="954">
                  <c:v>103.04205691999999</c:v>
                </c:pt>
                <c:pt idx="955">
                  <c:v>102.53985611</c:v>
                </c:pt>
                <c:pt idx="956">
                  <c:v>101.79739164999999</c:v>
                </c:pt>
                <c:pt idx="957">
                  <c:v>101.63160849</c:v>
                </c:pt>
                <c:pt idx="958">
                  <c:v>102.54043715</c:v>
                </c:pt>
                <c:pt idx="959">
                  <c:v>102.57407369000001</c:v>
                </c:pt>
                <c:pt idx="960">
                  <c:v>102.52330874</c:v>
                </c:pt>
                <c:pt idx="961">
                  <c:v>102.39688658999999</c:v>
                </c:pt>
                <c:pt idx="962">
                  <c:v>101.99254438</c:v>
                </c:pt>
                <c:pt idx="963">
                  <c:v>101.96549315</c:v>
                </c:pt>
                <c:pt idx="964">
                  <c:v>102.27799100999999</c:v>
                </c:pt>
                <c:pt idx="965">
                  <c:v>102.41843629</c:v>
                </c:pt>
                <c:pt idx="966">
                  <c:v>102.61105086000001</c:v>
                </c:pt>
                <c:pt idx="967">
                  <c:v>103.79591794</c:v>
                </c:pt>
                <c:pt idx="968">
                  <c:v>103.25025393</c:v>
                </c:pt>
                <c:pt idx="969">
                  <c:v>103.50281484999999</c:v>
                </c:pt>
                <c:pt idx="971">
                  <c:v>102.89147627</c:v>
                </c:pt>
                <c:pt idx="972">
                  <c:v>103.00663854</c:v>
                </c:pt>
                <c:pt idx="973">
                  <c:v>103.70078114</c:v>
                </c:pt>
                <c:pt idx="974">
                  <c:v>102.67010894000001</c:v>
                </c:pt>
                <c:pt idx="975">
                  <c:v>103.76457458</c:v>
                </c:pt>
                <c:pt idx="976">
                  <c:v>103.36953622999999</c:v>
                </c:pt>
                <c:pt idx="977">
                  <c:v>104.68638946999999</c:v>
                </c:pt>
                <c:pt idx="978">
                  <c:v>104.79748841</c:v>
                </c:pt>
                <c:pt idx="979">
                  <c:v>104.14088197</c:v>
                </c:pt>
                <c:pt idx="980">
                  <c:v>105.37344375000001</c:v>
                </c:pt>
                <c:pt idx="981">
                  <c:v>105.71441648</c:v>
                </c:pt>
                <c:pt idx="982">
                  <c:v>104.71242334</c:v>
                </c:pt>
                <c:pt idx="983">
                  <c:v>103.99201431</c:v>
                </c:pt>
                <c:pt idx="984">
                  <c:v>103.11569360999999</c:v>
                </c:pt>
                <c:pt idx="985">
                  <c:v>102.1377536</c:v>
                </c:pt>
                <c:pt idx="986">
                  <c:v>101.51492165000001</c:v>
                </c:pt>
                <c:pt idx="987">
                  <c:v>101.05590445999999</c:v>
                </c:pt>
                <c:pt idx="988">
                  <c:v>101.3914676</c:v>
                </c:pt>
                <c:pt idx="989">
                  <c:v>101.87998775</c:v>
                </c:pt>
                <c:pt idx="990">
                  <c:v>102.43060371999999</c:v>
                </c:pt>
                <c:pt idx="991">
                  <c:v>101.0442577</c:v>
                </c:pt>
                <c:pt idx="992">
                  <c:v>102.62623412000001</c:v>
                </c:pt>
                <c:pt idx="993">
                  <c:v>101.75061009</c:v>
                </c:pt>
                <c:pt idx="994">
                  <c:v>101.83824266000001</c:v>
                </c:pt>
                <c:pt idx="995">
                  <c:v>100.46327568</c:v>
                </c:pt>
                <c:pt idx="996">
                  <c:v>100.92772696</c:v>
                </c:pt>
                <c:pt idx="997">
                  <c:v>100.15687887999999</c:v>
                </c:pt>
                <c:pt idx="998">
                  <c:v>100.38060101000001</c:v>
                </c:pt>
                <c:pt idx="999">
                  <c:v>101.3513737</c:v>
                </c:pt>
                <c:pt idx="1000">
                  <c:v>101.04115192</c:v>
                </c:pt>
                <c:pt idx="1001">
                  <c:v>101.01461096</c:v>
                </c:pt>
                <c:pt idx="1002">
                  <c:v>101.09145838000001</c:v>
                </c:pt>
                <c:pt idx="1003">
                  <c:v>101.25999969</c:v>
                </c:pt>
                <c:pt idx="1004">
                  <c:v>102.76721928000001</c:v>
                </c:pt>
                <c:pt idx="1005">
                  <c:v>104.110461</c:v>
                </c:pt>
                <c:pt idx="1006">
                  <c:v>103.32665076000001</c:v>
                </c:pt>
                <c:pt idx="1007">
                  <c:v>103.0434193</c:v>
                </c:pt>
                <c:pt idx="1008">
                  <c:v>103.51073878</c:v>
                </c:pt>
                <c:pt idx="1009">
                  <c:v>102.94703611</c:v>
                </c:pt>
                <c:pt idx="1010">
                  <c:v>103.1075386</c:v>
                </c:pt>
                <c:pt idx="1011">
                  <c:v>103.91356647000001</c:v>
                </c:pt>
                <c:pt idx="1012">
                  <c:v>104.60533604</c:v>
                </c:pt>
                <c:pt idx="1013">
                  <c:v>103.09628054</c:v>
                </c:pt>
                <c:pt idx="1014">
                  <c:v>102.9595788</c:v>
                </c:pt>
                <c:pt idx="1015">
                  <c:v>103.07104613</c:v>
                </c:pt>
                <c:pt idx="1016">
                  <c:v>105.30075424</c:v>
                </c:pt>
                <c:pt idx="1017">
                  <c:v>105.17626801999999</c:v>
                </c:pt>
                <c:pt idx="1018">
                  <c:v>104.65771049999999</c:v>
                </c:pt>
                <c:pt idx="1019">
                  <c:v>105.40267152</c:v>
                </c:pt>
                <c:pt idx="1020">
                  <c:v>106.46756250999999</c:v>
                </c:pt>
                <c:pt idx="1021">
                  <c:v>106.50390582999999</c:v>
                </c:pt>
                <c:pt idx="1022">
                  <c:v>106.46202318</c:v>
                </c:pt>
                <c:pt idx="1023">
                  <c:v>105.66753301999999</c:v>
                </c:pt>
                <c:pt idx="1024">
                  <c:v>105.76759996</c:v>
                </c:pt>
                <c:pt idx="1025">
                  <c:v>105.93719573</c:v>
                </c:pt>
                <c:pt idx="1026">
                  <c:v>107.00216435999999</c:v>
                </c:pt>
                <c:pt idx="1027">
                  <c:v>106.11336122</c:v>
                </c:pt>
                <c:pt idx="1028">
                  <c:v>105.66905084</c:v>
                </c:pt>
                <c:pt idx="1029">
                  <c:v>105.82949957</c:v>
                </c:pt>
                <c:pt idx="1030">
                  <c:v>106.31859685000001</c:v>
                </c:pt>
                <c:pt idx="1031">
                  <c:v>105.65230833</c:v>
                </c:pt>
                <c:pt idx="1032">
                  <c:v>106.63473387000001</c:v>
                </c:pt>
                <c:pt idx="1033">
                  <c:v>106.91744934</c:v>
                </c:pt>
                <c:pt idx="1034">
                  <c:v>107.78069773999999</c:v>
                </c:pt>
                <c:pt idx="1035">
                  <c:v>107.88622473</c:v>
                </c:pt>
                <c:pt idx="1036">
                  <c:v>108.19824815</c:v>
                </c:pt>
                <c:pt idx="1037">
                  <c:v>107.56319564</c:v>
                </c:pt>
                <c:pt idx="1038">
                  <c:v>107.87218138</c:v>
                </c:pt>
                <c:pt idx="1039">
                  <c:v>107.46476998999999</c:v>
                </c:pt>
                <c:pt idx="1040">
                  <c:v>106.81124196</c:v>
                </c:pt>
                <c:pt idx="1041">
                  <c:v>107.05973306</c:v>
                </c:pt>
                <c:pt idx="1042">
                  <c:v>107.93003435999999</c:v>
                </c:pt>
                <c:pt idx="1043">
                  <c:v>107.95180571</c:v>
                </c:pt>
                <c:pt idx="1044">
                  <c:v>107.11266203</c:v>
                </c:pt>
                <c:pt idx="1045">
                  <c:v>106.22617421</c:v>
                </c:pt>
                <c:pt idx="1046">
                  <c:v>106.59194311</c:v>
                </c:pt>
                <c:pt idx="1047">
                  <c:v>105.24707300999999</c:v>
                </c:pt>
                <c:pt idx="1048">
                  <c:v>103.47453496999999</c:v>
                </c:pt>
                <c:pt idx="1049">
                  <c:v>103.89605379</c:v>
                </c:pt>
                <c:pt idx="1050">
                  <c:v>104.18025387</c:v>
                </c:pt>
                <c:pt idx="1051">
                  <c:v>104.21500068</c:v>
                </c:pt>
                <c:pt idx="1052">
                  <c:v>104.80991258</c:v>
                </c:pt>
                <c:pt idx="1053">
                  <c:v>104.49374589999999</c:v>
                </c:pt>
                <c:pt idx="1054">
                  <c:v>104.89159706</c:v>
                </c:pt>
                <c:pt idx="1055">
                  <c:v>105.32636926000001</c:v>
                </c:pt>
                <c:pt idx="1056">
                  <c:v>106.24356376</c:v>
                </c:pt>
                <c:pt idx="1057">
                  <c:v>106.98924117</c:v>
                </c:pt>
                <c:pt idx="1058">
                  <c:v>106.84963068</c:v>
                </c:pt>
                <c:pt idx="1059">
                  <c:v>107.4756498</c:v>
                </c:pt>
                <c:pt idx="1060">
                  <c:v>108.26427735</c:v>
                </c:pt>
                <c:pt idx="1061">
                  <c:v>108.84762498000001</c:v>
                </c:pt>
                <c:pt idx="1062">
                  <c:v>109.47645953999999</c:v>
                </c:pt>
                <c:pt idx="1063">
                  <c:v>109.89467835000001</c:v>
                </c:pt>
                <c:pt idx="1064">
                  <c:v>109.93174023</c:v>
                </c:pt>
                <c:pt idx="1065">
                  <c:v>109.67006424</c:v>
                </c:pt>
                <c:pt idx="1066">
                  <c:v>109.62861215</c:v>
                </c:pt>
                <c:pt idx="1067">
                  <c:v>110.72816582999999</c:v>
                </c:pt>
                <c:pt idx="1068">
                  <c:v>111.65564469</c:v>
                </c:pt>
                <c:pt idx="1069">
                  <c:v>113.00455758</c:v>
                </c:pt>
                <c:pt idx="1070">
                  <c:v>112.71286947</c:v>
                </c:pt>
                <c:pt idx="1071">
                  <c:v>112.29931023</c:v>
                </c:pt>
                <c:pt idx="1072">
                  <c:v>112.86662750000001</c:v>
                </c:pt>
                <c:pt idx="1073">
                  <c:v>114.79771021000001</c:v>
                </c:pt>
                <c:pt idx="1074">
                  <c:v>115.64658444</c:v>
                </c:pt>
                <c:pt idx="1075">
                  <c:v>115.11404923000001</c:v>
                </c:pt>
                <c:pt idx="1076">
                  <c:v>115.4580191</c:v>
                </c:pt>
                <c:pt idx="1077">
                  <c:v>114.50859833</c:v>
                </c:pt>
                <c:pt idx="1078">
                  <c:v>113.88643453</c:v>
                </c:pt>
                <c:pt idx="1079">
                  <c:v>113.27030981999999</c:v>
                </c:pt>
                <c:pt idx="1081">
                  <c:v>113.05121971</c:v>
                </c:pt>
                <c:pt idx="1082">
                  <c:v>113.78929794</c:v>
                </c:pt>
                <c:pt idx="1083">
                  <c:v>114.24722126</c:v>
                </c:pt>
                <c:pt idx="1084">
                  <c:v>116.21070613000001</c:v>
                </c:pt>
                <c:pt idx="1085">
                  <c:v>116.40280214000001</c:v>
                </c:pt>
                <c:pt idx="1086">
                  <c:v>116.85177849</c:v>
                </c:pt>
                <c:pt idx="1087">
                  <c:v>116.6968129</c:v>
                </c:pt>
                <c:pt idx="1088">
                  <c:v>118.37789857999999</c:v>
                </c:pt>
                <c:pt idx="1089">
                  <c:v>117.67547063000001</c:v>
                </c:pt>
                <c:pt idx="1090">
                  <c:v>119.22279168999999</c:v>
                </c:pt>
                <c:pt idx="1091">
                  <c:v>115.12164067000001</c:v>
                </c:pt>
                <c:pt idx="1092">
                  <c:v>115.54463341</c:v>
                </c:pt>
                <c:pt idx="1093">
                  <c:v>115.12119883</c:v>
                </c:pt>
                <c:pt idx="1094">
                  <c:v>115.68213657</c:v>
                </c:pt>
                <c:pt idx="1095">
                  <c:v>115.84996375</c:v>
                </c:pt>
                <c:pt idx="1096">
                  <c:v>117.29854217</c:v>
                </c:pt>
                <c:pt idx="1097">
                  <c:v>118.60507823</c:v>
                </c:pt>
                <c:pt idx="1098">
                  <c:v>115.37852132</c:v>
                </c:pt>
                <c:pt idx="1099">
                  <c:v>115.12914187</c:v>
                </c:pt>
                <c:pt idx="1100">
                  <c:v>116.15314223</c:v>
                </c:pt>
                <c:pt idx="1101">
                  <c:v>116.08642322</c:v>
                </c:pt>
                <c:pt idx="1102">
                  <c:v>115.05066522</c:v>
                </c:pt>
                <c:pt idx="1103">
                  <c:v>117.12592619</c:v>
                </c:pt>
                <c:pt idx="1106">
                  <c:v>117.80247247</c:v>
                </c:pt>
                <c:pt idx="1107">
                  <c:v>117.24463213999999</c:v>
                </c:pt>
                <c:pt idx="1108">
                  <c:v>117.81262031</c:v>
                </c:pt>
                <c:pt idx="1111">
                  <c:v>117.50044108</c:v>
                </c:pt>
                <c:pt idx="1112">
                  <c:v>117.66103065999999</c:v>
                </c:pt>
                <c:pt idx="1113">
                  <c:v>118.61947839</c:v>
                </c:pt>
                <c:pt idx="1114">
                  <c:v>117.17369985000001</c:v>
                </c:pt>
                <c:pt idx="1115">
                  <c:v>117.50543571</c:v>
                </c:pt>
                <c:pt idx="1116">
                  <c:v>118.26961743</c:v>
                </c:pt>
                <c:pt idx="1117">
                  <c:v>117.975573</c:v>
                </c:pt>
                <c:pt idx="1118">
                  <c:v>116.12837872</c:v>
                </c:pt>
                <c:pt idx="1119">
                  <c:v>117.41542438</c:v>
                </c:pt>
                <c:pt idx="1120">
                  <c:v>117.45328019</c:v>
                </c:pt>
                <c:pt idx="1121">
                  <c:v>116.8972981</c:v>
                </c:pt>
                <c:pt idx="1122">
                  <c:v>117.03605026</c:v>
                </c:pt>
                <c:pt idx="1123">
                  <c:v>118.42597934</c:v>
                </c:pt>
                <c:pt idx="1124">
                  <c:v>121.85095222</c:v>
                </c:pt>
                <c:pt idx="1125">
                  <c:v>125.41044492</c:v>
                </c:pt>
                <c:pt idx="1126">
                  <c:v>127.13431908</c:v>
                </c:pt>
                <c:pt idx="1127">
                  <c:v>127.55833779</c:v>
                </c:pt>
                <c:pt idx="1128">
                  <c:v>129.59105628</c:v>
                </c:pt>
                <c:pt idx="1129">
                  <c:v>130.05112023999999</c:v>
                </c:pt>
                <c:pt idx="1130">
                  <c:v>128.67475236000001</c:v>
                </c:pt>
                <c:pt idx="1131">
                  <c:v>128.22885456</c:v>
                </c:pt>
                <c:pt idx="1132">
                  <c:v>128.90681706999999</c:v>
                </c:pt>
                <c:pt idx="1133">
                  <c:v>130.89745421999999</c:v>
                </c:pt>
                <c:pt idx="1134">
                  <c:v>128.07273488000001</c:v>
                </c:pt>
                <c:pt idx="1135">
                  <c:v>129.76768154000001</c:v>
                </c:pt>
                <c:pt idx="1136">
                  <c:v>130.29878504000001</c:v>
                </c:pt>
                <c:pt idx="1137">
                  <c:v>133.38515629</c:v>
                </c:pt>
                <c:pt idx="1138">
                  <c:v>133.7468671</c:v>
                </c:pt>
                <c:pt idx="1139">
                  <c:v>136.94223468000001</c:v>
                </c:pt>
                <c:pt idx="1140">
                  <c:v>136.01940478</c:v>
                </c:pt>
                <c:pt idx="1141">
                  <c:v>135.30503569000001</c:v>
                </c:pt>
                <c:pt idx="1144">
                  <c:v>134.76627472000001</c:v>
                </c:pt>
                <c:pt idx="1145">
                  <c:v>135.27624286</c:v>
                </c:pt>
                <c:pt idx="1146">
                  <c:v>135.97844891</c:v>
                </c:pt>
                <c:pt idx="1147">
                  <c:v>135.42263163000001</c:v>
                </c:pt>
                <c:pt idx="1148">
                  <c:v>137.02212609</c:v>
                </c:pt>
                <c:pt idx="1149">
                  <c:v>136.88769651000001</c:v>
                </c:pt>
                <c:pt idx="1150">
                  <c:v>137.18176034000001</c:v>
                </c:pt>
                <c:pt idx="1151">
                  <c:v>135.81936653</c:v>
                </c:pt>
                <c:pt idx="1152">
                  <c:v>134.64534361</c:v>
                </c:pt>
                <c:pt idx="1153">
                  <c:v>130.63926488000001</c:v>
                </c:pt>
                <c:pt idx="1154">
                  <c:v>132.43410922000001</c:v>
                </c:pt>
                <c:pt idx="1155">
                  <c:v>128.88982856999999</c:v>
                </c:pt>
                <c:pt idx="1156">
                  <c:v>127.74349579</c:v>
                </c:pt>
                <c:pt idx="1157">
                  <c:v>128.15998207999999</c:v>
                </c:pt>
                <c:pt idx="1158">
                  <c:v>130.6806842</c:v>
                </c:pt>
                <c:pt idx="1159">
                  <c:v>130.3077011</c:v>
                </c:pt>
                <c:pt idx="1160">
                  <c:v>126.38652278000001</c:v>
                </c:pt>
                <c:pt idx="1161">
                  <c:v>125.55344567</c:v>
                </c:pt>
                <c:pt idx="1162">
                  <c:v>126.54562998</c:v>
                </c:pt>
                <c:pt idx="1163">
                  <c:v>126.84590942</c:v>
                </c:pt>
                <c:pt idx="1164">
                  <c:v>125.89918766</c:v>
                </c:pt>
                <c:pt idx="1165">
                  <c:v>126.772716</c:v>
                </c:pt>
                <c:pt idx="1166">
                  <c:v>124.40336859999999</c:v>
                </c:pt>
                <c:pt idx="1167">
                  <c:v>128.50669235999999</c:v>
                </c:pt>
                <c:pt idx="1168">
                  <c:v>128.38047019000001</c:v>
                </c:pt>
                <c:pt idx="1169">
                  <c:v>130.36888966999999</c:v>
                </c:pt>
                <c:pt idx="1170">
                  <c:v>127.58022785999999</c:v>
                </c:pt>
                <c:pt idx="1171">
                  <c:v>126.5434403</c:v>
                </c:pt>
                <c:pt idx="1172">
                  <c:v>127.60854034</c:v>
                </c:pt>
                <c:pt idx="1173">
                  <c:v>132.28959632999999</c:v>
                </c:pt>
                <c:pt idx="1174">
                  <c:v>132.98101016000001</c:v>
                </c:pt>
                <c:pt idx="1175">
                  <c:v>132.75814553999999</c:v>
                </c:pt>
                <c:pt idx="1177">
                  <c:v>131.5177564</c:v>
                </c:pt>
                <c:pt idx="1178">
                  <c:v>130.81486032000001</c:v>
                </c:pt>
                <c:pt idx="1179">
                  <c:v>135.10706755999999</c:v>
                </c:pt>
                <c:pt idx="1180">
                  <c:v>137.49565193000001</c:v>
                </c:pt>
                <c:pt idx="1181">
                  <c:v>138.90555974</c:v>
                </c:pt>
                <c:pt idx="1182">
                  <c:v>138.07611259999999</c:v>
                </c:pt>
                <c:pt idx="1183">
                  <c:v>139.32556972</c:v>
                </c:pt>
                <c:pt idx="1184">
                  <c:v>139.28238268999999</c:v>
                </c:pt>
                <c:pt idx="1185">
                  <c:v>137.41221213</c:v>
                </c:pt>
                <c:pt idx="1186">
                  <c:v>137.84693189999999</c:v>
                </c:pt>
                <c:pt idx="1187">
                  <c:v>138.33878888999999</c:v>
                </c:pt>
                <c:pt idx="1189">
                  <c:v>134.87864648999999</c:v>
                </c:pt>
                <c:pt idx="1190">
                  <c:v>133.85552523000001</c:v>
                </c:pt>
                <c:pt idx="1191">
                  <c:v>133.53065128</c:v>
                </c:pt>
                <c:pt idx="1192">
                  <c:v>132.21952085000001</c:v>
                </c:pt>
                <c:pt idx="1193">
                  <c:v>131.26671275000001</c:v>
                </c:pt>
                <c:pt idx="1194">
                  <c:v>127.85861635000001</c:v>
                </c:pt>
                <c:pt idx="1195">
                  <c:v>129.76435627000001</c:v>
                </c:pt>
                <c:pt idx="1197">
                  <c:v>127.73171637</c:v>
                </c:pt>
                <c:pt idx="1198">
                  <c:v>128.96302953</c:v>
                </c:pt>
                <c:pt idx="1199">
                  <c:v>130.3447472</c:v>
                </c:pt>
                <c:pt idx="1200">
                  <c:v>127.63527625</c:v>
                </c:pt>
                <c:pt idx="1201">
                  <c:v>129.28468906000001</c:v>
                </c:pt>
                <c:pt idx="1202">
                  <c:v>125.65522356</c:v>
                </c:pt>
                <c:pt idx="1203">
                  <c:v>123.9450701</c:v>
                </c:pt>
                <c:pt idx="1204">
                  <c:v>121.26559949999999</c:v>
                </c:pt>
                <c:pt idx="1205">
                  <c:v>122.55778853</c:v>
                </c:pt>
                <c:pt idx="1206">
                  <c:v>120.608498</c:v>
                </c:pt>
                <c:pt idx="1207">
                  <c:v>120.63873184000001</c:v>
                </c:pt>
                <c:pt idx="1208">
                  <c:v>118.38586608999999</c:v>
                </c:pt>
                <c:pt idx="1209">
                  <c:v>122.11035199</c:v>
                </c:pt>
                <c:pt idx="1210">
                  <c:v>122.12286209</c:v>
                </c:pt>
                <c:pt idx="1211">
                  <c:v>120.85787190000001</c:v>
                </c:pt>
                <c:pt idx="1212">
                  <c:v>122.7490629</c:v>
                </c:pt>
                <c:pt idx="1213">
                  <c:v>121.91773557</c:v>
                </c:pt>
                <c:pt idx="1214">
                  <c:v>121.55733963</c:v>
                </c:pt>
                <c:pt idx="1215">
                  <c:v>121.23494085999999</c:v>
                </c:pt>
                <c:pt idx="1216">
                  <c:v>121.45288357</c:v>
                </c:pt>
                <c:pt idx="1217">
                  <c:v>119.19439757000001</c:v>
                </c:pt>
                <c:pt idx="1218">
                  <c:v>119.83599549</c:v>
                </c:pt>
                <c:pt idx="1219">
                  <c:v>117.92114293</c:v>
                </c:pt>
                <c:pt idx="1221">
                  <c:v>118.2646019</c:v>
                </c:pt>
                <c:pt idx="1222">
                  <c:v>118.35850934</c:v>
                </c:pt>
                <c:pt idx="1223">
                  <c:v>119.31666986</c:v>
                </c:pt>
                <c:pt idx="1224">
                  <c:v>118.04539204</c:v>
                </c:pt>
                <c:pt idx="1225">
                  <c:v>120.02443861</c:v>
                </c:pt>
                <c:pt idx="1226">
                  <c:v>119.4752634</c:v>
                </c:pt>
                <c:pt idx="1227">
                  <c:v>119.72007483</c:v>
                </c:pt>
                <c:pt idx="1228">
                  <c:v>119.56134676000001</c:v>
                </c:pt>
                <c:pt idx="1229">
                  <c:v>118.53994912</c:v>
                </c:pt>
                <c:pt idx="1230">
                  <c:v>118.58519309</c:v>
                </c:pt>
                <c:pt idx="1231">
                  <c:v>118.1108523</c:v>
                </c:pt>
                <c:pt idx="1232">
                  <c:v>120.11046902</c:v>
                </c:pt>
                <c:pt idx="1233">
                  <c:v>121.17285750000001</c:v>
                </c:pt>
                <c:pt idx="1234">
                  <c:v>122.15122105</c:v>
                </c:pt>
                <c:pt idx="1235">
                  <c:v>123.06619031</c:v>
                </c:pt>
                <c:pt idx="1236">
                  <c:v>124.12528019</c:v>
                </c:pt>
                <c:pt idx="1237">
                  <c:v>123.48075032</c:v>
                </c:pt>
                <c:pt idx="1238">
                  <c:v>123.05261906</c:v>
                </c:pt>
                <c:pt idx="1239">
                  <c:v>123.23337992</c:v>
                </c:pt>
                <c:pt idx="1240">
                  <c:v>123.91921662999999</c:v>
                </c:pt>
                <c:pt idx="1241">
                  <c:v>124.66194668</c:v>
                </c:pt>
                <c:pt idx="1242">
                  <c:v>122.98735906</c:v>
                </c:pt>
                <c:pt idx="1243">
                  <c:v>121.90607848000001</c:v>
                </c:pt>
                <c:pt idx="1244">
                  <c:v>120.80024994999999</c:v>
                </c:pt>
                <c:pt idx="1245">
                  <c:v>122.81186937</c:v>
                </c:pt>
                <c:pt idx="1246">
                  <c:v>126.74641441</c:v>
                </c:pt>
                <c:pt idx="1247">
                  <c:v>123.88026687</c:v>
                </c:pt>
                <c:pt idx="1248">
                  <c:v>124.44287190999999</c:v>
                </c:pt>
                <c:pt idx="1249">
                  <c:v>123.88705606000001</c:v>
                </c:pt>
                <c:pt idx="1250">
                  <c:v>122.01187108000001</c:v>
                </c:pt>
                <c:pt idx="1251">
                  <c:v>121.28864703000001</c:v>
                </c:pt>
                <c:pt idx="1252">
                  <c:v>120.84776494</c:v>
                </c:pt>
                <c:pt idx="1253">
                  <c:v>119.77899854</c:v>
                </c:pt>
                <c:pt idx="1254">
                  <c:v>122.63912272</c:v>
                </c:pt>
                <c:pt idx="1255">
                  <c:v>121.25819912999999</c:v>
                </c:pt>
                <c:pt idx="1256">
                  <c:v>120.32855327999999</c:v>
                </c:pt>
                <c:pt idx="1257">
                  <c:v>122.19554840000001</c:v>
                </c:pt>
                <c:pt idx="1258">
                  <c:v>121.95222722</c:v>
                </c:pt>
                <c:pt idx="1259">
                  <c:v>117.85857091</c:v>
                </c:pt>
                <c:pt idx="1260">
                  <c:v>119.96631343999999</c:v>
                </c:pt>
                <c:pt idx="1261">
                  <c:v>120.54322302999999</c:v>
                </c:pt>
                <c:pt idx="1262">
                  <c:v>120.91578013</c:v>
                </c:pt>
                <c:pt idx="1263">
                  <c:v>121.22074133</c:v>
                </c:pt>
                <c:pt idx="1264">
                  <c:v>120.78137132000001</c:v>
                </c:pt>
                <c:pt idx="1265">
                  <c:v>119.22792002</c:v>
                </c:pt>
                <c:pt idx="1266">
                  <c:v>116.72014591999999</c:v>
                </c:pt>
                <c:pt idx="1267">
                  <c:v>115.07572077</c:v>
                </c:pt>
                <c:pt idx="1268">
                  <c:v>112.43373671000001</c:v>
                </c:pt>
                <c:pt idx="1269">
                  <c:v>112.05129135999999</c:v>
                </c:pt>
                <c:pt idx="1270">
                  <c:v>110.90627920999999</c:v>
                </c:pt>
                <c:pt idx="1271">
                  <c:v>110.36078750999999</c:v>
                </c:pt>
                <c:pt idx="1272">
                  <c:v>109.55975691</c:v>
                </c:pt>
                <c:pt idx="1273">
                  <c:v>109.00724051</c:v>
                </c:pt>
                <c:pt idx="1274">
                  <c:v>110.16789529</c:v>
                </c:pt>
                <c:pt idx="1275">
                  <c:v>109.12904238</c:v>
                </c:pt>
                <c:pt idx="1276">
                  <c:v>111.98520480000001</c:v>
                </c:pt>
                <c:pt idx="1277">
                  <c:v>112.32930288</c:v>
                </c:pt>
                <c:pt idx="1278">
                  <c:v>115.07949087</c:v>
                </c:pt>
                <c:pt idx="1279">
                  <c:v>115.32957232</c:v>
                </c:pt>
                <c:pt idx="1280">
                  <c:v>114.56042128</c:v>
                </c:pt>
                <c:pt idx="1281">
                  <c:v>114.86723779</c:v>
                </c:pt>
                <c:pt idx="1282">
                  <c:v>115.39734502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67-406A-BFBB-822C82738C31}"/>
            </c:ext>
          </c:extLst>
        </c:ser>
        <c:ser>
          <c:idx val="0"/>
          <c:order val="1"/>
          <c:tx>
            <c:v>ISE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Historico!$O$12:$O$5000</c:f>
              <c:numCache>
                <c:formatCode>m/d/yyyy</c:formatCode>
                <c:ptCount val="4989"/>
                <c:pt idx="0">
                  <c:v>44469</c:v>
                </c:pt>
                <c:pt idx="1">
                  <c:v>44470</c:v>
                </c:pt>
                <c:pt idx="2">
                  <c:v>44473</c:v>
                </c:pt>
                <c:pt idx="3">
                  <c:v>44474</c:v>
                </c:pt>
                <c:pt idx="4">
                  <c:v>44475</c:v>
                </c:pt>
                <c:pt idx="5">
                  <c:v>44476</c:v>
                </c:pt>
                <c:pt idx="6">
                  <c:v>44477</c:v>
                </c:pt>
                <c:pt idx="7">
                  <c:v>44480</c:v>
                </c:pt>
                <c:pt idx="8">
                  <c:v>44481</c:v>
                </c:pt>
                <c:pt idx="9">
                  <c:v>44482</c:v>
                </c:pt>
                <c:pt idx="10">
                  <c:v>44483</c:v>
                </c:pt>
                <c:pt idx="11">
                  <c:v>44484</c:v>
                </c:pt>
                <c:pt idx="12">
                  <c:v>44487</c:v>
                </c:pt>
                <c:pt idx="13">
                  <c:v>44488</c:v>
                </c:pt>
                <c:pt idx="14">
                  <c:v>44489</c:v>
                </c:pt>
                <c:pt idx="15">
                  <c:v>44490</c:v>
                </c:pt>
                <c:pt idx="16">
                  <c:v>44491</c:v>
                </c:pt>
                <c:pt idx="17">
                  <c:v>44494</c:v>
                </c:pt>
                <c:pt idx="18">
                  <c:v>44495</c:v>
                </c:pt>
                <c:pt idx="19">
                  <c:v>44496</c:v>
                </c:pt>
                <c:pt idx="20">
                  <c:v>44497</c:v>
                </c:pt>
                <c:pt idx="21">
                  <c:v>44498</c:v>
                </c:pt>
                <c:pt idx="22">
                  <c:v>44501</c:v>
                </c:pt>
                <c:pt idx="23">
                  <c:v>44502</c:v>
                </c:pt>
                <c:pt idx="24">
                  <c:v>44503</c:v>
                </c:pt>
                <c:pt idx="25">
                  <c:v>44504</c:v>
                </c:pt>
                <c:pt idx="26">
                  <c:v>44505</c:v>
                </c:pt>
                <c:pt idx="27">
                  <c:v>44508</c:v>
                </c:pt>
                <c:pt idx="28">
                  <c:v>44509</c:v>
                </c:pt>
                <c:pt idx="29">
                  <c:v>44510</c:v>
                </c:pt>
                <c:pt idx="30">
                  <c:v>44511</c:v>
                </c:pt>
                <c:pt idx="31">
                  <c:v>44512</c:v>
                </c:pt>
                <c:pt idx="32">
                  <c:v>44515</c:v>
                </c:pt>
                <c:pt idx="33">
                  <c:v>44516</c:v>
                </c:pt>
                <c:pt idx="34">
                  <c:v>44517</c:v>
                </c:pt>
                <c:pt idx="35">
                  <c:v>44518</c:v>
                </c:pt>
                <c:pt idx="36">
                  <c:v>44519</c:v>
                </c:pt>
                <c:pt idx="37">
                  <c:v>44522</c:v>
                </c:pt>
                <c:pt idx="38">
                  <c:v>44523</c:v>
                </c:pt>
                <c:pt idx="39">
                  <c:v>44524</c:v>
                </c:pt>
                <c:pt idx="40">
                  <c:v>44525</c:v>
                </c:pt>
                <c:pt idx="41">
                  <c:v>44526</c:v>
                </c:pt>
                <c:pt idx="42">
                  <c:v>44529</c:v>
                </c:pt>
                <c:pt idx="43">
                  <c:v>44530</c:v>
                </c:pt>
                <c:pt idx="44">
                  <c:v>44531</c:v>
                </c:pt>
                <c:pt idx="45">
                  <c:v>44532</c:v>
                </c:pt>
                <c:pt idx="46">
                  <c:v>44533</c:v>
                </c:pt>
                <c:pt idx="47">
                  <c:v>44536</c:v>
                </c:pt>
                <c:pt idx="48">
                  <c:v>44537</c:v>
                </c:pt>
                <c:pt idx="49">
                  <c:v>44538</c:v>
                </c:pt>
                <c:pt idx="50">
                  <c:v>44539</c:v>
                </c:pt>
                <c:pt idx="51">
                  <c:v>44540</c:v>
                </c:pt>
                <c:pt idx="52">
                  <c:v>44543</c:v>
                </c:pt>
                <c:pt idx="53">
                  <c:v>44544</c:v>
                </c:pt>
                <c:pt idx="54">
                  <c:v>44545</c:v>
                </c:pt>
                <c:pt idx="55">
                  <c:v>44546</c:v>
                </c:pt>
                <c:pt idx="56">
                  <c:v>44547</c:v>
                </c:pt>
                <c:pt idx="57">
                  <c:v>44550</c:v>
                </c:pt>
                <c:pt idx="58">
                  <c:v>44551</c:v>
                </c:pt>
                <c:pt idx="59">
                  <c:v>44552</c:v>
                </c:pt>
                <c:pt idx="60">
                  <c:v>44553</c:v>
                </c:pt>
                <c:pt idx="61">
                  <c:v>44554</c:v>
                </c:pt>
                <c:pt idx="62">
                  <c:v>44557</c:v>
                </c:pt>
                <c:pt idx="63">
                  <c:v>44558</c:v>
                </c:pt>
                <c:pt idx="64">
                  <c:v>44559</c:v>
                </c:pt>
                <c:pt idx="65">
                  <c:v>44560</c:v>
                </c:pt>
                <c:pt idx="66">
                  <c:v>44561</c:v>
                </c:pt>
                <c:pt idx="67">
                  <c:v>44564</c:v>
                </c:pt>
                <c:pt idx="68">
                  <c:v>44565</c:v>
                </c:pt>
                <c:pt idx="69">
                  <c:v>44566</c:v>
                </c:pt>
                <c:pt idx="70">
                  <c:v>44567</c:v>
                </c:pt>
                <c:pt idx="71">
                  <c:v>44568</c:v>
                </c:pt>
                <c:pt idx="72">
                  <c:v>44571</c:v>
                </c:pt>
                <c:pt idx="73">
                  <c:v>44572</c:v>
                </c:pt>
                <c:pt idx="74">
                  <c:v>44573</c:v>
                </c:pt>
                <c:pt idx="75">
                  <c:v>44574</c:v>
                </c:pt>
                <c:pt idx="76">
                  <c:v>44575</c:v>
                </c:pt>
                <c:pt idx="77">
                  <c:v>44578</c:v>
                </c:pt>
                <c:pt idx="78">
                  <c:v>44579</c:v>
                </c:pt>
                <c:pt idx="79">
                  <c:v>44580</c:v>
                </c:pt>
                <c:pt idx="80">
                  <c:v>44581</c:v>
                </c:pt>
                <c:pt idx="81">
                  <c:v>44582</c:v>
                </c:pt>
                <c:pt idx="82">
                  <c:v>44585</c:v>
                </c:pt>
                <c:pt idx="83">
                  <c:v>44586</c:v>
                </c:pt>
                <c:pt idx="84">
                  <c:v>44587</c:v>
                </c:pt>
                <c:pt idx="85">
                  <c:v>44588</c:v>
                </c:pt>
                <c:pt idx="86">
                  <c:v>44589</c:v>
                </c:pt>
                <c:pt idx="87">
                  <c:v>44592</c:v>
                </c:pt>
                <c:pt idx="88">
                  <c:v>44593</c:v>
                </c:pt>
                <c:pt idx="89">
                  <c:v>44594</c:v>
                </c:pt>
                <c:pt idx="90">
                  <c:v>44595</c:v>
                </c:pt>
                <c:pt idx="91">
                  <c:v>44596</c:v>
                </c:pt>
                <c:pt idx="92">
                  <c:v>44599</c:v>
                </c:pt>
                <c:pt idx="93">
                  <c:v>44600</c:v>
                </c:pt>
                <c:pt idx="94">
                  <c:v>44601</c:v>
                </c:pt>
                <c:pt idx="95">
                  <c:v>44602</c:v>
                </c:pt>
                <c:pt idx="96">
                  <c:v>44603</c:v>
                </c:pt>
                <c:pt idx="97">
                  <c:v>44606</c:v>
                </c:pt>
                <c:pt idx="98">
                  <c:v>44607</c:v>
                </c:pt>
                <c:pt idx="99">
                  <c:v>44608</c:v>
                </c:pt>
                <c:pt idx="100">
                  <c:v>44609</c:v>
                </c:pt>
                <c:pt idx="101">
                  <c:v>44610</c:v>
                </c:pt>
                <c:pt idx="102">
                  <c:v>44613</c:v>
                </c:pt>
                <c:pt idx="103">
                  <c:v>44614</c:v>
                </c:pt>
                <c:pt idx="104">
                  <c:v>44615</c:v>
                </c:pt>
                <c:pt idx="105">
                  <c:v>44616</c:v>
                </c:pt>
                <c:pt idx="106">
                  <c:v>44617</c:v>
                </c:pt>
                <c:pt idx="107">
                  <c:v>44620</c:v>
                </c:pt>
                <c:pt idx="108">
                  <c:v>44621</c:v>
                </c:pt>
                <c:pt idx="109">
                  <c:v>44622</c:v>
                </c:pt>
                <c:pt idx="110">
                  <c:v>44623</c:v>
                </c:pt>
                <c:pt idx="111">
                  <c:v>44624</c:v>
                </c:pt>
                <c:pt idx="112">
                  <c:v>44627</c:v>
                </c:pt>
                <c:pt idx="113">
                  <c:v>44628</c:v>
                </c:pt>
                <c:pt idx="114">
                  <c:v>44629</c:v>
                </c:pt>
                <c:pt idx="115">
                  <c:v>44630</c:v>
                </c:pt>
                <c:pt idx="116">
                  <c:v>44631</c:v>
                </c:pt>
                <c:pt idx="117">
                  <c:v>44634</c:v>
                </c:pt>
                <c:pt idx="118">
                  <c:v>44635</c:v>
                </c:pt>
                <c:pt idx="119">
                  <c:v>44636</c:v>
                </c:pt>
                <c:pt idx="120">
                  <c:v>44637</c:v>
                </c:pt>
                <c:pt idx="121">
                  <c:v>44638</c:v>
                </c:pt>
                <c:pt idx="122">
                  <c:v>44641</c:v>
                </c:pt>
                <c:pt idx="123">
                  <c:v>44642</c:v>
                </c:pt>
                <c:pt idx="124">
                  <c:v>44643</c:v>
                </c:pt>
                <c:pt idx="125">
                  <c:v>44644</c:v>
                </c:pt>
                <c:pt idx="126">
                  <c:v>44645</c:v>
                </c:pt>
                <c:pt idx="127">
                  <c:v>44648</c:v>
                </c:pt>
                <c:pt idx="128">
                  <c:v>44649</c:v>
                </c:pt>
                <c:pt idx="129">
                  <c:v>44650</c:v>
                </c:pt>
                <c:pt idx="130">
                  <c:v>44651</c:v>
                </c:pt>
                <c:pt idx="131">
                  <c:v>44652</c:v>
                </c:pt>
                <c:pt idx="132">
                  <c:v>44655</c:v>
                </c:pt>
                <c:pt idx="133">
                  <c:v>44656</c:v>
                </c:pt>
                <c:pt idx="134">
                  <c:v>44657</c:v>
                </c:pt>
                <c:pt idx="135">
                  <c:v>44658</c:v>
                </c:pt>
                <c:pt idx="136">
                  <c:v>44659</c:v>
                </c:pt>
                <c:pt idx="137">
                  <c:v>44662</c:v>
                </c:pt>
                <c:pt idx="138">
                  <c:v>44663</c:v>
                </c:pt>
                <c:pt idx="139">
                  <c:v>44664</c:v>
                </c:pt>
                <c:pt idx="140">
                  <c:v>44665</c:v>
                </c:pt>
                <c:pt idx="141">
                  <c:v>44666</c:v>
                </c:pt>
                <c:pt idx="142">
                  <c:v>44669</c:v>
                </c:pt>
                <c:pt idx="143">
                  <c:v>44670</c:v>
                </c:pt>
                <c:pt idx="144">
                  <c:v>44671</c:v>
                </c:pt>
                <c:pt idx="145">
                  <c:v>44672</c:v>
                </c:pt>
                <c:pt idx="146">
                  <c:v>44673</c:v>
                </c:pt>
                <c:pt idx="147">
                  <c:v>44676</c:v>
                </c:pt>
                <c:pt idx="148">
                  <c:v>44677</c:v>
                </c:pt>
                <c:pt idx="149">
                  <c:v>44678</c:v>
                </c:pt>
                <c:pt idx="150">
                  <c:v>44679</c:v>
                </c:pt>
                <c:pt idx="151">
                  <c:v>44680</c:v>
                </c:pt>
                <c:pt idx="152">
                  <c:v>44683</c:v>
                </c:pt>
                <c:pt idx="153">
                  <c:v>44684</c:v>
                </c:pt>
                <c:pt idx="154">
                  <c:v>44685</c:v>
                </c:pt>
                <c:pt idx="155">
                  <c:v>44686</c:v>
                </c:pt>
                <c:pt idx="156">
                  <c:v>44687</c:v>
                </c:pt>
                <c:pt idx="157">
                  <c:v>44690</c:v>
                </c:pt>
                <c:pt idx="158">
                  <c:v>44691</c:v>
                </c:pt>
                <c:pt idx="159">
                  <c:v>44692</c:v>
                </c:pt>
                <c:pt idx="160">
                  <c:v>44693</c:v>
                </c:pt>
                <c:pt idx="161">
                  <c:v>44694</c:v>
                </c:pt>
                <c:pt idx="162">
                  <c:v>44697</c:v>
                </c:pt>
                <c:pt idx="163">
                  <c:v>44698</c:v>
                </c:pt>
                <c:pt idx="164">
                  <c:v>44699</c:v>
                </c:pt>
                <c:pt idx="165">
                  <c:v>44700</c:v>
                </c:pt>
                <c:pt idx="166">
                  <c:v>44701</c:v>
                </c:pt>
                <c:pt idx="167">
                  <c:v>44704</c:v>
                </c:pt>
                <c:pt idx="168">
                  <c:v>44705</c:v>
                </c:pt>
                <c:pt idx="169">
                  <c:v>44706</c:v>
                </c:pt>
                <c:pt idx="170">
                  <c:v>44707</c:v>
                </c:pt>
                <c:pt idx="171">
                  <c:v>44708</c:v>
                </c:pt>
                <c:pt idx="172">
                  <c:v>44711</c:v>
                </c:pt>
                <c:pt idx="173">
                  <c:v>44712</c:v>
                </c:pt>
                <c:pt idx="174">
                  <c:v>44713</c:v>
                </c:pt>
                <c:pt idx="175">
                  <c:v>44714</c:v>
                </c:pt>
                <c:pt idx="176">
                  <c:v>44715</c:v>
                </c:pt>
                <c:pt idx="177">
                  <c:v>44718</c:v>
                </c:pt>
                <c:pt idx="178">
                  <c:v>44719</c:v>
                </c:pt>
                <c:pt idx="179">
                  <c:v>44720</c:v>
                </c:pt>
                <c:pt idx="180">
                  <c:v>44721</c:v>
                </c:pt>
                <c:pt idx="181">
                  <c:v>44722</c:v>
                </c:pt>
                <c:pt idx="182">
                  <c:v>44725</c:v>
                </c:pt>
                <c:pt idx="183">
                  <c:v>44726</c:v>
                </c:pt>
                <c:pt idx="184">
                  <c:v>44727</c:v>
                </c:pt>
                <c:pt idx="185">
                  <c:v>44728</c:v>
                </c:pt>
                <c:pt idx="186">
                  <c:v>44729</c:v>
                </c:pt>
                <c:pt idx="187">
                  <c:v>44732</c:v>
                </c:pt>
                <c:pt idx="188">
                  <c:v>44733</c:v>
                </c:pt>
                <c:pt idx="189">
                  <c:v>44734</c:v>
                </c:pt>
                <c:pt idx="190">
                  <c:v>44735</c:v>
                </c:pt>
                <c:pt idx="191">
                  <c:v>44736</c:v>
                </c:pt>
                <c:pt idx="192">
                  <c:v>44739</c:v>
                </c:pt>
                <c:pt idx="193">
                  <c:v>44740</c:v>
                </c:pt>
                <c:pt idx="194">
                  <c:v>44741</c:v>
                </c:pt>
                <c:pt idx="195">
                  <c:v>44742</c:v>
                </c:pt>
                <c:pt idx="196">
                  <c:v>44743</c:v>
                </c:pt>
                <c:pt idx="197">
                  <c:v>44746</c:v>
                </c:pt>
                <c:pt idx="198">
                  <c:v>44747</c:v>
                </c:pt>
                <c:pt idx="199">
                  <c:v>44748</c:v>
                </c:pt>
                <c:pt idx="200">
                  <c:v>44749</c:v>
                </c:pt>
                <c:pt idx="201">
                  <c:v>44750</c:v>
                </c:pt>
                <c:pt idx="202">
                  <c:v>44753</c:v>
                </c:pt>
                <c:pt idx="203">
                  <c:v>44754</c:v>
                </c:pt>
                <c:pt idx="204">
                  <c:v>44755</c:v>
                </c:pt>
                <c:pt idx="205">
                  <c:v>44756</c:v>
                </c:pt>
                <c:pt idx="206">
                  <c:v>44757</c:v>
                </c:pt>
                <c:pt idx="207">
                  <c:v>44760</c:v>
                </c:pt>
                <c:pt idx="208">
                  <c:v>44761</c:v>
                </c:pt>
                <c:pt idx="209">
                  <c:v>44762</c:v>
                </c:pt>
                <c:pt idx="210">
                  <c:v>44763</c:v>
                </c:pt>
                <c:pt idx="211">
                  <c:v>44764</c:v>
                </c:pt>
                <c:pt idx="212">
                  <c:v>44767</c:v>
                </c:pt>
                <c:pt idx="213">
                  <c:v>44768</c:v>
                </c:pt>
                <c:pt idx="214">
                  <c:v>44769</c:v>
                </c:pt>
                <c:pt idx="215">
                  <c:v>44770</c:v>
                </c:pt>
                <c:pt idx="216">
                  <c:v>44771</c:v>
                </c:pt>
                <c:pt idx="217">
                  <c:v>44774</c:v>
                </c:pt>
                <c:pt idx="218">
                  <c:v>44775</c:v>
                </c:pt>
                <c:pt idx="219">
                  <c:v>44776</c:v>
                </c:pt>
                <c:pt idx="220">
                  <c:v>44777</c:v>
                </c:pt>
                <c:pt idx="221">
                  <c:v>44778</c:v>
                </c:pt>
                <c:pt idx="222">
                  <c:v>44781</c:v>
                </c:pt>
                <c:pt idx="223">
                  <c:v>44782</c:v>
                </c:pt>
                <c:pt idx="224">
                  <c:v>44783</c:v>
                </c:pt>
                <c:pt idx="225">
                  <c:v>44784</c:v>
                </c:pt>
                <c:pt idx="226">
                  <c:v>44785</c:v>
                </c:pt>
                <c:pt idx="227">
                  <c:v>44788</c:v>
                </c:pt>
                <c:pt idx="228">
                  <c:v>44789</c:v>
                </c:pt>
                <c:pt idx="229">
                  <c:v>44790</c:v>
                </c:pt>
                <c:pt idx="230">
                  <c:v>44791</c:v>
                </c:pt>
                <c:pt idx="231">
                  <c:v>44792</c:v>
                </c:pt>
                <c:pt idx="232">
                  <c:v>44795</c:v>
                </c:pt>
                <c:pt idx="233">
                  <c:v>44796</c:v>
                </c:pt>
                <c:pt idx="234">
                  <c:v>44797</c:v>
                </c:pt>
                <c:pt idx="235">
                  <c:v>44798</c:v>
                </c:pt>
                <c:pt idx="236">
                  <c:v>44799</c:v>
                </c:pt>
                <c:pt idx="237">
                  <c:v>44802</c:v>
                </c:pt>
                <c:pt idx="238">
                  <c:v>44803</c:v>
                </c:pt>
                <c:pt idx="239">
                  <c:v>44804</c:v>
                </c:pt>
                <c:pt idx="240">
                  <c:v>44805</c:v>
                </c:pt>
                <c:pt idx="241">
                  <c:v>44806</c:v>
                </c:pt>
                <c:pt idx="242">
                  <c:v>44809</c:v>
                </c:pt>
                <c:pt idx="243">
                  <c:v>44810</c:v>
                </c:pt>
                <c:pt idx="244">
                  <c:v>44811</c:v>
                </c:pt>
                <c:pt idx="245">
                  <c:v>44812</c:v>
                </c:pt>
                <c:pt idx="246">
                  <c:v>44813</c:v>
                </c:pt>
                <c:pt idx="247">
                  <c:v>44816</c:v>
                </c:pt>
                <c:pt idx="248">
                  <c:v>44817</c:v>
                </c:pt>
                <c:pt idx="249">
                  <c:v>44818</c:v>
                </c:pt>
                <c:pt idx="250">
                  <c:v>44819</c:v>
                </c:pt>
                <c:pt idx="251">
                  <c:v>44820</c:v>
                </c:pt>
                <c:pt idx="252">
                  <c:v>44823</c:v>
                </c:pt>
                <c:pt idx="253">
                  <c:v>44824</c:v>
                </c:pt>
                <c:pt idx="254">
                  <c:v>44825</c:v>
                </c:pt>
                <c:pt idx="255">
                  <c:v>44826</c:v>
                </c:pt>
                <c:pt idx="256">
                  <c:v>44827</c:v>
                </c:pt>
                <c:pt idx="257">
                  <c:v>44830</c:v>
                </c:pt>
                <c:pt idx="258">
                  <c:v>44831</c:v>
                </c:pt>
                <c:pt idx="259">
                  <c:v>44832</c:v>
                </c:pt>
                <c:pt idx="260">
                  <c:v>44833</c:v>
                </c:pt>
                <c:pt idx="261">
                  <c:v>44834</c:v>
                </c:pt>
                <c:pt idx="262">
                  <c:v>44837</c:v>
                </c:pt>
                <c:pt idx="263">
                  <c:v>44838</c:v>
                </c:pt>
                <c:pt idx="264">
                  <c:v>44839</c:v>
                </c:pt>
                <c:pt idx="265">
                  <c:v>44840</c:v>
                </c:pt>
                <c:pt idx="266">
                  <c:v>44841</c:v>
                </c:pt>
                <c:pt idx="267">
                  <c:v>44844</c:v>
                </c:pt>
                <c:pt idx="268">
                  <c:v>44845</c:v>
                </c:pt>
                <c:pt idx="269">
                  <c:v>44846</c:v>
                </c:pt>
                <c:pt idx="270">
                  <c:v>44847</c:v>
                </c:pt>
                <c:pt idx="271">
                  <c:v>44848</c:v>
                </c:pt>
                <c:pt idx="272">
                  <c:v>44851</c:v>
                </c:pt>
                <c:pt idx="273">
                  <c:v>44852</c:v>
                </c:pt>
                <c:pt idx="274">
                  <c:v>44853</c:v>
                </c:pt>
                <c:pt idx="275">
                  <c:v>44854</c:v>
                </c:pt>
                <c:pt idx="276">
                  <c:v>44855</c:v>
                </c:pt>
                <c:pt idx="277">
                  <c:v>44858</c:v>
                </c:pt>
                <c:pt idx="278">
                  <c:v>44859</c:v>
                </c:pt>
                <c:pt idx="279">
                  <c:v>44860</c:v>
                </c:pt>
                <c:pt idx="280">
                  <c:v>44861</c:v>
                </c:pt>
                <c:pt idx="281">
                  <c:v>44862</c:v>
                </c:pt>
                <c:pt idx="282">
                  <c:v>44865</c:v>
                </c:pt>
                <c:pt idx="283">
                  <c:v>44866</c:v>
                </c:pt>
                <c:pt idx="284">
                  <c:v>44867</c:v>
                </c:pt>
                <c:pt idx="285">
                  <c:v>44868</c:v>
                </c:pt>
                <c:pt idx="286">
                  <c:v>44869</c:v>
                </c:pt>
                <c:pt idx="287">
                  <c:v>44872</c:v>
                </c:pt>
                <c:pt idx="288">
                  <c:v>44873</c:v>
                </c:pt>
                <c:pt idx="289">
                  <c:v>44874</c:v>
                </c:pt>
                <c:pt idx="290">
                  <c:v>44875</c:v>
                </c:pt>
                <c:pt idx="291">
                  <c:v>44876</c:v>
                </c:pt>
                <c:pt idx="292">
                  <c:v>44879</c:v>
                </c:pt>
                <c:pt idx="293">
                  <c:v>44880</c:v>
                </c:pt>
                <c:pt idx="294">
                  <c:v>44881</c:v>
                </c:pt>
                <c:pt idx="295">
                  <c:v>44882</c:v>
                </c:pt>
                <c:pt idx="296">
                  <c:v>44883</c:v>
                </c:pt>
                <c:pt idx="297">
                  <c:v>44886</c:v>
                </c:pt>
                <c:pt idx="298">
                  <c:v>44887</c:v>
                </c:pt>
                <c:pt idx="299">
                  <c:v>44888</c:v>
                </c:pt>
                <c:pt idx="300">
                  <c:v>44889</c:v>
                </c:pt>
                <c:pt idx="301">
                  <c:v>44890</c:v>
                </c:pt>
                <c:pt idx="302">
                  <c:v>44893</c:v>
                </c:pt>
                <c:pt idx="303">
                  <c:v>44894</c:v>
                </c:pt>
                <c:pt idx="304">
                  <c:v>44895</c:v>
                </c:pt>
                <c:pt idx="305">
                  <c:v>44896</c:v>
                </c:pt>
                <c:pt idx="306">
                  <c:v>44897</c:v>
                </c:pt>
                <c:pt idx="307">
                  <c:v>44900</c:v>
                </c:pt>
                <c:pt idx="308">
                  <c:v>44901</c:v>
                </c:pt>
                <c:pt idx="309">
                  <c:v>44902</c:v>
                </c:pt>
                <c:pt idx="310">
                  <c:v>44903</c:v>
                </c:pt>
                <c:pt idx="311">
                  <c:v>44904</c:v>
                </c:pt>
                <c:pt idx="312">
                  <c:v>44907</c:v>
                </c:pt>
                <c:pt idx="313">
                  <c:v>44908</c:v>
                </c:pt>
                <c:pt idx="314">
                  <c:v>44909</c:v>
                </c:pt>
                <c:pt idx="315">
                  <c:v>44910</c:v>
                </c:pt>
                <c:pt idx="316">
                  <c:v>44911</c:v>
                </c:pt>
                <c:pt idx="317">
                  <c:v>44914</c:v>
                </c:pt>
                <c:pt idx="318">
                  <c:v>44915</c:v>
                </c:pt>
                <c:pt idx="319">
                  <c:v>44916</c:v>
                </c:pt>
                <c:pt idx="320">
                  <c:v>44917</c:v>
                </c:pt>
                <c:pt idx="321">
                  <c:v>44918</c:v>
                </c:pt>
                <c:pt idx="322">
                  <c:v>44921</c:v>
                </c:pt>
                <c:pt idx="323">
                  <c:v>44922</c:v>
                </c:pt>
                <c:pt idx="324">
                  <c:v>44923</c:v>
                </c:pt>
                <c:pt idx="325">
                  <c:v>44924</c:v>
                </c:pt>
                <c:pt idx="326">
                  <c:v>44925</c:v>
                </c:pt>
                <c:pt idx="327">
                  <c:v>44928</c:v>
                </c:pt>
                <c:pt idx="328">
                  <c:v>44929</c:v>
                </c:pt>
                <c:pt idx="329">
                  <c:v>44930</c:v>
                </c:pt>
                <c:pt idx="330">
                  <c:v>44931</c:v>
                </c:pt>
                <c:pt idx="331">
                  <c:v>44932</c:v>
                </c:pt>
                <c:pt idx="332">
                  <c:v>44935</c:v>
                </c:pt>
                <c:pt idx="333">
                  <c:v>44936</c:v>
                </c:pt>
                <c:pt idx="334">
                  <c:v>44937</c:v>
                </c:pt>
                <c:pt idx="335">
                  <c:v>44938</c:v>
                </c:pt>
                <c:pt idx="336">
                  <c:v>44939</c:v>
                </c:pt>
                <c:pt idx="337">
                  <c:v>44942</c:v>
                </c:pt>
                <c:pt idx="338">
                  <c:v>44943</c:v>
                </c:pt>
                <c:pt idx="339">
                  <c:v>44944</c:v>
                </c:pt>
                <c:pt idx="340">
                  <c:v>44945</c:v>
                </c:pt>
                <c:pt idx="341">
                  <c:v>44946</c:v>
                </c:pt>
                <c:pt idx="342">
                  <c:v>44949</c:v>
                </c:pt>
                <c:pt idx="343">
                  <c:v>44950</c:v>
                </c:pt>
                <c:pt idx="344">
                  <c:v>44951</c:v>
                </c:pt>
                <c:pt idx="345">
                  <c:v>44952</c:v>
                </c:pt>
                <c:pt idx="346">
                  <c:v>44953</c:v>
                </c:pt>
                <c:pt idx="347">
                  <c:v>44956</c:v>
                </c:pt>
                <c:pt idx="348">
                  <c:v>44957</c:v>
                </c:pt>
                <c:pt idx="349">
                  <c:v>44958</c:v>
                </c:pt>
                <c:pt idx="350">
                  <c:v>44959</c:v>
                </c:pt>
                <c:pt idx="351">
                  <c:v>44960</c:v>
                </c:pt>
                <c:pt idx="352">
                  <c:v>44963</c:v>
                </c:pt>
                <c:pt idx="353">
                  <c:v>44964</c:v>
                </c:pt>
                <c:pt idx="354">
                  <c:v>44965</c:v>
                </c:pt>
                <c:pt idx="355">
                  <c:v>44966</c:v>
                </c:pt>
                <c:pt idx="356">
                  <c:v>44967</c:v>
                </c:pt>
                <c:pt idx="357">
                  <c:v>44970</c:v>
                </c:pt>
                <c:pt idx="358">
                  <c:v>44971</c:v>
                </c:pt>
                <c:pt idx="359">
                  <c:v>44972</c:v>
                </c:pt>
                <c:pt idx="360">
                  <c:v>44973</c:v>
                </c:pt>
                <c:pt idx="361">
                  <c:v>44974</c:v>
                </c:pt>
                <c:pt idx="362">
                  <c:v>44977</c:v>
                </c:pt>
                <c:pt idx="363">
                  <c:v>44978</c:v>
                </c:pt>
                <c:pt idx="364">
                  <c:v>44979</c:v>
                </c:pt>
                <c:pt idx="365">
                  <c:v>44980</c:v>
                </c:pt>
                <c:pt idx="366">
                  <c:v>44981</c:v>
                </c:pt>
                <c:pt idx="367">
                  <c:v>44984</c:v>
                </c:pt>
                <c:pt idx="368">
                  <c:v>44985</c:v>
                </c:pt>
                <c:pt idx="369">
                  <c:v>44986</c:v>
                </c:pt>
                <c:pt idx="370">
                  <c:v>44987</c:v>
                </c:pt>
                <c:pt idx="371">
                  <c:v>44988</c:v>
                </c:pt>
                <c:pt idx="372">
                  <c:v>44991</c:v>
                </c:pt>
                <c:pt idx="373">
                  <c:v>44992</c:v>
                </c:pt>
                <c:pt idx="374">
                  <c:v>44993</c:v>
                </c:pt>
                <c:pt idx="375">
                  <c:v>44994</c:v>
                </c:pt>
                <c:pt idx="376">
                  <c:v>44995</c:v>
                </c:pt>
                <c:pt idx="377">
                  <c:v>44998</c:v>
                </c:pt>
                <c:pt idx="378">
                  <c:v>44999</c:v>
                </c:pt>
                <c:pt idx="379">
                  <c:v>45000</c:v>
                </c:pt>
                <c:pt idx="380">
                  <c:v>45001</c:v>
                </c:pt>
                <c:pt idx="381">
                  <c:v>45002</c:v>
                </c:pt>
                <c:pt idx="382">
                  <c:v>45005</c:v>
                </c:pt>
                <c:pt idx="383">
                  <c:v>45006</c:v>
                </c:pt>
                <c:pt idx="384">
                  <c:v>45007</c:v>
                </c:pt>
                <c:pt idx="385">
                  <c:v>45008</c:v>
                </c:pt>
                <c:pt idx="386">
                  <c:v>45009</c:v>
                </c:pt>
                <c:pt idx="387">
                  <c:v>45012</c:v>
                </c:pt>
                <c:pt idx="388">
                  <c:v>45013</c:v>
                </c:pt>
                <c:pt idx="389">
                  <c:v>45014</c:v>
                </c:pt>
                <c:pt idx="390">
                  <c:v>45015</c:v>
                </c:pt>
                <c:pt idx="391">
                  <c:v>45016</c:v>
                </c:pt>
                <c:pt idx="392">
                  <c:v>45019</c:v>
                </c:pt>
                <c:pt idx="393">
                  <c:v>45020</c:v>
                </c:pt>
                <c:pt idx="394">
                  <c:v>45021</c:v>
                </c:pt>
                <c:pt idx="395">
                  <c:v>45022</c:v>
                </c:pt>
                <c:pt idx="396">
                  <c:v>45023</c:v>
                </c:pt>
                <c:pt idx="397">
                  <c:v>45026</c:v>
                </c:pt>
                <c:pt idx="398">
                  <c:v>45027</c:v>
                </c:pt>
                <c:pt idx="399">
                  <c:v>45028</c:v>
                </c:pt>
                <c:pt idx="400">
                  <c:v>45029</c:v>
                </c:pt>
                <c:pt idx="401">
                  <c:v>45030</c:v>
                </c:pt>
                <c:pt idx="402">
                  <c:v>45033</c:v>
                </c:pt>
                <c:pt idx="403">
                  <c:v>45034</c:v>
                </c:pt>
                <c:pt idx="404">
                  <c:v>45035</c:v>
                </c:pt>
                <c:pt idx="405">
                  <c:v>45036</c:v>
                </c:pt>
                <c:pt idx="406">
                  <c:v>45037</c:v>
                </c:pt>
                <c:pt idx="407">
                  <c:v>45040</c:v>
                </c:pt>
                <c:pt idx="408">
                  <c:v>45041</c:v>
                </c:pt>
                <c:pt idx="409">
                  <c:v>45042</c:v>
                </c:pt>
                <c:pt idx="410">
                  <c:v>45043</c:v>
                </c:pt>
                <c:pt idx="411">
                  <c:v>45044</c:v>
                </c:pt>
                <c:pt idx="412">
                  <c:v>45047</c:v>
                </c:pt>
                <c:pt idx="413">
                  <c:v>45048</c:v>
                </c:pt>
                <c:pt idx="414">
                  <c:v>45049</c:v>
                </c:pt>
                <c:pt idx="415">
                  <c:v>45050</c:v>
                </c:pt>
                <c:pt idx="416">
                  <c:v>45051</c:v>
                </c:pt>
                <c:pt idx="417">
                  <c:v>45054</c:v>
                </c:pt>
                <c:pt idx="418">
                  <c:v>45055</c:v>
                </c:pt>
                <c:pt idx="419">
                  <c:v>45056</c:v>
                </c:pt>
                <c:pt idx="420">
                  <c:v>45057</c:v>
                </c:pt>
                <c:pt idx="421">
                  <c:v>45058</c:v>
                </c:pt>
                <c:pt idx="422">
                  <c:v>45061</c:v>
                </c:pt>
                <c:pt idx="423">
                  <c:v>45062</c:v>
                </c:pt>
                <c:pt idx="424">
                  <c:v>45063</c:v>
                </c:pt>
                <c:pt idx="425">
                  <c:v>45064</c:v>
                </c:pt>
                <c:pt idx="426">
                  <c:v>45065</c:v>
                </c:pt>
                <c:pt idx="427">
                  <c:v>45068</c:v>
                </c:pt>
                <c:pt idx="428">
                  <c:v>45069</c:v>
                </c:pt>
                <c:pt idx="429">
                  <c:v>45070</c:v>
                </c:pt>
                <c:pt idx="430">
                  <c:v>45071</c:v>
                </c:pt>
                <c:pt idx="431">
                  <c:v>45072</c:v>
                </c:pt>
                <c:pt idx="432">
                  <c:v>45075</c:v>
                </c:pt>
                <c:pt idx="433">
                  <c:v>45076</c:v>
                </c:pt>
                <c:pt idx="434">
                  <c:v>45077</c:v>
                </c:pt>
                <c:pt idx="435">
                  <c:v>45078</c:v>
                </c:pt>
                <c:pt idx="436">
                  <c:v>45079</c:v>
                </c:pt>
                <c:pt idx="437">
                  <c:v>45082</c:v>
                </c:pt>
                <c:pt idx="438">
                  <c:v>45083</c:v>
                </c:pt>
                <c:pt idx="439">
                  <c:v>45084</c:v>
                </c:pt>
                <c:pt idx="440">
                  <c:v>45085</c:v>
                </c:pt>
                <c:pt idx="441">
                  <c:v>45086</c:v>
                </c:pt>
                <c:pt idx="442">
                  <c:v>45089</c:v>
                </c:pt>
                <c:pt idx="443">
                  <c:v>45090</c:v>
                </c:pt>
                <c:pt idx="444">
                  <c:v>45091</c:v>
                </c:pt>
                <c:pt idx="445">
                  <c:v>45092</c:v>
                </c:pt>
                <c:pt idx="446">
                  <c:v>45093</c:v>
                </c:pt>
                <c:pt idx="447">
                  <c:v>45096</c:v>
                </c:pt>
                <c:pt idx="448">
                  <c:v>45097</c:v>
                </c:pt>
                <c:pt idx="449">
                  <c:v>45098</c:v>
                </c:pt>
                <c:pt idx="450">
                  <c:v>45099</c:v>
                </c:pt>
                <c:pt idx="451">
                  <c:v>45100</c:v>
                </c:pt>
                <c:pt idx="452">
                  <c:v>45103</c:v>
                </c:pt>
                <c:pt idx="453">
                  <c:v>45104</c:v>
                </c:pt>
                <c:pt idx="454">
                  <c:v>45105</c:v>
                </c:pt>
                <c:pt idx="455">
                  <c:v>45106</c:v>
                </c:pt>
                <c:pt idx="456">
                  <c:v>45107</c:v>
                </c:pt>
                <c:pt idx="457">
                  <c:v>45110</c:v>
                </c:pt>
                <c:pt idx="458">
                  <c:v>45111</c:v>
                </c:pt>
                <c:pt idx="459">
                  <c:v>45112</c:v>
                </c:pt>
                <c:pt idx="460">
                  <c:v>45113</c:v>
                </c:pt>
                <c:pt idx="461">
                  <c:v>45114</c:v>
                </c:pt>
                <c:pt idx="462">
                  <c:v>45117</c:v>
                </c:pt>
                <c:pt idx="463">
                  <c:v>45118</c:v>
                </c:pt>
                <c:pt idx="464">
                  <c:v>45119</c:v>
                </c:pt>
                <c:pt idx="465">
                  <c:v>45120</c:v>
                </c:pt>
                <c:pt idx="466">
                  <c:v>45121</c:v>
                </c:pt>
                <c:pt idx="467">
                  <c:v>45124</c:v>
                </c:pt>
                <c:pt idx="468">
                  <c:v>45125</c:v>
                </c:pt>
                <c:pt idx="469">
                  <c:v>45126</c:v>
                </c:pt>
                <c:pt idx="470">
                  <c:v>45127</c:v>
                </c:pt>
                <c:pt idx="471">
                  <c:v>45128</c:v>
                </c:pt>
                <c:pt idx="472">
                  <c:v>45131</c:v>
                </c:pt>
                <c:pt idx="473">
                  <c:v>45132</c:v>
                </c:pt>
                <c:pt idx="474">
                  <c:v>45133</c:v>
                </c:pt>
                <c:pt idx="475">
                  <c:v>45134</c:v>
                </c:pt>
                <c:pt idx="476">
                  <c:v>45135</c:v>
                </c:pt>
                <c:pt idx="477">
                  <c:v>45138</c:v>
                </c:pt>
                <c:pt idx="478">
                  <c:v>45139</c:v>
                </c:pt>
                <c:pt idx="479">
                  <c:v>45140</c:v>
                </c:pt>
                <c:pt idx="480">
                  <c:v>45141</c:v>
                </c:pt>
                <c:pt idx="481">
                  <c:v>45142</c:v>
                </c:pt>
                <c:pt idx="482">
                  <c:v>45145</c:v>
                </c:pt>
                <c:pt idx="483">
                  <c:v>45146</c:v>
                </c:pt>
                <c:pt idx="484">
                  <c:v>45147</c:v>
                </c:pt>
                <c:pt idx="485">
                  <c:v>45148</c:v>
                </c:pt>
                <c:pt idx="486">
                  <c:v>45149</c:v>
                </c:pt>
                <c:pt idx="487">
                  <c:v>45152</c:v>
                </c:pt>
                <c:pt idx="488">
                  <c:v>45153</c:v>
                </c:pt>
                <c:pt idx="489">
                  <c:v>45154</c:v>
                </c:pt>
                <c:pt idx="490">
                  <c:v>45155</c:v>
                </c:pt>
                <c:pt idx="491">
                  <c:v>45156</c:v>
                </c:pt>
                <c:pt idx="492">
                  <c:v>45159</c:v>
                </c:pt>
                <c:pt idx="493">
                  <c:v>45160</c:v>
                </c:pt>
                <c:pt idx="494">
                  <c:v>45161</c:v>
                </c:pt>
                <c:pt idx="495">
                  <c:v>45162</c:v>
                </c:pt>
                <c:pt idx="496">
                  <c:v>45163</c:v>
                </c:pt>
                <c:pt idx="497">
                  <c:v>45166</c:v>
                </c:pt>
                <c:pt idx="498">
                  <c:v>45167</c:v>
                </c:pt>
                <c:pt idx="499">
                  <c:v>45168</c:v>
                </c:pt>
                <c:pt idx="500">
                  <c:v>45169</c:v>
                </c:pt>
                <c:pt idx="501">
                  <c:v>45170</c:v>
                </c:pt>
                <c:pt idx="502">
                  <c:v>45173</c:v>
                </c:pt>
                <c:pt idx="503">
                  <c:v>45174</c:v>
                </c:pt>
                <c:pt idx="504">
                  <c:v>45175</c:v>
                </c:pt>
                <c:pt idx="505">
                  <c:v>45176</c:v>
                </c:pt>
                <c:pt idx="506">
                  <c:v>45177</c:v>
                </c:pt>
                <c:pt idx="507">
                  <c:v>45180</c:v>
                </c:pt>
                <c:pt idx="508">
                  <c:v>45181</c:v>
                </c:pt>
                <c:pt idx="509">
                  <c:v>45182</c:v>
                </c:pt>
                <c:pt idx="510">
                  <c:v>45183</c:v>
                </c:pt>
                <c:pt idx="511">
                  <c:v>45184</c:v>
                </c:pt>
                <c:pt idx="512">
                  <c:v>45187</c:v>
                </c:pt>
                <c:pt idx="513">
                  <c:v>45188</c:v>
                </c:pt>
                <c:pt idx="514">
                  <c:v>45189</c:v>
                </c:pt>
                <c:pt idx="515">
                  <c:v>45190</c:v>
                </c:pt>
                <c:pt idx="516">
                  <c:v>45191</c:v>
                </c:pt>
                <c:pt idx="517">
                  <c:v>45194</c:v>
                </c:pt>
                <c:pt idx="518">
                  <c:v>45195</c:v>
                </c:pt>
                <c:pt idx="519">
                  <c:v>45196</c:v>
                </c:pt>
                <c:pt idx="520">
                  <c:v>45197</c:v>
                </c:pt>
                <c:pt idx="521">
                  <c:v>45198</c:v>
                </c:pt>
                <c:pt idx="522">
                  <c:v>45201</c:v>
                </c:pt>
                <c:pt idx="523">
                  <c:v>45202</c:v>
                </c:pt>
                <c:pt idx="524">
                  <c:v>45203</c:v>
                </c:pt>
                <c:pt idx="525">
                  <c:v>45204</c:v>
                </c:pt>
                <c:pt idx="526">
                  <c:v>45205</c:v>
                </c:pt>
                <c:pt idx="527">
                  <c:v>45208</c:v>
                </c:pt>
                <c:pt idx="528">
                  <c:v>45209</c:v>
                </c:pt>
                <c:pt idx="529">
                  <c:v>45210</c:v>
                </c:pt>
                <c:pt idx="530">
                  <c:v>45211</c:v>
                </c:pt>
                <c:pt idx="531">
                  <c:v>45212</c:v>
                </c:pt>
                <c:pt idx="532">
                  <c:v>45215</c:v>
                </c:pt>
                <c:pt idx="533">
                  <c:v>45216</c:v>
                </c:pt>
                <c:pt idx="534">
                  <c:v>45217</c:v>
                </c:pt>
                <c:pt idx="535">
                  <c:v>45218</c:v>
                </c:pt>
                <c:pt idx="536">
                  <c:v>45219</c:v>
                </c:pt>
                <c:pt idx="537">
                  <c:v>45222</c:v>
                </c:pt>
                <c:pt idx="538">
                  <c:v>45223</c:v>
                </c:pt>
                <c:pt idx="539">
                  <c:v>45224</c:v>
                </c:pt>
                <c:pt idx="540">
                  <c:v>45225</c:v>
                </c:pt>
                <c:pt idx="541">
                  <c:v>45226</c:v>
                </c:pt>
                <c:pt idx="542">
                  <c:v>45229</c:v>
                </c:pt>
                <c:pt idx="543">
                  <c:v>45230</c:v>
                </c:pt>
                <c:pt idx="544">
                  <c:v>45231</c:v>
                </c:pt>
                <c:pt idx="545">
                  <c:v>45232</c:v>
                </c:pt>
                <c:pt idx="546">
                  <c:v>45233</c:v>
                </c:pt>
                <c:pt idx="547">
                  <c:v>45236</c:v>
                </c:pt>
                <c:pt idx="548">
                  <c:v>45237</c:v>
                </c:pt>
                <c:pt idx="549">
                  <c:v>45238</c:v>
                </c:pt>
                <c:pt idx="550">
                  <c:v>45239</c:v>
                </c:pt>
                <c:pt idx="551">
                  <c:v>45240</c:v>
                </c:pt>
                <c:pt idx="552">
                  <c:v>45243</c:v>
                </c:pt>
                <c:pt idx="553">
                  <c:v>45244</c:v>
                </c:pt>
                <c:pt idx="554">
                  <c:v>45245</c:v>
                </c:pt>
                <c:pt idx="555">
                  <c:v>45246</c:v>
                </c:pt>
                <c:pt idx="556">
                  <c:v>45247</c:v>
                </c:pt>
                <c:pt idx="557">
                  <c:v>45250</c:v>
                </c:pt>
                <c:pt idx="558">
                  <c:v>45251</c:v>
                </c:pt>
                <c:pt idx="559">
                  <c:v>45252</c:v>
                </c:pt>
                <c:pt idx="560">
                  <c:v>45253</c:v>
                </c:pt>
                <c:pt idx="561">
                  <c:v>45254</c:v>
                </c:pt>
                <c:pt idx="562">
                  <c:v>45257</c:v>
                </c:pt>
                <c:pt idx="563">
                  <c:v>45258</c:v>
                </c:pt>
                <c:pt idx="564">
                  <c:v>45259</c:v>
                </c:pt>
                <c:pt idx="565">
                  <c:v>45260</c:v>
                </c:pt>
                <c:pt idx="566">
                  <c:v>45261</c:v>
                </c:pt>
                <c:pt idx="567">
                  <c:v>45264</c:v>
                </c:pt>
                <c:pt idx="568">
                  <c:v>45265</c:v>
                </c:pt>
                <c:pt idx="569">
                  <c:v>45266</c:v>
                </c:pt>
                <c:pt idx="570">
                  <c:v>45267</c:v>
                </c:pt>
                <c:pt idx="571">
                  <c:v>45268</c:v>
                </c:pt>
                <c:pt idx="572">
                  <c:v>45271</c:v>
                </c:pt>
                <c:pt idx="573">
                  <c:v>45272</c:v>
                </c:pt>
                <c:pt idx="574">
                  <c:v>45273</c:v>
                </c:pt>
                <c:pt idx="575">
                  <c:v>45274</c:v>
                </c:pt>
                <c:pt idx="576">
                  <c:v>45275</c:v>
                </c:pt>
                <c:pt idx="577">
                  <c:v>45278</c:v>
                </c:pt>
                <c:pt idx="578">
                  <c:v>45279</c:v>
                </c:pt>
                <c:pt idx="579">
                  <c:v>45280</c:v>
                </c:pt>
                <c:pt idx="580">
                  <c:v>45281</c:v>
                </c:pt>
                <c:pt idx="581">
                  <c:v>45282</c:v>
                </c:pt>
                <c:pt idx="582">
                  <c:v>45285</c:v>
                </c:pt>
                <c:pt idx="583">
                  <c:v>45286</c:v>
                </c:pt>
                <c:pt idx="584">
                  <c:v>45287</c:v>
                </c:pt>
                <c:pt idx="585">
                  <c:v>45288</c:v>
                </c:pt>
                <c:pt idx="586">
                  <c:v>45289</c:v>
                </c:pt>
                <c:pt idx="587">
                  <c:v>45292</c:v>
                </c:pt>
                <c:pt idx="588">
                  <c:v>45293</c:v>
                </c:pt>
                <c:pt idx="589">
                  <c:v>45294</c:v>
                </c:pt>
                <c:pt idx="590">
                  <c:v>45295</c:v>
                </c:pt>
                <c:pt idx="591">
                  <c:v>45296</c:v>
                </c:pt>
                <c:pt idx="592">
                  <c:v>45299</c:v>
                </c:pt>
                <c:pt idx="593">
                  <c:v>45300</c:v>
                </c:pt>
                <c:pt idx="594">
                  <c:v>45301</c:v>
                </c:pt>
                <c:pt idx="595">
                  <c:v>45302</c:v>
                </c:pt>
                <c:pt idx="596">
                  <c:v>45303</c:v>
                </c:pt>
                <c:pt idx="597">
                  <c:v>45306</c:v>
                </c:pt>
                <c:pt idx="598">
                  <c:v>45307</c:v>
                </c:pt>
                <c:pt idx="599">
                  <c:v>45308</c:v>
                </c:pt>
                <c:pt idx="600">
                  <c:v>45309</c:v>
                </c:pt>
                <c:pt idx="601">
                  <c:v>45310</c:v>
                </c:pt>
                <c:pt idx="602">
                  <c:v>45313</c:v>
                </c:pt>
                <c:pt idx="603">
                  <c:v>45314</c:v>
                </c:pt>
                <c:pt idx="604">
                  <c:v>45315</c:v>
                </c:pt>
                <c:pt idx="605">
                  <c:v>45316</c:v>
                </c:pt>
                <c:pt idx="606">
                  <c:v>45317</c:v>
                </c:pt>
                <c:pt idx="607">
                  <c:v>45320</c:v>
                </c:pt>
                <c:pt idx="608">
                  <c:v>45321</c:v>
                </c:pt>
                <c:pt idx="609">
                  <c:v>45322</c:v>
                </c:pt>
                <c:pt idx="610">
                  <c:v>45323</c:v>
                </c:pt>
                <c:pt idx="611">
                  <c:v>45324</c:v>
                </c:pt>
                <c:pt idx="612">
                  <c:v>45327</c:v>
                </c:pt>
                <c:pt idx="613">
                  <c:v>45328</c:v>
                </c:pt>
                <c:pt idx="614">
                  <c:v>45329</c:v>
                </c:pt>
                <c:pt idx="615">
                  <c:v>45330</c:v>
                </c:pt>
                <c:pt idx="616">
                  <c:v>45331</c:v>
                </c:pt>
                <c:pt idx="617">
                  <c:v>45334</c:v>
                </c:pt>
                <c:pt idx="618">
                  <c:v>45335</c:v>
                </c:pt>
                <c:pt idx="619">
                  <c:v>45336</c:v>
                </c:pt>
                <c:pt idx="620">
                  <c:v>45337</c:v>
                </c:pt>
                <c:pt idx="621">
                  <c:v>45338</c:v>
                </c:pt>
                <c:pt idx="622">
                  <c:v>45341</c:v>
                </c:pt>
                <c:pt idx="623">
                  <c:v>45342</c:v>
                </c:pt>
                <c:pt idx="624">
                  <c:v>45343</c:v>
                </c:pt>
                <c:pt idx="625">
                  <c:v>45344</c:v>
                </c:pt>
                <c:pt idx="626">
                  <c:v>45345</c:v>
                </c:pt>
                <c:pt idx="627">
                  <c:v>45348</c:v>
                </c:pt>
                <c:pt idx="628">
                  <c:v>45349</c:v>
                </c:pt>
                <c:pt idx="629">
                  <c:v>45350</c:v>
                </c:pt>
                <c:pt idx="630">
                  <c:v>45351</c:v>
                </c:pt>
                <c:pt idx="631">
                  <c:v>45352</c:v>
                </c:pt>
                <c:pt idx="632">
                  <c:v>45355</c:v>
                </c:pt>
                <c:pt idx="633">
                  <c:v>45356</c:v>
                </c:pt>
                <c:pt idx="634">
                  <c:v>45357</c:v>
                </c:pt>
                <c:pt idx="635">
                  <c:v>45358</c:v>
                </c:pt>
                <c:pt idx="636">
                  <c:v>45359</c:v>
                </c:pt>
                <c:pt idx="637">
                  <c:v>45362</c:v>
                </c:pt>
                <c:pt idx="638">
                  <c:v>45363</c:v>
                </c:pt>
                <c:pt idx="639">
                  <c:v>45364</c:v>
                </c:pt>
                <c:pt idx="640">
                  <c:v>45365</c:v>
                </c:pt>
                <c:pt idx="641">
                  <c:v>45366</c:v>
                </c:pt>
                <c:pt idx="642">
                  <c:v>45369</c:v>
                </c:pt>
                <c:pt idx="643">
                  <c:v>45370</c:v>
                </c:pt>
                <c:pt idx="644">
                  <c:v>45371</c:v>
                </c:pt>
                <c:pt idx="645">
                  <c:v>45372</c:v>
                </c:pt>
                <c:pt idx="646">
                  <c:v>45373</c:v>
                </c:pt>
                <c:pt idx="647">
                  <c:v>45376</c:v>
                </c:pt>
                <c:pt idx="648">
                  <c:v>45377</c:v>
                </c:pt>
                <c:pt idx="649">
                  <c:v>45378</c:v>
                </c:pt>
                <c:pt idx="650">
                  <c:v>45379</c:v>
                </c:pt>
                <c:pt idx="651">
                  <c:v>45380</c:v>
                </c:pt>
                <c:pt idx="652">
                  <c:v>45383</c:v>
                </c:pt>
                <c:pt idx="653">
                  <c:v>45384</c:v>
                </c:pt>
                <c:pt idx="654">
                  <c:v>45385</c:v>
                </c:pt>
                <c:pt idx="655">
                  <c:v>45386</c:v>
                </c:pt>
                <c:pt idx="656">
                  <c:v>45387</c:v>
                </c:pt>
                <c:pt idx="657">
                  <c:v>45390</c:v>
                </c:pt>
                <c:pt idx="658">
                  <c:v>45391</c:v>
                </c:pt>
                <c:pt idx="659">
                  <c:v>45392</c:v>
                </c:pt>
                <c:pt idx="660">
                  <c:v>45393</c:v>
                </c:pt>
                <c:pt idx="661">
                  <c:v>45394</c:v>
                </c:pt>
                <c:pt idx="662">
                  <c:v>45397</c:v>
                </c:pt>
                <c:pt idx="663">
                  <c:v>45398</c:v>
                </c:pt>
                <c:pt idx="664">
                  <c:v>45399</c:v>
                </c:pt>
                <c:pt idx="665">
                  <c:v>45400</c:v>
                </c:pt>
                <c:pt idx="666">
                  <c:v>45401</c:v>
                </c:pt>
                <c:pt idx="667">
                  <c:v>45404</c:v>
                </c:pt>
                <c:pt idx="668">
                  <c:v>45405</c:v>
                </c:pt>
                <c:pt idx="669">
                  <c:v>45406</c:v>
                </c:pt>
                <c:pt idx="670">
                  <c:v>45407</c:v>
                </c:pt>
                <c:pt idx="671">
                  <c:v>45408</c:v>
                </c:pt>
                <c:pt idx="672">
                  <c:v>45411</c:v>
                </c:pt>
                <c:pt idx="673">
                  <c:v>45412</c:v>
                </c:pt>
                <c:pt idx="674">
                  <c:v>45413</c:v>
                </c:pt>
                <c:pt idx="675">
                  <c:v>45414</c:v>
                </c:pt>
                <c:pt idx="676">
                  <c:v>45415</c:v>
                </c:pt>
                <c:pt idx="677">
                  <c:v>45418</c:v>
                </c:pt>
                <c:pt idx="678">
                  <c:v>45419</c:v>
                </c:pt>
                <c:pt idx="679">
                  <c:v>45420</c:v>
                </c:pt>
                <c:pt idx="680">
                  <c:v>45421</c:v>
                </c:pt>
                <c:pt idx="681">
                  <c:v>45422</c:v>
                </c:pt>
                <c:pt idx="682">
                  <c:v>45425</c:v>
                </c:pt>
                <c:pt idx="683">
                  <c:v>45426</c:v>
                </c:pt>
                <c:pt idx="684">
                  <c:v>45427</c:v>
                </c:pt>
                <c:pt idx="685">
                  <c:v>45428</c:v>
                </c:pt>
                <c:pt idx="686">
                  <c:v>45429</c:v>
                </c:pt>
                <c:pt idx="687">
                  <c:v>45432</c:v>
                </c:pt>
                <c:pt idx="688">
                  <c:v>45433</c:v>
                </c:pt>
                <c:pt idx="689">
                  <c:v>45434</c:v>
                </c:pt>
                <c:pt idx="690">
                  <c:v>45435</c:v>
                </c:pt>
                <c:pt idx="691">
                  <c:v>45436</c:v>
                </c:pt>
                <c:pt idx="692">
                  <c:v>45439</c:v>
                </c:pt>
                <c:pt idx="693">
                  <c:v>45440</c:v>
                </c:pt>
                <c:pt idx="694">
                  <c:v>45441</c:v>
                </c:pt>
                <c:pt idx="695">
                  <c:v>45442</c:v>
                </c:pt>
                <c:pt idx="696">
                  <c:v>45443</c:v>
                </c:pt>
                <c:pt idx="697">
                  <c:v>45446</c:v>
                </c:pt>
                <c:pt idx="698">
                  <c:v>45447</c:v>
                </c:pt>
                <c:pt idx="699">
                  <c:v>45448</c:v>
                </c:pt>
                <c:pt idx="700">
                  <c:v>45449</c:v>
                </c:pt>
                <c:pt idx="701">
                  <c:v>45450</c:v>
                </c:pt>
                <c:pt idx="702">
                  <c:v>45453</c:v>
                </c:pt>
                <c:pt idx="703">
                  <c:v>45454</c:v>
                </c:pt>
                <c:pt idx="704">
                  <c:v>45455</c:v>
                </c:pt>
                <c:pt idx="705">
                  <c:v>45456</c:v>
                </c:pt>
                <c:pt idx="706">
                  <c:v>45457</c:v>
                </c:pt>
                <c:pt idx="707">
                  <c:v>45460</c:v>
                </c:pt>
                <c:pt idx="708">
                  <c:v>45461</c:v>
                </c:pt>
                <c:pt idx="709">
                  <c:v>45462</c:v>
                </c:pt>
                <c:pt idx="710">
                  <c:v>45463</c:v>
                </c:pt>
                <c:pt idx="711">
                  <c:v>45464</c:v>
                </c:pt>
                <c:pt idx="712">
                  <c:v>45467</c:v>
                </c:pt>
                <c:pt idx="713">
                  <c:v>45468</c:v>
                </c:pt>
                <c:pt idx="714">
                  <c:v>45469</c:v>
                </c:pt>
                <c:pt idx="715">
                  <c:v>45470</c:v>
                </c:pt>
                <c:pt idx="716">
                  <c:v>45471</c:v>
                </c:pt>
                <c:pt idx="717">
                  <c:v>45474</c:v>
                </c:pt>
                <c:pt idx="718">
                  <c:v>45475</c:v>
                </c:pt>
                <c:pt idx="719">
                  <c:v>45476</c:v>
                </c:pt>
                <c:pt idx="720">
                  <c:v>45477</c:v>
                </c:pt>
                <c:pt idx="721">
                  <c:v>45478</c:v>
                </c:pt>
                <c:pt idx="722">
                  <c:v>45481</c:v>
                </c:pt>
                <c:pt idx="723">
                  <c:v>45482</c:v>
                </c:pt>
                <c:pt idx="724">
                  <c:v>45483</c:v>
                </c:pt>
                <c:pt idx="725">
                  <c:v>45484</c:v>
                </c:pt>
                <c:pt idx="726">
                  <c:v>45485</c:v>
                </c:pt>
                <c:pt idx="727">
                  <c:v>45488</c:v>
                </c:pt>
                <c:pt idx="728">
                  <c:v>45489</c:v>
                </c:pt>
                <c:pt idx="729">
                  <c:v>45490</c:v>
                </c:pt>
                <c:pt idx="730">
                  <c:v>45491</c:v>
                </c:pt>
                <c:pt idx="731">
                  <c:v>45492</c:v>
                </c:pt>
                <c:pt idx="732">
                  <c:v>45495</c:v>
                </c:pt>
                <c:pt idx="733">
                  <c:v>45496</c:v>
                </c:pt>
                <c:pt idx="734">
                  <c:v>45497</c:v>
                </c:pt>
                <c:pt idx="735">
                  <c:v>45498</c:v>
                </c:pt>
                <c:pt idx="736">
                  <c:v>45499</c:v>
                </c:pt>
                <c:pt idx="737">
                  <c:v>45502</c:v>
                </c:pt>
                <c:pt idx="738">
                  <c:v>45503</c:v>
                </c:pt>
                <c:pt idx="739">
                  <c:v>45504</c:v>
                </c:pt>
                <c:pt idx="740">
                  <c:v>45505</c:v>
                </c:pt>
                <c:pt idx="741">
                  <c:v>45506</c:v>
                </c:pt>
                <c:pt idx="742">
                  <c:v>45509</c:v>
                </c:pt>
                <c:pt idx="743">
                  <c:v>45510</c:v>
                </c:pt>
                <c:pt idx="744">
                  <c:v>45511</c:v>
                </c:pt>
                <c:pt idx="745">
                  <c:v>45512</c:v>
                </c:pt>
                <c:pt idx="746">
                  <c:v>45513</c:v>
                </c:pt>
                <c:pt idx="747">
                  <c:v>45516</c:v>
                </c:pt>
                <c:pt idx="748">
                  <c:v>45517</c:v>
                </c:pt>
                <c:pt idx="749">
                  <c:v>45518</c:v>
                </c:pt>
                <c:pt idx="750">
                  <c:v>45519</c:v>
                </c:pt>
                <c:pt idx="751">
                  <c:v>45520</c:v>
                </c:pt>
                <c:pt idx="752">
                  <c:v>45523</c:v>
                </c:pt>
                <c:pt idx="753">
                  <c:v>45524</c:v>
                </c:pt>
                <c:pt idx="754">
                  <c:v>45525</c:v>
                </c:pt>
                <c:pt idx="755">
                  <c:v>45526</c:v>
                </c:pt>
                <c:pt idx="756">
                  <c:v>45527</c:v>
                </c:pt>
                <c:pt idx="757">
                  <c:v>45530</c:v>
                </c:pt>
                <c:pt idx="758">
                  <c:v>45531</c:v>
                </c:pt>
                <c:pt idx="759">
                  <c:v>45532</c:v>
                </c:pt>
                <c:pt idx="760">
                  <c:v>45533</c:v>
                </c:pt>
                <c:pt idx="761">
                  <c:v>45534</c:v>
                </c:pt>
                <c:pt idx="762">
                  <c:v>45537</c:v>
                </c:pt>
                <c:pt idx="763">
                  <c:v>45538</c:v>
                </c:pt>
                <c:pt idx="764">
                  <c:v>45539</c:v>
                </c:pt>
                <c:pt idx="765">
                  <c:v>45540</c:v>
                </c:pt>
                <c:pt idx="766">
                  <c:v>45541</c:v>
                </c:pt>
                <c:pt idx="767">
                  <c:v>45544</c:v>
                </c:pt>
                <c:pt idx="768">
                  <c:v>45545</c:v>
                </c:pt>
                <c:pt idx="769">
                  <c:v>45546</c:v>
                </c:pt>
                <c:pt idx="770">
                  <c:v>45547</c:v>
                </c:pt>
                <c:pt idx="771">
                  <c:v>45548</c:v>
                </c:pt>
                <c:pt idx="772">
                  <c:v>45551</c:v>
                </c:pt>
                <c:pt idx="773">
                  <c:v>45552</c:v>
                </c:pt>
                <c:pt idx="774">
                  <c:v>45553</c:v>
                </c:pt>
                <c:pt idx="775">
                  <c:v>45554</c:v>
                </c:pt>
                <c:pt idx="776">
                  <c:v>45555</c:v>
                </c:pt>
                <c:pt idx="777">
                  <c:v>45558</c:v>
                </c:pt>
                <c:pt idx="778">
                  <c:v>45559</c:v>
                </c:pt>
                <c:pt idx="779">
                  <c:v>45560</c:v>
                </c:pt>
                <c:pt idx="780">
                  <c:v>45561</c:v>
                </c:pt>
                <c:pt idx="781">
                  <c:v>45562</c:v>
                </c:pt>
                <c:pt idx="782">
                  <c:v>45565</c:v>
                </c:pt>
                <c:pt idx="783">
                  <c:v>45566</c:v>
                </c:pt>
                <c:pt idx="784">
                  <c:v>45567</c:v>
                </c:pt>
                <c:pt idx="785">
                  <c:v>45568</c:v>
                </c:pt>
                <c:pt idx="786">
                  <c:v>45569</c:v>
                </c:pt>
                <c:pt idx="787">
                  <c:v>45572</c:v>
                </c:pt>
                <c:pt idx="788">
                  <c:v>45573</c:v>
                </c:pt>
                <c:pt idx="789">
                  <c:v>45574</c:v>
                </c:pt>
                <c:pt idx="790">
                  <c:v>45575</c:v>
                </c:pt>
                <c:pt idx="791">
                  <c:v>45576</c:v>
                </c:pt>
                <c:pt idx="792">
                  <c:v>45579</c:v>
                </c:pt>
                <c:pt idx="793">
                  <c:v>45580</c:v>
                </c:pt>
                <c:pt idx="794">
                  <c:v>45581</c:v>
                </c:pt>
                <c:pt idx="795">
                  <c:v>45582</c:v>
                </c:pt>
                <c:pt idx="796">
                  <c:v>45583</c:v>
                </c:pt>
                <c:pt idx="797">
                  <c:v>45586</c:v>
                </c:pt>
                <c:pt idx="798">
                  <c:v>45587</c:v>
                </c:pt>
                <c:pt idx="799">
                  <c:v>45588</c:v>
                </c:pt>
                <c:pt idx="800">
                  <c:v>45589</c:v>
                </c:pt>
                <c:pt idx="801">
                  <c:v>45590</c:v>
                </c:pt>
                <c:pt idx="802">
                  <c:v>45593</c:v>
                </c:pt>
                <c:pt idx="803">
                  <c:v>45594</c:v>
                </c:pt>
                <c:pt idx="804">
                  <c:v>45595</c:v>
                </c:pt>
                <c:pt idx="805">
                  <c:v>45596</c:v>
                </c:pt>
                <c:pt idx="806">
                  <c:v>45597</c:v>
                </c:pt>
                <c:pt idx="807">
                  <c:v>45600</c:v>
                </c:pt>
                <c:pt idx="808">
                  <c:v>45601</c:v>
                </c:pt>
                <c:pt idx="809">
                  <c:v>45602</c:v>
                </c:pt>
                <c:pt idx="810">
                  <c:v>45603</c:v>
                </c:pt>
                <c:pt idx="811">
                  <c:v>45604</c:v>
                </c:pt>
                <c:pt idx="812">
                  <c:v>45607</c:v>
                </c:pt>
                <c:pt idx="813">
                  <c:v>45608</c:v>
                </c:pt>
                <c:pt idx="814">
                  <c:v>45609</c:v>
                </c:pt>
                <c:pt idx="815">
                  <c:v>45610</c:v>
                </c:pt>
                <c:pt idx="816">
                  <c:v>45611</c:v>
                </c:pt>
                <c:pt idx="817">
                  <c:v>45614</c:v>
                </c:pt>
                <c:pt idx="818">
                  <c:v>45615</c:v>
                </c:pt>
                <c:pt idx="819">
                  <c:v>45616</c:v>
                </c:pt>
                <c:pt idx="820">
                  <c:v>45617</c:v>
                </c:pt>
                <c:pt idx="821">
                  <c:v>45618</c:v>
                </c:pt>
                <c:pt idx="822">
                  <c:v>45621</c:v>
                </c:pt>
                <c:pt idx="823">
                  <c:v>45622</c:v>
                </c:pt>
                <c:pt idx="824">
                  <c:v>45623</c:v>
                </c:pt>
                <c:pt idx="825">
                  <c:v>45624</c:v>
                </c:pt>
                <c:pt idx="826">
                  <c:v>45625</c:v>
                </c:pt>
                <c:pt idx="827">
                  <c:v>45628</c:v>
                </c:pt>
                <c:pt idx="828">
                  <c:v>45629</c:v>
                </c:pt>
                <c:pt idx="829">
                  <c:v>45630</c:v>
                </c:pt>
                <c:pt idx="830">
                  <c:v>45631</c:v>
                </c:pt>
                <c:pt idx="831">
                  <c:v>45632</c:v>
                </c:pt>
                <c:pt idx="832">
                  <c:v>45635</c:v>
                </c:pt>
                <c:pt idx="833">
                  <c:v>45636</c:v>
                </c:pt>
                <c:pt idx="834">
                  <c:v>45637</c:v>
                </c:pt>
                <c:pt idx="835">
                  <c:v>45638</c:v>
                </c:pt>
                <c:pt idx="836">
                  <c:v>45639</c:v>
                </c:pt>
                <c:pt idx="837">
                  <c:v>45642</c:v>
                </c:pt>
                <c:pt idx="838">
                  <c:v>45643</c:v>
                </c:pt>
                <c:pt idx="839">
                  <c:v>45644</c:v>
                </c:pt>
                <c:pt idx="840">
                  <c:v>45645</c:v>
                </c:pt>
                <c:pt idx="841">
                  <c:v>45646</c:v>
                </c:pt>
                <c:pt idx="842">
                  <c:v>45649</c:v>
                </c:pt>
                <c:pt idx="843">
                  <c:v>45650</c:v>
                </c:pt>
                <c:pt idx="844">
                  <c:v>45651</c:v>
                </c:pt>
                <c:pt idx="845">
                  <c:v>45652</c:v>
                </c:pt>
                <c:pt idx="846">
                  <c:v>45653</c:v>
                </c:pt>
                <c:pt idx="847">
                  <c:v>45656</c:v>
                </c:pt>
                <c:pt idx="848">
                  <c:v>45657</c:v>
                </c:pt>
                <c:pt idx="849">
                  <c:v>45658</c:v>
                </c:pt>
                <c:pt idx="850">
                  <c:v>45659</c:v>
                </c:pt>
                <c:pt idx="851">
                  <c:v>45660</c:v>
                </c:pt>
                <c:pt idx="852">
                  <c:v>45663</c:v>
                </c:pt>
                <c:pt idx="853">
                  <c:v>45664</c:v>
                </c:pt>
                <c:pt idx="854">
                  <c:v>45665</c:v>
                </c:pt>
                <c:pt idx="855">
                  <c:v>45666</c:v>
                </c:pt>
                <c:pt idx="856">
                  <c:v>45667</c:v>
                </c:pt>
                <c:pt idx="857">
                  <c:v>45670</c:v>
                </c:pt>
                <c:pt idx="858">
                  <c:v>45671</c:v>
                </c:pt>
                <c:pt idx="859">
                  <c:v>45672</c:v>
                </c:pt>
                <c:pt idx="860">
                  <c:v>45673</c:v>
                </c:pt>
                <c:pt idx="861">
                  <c:v>45674</c:v>
                </c:pt>
                <c:pt idx="862">
                  <c:v>45677</c:v>
                </c:pt>
                <c:pt idx="863">
                  <c:v>45678</c:v>
                </c:pt>
                <c:pt idx="864">
                  <c:v>45679</c:v>
                </c:pt>
                <c:pt idx="865">
                  <c:v>45680</c:v>
                </c:pt>
                <c:pt idx="866">
                  <c:v>45681</c:v>
                </c:pt>
                <c:pt idx="867">
                  <c:v>45684</c:v>
                </c:pt>
                <c:pt idx="868">
                  <c:v>45685</c:v>
                </c:pt>
                <c:pt idx="869">
                  <c:v>45686</c:v>
                </c:pt>
                <c:pt idx="870">
                  <c:v>45687</c:v>
                </c:pt>
                <c:pt idx="871">
                  <c:v>45688</c:v>
                </c:pt>
                <c:pt idx="872">
                  <c:v>45691</c:v>
                </c:pt>
                <c:pt idx="873">
                  <c:v>45692</c:v>
                </c:pt>
                <c:pt idx="874">
                  <c:v>45693</c:v>
                </c:pt>
                <c:pt idx="875">
                  <c:v>45694</c:v>
                </c:pt>
                <c:pt idx="876">
                  <c:v>45695</c:v>
                </c:pt>
                <c:pt idx="877">
                  <c:v>45698</c:v>
                </c:pt>
                <c:pt idx="878">
                  <c:v>45699</c:v>
                </c:pt>
                <c:pt idx="879">
                  <c:v>45700</c:v>
                </c:pt>
                <c:pt idx="880">
                  <c:v>45701</c:v>
                </c:pt>
                <c:pt idx="881">
                  <c:v>45702</c:v>
                </c:pt>
                <c:pt idx="882">
                  <c:v>45705</c:v>
                </c:pt>
                <c:pt idx="883">
                  <c:v>45706</c:v>
                </c:pt>
                <c:pt idx="884">
                  <c:v>45707</c:v>
                </c:pt>
                <c:pt idx="885">
                  <c:v>45708</c:v>
                </c:pt>
                <c:pt idx="886">
                  <c:v>45709</c:v>
                </c:pt>
                <c:pt idx="887">
                  <c:v>45712</c:v>
                </c:pt>
                <c:pt idx="888">
                  <c:v>45713</c:v>
                </c:pt>
                <c:pt idx="889">
                  <c:v>45714</c:v>
                </c:pt>
                <c:pt idx="890">
                  <c:v>45715</c:v>
                </c:pt>
                <c:pt idx="891">
                  <c:v>45716</c:v>
                </c:pt>
                <c:pt idx="892">
                  <c:v>45719</c:v>
                </c:pt>
                <c:pt idx="893">
                  <c:v>45720</c:v>
                </c:pt>
                <c:pt idx="894">
                  <c:v>45721</c:v>
                </c:pt>
                <c:pt idx="895">
                  <c:v>45722</c:v>
                </c:pt>
                <c:pt idx="896">
                  <c:v>45723</c:v>
                </c:pt>
                <c:pt idx="897">
                  <c:v>45726</c:v>
                </c:pt>
                <c:pt idx="898">
                  <c:v>45727</c:v>
                </c:pt>
                <c:pt idx="899">
                  <c:v>45728</c:v>
                </c:pt>
                <c:pt idx="900">
                  <c:v>45729</c:v>
                </c:pt>
                <c:pt idx="901">
                  <c:v>45730</c:v>
                </c:pt>
                <c:pt idx="902">
                  <c:v>45733</c:v>
                </c:pt>
                <c:pt idx="903">
                  <c:v>45734</c:v>
                </c:pt>
                <c:pt idx="904">
                  <c:v>45735</c:v>
                </c:pt>
                <c:pt idx="905">
                  <c:v>45736</c:v>
                </c:pt>
                <c:pt idx="906">
                  <c:v>45737</c:v>
                </c:pt>
                <c:pt idx="907">
                  <c:v>45740</c:v>
                </c:pt>
                <c:pt idx="908">
                  <c:v>45741</c:v>
                </c:pt>
                <c:pt idx="909">
                  <c:v>45742</c:v>
                </c:pt>
                <c:pt idx="910">
                  <c:v>45743</c:v>
                </c:pt>
                <c:pt idx="911">
                  <c:v>45744</c:v>
                </c:pt>
                <c:pt idx="912">
                  <c:v>45747</c:v>
                </c:pt>
                <c:pt idx="913">
                  <c:v>45748</c:v>
                </c:pt>
                <c:pt idx="914">
                  <c:v>45749</c:v>
                </c:pt>
                <c:pt idx="915">
                  <c:v>45750</c:v>
                </c:pt>
                <c:pt idx="916">
                  <c:v>45751</c:v>
                </c:pt>
                <c:pt idx="917">
                  <c:v>45754</c:v>
                </c:pt>
                <c:pt idx="918">
                  <c:v>45755</c:v>
                </c:pt>
                <c:pt idx="919">
                  <c:v>45756</c:v>
                </c:pt>
                <c:pt idx="920">
                  <c:v>45757</c:v>
                </c:pt>
                <c:pt idx="921">
                  <c:v>45758</c:v>
                </c:pt>
                <c:pt idx="922">
                  <c:v>45761</c:v>
                </c:pt>
                <c:pt idx="923">
                  <c:v>45762</c:v>
                </c:pt>
                <c:pt idx="924">
                  <c:v>45763</c:v>
                </c:pt>
                <c:pt idx="925">
                  <c:v>45764</c:v>
                </c:pt>
                <c:pt idx="926">
                  <c:v>45765</c:v>
                </c:pt>
                <c:pt idx="927">
                  <c:v>45768</c:v>
                </c:pt>
                <c:pt idx="928">
                  <c:v>45769</c:v>
                </c:pt>
                <c:pt idx="929">
                  <c:v>45770</c:v>
                </c:pt>
                <c:pt idx="930">
                  <c:v>45771</c:v>
                </c:pt>
                <c:pt idx="931">
                  <c:v>45772</c:v>
                </c:pt>
                <c:pt idx="932">
                  <c:v>45775</c:v>
                </c:pt>
                <c:pt idx="933">
                  <c:v>45776</c:v>
                </c:pt>
                <c:pt idx="934">
                  <c:v>45777</c:v>
                </c:pt>
                <c:pt idx="935">
                  <c:v>45778</c:v>
                </c:pt>
                <c:pt idx="936">
                  <c:v>45779</c:v>
                </c:pt>
                <c:pt idx="937">
                  <c:v>45782</c:v>
                </c:pt>
                <c:pt idx="938">
                  <c:v>45783</c:v>
                </c:pt>
                <c:pt idx="939">
                  <c:v>45784</c:v>
                </c:pt>
                <c:pt idx="940">
                  <c:v>45785</c:v>
                </c:pt>
                <c:pt idx="941">
                  <c:v>45786</c:v>
                </c:pt>
                <c:pt idx="942">
                  <c:v>45789</c:v>
                </c:pt>
                <c:pt idx="943">
                  <c:v>45790</c:v>
                </c:pt>
                <c:pt idx="944">
                  <c:v>45791</c:v>
                </c:pt>
                <c:pt idx="945">
                  <c:v>45792</c:v>
                </c:pt>
                <c:pt idx="946">
                  <c:v>45793</c:v>
                </c:pt>
                <c:pt idx="947">
                  <c:v>45796</c:v>
                </c:pt>
                <c:pt idx="948">
                  <c:v>45797</c:v>
                </c:pt>
                <c:pt idx="949">
                  <c:v>45798</c:v>
                </c:pt>
                <c:pt idx="950">
                  <c:v>45799</c:v>
                </c:pt>
                <c:pt idx="951">
                  <c:v>45800</c:v>
                </c:pt>
                <c:pt idx="952">
                  <c:v>45803</c:v>
                </c:pt>
                <c:pt idx="953">
                  <c:v>45804</c:v>
                </c:pt>
                <c:pt idx="954">
                  <c:v>45805</c:v>
                </c:pt>
                <c:pt idx="955">
                  <c:v>45806</c:v>
                </c:pt>
                <c:pt idx="956">
                  <c:v>45807</c:v>
                </c:pt>
                <c:pt idx="957">
                  <c:v>45810</c:v>
                </c:pt>
                <c:pt idx="958">
                  <c:v>45811</c:v>
                </c:pt>
                <c:pt idx="959">
                  <c:v>45812</c:v>
                </c:pt>
                <c:pt idx="960">
                  <c:v>45813</c:v>
                </c:pt>
                <c:pt idx="961">
                  <c:v>45814</c:v>
                </c:pt>
                <c:pt idx="962">
                  <c:v>45817</c:v>
                </c:pt>
                <c:pt idx="963">
                  <c:v>45818</c:v>
                </c:pt>
                <c:pt idx="964">
                  <c:v>45819</c:v>
                </c:pt>
                <c:pt idx="965">
                  <c:v>45820</c:v>
                </c:pt>
                <c:pt idx="966">
                  <c:v>45821</c:v>
                </c:pt>
                <c:pt idx="967">
                  <c:v>45824</c:v>
                </c:pt>
                <c:pt idx="968">
                  <c:v>45825</c:v>
                </c:pt>
                <c:pt idx="969">
                  <c:v>45826</c:v>
                </c:pt>
                <c:pt idx="970">
                  <c:v>45827</c:v>
                </c:pt>
                <c:pt idx="971">
                  <c:v>45828</c:v>
                </c:pt>
                <c:pt idx="972">
                  <c:v>45831</c:v>
                </c:pt>
                <c:pt idx="973">
                  <c:v>45832</c:v>
                </c:pt>
                <c:pt idx="974">
                  <c:v>45833</c:v>
                </c:pt>
                <c:pt idx="975">
                  <c:v>45834</c:v>
                </c:pt>
                <c:pt idx="976">
                  <c:v>45835</c:v>
                </c:pt>
                <c:pt idx="977">
                  <c:v>45838</c:v>
                </c:pt>
                <c:pt idx="978">
                  <c:v>45839</c:v>
                </c:pt>
                <c:pt idx="979">
                  <c:v>45840</c:v>
                </c:pt>
                <c:pt idx="980">
                  <c:v>45841</c:v>
                </c:pt>
                <c:pt idx="981">
                  <c:v>45842</c:v>
                </c:pt>
                <c:pt idx="982">
                  <c:v>45845</c:v>
                </c:pt>
                <c:pt idx="983">
                  <c:v>45846</c:v>
                </c:pt>
                <c:pt idx="984">
                  <c:v>45847</c:v>
                </c:pt>
                <c:pt idx="985">
                  <c:v>45848</c:v>
                </c:pt>
                <c:pt idx="986">
                  <c:v>45849</c:v>
                </c:pt>
                <c:pt idx="987">
                  <c:v>45852</c:v>
                </c:pt>
                <c:pt idx="988">
                  <c:v>45853</c:v>
                </c:pt>
                <c:pt idx="989">
                  <c:v>45854</c:v>
                </c:pt>
                <c:pt idx="990">
                  <c:v>45855</c:v>
                </c:pt>
                <c:pt idx="991">
                  <c:v>45856</c:v>
                </c:pt>
                <c:pt idx="992">
                  <c:v>45859</c:v>
                </c:pt>
                <c:pt idx="993">
                  <c:v>45860</c:v>
                </c:pt>
                <c:pt idx="994">
                  <c:v>45861</c:v>
                </c:pt>
                <c:pt idx="995">
                  <c:v>45862</c:v>
                </c:pt>
                <c:pt idx="996">
                  <c:v>45863</c:v>
                </c:pt>
                <c:pt idx="997">
                  <c:v>45866</c:v>
                </c:pt>
                <c:pt idx="998">
                  <c:v>45867</c:v>
                </c:pt>
                <c:pt idx="999">
                  <c:v>45868</c:v>
                </c:pt>
                <c:pt idx="1000">
                  <c:v>45869</c:v>
                </c:pt>
                <c:pt idx="1001">
                  <c:v>45870</c:v>
                </c:pt>
                <c:pt idx="1002">
                  <c:v>45873</c:v>
                </c:pt>
                <c:pt idx="1003">
                  <c:v>45874</c:v>
                </c:pt>
                <c:pt idx="1004">
                  <c:v>45875</c:v>
                </c:pt>
                <c:pt idx="1005">
                  <c:v>45876</c:v>
                </c:pt>
                <c:pt idx="1006">
                  <c:v>45877</c:v>
                </c:pt>
                <c:pt idx="1007">
                  <c:v>45880</c:v>
                </c:pt>
                <c:pt idx="1008">
                  <c:v>45881</c:v>
                </c:pt>
                <c:pt idx="1009">
                  <c:v>45882</c:v>
                </c:pt>
                <c:pt idx="1010">
                  <c:v>45883</c:v>
                </c:pt>
                <c:pt idx="1011">
                  <c:v>45884</c:v>
                </c:pt>
                <c:pt idx="1012">
                  <c:v>45887</c:v>
                </c:pt>
                <c:pt idx="1013">
                  <c:v>45888</c:v>
                </c:pt>
                <c:pt idx="1014">
                  <c:v>45889</c:v>
                </c:pt>
                <c:pt idx="1015">
                  <c:v>45890</c:v>
                </c:pt>
                <c:pt idx="1016">
                  <c:v>45891</c:v>
                </c:pt>
                <c:pt idx="1017">
                  <c:v>45894</c:v>
                </c:pt>
                <c:pt idx="1018">
                  <c:v>45895</c:v>
                </c:pt>
                <c:pt idx="1019">
                  <c:v>45896</c:v>
                </c:pt>
                <c:pt idx="1020">
                  <c:v>45897</c:v>
                </c:pt>
                <c:pt idx="1021">
                  <c:v>45898</c:v>
                </c:pt>
                <c:pt idx="1022">
                  <c:v>45901</c:v>
                </c:pt>
                <c:pt idx="1023">
                  <c:v>45902</c:v>
                </c:pt>
                <c:pt idx="1024">
                  <c:v>45903</c:v>
                </c:pt>
                <c:pt idx="1025">
                  <c:v>45904</c:v>
                </c:pt>
                <c:pt idx="1026">
                  <c:v>45905</c:v>
                </c:pt>
                <c:pt idx="1027">
                  <c:v>45908</c:v>
                </c:pt>
                <c:pt idx="1028">
                  <c:v>45909</c:v>
                </c:pt>
                <c:pt idx="1029">
                  <c:v>45910</c:v>
                </c:pt>
                <c:pt idx="1030">
                  <c:v>45911</c:v>
                </c:pt>
                <c:pt idx="1031">
                  <c:v>45912</c:v>
                </c:pt>
                <c:pt idx="1032">
                  <c:v>45915</c:v>
                </c:pt>
                <c:pt idx="1033">
                  <c:v>45916</c:v>
                </c:pt>
                <c:pt idx="1034">
                  <c:v>45917</c:v>
                </c:pt>
                <c:pt idx="1035">
                  <c:v>45918</c:v>
                </c:pt>
                <c:pt idx="1036">
                  <c:v>45919</c:v>
                </c:pt>
                <c:pt idx="1037">
                  <c:v>45922</c:v>
                </c:pt>
                <c:pt idx="1038">
                  <c:v>45923</c:v>
                </c:pt>
                <c:pt idx="1039">
                  <c:v>45924</c:v>
                </c:pt>
                <c:pt idx="1040">
                  <c:v>45925</c:v>
                </c:pt>
                <c:pt idx="1041">
                  <c:v>45926</c:v>
                </c:pt>
                <c:pt idx="1042">
                  <c:v>45929</c:v>
                </c:pt>
                <c:pt idx="1043">
                  <c:v>45930</c:v>
                </c:pt>
                <c:pt idx="1044">
                  <c:v>45931</c:v>
                </c:pt>
                <c:pt idx="1045">
                  <c:v>45932</c:v>
                </c:pt>
                <c:pt idx="1046">
                  <c:v>45933</c:v>
                </c:pt>
                <c:pt idx="1047">
                  <c:v>45936</c:v>
                </c:pt>
                <c:pt idx="1048">
                  <c:v>45937</c:v>
                </c:pt>
                <c:pt idx="1049">
                  <c:v>45938</c:v>
                </c:pt>
                <c:pt idx="1050">
                  <c:v>45939</c:v>
                </c:pt>
                <c:pt idx="1051">
                  <c:v>45940</c:v>
                </c:pt>
                <c:pt idx="1052">
                  <c:v>45943</c:v>
                </c:pt>
                <c:pt idx="1053">
                  <c:v>45944</c:v>
                </c:pt>
                <c:pt idx="1054">
                  <c:v>45945</c:v>
                </c:pt>
                <c:pt idx="1055">
                  <c:v>45946</c:v>
                </c:pt>
                <c:pt idx="1056">
                  <c:v>45947</c:v>
                </c:pt>
                <c:pt idx="1057">
                  <c:v>45950</c:v>
                </c:pt>
                <c:pt idx="1058">
                  <c:v>45951</c:v>
                </c:pt>
                <c:pt idx="1059">
                  <c:v>45952</c:v>
                </c:pt>
                <c:pt idx="1060">
                  <c:v>45953</c:v>
                </c:pt>
                <c:pt idx="1061">
                  <c:v>45954</c:v>
                </c:pt>
                <c:pt idx="1062">
                  <c:v>45957</c:v>
                </c:pt>
                <c:pt idx="1063">
                  <c:v>45958</c:v>
                </c:pt>
                <c:pt idx="1064">
                  <c:v>45959</c:v>
                </c:pt>
                <c:pt idx="1065">
                  <c:v>45960</c:v>
                </c:pt>
                <c:pt idx="1066">
                  <c:v>45961</c:v>
                </c:pt>
                <c:pt idx="1067">
                  <c:v>45964</c:v>
                </c:pt>
                <c:pt idx="1068">
                  <c:v>45965</c:v>
                </c:pt>
                <c:pt idx="1069">
                  <c:v>45966</c:v>
                </c:pt>
                <c:pt idx="1070">
                  <c:v>45967</c:v>
                </c:pt>
                <c:pt idx="1071">
                  <c:v>45968</c:v>
                </c:pt>
                <c:pt idx="1072">
                  <c:v>45971</c:v>
                </c:pt>
                <c:pt idx="1073">
                  <c:v>45972</c:v>
                </c:pt>
                <c:pt idx="1074">
                  <c:v>45973</c:v>
                </c:pt>
                <c:pt idx="1075">
                  <c:v>45974</c:v>
                </c:pt>
                <c:pt idx="1076">
                  <c:v>45975</c:v>
                </c:pt>
                <c:pt idx="1077">
                  <c:v>45978</c:v>
                </c:pt>
                <c:pt idx="1078">
                  <c:v>45979</c:v>
                </c:pt>
                <c:pt idx="1079">
                  <c:v>45980</c:v>
                </c:pt>
                <c:pt idx="1080">
                  <c:v>45981</c:v>
                </c:pt>
                <c:pt idx="1081">
                  <c:v>45982</c:v>
                </c:pt>
                <c:pt idx="1082">
                  <c:v>45985</c:v>
                </c:pt>
                <c:pt idx="1083">
                  <c:v>45986</c:v>
                </c:pt>
                <c:pt idx="1084">
                  <c:v>45987</c:v>
                </c:pt>
                <c:pt idx="1085">
                  <c:v>45988</c:v>
                </c:pt>
                <c:pt idx="1086">
                  <c:v>45989</c:v>
                </c:pt>
                <c:pt idx="1087">
                  <c:v>45992</c:v>
                </c:pt>
                <c:pt idx="1088">
                  <c:v>45993</c:v>
                </c:pt>
                <c:pt idx="1089">
                  <c:v>45994</c:v>
                </c:pt>
                <c:pt idx="1090">
                  <c:v>45995</c:v>
                </c:pt>
                <c:pt idx="1091">
                  <c:v>45996</c:v>
                </c:pt>
                <c:pt idx="1092">
                  <c:v>45999</c:v>
                </c:pt>
                <c:pt idx="1093">
                  <c:v>46000</c:v>
                </c:pt>
                <c:pt idx="1094">
                  <c:v>46001</c:v>
                </c:pt>
                <c:pt idx="1095">
                  <c:v>46002</c:v>
                </c:pt>
                <c:pt idx="1096">
                  <c:v>46003</c:v>
                </c:pt>
                <c:pt idx="1097">
                  <c:v>46006</c:v>
                </c:pt>
                <c:pt idx="1098">
                  <c:v>46007</c:v>
                </c:pt>
                <c:pt idx="1099">
                  <c:v>46008</c:v>
                </c:pt>
                <c:pt idx="1100">
                  <c:v>46009</c:v>
                </c:pt>
                <c:pt idx="1101">
                  <c:v>46010</c:v>
                </c:pt>
                <c:pt idx="1102">
                  <c:v>46013</c:v>
                </c:pt>
                <c:pt idx="1103">
                  <c:v>46014</c:v>
                </c:pt>
                <c:pt idx="1104">
                  <c:v>46015</c:v>
                </c:pt>
                <c:pt idx="1105">
                  <c:v>46016</c:v>
                </c:pt>
                <c:pt idx="1106">
                  <c:v>46017</c:v>
                </c:pt>
                <c:pt idx="1107">
                  <c:v>46020</c:v>
                </c:pt>
                <c:pt idx="1108">
                  <c:v>46021</c:v>
                </c:pt>
                <c:pt idx="1109">
                  <c:v>46022</c:v>
                </c:pt>
                <c:pt idx="1110">
                  <c:v>46023</c:v>
                </c:pt>
                <c:pt idx="1111">
                  <c:v>46024</c:v>
                </c:pt>
                <c:pt idx="1112">
                  <c:v>46027</c:v>
                </c:pt>
                <c:pt idx="1113">
                  <c:v>46028</c:v>
                </c:pt>
                <c:pt idx="1114">
                  <c:v>46029</c:v>
                </c:pt>
                <c:pt idx="1115">
                  <c:v>46030</c:v>
                </c:pt>
                <c:pt idx="1116">
                  <c:v>46031</c:v>
                </c:pt>
                <c:pt idx="1117">
                  <c:v>46034</c:v>
                </c:pt>
                <c:pt idx="1118">
                  <c:v>46035</c:v>
                </c:pt>
                <c:pt idx="1119">
                  <c:v>46036</c:v>
                </c:pt>
                <c:pt idx="1120">
                  <c:v>46037</c:v>
                </c:pt>
                <c:pt idx="1121">
                  <c:v>46038</c:v>
                </c:pt>
                <c:pt idx="1122">
                  <c:v>46041</c:v>
                </c:pt>
                <c:pt idx="1123">
                  <c:v>46042</c:v>
                </c:pt>
                <c:pt idx="1124">
                  <c:v>46043</c:v>
                </c:pt>
                <c:pt idx="1125">
                  <c:v>46044</c:v>
                </c:pt>
                <c:pt idx="1126">
                  <c:v>46045</c:v>
                </c:pt>
                <c:pt idx="1127">
                  <c:v>46048</c:v>
                </c:pt>
                <c:pt idx="1128">
                  <c:v>46049</c:v>
                </c:pt>
                <c:pt idx="1129">
                  <c:v>46050</c:v>
                </c:pt>
                <c:pt idx="1130">
                  <c:v>46051</c:v>
                </c:pt>
                <c:pt idx="1131">
                  <c:v>46052</c:v>
                </c:pt>
                <c:pt idx="1132">
                  <c:v>46055</c:v>
                </c:pt>
                <c:pt idx="1133">
                  <c:v>46056</c:v>
                </c:pt>
                <c:pt idx="1134">
                  <c:v>46057</c:v>
                </c:pt>
                <c:pt idx="1135">
                  <c:v>46058</c:v>
                </c:pt>
                <c:pt idx="1136">
                  <c:v>46059</c:v>
                </c:pt>
                <c:pt idx="1137">
                  <c:v>46062</c:v>
                </c:pt>
                <c:pt idx="1138">
                  <c:v>46063</c:v>
                </c:pt>
                <c:pt idx="1139">
                  <c:v>46064</c:v>
                </c:pt>
                <c:pt idx="1140">
                  <c:v>46065</c:v>
                </c:pt>
                <c:pt idx="1141">
                  <c:v>46066</c:v>
                </c:pt>
                <c:pt idx="1142">
                  <c:v>46069</c:v>
                </c:pt>
                <c:pt idx="1143">
                  <c:v>46070</c:v>
                </c:pt>
                <c:pt idx="1144">
                  <c:v>46071</c:v>
                </c:pt>
                <c:pt idx="1145">
                  <c:v>46072</c:v>
                </c:pt>
                <c:pt idx="1146">
                  <c:v>46073</c:v>
                </c:pt>
                <c:pt idx="1147">
                  <c:v>46076</c:v>
                </c:pt>
                <c:pt idx="1148">
                  <c:v>46077</c:v>
                </c:pt>
                <c:pt idx="1149">
                  <c:v>46078</c:v>
                </c:pt>
                <c:pt idx="1150">
                  <c:v>46079</c:v>
                </c:pt>
                <c:pt idx="1151">
                  <c:v>46080</c:v>
                </c:pt>
                <c:pt idx="1152">
                  <c:v>46083</c:v>
                </c:pt>
                <c:pt idx="1153">
                  <c:v>46084</c:v>
                </c:pt>
                <c:pt idx="1154">
                  <c:v>46085</c:v>
                </c:pt>
                <c:pt idx="1155">
                  <c:v>46086</c:v>
                </c:pt>
                <c:pt idx="1156">
                  <c:v>46087</c:v>
                </c:pt>
                <c:pt idx="1157">
                  <c:v>46090</c:v>
                </c:pt>
                <c:pt idx="1158">
                  <c:v>46091</c:v>
                </c:pt>
                <c:pt idx="1159">
                  <c:v>46092</c:v>
                </c:pt>
                <c:pt idx="1160">
                  <c:v>46093</c:v>
                </c:pt>
                <c:pt idx="1161">
                  <c:v>46094</c:v>
                </c:pt>
                <c:pt idx="1162">
                  <c:v>46097</c:v>
                </c:pt>
                <c:pt idx="1163">
                  <c:v>46098</c:v>
                </c:pt>
                <c:pt idx="1164">
                  <c:v>46099</c:v>
                </c:pt>
                <c:pt idx="1165">
                  <c:v>46100</c:v>
                </c:pt>
                <c:pt idx="1166">
                  <c:v>46101</c:v>
                </c:pt>
                <c:pt idx="1167">
                  <c:v>46104</c:v>
                </c:pt>
                <c:pt idx="1168">
                  <c:v>46105</c:v>
                </c:pt>
                <c:pt idx="1169">
                  <c:v>46106</c:v>
                </c:pt>
                <c:pt idx="1170">
                  <c:v>46107</c:v>
                </c:pt>
                <c:pt idx="1171">
                  <c:v>46108</c:v>
                </c:pt>
                <c:pt idx="1172">
                  <c:v>46111</c:v>
                </c:pt>
                <c:pt idx="1173">
                  <c:v>46112</c:v>
                </c:pt>
                <c:pt idx="1174">
                  <c:v>46113</c:v>
                </c:pt>
                <c:pt idx="1175">
                  <c:v>46114</c:v>
                </c:pt>
                <c:pt idx="1176">
                  <c:v>46115</c:v>
                </c:pt>
                <c:pt idx="1177">
                  <c:v>46118</c:v>
                </c:pt>
                <c:pt idx="1178">
                  <c:v>46119</c:v>
                </c:pt>
                <c:pt idx="1179">
                  <c:v>46120</c:v>
                </c:pt>
                <c:pt idx="1180">
                  <c:v>46121</c:v>
                </c:pt>
                <c:pt idx="1181">
                  <c:v>46122</c:v>
                </c:pt>
                <c:pt idx="1182">
                  <c:v>46125</c:v>
                </c:pt>
                <c:pt idx="1183">
                  <c:v>46126</c:v>
                </c:pt>
                <c:pt idx="1184">
                  <c:v>46127</c:v>
                </c:pt>
                <c:pt idx="1185">
                  <c:v>46128</c:v>
                </c:pt>
                <c:pt idx="1186">
                  <c:v>46129</c:v>
                </c:pt>
                <c:pt idx="1187">
                  <c:v>46132</c:v>
                </c:pt>
                <c:pt idx="1188">
                  <c:v>46133</c:v>
                </c:pt>
                <c:pt idx="1189">
                  <c:v>46134</c:v>
                </c:pt>
                <c:pt idx="1190">
                  <c:v>46135</c:v>
                </c:pt>
                <c:pt idx="1191">
                  <c:v>46136</c:v>
                </c:pt>
                <c:pt idx="1192">
                  <c:v>46139</c:v>
                </c:pt>
                <c:pt idx="1193">
                  <c:v>46140</c:v>
                </c:pt>
                <c:pt idx="1194">
                  <c:v>46141</c:v>
                </c:pt>
                <c:pt idx="1195">
                  <c:v>46142</c:v>
                </c:pt>
                <c:pt idx="1196">
                  <c:v>46143</c:v>
                </c:pt>
                <c:pt idx="1197">
                  <c:v>46146</c:v>
                </c:pt>
                <c:pt idx="1198">
                  <c:v>46147</c:v>
                </c:pt>
                <c:pt idx="1199">
                  <c:v>46148</c:v>
                </c:pt>
                <c:pt idx="1200">
                  <c:v>46149</c:v>
                </c:pt>
                <c:pt idx="1201">
                  <c:v>46150</c:v>
                </c:pt>
                <c:pt idx="1202">
                  <c:v>46153</c:v>
                </c:pt>
                <c:pt idx="1203">
                  <c:v>46154</c:v>
                </c:pt>
                <c:pt idx="1204">
                  <c:v>46155</c:v>
                </c:pt>
                <c:pt idx="1205">
                  <c:v>46156</c:v>
                </c:pt>
                <c:pt idx="1206">
                  <c:v>46157</c:v>
                </c:pt>
                <c:pt idx="1207">
                  <c:v>46160</c:v>
                </c:pt>
                <c:pt idx="1208">
                  <c:v>46161</c:v>
                </c:pt>
                <c:pt idx="1209">
                  <c:v>46162</c:v>
                </c:pt>
                <c:pt idx="1210">
                  <c:v>46163</c:v>
                </c:pt>
                <c:pt idx="1211">
                  <c:v>46164</c:v>
                </c:pt>
                <c:pt idx="1212">
                  <c:v>46167</c:v>
                </c:pt>
                <c:pt idx="1213">
                  <c:v>46168</c:v>
                </c:pt>
                <c:pt idx="1214">
                  <c:v>46169</c:v>
                </c:pt>
                <c:pt idx="1215">
                  <c:v>46170</c:v>
                </c:pt>
                <c:pt idx="1216">
                  <c:v>46171</c:v>
                </c:pt>
                <c:pt idx="1217">
                  <c:v>46174</c:v>
                </c:pt>
                <c:pt idx="1218">
                  <c:v>46175</c:v>
                </c:pt>
                <c:pt idx="1219">
                  <c:v>46176</c:v>
                </c:pt>
                <c:pt idx="1220">
                  <c:v>46177</c:v>
                </c:pt>
                <c:pt idx="1221">
                  <c:v>46178</c:v>
                </c:pt>
                <c:pt idx="1222">
                  <c:v>46181</c:v>
                </c:pt>
                <c:pt idx="1223">
                  <c:v>46182</c:v>
                </c:pt>
                <c:pt idx="1224">
                  <c:v>46183</c:v>
                </c:pt>
                <c:pt idx="1225">
                  <c:v>46184</c:v>
                </c:pt>
                <c:pt idx="1226">
                  <c:v>46185</c:v>
                </c:pt>
                <c:pt idx="1227">
                  <c:v>46188</c:v>
                </c:pt>
                <c:pt idx="1228">
                  <c:v>46189</c:v>
                </c:pt>
                <c:pt idx="1229">
                  <c:v>46190</c:v>
                </c:pt>
                <c:pt idx="1230">
                  <c:v>46191</c:v>
                </c:pt>
                <c:pt idx="1231">
                  <c:v>46192</c:v>
                </c:pt>
                <c:pt idx="1232">
                  <c:v>46195</c:v>
                </c:pt>
                <c:pt idx="1233">
                  <c:v>46196</c:v>
                </c:pt>
                <c:pt idx="1234">
                  <c:v>46197</c:v>
                </c:pt>
                <c:pt idx="1235">
                  <c:v>46198</c:v>
                </c:pt>
                <c:pt idx="1236">
                  <c:v>46199</c:v>
                </c:pt>
                <c:pt idx="1237">
                  <c:v>46202</c:v>
                </c:pt>
                <c:pt idx="1238">
                  <c:v>46203</c:v>
                </c:pt>
                <c:pt idx="1239">
                  <c:v>46204</c:v>
                </c:pt>
                <c:pt idx="1240">
                  <c:v>46205</c:v>
                </c:pt>
                <c:pt idx="1241">
                  <c:v>46206</c:v>
                </c:pt>
                <c:pt idx="1242">
                  <c:v>46209</c:v>
                </c:pt>
                <c:pt idx="1243">
                  <c:v>46210</c:v>
                </c:pt>
                <c:pt idx="1244">
                  <c:v>46211</c:v>
                </c:pt>
                <c:pt idx="1245">
                  <c:v>46212</c:v>
                </c:pt>
                <c:pt idx="1246">
                  <c:v>46213</c:v>
                </c:pt>
                <c:pt idx="1247">
                  <c:v>46216</c:v>
                </c:pt>
                <c:pt idx="1248">
                  <c:v>46217</c:v>
                </c:pt>
                <c:pt idx="1249">
                  <c:v>46218</c:v>
                </c:pt>
                <c:pt idx="1250">
                  <c:v>46219</c:v>
                </c:pt>
                <c:pt idx="1251">
                  <c:v>46220</c:v>
                </c:pt>
                <c:pt idx="1252">
                  <c:v>46223</c:v>
                </c:pt>
                <c:pt idx="1253">
                  <c:v>46224</c:v>
                </c:pt>
                <c:pt idx="1254">
                  <c:v>46225</c:v>
                </c:pt>
                <c:pt idx="1255">
                  <c:v>46226</c:v>
                </c:pt>
                <c:pt idx="1256">
                  <c:v>46227</c:v>
                </c:pt>
                <c:pt idx="1257">
                  <c:v>46230</c:v>
                </c:pt>
                <c:pt idx="1258">
                  <c:v>46231</c:v>
                </c:pt>
                <c:pt idx="1259">
                  <c:v>46232</c:v>
                </c:pt>
                <c:pt idx="1260">
                  <c:v>46233</c:v>
                </c:pt>
                <c:pt idx="1261">
                  <c:v>46234</c:v>
                </c:pt>
                <c:pt idx="1262">
                  <c:v>46237</c:v>
                </c:pt>
                <c:pt idx="1263">
                  <c:v>46238</c:v>
                </c:pt>
                <c:pt idx="1264">
                  <c:v>46239</c:v>
                </c:pt>
                <c:pt idx="1265">
                  <c:v>46240</c:v>
                </c:pt>
                <c:pt idx="1266">
                  <c:v>46241</c:v>
                </c:pt>
                <c:pt idx="1267">
                  <c:v>46244</c:v>
                </c:pt>
                <c:pt idx="1268">
                  <c:v>46245</c:v>
                </c:pt>
                <c:pt idx="1269">
                  <c:v>46246</c:v>
                </c:pt>
                <c:pt idx="1270">
                  <c:v>46247</c:v>
                </c:pt>
                <c:pt idx="1271">
                  <c:v>46248</c:v>
                </c:pt>
                <c:pt idx="1272">
                  <c:v>46251</c:v>
                </c:pt>
                <c:pt idx="1273">
                  <c:v>46252</c:v>
                </c:pt>
                <c:pt idx="1274">
                  <c:v>46253</c:v>
                </c:pt>
                <c:pt idx="1275">
                  <c:v>46254</c:v>
                </c:pt>
                <c:pt idx="1276">
                  <c:v>46255</c:v>
                </c:pt>
                <c:pt idx="1277">
                  <c:v>46258</c:v>
                </c:pt>
                <c:pt idx="1278">
                  <c:v>46259</c:v>
                </c:pt>
                <c:pt idx="1279">
                  <c:v>46260</c:v>
                </c:pt>
                <c:pt idx="1280">
                  <c:v>46261</c:v>
                </c:pt>
                <c:pt idx="1281">
                  <c:v>46262</c:v>
                </c:pt>
                <c:pt idx="1282">
                  <c:v>46265</c:v>
                </c:pt>
              </c:numCache>
            </c:numRef>
          </c:cat>
          <c:val>
            <c:numRef>
              <c:f>Historico!$Q$12:$Q$5000</c:f>
              <c:numCache>
                <c:formatCode>#,##0.00</c:formatCode>
                <c:ptCount val="4989"/>
                <c:pt idx="0">
                  <c:v>100</c:v>
                </c:pt>
                <c:pt idx="1">
                  <c:v>101.35736004</c:v>
                </c:pt>
                <c:pt idx="2">
                  <c:v>99.483266005999994</c:v>
                </c:pt>
                <c:pt idx="3">
                  <c:v>99.399332134000005</c:v>
                </c:pt>
                <c:pt idx="4">
                  <c:v>99.012875867999995</c:v>
                </c:pt>
                <c:pt idx="5">
                  <c:v>98.595266233000004</c:v>
                </c:pt>
                <c:pt idx="6">
                  <c:v>100.53887605</c:v>
                </c:pt>
                <c:pt idx="7">
                  <c:v>100.2345514</c:v>
                </c:pt>
                <c:pt idx="9">
                  <c:v>102.23969556999999</c:v>
                </c:pt>
                <c:pt idx="10">
                  <c:v>101.75411493999999</c:v>
                </c:pt>
                <c:pt idx="11">
                  <c:v>102.79247478000001</c:v>
                </c:pt>
                <c:pt idx="12">
                  <c:v>103.04710853</c:v>
                </c:pt>
                <c:pt idx="13">
                  <c:v>99.588569544999999</c:v>
                </c:pt>
                <c:pt idx="14">
                  <c:v>100.25025682</c:v>
                </c:pt>
                <c:pt idx="15">
                  <c:v>97.246917490000001</c:v>
                </c:pt>
                <c:pt idx="16">
                  <c:v>95.937188626999998</c:v>
                </c:pt>
                <c:pt idx="17">
                  <c:v>97.91710114</c:v>
                </c:pt>
                <c:pt idx="18">
                  <c:v>96.184355858999993</c:v>
                </c:pt>
                <c:pt idx="19">
                  <c:v>96.100164520999996</c:v>
                </c:pt>
                <c:pt idx="20">
                  <c:v>95.185130830999995</c:v>
                </c:pt>
                <c:pt idx="21">
                  <c:v>93.517009482000006</c:v>
                </c:pt>
                <c:pt idx="22">
                  <c:v>95.106346275999996</c:v>
                </c:pt>
                <c:pt idx="24">
                  <c:v>96.684869503000002</c:v>
                </c:pt>
                <c:pt idx="25">
                  <c:v>94.595533997000004</c:v>
                </c:pt>
                <c:pt idx="26">
                  <c:v>95.790433082999996</c:v>
                </c:pt>
                <c:pt idx="27">
                  <c:v>95.152432665999996</c:v>
                </c:pt>
                <c:pt idx="28">
                  <c:v>96.278845832000002</c:v>
                </c:pt>
                <c:pt idx="29">
                  <c:v>96.784508794000004</c:v>
                </c:pt>
                <c:pt idx="30">
                  <c:v>97.751808053999994</c:v>
                </c:pt>
                <c:pt idx="31">
                  <c:v>96.420452058999999</c:v>
                </c:pt>
                <c:pt idx="33">
                  <c:v>95.042494740999999</c:v>
                </c:pt>
                <c:pt idx="34">
                  <c:v>93.683332432</c:v>
                </c:pt>
                <c:pt idx="35">
                  <c:v>93.919171165999998</c:v>
                </c:pt>
                <c:pt idx="36">
                  <c:v>94.626944832999996</c:v>
                </c:pt>
                <c:pt idx="37">
                  <c:v>92.775250321000001</c:v>
                </c:pt>
                <c:pt idx="38">
                  <c:v>93.855319631</c:v>
                </c:pt>
                <c:pt idx="39">
                  <c:v>94.237141511000004</c:v>
                </c:pt>
                <c:pt idx="40">
                  <c:v>95.644964869000006</c:v>
                </c:pt>
                <c:pt idx="41">
                  <c:v>92.977618492000005</c:v>
                </c:pt>
                <c:pt idx="42">
                  <c:v>93.461139388999996</c:v>
                </c:pt>
                <c:pt idx="43">
                  <c:v>92.892912222000007</c:v>
                </c:pt>
                <c:pt idx="44">
                  <c:v>92.204705961000002</c:v>
                </c:pt>
                <c:pt idx="45">
                  <c:v>94.637243467000005</c:v>
                </c:pt>
                <c:pt idx="46">
                  <c:v>95.440279505000007</c:v>
                </c:pt>
                <c:pt idx="47">
                  <c:v>96.656548258000001</c:v>
                </c:pt>
                <c:pt idx="48">
                  <c:v>97.245887625999998</c:v>
                </c:pt>
                <c:pt idx="49">
                  <c:v>98.083424089999994</c:v>
                </c:pt>
                <c:pt idx="50">
                  <c:v>96.336260719999999</c:v>
                </c:pt>
                <c:pt idx="51">
                  <c:v>97.236361388999995</c:v>
                </c:pt>
                <c:pt idx="52">
                  <c:v>96.337290584000002</c:v>
                </c:pt>
                <c:pt idx="53">
                  <c:v>95.721947162999996</c:v>
                </c:pt>
                <c:pt idx="54">
                  <c:v>96.625137421999995</c:v>
                </c:pt>
                <c:pt idx="55">
                  <c:v>97.112005375999999</c:v>
                </c:pt>
                <c:pt idx="56">
                  <c:v>96.935383791999996</c:v>
                </c:pt>
                <c:pt idx="57">
                  <c:v>94.982247728999994</c:v>
                </c:pt>
                <c:pt idx="58">
                  <c:v>94.911702081000001</c:v>
                </c:pt>
                <c:pt idx="59">
                  <c:v>94.672258825</c:v>
                </c:pt>
                <c:pt idx="60">
                  <c:v>94.657840737000001</c:v>
                </c:pt>
                <c:pt idx="62">
                  <c:v>95.079569825999997</c:v>
                </c:pt>
                <c:pt idx="63">
                  <c:v>94.859693976000003</c:v>
                </c:pt>
                <c:pt idx="64">
                  <c:v>94.030653885999996</c:v>
                </c:pt>
                <c:pt idx="65">
                  <c:v>94.502846285000004</c:v>
                </c:pt>
                <c:pt idx="67">
                  <c:v>92.682047678000004</c:v>
                </c:pt>
                <c:pt idx="68">
                  <c:v>91.830093125000005</c:v>
                </c:pt>
                <c:pt idx="69">
                  <c:v>89.259038982999996</c:v>
                </c:pt>
                <c:pt idx="70">
                  <c:v>88.978143723000002</c:v>
                </c:pt>
                <c:pt idx="71">
                  <c:v>88.645497822999999</c:v>
                </c:pt>
                <c:pt idx="72">
                  <c:v>87.822379448000007</c:v>
                </c:pt>
                <c:pt idx="73">
                  <c:v>89.059245470999997</c:v>
                </c:pt>
                <c:pt idx="74">
                  <c:v>90.947757601000006</c:v>
                </c:pt>
                <c:pt idx="75">
                  <c:v>90.635708971</c:v>
                </c:pt>
                <c:pt idx="76">
                  <c:v>91.260063697000007</c:v>
                </c:pt>
                <c:pt idx="77">
                  <c:v>90.718355513999995</c:v>
                </c:pt>
                <c:pt idx="78">
                  <c:v>90.173557740999996</c:v>
                </c:pt>
                <c:pt idx="79">
                  <c:v>92.046106987000002</c:v>
                </c:pt>
                <c:pt idx="80">
                  <c:v>93.767523771</c:v>
                </c:pt>
                <c:pt idx="81">
                  <c:v>93.860983880000006</c:v>
                </c:pt>
                <c:pt idx="82">
                  <c:v>93.002335215000002</c:v>
                </c:pt>
                <c:pt idx="83">
                  <c:v>95.172772469999998</c:v>
                </c:pt>
                <c:pt idx="84">
                  <c:v>95.560258598999994</c:v>
                </c:pt>
                <c:pt idx="85">
                  <c:v>97.045579181999997</c:v>
                </c:pt>
                <c:pt idx="86">
                  <c:v>96.809225517000002</c:v>
                </c:pt>
                <c:pt idx="87">
                  <c:v>98.150365214999994</c:v>
                </c:pt>
                <c:pt idx="88">
                  <c:v>97.682034803999997</c:v>
                </c:pt>
                <c:pt idx="89">
                  <c:v>96.061802107000005</c:v>
                </c:pt>
                <c:pt idx="90">
                  <c:v>96.256188836000007</c:v>
                </c:pt>
                <c:pt idx="91">
                  <c:v>95.384924343999998</c:v>
                </c:pt>
                <c:pt idx="92">
                  <c:v>94.574421795999996</c:v>
                </c:pt>
                <c:pt idx="93">
                  <c:v>95.064636805999996</c:v>
                </c:pt>
                <c:pt idx="94">
                  <c:v>95.862780991999998</c:v>
                </c:pt>
                <c:pt idx="95">
                  <c:v>96.087806158999996</c:v>
                </c:pt>
                <c:pt idx="96">
                  <c:v>95.386211673000005</c:v>
                </c:pt>
                <c:pt idx="97">
                  <c:v>95.934099036999996</c:v>
                </c:pt>
                <c:pt idx="98">
                  <c:v>97.730953318999994</c:v>
                </c:pt>
                <c:pt idx="99">
                  <c:v>98.232239360999998</c:v>
                </c:pt>
                <c:pt idx="100">
                  <c:v>97.453920046999997</c:v>
                </c:pt>
                <c:pt idx="101">
                  <c:v>96.664272233999995</c:v>
                </c:pt>
                <c:pt idx="102">
                  <c:v>94.458562155999999</c:v>
                </c:pt>
                <c:pt idx="103">
                  <c:v>95.296613550999993</c:v>
                </c:pt>
                <c:pt idx="104">
                  <c:v>95.079827292000004</c:v>
                </c:pt>
                <c:pt idx="105">
                  <c:v>94.980188002000006</c:v>
                </c:pt>
                <c:pt idx="106">
                  <c:v>94.788118464999997</c:v>
                </c:pt>
                <c:pt idx="109">
                  <c:v>94.772155581999996</c:v>
                </c:pt>
                <c:pt idx="110">
                  <c:v>94.608922222000004</c:v>
                </c:pt>
                <c:pt idx="111">
                  <c:v>93.165568574999995</c:v>
                </c:pt>
                <c:pt idx="112">
                  <c:v>89.593487143999994</c:v>
                </c:pt>
                <c:pt idx="113">
                  <c:v>90.739467715000004</c:v>
                </c:pt>
                <c:pt idx="114">
                  <c:v>94.491517787000006</c:v>
                </c:pt>
                <c:pt idx="115">
                  <c:v>93.222725996999998</c:v>
                </c:pt>
                <c:pt idx="116">
                  <c:v>91.674841208000004</c:v>
                </c:pt>
                <c:pt idx="117">
                  <c:v>91.053061139999997</c:v>
                </c:pt>
                <c:pt idx="118">
                  <c:v>91.113565618999999</c:v>
                </c:pt>
                <c:pt idx="119">
                  <c:v>93.234054494999995</c:v>
                </c:pt>
                <c:pt idx="120">
                  <c:v>95.129003272000006</c:v>
                </c:pt>
                <c:pt idx="121">
                  <c:v>97.191562329000007</c:v>
                </c:pt>
                <c:pt idx="122">
                  <c:v>96.932294201000005</c:v>
                </c:pt>
                <c:pt idx="123">
                  <c:v>98.922247882999997</c:v>
                </c:pt>
                <c:pt idx="124">
                  <c:v>98.969621602000004</c:v>
                </c:pt>
                <c:pt idx="125">
                  <c:v>101.39700979</c:v>
                </c:pt>
                <c:pt idx="126">
                  <c:v>101.89803836</c:v>
                </c:pt>
                <c:pt idx="127">
                  <c:v>101.59422864</c:v>
                </c:pt>
                <c:pt idx="128">
                  <c:v>102.9899511</c:v>
                </c:pt>
                <c:pt idx="129">
                  <c:v>102.21806844</c:v>
                </c:pt>
                <c:pt idx="130">
                  <c:v>101.88284788</c:v>
                </c:pt>
                <c:pt idx="131">
                  <c:v>104.02934080999999</c:v>
                </c:pt>
                <c:pt idx="132">
                  <c:v>103.37254538000001</c:v>
                </c:pt>
                <c:pt idx="133">
                  <c:v>101.2203882</c:v>
                </c:pt>
                <c:pt idx="134">
                  <c:v>100.17559172</c:v>
                </c:pt>
                <c:pt idx="135">
                  <c:v>100.38413907</c:v>
                </c:pt>
                <c:pt idx="136">
                  <c:v>99.641607514</c:v>
                </c:pt>
                <c:pt idx="137">
                  <c:v>98.566944986999999</c:v>
                </c:pt>
                <c:pt idx="138">
                  <c:v>98.081879294999993</c:v>
                </c:pt>
                <c:pt idx="139">
                  <c:v>98.600415549999994</c:v>
                </c:pt>
                <c:pt idx="140">
                  <c:v>98.260045673999997</c:v>
                </c:pt>
                <c:pt idx="142">
                  <c:v>98.391868197999997</c:v>
                </c:pt>
                <c:pt idx="143">
                  <c:v>97.803816158999993</c:v>
                </c:pt>
                <c:pt idx="144">
                  <c:v>97.118442023</c:v>
                </c:pt>
                <c:pt idx="146">
                  <c:v>95.305882323000006</c:v>
                </c:pt>
                <c:pt idx="147">
                  <c:v>95.646767130000001</c:v>
                </c:pt>
                <c:pt idx="148">
                  <c:v>93.538379148999994</c:v>
                </c:pt>
                <c:pt idx="149">
                  <c:v>93.822621466000001</c:v>
                </c:pt>
                <c:pt idx="150">
                  <c:v>93.952899193999997</c:v>
                </c:pt>
                <c:pt idx="151">
                  <c:v>91.517529564</c:v>
                </c:pt>
                <c:pt idx="152">
                  <c:v>90.484061574999998</c:v>
                </c:pt>
                <c:pt idx="153">
                  <c:v>90.152703005000006</c:v>
                </c:pt>
                <c:pt idx="154">
                  <c:v>91.857899438999993</c:v>
                </c:pt>
                <c:pt idx="155">
                  <c:v>88.703685109000006</c:v>
                </c:pt>
                <c:pt idx="156">
                  <c:v>87.781184909000004</c:v>
                </c:pt>
                <c:pt idx="157">
                  <c:v>86.729436844999995</c:v>
                </c:pt>
                <c:pt idx="158">
                  <c:v>87.024750194000006</c:v>
                </c:pt>
                <c:pt idx="159">
                  <c:v>86.904256168000003</c:v>
                </c:pt>
                <c:pt idx="160">
                  <c:v>88.105334435000003</c:v>
                </c:pt>
                <c:pt idx="161">
                  <c:v>89.900128989999999</c:v>
                </c:pt>
                <c:pt idx="162">
                  <c:v>90.592454704999994</c:v>
                </c:pt>
                <c:pt idx="163">
                  <c:v>91.978650930000001</c:v>
                </c:pt>
                <c:pt idx="164">
                  <c:v>90.131590803999998</c:v>
                </c:pt>
                <c:pt idx="165">
                  <c:v>90.338335895</c:v>
                </c:pt>
                <c:pt idx="166">
                  <c:v>91.170723041000002</c:v>
                </c:pt>
                <c:pt idx="167">
                  <c:v>92.496157322000002</c:v>
                </c:pt>
                <c:pt idx="168">
                  <c:v>92.581121057999994</c:v>
                </c:pt>
                <c:pt idx="169">
                  <c:v>92.427413935999994</c:v>
                </c:pt>
                <c:pt idx="170">
                  <c:v>93.790695697999993</c:v>
                </c:pt>
                <c:pt idx="171">
                  <c:v>93.884155808000003</c:v>
                </c:pt>
                <c:pt idx="172">
                  <c:v>92.778082445999999</c:v>
                </c:pt>
                <c:pt idx="173">
                  <c:v>93.356865713000005</c:v>
                </c:pt>
                <c:pt idx="174">
                  <c:v>93.139564522000001</c:v>
                </c:pt>
                <c:pt idx="175">
                  <c:v>94.320302986000002</c:v>
                </c:pt>
                <c:pt idx="176">
                  <c:v>92.807176088999995</c:v>
                </c:pt>
                <c:pt idx="177">
                  <c:v>91.597343981999998</c:v>
                </c:pt>
                <c:pt idx="178">
                  <c:v>90.543021259</c:v>
                </c:pt>
                <c:pt idx="179">
                  <c:v>89.481489491999994</c:v>
                </c:pt>
                <c:pt idx="180">
                  <c:v>89.023972646999994</c:v>
                </c:pt>
                <c:pt idx="181">
                  <c:v>87.033246567000006</c:v>
                </c:pt>
                <c:pt idx="182">
                  <c:v>84.336291615999997</c:v>
                </c:pt>
                <c:pt idx="183">
                  <c:v>83.448034376999999</c:v>
                </c:pt>
                <c:pt idx="184">
                  <c:v>84.534025401999997</c:v>
                </c:pt>
                <c:pt idx="186">
                  <c:v>82.881866936999998</c:v>
                </c:pt>
                <c:pt idx="187">
                  <c:v>82.718633577000006</c:v>
                </c:pt>
                <c:pt idx="188">
                  <c:v>82.666625472000007</c:v>
                </c:pt>
                <c:pt idx="189">
                  <c:v>83.106892103999996</c:v>
                </c:pt>
                <c:pt idx="190">
                  <c:v>83.009055075000006</c:v>
                </c:pt>
                <c:pt idx="191">
                  <c:v>83.090414288000005</c:v>
                </c:pt>
                <c:pt idx="192">
                  <c:v>83.769866710000002</c:v>
                </c:pt>
                <c:pt idx="193">
                  <c:v>83.195717827999999</c:v>
                </c:pt>
                <c:pt idx="194">
                  <c:v>82.280169207</c:v>
                </c:pt>
                <c:pt idx="195">
                  <c:v>81.824969554999996</c:v>
                </c:pt>
                <c:pt idx="196">
                  <c:v>82.242321724000007</c:v>
                </c:pt>
                <c:pt idx="197">
                  <c:v>81.348400236000003</c:v>
                </c:pt>
                <c:pt idx="198">
                  <c:v>81.525021820000006</c:v>
                </c:pt>
                <c:pt idx="199">
                  <c:v>82.339128889999998</c:v>
                </c:pt>
                <c:pt idx="200">
                  <c:v>83.586808478999998</c:v>
                </c:pt>
                <c:pt idx="201">
                  <c:v>83.465284589999996</c:v>
                </c:pt>
                <c:pt idx="202">
                  <c:v>81.697009019000006</c:v>
                </c:pt>
                <c:pt idx="203">
                  <c:v>82.537120141000003</c:v>
                </c:pt>
                <c:pt idx="204">
                  <c:v>82.229963362999996</c:v>
                </c:pt>
                <c:pt idx="205">
                  <c:v>82.185164302000004</c:v>
                </c:pt>
                <c:pt idx="206">
                  <c:v>82.281714002000001</c:v>
                </c:pt>
                <c:pt idx="207">
                  <c:v>81.803342422</c:v>
                </c:pt>
                <c:pt idx="208">
                  <c:v>82.931300383000007</c:v>
                </c:pt>
                <c:pt idx="209">
                  <c:v>83.604573623999997</c:v>
                </c:pt>
                <c:pt idx="210">
                  <c:v>83.804109670000003</c:v>
                </c:pt>
                <c:pt idx="211">
                  <c:v>83.464769657999994</c:v>
                </c:pt>
                <c:pt idx="212">
                  <c:v>83.735623750000002</c:v>
                </c:pt>
                <c:pt idx="213">
                  <c:v>82.785059770999993</c:v>
                </c:pt>
                <c:pt idx="214">
                  <c:v>84.738710764999993</c:v>
                </c:pt>
                <c:pt idx="215">
                  <c:v>85.464764509000005</c:v>
                </c:pt>
                <c:pt idx="216">
                  <c:v>85.426659560999994</c:v>
                </c:pt>
                <c:pt idx="217">
                  <c:v>85.328822531</c:v>
                </c:pt>
                <c:pt idx="218">
                  <c:v>85.669964804000003</c:v>
                </c:pt>
                <c:pt idx="219">
                  <c:v>87.388549463000004</c:v>
                </c:pt>
                <c:pt idx="220">
                  <c:v>89.963208128000005</c:v>
                </c:pt>
                <c:pt idx="221">
                  <c:v>89.7469368</c:v>
                </c:pt>
                <c:pt idx="222">
                  <c:v>90.943123215</c:v>
                </c:pt>
                <c:pt idx="223">
                  <c:v>90.195442338999996</c:v>
                </c:pt>
                <c:pt idx="224">
                  <c:v>91.985859974999997</c:v>
                </c:pt>
                <c:pt idx="225">
                  <c:v>90.468098691999998</c:v>
                </c:pt>
                <c:pt idx="226">
                  <c:v>92.631326901999998</c:v>
                </c:pt>
                <c:pt idx="227">
                  <c:v>94.151147911999999</c:v>
                </c:pt>
                <c:pt idx="228">
                  <c:v>94.316183531999997</c:v>
                </c:pt>
                <c:pt idx="229">
                  <c:v>94.738685019000002</c:v>
                </c:pt>
                <c:pt idx="230">
                  <c:v>94.344504776999997</c:v>
                </c:pt>
                <c:pt idx="231">
                  <c:v>92.610214701000004</c:v>
                </c:pt>
                <c:pt idx="232">
                  <c:v>91.992554087000002</c:v>
                </c:pt>
                <c:pt idx="233">
                  <c:v>93.060265035</c:v>
                </c:pt>
                <c:pt idx="234">
                  <c:v>93.675608456000006</c:v>
                </c:pt>
                <c:pt idx="235">
                  <c:v>93.921488358999994</c:v>
                </c:pt>
                <c:pt idx="236">
                  <c:v>92.653726431999999</c:v>
                </c:pt>
                <c:pt idx="237">
                  <c:v>92.710111456999996</c:v>
                </c:pt>
                <c:pt idx="238">
                  <c:v>91.760062410000003</c:v>
                </c:pt>
                <c:pt idx="239">
                  <c:v>90.529375568000006</c:v>
                </c:pt>
                <c:pt idx="240">
                  <c:v>91.064647104000002</c:v>
                </c:pt>
                <c:pt idx="241">
                  <c:v>91.649867018999998</c:v>
                </c:pt>
                <c:pt idx="242">
                  <c:v>92.569535094000003</c:v>
                </c:pt>
                <c:pt idx="243">
                  <c:v>90.494617676000004</c:v>
                </c:pt>
                <c:pt idx="245">
                  <c:v>90.689261870999999</c:v>
                </c:pt>
                <c:pt idx="246">
                  <c:v>92.282975585000003</c:v>
                </c:pt>
                <c:pt idx="247">
                  <c:v>93.630036997999994</c:v>
                </c:pt>
                <c:pt idx="248">
                  <c:v>91.279631103</c:v>
                </c:pt>
                <c:pt idx="249">
                  <c:v>91.221958748999995</c:v>
                </c:pt>
                <c:pt idx="250">
                  <c:v>90.310272115999993</c:v>
                </c:pt>
                <c:pt idx="251">
                  <c:v>89.871807744999998</c:v>
                </c:pt>
                <c:pt idx="252">
                  <c:v>91.403729651000006</c:v>
                </c:pt>
                <c:pt idx="253">
                  <c:v>91.773193168999995</c:v>
                </c:pt>
                <c:pt idx="254">
                  <c:v>91.504656269999998</c:v>
                </c:pt>
                <c:pt idx="255">
                  <c:v>93.019327962999995</c:v>
                </c:pt>
                <c:pt idx="256">
                  <c:v>91.826746068999995</c:v>
                </c:pt>
                <c:pt idx="257">
                  <c:v>89.222221364000006</c:v>
                </c:pt>
                <c:pt idx="258">
                  <c:v>87.964758071999995</c:v>
                </c:pt>
                <c:pt idx="259">
                  <c:v>87.981493353000005</c:v>
                </c:pt>
                <c:pt idx="260">
                  <c:v>86.501064620999998</c:v>
                </c:pt>
                <c:pt idx="261">
                  <c:v>88.233552437</c:v>
                </c:pt>
                <c:pt idx="262">
                  <c:v>93.285290203000002</c:v>
                </c:pt>
                <c:pt idx="263">
                  <c:v>92.690029119000002</c:v>
                </c:pt>
                <c:pt idx="264">
                  <c:v>92.494097595</c:v>
                </c:pt>
                <c:pt idx="265">
                  <c:v>93.331634058999995</c:v>
                </c:pt>
                <c:pt idx="266">
                  <c:v>92.248732623999999</c:v>
                </c:pt>
                <c:pt idx="267">
                  <c:v>92.308722170999999</c:v>
                </c:pt>
                <c:pt idx="268">
                  <c:v>91.842708952999999</c:v>
                </c:pt>
                <c:pt idx="270">
                  <c:v>91.429218770999995</c:v>
                </c:pt>
                <c:pt idx="271">
                  <c:v>89.287875159999999</c:v>
                </c:pt>
                <c:pt idx="272">
                  <c:v>90.524741182</c:v>
                </c:pt>
                <c:pt idx="273">
                  <c:v>92.335498620999999</c:v>
                </c:pt>
                <c:pt idx="274">
                  <c:v>92.332409030999997</c:v>
                </c:pt>
                <c:pt idx="275">
                  <c:v>92.118969828000004</c:v>
                </c:pt>
                <c:pt idx="276">
                  <c:v>93.660160504000004</c:v>
                </c:pt>
                <c:pt idx="277">
                  <c:v>92.308464705000006</c:v>
                </c:pt>
                <c:pt idx="278">
                  <c:v>91.075975602</c:v>
                </c:pt>
                <c:pt idx="279">
                  <c:v>88.674076533999994</c:v>
                </c:pt>
                <c:pt idx="280">
                  <c:v>91.320568175999995</c:v>
                </c:pt>
                <c:pt idx="281">
                  <c:v>92.494612527000001</c:v>
                </c:pt>
                <c:pt idx="282">
                  <c:v>94.980702933000003</c:v>
                </c:pt>
                <c:pt idx="283">
                  <c:v>95.426633813999999</c:v>
                </c:pt>
                <c:pt idx="285">
                  <c:v>96.185128257000002</c:v>
                </c:pt>
                <c:pt idx="286">
                  <c:v>96.525755598000003</c:v>
                </c:pt>
                <c:pt idx="287">
                  <c:v>93.901406021</c:v>
                </c:pt>
                <c:pt idx="288">
                  <c:v>93.892909646999996</c:v>
                </c:pt>
                <c:pt idx="289">
                  <c:v>91.921493507999998</c:v>
                </c:pt>
                <c:pt idx="290">
                  <c:v>87.723512554999999</c:v>
                </c:pt>
                <c:pt idx="291">
                  <c:v>88.336538782999995</c:v>
                </c:pt>
                <c:pt idx="292">
                  <c:v>88.822376872999996</c:v>
                </c:pt>
                <c:pt idx="294">
                  <c:v>85.836030288000003</c:v>
                </c:pt>
                <c:pt idx="295">
                  <c:v>85.198544803000004</c:v>
                </c:pt>
                <c:pt idx="296">
                  <c:v>84.617959274</c:v>
                </c:pt>
                <c:pt idx="297">
                  <c:v>86.477635226999993</c:v>
                </c:pt>
                <c:pt idx="298">
                  <c:v>85.307967796</c:v>
                </c:pt>
                <c:pt idx="299">
                  <c:v>84.531193277</c:v>
                </c:pt>
                <c:pt idx="300">
                  <c:v>87.198797119000005</c:v>
                </c:pt>
                <c:pt idx="301">
                  <c:v>84.621563796000004</c:v>
                </c:pt>
                <c:pt idx="302">
                  <c:v>83.908640812000002</c:v>
                </c:pt>
                <c:pt idx="303">
                  <c:v>84.501069771000004</c:v>
                </c:pt>
                <c:pt idx="304">
                  <c:v>85.024240410999994</c:v>
                </c:pt>
                <c:pt idx="305">
                  <c:v>83.410186894000006</c:v>
                </c:pt>
                <c:pt idx="306">
                  <c:v>84.012657021999999</c:v>
                </c:pt>
                <c:pt idx="307">
                  <c:v>81.395773954999996</c:v>
                </c:pt>
                <c:pt idx="308">
                  <c:v>82.197522663000001</c:v>
                </c:pt>
                <c:pt idx="309">
                  <c:v>82.151951205000003</c:v>
                </c:pt>
                <c:pt idx="310">
                  <c:v>79.878012671999997</c:v>
                </c:pt>
                <c:pt idx="311">
                  <c:v>79.439033370000004</c:v>
                </c:pt>
                <c:pt idx="312">
                  <c:v>78.357419265000004</c:v>
                </c:pt>
                <c:pt idx="313">
                  <c:v>76.214273392999999</c:v>
                </c:pt>
                <c:pt idx="314">
                  <c:v>76.785590150000004</c:v>
                </c:pt>
                <c:pt idx="315">
                  <c:v>76.618237336999997</c:v>
                </c:pt>
                <c:pt idx="316">
                  <c:v>75.654542598999996</c:v>
                </c:pt>
                <c:pt idx="317">
                  <c:v>77.521427596999999</c:v>
                </c:pt>
                <c:pt idx="318">
                  <c:v>79.553090749000006</c:v>
                </c:pt>
                <c:pt idx="319">
                  <c:v>79.635994757999995</c:v>
                </c:pt>
                <c:pt idx="320">
                  <c:v>79.977137030999998</c:v>
                </c:pt>
                <c:pt idx="321">
                  <c:v>81.573940335000003</c:v>
                </c:pt>
                <c:pt idx="322">
                  <c:v>80.259062154999995</c:v>
                </c:pt>
                <c:pt idx="323">
                  <c:v>79.333729830999999</c:v>
                </c:pt>
                <c:pt idx="324">
                  <c:v>81.372344561999995</c:v>
                </c:pt>
                <c:pt idx="325">
                  <c:v>81.307720629000002</c:v>
                </c:pt>
                <c:pt idx="327">
                  <c:v>78.487182062000002</c:v>
                </c:pt>
                <c:pt idx="328">
                  <c:v>76.508299412</c:v>
                </c:pt>
                <c:pt idx="329">
                  <c:v>77.656082244999993</c:v>
                </c:pt>
                <c:pt idx="330">
                  <c:v>79.240527186999998</c:v>
                </c:pt>
                <c:pt idx="331">
                  <c:v>80.377238986999998</c:v>
                </c:pt>
                <c:pt idx="332">
                  <c:v>80.594540179000006</c:v>
                </c:pt>
                <c:pt idx="333">
                  <c:v>82.203701843999994</c:v>
                </c:pt>
                <c:pt idx="334">
                  <c:v>83.489486381000006</c:v>
                </c:pt>
                <c:pt idx="335">
                  <c:v>81.904783972999994</c:v>
                </c:pt>
                <c:pt idx="336">
                  <c:v>80.921264363000006</c:v>
                </c:pt>
                <c:pt idx="337">
                  <c:v>80.027857807000004</c:v>
                </c:pt>
                <c:pt idx="338">
                  <c:v>81.299739187</c:v>
                </c:pt>
                <c:pt idx="339">
                  <c:v>81.793301252999996</c:v>
                </c:pt>
                <c:pt idx="340">
                  <c:v>81.913537813000005</c:v>
                </c:pt>
                <c:pt idx="341">
                  <c:v>80.925641283000004</c:v>
                </c:pt>
                <c:pt idx="342">
                  <c:v>80.784807454000003</c:v>
                </c:pt>
                <c:pt idx="343">
                  <c:v>82.240519462999998</c:v>
                </c:pt>
                <c:pt idx="344">
                  <c:v>82.949837924999997</c:v>
                </c:pt>
                <c:pt idx="345">
                  <c:v>82.816470605999996</c:v>
                </c:pt>
                <c:pt idx="346">
                  <c:v>82.097883373000002</c:v>
                </c:pt>
                <c:pt idx="347">
                  <c:v>81.886503896999997</c:v>
                </c:pt>
                <c:pt idx="348">
                  <c:v>83.139075336999994</c:v>
                </c:pt>
                <c:pt idx="349">
                  <c:v>82.410189469000002</c:v>
                </c:pt>
                <c:pt idx="350">
                  <c:v>81.669717637000005</c:v>
                </c:pt>
                <c:pt idx="351">
                  <c:v>79.973275043000001</c:v>
                </c:pt>
                <c:pt idx="352">
                  <c:v>79.811586478999999</c:v>
                </c:pt>
                <c:pt idx="353">
                  <c:v>78.703710856000001</c:v>
                </c:pt>
                <c:pt idx="354">
                  <c:v>80.104840100999994</c:v>
                </c:pt>
                <c:pt idx="355">
                  <c:v>78.430024638999996</c:v>
                </c:pt>
                <c:pt idx="356">
                  <c:v>78.573690592999995</c:v>
                </c:pt>
                <c:pt idx="357">
                  <c:v>79.192638536000004</c:v>
                </c:pt>
                <c:pt idx="358">
                  <c:v>78.061076052999994</c:v>
                </c:pt>
                <c:pt idx="359">
                  <c:v>79.423585418000002</c:v>
                </c:pt>
                <c:pt idx="360">
                  <c:v>79.559527395999993</c:v>
                </c:pt>
                <c:pt idx="361">
                  <c:v>79.270135761999995</c:v>
                </c:pt>
                <c:pt idx="364">
                  <c:v>77.806442310999998</c:v>
                </c:pt>
                <c:pt idx="365">
                  <c:v>77.745165435000004</c:v>
                </c:pt>
                <c:pt idx="366">
                  <c:v>76.777093777000005</c:v>
                </c:pt>
                <c:pt idx="367">
                  <c:v>76.640379401999994</c:v>
                </c:pt>
                <c:pt idx="368">
                  <c:v>76.352275097000003</c:v>
                </c:pt>
                <c:pt idx="369">
                  <c:v>75.231783645999997</c:v>
                </c:pt>
                <c:pt idx="370">
                  <c:v>74.803360444000006</c:v>
                </c:pt>
                <c:pt idx="371">
                  <c:v>74.786882629000004</c:v>
                </c:pt>
                <c:pt idx="372">
                  <c:v>76.328588237000005</c:v>
                </c:pt>
                <c:pt idx="373">
                  <c:v>76.704230937000005</c:v>
                </c:pt>
                <c:pt idx="374">
                  <c:v>78.625698697999994</c:v>
                </c:pt>
                <c:pt idx="375">
                  <c:v>78.248768670000004</c:v>
                </c:pt>
                <c:pt idx="376">
                  <c:v>76.629308369</c:v>
                </c:pt>
                <c:pt idx="377">
                  <c:v>76.880852520999994</c:v>
                </c:pt>
                <c:pt idx="378">
                  <c:v>76.307476035999997</c:v>
                </c:pt>
                <c:pt idx="379">
                  <c:v>76.989245651000005</c:v>
                </c:pt>
                <c:pt idx="380">
                  <c:v>77.332962581999993</c:v>
                </c:pt>
                <c:pt idx="381">
                  <c:v>75.940072244999996</c:v>
                </c:pt>
                <c:pt idx="382">
                  <c:v>74.686728407000004</c:v>
                </c:pt>
                <c:pt idx="383">
                  <c:v>74.438788778000003</c:v>
                </c:pt>
                <c:pt idx="384">
                  <c:v>73.989768306000002</c:v>
                </c:pt>
                <c:pt idx="385">
                  <c:v>72.178495936000004</c:v>
                </c:pt>
                <c:pt idx="386">
                  <c:v>73.560572707000006</c:v>
                </c:pt>
                <c:pt idx="387">
                  <c:v>74.002384133999996</c:v>
                </c:pt>
                <c:pt idx="388">
                  <c:v>75.209641582000003</c:v>
                </c:pt>
                <c:pt idx="389">
                  <c:v>75.174111292000006</c:v>
                </c:pt>
                <c:pt idx="390">
                  <c:v>76.705260800000005</c:v>
                </c:pt>
                <c:pt idx="391">
                  <c:v>75.431062226999998</c:v>
                </c:pt>
                <c:pt idx="392">
                  <c:v>74.525812239999993</c:v>
                </c:pt>
                <c:pt idx="393">
                  <c:v>75.123647981999994</c:v>
                </c:pt>
                <c:pt idx="394">
                  <c:v>74.457068853999999</c:v>
                </c:pt>
                <c:pt idx="395">
                  <c:v>74.551301361</c:v>
                </c:pt>
                <c:pt idx="397">
                  <c:v>74.822412919000001</c:v>
                </c:pt>
                <c:pt idx="398">
                  <c:v>77.962466625999994</c:v>
                </c:pt>
                <c:pt idx="399">
                  <c:v>78.934400272000005</c:v>
                </c:pt>
                <c:pt idx="400">
                  <c:v>78.719673739000001</c:v>
                </c:pt>
                <c:pt idx="401">
                  <c:v>78.239242431999998</c:v>
                </c:pt>
                <c:pt idx="402">
                  <c:v>78.189294054000001</c:v>
                </c:pt>
                <c:pt idx="403">
                  <c:v>77.611283184000001</c:v>
                </c:pt>
                <c:pt idx="404">
                  <c:v>76.091977106000002</c:v>
                </c:pt>
                <c:pt idx="405">
                  <c:v>76.797176113999996</c:v>
                </c:pt>
                <c:pt idx="407">
                  <c:v>76.720193820000006</c:v>
                </c:pt>
                <c:pt idx="408">
                  <c:v>76.275807735000001</c:v>
                </c:pt>
                <c:pt idx="409">
                  <c:v>75.745170583999993</c:v>
                </c:pt>
                <c:pt idx="410">
                  <c:v>76.361286402000005</c:v>
                </c:pt>
                <c:pt idx="411">
                  <c:v>77.868491585000001</c:v>
                </c:pt>
                <c:pt idx="413">
                  <c:v>76.656599751000002</c:v>
                </c:pt>
                <c:pt idx="414">
                  <c:v>76.951140702000004</c:v>
                </c:pt>
                <c:pt idx="415">
                  <c:v>77.814166287000006</c:v>
                </c:pt>
                <c:pt idx="416">
                  <c:v>80.050257337000005</c:v>
                </c:pt>
                <c:pt idx="417">
                  <c:v>80.632387660999996</c:v>
                </c:pt>
                <c:pt idx="418">
                  <c:v>81.875947796000005</c:v>
                </c:pt>
                <c:pt idx="419">
                  <c:v>82.677953970000004</c:v>
                </c:pt>
                <c:pt idx="420">
                  <c:v>83.540464623000005</c:v>
                </c:pt>
                <c:pt idx="421">
                  <c:v>83.221979345999998</c:v>
                </c:pt>
                <c:pt idx="422">
                  <c:v>83.947260692</c:v>
                </c:pt>
                <c:pt idx="423">
                  <c:v>82.372856917999997</c:v>
                </c:pt>
                <c:pt idx="424">
                  <c:v>83.672287147000006</c:v>
                </c:pt>
                <c:pt idx="425">
                  <c:v>84.909410635</c:v>
                </c:pt>
                <c:pt idx="426">
                  <c:v>85.897564630000005</c:v>
                </c:pt>
                <c:pt idx="427">
                  <c:v>85.974031992999997</c:v>
                </c:pt>
                <c:pt idx="428">
                  <c:v>85.397823384000006</c:v>
                </c:pt>
                <c:pt idx="429">
                  <c:v>84.495405521999999</c:v>
                </c:pt>
                <c:pt idx="430">
                  <c:v>85.847616251999995</c:v>
                </c:pt>
                <c:pt idx="431">
                  <c:v>86.271147603000003</c:v>
                </c:pt>
                <c:pt idx="432">
                  <c:v>85.940046498000001</c:v>
                </c:pt>
                <c:pt idx="433">
                  <c:v>85.080110504000004</c:v>
                </c:pt>
                <c:pt idx="434">
                  <c:v>84.894735080999993</c:v>
                </c:pt>
                <c:pt idx="435">
                  <c:v>86.810796058999998</c:v>
                </c:pt>
                <c:pt idx="436">
                  <c:v>87.770371342999994</c:v>
                </c:pt>
                <c:pt idx="437">
                  <c:v>87.837312467999993</c:v>
                </c:pt>
                <c:pt idx="438">
                  <c:v>89.844516362999997</c:v>
                </c:pt>
                <c:pt idx="439">
                  <c:v>90.135710258000003</c:v>
                </c:pt>
                <c:pt idx="441">
                  <c:v>91.146006318000005</c:v>
                </c:pt>
                <c:pt idx="442">
                  <c:v>91.896776785</c:v>
                </c:pt>
                <c:pt idx="443">
                  <c:v>90.544051121999999</c:v>
                </c:pt>
                <c:pt idx="444">
                  <c:v>92.232254808999997</c:v>
                </c:pt>
                <c:pt idx="445">
                  <c:v>92.564385776999998</c:v>
                </c:pt>
                <c:pt idx="446">
                  <c:v>91.972986680999995</c:v>
                </c:pt>
                <c:pt idx="447">
                  <c:v>92.641110604999994</c:v>
                </c:pt>
                <c:pt idx="448">
                  <c:v>93.189255434000003</c:v>
                </c:pt>
                <c:pt idx="449">
                  <c:v>93.543785932999995</c:v>
                </c:pt>
                <c:pt idx="450">
                  <c:v>92.212172471000002</c:v>
                </c:pt>
                <c:pt idx="451">
                  <c:v>93.336525910000006</c:v>
                </c:pt>
                <c:pt idx="452">
                  <c:v>91.984830110999994</c:v>
                </c:pt>
                <c:pt idx="453">
                  <c:v>90.855327355</c:v>
                </c:pt>
                <c:pt idx="454">
                  <c:v>90.253372158999994</c:v>
                </c:pt>
                <c:pt idx="455">
                  <c:v>91.876694447000006</c:v>
                </c:pt>
                <c:pt idx="456">
                  <c:v>92.532202542999997</c:v>
                </c:pt>
                <c:pt idx="457">
                  <c:v>93.103776766999999</c:v>
                </c:pt>
                <c:pt idx="458">
                  <c:v>92.790440806999996</c:v>
                </c:pt>
                <c:pt idx="459">
                  <c:v>93.376175653000004</c:v>
                </c:pt>
                <c:pt idx="460">
                  <c:v>91.496159896999998</c:v>
                </c:pt>
                <c:pt idx="461">
                  <c:v>93.034260982999996</c:v>
                </c:pt>
                <c:pt idx="462">
                  <c:v>92.121029555000007</c:v>
                </c:pt>
                <c:pt idx="463">
                  <c:v>91.291217067000005</c:v>
                </c:pt>
                <c:pt idx="464">
                  <c:v>91.018303247999995</c:v>
                </c:pt>
                <c:pt idx="465">
                  <c:v>91.627210023000004</c:v>
                </c:pt>
                <c:pt idx="466">
                  <c:v>90.006977324999994</c:v>
                </c:pt>
                <c:pt idx="467">
                  <c:v>90.597604023000002</c:v>
                </c:pt>
                <c:pt idx="468">
                  <c:v>90.592197239000001</c:v>
                </c:pt>
                <c:pt idx="469">
                  <c:v>90.178192125999999</c:v>
                </c:pt>
                <c:pt idx="470">
                  <c:v>90.482516779999997</c:v>
                </c:pt>
                <c:pt idx="471">
                  <c:v>92.374890898999993</c:v>
                </c:pt>
                <c:pt idx="472">
                  <c:v>92.981737945999996</c:v>
                </c:pt>
                <c:pt idx="473">
                  <c:v>92.984827537000001</c:v>
                </c:pt>
                <c:pt idx="474">
                  <c:v>93.527565582999998</c:v>
                </c:pt>
                <c:pt idx="475">
                  <c:v>92.317733477000004</c:v>
                </c:pt>
                <c:pt idx="476">
                  <c:v>92.864076045000004</c:v>
                </c:pt>
                <c:pt idx="477">
                  <c:v>93.710366347999994</c:v>
                </c:pt>
                <c:pt idx="478">
                  <c:v>93.664537424000002</c:v>
                </c:pt>
                <c:pt idx="479">
                  <c:v>93.473755217000004</c:v>
                </c:pt>
                <c:pt idx="480">
                  <c:v>93.147545964000003</c:v>
                </c:pt>
                <c:pt idx="481">
                  <c:v>93.092448269000002</c:v>
                </c:pt>
                <c:pt idx="482">
                  <c:v>92.617938676999998</c:v>
                </c:pt>
                <c:pt idx="483">
                  <c:v>92.332151565000004</c:v>
                </c:pt>
                <c:pt idx="484">
                  <c:v>91.502854009000004</c:v>
                </c:pt>
                <c:pt idx="485">
                  <c:v>91.857899438999993</c:v>
                </c:pt>
                <c:pt idx="486">
                  <c:v>91.497962158000007</c:v>
                </c:pt>
                <c:pt idx="487">
                  <c:v>90.510580559999994</c:v>
                </c:pt>
                <c:pt idx="488">
                  <c:v>90.342197882999997</c:v>
                </c:pt>
                <c:pt idx="489">
                  <c:v>89.590140086999995</c:v>
                </c:pt>
                <c:pt idx="490">
                  <c:v>88.621038565999996</c:v>
                </c:pt>
                <c:pt idx="491">
                  <c:v>89.254662062999998</c:v>
                </c:pt>
                <c:pt idx="492">
                  <c:v>88.358165916000004</c:v>
                </c:pt>
                <c:pt idx="493">
                  <c:v>89.609964958999996</c:v>
                </c:pt>
                <c:pt idx="494">
                  <c:v>90.279376212000003</c:v>
                </c:pt>
                <c:pt idx="495">
                  <c:v>89.413261036999998</c:v>
                </c:pt>
                <c:pt idx="496">
                  <c:v>88.204973726000006</c:v>
                </c:pt>
                <c:pt idx="497">
                  <c:v>88.782984596000006</c:v>
                </c:pt>
                <c:pt idx="498">
                  <c:v>89.446216668000005</c:v>
                </c:pt>
                <c:pt idx="499">
                  <c:v>88.515992491999995</c:v>
                </c:pt>
                <c:pt idx="500">
                  <c:v>86.634174474000005</c:v>
                </c:pt>
                <c:pt idx="501">
                  <c:v>87.741792631999999</c:v>
                </c:pt>
                <c:pt idx="502">
                  <c:v>87.646787727000003</c:v>
                </c:pt>
                <c:pt idx="503">
                  <c:v>86.716306086000003</c:v>
                </c:pt>
                <c:pt idx="504">
                  <c:v>85.707554821000002</c:v>
                </c:pt>
                <c:pt idx="506">
                  <c:v>85.304878205999998</c:v>
                </c:pt>
                <c:pt idx="507">
                  <c:v>86.460899945999998</c:v>
                </c:pt>
                <c:pt idx="508">
                  <c:v>87.619238878999994</c:v>
                </c:pt>
                <c:pt idx="509">
                  <c:v>88.002605555000002</c:v>
                </c:pt>
                <c:pt idx="510">
                  <c:v>88.086539427000005</c:v>
                </c:pt>
                <c:pt idx="511">
                  <c:v>87.474285597000005</c:v>
                </c:pt>
                <c:pt idx="512">
                  <c:v>87.393698779999994</c:v>
                </c:pt>
                <c:pt idx="513">
                  <c:v>86.882114103999996</c:v>
                </c:pt>
                <c:pt idx="514">
                  <c:v>87.622071004000006</c:v>
                </c:pt>
                <c:pt idx="515">
                  <c:v>85.967337880000002</c:v>
                </c:pt>
                <c:pt idx="516">
                  <c:v>85.418163187000005</c:v>
                </c:pt>
                <c:pt idx="517">
                  <c:v>85.345042880999998</c:v>
                </c:pt>
                <c:pt idx="518">
                  <c:v>84.058485946000005</c:v>
                </c:pt>
                <c:pt idx="519">
                  <c:v>83.401433054999998</c:v>
                </c:pt>
                <c:pt idx="520">
                  <c:v>84.580111791999997</c:v>
                </c:pt>
                <c:pt idx="521">
                  <c:v>85.042520487999994</c:v>
                </c:pt>
                <c:pt idx="522">
                  <c:v>83.891905531000006</c:v>
                </c:pt>
                <c:pt idx="523">
                  <c:v>82.329087720999993</c:v>
                </c:pt>
                <c:pt idx="524">
                  <c:v>83.195202895999998</c:v>
                </c:pt>
                <c:pt idx="525">
                  <c:v>82.752361605999994</c:v>
                </c:pt>
                <c:pt idx="526">
                  <c:v>82.700868431999993</c:v>
                </c:pt>
                <c:pt idx="527">
                  <c:v>83.292010062000003</c:v>
                </c:pt>
                <c:pt idx="528">
                  <c:v>85.032736784999997</c:v>
                </c:pt>
                <c:pt idx="529">
                  <c:v>84.984590667999996</c:v>
                </c:pt>
                <c:pt idx="531">
                  <c:v>83.034544194999995</c:v>
                </c:pt>
                <c:pt idx="532">
                  <c:v>83.371052082999995</c:v>
                </c:pt>
                <c:pt idx="533">
                  <c:v>82.053856710000005</c:v>
                </c:pt>
                <c:pt idx="534">
                  <c:v>80.186456781000004</c:v>
                </c:pt>
                <c:pt idx="535">
                  <c:v>80.466837108999997</c:v>
                </c:pt>
                <c:pt idx="536">
                  <c:v>80.213490696999997</c:v>
                </c:pt>
                <c:pt idx="537">
                  <c:v>81.107669650999995</c:v>
                </c:pt>
                <c:pt idx="538">
                  <c:v>81.499275233999995</c:v>
                </c:pt>
                <c:pt idx="539">
                  <c:v>80.337589244</c:v>
                </c:pt>
                <c:pt idx="540">
                  <c:v>81.956019681000001</c:v>
                </c:pt>
                <c:pt idx="541">
                  <c:v>79.893203158999995</c:v>
                </c:pt>
                <c:pt idx="542">
                  <c:v>78.851496263000001</c:v>
                </c:pt>
                <c:pt idx="543">
                  <c:v>79.419980895999998</c:v>
                </c:pt>
                <c:pt idx="544">
                  <c:v>80.802830064999995</c:v>
                </c:pt>
                <c:pt idx="546">
                  <c:v>83.770639107999997</c:v>
                </c:pt>
                <c:pt idx="547">
                  <c:v>83.841699687000002</c:v>
                </c:pt>
                <c:pt idx="548">
                  <c:v>85.781962456000002</c:v>
                </c:pt>
                <c:pt idx="549">
                  <c:v>85.819037541</c:v>
                </c:pt>
                <c:pt idx="550">
                  <c:v>85.437730592999998</c:v>
                </c:pt>
                <c:pt idx="551">
                  <c:v>86.885203693999998</c:v>
                </c:pt>
                <c:pt idx="552">
                  <c:v>86.495657838</c:v>
                </c:pt>
                <c:pt idx="553">
                  <c:v>88.658886047999999</c:v>
                </c:pt>
                <c:pt idx="555">
                  <c:v>90.891115110000001</c:v>
                </c:pt>
                <c:pt idx="556">
                  <c:v>90.172270411</c:v>
                </c:pt>
                <c:pt idx="557">
                  <c:v>90.844771253999994</c:v>
                </c:pt>
                <c:pt idx="558">
                  <c:v>89.847348487999994</c:v>
                </c:pt>
                <c:pt idx="559">
                  <c:v>90.346317337000002</c:v>
                </c:pt>
                <c:pt idx="560">
                  <c:v>90.919693821999999</c:v>
                </c:pt>
                <c:pt idx="561">
                  <c:v>89.779634965</c:v>
                </c:pt>
                <c:pt idx="562">
                  <c:v>90.072373655000007</c:v>
                </c:pt>
                <c:pt idx="563">
                  <c:v>90.615884098999999</c:v>
                </c:pt>
                <c:pt idx="564">
                  <c:v>90.669951931</c:v>
                </c:pt>
                <c:pt idx="565">
                  <c:v>91.383647312999997</c:v>
                </c:pt>
                <c:pt idx="566">
                  <c:v>92.130040859999994</c:v>
                </c:pt>
                <c:pt idx="567">
                  <c:v>91.377725597999998</c:v>
                </c:pt>
                <c:pt idx="568">
                  <c:v>91.810268253999993</c:v>
                </c:pt>
                <c:pt idx="569">
                  <c:v>91.457540016999999</c:v>
                </c:pt>
                <c:pt idx="570">
                  <c:v>91.670206821999997</c:v>
                </c:pt>
                <c:pt idx="571">
                  <c:v>91.968609762</c:v>
                </c:pt>
                <c:pt idx="572">
                  <c:v>91.849660530999998</c:v>
                </c:pt>
                <c:pt idx="573">
                  <c:v>91.695181011000003</c:v>
                </c:pt>
                <c:pt idx="574">
                  <c:v>94.667624439999997</c:v>
                </c:pt>
                <c:pt idx="575">
                  <c:v>95.242288254000002</c:v>
                </c:pt>
                <c:pt idx="576">
                  <c:v>94.491517787000006</c:v>
                </c:pt>
                <c:pt idx="577">
                  <c:v>94.895996663000005</c:v>
                </c:pt>
                <c:pt idx="578">
                  <c:v>95.593214230000001</c:v>
                </c:pt>
                <c:pt idx="579">
                  <c:v>94.816954641999999</c:v>
                </c:pt>
                <c:pt idx="580">
                  <c:v>95.527045501999993</c:v>
                </c:pt>
                <c:pt idx="581">
                  <c:v>96.125911106999993</c:v>
                </c:pt>
                <c:pt idx="583">
                  <c:v>96.340122707999996</c:v>
                </c:pt>
                <c:pt idx="584">
                  <c:v>97.062571930000004</c:v>
                </c:pt>
                <c:pt idx="585">
                  <c:v>96.902170694999995</c:v>
                </c:pt>
                <c:pt idx="588">
                  <c:v>95.036315560000006</c:v>
                </c:pt>
                <c:pt idx="589">
                  <c:v>94.962937788999994</c:v>
                </c:pt>
                <c:pt idx="590">
                  <c:v>93.662992629000001</c:v>
                </c:pt>
                <c:pt idx="591">
                  <c:v>94.718860147000001</c:v>
                </c:pt>
                <c:pt idx="592">
                  <c:v>95.775500062999996</c:v>
                </c:pt>
                <c:pt idx="593">
                  <c:v>95.433585391999998</c:v>
                </c:pt>
                <c:pt idx="594">
                  <c:v>95.145481087999997</c:v>
                </c:pt>
                <c:pt idx="595">
                  <c:v>94.424061730000005</c:v>
                </c:pt>
                <c:pt idx="596">
                  <c:v>94.984564921</c:v>
                </c:pt>
                <c:pt idx="597">
                  <c:v>95.322360137999993</c:v>
                </c:pt>
                <c:pt idx="598">
                  <c:v>93.286834998000003</c:v>
                </c:pt>
                <c:pt idx="599">
                  <c:v>92.902953390999997</c:v>
                </c:pt>
                <c:pt idx="600">
                  <c:v>91.756972818999998</c:v>
                </c:pt>
                <c:pt idx="601">
                  <c:v>92.514179932999994</c:v>
                </c:pt>
                <c:pt idx="602">
                  <c:v>91.616138989999996</c:v>
                </c:pt>
                <c:pt idx="603">
                  <c:v>92.774477923999996</c:v>
                </c:pt>
                <c:pt idx="604">
                  <c:v>92.153727720000006</c:v>
                </c:pt>
                <c:pt idx="605">
                  <c:v>92.488690812000002</c:v>
                </c:pt>
                <c:pt idx="606">
                  <c:v>92.642912866000003</c:v>
                </c:pt>
                <c:pt idx="607">
                  <c:v>92.065674392999995</c:v>
                </c:pt>
                <c:pt idx="608">
                  <c:v>91.082154782999993</c:v>
                </c:pt>
                <c:pt idx="609">
                  <c:v>92.093995638999999</c:v>
                </c:pt>
                <c:pt idx="610">
                  <c:v>92.483798960000001</c:v>
                </c:pt>
                <c:pt idx="611">
                  <c:v>91.544306014</c:v>
                </c:pt>
                <c:pt idx="612">
                  <c:v>91.439517405999993</c:v>
                </c:pt>
                <c:pt idx="613">
                  <c:v>93.363044893999998</c:v>
                </c:pt>
                <c:pt idx="614">
                  <c:v>93.484568783</c:v>
                </c:pt>
                <c:pt idx="615">
                  <c:v>92.308722170999999</c:v>
                </c:pt>
                <c:pt idx="616">
                  <c:v>92.507743285999993</c:v>
                </c:pt>
                <c:pt idx="619">
                  <c:v>91.483286602999996</c:v>
                </c:pt>
                <c:pt idx="620">
                  <c:v>91.863306222000006</c:v>
                </c:pt>
                <c:pt idx="621">
                  <c:v>92.153727720000006</c:v>
                </c:pt>
                <c:pt idx="622">
                  <c:v>92.125663939999995</c:v>
                </c:pt>
                <c:pt idx="623">
                  <c:v>93.412735807000004</c:v>
                </c:pt>
                <c:pt idx="624">
                  <c:v>93.235341825000006</c:v>
                </c:pt>
                <c:pt idx="625">
                  <c:v>93.869737720000003</c:v>
                </c:pt>
                <c:pt idx="626">
                  <c:v>93.037608039000006</c:v>
                </c:pt>
                <c:pt idx="627">
                  <c:v>93.225043189999994</c:v>
                </c:pt>
                <c:pt idx="628">
                  <c:v>95.157067052000002</c:v>
                </c:pt>
                <c:pt idx="629">
                  <c:v>94.737397689000005</c:v>
                </c:pt>
                <c:pt idx="630">
                  <c:v>93.924835415000004</c:v>
                </c:pt>
                <c:pt idx="631">
                  <c:v>94.194659642999994</c:v>
                </c:pt>
                <c:pt idx="632">
                  <c:v>93.092705734999996</c:v>
                </c:pt>
                <c:pt idx="633">
                  <c:v>93.318245833999995</c:v>
                </c:pt>
                <c:pt idx="634">
                  <c:v>93.428698690000004</c:v>
                </c:pt>
                <c:pt idx="635">
                  <c:v>93.409388750000005</c:v>
                </c:pt>
                <c:pt idx="636">
                  <c:v>93.891622318000003</c:v>
                </c:pt>
                <c:pt idx="637">
                  <c:v>93.586010334999997</c:v>
                </c:pt>
                <c:pt idx="638">
                  <c:v>94.660157929999997</c:v>
                </c:pt>
                <c:pt idx="639">
                  <c:v>94.950579426999994</c:v>
                </c:pt>
                <c:pt idx="640">
                  <c:v>94.850682671000001</c:v>
                </c:pt>
                <c:pt idx="641">
                  <c:v>94.262373166000003</c:v>
                </c:pt>
                <c:pt idx="642">
                  <c:v>94.300478114000001</c:v>
                </c:pt>
                <c:pt idx="643">
                  <c:v>94.616388732000004</c:v>
                </c:pt>
                <c:pt idx="644">
                  <c:v>96.116384870000005</c:v>
                </c:pt>
                <c:pt idx="645">
                  <c:v>95.893676896000002</c:v>
                </c:pt>
                <c:pt idx="646">
                  <c:v>94.755162834000004</c:v>
                </c:pt>
                <c:pt idx="647">
                  <c:v>94.458047223999998</c:v>
                </c:pt>
                <c:pt idx="648">
                  <c:v>94.455987496999995</c:v>
                </c:pt>
                <c:pt idx="649">
                  <c:v>95.206243032000003</c:v>
                </c:pt>
                <c:pt idx="650">
                  <c:v>95.065666668999995</c:v>
                </c:pt>
                <c:pt idx="652">
                  <c:v>93.995381062000007</c:v>
                </c:pt>
                <c:pt idx="653">
                  <c:v>93.915309178000001</c:v>
                </c:pt>
                <c:pt idx="654">
                  <c:v>93.784516518000004</c:v>
                </c:pt>
                <c:pt idx="655">
                  <c:v>94.300478114000001</c:v>
                </c:pt>
                <c:pt idx="656">
                  <c:v>93.627204872999997</c:v>
                </c:pt>
                <c:pt idx="657">
                  <c:v>94.876429256999998</c:v>
                </c:pt>
                <c:pt idx="658">
                  <c:v>96.089865885999998</c:v>
                </c:pt>
                <c:pt idx="659">
                  <c:v>93.989201882000003</c:v>
                </c:pt>
                <c:pt idx="660">
                  <c:v>93.231994768000007</c:v>
                </c:pt>
                <c:pt idx="661">
                  <c:v>91.660938051000002</c:v>
                </c:pt>
                <c:pt idx="662">
                  <c:v>90.837562210000002</c:v>
                </c:pt>
                <c:pt idx="663">
                  <c:v>89.890345288000006</c:v>
                </c:pt>
                <c:pt idx="664">
                  <c:v>89.385969654999997</c:v>
                </c:pt>
                <c:pt idx="665">
                  <c:v>89.149615990000001</c:v>
                </c:pt>
                <c:pt idx="666">
                  <c:v>89.769851262000003</c:v>
                </c:pt>
                <c:pt idx="667">
                  <c:v>89.884938504000004</c:v>
                </c:pt>
                <c:pt idx="668">
                  <c:v>89.520624303000005</c:v>
                </c:pt>
                <c:pt idx="669">
                  <c:v>88.968617485999999</c:v>
                </c:pt>
                <c:pt idx="670">
                  <c:v>88.581131357000004</c:v>
                </c:pt>
                <c:pt idx="671">
                  <c:v>90.085246948000005</c:v>
                </c:pt>
                <c:pt idx="672">
                  <c:v>90.494875141999998</c:v>
                </c:pt>
                <c:pt idx="673">
                  <c:v>89.344002719000002</c:v>
                </c:pt>
                <c:pt idx="675">
                  <c:v>90.727624285000005</c:v>
                </c:pt>
                <c:pt idx="676">
                  <c:v>92.358155616999994</c:v>
                </c:pt>
                <c:pt idx="677">
                  <c:v>91.933851869999998</c:v>
                </c:pt>
                <c:pt idx="678">
                  <c:v>92.193892395000006</c:v>
                </c:pt>
                <c:pt idx="679">
                  <c:v>92.520101647000004</c:v>
                </c:pt>
                <c:pt idx="680">
                  <c:v>91.056408196999996</c:v>
                </c:pt>
                <c:pt idx="681">
                  <c:v>90.184371307000006</c:v>
                </c:pt>
                <c:pt idx="682">
                  <c:v>90.541218998000005</c:v>
                </c:pt>
                <c:pt idx="683">
                  <c:v>90.786326502999998</c:v>
                </c:pt>
                <c:pt idx="684">
                  <c:v>91.386221972000001</c:v>
                </c:pt>
                <c:pt idx="685">
                  <c:v>91.836787237999999</c:v>
                </c:pt>
                <c:pt idx="686">
                  <c:v>91.566448077999993</c:v>
                </c:pt>
                <c:pt idx="687">
                  <c:v>91.461659470000001</c:v>
                </c:pt>
                <c:pt idx="688">
                  <c:v>91.386479437000006</c:v>
                </c:pt>
                <c:pt idx="689">
                  <c:v>89.715783430000002</c:v>
                </c:pt>
                <c:pt idx="690">
                  <c:v>89.138030025999996</c:v>
                </c:pt>
                <c:pt idx="691">
                  <c:v>88.734838479000004</c:v>
                </c:pt>
                <c:pt idx="692">
                  <c:v>88.751831225999993</c:v>
                </c:pt>
                <c:pt idx="693">
                  <c:v>88.109968820999995</c:v>
                </c:pt>
                <c:pt idx="694">
                  <c:v>87.211927879000001</c:v>
                </c:pt>
                <c:pt idx="696">
                  <c:v>86.123104729000005</c:v>
                </c:pt>
                <c:pt idx="697">
                  <c:v>86.813113251000004</c:v>
                </c:pt>
                <c:pt idx="698">
                  <c:v>86.558994440999996</c:v>
                </c:pt>
                <c:pt idx="699">
                  <c:v>86.280673840000006</c:v>
                </c:pt>
                <c:pt idx="700">
                  <c:v>87.533760212000004</c:v>
                </c:pt>
                <c:pt idx="701">
                  <c:v>85.990509807999999</c:v>
                </c:pt>
                <c:pt idx="702">
                  <c:v>85.260594076999993</c:v>
                </c:pt>
                <c:pt idx="703">
                  <c:v>86.299726313999997</c:v>
                </c:pt>
                <c:pt idx="704">
                  <c:v>84.874137810999997</c:v>
                </c:pt>
                <c:pt idx="705">
                  <c:v>84.513170665999994</c:v>
                </c:pt>
                <c:pt idx="706">
                  <c:v>85.079338106999998</c:v>
                </c:pt>
                <c:pt idx="707">
                  <c:v>84.167651473999996</c:v>
                </c:pt>
                <c:pt idx="708">
                  <c:v>84.344015592000005</c:v>
                </c:pt>
                <c:pt idx="709">
                  <c:v>84.925373519000004</c:v>
                </c:pt>
                <c:pt idx="710">
                  <c:v>84.826764092000005</c:v>
                </c:pt>
                <c:pt idx="711">
                  <c:v>85.643703286000004</c:v>
                </c:pt>
                <c:pt idx="712">
                  <c:v>86.867181083000006</c:v>
                </c:pt>
                <c:pt idx="713">
                  <c:v>86.552042862999997</c:v>
                </c:pt>
                <c:pt idx="714">
                  <c:v>86.405544785000004</c:v>
                </c:pt>
                <c:pt idx="715">
                  <c:v>88.096580595999995</c:v>
                </c:pt>
                <c:pt idx="716">
                  <c:v>87.073668708</c:v>
                </c:pt>
                <c:pt idx="717">
                  <c:v>87.159662307999994</c:v>
                </c:pt>
                <c:pt idx="718">
                  <c:v>87.061825278000001</c:v>
                </c:pt>
                <c:pt idx="719">
                  <c:v>88.200081874000006</c:v>
                </c:pt>
                <c:pt idx="720">
                  <c:v>89.501571829</c:v>
                </c:pt>
                <c:pt idx="721">
                  <c:v>89.898841661000006</c:v>
                </c:pt>
                <c:pt idx="722">
                  <c:v>89.842456635999994</c:v>
                </c:pt>
                <c:pt idx="723">
                  <c:v>90.436172924000005</c:v>
                </c:pt>
                <c:pt idx="724">
                  <c:v>90.638541094999994</c:v>
                </c:pt>
                <c:pt idx="725">
                  <c:v>91.689001830999999</c:v>
                </c:pt>
                <c:pt idx="726">
                  <c:v>91.955736467999998</c:v>
                </c:pt>
                <c:pt idx="727">
                  <c:v>92.093480706999998</c:v>
                </c:pt>
                <c:pt idx="728">
                  <c:v>92.136734971999999</c:v>
                </c:pt>
                <c:pt idx="729">
                  <c:v>92.405271870999997</c:v>
                </c:pt>
                <c:pt idx="730">
                  <c:v>90.437202787999993</c:v>
                </c:pt>
                <c:pt idx="731">
                  <c:v>90.228912902000005</c:v>
                </c:pt>
                <c:pt idx="732">
                  <c:v>91.189775515999997</c:v>
                </c:pt>
                <c:pt idx="733">
                  <c:v>90.047141999999994</c:v>
                </c:pt>
                <c:pt idx="734">
                  <c:v>89.254147130999996</c:v>
                </c:pt>
                <c:pt idx="735">
                  <c:v>88.703427642999998</c:v>
                </c:pt>
                <c:pt idx="736">
                  <c:v>89.655021485999995</c:v>
                </c:pt>
                <c:pt idx="737">
                  <c:v>89.275774264000006</c:v>
                </c:pt>
                <c:pt idx="738">
                  <c:v>88.836280029999998</c:v>
                </c:pt>
                <c:pt idx="739">
                  <c:v>89.537359585000004</c:v>
                </c:pt>
                <c:pt idx="740">
                  <c:v>89.941838461000003</c:v>
                </c:pt>
                <c:pt idx="741">
                  <c:v>90.167121093999995</c:v>
                </c:pt>
                <c:pt idx="742">
                  <c:v>89.594774473000001</c:v>
                </c:pt>
                <c:pt idx="743">
                  <c:v>90.173300275000003</c:v>
                </c:pt>
                <c:pt idx="744">
                  <c:v>91.561813693000005</c:v>
                </c:pt>
                <c:pt idx="745">
                  <c:v>92.209855278000006</c:v>
                </c:pt>
                <c:pt idx="746">
                  <c:v>94.010571548000001</c:v>
                </c:pt>
                <c:pt idx="747">
                  <c:v>94.049191428</c:v>
                </c:pt>
                <c:pt idx="748">
                  <c:v>94.709591376000006</c:v>
                </c:pt>
                <c:pt idx="749">
                  <c:v>95.481731508999999</c:v>
                </c:pt>
                <c:pt idx="750">
                  <c:v>95.768805951000004</c:v>
                </c:pt>
                <c:pt idx="751">
                  <c:v>95.359692688999999</c:v>
                </c:pt>
                <c:pt idx="752">
                  <c:v>97.246660023999993</c:v>
                </c:pt>
                <c:pt idx="753">
                  <c:v>97.252066807000006</c:v>
                </c:pt>
                <c:pt idx="754">
                  <c:v>97.273693940000001</c:v>
                </c:pt>
                <c:pt idx="755">
                  <c:v>95.722204629000004</c:v>
                </c:pt>
                <c:pt idx="756">
                  <c:v>97.315660875999995</c:v>
                </c:pt>
                <c:pt idx="757">
                  <c:v>97.060769668999995</c:v>
                </c:pt>
                <c:pt idx="758">
                  <c:v>96.649081748</c:v>
                </c:pt>
                <c:pt idx="759">
                  <c:v>96.425343909999995</c:v>
                </c:pt>
                <c:pt idx="760">
                  <c:v>95.013658563999996</c:v>
                </c:pt>
                <c:pt idx="761">
                  <c:v>94.904750503000002</c:v>
                </c:pt>
                <c:pt idx="762">
                  <c:v>94.103516725999995</c:v>
                </c:pt>
                <c:pt idx="763">
                  <c:v>94.522413690999997</c:v>
                </c:pt>
                <c:pt idx="764">
                  <c:v>96.191049972000002</c:v>
                </c:pt>
                <c:pt idx="765">
                  <c:v>96.563603079999993</c:v>
                </c:pt>
                <c:pt idx="766">
                  <c:v>95.333688636000005</c:v>
                </c:pt>
                <c:pt idx="767">
                  <c:v>94.977870808999995</c:v>
                </c:pt>
                <c:pt idx="768">
                  <c:v>94.956758608000001</c:v>
                </c:pt>
                <c:pt idx="769">
                  <c:v>95.167880617999998</c:v>
                </c:pt>
                <c:pt idx="770">
                  <c:v>94.692598629000003</c:v>
                </c:pt>
                <c:pt idx="771">
                  <c:v>95.580598402000007</c:v>
                </c:pt>
                <c:pt idx="772">
                  <c:v>95.889042509999996</c:v>
                </c:pt>
                <c:pt idx="773">
                  <c:v>95.960875486999996</c:v>
                </c:pt>
                <c:pt idx="774">
                  <c:v>95.348879122</c:v>
                </c:pt>
                <c:pt idx="775">
                  <c:v>94.348109299000001</c:v>
                </c:pt>
                <c:pt idx="776">
                  <c:v>92.472985394000005</c:v>
                </c:pt>
                <c:pt idx="777">
                  <c:v>91.919433780999995</c:v>
                </c:pt>
                <c:pt idx="778">
                  <c:v>92.752593325000007</c:v>
                </c:pt>
                <c:pt idx="779">
                  <c:v>91.939001187000002</c:v>
                </c:pt>
                <c:pt idx="780">
                  <c:v>92.775250321000001</c:v>
                </c:pt>
                <c:pt idx="781">
                  <c:v>93.058977705999993</c:v>
                </c:pt>
                <c:pt idx="782">
                  <c:v>92.414283175999998</c:v>
                </c:pt>
                <c:pt idx="783">
                  <c:v>92.376178228000001</c:v>
                </c:pt>
                <c:pt idx="784">
                  <c:v>93.206505648000004</c:v>
                </c:pt>
                <c:pt idx="785">
                  <c:v>91.788383655000004</c:v>
                </c:pt>
                <c:pt idx="786">
                  <c:v>91.908620214999999</c:v>
                </c:pt>
                <c:pt idx="787">
                  <c:v>91.531690186000006</c:v>
                </c:pt>
                <c:pt idx="788">
                  <c:v>91.884160957000006</c:v>
                </c:pt>
                <c:pt idx="789">
                  <c:v>90.494360209999996</c:v>
                </c:pt>
                <c:pt idx="790">
                  <c:v>90.551002701000002</c:v>
                </c:pt>
                <c:pt idx="791">
                  <c:v>90.234319685000003</c:v>
                </c:pt>
                <c:pt idx="792">
                  <c:v>91.175614893000002</c:v>
                </c:pt>
                <c:pt idx="793">
                  <c:v>91.452390699000006</c:v>
                </c:pt>
                <c:pt idx="794">
                  <c:v>91.880041503000001</c:v>
                </c:pt>
                <c:pt idx="795">
                  <c:v>91.241268688999995</c:v>
                </c:pt>
                <c:pt idx="796">
                  <c:v>91.054348469999994</c:v>
                </c:pt>
                <c:pt idx="797">
                  <c:v>91.219641555999999</c:v>
                </c:pt>
                <c:pt idx="798">
                  <c:v>90.701105300999998</c:v>
                </c:pt>
                <c:pt idx="799">
                  <c:v>90.578036616999995</c:v>
                </c:pt>
                <c:pt idx="800">
                  <c:v>91.382874915000002</c:v>
                </c:pt>
                <c:pt idx="801">
                  <c:v>90.473762941000004</c:v>
                </c:pt>
                <c:pt idx="802">
                  <c:v>91.182309004999993</c:v>
                </c:pt>
                <c:pt idx="803">
                  <c:v>90.513412684000002</c:v>
                </c:pt>
                <c:pt idx="804">
                  <c:v>90.888282985999993</c:v>
                </c:pt>
                <c:pt idx="805">
                  <c:v>90.126441486999994</c:v>
                </c:pt>
                <c:pt idx="806">
                  <c:v>88.709349357999997</c:v>
                </c:pt>
                <c:pt idx="807">
                  <c:v>91.059240321000004</c:v>
                </c:pt>
                <c:pt idx="808">
                  <c:v>91.130558366000002</c:v>
                </c:pt>
                <c:pt idx="809">
                  <c:v>90.898066689000004</c:v>
                </c:pt>
                <c:pt idx="810">
                  <c:v>89.601211118999998</c:v>
                </c:pt>
                <c:pt idx="811">
                  <c:v>88.307702606000007</c:v>
                </c:pt>
                <c:pt idx="812">
                  <c:v>88.786589117999995</c:v>
                </c:pt>
                <c:pt idx="813">
                  <c:v>88.315941514000002</c:v>
                </c:pt>
                <c:pt idx="814">
                  <c:v>88.300493562</c:v>
                </c:pt>
                <c:pt idx="815">
                  <c:v>88.191585501000006</c:v>
                </c:pt>
                <c:pt idx="817">
                  <c:v>87.438755306999994</c:v>
                </c:pt>
                <c:pt idx="818">
                  <c:v>88.168156107000001</c:v>
                </c:pt>
                <c:pt idx="820">
                  <c:v>86.790456254999995</c:v>
                </c:pt>
                <c:pt idx="821">
                  <c:v>88.152193222999998</c:v>
                </c:pt>
                <c:pt idx="822">
                  <c:v>88.602758488999996</c:v>
                </c:pt>
                <c:pt idx="823">
                  <c:v>89.662487995999996</c:v>
                </c:pt>
                <c:pt idx="824">
                  <c:v>87.479177448000002</c:v>
                </c:pt>
                <c:pt idx="825">
                  <c:v>84.345817853</c:v>
                </c:pt>
                <c:pt idx="826">
                  <c:v>85.078308242999995</c:v>
                </c:pt>
                <c:pt idx="827">
                  <c:v>84.620791398999998</c:v>
                </c:pt>
                <c:pt idx="828">
                  <c:v>85.278359222000006</c:v>
                </c:pt>
                <c:pt idx="829">
                  <c:v>85.577277092000003</c:v>
                </c:pt>
                <c:pt idx="830">
                  <c:v>86.648077631000007</c:v>
                </c:pt>
                <c:pt idx="831">
                  <c:v>85.252097703000004</c:v>
                </c:pt>
                <c:pt idx="832">
                  <c:v>84.961933672000001</c:v>
                </c:pt>
                <c:pt idx="833">
                  <c:v>85.987162752000003</c:v>
                </c:pt>
                <c:pt idx="834">
                  <c:v>87.690299459000002</c:v>
                </c:pt>
                <c:pt idx="835">
                  <c:v>85.031191989999996</c:v>
                </c:pt>
                <c:pt idx="836">
                  <c:v>84.331657230999994</c:v>
                </c:pt>
                <c:pt idx="837">
                  <c:v>83.441082797999997</c:v>
                </c:pt>
                <c:pt idx="838">
                  <c:v>83.665850500000005</c:v>
                </c:pt>
                <c:pt idx="839">
                  <c:v>80.394489200999999</c:v>
                </c:pt>
                <c:pt idx="840">
                  <c:v>80.913540386999998</c:v>
                </c:pt>
                <c:pt idx="841">
                  <c:v>81.783002617999998</c:v>
                </c:pt>
                <c:pt idx="842">
                  <c:v>80.254942701000004</c:v>
                </c:pt>
                <c:pt idx="845">
                  <c:v>79.968640656999995</c:v>
                </c:pt>
                <c:pt idx="846">
                  <c:v>79.410969590999997</c:v>
                </c:pt>
                <c:pt idx="847">
                  <c:v>79.319311741999996</c:v>
                </c:pt>
                <c:pt idx="850">
                  <c:v>78.521167555999995</c:v>
                </c:pt>
                <c:pt idx="851">
                  <c:v>77.759326056999996</c:v>
                </c:pt>
                <c:pt idx="852">
                  <c:v>79.423327951999994</c:v>
                </c:pt>
                <c:pt idx="853">
                  <c:v>80.324458484999994</c:v>
                </c:pt>
                <c:pt idx="854">
                  <c:v>79.108962129000005</c:v>
                </c:pt>
                <c:pt idx="855">
                  <c:v>79.332957433000004</c:v>
                </c:pt>
                <c:pt idx="856">
                  <c:v>78.309015681999995</c:v>
                </c:pt>
                <c:pt idx="857">
                  <c:v>78.148871912999994</c:v>
                </c:pt>
                <c:pt idx="858">
                  <c:v>78.363598445999997</c:v>
                </c:pt>
                <c:pt idx="859">
                  <c:v>80.905301480000006</c:v>
                </c:pt>
                <c:pt idx="860">
                  <c:v>79.529661355000002</c:v>
                </c:pt>
                <c:pt idx="861">
                  <c:v>79.939547015000002</c:v>
                </c:pt>
                <c:pt idx="862">
                  <c:v>80.249278451999999</c:v>
                </c:pt>
                <c:pt idx="863">
                  <c:v>80.727135099999998</c:v>
                </c:pt>
                <c:pt idx="864">
                  <c:v>81.290470416000005</c:v>
                </c:pt>
                <c:pt idx="865">
                  <c:v>80.802315132999993</c:v>
                </c:pt>
                <c:pt idx="866">
                  <c:v>80.700616116000006</c:v>
                </c:pt>
                <c:pt idx="867">
                  <c:v>82.857407679000005</c:v>
                </c:pt>
                <c:pt idx="868">
                  <c:v>82.203186912999996</c:v>
                </c:pt>
                <c:pt idx="869">
                  <c:v>82.024763066999995</c:v>
                </c:pt>
                <c:pt idx="870">
                  <c:v>84.561059318000005</c:v>
                </c:pt>
                <c:pt idx="871">
                  <c:v>83.855087912000002</c:v>
                </c:pt>
                <c:pt idx="872">
                  <c:v>83.859207366000007</c:v>
                </c:pt>
                <c:pt idx="873">
                  <c:v>83.330887407999995</c:v>
                </c:pt>
                <c:pt idx="874">
                  <c:v>83.166366718999996</c:v>
                </c:pt>
                <c:pt idx="875">
                  <c:v>83.809773918999994</c:v>
                </c:pt>
                <c:pt idx="876">
                  <c:v>82.731764335999998</c:v>
                </c:pt>
                <c:pt idx="877">
                  <c:v>83.351999609000003</c:v>
                </c:pt>
                <c:pt idx="878">
                  <c:v>84.735878640999999</c:v>
                </c:pt>
                <c:pt idx="879">
                  <c:v>83.553080449999996</c:v>
                </c:pt>
                <c:pt idx="880">
                  <c:v>84.010339829000003</c:v>
                </c:pt>
                <c:pt idx="881">
                  <c:v>86.432321235000003</c:v>
                </c:pt>
                <c:pt idx="882">
                  <c:v>87.186438757999994</c:v>
                </c:pt>
                <c:pt idx="883">
                  <c:v>86.596326992000002</c:v>
                </c:pt>
                <c:pt idx="884">
                  <c:v>85.203951586000002</c:v>
                </c:pt>
                <c:pt idx="885">
                  <c:v>85.183869248999997</c:v>
                </c:pt>
                <c:pt idx="886">
                  <c:v>84.648855178000005</c:v>
                </c:pt>
                <c:pt idx="887">
                  <c:v>83.195717827999999</c:v>
                </c:pt>
                <c:pt idx="888">
                  <c:v>83.813893372999999</c:v>
                </c:pt>
                <c:pt idx="889">
                  <c:v>82.570590703999997</c:v>
                </c:pt>
                <c:pt idx="890">
                  <c:v>82.937479564</c:v>
                </c:pt>
                <c:pt idx="891">
                  <c:v>81.407874851000003</c:v>
                </c:pt>
                <c:pt idx="894">
                  <c:v>81.758285895</c:v>
                </c:pt>
                <c:pt idx="895">
                  <c:v>82.272187764999998</c:v>
                </c:pt>
                <c:pt idx="896">
                  <c:v>83.641906173999999</c:v>
                </c:pt>
                <c:pt idx="897">
                  <c:v>83.242834080999998</c:v>
                </c:pt>
                <c:pt idx="898">
                  <c:v>82.490261353999998</c:v>
                </c:pt>
                <c:pt idx="899">
                  <c:v>82.987170476000003</c:v>
                </c:pt>
                <c:pt idx="900">
                  <c:v>83.810031385000002</c:v>
                </c:pt>
                <c:pt idx="901">
                  <c:v>85.156577866999996</c:v>
                </c:pt>
                <c:pt idx="902">
                  <c:v>86.239221834999995</c:v>
                </c:pt>
                <c:pt idx="903">
                  <c:v>86.375163813</c:v>
                </c:pt>
                <c:pt idx="904">
                  <c:v>87.241278987000001</c:v>
                </c:pt>
                <c:pt idx="905">
                  <c:v>86.699055873000006</c:v>
                </c:pt>
                <c:pt idx="906">
                  <c:v>86.696481214000002</c:v>
                </c:pt>
                <c:pt idx="907">
                  <c:v>85.834228026999995</c:v>
                </c:pt>
                <c:pt idx="908">
                  <c:v>86.461672343999993</c:v>
                </c:pt>
                <c:pt idx="909">
                  <c:v>86.700600668000007</c:v>
                </c:pt>
                <c:pt idx="910">
                  <c:v>87.113575917999995</c:v>
                </c:pt>
                <c:pt idx="911">
                  <c:v>86.456523025999999</c:v>
                </c:pt>
                <c:pt idx="912">
                  <c:v>85.229698173000003</c:v>
                </c:pt>
                <c:pt idx="913">
                  <c:v>85.980726105000002</c:v>
                </c:pt>
                <c:pt idx="914">
                  <c:v>86.557707112000003</c:v>
                </c:pt>
                <c:pt idx="915">
                  <c:v>88.139319929999999</c:v>
                </c:pt>
                <c:pt idx="916">
                  <c:v>85.806679179</c:v>
                </c:pt>
                <c:pt idx="917">
                  <c:v>84.833200738000002</c:v>
                </c:pt>
                <c:pt idx="918">
                  <c:v>84.343243194999999</c:v>
                </c:pt>
                <c:pt idx="919">
                  <c:v>86.737418286999997</c:v>
                </c:pt>
                <c:pt idx="920">
                  <c:v>86.075731009999998</c:v>
                </c:pt>
                <c:pt idx="921">
                  <c:v>86.931547550000005</c:v>
                </c:pt>
                <c:pt idx="922">
                  <c:v>88.142924452000003</c:v>
                </c:pt>
                <c:pt idx="923">
                  <c:v>88.454458149999994</c:v>
                </c:pt>
                <c:pt idx="924">
                  <c:v>88.100442584000007</c:v>
                </c:pt>
                <c:pt idx="925">
                  <c:v>88.934631991000003</c:v>
                </c:pt>
                <c:pt idx="928">
                  <c:v>89.562591239</c:v>
                </c:pt>
                <c:pt idx="929">
                  <c:v>90.833442755999997</c:v>
                </c:pt>
                <c:pt idx="930">
                  <c:v>93.223755861000001</c:v>
                </c:pt>
                <c:pt idx="931">
                  <c:v>93.405011830999996</c:v>
                </c:pt>
                <c:pt idx="932">
                  <c:v>93.584208074000003</c:v>
                </c:pt>
                <c:pt idx="933">
                  <c:v>93.485083715000002</c:v>
                </c:pt>
                <c:pt idx="934">
                  <c:v>94.163763739000004</c:v>
                </c:pt>
                <c:pt idx="936">
                  <c:v>94.017008195000003</c:v>
                </c:pt>
                <c:pt idx="937">
                  <c:v>92.989976854000005</c:v>
                </c:pt>
                <c:pt idx="938">
                  <c:v>92.783231763000003</c:v>
                </c:pt>
                <c:pt idx="939">
                  <c:v>92.325714918000003</c:v>
                </c:pt>
                <c:pt idx="940">
                  <c:v>94.555884254000006</c:v>
                </c:pt>
                <c:pt idx="941">
                  <c:v>94.232249659000004</c:v>
                </c:pt>
                <c:pt idx="942">
                  <c:v>93.656555982</c:v>
                </c:pt>
                <c:pt idx="943">
                  <c:v>95.656550832999997</c:v>
                </c:pt>
                <c:pt idx="944">
                  <c:v>95.555881678999995</c:v>
                </c:pt>
                <c:pt idx="945">
                  <c:v>96.521636143999999</c:v>
                </c:pt>
                <c:pt idx="946">
                  <c:v>96.779359477</c:v>
                </c:pt>
                <c:pt idx="947">
                  <c:v>97.187185408999994</c:v>
                </c:pt>
                <c:pt idx="948">
                  <c:v>97.464991079000001</c:v>
                </c:pt>
                <c:pt idx="949">
                  <c:v>95.646767130000001</c:v>
                </c:pt>
                <c:pt idx="950">
                  <c:v>95.649341789000005</c:v>
                </c:pt>
                <c:pt idx="951">
                  <c:v>96.118187130999999</c:v>
                </c:pt>
                <c:pt idx="952">
                  <c:v>96.779874407999998</c:v>
                </c:pt>
                <c:pt idx="953">
                  <c:v>98.303557405999996</c:v>
                </c:pt>
                <c:pt idx="954">
                  <c:v>98.184350710000004</c:v>
                </c:pt>
                <c:pt idx="955">
                  <c:v>98.224000453000002</c:v>
                </c:pt>
                <c:pt idx="956">
                  <c:v>97.782703957999999</c:v>
                </c:pt>
                <c:pt idx="957">
                  <c:v>97.453920046999997</c:v>
                </c:pt>
                <c:pt idx="958">
                  <c:v>98.870239777999998</c:v>
                </c:pt>
                <c:pt idx="959">
                  <c:v>98.546862649999994</c:v>
                </c:pt>
                <c:pt idx="960">
                  <c:v>97.703404470999999</c:v>
                </c:pt>
                <c:pt idx="961">
                  <c:v>97.017772868999998</c:v>
                </c:pt>
                <c:pt idx="962">
                  <c:v>96.667361825</c:v>
                </c:pt>
                <c:pt idx="963">
                  <c:v>97.213961858999994</c:v>
                </c:pt>
                <c:pt idx="964">
                  <c:v>97.559738518000003</c:v>
                </c:pt>
                <c:pt idx="965">
                  <c:v>97.892126950999995</c:v>
                </c:pt>
                <c:pt idx="966">
                  <c:v>97.243055502000004</c:v>
                </c:pt>
                <c:pt idx="967">
                  <c:v>98.986356884000003</c:v>
                </c:pt>
                <c:pt idx="968">
                  <c:v>98.786563371</c:v>
                </c:pt>
                <c:pt idx="969">
                  <c:v>98.694390591000001</c:v>
                </c:pt>
                <c:pt idx="971">
                  <c:v>97.450830456000006</c:v>
                </c:pt>
                <c:pt idx="972">
                  <c:v>97.271891679000007</c:v>
                </c:pt>
                <c:pt idx="973">
                  <c:v>98.406028821000007</c:v>
                </c:pt>
                <c:pt idx="974">
                  <c:v>97.274466337999996</c:v>
                </c:pt>
                <c:pt idx="975">
                  <c:v>98.238676007999999</c:v>
                </c:pt>
                <c:pt idx="976">
                  <c:v>97.836256857999999</c:v>
                </c:pt>
                <c:pt idx="977">
                  <c:v>99.566942413000007</c:v>
                </c:pt>
                <c:pt idx="978">
                  <c:v>99.745366258000004</c:v>
                </c:pt>
                <c:pt idx="979">
                  <c:v>98.285792260999997</c:v>
                </c:pt>
                <c:pt idx="980">
                  <c:v>99.975283277000003</c:v>
                </c:pt>
                <c:pt idx="981">
                  <c:v>100.14315102</c:v>
                </c:pt>
                <c:pt idx="982">
                  <c:v>99.001032437999996</c:v>
                </c:pt>
                <c:pt idx="983">
                  <c:v>98.366894009000006</c:v>
                </c:pt>
                <c:pt idx="984">
                  <c:v>97.020090061999994</c:v>
                </c:pt>
                <c:pt idx="985">
                  <c:v>96.399597322999995</c:v>
                </c:pt>
                <c:pt idx="986">
                  <c:v>95.455727456999995</c:v>
                </c:pt>
                <c:pt idx="987">
                  <c:v>94.812835187999994</c:v>
                </c:pt>
                <c:pt idx="988">
                  <c:v>95.316438422999994</c:v>
                </c:pt>
                <c:pt idx="989">
                  <c:v>95.352483644000003</c:v>
                </c:pt>
                <c:pt idx="990">
                  <c:v>95.373338380000007</c:v>
                </c:pt>
                <c:pt idx="991">
                  <c:v>93.456505003999993</c:v>
                </c:pt>
                <c:pt idx="992">
                  <c:v>93.679727909999997</c:v>
                </c:pt>
                <c:pt idx="993">
                  <c:v>93.115105264999997</c:v>
                </c:pt>
                <c:pt idx="994">
                  <c:v>94.301765443999997</c:v>
                </c:pt>
                <c:pt idx="995">
                  <c:v>93.295331371000003</c:v>
                </c:pt>
                <c:pt idx="996">
                  <c:v>93.182046389999996</c:v>
                </c:pt>
                <c:pt idx="997">
                  <c:v>92.004397517000001</c:v>
                </c:pt>
                <c:pt idx="998">
                  <c:v>92.329061975000002</c:v>
                </c:pt>
                <c:pt idx="999">
                  <c:v>93.384672026999993</c:v>
                </c:pt>
                <c:pt idx="1000">
                  <c:v>92.411193585999996</c:v>
                </c:pt>
                <c:pt idx="1001">
                  <c:v>92.511347807999996</c:v>
                </c:pt>
                <c:pt idx="1002">
                  <c:v>92.894971948999995</c:v>
                </c:pt>
                <c:pt idx="1003">
                  <c:v>93.038637902999994</c:v>
                </c:pt>
                <c:pt idx="1004">
                  <c:v>94.760569618000005</c:v>
                </c:pt>
                <c:pt idx="1005">
                  <c:v>95.793007742</c:v>
                </c:pt>
                <c:pt idx="1006">
                  <c:v>95.201351181000007</c:v>
                </c:pt>
                <c:pt idx="1007">
                  <c:v>94.685904515999994</c:v>
                </c:pt>
                <c:pt idx="1008">
                  <c:v>96.349391479000005</c:v>
                </c:pt>
                <c:pt idx="1009">
                  <c:v>95.240485992999993</c:v>
                </c:pt>
                <c:pt idx="1010">
                  <c:v>95.337293157999994</c:v>
                </c:pt>
                <c:pt idx="1011">
                  <c:v>95.492545075999999</c:v>
                </c:pt>
                <c:pt idx="1012">
                  <c:v>96.366641692000002</c:v>
                </c:pt>
                <c:pt idx="1013">
                  <c:v>94.102744329000004</c:v>
                </c:pt>
                <c:pt idx="1014">
                  <c:v>94.458047223999998</c:v>
                </c:pt>
                <c:pt idx="1015">
                  <c:v>94.015720865999995</c:v>
                </c:pt>
                <c:pt idx="1016">
                  <c:v>96.531934778999997</c:v>
                </c:pt>
                <c:pt idx="1017">
                  <c:v>96.532964641999996</c:v>
                </c:pt>
                <c:pt idx="1018">
                  <c:v>96.346559354999997</c:v>
                </c:pt>
                <c:pt idx="1019">
                  <c:v>97.583940308999999</c:v>
                </c:pt>
                <c:pt idx="1020">
                  <c:v>99.216016436999993</c:v>
                </c:pt>
                <c:pt idx="1021">
                  <c:v>99.256696043999995</c:v>
                </c:pt>
                <c:pt idx="1022">
                  <c:v>98.926109870999994</c:v>
                </c:pt>
                <c:pt idx="1023">
                  <c:v>97.966019654999997</c:v>
                </c:pt>
                <c:pt idx="1024">
                  <c:v>97.981467606999999</c:v>
                </c:pt>
                <c:pt idx="1025">
                  <c:v>99.173534568999997</c:v>
                </c:pt>
                <c:pt idx="1026">
                  <c:v>100.65499316</c:v>
                </c:pt>
                <c:pt idx="1027">
                  <c:v>99.652163614000003</c:v>
                </c:pt>
                <c:pt idx="1028">
                  <c:v>99.534501712999997</c:v>
                </c:pt>
                <c:pt idx="1029">
                  <c:v>99.951596417000005</c:v>
                </c:pt>
                <c:pt idx="1030">
                  <c:v>100.86328305000001</c:v>
                </c:pt>
                <c:pt idx="1031">
                  <c:v>100.57131674999999</c:v>
                </c:pt>
                <c:pt idx="1032">
                  <c:v>101.37615504999999</c:v>
                </c:pt>
                <c:pt idx="1033">
                  <c:v>101.85684381999999</c:v>
                </c:pt>
                <c:pt idx="1034">
                  <c:v>103.16245323</c:v>
                </c:pt>
                <c:pt idx="1035">
                  <c:v>103.01878728</c:v>
                </c:pt>
                <c:pt idx="1036">
                  <c:v>102.99819001</c:v>
                </c:pt>
                <c:pt idx="1037">
                  <c:v>101.43202513999999</c:v>
                </c:pt>
                <c:pt idx="1038">
                  <c:v>102.01235321</c:v>
                </c:pt>
                <c:pt idx="1039">
                  <c:v>101.58495987000001</c:v>
                </c:pt>
                <c:pt idx="1040">
                  <c:v>100.09397504</c:v>
                </c:pt>
                <c:pt idx="1041">
                  <c:v>100.65962755</c:v>
                </c:pt>
                <c:pt idx="1042">
                  <c:v>101.72605116</c:v>
                </c:pt>
                <c:pt idx="1043">
                  <c:v>101.34191208999999</c:v>
                </c:pt>
                <c:pt idx="1044">
                  <c:v>100.48995754000001</c:v>
                </c:pt>
                <c:pt idx="1045">
                  <c:v>98.853761961999993</c:v>
                </c:pt>
                <c:pt idx="1046">
                  <c:v>98.785790973999994</c:v>
                </c:pt>
                <c:pt idx="1047">
                  <c:v>97.92456765</c:v>
                </c:pt>
                <c:pt idx="1048">
                  <c:v>95.900628474000001</c:v>
                </c:pt>
                <c:pt idx="1049">
                  <c:v>96.483531196000001</c:v>
                </c:pt>
                <c:pt idx="1050">
                  <c:v>96.201091140000003</c:v>
                </c:pt>
                <c:pt idx="1051">
                  <c:v>95.671226387000004</c:v>
                </c:pt>
                <c:pt idx="1052">
                  <c:v>96.116384870000005</c:v>
                </c:pt>
                <c:pt idx="1053">
                  <c:v>95.984304881</c:v>
                </c:pt>
                <c:pt idx="1054">
                  <c:v>97.092695436</c:v>
                </c:pt>
                <c:pt idx="1055">
                  <c:v>96.891099663000006</c:v>
                </c:pt>
                <c:pt idx="1056">
                  <c:v>97.759017098000001</c:v>
                </c:pt>
                <c:pt idx="1057">
                  <c:v>98.463958641000005</c:v>
                </c:pt>
                <c:pt idx="1058">
                  <c:v>98.388521142000002</c:v>
                </c:pt>
                <c:pt idx="1059">
                  <c:v>98.452372677</c:v>
                </c:pt>
                <c:pt idx="1060">
                  <c:v>99.105048647999993</c:v>
                </c:pt>
                <c:pt idx="1061">
                  <c:v>99.825180677000006</c:v>
                </c:pt>
                <c:pt idx="1062">
                  <c:v>100.63542575</c:v>
                </c:pt>
                <c:pt idx="1063">
                  <c:v>100.87126449</c:v>
                </c:pt>
                <c:pt idx="1064">
                  <c:v>101.09320006</c:v>
                </c:pt>
                <c:pt idx="1065">
                  <c:v>101.64623675</c:v>
                </c:pt>
                <c:pt idx="1066">
                  <c:v>102.21961322999999</c:v>
                </c:pt>
                <c:pt idx="1067">
                  <c:v>102.56667722</c:v>
                </c:pt>
                <c:pt idx="1068">
                  <c:v>103.13438945</c:v>
                </c:pt>
                <c:pt idx="1069">
                  <c:v>104.91837044</c:v>
                </c:pt>
                <c:pt idx="1070">
                  <c:v>104.64906114999999</c:v>
                </c:pt>
                <c:pt idx="1071">
                  <c:v>104.96445683</c:v>
                </c:pt>
                <c:pt idx="1072">
                  <c:v>105.79890371</c:v>
                </c:pt>
                <c:pt idx="1073">
                  <c:v>107.77160717</c:v>
                </c:pt>
                <c:pt idx="1074">
                  <c:v>108.08623046</c:v>
                </c:pt>
                <c:pt idx="1075">
                  <c:v>107.73890901</c:v>
                </c:pt>
                <c:pt idx="1076">
                  <c:v>108.46367542</c:v>
                </c:pt>
                <c:pt idx="1077">
                  <c:v>107.65600499999999</c:v>
                </c:pt>
                <c:pt idx="1078">
                  <c:v>107.52160782</c:v>
                </c:pt>
                <c:pt idx="1079">
                  <c:v>106.21136402</c:v>
                </c:pt>
                <c:pt idx="1081">
                  <c:v>105.7461232</c:v>
                </c:pt>
                <c:pt idx="1082">
                  <c:v>106.65163066</c:v>
                </c:pt>
                <c:pt idx="1083">
                  <c:v>107.27521298000001</c:v>
                </c:pt>
                <c:pt idx="1084">
                  <c:v>109.39673172000001</c:v>
                </c:pt>
                <c:pt idx="1085">
                  <c:v>109.54863659</c:v>
                </c:pt>
                <c:pt idx="1086">
                  <c:v>110.01156021</c:v>
                </c:pt>
                <c:pt idx="1087">
                  <c:v>109.33828697</c:v>
                </c:pt>
                <c:pt idx="1088">
                  <c:v>111.25409048</c:v>
                </c:pt>
                <c:pt idx="1089">
                  <c:v>111.18714936000001</c:v>
                </c:pt>
                <c:pt idx="1090">
                  <c:v>112.93946205</c:v>
                </c:pt>
                <c:pt idx="1091">
                  <c:v>107.01131047</c:v>
                </c:pt>
                <c:pt idx="1092">
                  <c:v>107.46702505</c:v>
                </c:pt>
                <c:pt idx="1093">
                  <c:v>106.8957083</c:v>
                </c:pt>
                <c:pt idx="1094">
                  <c:v>107.39802419999999</c:v>
                </c:pt>
                <c:pt idx="1095">
                  <c:v>107.62768376</c:v>
                </c:pt>
                <c:pt idx="1096">
                  <c:v>108.73041006</c:v>
                </c:pt>
                <c:pt idx="1097">
                  <c:v>109.94564895000001</c:v>
                </c:pt>
                <c:pt idx="1098">
                  <c:v>106.46677016</c:v>
                </c:pt>
                <c:pt idx="1099">
                  <c:v>104.98350931</c:v>
                </c:pt>
                <c:pt idx="1100">
                  <c:v>105.32645384</c:v>
                </c:pt>
                <c:pt idx="1101">
                  <c:v>105.52830708</c:v>
                </c:pt>
                <c:pt idx="1102">
                  <c:v>104.37923692</c:v>
                </c:pt>
                <c:pt idx="1103">
                  <c:v>106.51208416</c:v>
                </c:pt>
                <c:pt idx="1106">
                  <c:v>107.05096021</c:v>
                </c:pt>
                <c:pt idx="1107">
                  <c:v>106.58571938999999</c:v>
                </c:pt>
                <c:pt idx="1108">
                  <c:v>107.40343099</c:v>
                </c:pt>
                <c:pt idx="1111">
                  <c:v>106.82670744000001</c:v>
                </c:pt>
                <c:pt idx="1112">
                  <c:v>107.53576844</c:v>
                </c:pt>
                <c:pt idx="1113">
                  <c:v>108.91475561999999</c:v>
                </c:pt>
                <c:pt idx="1114">
                  <c:v>107.24483201</c:v>
                </c:pt>
                <c:pt idx="1115">
                  <c:v>107.999207</c:v>
                </c:pt>
                <c:pt idx="1116">
                  <c:v>108.62021467</c:v>
                </c:pt>
                <c:pt idx="1117">
                  <c:v>108.76130597</c:v>
                </c:pt>
                <c:pt idx="1118">
                  <c:v>106.99457519000001</c:v>
                </c:pt>
                <c:pt idx="1119">
                  <c:v>108.31846468000001</c:v>
                </c:pt>
                <c:pt idx="1120">
                  <c:v>108.52932921999999</c:v>
                </c:pt>
                <c:pt idx="1121">
                  <c:v>107.87794058</c:v>
                </c:pt>
                <c:pt idx="1122">
                  <c:v>107.67171042</c:v>
                </c:pt>
                <c:pt idx="1123">
                  <c:v>108.61635268000001</c:v>
                </c:pt>
                <c:pt idx="1124">
                  <c:v>112.26979333</c:v>
                </c:pt>
                <c:pt idx="1125">
                  <c:v>115.14053774</c:v>
                </c:pt>
                <c:pt idx="1126">
                  <c:v>117.06561001999999</c:v>
                </c:pt>
                <c:pt idx="1127">
                  <c:v>117.24145921</c:v>
                </c:pt>
                <c:pt idx="1128">
                  <c:v>119.05015692000001</c:v>
                </c:pt>
                <c:pt idx="1129">
                  <c:v>120.29217226</c:v>
                </c:pt>
                <c:pt idx="1130">
                  <c:v>118.6271405</c:v>
                </c:pt>
                <c:pt idx="1131">
                  <c:v>118.04063326000001</c:v>
                </c:pt>
                <c:pt idx="1132">
                  <c:v>119.26179386</c:v>
                </c:pt>
                <c:pt idx="1133">
                  <c:v>120.85627997</c:v>
                </c:pt>
                <c:pt idx="1134">
                  <c:v>117.86143702</c:v>
                </c:pt>
                <c:pt idx="1135">
                  <c:v>118.86864349</c:v>
                </c:pt>
                <c:pt idx="1136">
                  <c:v>119.6031936</c:v>
                </c:pt>
                <c:pt idx="1137">
                  <c:v>121.36606239</c:v>
                </c:pt>
                <c:pt idx="1138">
                  <c:v>121.14670147</c:v>
                </c:pt>
                <c:pt idx="1139">
                  <c:v>123.35344141</c:v>
                </c:pt>
                <c:pt idx="1140">
                  <c:v>122.2319201</c:v>
                </c:pt>
                <c:pt idx="1141">
                  <c:v>121.63279703000001</c:v>
                </c:pt>
                <c:pt idx="1144">
                  <c:v>121.71158158</c:v>
                </c:pt>
                <c:pt idx="1145">
                  <c:v>123.21029039</c:v>
                </c:pt>
                <c:pt idx="1146">
                  <c:v>124.21826926</c:v>
                </c:pt>
                <c:pt idx="1147">
                  <c:v>123.13511036</c:v>
                </c:pt>
                <c:pt idx="1148">
                  <c:v>125.24195354</c:v>
                </c:pt>
                <c:pt idx="1149">
                  <c:v>124.10472681</c:v>
                </c:pt>
                <c:pt idx="1150">
                  <c:v>124.30143073000001</c:v>
                </c:pt>
                <c:pt idx="1151">
                  <c:v>122.43171361</c:v>
                </c:pt>
                <c:pt idx="1152">
                  <c:v>121.68145808</c:v>
                </c:pt>
                <c:pt idx="1153">
                  <c:v>117.51977981</c:v>
                </c:pt>
                <c:pt idx="1154">
                  <c:v>119.75896045</c:v>
                </c:pt>
                <c:pt idx="1155">
                  <c:v>116.49815525</c:v>
                </c:pt>
                <c:pt idx="1156">
                  <c:v>115.64800296</c:v>
                </c:pt>
                <c:pt idx="1157">
                  <c:v>116.40598247</c:v>
                </c:pt>
                <c:pt idx="1158">
                  <c:v>118.4680266</c:v>
                </c:pt>
                <c:pt idx="1159">
                  <c:v>117.91421751999999</c:v>
                </c:pt>
                <c:pt idx="1160">
                  <c:v>114.1111892</c:v>
                </c:pt>
                <c:pt idx="1161">
                  <c:v>113.26232424</c:v>
                </c:pt>
                <c:pt idx="1162">
                  <c:v>114.45619347</c:v>
                </c:pt>
                <c:pt idx="1163">
                  <c:v>114.76154798</c:v>
                </c:pt>
                <c:pt idx="1164">
                  <c:v>114.20567918</c:v>
                </c:pt>
                <c:pt idx="1165">
                  <c:v>115.04038352000001</c:v>
                </c:pt>
                <c:pt idx="1166">
                  <c:v>112.11042196</c:v>
                </c:pt>
                <c:pt idx="1167">
                  <c:v>116.78728941999999</c:v>
                </c:pt>
                <c:pt idx="1168">
                  <c:v>116.59161536000001</c:v>
                </c:pt>
                <c:pt idx="1169">
                  <c:v>118.71776849</c:v>
                </c:pt>
                <c:pt idx="1170">
                  <c:v>116.40701233999999</c:v>
                </c:pt>
                <c:pt idx="1171">
                  <c:v>115.0012487</c:v>
                </c:pt>
                <c:pt idx="1172">
                  <c:v>115.47678816</c:v>
                </c:pt>
                <c:pt idx="1173">
                  <c:v>119.50175204999999</c:v>
                </c:pt>
                <c:pt idx="1174">
                  <c:v>120.26668314</c:v>
                </c:pt>
                <c:pt idx="1175">
                  <c:v>119.66781752999999</c:v>
                </c:pt>
                <c:pt idx="1177">
                  <c:v>119.22497624</c:v>
                </c:pt>
                <c:pt idx="1178">
                  <c:v>119.20515137</c:v>
                </c:pt>
                <c:pt idx="1179">
                  <c:v>122.58387594</c:v>
                </c:pt>
                <c:pt idx="1180">
                  <c:v>124.72238742</c:v>
                </c:pt>
                <c:pt idx="1181">
                  <c:v>125.71157128</c:v>
                </c:pt>
                <c:pt idx="1182">
                  <c:v>125.74504185000001</c:v>
                </c:pt>
                <c:pt idx="1183">
                  <c:v>126.91213462</c:v>
                </c:pt>
                <c:pt idx="1184">
                  <c:v>126.49195032999999</c:v>
                </c:pt>
                <c:pt idx="1185">
                  <c:v>124.71878289999999</c:v>
                </c:pt>
                <c:pt idx="1186">
                  <c:v>124.70359242000001</c:v>
                </c:pt>
                <c:pt idx="1187">
                  <c:v>124.96929719000001</c:v>
                </c:pt>
                <c:pt idx="1189">
                  <c:v>122.18686357</c:v>
                </c:pt>
                <c:pt idx="1190">
                  <c:v>120.86915327</c:v>
                </c:pt>
                <c:pt idx="1191">
                  <c:v>120.59314986</c:v>
                </c:pt>
                <c:pt idx="1192">
                  <c:v>119.31843635</c:v>
                </c:pt>
                <c:pt idx="1193">
                  <c:v>118.34444298</c:v>
                </c:pt>
                <c:pt idx="1194">
                  <c:v>115.65907399</c:v>
                </c:pt>
                <c:pt idx="1195">
                  <c:v>117.54243681</c:v>
                </c:pt>
                <c:pt idx="1197">
                  <c:v>116.88203686</c:v>
                </c:pt>
                <c:pt idx="1198">
                  <c:v>117.81844022</c:v>
                </c:pt>
                <c:pt idx="1199">
                  <c:v>118.62353598</c:v>
                </c:pt>
                <c:pt idx="1200">
                  <c:v>116.02184339999999</c:v>
                </c:pt>
                <c:pt idx="1201">
                  <c:v>116.82359211000001</c:v>
                </c:pt>
                <c:pt idx="1202">
                  <c:v>114.08080823</c:v>
                </c:pt>
                <c:pt idx="1203">
                  <c:v>113.09419903</c:v>
                </c:pt>
                <c:pt idx="1204">
                  <c:v>110.13668862</c:v>
                </c:pt>
                <c:pt idx="1205">
                  <c:v>111.33776689</c:v>
                </c:pt>
                <c:pt idx="1206">
                  <c:v>109.91758517</c:v>
                </c:pt>
                <c:pt idx="1207">
                  <c:v>109.50924431</c:v>
                </c:pt>
                <c:pt idx="1208">
                  <c:v>107.5496716</c:v>
                </c:pt>
                <c:pt idx="1209">
                  <c:v>110.79502884</c:v>
                </c:pt>
                <c:pt idx="1210">
                  <c:v>110.42736759</c:v>
                </c:pt>
                <c:pt idx="1211">
                  <c:v>109.10991475</c:v>
                </c:pt>
                <c:pt idx="1212">
                  <c:v>111.00537846</c:v>
                </c:pt>
                <c:pt idx="1213">
                  <c:v>109.97268287</c:v>
                </c:pt>
                <c:pt idx="1214">
                  <c:v>109.38978015000001</c:v>
                </c:pt>
                <c:pt idx="1215">
                  <c:v>108.87021403</c:v>
                </c:pt>
                <c:pt idx="1216">
                  <c:v>108.02134907</c:v>
                </c:pt>
                <c:pt idx="1217">
                  <c:v>106.8503943</c:v>
                </c:pt>
                <c:pt idx="1218">
                  <c:v>108.15651865</c:v>
                </c:pt>
                <c:pt idx="1219">
                  <c:v>106.06254875</c:v>
                </c:pt>
                <c:pt idx="1221">
                  <c:v>105.40755559</c:v>
                </c:pt>
                <c:pt idx="1222">
                  <c:v>104.89236639000001</c:v>
                </c:pt>
                <c:pt idx="1223">
                  <c:v>105.78551548</c:v>
                </c:pt>
                <c:pt idx="1224">
                  <c:v>104.65807245000001</c:v>
                </c:pt>
                <c:pt idx="1225">
                  <c:v>106.42609056000001</c:v>
                </c:pt>
                <c:pt idx="1226">
                  <c:v>106.05482478</c:v>
                </c:pt>
                <c:pt idx="1227">
                  <c:v>105.69591736</c:v>
                </c:pt>
                <c:pt idx="1228">
                  <c:v>104.92274736</c:v>
                </c:pt>
                <c:pt idx="1229">
                  <c:v>103.73196772999999</c:v>
                </c:pt>
                <c:pt idx="1230">
                  <c:v>103.57542848</c:v>
                </c:pt>
                <c:pt idx="1231">
                  <c:v>103.56152532999999</c:v>
                </c:pt>
                <c:pt idx="1232">
                  <c:v>105.20184036000001</c:v>
                </c:pt>
                <c:pt idx="1233">
                  <c:v>106.30739878999999</c:v>
                </c:pt>
                <c:pt idx="1234">
                  <c:v>106.47397921</c:v>
                </c:pt>
                <c:pt idx="1235">
                  <c:v>107.61120594</c:v>
                </c:pt>
                <c:pt idx="1236">
                  <c:v>108.90033753</c:v>
                </c:pt>
                <c:pt idx="1237">
                  <c:v>109.11892605</c:v>
                </c:pt>
                <c:pt idx="1238">
                  <c:v>108.35296510000001</c:v>
                </c:pt>
                <c:pt idx="1239">
                  <c:v>107.91656046</c:v>
                </c:pt>
                <c:pt idx="1240">
                  <c:v>108.55224368</c:v>
                </c:pt>
                <c:pt idx="1241">
                  <c:v>109.25203591</c:v>
                </c:pt>
                <c:pt idx="1242">
                  <c:v>108.22165751</c:v>
                </c:pt>
                <c:pt idx="1243">
                  <c:v>107.73556195</c:v>
                </c:pt>
                <c:pt idx="1244">
                  <c:v>107.14725245</c:v>
                </c:pt>
                <c:pt idx="1245">
                  <c:v>109.24534179</c:v>
                </c:pt>
                <c:pt idx="1246">
                  <c:v>113.0522321</c:v>
                </c:pt>
                <c:pt idx="1247">
                  <c:v>110.89029121999999</c:v>
                </c:pt>
                <c:pt idx="1248">
                  <c:v>111.52314231</c:v>
                </c:pt>
                <c:pt idx="1249">
                  <c:v>110.66912804</c:v>
                </c:pt>
                <c:pt idx="1250">
                  <c:v>109.61068586</c:v>
                </c:pt>
                <c:pt idx="1251">
                  <c:v>109.08674282</c:v>
                </c:pt>
                <c:pt idx="1252">
                  <c:v>108.4616157</c:v>
                </c:pt>
                <c:pt idx="1253">
                  <c:v>108.15239919</c:v>
                </c:pt>
                <c:pt idx="1254">
                  <c:v>110.26027224000001</c:v>
                </c:pt>
                <c:pt idx="1255">
                  <c:v>109.11171701000001</c:v>
                </c:pt>
                <c:pt idx="1256">
                  <c:v>107.32001203999999</c:v>
                </c:pt>
                <c:pt idx="1257">
                  <c:v>108.97165558</c:v>
                </c:pt>
                <c:pt idx="1258">
                  <c:v>109.46006833</c:v>
                </c:pt>
                <c:pt idx="1259">
                  <c:v>107.0246987</c:v>
                </c:pt>
                <c:pt idx="1260">
                  <c:v>109.22448706</c:v>
                </c:pt>
                <c:pt idx="1261">
                  <c:v>109.80944950999999</c:v>
                </c:pt>
                <c:pt idx="1262">
                  <c:v>110.30301157</c:v>
                </c:pt>
                <c:pt idx="1263">
                  <c:v>109.84163273999999</c:v>
                </c:pt>
                <c:pt idx="1264">
                  <c:v>109.65805958</c:v>
                </c:pt>
                <c:pt idx="1265">
                  <c:v>108.23865026</c:v>
                </c:pt>
                <c:pt idx="1266">
                  <c:v>106.54092033000001</c:v>
                </c:pt>
                <c:pt idx="1267">
                  <c:v>104.91888537</c:v>
                </c:pt>
                <c:pt idx="1268">
                  <c:v>102.43974655</c:v>
                </c:pt>
                <c:pt idx="1269">
                  <c:v>102.01801746</c:v>
                </c:pt>
                <c:pt idx="1270">
                  <c:v>101.81461942</c:v>
                </c:pt>
                <c:pt idx="1271">
                  <c:v>101.31333338</c:v>
                </c:pt>
                <c:pt idx="1272">
                  <c:v>100.99201598000001</c:v>
                </c:pt>
                <c:pt idx="1273">
                  <c:v>100.25617853</c:v>
                </c:pt>
                <c:pt idx="1274">
                  <c:v>101.65009873</c:v>
                </c:pt>
                <c:pt idx="1275">
                  <c:v>101.34397181999999</c:v>
                </c:pt>
                <c:pt idx="1276">
                  <c:v>104.09087515</c:v>
                </c:pt>
                <c:pt idx="1277">
                  <c:v>104.43021516</c:v>
                </c:pt>
                <c:pt idx="1278">
                  <c:v>106.89751056</c:v>
                </c:pt>
                <c:pt idx="1279">
                  <c:v>106.71548219</c:v>
                </c:pt>
                <c:pt idx="1280">
                  <c:v>106.36223902</c:v>
                </c:pt>
                <c:pt idx="1281">
                  <c:v>106.52418505</c:v>
                </c:pt>
                <c:pt idx="1282">
                  <c:v>107.93406813999999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67-406A-BFBB-822C82738C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9167624"/>
        <c:axId val="134813616"/>
      </c:lineChart>
      <c:dateAx>
        <c:axId val="419167624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134813616"/>
        <c:crosses val="autoZero"/>
        <c:auto val="1"/>
        <c:lblOffset val="100"/>
        <c:baseTimeUnit val="days"/>
        <c:majorUnit val="3"/>
        <c:majorTimeUnit val="months"/>
      </c:dateAx>
      <c:valAx>
        <c:axId val="134813616"/>
        <c:scaling>
          <c:orientation val="minMax"/>
          <c:max val="145"/>
          <c:min val="7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419167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span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ysClr val="windowText" lastClr="000000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4">
    <c:autoUpdate val="0"/>
  </c:externalData>
</c:chartSpac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1.06495E-5</cdr:x>
      <cdr:y>1.98114E-6</cdr:y>
    </cdr:from>
    <cdr:to>
      <cdr:x>1.06495E-5</cdr:x>
      <cdr:y>1.98114E-6</cdr:y>
    </cdr:to>
    <cdr:grpSp>
      <cdr:nvGrpSpPr>
        <cdr:cNvPr id="6" name="Agrupar 5">
          <a:extLst xmlns:a="http://schemas.openxmlformats.org/drawingml/2006/main">
            <a:ext uri="{FF2B5EF4-FFF2-40B4-BE49-F238E27FC236}">
              <a16:creationId xmlns:a16="http://schemas.microsoft.com/office/drawing/2014/main" id="{45A19C56-0129-4379-8F2C-64DAE68D0B1D}"/>
            </a:ext>
          </a:extLst>
        </cdr:cNvPr>
        <cdr:cNvGrpSpPr/>
      </cdr:nvGrpSpPr>
      <cdr:grpSpPr>
        <a:xfrm xmlns:a="http://schemas.openxmlformats.org/drawingml/2006/main">
          <a:off x="59" y="4"/>
          <a:ext cx="0" cy="0"/>
          <a:chOff x="59" y="4"/>
          <a:chExt cx="0" cy="0"/>
        </a:xfrm>
      </cdr:grpSpPr>
    </cdr:grpSp>
  </cdr:relSizeAnchor>
  <cdr:relSizeAnchor xmlns:cdr="http://schemas.openxmlformats.org/drawingml/2006/chartDrawing">
    <cdr:from>
      <cdr:x>0.56103</cdr:x>
      <cdr:y>0.02322</cdr:y>
    </cdr:from>
    <cdr:to>
      <cdr:x>0.98337</cdr:x>
      <cdr:y>0.81001</cdr:y>
    </cdr:to>
    <cdr:sp macro="" textlink="">
      <cdr:nvSpPr>
        <cdr:cNvPr id="5" name="Rectangle 4">
          <a:extLst xmlns:a="http://schemas.openxmlformats.org/drawingml/2006/main">
            <a:ext uri="{FF2B5EF4-FFF2-40B4-BE49-F238E27FC236}">
              <a16:creationId xmlns:a16="http://schemas.microsoft.com/office/drawing/2014/main" id="{FE089E45-1966-4F8A-9C16-20C1A231E557}"/>
            </a:ext>
          </a:extLst>
        </cdr:cNvPr>
        <cdr:cNvSpPr/>
      </cdr:nvSpPr>
      <cdr:spPr>
        <a:xfrm xmlns:a="http://schemas.openxmlformats.org/drawingml/2006/main">
          <a:off x="3118476" y="49432"/>
          <a:ext cx="2347570" cy="1674969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>
            <a:lumMod val="85000"/>
            <a:alpha val="40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t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 sz="900" dirty="0">
            <a:solidFill>
              <a:srgbClr val="FF0000"/>
            </a:solidFill>
            <a:latin typeface="Roboto Light" panose="02000000000000000000" pitchFamily="2" charset="0"/>
            <a:ea typeface="Roboto Light" panose="02000000000000000000" pitchFamily="2" charset="0"/>
            <a:cs typeface="Roboto Light" panose="02000000000000000000" pitchFamily="2" charset="0"/>
          </a:endParaRPr>
        </a:p>
        <a:p xmlns:a="http://schemas.openxmlformats.org/drawingml/2006/main">
          <a:pPr algn="ctr"/>
          <a:r>
            <a:rPr lang="en-US" sz="900" dirty="0">
              <a:solidFill>
                <a:srgbClr val="FF0000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rPr>
            <a:t>XP Forecast</a:t>
          </a:r>
        </a:p>
        <a:p xmlns:a="http://schemas.openxmlformats.org/drawingml/2006/main">
          <a:pPr algn="l"/>
          <a:endParaRPr lang="en-US" sz="1100" dirty="0"/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0.40634</cdr:x>
      <cdr:y>0.16752</cdr:y>
    </cdr:from>
    <cdr:to>
      <cdr:x>0.40634</cdr:x>
      <cdr:y>0.85806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1CF759E4-4D01-9046-4C42-971B3674AB5F}"/>
            </a:ext>
          </a:extLst>
        </cdr:cNvPr>
        <cdr:cNvCxnSpPr/>
      </cdr:nvCxnSpPr>
      <cdr:spPr>
        <a:xfrm xmlns:a="http://schemas.openxmlformats.org/drawingml/2006/main" flipV="1">
          <a:off x="2484292" y="310548"/>
          <a:ext cx="0" cy="1280130"/>
        </a:xfrm>
        <a:prstGeom xmlns:a="http://schemas.openxmlformats.org/drawingml/2006/main" prst="line">
          <a:avLst/>
        </a:prstGeom>
        <a:ln xmlns:a="http://schemas.openxmlformats.org/drawingml/2006/main" w="9525">
          <a:solidFill>
            <a:schemeClr val="tx1"/>
          </a:solidFill>
          <a:prstDash val="dash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2457" cy="46262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>
              <a:latin typeface="Arial" panose="020B0604020202020204" pitchFamily="34" charset="0"/>
            </a:endParaRP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935996" y="1"/>
            <a:ext cx="3012457" cy="46262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B6854-BA43-4188-8D71-6CA4AD99B547}" type="datetimeFigureOut">
              <a:rPr lang="pt-BR" smtClean="0">
                <a:latin typeface="Arial" panose="020B0604020202020204" pitchFamily="34" charset="0"/>
              </a:rPr>
              <a:t>03/08/2026</a:t>
            </a:fld>
            <a:endParaRPr lang="pt-BR" dirty="0">
              <a:latin typeface="Arial" panose="020B0604020202020204" pitchFamily="34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773453"/>
            <a:ext cx="3012457" cy="4626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>
              <a:latin typeface="Arial" panose="020B0604020202020204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935996" y="8773453"/>
            <a:ext cx="3012457" cy="4626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5063B-5E6C-4857-89F3-772EE25A036D}" type="slidenum">
              <a:rPr lang="pt-BR" smtClean="0">
                <a:latin typeface="Arial" panose="020B0604020202020204" pitchFamily="34" charset="0"/>
              </a:rPr>
              <a:t>‹#›</a:t>
            </a:fld>
            <a:endParaRPr 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4717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2457" cy="46262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35996" y="1"/>
            <a:ext cx="3012457" cy="46262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6D8EB0C7-A7CA-4D05-AC86-585B7631FAAB}" type="datetimeFigureOut">
              <a:rPr lang="pt-BR" smtClean="0"/>
              <a:pPr/>
              <a:t>03/08/2026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94684" y="4444740"/>
            <a:ext cx="5560709" cy="3637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773453"/>
            <a:ext cx="3012457" cy="4626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35996" y="8773453"/>
            <a:ext cx="3012457" cy="4626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13CA231-F0FC-4F9B-BA71-B3112EA6E8D1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44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CA231-F0FC-4F9B-BA71-B3112EA6E8D1}" type="slidenum">
              <a:rPr lang="pt-BR" smtClean="0"/>
              <a:pPr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2328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881781C-40FD-43E2-BC6E-3786CEF8438E}"/>
              </a:ext>
            </a:extLst>
          </p:cNvPr>
          <p:cNvSpPr/>
          <p:nvPr userDrawn="1"/>
        </p:nvSpPr>
        <p:spPr>
          <a:xfrm>
            <a:off x="0" y="0"/>
            <a:ext cx="12192000" cy="14768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2" name="Picture 51" descr="A picture containing dark, night sky&#10;&#10;Description automatically generated">
            <a:extLst>
              <a:ext uri="{FF2B5EF4-FFF2-40B4-BE49-F238E27FC236}">
                <a16:creationId xmlns:a16="http://schemas.microsoft.com/office/drawing/2014/main" id="{5CCADE29-8500-4070-A119-2C944A23B7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81000"/>
          </a:blip>
          <a:srcRect b="75849"/>
          <a:stretch/>
        </p:blipFill>
        <p:spPr>
          <a:xfrm>
            <a:off x="3446236" y="0"/>
            <a:ext cx="8745764" cy="1476873"/>
          </a:xfrm>
          <a:prstGeom prst="rect">
            <a:avLst/>
          </a:prstGeom>
        </p:spPr>
      </p:pic>
      <p:sp>
        <p:nvSpPr>
          <p:cNvPr id="14" name="Espaço Reservado para Conteúdo 14">
            <a:extLst>
              <a:ext uri="{FF2B5EF4-FFF2-40B4-BE49-F238E27FC236}">
                <a16:creationId xmlns:a16="http://schemas.microsoft.com/office/drawing/2014/main" id="{CE1411FD-E7CA-45C3-AC7A-87E2FAD1AC2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54741" y="1629200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49" name="Do not remove" hidden="1">
            <a:extLst>
              <a:ext uri="{FF2B5EF4-FFF2-40B4-BE49-F238E27FC236}">
                <a16:creationId xmlns:a16="http://schemas.microsoft.com/office/drawing/2014/main" id="{3AE5CB97-7DD5-4F37-94F8-D7A98741A96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89C55DDC-9BF1-4F19-9DFA-8D99FB29A8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1" y="188913"/>
            <a:ext cx="8335962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7" name="Espaço Reservado para Conteúdo 14">
            <a:extLst>
              <a:ext uri="{FF2B5EF4-FFF2-40B4-BE49-F238E27FC236}">
                <a16:creationId xmlns:a16="http://schemas.microsoft.com/office/drawing/2014/main" id="{1A0E7759-F94A-4604-94D3-8330DB77916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5999" y="1622848"/>
            <a:ext cx="9131274" cy="31460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" tIns="36000" rIns="36000" bIns="36000">
            <a:noAutofit/>
          </a:bodyPr>
          <a:lstStyle>
            <a:lvl1pPr marL="0" indent="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9" name="CaixaDeTexto 9">
            <a:extLst>
              <a:ext uri="{FF2B5EF4-FFF2-40B4-BE49-F238E27FC236}">
                <a16:creationId xmlns:a16="http://schemas.microsoft.com/office/drawing/2014/main" id="{476F5366-F93B-420C-8A94-B09C103B395E}"/>
              </a:ext>
            </a:extLst>
          </p:cNvPr>
          <p:cNvSpPr txBox="1"/>
          <p:nvPr userDrawn="1"/>
        </p:nvSpPr>
        <p:spPr>
          <a:xfrm>
            <a:off x="11794866" y="6364275"/>
            <a:ext cx="267441" cy="230832"/>
          </a:xfrm>
          <a:prstGeom prst="rect">
            <a:avLst/>
          </a:prstGeom>
        </p:spPr>
        <p:txBody>
          <a:bodyPr vert="horz" wrap="square" lIns="0" tIns="25718" rIns="0" bIns="25718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lvl="0" algn="ctr"/>
            <a:fld id="{9B9BAEC2-C893-4510-BAEC-A634F6DBFF95}" type="slidenum">
              <a:rPr lang="pt-BR" altLang="pt-BR" sz="800" b="0" smtClean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lvl="0" algn="ctr"/>
              <a:t>‹#›</a:t>
            </a:fld>
            <a:endParaRPr lang="pt-BR" altLang="pt-BR" sz="800" b="0" dirty="0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Date Placeholder 1">
            <a:extLst>
              <a:ext uri="{FF2B5EF4-FFF2-40B4-BE49-F238E27FC236}">
                <a16:creationId xmlns:a16="http://schemas.microsoft.com/office/drawing/2014/main" id="{841867EE-8B42-428C-9638-B3E3663F1E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3310" y="305162"/>
            <a:ext cx="3132139" cy="2105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9631AADF-FFDA-42AC-BB16-4FD13D64DA0C}" type="datetime4">
              <a:rPr lang="pt-BR" smtClean="0"/>
              <a:t>3 de agosto de 2026</a:t>
            </a:fld>
            <a:endParaRPr lang="pt-BR" dirty="0"/>
          </a:p>
        </p:txBody>
      </p:sp>
      <p:sp>
        <p:nvSpPr>
          <p:cNvPr id="24" name="Espaço Reservado para Conteúdo 14">
            <a:extLst>
              <a:ext uri="{FF2B5EF4-FFF2-40B4-BE49-F238E27FC236}">
                <a16:creationId xmlns:a16="http://schemas.microsoft.com/office/drawing/2014/main" id="{7B4A07EE-1908-4D26-9297-1478228BB14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5999" y="4902200"/>
            <a:ext cx="9131274" cy="1119189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57881405-3A2D-4B05-95E2-54097515C5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6550" y="1112247"/>
            <a:ext cx="11518900" cy="202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BR" sz="12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6" name="Espaço Reservado para Conteúdo 14">
            <a:extLst>
              <a:ext uri="{FF2B5EF4-FFF2-40B4-BE49-F238E27FC236}">
                <a16:creationId xmlns:a16="http://schemas.microsoft.com/office/drawing/2014/main" id="{850F5579-F7F0-47FE-8562-80BD2CF7588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954741" y="1843968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29" name="Espaço Reservado para Conteúdo 14">
            <a:extLst>
              <a:ext uri="{FF2B5EF4-FFF2-40B4-BE49-F238E27FC236}">
                <a16:creationId xmlns:a16="http://schemas.microsoft.com/office/drawing/2014/main" id="{3AED8A04-1CB7-4096-B4E7-A94A0336259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954741" y="2034923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0" name="Espaço Reservado para Conteúdo 14">
            <a:extLst>
              <a:ext uri="{FF2B5EF4-FFF2-40B4-BE49-F238E27FC236}">
                <a16:creationId xmlns:a16="http://schemas.microsoft.com/office/drawing/2014/main" id="{938C4CF9-D21D-491A-995D-38D80E45D35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954741" y="2364462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1" name="Espaço Reservado para Conteúdo 14">
            <a:extLst>
              <a:ext uri="{FF2B5EF4-FFF2-40B4-BE49-F238E27FC236}">
                <a16:creationId xmlns:a16="http://schemas.microsoft.com/office/drawing/2014/main" id="{A0CEDDC6-9D7D-4AB6-8714-251BC13968E7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54741" y="2579230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2" name="Espaço Reservado para Conteúdo 14">
            <a:extLst>
              <a:ext uri="{FF2B5EF4-FFF2-40B4-BE49-F238E27FC236}">
                <a16:creationId xmlns:a16="http://schemas.microsoft.com/office/drawing/2014/main" id="{193B6CB7-D834-4068-868A-9AFBE5866A58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954741" y="2770185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3" name="Espaço Reservado para Conteúdo 14">
            <a:extLst>
              <a:ext uri="{FF2B5EF4-FFF2-40B4-BE49-F238E27FC236}">
                <a16:creationId xmlns:a16="http://schemas.microsoft.com/office/drawing/2014/main" id="{55476F42-1A4B-4330-A3B9-8BA77043864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954741" y="3104144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4" name="Espaço Reservado para Conteúdo 14">
            <a:extLst>
              <a:ext uri="{FF2B5EF4-FFF2-40B4-BE49-F238E27FC236}">
                <a16:creationId xmlns:a16="http://schemas.microsoft.com/office/drawing/2014/main" id="{195E6429-987B-4AC7-8E16-6188988765D4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9954741" y="3318912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5" name="Espaço Reservado para Conteúdo 14">
            <a:extLst>
              <a:ext uri="{FF2B5EF4-FFF2-40B4-BE49-F238E27FC236}">
                <a16:creationId xmlns:a16="http://schemas.microsoft.com/office/drawing/2014/main" id="{073C1B83-6366-4B50-BD4D-B74457EC8E9F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954741" y="3509867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6" name="Espaço Reservado para Conteúdo 14">
            <a:extLst>
              <a:ext uri="{FF2B5EF4-FFF2-40B4-BE49-F238E27FC236}">
                <a16:creationId xmlns:a16="http://schemas.microsoft.com/office/drawing/2014/main" id="{C46354AB-40F2-4A4A-AD37-4856DE213F4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954741" y="3839210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7" name="Espaço Reservado para Conteúdo 14">
            <a:extLst>
              <a:ext uri="{FF2B5EF4-FFF2-40B4-BE49-F238E27FC236}">
                <a16:creationId xmlns:a16="http://schemas.microsoft.com/office/drawing/2014/main" id="{069F1687-40C5-4D45-B235-59542CC1ECD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54741" y="4053978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8" name="Espaço Reservado para Conteúdo 14">
            <a:extLst>
              <a:ext uri="{FF2B5EF4-FFF2-40B4-BE49-F238E27FC236}">
                <a16:creationId xmlns:a16="http://schemas.microsoft.com/office/drawing/2014/main" id="{C3CC52EA-2999-4302-9E0C-30842061FFF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954741" y="4244933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9" name="Espaço Reservado para Conteúdo 14">
            <a:extLst>
              <a:ext uri="{FF2B5EF4-FFF2-40B4-BE49-F238E27FC236}">
                <a16:creationId xmlns:a16="http://schemas.microsoft.com/office/drawing/2014/main" id="{E0EEF94B-CA11-4E10-8AC2-F78031362D12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954741" y="4581992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40" name="Espaço Reservado para Conteúdo 14">
            <a:extLst>
              <a:ext uri="{FF2B5EF4-FFF2-40B4-BE49-F238E27FC236}">
                <a16:creationId xmlns:a16="http://schemas.microsoft.com/office/drawing/2014/main" id="{E331B2D0-05A8-4B00-9874-57BFC68CDC49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9954741" y="4796760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41" name="Espaço Reservado para Conteúdo 14">
            <a:extLst>
              <a:ext uri="{FF2B5EF4-FFF2-40B4-BE49-F238E27FC236}">
                <a16:creationId xmlns:a16="http://schemas.microsoft.com/office/drawing/2014/main" id="{8979BBA1-DEA5-43F7-9290-D6D46BEAB7D9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9954741" y="4987715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42" name="Espaço Reservado para Conteúdo 14">
            <a:extLst>
              <a:ext uri="{FF2B5EF4-FFF2-40B4-BE49-F238E27FC236}">
                <a16:creationId xmlns:a16="http://schemas.microsoft.com/office/drawing/2014/main" id="{C6464894-18C8-44DC-A261-C1DFF4F38BED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9954741" y="5317058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43" name="Espaço Reservado para Conteúdo 14">
            <a:extLst>
              <a:ext uri="{FF2B5EF4-FFF2-40B4-BE49-F238E27FC236}">
                <a16:creationId xmlns:a16="http://schemas.microsoft.com/office/drawing/2014/main" id="{1ACC619E-ADBD-4833-B3DA-B4C4453B7BB8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9954741" y="5531826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44" name="Espaço Reservado para Conteúdo 14">
            <a:extLst>
              <a:ext uri="{FF2B5EF4-FFF2-40B4-BE49-F238E27FC236}">
                <a16:creationId xmlns:a16="http://schemas.microsoft.com/office/drawing/2014/main" id="{27283C4F-B09E-413D-9FD1-7F7F31FCA2E9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9954741" y="5722781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47" name="Espaço Reservado para Texto 6">
            <a:extLst>
              <a:ext uri="{FF2B5EF4-FFF2-40B4-BE49-F238E27FC236}">
                <a16:creationId xmlns:a16="http://schemas.microsoft.com/office/drawing/2014/main" id="{D059AF1D-7F11-404F-84BA-7DF8F07018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1"/>
            <a:ext cx="11518900" cy="29965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20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8" name="Espaço Reservado para Texto 6">
            <a:extLst>
              <a:ext uri="{FF2B5EF4-FFF2-40B4-BE49-F238E27FC236}">
                <a16:creationId xmlns:a16="http://schemas.microsoft.com/office/drawing/2014/main" id="{1AF3A89E-9C88-4D78-958E-79CBB03E5A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23310" y="567647"/>
            <a:ext cx="3132139" cy="1420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lang="pt-BR" sz="1200" b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r>
              <a:rPr lang="pt-BR" dirty="0"/>
              <a:t>Sector / </a:t>
            </a:r>
            <a:r>
              <a:rPr lang="pt-BR" dirty="0" err="1"/>
              <a:t>Segment</a:t>
            </a:r>
            <a:endParaRPr lang="pt-BR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02662-AE79-4B8E-B676-C401AD03C996}"/>
              </a:ext>
            </a:extLst>
          </p:cNvPr>
          <p:cNvCxnSpPr/>
          <p:nvPr userDrawn="1"/>
        </p:nvCxnSpPr>
        <p:spPr>
          <a:xfrm>
            <a:off x="9711007" y="1622848"/>
            <a:ext cx="0" cy="439854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21">
            <a:extLst>
              <a:ext uri="{FF2B5EF4-FFF2-40B4-BE49-F238E27FC236}">
                <a16:creationId xmlns:a16="http://schemas.microsoft.com/office/drawing/2014/main" id="{A103342B-56B1-4527-AD7F-4D0449A0DC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194" y="6300619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 dirty="0"/>
              <a:t>Fonte:  XXX, XXX, XXX | Notas: (1) XXX; (2) XXX; (3) XXX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01B2D36-F7E1-4BF5-AB6E-AC161A1D4C46}"/>
              </a:ext>
            </a:extLst>
          </p:cNvPr>
          <p:cNvSpPr/>
          <p:nvPr userDrawn="1"/>
        </p:nvSpPr>
        <p:spPr>
          <a:xfrm>
            <a:off x="11358608" y="832910"/>
            <a:ext cx="499749" cy="450795"/>
          </a:xfrm>
          <a:custGeom>
            <a:avLst/>
            <a:gdLst>
              <a:gd name="connsiteX0" fmla="*/ 1430464 w 1964753"/>
              <a:gd name="connsiteY0" fmla="*/ 1369758 h 1772284"/>
              <a:gd name="connsiteX1" fmla="*/ 1653286 w 1964753"/>
              <a:gd name="connsiteY1" fmla="*/ 1369758 h 1772284"/>
              <a:gd name="connsiteX2" fmla="*/ 1795081 w 1964753"/>
              <a:gd name="connsiteY2" fmla="*/ 1253300 h 1772284"/>
              <a:gd name="connsiteX3" fmla="*/ 1653286 w 1964753"/>
              <a:gd name="connsiteY3" fmla="*/ 1136840 h 1772284"/>
              <a:gd name="connsiteX4" fmla="*/ 1430464 w 1964753"/>
              <a:gd name="connsiteY4" fmla="*/ 1136840 h 1772284"/>
              <a:gd name="connsiteX5" fmla="*/ 1430464 w 1964753"/>
              <a:gd name="connsiteY5" fmla="*/ 1369758 h 1772284"/>
              <a:gd name="connsiteX6" fmla="*/ 1430464 w 1964753"/>
              <a:gd name="connsiteY6" fmla="*/ 1772285 h 1772284"/>
              <a:gd name="connsiteX7" fmla="*/ 1726692 w 1964753"/>
              <a:gd name="connsiteY7" fmla="*/ 1772285 h 1772284"/>
              <a:gd name="connsiteX8" fmla="*/ 1964690 w 1964753"/>
              <a:gd name="connsiteY8" fmla="*/ 1534287 h 1772284"/>
              <a:gd name="connsiteX9" fmla="*/ 1964690 w 1964753"/>
              <a:gd name="connsiteY9" fmla="*/ 1369695 h 1772284"/>
              <a:gd name="connsiteX10" fmla="*/ 1959610 w 1964753"/>
              <a:gd name="connsiteY10" fmla="*/ 1369695 h 1772284"/>
              <a:gd name="connsiteX11" fmla="*/ 1658303 w 1964753"/>
              <a:gd name="connsiteY11" fmla="*/ 1549464 h 1772284"/>
              <a:gd name="connsiteX12" fmla="*/ 1438021 w 1964753"/>
              <a:gd name="connsiteY12" fmla="*/ 1549464 h 1772284"/>
              <a:gd name="connsiteX13" fmla="*/ 1430401 w 1964753"/>
              <a:gd name="connsiteY13" fmla="*/ 1557083 h 1772284"/>
              <a:gd name="connsiteX14" fmla="*/ 1430401 w 1964753"/>
              <a:gd name="connsiteY14" fmla="*/ 1772285 h 1772284"/>
              <a:gd name="connsiteX15" fmla="*/ 1012698 w 1964753"/>
              <a:gd name="connsiteY15" fmla="*/ 1253300 h 1772284"/>
              <a:gd name="connsiteX16" fmla="*/ 1240536 w 1964753"/>
              <a:gd name="connsiteY16" fmla="*/ 1473581 h 1772284"/>
              <a:gd name="connsiteX17" fmla="*/ 1240536 w 1964753"/>
              <a:gd name="connsiteY17" fmla="*/ 1033082 h 1772284"/>
              <a:gd name="connsiteX18" fmla="*/ 1012698 w 1964753"/>
              <a:gd name="connsiteY18" fmla="*/ 1253300 h 1772284"/>
              <a:gd name="connsiteX19" fmla="*/ 237998 w 1964753"/>
              <a:gd name="connsiteY19" fmla="*/ 1772285 h 1772284"/>
              <a:gd name="connsiteX20" fmla="*/ 1240599 w 1964753"/>
              <a:gd name="connsiteY20" fmla="*/ 1772285 h 1772284"/>
              <a:gd name="connsiteX21" fmla="*/ 1240599 w 1964753"/>
              <a:gd name="connsiteY21" fmla="*/ 1721676 h 1772284"/>
              <a:gd name="connsiteX22" fmla="*/ 1341882 w 1964753"/>
              <a:gd name="connsiteY22" fmla="*/ 1554607 h 1772284"/>
              <a:gd name="connsiteX23" fmla="*/ 1341882 w 1964753"/>
              <a:gd name="connsiteY23" fmla="*/ 1549527 h 1772284"/>
              <a:gd name="connsiteX24" fmla="*/ 1060831 w 1964753"/>
              <a:gd name="connsiteY24" fmla="*/ 1549527 h 1772284"/>
              <a:gd name="connsiteX25" fmla="*/ 1030478 w 1964753"/>
              <a:gd name="connsiteY25" fmla="*/ 1536890 h 1772284"/>
              <a:gd name="connsiteX26" fmla="*/ 883666 w 1964753"/>
              <a:gd name="connsiteY26" fmla="*/ 1384998 h 1772284"/>
              <a:gd name="connsiteX27" fmla="*/ 731774 w 1964753"/>
              <a:gd name="connsiteY27" fmla="*/ 1539431 h 1772284"/>
              <a:gd name="connsiteX28" fmla="*/ 703898 w 1964753"/>
              <a:gd name="connsiteY28" fmla="*/ 1549527 h 1772284"/>
              <a:gd name="connsiteX29" fmla="*/ 478599 w 1964753"/>
              <a:gd name="connsiteY29" fmla="*/ 1549527 h 1772284"/>
              <a:gd name="connsiteX30" fmla="*/ 473519 w 1964753"/>
              <a:gd name="connsiteY30" fmla="*/ 1534351 h 1772284"/>
              <a:gd name="connsiteX31" fmla="*/ 762127 w 1964753"/>
              <a:gd name="connsiteY31" fmla="*/ 1253300 h 1772284"/>
              <a:gd name="connsiteX32" fmla="*/ 468439 w 1964753"/>
              <a:gd name="connsiteY32" fmla="*/ 969708 h 1772284"/>
              <a:gd name="connsiteX33" fmla="*/ 476060 w 1964753"/>
              <a:gd name="connsiteY33" fmla="*/ 954532 h 1772284"/>
              <a:gd name="connsiteX34" fmla="*/ 703898 w 1964753"/>
              <a:gd name="connsiteY34" fmla="*/ 954532 h 1772284"/>
              <a:gd name="connsiteX35" fmla="*/ 729234 w 1964753"/>
              <a:gd name="connsiteY35" fmla="*/ 964628 h 1772284"/>
              <a:gd name="connsiteX36" fmla="*/ 888746 w 1964753"/>
              <a:gd name="connsiteY36" fmla="*/ 1124140 h 1772284"/>
              <a:gd name="connsiteX37" fmla="*/ 1038098 w 1964753"/>
              <a:gd name="connsiteY37" fmla="*/ 964628 h 1772284"/>
              <a:gd name="connsiteX38" fmla="*/ 1060894 w 1964753"/>
              <a:gd name="connsiteY38" fmla="*/ 954532 h 1772284"/>
              <a:gd name="connsiteX39" fmla="*/ 1655889 w 1964753"/>
              <a:gd name="connsiteY39" fmla="*/ 954532 h 1772284"/>
              <a:gd name="connsiteX40" fmla="*/ 1959674 w 1964753"/>
              <a:gd name="connsiteY40" fmla="*/ 1136840 h 1772284"/>
              <a:gd name="connsiteX41" fmla="*/ 1964754 w 1964753"/>
              <a:gd name="connsiteY41" fmla="*/ 1136840 h 1772284"/>
              <a:gd name="connsiteX42" fmla="*/ 1964754 w 1964753"/>
              <a:gd name="connsiteY42" fmla="*/ 237998 h 1772284"/>
              <a:gd name="connsiteX43" fmla="*/ 1726755 w 1964753"/>
              <a:gd name="connsiteY43" fmla="*/ 0 h 1772284"/>
              <a:gd name="connsiteX44" fmla="*/ 237998 w 1964753"/>
              <a:gd name="connsiteY44" fmla="*/ 0 h 1772284"/>
              <a:gd name="connsiteX45" fmla="*/ 0 w 1964753"/>
              <a:gd name="connsiteY45" fmla="*/ 237998 h 1772284"/>
              <a:gd name="connsiteX46" fmla="*/ 0 w 1964753"/>
              <a:gd name="connsiteY46" fmla="*/ 1534287 h 1772284"/>
              <a:gd name="connsiteX47" fmla="*/ 237998 w 1964753"/>
              <a:gd name="connsiteY47" fmla="*/ 1772285 h 177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964753" h="1772284">
                <a:moveTo>
                  <a:pt x="1430464" y="1369758"/>
                </a:moveTo>
                <a:lnTo>
                  <a:pt x="1653286" y="1369758"/>
                </a:lnTo>
                <a:cubicBezTo>
                  <a:pt x="1736852" y="1369758"/>
                  <a:pt x="1795081" y="1331785"/>
                  <a:pt x="1795081" y="1253300"/>
                </a:cubicBezTo>
                <a:cubicBezTo>
                  <a:pt x="1795081" y="1174814"/>
                  <a:pt x="1736852" y="1136840"/>
                  <a:pt x="1653286" y="1136840"/>
                </a:cubicBezTo>
                <a:lnTo>
                  <a:pt x="1430464" y="1136840"/>
                </a:lnTo>
                <a:lnTo>
                  <a:pt x="1430464" y="1369758"/>
                </a:lnTo>
                <a:close/>
                <a:moveTo>
                  <a:pt x="1430464" y="1772285"/>
                </a:moveTo>
                <a:lnTo>
                  <a:pt x="1726692" y="1772285"/>
                </a:lnTo>
                <a:cubicBezTo>
                  <a:pt x="1883664" y="1772285"/>
                  <a:pt x="1964690" y="1691259"/>
                  <a:pt x="1964690" y="1534287"/>
                </a:cubicBezTo>
                <a:lnTo>
                  <a:pt x="1964690" y="1369695"/>
                </a:lnTo>
                <a:lnTo>
                  <a:pt x="1959610" y="1369695"/>
                </a:lnTo>
                <a:cubicBezTo>
                  <a:pt x="1914017" y="1506410"/>
                  <a:pt x="1797558" y="1549464"/>
                  <a:pt x="1658303" y="1549464"/>
                </a:cubicBezTo>
                <a:lnTo>
                  <a:pt x="1438021" y="1549464"/>
                </a:lnTo>
                <a:cubicBezTo>
                  <a:pt x="1432941" y="1549464"/>
                  <a:pt x="1430401" y="1552003"/>
                  <a:pt x="1430401" y="1557083"/>
                </a:cubicBezTo>
                <a:lnTo>
                  <a:pt x="1430401" y="1772285"/>
                </a:lnTo>
                <a:close/>
                <a:moveTo>
                  <a:pt x="1012698" y="1253300"/>
                </a:moveTo>
                <a:lnTo>
                  <a:pt x="1240536" y="1473581"/>
                </a:lnTo>
                <a:lnTo>
                  <a:pt x="1240536" y="1033082"/>
                </a:lnTo>
                <a:lnTo>
                  <a:pt x="1012698" y="1253300"/>
                </a:lnTo>
                <a:close/>
                <a:moveTo>
                  <a:pt x="237998" y="1772285"/>
                </a:moveTo>
                <a:lnTo>
                  <a:pt x="1240599" y="1772285"/>
                </a:lnTo>
                <a:lnTo>
                  <a:pt x="1240599" y="1721676"/>
                </a:lnTo>
                <a:cubicBezTo>
                  <a:pt x="1240599" y="1633093"/>
                  <a:pt x="1270953" y="1582420"/>
                  <a:pt x="1341882" y="1554607"/>
                </a:cubicBezTo>
                <a:lnTo>
                  <a:pt x="1341882" y="1549527"/>
                </a:lnTo>
                <a:lnTo>
                  <a:pt x="1060831" y="1549527"/>
                </a:lnTo>
                <a:cubicBezTo>
                  <a:pt x="1045655" y="1549527"/>
                  <a:pt x="1040574" y="1546987"/>
                  <a:pt x="1030478" y="1536890"/>
                </a:cubicBezTo>
                <a:lnTo>
                  <a:pt x="883666" y="1384998"/>
                </a:lnTo>
                <a:lnTo>
                  <a:pt x="731774" y="1539431"/>
                </a:lnTo>
                <a:cubicBezTo>
                  <a:pt x="724154" y="1547051"/>
                  <a:pt x="719137" y="1549527"/>
                  <a:pt x="703898" y="1549527"/>
                </a:cubicBezTo>
                <a:lnTo>
                  <a:pt x="478599" y="1549527"/>
                </a:lnTo>
                <a:cubicBezTo>
                  <a:pt x="465963" y="1549527"/>
                  <a:pt x="465963" y="1541907"/>
                  <a:pt x="473519" y="1534351"/>
                </a:cubicBezTo>
                <a:lnTo>
                  <a:pt x="762127" y="1253300"/>
                </a:lnTo>
                <a:lnTo>
                  <a:pt x="468439" y="969708"/>
                </a:lnTo>
                <a:cubicBezTo>
                  <a:pt x="460819" y="962089"/>
                  <a:pt x="463360" y="954532"/>
                  <a:pt x="476060" y="954532"/>
                </a:cubicBezTo>
                <a:lnTo>
                  <a:pt x="703898" y="954532"/>
                </a:lnTo>
                <a:cubicBezTo>
                  <a:pt x="716534" y="954532"/>
                  <a:pt x="721614" y="957072"/>
                  <a:pt x="729234" y="964628"/>
                </a:cubicBezTo>
                <a:lnTo>
                  <a:pt x="888746" y="1124140"/>
                </a:lnTo>
                <a:lnTo>
                  <a:pt x="1038098" y="964628"/>
                </a:lnTo>
                <a:cubicBezTo>
                  <a:pt x="1045718" y="957008"/>
                  <a:pt x="1050735" y="954532"/>
                  <a:pt x="1060894" y="954532"/>
                </a:cubicBezTo>
                <a:lnTo>
                  <a:pt x="1655889" y="954532"/>
                </a:lnTo>
                <a:cubicBezTo>
                  <a:pt x="1792605" y="954532"/>
                  <a:pt x="1914144" y="1000125"/>
                  <a:pt x="1959674" y="1136840"/>
                </a:cubicBezTo>
                <a:lnTo>
                  <a:pt x="1964754" y="1136840"/>
                </a:lnTo>
                <a:lnTo>
                  <a:pt x="1964754" y="237998"/>
                </a:lnTo>
                <a:cubicBezTo>
                  <a:pt x="1964754" y="81026"/>
                  <a:pt x="1883728" y="0"/>
                  <a:pt x="1726755" y="0"/>
                </a:cubicBezTo>
                <a:lnTo>
                  <a:pt x="237998" y="0"/>
                </a:lnTo>
                <a:cubicBezTo>
                  <a:pt x="81026" y="0"/>
                  <a:pt x="0" y="81026"/>
                  <a:pt x="0" y="237998"/>
                </a:cubicBezTo>
                <a:lnTo>
                  <a:pt x="0" y="1534287"/>
                </a:lnTo>
                <a:cubicBezTo>
                  <a:pt x="0" y="1691259"/>
                  <a:pt x="81026" y="1772285"/>
                  <a:pt x="237998" y="1772285"/>
                </a:cubicBez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853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ompany Update/Repo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881781C-40FD-43E2-BC6E-3786CEF8438E}"/>
              </a:ext>
            </a:extLst>
          </p:cNvPr>
          <p:cNvSpPr/>
          <p:nvPr userDrawn="1"/>
        </p:nvSpPr>
        <p:spPr>
          <a:xfrm>
            <a:off x="0" y="0"/>
            <a:ext cx="12192000" cy="14768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2" name="Picture 51" descr="A picture containing dark, night sky&#10;&#10;Description automatically generated">
            <a:extLst>
              <a:ext uri="{FF2B5EF4-FFF2-40B4-BE49-F238E27FC236}">
                <a16:creationId xmlns:a16="http://schemas.microsoft.com/office/drawing/2014/main" id="{5CCADE29-8500-4070-A119-2C944A23B7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81000"/>
          </a:blip>
          <a:srcRect b="75849"/>
          <a:stretch/>
        </p:blipFill>
        <p:spPr>
          <a:xfrm>
            <a:off x="3446236" y="0"/>
            <a:ext cx="8745764" cy="1476873"/>
          </a:xfrm>
          <a:prstGeom prst="rect">
            <a:avLst/>
          </a:prstGeom>
        </p:spPr>
      </p:pic>
      <p:sp>
        <p:nvSpPr>
          <p:cNvPr id="14" name="Espaço Reservado para Conteúdo 14">
            <a:extLst>
              <a:ext uri="{FF2B5EF4-FFF2-40B4-BE49-F238E27FC236}">
                <a16:creationId xmlns:a16="http://schemas.microsoft.com/office/drawing/2014/main" id="{CE1411FD-E7CA-45C3-AC7A-87E2FAD1AC2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54741" y="1629200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49" name="Do not remove" hidden="1">
            <a:extLst>
              <a:ext uri="{FF2B5EF4-FFF2-40B4-BE49-F238E27FC236}">
                <a16:creationId xmlns:a16="http://schemas.microsoft.com/office/drawing/2014/main" id="{3AE5CB97-7DD5-4F37-94F8-D7A98741A96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89C55DDC-9BF1-4F19-9DFA-8D99FB29A8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1" y="188913"/>
            <a:ext cx="8335962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7" name="Espaço Reservado para Conteúdo 14">
            <a:extLst>
              <a:ext uri="{FF2B5EF4-FFF2-40B4-BE49-F238E27FC236}">
                <a16:creationId xmlns:a16="http://schemas.microsoft.com/office/drawing/2014/main" id="{1A0E7759-F94A-4604-94D3-8330DB77916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5999" y="1622848"/>
            <a:ext cx="9131274" cy="29479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" tIns="36000" rIns="36000" bIns="36000">
            <a:noAutofit/>
          </a:bodyPr>
          <a:lstStyle>
            <a:lvl1pPr marL="0" indent="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9" name="CaixaDeTexto 9">
            <a:extLst>
              <a:ext uri="{FF2B5EF4-FFF2-40B4-BE49-F238E27FC236}">
                <a16:creationId xmlns:a16="http://schemas.microsoft.com/office/drawing/2014/main" id="{476F5366-F93B-420C-8A94-B09C103B395E}"/>
              </a:ext>
            </a:extLst>
          </p:cNvPr>
          <p:cNvSpPr txBox="1"/>
          <p:nvPr userDrawn="1"/>
        </p:nvSpPr>
        <p:spPr>
          <a:xfrm>
            <a:off x="11794866" y="6364275"/>
            <a:ext cx="267441" cy="230832"/>
          </a:xfrm>
          <a:prstGeom prst="rect">
            <a:avLst/>
          </a:prstGeom>
        </p:spPr>
        <p:txBody>
          <a:bodyPr vert="horz" wrap="square" lIns="0" tIns="25718" rIns="0" bIns="25718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lvl="0" algn="ctr"/>
            <a:fld id="{9B9BAEC2-C893-4510-BAEC-A634F6DBFF95}" type="slidenum">
              <a:rPr lang="pt-BR" altLang="pt-BR" sz="800" b="0" smtClean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lvl="0" algn="ctr"/>
              <a:t>‹#›</a:t>
            </a:fld>
            <a:endParaRPr lang="pt-BR" altLang="pt-BR" sz="800" b="0" dirty="0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57881405-3A2D-4B05-95E2-54097515C5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6550" y="1112247"/>
            <a:ext cx="11518900" cy="202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BR" sz="12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6" name="Espaço Reservado para Conteúdo 14">
            <a:extLst>
              <a:ext uri="{FF2B5EF4-FFF2-40B4-BE49-F238E27FC236}">
                <a16:creationId xmlns:a16="http://schemas.microsoft.com/office/drawing/2014/main" id="{850F5579-F7F0-47FE-8562-80BD2CF7588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954741" y="1843968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29" name="Espaço Reservado para Conteúdo 14">
            <a:extLst>
              <a:ext uri="{FF2B5EF4-FFF2-40B4-BE49-F238E27FC236}">
                <a16:creationId xmlns:a16="http://schemas.microsoft.com/office/drawing/2014/main" id="{3AED8A04-1CB7-4096-B4E7-A94A0336259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954741" y="2034923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0" name="Espaço Reservado para Conteúdo 14">
            <a:extLst>
              <a:ext uri="{FF2B5EF4-FFF2-40B4-BE49-F238E27FC236}">
                <a16:creationId xmlns:a16="http://schemas.microsoft.com/office/drawing/2014/main" id="{938C4CF9-D21D-491A-995D-38D80E45D35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954741" y="2364462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1" name="Espaço Reservado para Conteúdo 14">
            <a:extLst>
              <a:ext uri="{FF2B5EF4-FFF2-40B4-BE49-F238E27FC236}">
                <a16:creationId xmlns:a16="http://schemas.microsoft.com/office/drawing/2014/main" id="{A0CEDDC6-9D7D-4AB6-8714-251BC13968E7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54741" y="2579230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2" name="Espaço Reservado para Conteúdo 14">
            <a:extLst>
              <a:ext uri="{FF2B5EF4-FFF2-40B4-BE49-F238E27FC236}">
                <a16:creationId xmlns:a16="http://schemas.microsoft.com/office/drawing/2014/main" id="{193B6CB7-D834-4068-868A-9AFBE5866A58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954741" y="2770185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3" name="Espaço Reservado para Conteúdo 14">
            <a:extLst>
              <a:ext uri="{FF2B5EF4-FFF2-40B4-BE49-F238E27FC236}">
                <a16:creationId xmlns:a16="http://schemas.microsoft.com/office/drawing/2014/main" id="{55476F42-1A4B-4330-A3B9-8BA77043864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954741" y="3104144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4" name="Espaço Reservado para Conteúdo 14">
            <a:extLst>
              <a:ext uri="{FF2B5EF4-FFF2-40B4-BE49-F238E27FC236}">
                <a16:creationId xmlns:a16="http://schemas.microsoft.com/office/drawing/2014/main" id="{195E6429-987B-4AC7-8E16-6188988765D4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9954741" y="3318912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5" name="Espaço Reservado para Conteúdo 14">
            <a:extLst>
              <a:ext uri="{FF2B5EF4-FFF2-40B4-BE49-F238E27FC236}">
                <a16:creationId xmlns:a16="http://schemas.microsoft.com/office/drawing/2014/main" id="{073C1B83-6366-4B50-BD4D-B74457EC8E9F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954741" y="3509867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6" name="Espaço Reservado para Conteúdo 14">
            <a:extLst>
              <a:ext uri="{FF2B5EF4-FFF2-40B4-BE49-F238E27FC236}">
                <a16:creationId xmlns:a16="http://schemas.microsoft.com/office/drawing/2014/main" id="{C46354AB-40F2-4A4A-AD37-4856DE213F4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954741" y="3839210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7" name="Espaço Reservado para Conteúdo 14">
            <a:extLst>
              <a:ext uri="{FF2B5EF4-FFF2-40B4-BE49-F238E27FC236}">
                <a16:creationId xmlns:a16="http://schemas.microsoft.com/office/drawing/2014/main" id="{069F1687-40C5-4D45-B235-59542CC1ECD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54741" y="4053978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8" name="Espaço Reservado para Conteúdo 14">
            <a:extLst>
              <a:ext uri="{FF2B5EF4-FFF2-40B4-BE49-F238E27FC236}">
                <a16:creationId xmlns:a16="http://schemas.microsoft.com/office/drawing/2014/main" id="{C3CC52EA-2999-4302-9E0C-30842061FFF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954741" y="4244933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47" name="Espaço Reservado para Texto 6">
            <a:extLst>
              <a:ext uri="{FF2B5EF4-FFF2-40B4-BE49-F238E27FC236}">
                <a16:creationId xmlns:a16="http://schemas.microsoft.com/office/drawing/2014/main" id="{D059AF1D-7F11-404F-84BA-7DF8F07018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1"/>
            <a:ext cx="11518900" cy="29965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20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8" name="Espaço Reservado para Texto 6">
            <a:extLst>
              <a:ext uri="{FF2B5EF4-FFF2-40B4-BE49-F238E27FC236}">
                <a16:creationId xmlns:a16="http://schemas.microsoft.com/office/drawing/2014/main" id="{1AF3A89E-9C88-4D78-958E-79CBB03E5A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23310" y="567647"/>
            <a:ext cx="3132139" cy="1420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lang="pt-BR" sz="1200" b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r>
              <a:rPr lang="pt-BR" dirty="0"/>
              <a:t>Sector / </a:t>
            </a:r>
            <a:r>
              <a:rPr lang="pt-BR" dirty="0" err="1"/>
              <a:t>Segment</a:t>
            </a:r>
            <a:endParaRPr lang="pt-BR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02662-AE79-4B8E-B676-C401AD03C996}"/>
              </a:ext>
            </a:extLst>
          </p:cNvPr>
          <p:cNvCxnSpPr>
            <a:cxnSpLocks/>
          </p:cNvCxnSpPr>
          <p:nvPr userDrawn="1"/>
        </p:nvCxnSpPr>
        <p:spPr>
          <a:xfrm>
            <a:off x="9711007" y="1622848"/>
            <a:ext cx="0" cy="294790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spaço Reservado para Conteúdo 14">
            <a:extLst>
              <a:ext uri="{FF2B5EF4-FFF2-40B4-BE49-F238E27FC236}">
                <a16:creationId xmlns:a16="http://schemas.microsoft.com/office/drawing/2014/main" id="{4F065D27-F159-49FE-AEA3-D772EE3795D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336000" y="5029925"/>
            <a:ext cx="3685087" cy="983843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64" name="Espaço Reservado para Conteúdo 14">
            <a:extLst>
              <a:ext uri="{FF2B5EF4-FFF2-40B4-BE49-F238E27FC236}">
                <a16:creationId xmlns:a16="http://schemas.microsoft.com/office/drawing/2014/main" id="{157EB19F-6FA5-47D6-8F62-A0C2CEC707A6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336000" y="4735310"/>
            <a:ext cx="3685087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65" name="Espaço Reservado para Conteúdo 14">
            <a:extLst>
              <a:ext uri="{FF2B5EF4-FFF2-40B4-BE49-F238E27FC236}">
                <a16:creationId xmlns:a16="http://schemas.microsoft.com/office/drawing/2014/main" id="{4CC79004-24EE-43A0-B0C2-A3C6093FD89F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253456" y="5030967"/>
            <a:ext cx="3685087" cy="983843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66" name="Espaço Reservado para Conteúdo 14">
            <a:extLst>
              <a:ext uri="{FF2B5EF4-FFF2-40B4-BE49-F238E27FC236}">
                <a16:creationId xmlns:a16="http://schemas.microsoft.com/office/drawing/2014/main" id="{FB2324CB-D47D-4BF6-A600-6ECE134E382F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253456" y="4736352"/>
            <a:ext cx="3685087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67" name="Espaço Reservado para Conteúdo 14">
            <a:extLst>
              <a:ext uri="{FF2B5EF4-FFF2-40B4-BE49-F238E27FC236}">
                <a16:creationId xmlns:a16="http://schemas.microsoft.com/office/drawing/2014/main" id="{CBAEEE7B-EFF6-48D7-AF91-ADDADBED591C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8159750" y="5027157"/>
            <a:ext cx="3685087" cy="983843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68" name="Espaço Reservado para Conteúdo 14">
            <a:extLst>
              <a:ext uri="{FF2B5EF4-FFF2-40B4-BE49-F238E27FC236}">
                <a16:creationId xmlns:a16="http://schemas.microsoft.com/office/drawing/2014/main" id="{F7F7FBE8-EDCD-406C-A571-A3A0B9029829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8159750" y="4732542"/>
            <a:ext cx="3685087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978CA0DD-0E52-42AB-830E-E80120F9F5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194" y="6300619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 dirty="0"/>
              <a:t>Fonte:  XXX, XXX, XXX | Notas: (1) XXX; (2) XXX; (3) XXX</a:t>
            </a:r>
          </a:p>
        </p:txBody>
      </p:sp>
      <p:sp>
        <p:nvSpPr>
          <p:cNvPr id="41" name="Date Placeholder 1">
            <a:extLst>
              <a:ext uri="{FF2B5EF4-FFF2-40B4-BE49-F238E27FC236}">
                <a16:creationId xmlns:a16="http://schemas.microsoft.com/office/drawing/2014/main" id="{0BEFAF7E-5F4E-42A9-9992-51D700015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3310" y="305162"/>
            <a:ext cx="3132139" cy="2105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0923CA0A-99A4-45D6-B23A-4DDEEB3BEA2B}" type="datetime4">
              <a:rPr lang="pt-BR" smtClean="0"/>
              <a:t>3 de agosto de 2026</a:t>
            </a:fld>
            <a:endParaRPr lang="pt-BR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E23C6CE-B8D0-426A-AA37-BAC01D3E84D0}"/>
              </a:ext>
            </a:extLst>
          </p:cNvPr>
          <p:cNvSpPr/>
          <p:nvPr userDrawn="1"/>
        </p:nvSpPr>
        <p:spPr>
          <a:xfrm>
            <a:off x="11358608" y="832910"/>
            <a:ext cx="499749" cy="450795"/>
          </a:xfrm>
          <a:custGeom>
            <a:avLst/>
            <a:gdLst>
              <a:gd name="connsiteX0" fmla="*/ 1430464 w 1964753"/>
              <a:gd name="connsiteY0" fmla="*/ 1369758 h 1772284"/>
              <a:gd name="connsiteX1" fmla="*/ 1653286 w 1964753"/>
              <a:gd name="connsiteY1" fmla="*/ 1369758 h 1772284"/>
              <a:gd name="connsiteX2" fmla="*/ 1795081 w 1964753"/>
              <a:gd name="connsiteY2" fmla="*/ 1253300 h 1772284"/>
              <a:gd name="connsiteX3" fmla="*/ 1653286 w 1964753"/>
              <a:gd name="connsiteY3" fmla="*/ 1136840 h 1772284"/>
              <a:gd name="connsiteX4" fmla="*/ 1430464 w 1964753"/>
              <a:gd name="connsiteY4" fmla="*/ 1136840 h 1772284"/>
              <a:gd name="connsiteX5" fmla="*/ 1430464 w 1964753"/>
              <a:gd name="connsiteY5" fmla="*/ 1369758 h 1772284"/>
              <a:gd name="connsiteX6" fmla="*/ 1430464 w 1964753"/>
              <a:gd name="connsiteY6" fmla="*/ 1772285 h 1772284"/>
              <a:gd name="connsiteX7" fmla="*/ 1726692 w 1964753"/>
              <a:gd name="connsiteY7" fmla="*/ 1772285 h 1772284"/>
              <a:gd name="connsiteX8" fmla="*/ 1964690 w 1964753"/>
              <a:gd name="connsiteY8" fmla="*/ 1534287 h 1772284"/>
              <a:gd name="connsiteX9" fmla="*/ 1964690 w 1964753"/>
              <a:gd name="connsiteY9" fmla="*/ 1369695 h 1772284"/>
              <a:gd name="connsiteX10" fmla="*/ 1959610 w 1964753"/>
              <a:gd name="connsiteY10" fmla="*/ 1369695 h 1772284"/>
              <a:gd name="connsiteX11" fmla="*/ 1658303 w 1964753"/>
              <a:gd name="connsiteY11" fmla="*/ 1549464 h 1772284"/>
              <a:gd name="connsiteX12" fmla="*/ 1438021 w 1964753"/>
              <a:gd name="connsiteY12" fmla="*/ 1549464 h 1772284"/>
              <a:gd name="connsiteX13" fmla="*/ 1430401 w 1964753"/>
              <a:gd name="connsiteY13" fmla="*/ 1557083 h 1772284"/>
              <a:gd name="connsiteX14" fmla="*/ 1430401 w 1964753"/>
              <a:gd name="connsiteY14" fmla="*/ 1772285 h 1772284"/>
              <a:gd name="connsiteX15" fmla="*/ 1012698 w 1964753"/>
              <a:gd name="connsiteY15" fmla="*/ 1253300 h 1772284"/>
              <a:gd name="connsiteX16" fmla="*/ 1240536 w 1964753"/>
              <a:gd name="connsiteY16" fmla="*/ 1473581 h 1772284"/>
              <a:gd name="connsiteX17" fmla="*/ 1240536 w 1964753"/>
              <a:gd name="connsiteY17" fmla="*/ 1033082 h 1772284"/>
              <a:gd name="connsiteX18" fmla="*/ 1012698 w 1964753"/>
              <a:gd name="connsiteY18" fmla="*/ 1253300 h 1772284"/>
              <a:gd name="connsiteX19" fmla="*/ 237998 w 1964753"/>
              <a:gd name="connsiteY19" fmla="*/ 1772285 h 1772284"/>
              <a:gd name="connsiteX20" fmla="*/ 1240599 w 1964753"/>
              <a:gd name="connsiteY20" fmla="*/ 1772285 h 1772284"/>
              <a:gd name="connsiteX21" fmla="*/ 1240599 w 1964753"/>
              <a:gd name="connsiteY21" fmla="*/ 1721676 h 1772284"/>
              <a:gd name="connsiteX22" fmla="*/ 1341882 w 1964753"/>
              <a:gd name="connsiteY22" fmla="*/ 1554607 h 1772284"/>
              <a:gd name="connsiteX23" fmla="*/ 1341882 w 1964753"/>
              <a:gd name="connsiteY23" fmla="*/ 1549527 h 1772284"/>
              <a:gd name="connsiteX24" fmla="*/ 1060831 w 1964753"/>
              <a:gd name="connsiteY24" fmla="*/ 1549527 h 1772284"/>
              <a:gd name="connsiteX25" fmla="*/ 1030478 w 1964753"/>
              <a:gd name="connsiteY25" fmla="*/ 1536890 h 1772284"/>
              <a:gd name="connsiteX26" fmla="*/ 883666 w 1964753"/>
              <a:gd name="connsiteY26" fmla="*/ 1384998 h 1772284"/>
              <a:gd name="connsiteX27" fmla="*/ 731774 w 1964753"/>
              <a:gd name="connsiteY27" fmla="*/ 1539431 h 1772284"/>
              <a:gd name="connsiteX28" fmla="*/ 703898 w 1964753"/>
              <a:gd name="connsiteY28" fmla="*/ 1549527 h 1772284"/>
              <a:gd name="connsiteX29" fmla="*/ 478599 w 1964753"/>
              <a:gd name="connsiteY29" fmla="*/ 1549527 h 1772284"/>
              <a:gd name="connsiteX30" fmla="*/ 473519 w 1964753"/>
              <a:gd name="connsiteY30" fmla="*/ 1534351 h 1772284"/>
              <a:gd name="connsiteX31" fmla="*/ 762127 w 1964753"/>
              <a:gd name="connsiteY31" fmla="*/ 1253300 h 1772284"/>
              <a:gd name="connsiteX32" fmla="*/ 468439 w 1964753"/>
              <a:gd name="connsiteY32" fmla="*/ 969708 h 1772284"/>
              <a:gd name="connsiteX33" fmla="*/ 476060 w 1964753"/>
              <a:gd name="connsiteY33" fmla="*/ 954532 h 1772284"/>
              <a:gd name="connsiteX34" fmla="*/ 703898 w 1964753"/>
              <a:gd name="connsiteY34" fmla="*/ 954532 h 1772284"/>
              <a:gd name="connsiteX35" fmla="*/ 729234 w 1964753"/>
              <a:gd name="connsiteY35" fmla="*/ 964628 h 1772284"/>
              <a:gd name="connsiteX36" fmla="*/ 888746 w 1964753"/>
              <a:gd name="connsiteY36" fmla="*/ 1124140 h 1772284"/>
              <a:gd name="connsiteX37" fmla="*/ 1038098 w 1964753"/>
              <a:gd name="connsiteY37" fmla="*/ 964628 h 1772284"/>
              <a:gd name="connsiteX38" fmla="*/ 1060894 w 1964753"/>
              <a:gd name="connsiteY38" fmla="*/ 954532 h 1772284"/>
              <a:gd name="connsiteX39" fmla="*/ 1655889 w 1964753"/>
              <a:gd name="connsiteY39" fmla="*/ 954532 h 1772284"/>
              <a:gd name="connsiteX40" fmla="*/ 1959674 w 1964753"/>
              <a:gd name="connsiteY40" fmla="*/ 1136840 h 1772284"/>
              <a:gd name="connsiteX41" fmla="*/ 1964754 w 1964753"/>
              <a:gd name="connsiteY41" fmla="*/ 1136840 h 1772284"/>
              <a:gd name="connsiteX42" fmla="*/ 1964754 w 1964753"/>
              <a:gd name="connsiteY42" fmla="*/ 237998 h 1772284"/>
              <a:gd name="connsiteX43" fmla="*/ 1726755 w 1964753"/>
              <a:gd name="connsiteY43" fmla="*/ 0 h 1772284"/>
              <a:gd name="connsiteX44" fmla="*/ 237998 w 1964753"/>
              <a:gd name="connsiteY44" fmla="*/ 0 h 1772284"/>
              <a:gd name="connsiteX45" fmla="*/ 0 w 1964753"/>
              <a:gd name="connsiteY45" fmla="*/ 237998 h 1772284"/>
              <a:gd name="connsiteX46" fmla="*/ 0 w 1964753"/>
              <a:gd name="connsiteY46" fmla="*/ 1534287 h 1772284"/>
              <a:gd name="connsiteX47" fmla="*/ 237998 w 1964753"/>
              <a:gd name="connsiteY47" fmla="*/ 1772285 h 177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964753" h="1772284">
                <a:moveTo>
                  <a:pt x="1430464" y="1369758"/>
                </a:moveTo>
                <a:lnTo>
                  <a:pt x="1653286" y="1369758"/>
                </a:lnTo>
                <a:cubicBezTo>
                  <a:pt x="1736852" y="1369758"/>
                  <a:pt x="1795081" y="1331785"/>
                  <a:pt x="1795081" y="1253300"/>
                </a:cubicBezTo>
                <a:cubicBezTo>
                  <a:pt x="1795081" y="1174814"/>
                  <a:pt x="1736852" y="1136840"/>
                  <a:pt x="1653286" y="1136840"/>
                </a:cubicBezTo>
                <a:lnTo>
                  <a:pt x="1430464" y="1136840"/>
                </a:lnTo>
                <a:lnTo>
                  <a:pt x="1430464" y="1369758"/>
                </a:lnTo>
                <a:close/>
                <a:moveTo>
                  <a:pt x="1430464" y="1772285"/>
                </a:moveTo>
                <a:lnTo>
                  <a:pt x="1726692" y="1772285"/>
                </a:lnTo>
                <a:cubicBezTo>
                  <a:pt x="1883664" y="1772285"/>
                  <a:pt x="1964690" y="1691259"/>
                  <a:pt x="1964690" y="1534287"/>
                </a:cubicBezTo>
                <a:lnTo>
                  <a:pt x="1964690" y="1369695"/>
                </a:lnTo>
                <a:lnTo>
                  <a:pt x="1959610" y="1369695"/>
                </a:lnTo>
                <a:cubicBezTo>
                  <a:pt x="1914017" y="1506410"/>
                  <a:pt x="1797558" y="1549464"/>
                  <a:pt x="1658303" y="1549464"/>
                </a:cubicBezTo>
                <a:lnTo>
                  <a:pt x="1438021" y="1549464"/>
                </a:lnTo>
                <a:cubicBezTo>
                  <a:pt x="1432941" y="1549464"/>
                  <a:pt x="1430401" y="1552003"/>
                  <a:pt x="1430401" y="1557083"/>
                </a:cubicBezTo>
                <a:lnTo>
                  <a:pt x="1430401" y="1772285"/>
                </a:lnTo>
                <a:close/>
                <a:moveTo>
                  <a:pt x="1012698" y="1253300"/>
                </a:moveTo>
                <a:lnTo>
                  <a:pt x="1240536" y="1473581"/>
                </a:lnTo>
                <a:lnTo>
                  <a:pt x="1240536" y="1033082"/>
                </a:lnTo>
                <a:lnTo>
                  <a:pt x="1012698" y="1253300"/>
                </a:lnTo>
                <a:close/>
                <a:moveTo>
                  <a:pt x="237998" y="1772285"/>
                </a:moveTo>
                <a:lnTo>
                  <a:pt x="1240599" y="1772285"/>
                </a:lnTo>
                <a:lnTo>
                  <a:pt x="1240599" y="1721676"/>
                </a:lnTo>
                <a:cubicBezTo>
                  <a:pt x="1240599" y="1633093"/>
                  <a:pt x="1270953" y="1582420"/>
                  <a:pt x="1341882" y="1554607"/>
                </a:cubicBezTo>
                <a:lnTo>
                  <a:pt x="1341882" y="1549527"/>
                </a:lnTo>
                <a:lnTo>
                  <a:pt x="1060831" y="1549527"/>
                </a:lnTo>
                <a:cubicBezTo>
                  <a:pt x="1045655" y="1549527"/>
                  <a:pt x="1040574" y="1546987"/>
                  <a:pt x="1030478" y="1536890"/>
                </a:cubicBezTo>
                <a:lnTo>
                  <a:pt x="883666" y="1384998"/>
                </a:lnTo>
                <a:lnTo>
                  <a:pt x="731774" y="1539431"/>
                </a:lnTo>
                <a:cubicBezTo>
                  <a:pt x="724154" y="1547051"/>
                  <a:pt x="719137" y="1549527"/>
                  <a:pt x="703898" y="1549527"/>
                </a:cubicBezTo>
                <a:lnTo>
                  <a:pt x="478599" y="1549527"/>
                </a:lnTo>
                <a:cubicBezTo>
                  <a:pt x="465963" y="1549527"/>
                  <a:pt x="465963" y="1541907"/>
                  <a:pt x="473519" y="1534351"/>
                </a:cubicBezTo>
                <a:lnTo>
                  <a:pt x="762127" y="1253300"/>
                </a:lnTo>
                <a:lnTo>
                  <a:pt x="468439" y="969708"/>
                </a:lnTo>
                <a:cubicBezTo>
                  <a:pt x="460819" y="962089"/>
                  <a:pt x="463360" y="954532"/>
                  <a:pt x="476060" y="954532"/>
                </a:cubicBezTo>
                <a:lnTo>
                  <a:pt x="703898" y="954532"/>
                </a:lnTo>
                <a:cubicBezTo>
                  <a:pt x="716534" y="954532"/>
                  <a:pt x="721614" y="957072"/>
                  <a:pt x="729234" y="964628"/>
                </a:cubicBezTo>
                <a:lnTo>
                  <a:pt x="888746" y="1124140"/>
                </a:lnTo>
                <a:lnTo>
                  <a:pt x="1038098" y="964628"/>
                </a:lnTo>
                <a:cubicBezTo>
                  <a:pt x="1045718" y="957008"/>
                  <a:pt x="1050735" y="954532"/>
                  <a:pt x="1060894" y="954532"/>
                </a:cubicBezTo>
                <a:lnTo>
                  <a:pt x="1655889" y="954532"/>
                </a:lnTo>
                <a:cubicBezTo>
                  <a:pt x="1792605" y="954532"/>
                  <a:pt x="1914144" y="1000125"/>
                  <a:pt x="1959674" y="1136840"/>
                </a:cubicBezTo>
                <a:lnTo>
                  <a:pt x="1964754" y="1136840"/>
                </a:lnTo>
                <a:lnTo>
                  <a:pt x="1964754" y="237998"/>
                </a:lnTo>
                <a:cubicBezTo>
                  <a:pt x="1964754" y="81026"/>
                  <a:pt x="1883728" y="0"/>
                  <a:pt x="1726755" y="0"/>
                </a:cubicBezTo>
                <a:lnTo>
                  <a:pt x="237998" y="0"/>
                </a:lnTo>
                <a:cubicBezTo>
                  <a:pt x="81026" y="0"/>
                  <a:pt x="0" y="81026"/>
                  <a:pt x="0" y="237998"/>
                </a:cubicBezTo>
                <a:lnTo>
                  <a:pt x="0" y="1534287"/>
                </a:lnTo>
                <a:cubicBezTo>
                  <a:pt x="0" y="1691259"/>
                  <a:pt x="81026" y="1772285"/>
                  <a:pt x="237998" y="1772285"/>
                </a:cubicBez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835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ompany Resul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spaço Reservado para Conteúdo 14">
            <a:extLst>
              <a:ext uri="{FF2B5EF4-FFF2-40B4-BE49-F238E27FC236}">
                <a16:creationId xmlns:a16="http://schemas.microsoft.com/office/drawing/2014/main" id="{C0EA6322-6266-436C-A990-C821307D02B4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336000" y="5029925"/>
            <a:ext cx="5580611" cy="993220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0" name="Espaço Reservado para Conteúdo 14">
            <a:extLst>
              <a:ext uri="{FF2B5EF4-FFF2-40B4-BE49-F238E27FC236}">
                <a16:creationId xmlns:a16="http://schemas.microsoft.com/office/drawing/2014/main" id="{82BD9F9B-7759-4691-A404-423155B6D916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36000" y="4735310"/>
            <a:ext cx="5580611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81781C-40FD-43E2-BC6E-3786CEF8438E}"/>
              </a:ext>
            </a:extLst>
          </p:cNvPr>
          <p:cNvSpPr/>
          <p:nvPr userDrawn="1"/>
        </p:nvSpPr>
        <p:spPr>
          <a:xfrm>
            <a:off x="0" y="0"/>
            <a:ext cx="12192000" cy="14768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2" name="Picture 51" descr="A picture containing dark, night sky&#10;&#10;Description automatically generated">
            <a:extLst>
              <a:ext uri="{FF2B5EF4-FFF2-40B4-BE49-F238E27FC236}">
                <a16:creationId xmlns:a16="http://schemas.microsoft.com/office/drawing/2014/main" id="{5CCADE29-8500-4070-A119-2C944A23B7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81000"/>
          </a:blip>
          <a:srcRect b="75849"/>
          <a:stretch/>
        </p:blipFill>
        <p:spPr>
          <a:xfrm>
            <a:off x="3446236" y="0"/>
            <a:ext cx="8745764" cy="1476873"/>
          </a:xfrm>
          <a:prstGeom prst="rect">
            <a:avLst/>
          </a:prstGeom>
        </p:spPr>
      </p:pic>
      <p:sp>
        <p:nvSpPr>
          <p:cNvPr id="14" name="Espaço Reservado para Conteúdo 14">
            <a:extLst>
              <a:ext uri="{FF2B5EF4-FFF2-40B4-BE49-F238E27FC236}">
                <a16:creationId xmlns:a16="http://schemas.microsoft.com/office/drawing/2014/main" id="{CE1411FD-E7CA-45C3-AC7A-87E2FAD1AC2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54741" y="1629200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49" name="Do not remove" hidden="1">
            <a:extLst>
              <a:ext uri="{FF2B5EF4-FFF2-40B4-BE49-F238E27FC236}">
                <a16:creationId xmlns:a16="http://schemas.microsoft.com/office/drawing/2014/main" id="{3AE5CB97-7DD5-4F37-94F8-D7A98741A96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89C55DDC-9BF1-4F19-9DFA-8D99FB29A8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1" y="188913"/>
            <a:ext cx="8335962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7" name="Espaço Reservado para Conteúdo 14">
            <a:extLst>
              <a:ext uri="{FF2B5EF4-FFF2-40B4-BE49-F238E27FC236}">
                <a16:creationId xmlns:a16="http://schemas.microsoft.com/office/drawing/2014/main" id="{1A0E7759-F94A-4604-94D3-8330DB77916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5999" y="1622848"/>
            <a:ext cx="9131274" cy="29479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" tIns="36000" rIns="36000" bIns="36000">
            <a:noAutofit/>
          </a:bodyPr>
          <a:lstStyle>
            <a:lvl1pPr marL="0" indent="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9" name="CaixaDeTexto 9">
            <a:extLst>
              <a:ext uri="{FF2B5EF4-FFF2-40B4-BE49-F238E27FC236}">
                <a16:creationId xmlns:a16="http://schemas.microsoft.com/office/drawing/2014/main" id="{476F5366-F93B-420C-8A94-B09C103B395E}"/>
              </a:ext>
            </a:extLst>
          </p:cNvPr>
          <p:cNvSpPr txBox="1"/>
          <p:nvPr userDrawn="1"/>
        </p:nvSpPr>
        <p:spPr>
          <a:xfrm>
            <a:off x="11794866" y="6364275"/>
            <a:ext cx="267441" cy="230832"/>
          </a:xfrm>
          <a:prstGeom prst="rect">
            <a:avLst/>
          </a:prstGeom>
        </p:spPr>
        <p:txBody>
          <a:bodyPr vert="horz" wrap="square" lIns="0" tIns="25718" rIns="0" bIns="25718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lvl="0" algn="ctr"/>
            <a:fld id="{9B9BAEC2-C893-4510-BAEC-A634F6DBFF95}" type="slidenum">
              <a:rPr lang="pt-BR" altLang="pt-BR" sz="800" b="0" smtClean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lvl="0" algn="ctr"/>
              <a:t>‹#›</a:t>
            </a:fld>
            <a:endParaRPr lang="pt-BR" altLang="pt-BR" sz="800" b="0" dirty="0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57881405-3A2D-4B05-95E2-54097515C5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6550" y="1112247"/>
            <a:ext cx="11518900" cy="202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BR" sz="12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6" name="Espaço Reservado para Conteúdo 14">
            <a:extLst>
              <a:ext uri="{FF2B5EF4-FFF2-40B4-BE49-F238E27FC236}">
                <a16:creationId xmlns:a16="http://schemas.microsoft.com/office/drawing/2014/main" id="{850F5579-F7F0-47FE-8562-80BD2CF7588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954741" y="1843968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29" name="Espaço Reservado para Conteúdo 14">
            <a:extLst>
              <a:ext uri="{FF2B5EF4-FFF2-40B4-BE49-F238E27FC236}">
                <a16:creationId xmlns:a16="http://schemas.microsoft.com/office/drawing/2014/main" id="{3AED8A04-1CB7-4096-B4E7-A94A0336259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954741" y="2034923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0" name="Espaço Reservado para Conteúdo 14">
            <a:extLst>
              <a:ext uri="{FF2B5EF4-FFF2-40B4-BE49-F238E27FC236}">
                <a16:creationId xmlns:a16="http://schemas.microsoft.com/office/drawing/2014/main" id="{938C4CF9-D21D-491A-995D-38D80E45D35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954741" y="2364462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1" name="Espaço Reservado para Conteúdo 14">
            <a:extLst>
              <a:ext uri="{FF2B5EF4-FFF2-40B4-BE49-F238E27FC236}">
                <a16:creationId xmlns:a16="http://schemas.microsoft.com/office/drawing/2014/main" id="{A0CEDDC6-9D7D-4AB6-8714-251BC13968E7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54741" y="2579230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2" name="Espaço Reservado para Conteúdo 14">
            <a:extLst>
              <a:ext uri="{FF2B5EF4-FFF2-40B4-BE49-F238E27FC236}">
                <a16:creationId xmlns:a16="http://schemas.microsoft.com/office/drawing/2014/main" id="{193B6CB7-D834-4068-868A-9AFBE5866A58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954741" y="2770185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3" name="Espaço Reservado para Conteúdo 14">
            <a:extLst>
              <a:ext uri="{FF2B5EF4-FFF2-40B4-BE49-F238E27FC236}">
                <a16:creationId xmlns:a16="http://schemas.microsoft.com/office/drawing/2014/main" id="{55476F42-1A4B-4330-A3B9-8BA77043864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954741" y="3104144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4" name="Espaço Reservado para Conteúdo 14">
            <a:extLst>
              <a:ext uri="{FF2B5EF4-FFF2-40B4-BE49-F238E27FC236}">
                <a16:creationId xmlns:a16="http://schemas.microsoft.com/office/drawing/2014/main" id="{195E6429-987B-4AC7-8E16-6188988765D4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9954741" y="3318912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5" name="Espaço Reservado para Conteúdo 14">
            <a:extLst>
              <a:ext uri="{FF2B5EF4-FFF2-40B4-BE49-F238E27FC236}">
                <a16:creationId xmlns:a16="http://schemas.microsoft.com/office/drawing/2014/main" id="{073C1B83-6366-4B50-BD4D-B74457EC8E9F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954741" y="3509867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6" name="Espaço Reservado para Conteúdo 14">
            <a:extLst>
              <a:ext uri="{FF2B5EF4-FFF2-40B4-BE49-F238E27FC236}">
                <a16:creationId xmlns:a16="http://schemas.microsoft.com/office/drawing/2014/main" id="{C46354AB-40F2-4A4A-AD37-4856DE213F4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954741" y="3839210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7" name="Espaço Reservado para Conteúdo 14">
            <a:extLst>
              <a:ext uri="{FF2B5EF4-FFF2-40B4-BE49-F238E27FC236}">
                <a16:creationId xmlns:a16="http://schemas.microsoft.com/office/drawing/2014/main" id="{069F1687-40C5-4D45-B235-59542CC1ECD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54741" y="4053978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8" name="Espaço Reservado para Conteúdo 14">
            <a:extLst>
              <a:ext uri="{FF2B5EF4-FFF2-40B4-BE49-F238E27FC236}">
                <a16:creationId xmlns:a16="http://schemas.microsoft.com/office/drawing/2014/main" id="{C3CC52EA-2999-4302-9E0C-30842061FFF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954741" y="4244933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47" name="Espaço Reservado para Texto 6">
            <a:extLst>
              <a:ext uri="{FF2B5EF4-FFF2-40B4-BE49-F238E27FC236}">
                <a16:creationId xmlns:a16="http://schemas.microsoft.com/office/drawing/2014/main" id="{D059AF1D-7F11-404F-84BA-7DF8F07018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1"/>
            <a:ext cx="11518900" cy="29965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20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8" name="Espaço Reservado para Texto 6">
            <a:extLst>
              <a:ext uri="{FF2B5EF4-FFF2-40B4-BE49-F238E27FC236}">
                <a16:creationId xmlns:a16="http://schemas.microsoft.com/office/drawing/2014/main" id="{1AF3A89E-9C88-4D78-958E-79CBB03E5A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23310" y="567647"/>
            <a:ext cx="3132139" cy="1420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lang="pt-BR" sz="1200" b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r>
              <a:rPr lang="pt-BR" dirty="0"/>
              <a:t>Sector / </a:t>
            </a:r>
            <a:r>
              <a:rPr lang="pt-BR" dirty="0" err="1"/>
              <a:t>Segment</a:t>
            </a:r>
            <a:endParaRPr lang="pt-BR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02662-AE79-4B8E-B676-C401AD03C996}"/>
              </a:ext>
            </a:extLst>
          </p:cNvPr>
          <p:cNvCxnSpPr>
            <a:cxnSpLocks/>
          </p:cNvCxnSpPr>
          <p:nvPr userDrawn="1"/>
        </p:nvCxnSpPr>
        <p:spPr>
          <a:xfrm>
            <a:off x="9711007" y="1622848"/>
            <a:ext cx="0" cy="294790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spaço Reservado para Conteúdo 14">
            <a:extLst>
              <a:ext uri="{FF2B5EF4-FFF2-40B4-BE49-F238E27FC236}">
                <a16:creationId xmlns:a16="http://schemas.microsoft.com/office/drawing/2014/main" id="{6B621610-3105-40FB-B7DC-05D59067318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285399" y="5029925"/>
            <a:ext cx="5569501" cy="993220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2" name="Espaço Reservado para Conteúdo 14">
            <a:extLst>
              <a:ext uri="{FF2B5EF4-FFF2-40B4-BE49-F238E27FC236}">
                <a16:creationId xmlns:a16="http://schemas.microsoft.com/office/drawing/2014/main" id="{054B1884-B7BC-4FA4-849B-DB11207875CC}"/>
              </a:ext>
            </a:extLst>
          </p:cNvPr>
          <p:cNvSpPr>
            <a:spLocks noGrp="1"/>
          </p:cNvSpPr>
          <p:nvPr>
            <p:ph sz="quarter" idx="43" hasCustomPrompt="1"/>
          </p:nvPr>
        </p:nvSpPr>
        <p:spPr>
          <a:xfrm>
            <a:off x="6285399" y="4735310"/>
            <a:ext cx="5569501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4" name="Text Placeholder 21">
            <a:extLst>
              <a:ext uri="{FF2B5EF4-FFF2-40B4-BE49-F238E27FC236}">
                <a16:creationId xmlns:a16="http://schemas.microsoft.com/office/drawing/2014/main" id="{7869B08B-9B05-4D38-B4CA-C2F1D7979B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194" y="6300619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 dirty="0"/>
              <a:t>Fonte:  XXX, XXX, XXX | Notas: (1) XXX; (2) XXX; (3) XXX</a:t>
            </a:r>
          </a:p>
        </p:txBody>
      </p:sp>
      <p:sp>
        <p:nvSpPr>
          <p:cNvPr id="50" name="Date Placeholder 1">
            <a:extLst>
              <a:ext uri="{FF2B5EF4-FFF2-40B4-BE49-F238E27FC236}">
                <a16:creationId xmlns:a16="http://schemas.microsoft.com/office/drawing/2014/main" id="{BDC93EBC-9BE5-4C8E-9414-F42BAD4A9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3310" y="305162"/>
            <a:ext cx="3132139" cy="2105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0EABC2FE-D9C8-4BE7-9CC4-D562E13227BF}" type="datetime4">
              <a:rPr lang="pt-BR" smtClean="0"/>
              <a:t>3 de agosto de 2026</a:t>
            </a:fld>
            <a:endParaRPr lang="pt-BR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69C1A72-26FC-45FB-93EF-511CAA77CA27}"/>
              </a:ext>
            </a:extLst>
          </p:cNvPr>
          <p:cNvSpPr/>
          <p:nvPr userDrawn="1"/>
        </p:nvSpPr>
        <p:spPr>
          <a:xfrm>
            <a:off x="11358608" y="832910"/>
            <a:ext cx="499749" cy="450795"/>
          </a:xfrm>
          <a:custGeom>
            <a:avLst/>
            <a:gdLst>
              <a:gd name="connsiteX0" fmla="*/ 1430464 w 1964753"/>
              <a:gd name="connsiteY0" fmla="*/ 1369758 h 1772284"/>
              <a:gd name="connsiteX1" fmla="*/ 1653286 w 1964753"/>
              <a:gd name="connsiteY1" fmla="*/ 1369758 h 1772284"/>
              <a:gd name="connsiteX2" fmla="*/ 1795081 w 1964753"/>
              <a:gd name="connsiteY2" fmla="*/ 1253300 h 1772284"/>
              <a:gd name="connsiteX3" fmla="*/ 1653286 w 1964753"/>
              <a:gd name="connsiteY3" fmla="*/ 1136840 h 1772284"/>
              <a:gd name="connsiteX4" fmla="*/ 1430464 w 1964753"/>
              <a:gd name="connsiteY4" fmla="*/ 1136840 h 1772284"/>
              <a:gd name="connsiteX5" fmla="*/ 1430464 w 1964753"/>
              <a:gd name="connsiteY5" fmla="*/ 1369758 h 1772284"/>
              <a:gd name="connsiteX6" fmla="*/ 1430464 w 1964753"/>
              <a:gd name="connsiteY6" fmla="*/ 1772285 h 1772284"/>
              <a:gd name="connsiteX7" fmla="*/ 1726692 w 1964753"/>
              <a:gd name="connsiteY7" fmla="*/ 1772285 h 1772284"/>
              <a:gd name="connsiteX8" fmla="*/ 1964690 w 1964753"/>
              <a:gd name="connsiteY8" fmla="*/ 1534287 h 1772284"/>
              <a:gd name="connsiteX9" fmla="*/ 1964690 w 1964753"/>
              <a:gd name="connsiteY9" fmla="*/ 1369695 h 1772284"/>
              <a:gd name="connsiteX10" fmla="*/ 1959610 w 1964753"/>
              <a:gd name="connsiteY10" fmla="*/ 1369695 h 1772284"/>
              <a:gd name="connsiteX11" fmla="*/ 1658303 w 1964753"/>
              <a:gd name="connsiteY11" fmla="*/ 1549464 h 1772284"/>
              <a:gd name="connsiteX12" fmla="*/ 1438021 w 1964753"/>
              <a:gd name="connsiteY12" fmla="*/ 1549464 h 1772284"/>
              <a:gd name="connsiteX13" fmla="*/ 1430401 w 1964753"/>
              <a:gd name="connsiteY13" fmla="*/ 1557083 h 1772284"/>
              <a:gd name="connsiteX14" fmla="*/ 1430401 w 1964753"/>
              <a:gd name="connsiteY14" fmla="*/ 1772285 h 1772284"/>
              <a:gd name="connsiteX15" fmla="*/ 1012698 w 1964753"/>
              <a:gd name="connsiteY15" fmla="*/ 1253300 h 1772284"/>
              <a:gd name="connsiteX16" fmla="*/ 1240536 w 1964753"/>
              <a:gd name="connsiteY16" fmla="*/ 1473581 h 1772284"/>
              <a:gd name="connsiteX17" fmla="*/ 1240536 w 1964753"/>
              <a:gd name="connsiteY17" fmla="*/ 1033082 h 1772284"/>
              <a:gd name="connsiteX18" fmla="*/ 1012698 w 1964753"/>
              <a:gd name="connsiteY18" fmla="*/ 1253300 h 1772284"/>
              <a:gd name="connsiteX19" fmla="*/ 237998 w 1964753"/>
              <a:gd name="connsiteY19" fmla="*/ 1772285 h 1772284"/>
              <a:gd name="connsiteX20" fmla="*/ 1240599 w 1964753"/>
              <a:gd name="connsiteY20" fmla="*/ 1772285 h 1772284"/>
              <a:gd name="connsiteX21" fmla="*/ 1240599 w 1964753"/>
              <a:gd name="connsiteY21" fmla="*/ 1721676 h 1772284"/>
              <a:gd name="connsiteX22" fmla="*/ 1341882 w 1964753"/>
              <a:gd name="connsiteY22" fmla="*/ 1554607 h 1772284"/>
              <a:gd name="connsiteX23" fmla="*/ 1341882 w 1964753"/>
              <a:gd name="connsiteY23" fmla="*/ 1549527 h 1772284"/>
              <a:gd name="connsiteX24" fmla="*/ 1060831 w 1964753"/>
              <a:gd name="connsiteY24" fmla="*/ 1549527 h 1772284"/>
              <a:gd name="connsiteX25" fmla="*/ 1030478 w 1964753"/>
              <a:gd name="connsiteY25" fmla="*/ 1536890 h 1772284"/>
              <a:gd name="connsiteX26" fmla="*/ 883666 w 1964753"/>
              <a:gd name="connsiteY26" fmla="*/ 1384998 h 1772284"/>
              <a:gd name="connsiteX27" fmla="*/ 731774 w 1964753"/>
              <a:gd name="connsiteY27" fmla="*/ 1539431 h 1772284"/>
              <a:gd name="connsiteX28" fmla="*/ 703898 w 1964753"/>
              <a:gd name="connsiteY28" fmla="*/ 1549527 h 1772284"/>
              <a:gd name="connsiteX29" fmla="*/ 478599 w 1964753"/>
              <a:gd name="connsiteY29" fmla="*/ 1549527 h 1772284"/>
              <a:gd name="connsiteX30" fmla="*/ 473519 w 1964753"/>
              <a:gd name="connsiteY30" fmla="*/ 1534351 h 1772284"/>
              <a:gd name="connsiteX31" fmla="*/ 762127 w 1964753"/>
              <a:gd name="connsiteY31" fmla="*/ 1253300 h 1772284"/>
              <a:gd name="connsiteX32" fmla="*/ 468439 w 1964753"/>
              <a:gd name="connsiteY32" fmla="*/ 969708 h 1772284"/>
              <a:gd name="connsiteX33" fmla="*/ 476060 w 1964753"/>
              <a:gd name="connsiteY33" fmla="*/ 954532 h 1772284"/>
              <a:gd name="connsiteX34" fmla="*/ 703898 w 1964753"/>
              <a:gd name="connsiteY34" fmla="*/ 954532 h 1772284"/>
              <a:gd name="connsiteX35" fmla="*/ 729234 w 1964753"/>
              <a:gd name="connsiteY35" fmla="*/ 964628 h 1772284"/>
              <a:gd name="connsiteX36" fmla="*/ 888746 w 1964753"/>
              <a:gd name="connsiteY36" fmla="*/ 1124140 h 1772284"/>
              <a:gd name="connsiteX37" fmla="*/ 1038098 w 1964753"/>
              <a:gd name="connsiteY37" fmla="*/ 964628 h 1772284"/>
              <a:gd name="connsiteX38" fmla="*/ 1060894 w 1964753"/>
              <a:gd name="connsiteY38" fmla="*/ 954532 h 1772284"/>
              <a:gd name="connsiteX39" fmla="*/ 1655889 w 1964753"/>
              <a:gd name="connsiteY39" fmla="*/ 954532 h 1772284"/>
              <a:gd name="connsiteX40" fmla="*/ 1959674 w 1964753"/>
              <a:gd name="connsiteY40" fmla="*/ 1136840 h 1772284"/>
              <a:gd name="connsiteX41" fmla="*/ 1964754 w 1964753"/>
              <a:gd name="connsiteY41" fmla="*/ 1136840 h 1772284"/>
              <a:gd name="connsiteX42" fmla="*/ 1964754 w 1964753"/>
              <a:gd name="connsiteY42" fmla="*/ 237998 h 1772284"/>
              <a:gd name="connsiteX43" fmla="*/ 1726755 w 1964753"/>
              <a:gd name="connsiteY43" fmla="*/ 0 h 1772284"/>
              <a:gd name="connsiteX44" fmla="*/ 237998 w 1964753"/>
              <a:gd name="connsiteY44" fmla="*/ 0 h 1772284"/>
              <a:gd name="connsiteX45" fmla="*/ 0 w 1964753"/>
              <a:gd name="connsiteY45" fmla="*/ 237998 h 1772284"/>
              <a:gd name="connsiteX46" fmla="*/ 0 w 1964753"/>
              <a:gd name="connsiteY46" fmla="*/ 1534287 h 1772284"/>
              <a:gd name="connsiteX47" fmla="*/ 237998 w 1964753"/>
              <a:gd name="connsiteY47" fmla="*/ 1772285 h 177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964753" h="1772284">
                <a:moveTo>
                  <a:pt x="1430464" y="1369758"/>
                </a:moveTo>
                <a:lnTo>
                  <a:pt x="1653286" y="1369758"/>
                </a:lnTo>
                <a:cubicBezTo>
                  <a:pt x="1736852" y="1369758"/>
                  <a:pt x="1795081" y="1331785"/>
                  <a:pt x="1795081" y="1253300"/>
                </a:cubicBezTo>
                <a:cubicBezTo>
                  <a:pt x="1795081" y="1174814"/>
                  <a:pt x="1736852" y="1136840"/>
                  <a:pt x="1653286" y="1136840"/>
                </a:cubicBezTo>
                <a:lnTo>
                  <a:pt x="1430464" y="1136840"/>
                </a:lnTo>
                <a:lnTo>
                  <a:pt x="1430464" y="1369758"/>
                </a:lnTo>
                <a:close/>
                <a:moveTo>
                  <a:pt x="1430464" y="1772285"/>
                </a:moveTo>
                <a:lnTo>
                  <a:pt x="1726692" y="1772285"/>
                </a:lnTo>
                <a:cubicBezTo>
                  <a:pt x="1883664" y="1772285"/>
                  <a:pt x="1964690" y="1691259"/>
                  <a:pt x="1964690" y="1534287"/>
                </a:cubicBezTo>
                <a:lnTo>
                  <a:pt x="1964690" y="1369695"/>
                </a:lnTo>
                <a:lnTo>
                  <a:pt x="1959610" y="1369695"/>
                </a:lnTo>
                <a:cubicBezTo>
                  <a:pt x="1914017" y="1506410"/>
                  <a:pt x="1797558" y="1549464"/>
                  <a:pt x="1658303" y="1549464"/>
                </a:cubicBezTo>
                <a:lnTo>
                  <a:pt x="1438021" y="1549464"/>
                </a:lnTo>
                <a:cubicBezTo>
                  <a:pt x="1432941" y="1549464"/>
                  <a:pt x="1430401" y="1552003"/>
                  <a:pt x="1430401" y="1557083"/>
                </a:cubicBezTo>
                <a:lnTo>
                  <a:pt x="1430401" y="1772285"/>
                </a:lnTo>
                <a:close/>
                <a:moveTo>
                  <a:pt x="1012698" y="1253300"/>
                </a:moveTo>
                <a:lnTo>
                  <a:pt x="1240536" y="1473581"/>
                </a:lnTo>
                <a:lnTo>
                  <a:pt x="1240536" y="1033082"/>
                </a:lnTo>
                <a:lnTo>
                  <a:pt x="1012698" y="1253300"/>
                </a:lnTo>
                <a:close/>
                <a:moveTo>
                  <a:pt x="237998" y="1772285"/>
                </a:moveTo>
                <a:lnTo>
                  <a:pt x="1240599" y="1772285"/>
                </a:lnTo>
                <a:lnTo>
                  <a:pt x="1240599" y="1721676"/>
                </a:lnTo>
                <a:cubicBezTo>
                  <a:pt x="1240599" y="1633093"/>
                  <a:pt x="1270953" y="1582420"/>
                  <a:pt x="1341882" y="1554607"/>
                </a:cubicBezTo>
                <a:lnTo>
                  <a:pt x="1341882" y="1549527"/>
                </a:lnTo>
                <a:lnTo>
                  <a:pt x="1060831" y="1549527"/>
                </a:lnTo>
                <a:cubicBezTo>
                  <a:pt x="1045655" y="1549527"/>
                  <a:pt x="1040574" y="1546987"/>
                  <a:pt x="1030478" y="1536890"/>
                </a:cubicBezTo>
                <a:lnTo>
                  <a:pt x="883666" y="1384998"/>
                </a:lnTo>
                <a:lnTo>
                  <a:pt x="731774" y="1539431"/>
                </a:lnTo>
                <a:cubicBezTo>
                  <a:pt x="724154" y="1547051"/>
                  <a:pt x="719137" y="1549527"/>
                  <a:pt x="703898" y="1549527"/>
                </a:cubicBezTo>
                <a:lnTo>
                  <a:pt x="478599" y="1549527"/>
                </a:lnTo>
                <a:cubicBezTo>
                  <a:pt x="465963" y="1549527"/>
                  <a:pt x="465963" y="1541907"/>
                  <a:pt x="473519" y="1534351"/>
                </a:cubicBezTo>
                <a:lnTo>
                  <a:pt x="762127" y="1253300"/>
                </a:lnTo>
                <a:lnTo>
                  <a:pt x="468439" y="969708"/>
                </a:lnTo>
                <a:cubicBezTo>
                  <a:pt x="460819" y="962089"/>
                  <a:pt x="463360" y="954532"/>
                  <a:pt x="476060" y="954532"/>
                </a:cubicBezTo>
                <a:lnTo>
                  <a:pt x="703898" y="954532"/>
                </a:lnTo>
                <a:cubicBezTo>
                  <a:pt x="716534" y="954532"/>
                  <a:pt x="721614" y="957072"/>
                  <a:pt x="729234" y="964628"/>
                </a:cubicBezTo>
                <a:lnTo>
                  <a:pt x="888746" y="1124140"/>
                </a:lnTo>
                <a:lnTo>
                  <a:pt x="1038098" y="964628"/>
                </a:lnTo>
                <a:cubicBezTo>
                  <a:pt x="1045718" y="957008"/>
                  <a:pt x="1050735" y="954532"/>
                  <a:pt x="1060894" y="954532"/>
                </a:cubicBezTo>
                <a:lnTo>
                  <a:pt x="1655889" y="954532"/>
                </a:lnTo>
                <a:cubicBezTo>
                  <a:pt x="1792605" y="954532"/>
                  <a:pt x="1914144" y="1000125"/>
                  <a:pt x="1959674" y="1136840"/>
                </a:cubicBezTo>
                <a:lnTo>
                  <a:pt x="1964754" y="1136840"/>
                </a:lnTo>
                <a:lnTo>
                  <a:pt x="1964754" y="237998"/>
                </a:lnTo>
                <a:cubicBezTo>
                  <a:pt x="1964754" y="81026"/>
                  <a:pt x="1883728" y="0"/>
                  <a:pt x="1726755" y="0"/>
                </a:cubicBezTo>
                <a:lnTo>
                  <a:pt x="237998" y="0"/>
                </a:lnTo>
                <a:cubicBezTo>
                  <a:pt x="81026" y="0"/>
                  <a:pt x="0" y="81026"/>
                  <a:pt x="0" y="237998"/>
                </a:cubicBezTo>
                <a:lnTo>
                  <a:pt x="0" y="1534287"/>
                </a:lnTo>
                <a:cubicBezTo>
                  <a:pt x="0" y="1691259"/>
                  <a:pt x="81026" y="1772285"/>
                  <a:pt x="237998" y="1772285"/>
                </a:cubicBez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955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Short Note 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881781C-40FD-43E2-BC6E-3786CEF8438E}"/>
              </a:ext>
            </a:extLst>
          </p:cNvPr>
          <p:cNvSpPr/>
          <p:nvPr userDrawn="1"/>
        </p:nvSpPr>
        <p:spPr>
          <a:xfrm>
            <a:off x="0" y="0"/>
            <a:ext cx="12192000" cy="14768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2" name="Picture 51" descr="A picture containing dark, night sky&#10;&#10;Description automatically generated">
            <a:extLst>
              <a:ext uri="{FF2B5EF4-FFF2-40B4-BE49-F238E27FC236}">
                <a16:creationId xmlns:a16="http://schemas.microsoft.com/office/drawing/2014/main" id="{5CCADE29-8500-4070-A119-2C944A23B7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81000"/>
          </a:blip>
          <a:srcRect b="75849"/>
          <a:stretch/>
        </p:blipFill>
        <p:spPr>
          <a:xfrm>
            <a:off x="3446236" y="0"/>
            <a:ext cx="8745764" cy="1476873"/>
          </a:xfrm>
          <a:prstGeom prst="rect">
            <a:avLst/>
          </a:prstGeom>
        </p:spPr>
      </p:pic>
      <p:sp>
        <p:nvSpPr>
          <p:cNvPr id="14" name="Espaço Reservado para Conteúdo 14">
            <a:extLst>
              <a:ext uri="{FF2B5EF4-FFF2-40B4-BE49-F238E27FC236}">
                <a16:creationId xmlns:a16="http://schemas.microsoft.com/office/drawing/2014/main" id="{CE1411FD-E7CA-45C3-AC7A-87E2FAD1AC2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54741" y="1629200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49" name="Do not remove" hidden="1">
            <a:extLst>
              <a:ext uri="{FF2B5EF4-FFF2-40B4-BE49-F238E27FC236}">
                <a16:creationId xmlns:a16="http://schemas.microsoft.com/office/drawing/2014/main" id="{3AE5CB97-7DD5-4F37-94F8-D7A98741A96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89C55DDC-9BF1-4F19-9DFA-8D99FB29A8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1" y="188913"/>
            <a:ext cx="8335962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7" name="Espaço Reservado para Conteúdo 14">
            <a:extLst>
              <a:ext uri="{FF2B5EF4-FFF2-40B4-BE49-F238E27FC236}">
                <a16:creationId xmlns:a16="http://schemas.microsoft.com/office/drawing/2014/main" id="{1A0E7759-F94A-4604-94D3-8330DB77916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5999" y="1622848"/>
            <a:ext cx="9131274" cy="29479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" tIns="36000" rIns="36000" bIns="36000">
            <a:noAutofit/>
          </a:bodyPr>
          <a:lstStyle>
            <a:lvl1pPr marL="0" indent="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9" name="CaixaDeTexto 9">
            <a:extLst>
              <a:ext uri="{FF2B5EF4-FFF2-40B4-BE49-F238E27FC236}">
                <a16:creationId xmlns:a16="http://schemas.microsoft.com/office/drawing/2014/main" id="{476F5366-F93B-420C-8A94-B09C103B395E}"/>
              </a:ext>
            </a:extLst>
          </p:cNvPr>
          <p:cNvSpPr txBox="1"/>
          <p:nvPr userDrawn="1"/>
        </p:nvSpPr>
        <p:spPr>
          <a:xfrm>
            <a:off x="11794866" y="6364275"/>
            <a:ext cx="267441" cy="230832"/>
          </a:xfrm>
          <a:prstGeom prst="rect">
            <a:avLst/>
          </a:prstGeom>
        </p:spPr>
        <p:txBody>
          <a:bodyPr vert="horz" wrap="square" lIns="0" tIns="25718" rIns="0" bIns="25718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lvl="0" algn="ctr"/>
            <a:fld id="{9B9BAEC2-C893-4510-BAEC-A634F6DBFF95}" type="slidenum">
              <a:rPr lang="pt-BR" altLang="pt-BR" sz="800" b="0" smtClean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lvl="0" algn="ctr"/>
              <a:t>‹#›</a:t>
            </a:fld>
            <a:endParaRPr lang="pt-BR" altLang="pt-BR" sz="800" b="0" dirty="0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57881405-3A2D-4B05-95E2-54097515C5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6550" y="1112247"/>
            <a:ext cx="11518900" cy="202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BR" sz="12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6" name="Espaço Reservado para Conteúdo 14">
            <a:extLst>
              <a:ext uri="{FF2B5EF4-FFF2-40B4-BE49-F238E27FC236}">
                <a16:creationId xmlns:a16="http://schemas.microsoft.com/office/drawing/2014/main" id="{850F5579-F7F0-47FE-8562-80BD2CF7588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954741" y="1843968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29" name="Espaço Reservado para Conteúdo 14">
            <a:extLst>
              <a:ext uri="{FF2B5EF4-FFF2-40B4-BE49-F238E27FC236}">
                <a16:creationId xmlns:a16="http://schemas.microsoft.com/office/drawing/2014/main" id="{3AED8A04-1CB7-4096-B4E7-A94A0336259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954741" y="2034923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0" name="Espaço Reservado para Conteúdo 14">
            <a:extLst>
              <a:ext uri="{FF2B5EF4-FFF2-40B4-BE49-F238E27FC236}">
                <a16:creationId xmlns:a16="http://schemas.microsoft.com/office/drawing/2014/main" id="{938C4CF9-D21D-491A-995D-38D80E45D35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954741" y="2364462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1" name="Espaço Reservado para Conteúdo 14">
            <a:extLst>
              <a:ext uri="{FF2B5EF4-FFF2-40B4-BE49-F238E27FC236}">
                <a16:creationId xmlns:a16="http://schemas.microsoft.com/office/drawing/2014/main" id="{A0CEDDC6-9D7D-4AB6-8714-251BC13968E7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54741" y="2579230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2" name="Espaço Reservado para Conteúdo 14">
            <a:extLst>
              <a:ext uri="{FF2B5EF4-FFF2-40B4-BE49-F238E27FC236}">
                <a16:creationId xmlns:a16="http://schemas.microsoft.com/office/drawing/2014/main" id="{193B6CB7-D834-4068-868A-9AFBE5866A58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954741" y="2770185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3" name="Espaço Reservado para Conteúdo 14">
            <a:extLst>
              <a:ext uri="{FF2B5EF4-FFF2-40B4-BE49-F238E27FC236}">
                <a16:creationId xmlns:a16="http://schemas.microsoft.com/office/drawing/2014/main" id="{55476F42-1A4B-4330-A3B9-8BA77043864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954741" y="3104144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4" name="Espaço Reservado para Conteúdo 14">
            <a:extLst>
              <a:ext uri="{FF2B5EF4-FFF2-40B4-BE49-F238E27FC236}">
                <a16:creationId xmlns:a16="http://schemas.microsoft.com/office/drawing/2014/main" id="{195E6429-987B-4AC7-8E16-6188988765D4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9954741" y="3318912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5" name="Espaço Reservado para Conteúdo 14">
            <a:extLst>
              <a:ext uri="{FF2B5EF4-FFF2-40B4-BE49-F238E27FC236}">
                <a16:creationId xmlns:a16="http://schemas.microsoft.com/office/drawing/2014/main" id="{073C1B83-6366-4B50-BD4D-B74457EC8E9F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954741" y="3509867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6" name="Espaço Reservado para Conteúdo 14">
            <a:extLst>
              <a:ext uri="{FF2B5EF4-FFF2-40B4-BE49-F238E27FC236}">
                <a16:creationId xmlns:a16="http://schemas.microsoft.com/office/drawing/2014/main" id="{C46354AB-40F2-4A4A-AD37-4856DE213F4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954741" y="3839210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7" name="Espaço Reservado para Conteúdo 14">
            <a:extLst>
              <a:ext uri="{FF2B5EF4-FFF2-40B4-BE49-F238E27FC236}">
                <a16:creationId xmlns:a16="http://schemas.microsoft.com/office/drawing/2014/main" id="{069F1687-40C5-4D45-B235-59542CC1ECD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54741" y="4053978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8" name="Espaço Reservado para Conteúdo 14">
            <a:extLst>
              <a:ext uri="{FF2B5EF4-FFF2-40B4-BE49-F238E27FC236}">
                <a16:creationId xmlns:a16="http://schemas.microsoft.com/office/drawing/2014/main" id="{C3CC52EA-2999-4302-9E0C-30842061FFF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954741" y="4244933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47" name="Espaço Reservado para Texto 6">
            <a:extLst>
              <a:ext uri="{FF2B5EF4-FFF2-40B4-BE49-F238E27FC236}">
                <a16:creationId xmlns:a16="http://schemas.microsoft.com/office/drawing/2014/main" id="{D059AF1D-7F11-404F-84BA-7DF8F07018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1"/>
            <a:ext cx="11518900" cy="29965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20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8" name="Espaço Reservado para Texto 6">
            <a:extLst>
              <a:ext uri="{FF2B5EF4-FFF2-40B4-BE49-F238E27FC236}">
                <a16:creationId xmlns:a16="http://schemas.microsoft.com/office/drawing/2014/main" id="{1AF3A89E-9C88-4D78-958E-79CBB03E5A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23310" y="567647"/>
            <a:ext cx="3132139" cy="1420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lang="pt-BR" sz="1200" b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r>
              <a:rPr lang="pt-BR" dirty="0"/>
              <a:t>Sector / </a:t>
            </a:r>
            <a:r>
              <a:rPr lang="pt-BR" dirty="0" err="1"/>
              <a:t>Segment</a:t>
            </a:r>
            <a:endParaRPr lang="pt-BR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02662-AE79-4B8E-B676-C401AD03C996}"/>
              </a:ext>
            </a:extLst>
          </p:cNvPr>
          <p:cNvCxnSpPr>
            <a:cxnSpLocks/>
          </p:cNvCxnSpPr>
          <p:nvPr userDrawn="1"/>
        </p:nvCxnSpPr>
        <p:spPr>
          <a:xfrm>
            <a:off x="9711007" y="1622848"/>
            <a:ext cx="0" cy="294790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spaço Reservado para Conteúdo 14">
            <a:extLst>
              <a:ext uri="{FF2B5EF4-FFF2-40B4-BE49-F238E27FC236}">
                <a16:creationId xmlns:a16="http://schemas.microsoft.com/office/drawing/2014/main" id="{4F065D27-F159-49FE-AEA3-D772EE3795D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336000" y="5029925"/>
            <a:ext cx="3685087" cy="983843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64" name="Espaço Reservado para Conteúdo 14">
            <a:extLst>
              <a:ext uri="{FF2B5EF4-FFF2-40B4-BE49-F238E27FC236}">
                <a16:creationId xmlns:a16="http://schemas.microsoft.com/office/drawing/2014/main" id="{157EB19F-6FA5-47D6-8F62-A0C2CEC707A6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336000" y="4735310"/>
            <a:ext cx="3685087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65" name="Espaço Reservado para Conteúdo 14">
            <a:extLst>
              <a:ext uri="{FF2B5EF4-FFF2-40B4-BE49-F238E27FC236}">
                <a16:creationId xmlns:a16="http://schemas.microsoft.com/office/drawing/2014/main" id="{4CC79004-24EE-43A0-B0C2-A3C6093FD89F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253456" y="5030967"/>
            <a:ext cx="3685087" cy="983843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66" name="Espaço Reservado para Conteúdo 14">
            <a:extLst>
              <a:ext uri="{FF2B5EF4-FFF2-40B4-BE49-F238E27FC236}">
                <a16:creationId xmlns:a16="http://schemas.microsoft.com/office/drawing/2014/main" id="{FB2324CB-D47D-4BF6-A600-6ECE134E382F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253456" y="4736352"/>
            <a:ext cx="3685087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67" name="Espaço Reservado para Conteúdo 14">
            <a:extLst>
              <a:ext uri="{FF2B5EF4-FFF2-40B4-BE49-F238E27FC236}">
                <a16:creationId xmlns:a16="http://schemas.microsoft.com/office/drawing/2014/main" id="{CBAEEE7B-EFF6-48D7-AF91-ADDADBED591C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8159750" y="5027157"/>
            <a:ext cx="3685087" cy="983843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68" name="Espaço Reservado para Conteúdo 14">
            <a:extLst>
              <a:ext uri="{FF2B5EF4-FFF2-40B4-BE49-F238E27FC236}">
                <a16:creationId xmlns:a16="http://schemas.microsoft.com/office/drawing/2014/main" id="{F7F7FBE8-EDCD-406C-A571-A3A0B9029829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8159750" y="4732542"/>
            <a:ext cx="3685087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95F3E463-B817-4B2E-93BD-2A1152C6F7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194" y="6300619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 dirty="0"/>
              <a:t>Fonte:  XXX, XXX, XXX | Notas: (1) XXX; (2) XXX; (3) XXX</a:t>
            </a:r>
          </a:p>
        </p:txBody>
      </p:sp>
      <p:sp>
        <p:nvSpPr>
          <p:cNvPr id="41" name="Date Placeholder 1">
            <a:extLst>
              <a:ext uri="{FF2B5EF4-FFF2-40B4-BE49-F238E27FC236}">
                <a16:creationId xmlns:a16="http://schemas.microsoft.com/office/drawing/2014/main" id="{82577943-F62A-4C91-832C-4ED1B4C04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3310" y="305162"/>
            <a:ext cx="3132139" cy="2105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3934FB41-5757-4694-8C72-CD33D8BD55E9}" type="datetime4">
              <a:rPr lang="pt-BR" smtClean="0"/>
              <a:t>3 de agosto de 2026</a:t>
            </a:fld>
            <a:endParaRPr lang="pt-BR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8D3B3BB-8B99-46A8-BF9C-2025B42E4C8F}"/>
              </a:ext>
            </a:extLst>
          </p:cNvPr>
          <p:cNvSpPr/>
          <p:nvPr userDrawn="1"/>
        </p:nvSpPr>
        <p:spPr>
          <a:xfrm>
            <a:off x="11358608" y="832910"/>
            <a:ext cx="499749" cy="450795"/>
          </a:xfrm>
          <a:custGeom>
            <a:avLst/>
            <a:gdLst>
              <a:gd name="connsiteX0" fmla="*/ 1430464 w 1964753"/>
              <a:gd name="connsiteY0" fmla="*/ 1369758 h 1772284"/>
              <a:gd name="connsiteX1" fmla="*/ 1653286 w 1964753"/>
              <a:gd name="connsiteY1" fmla="*/ 1369758 h 1772284"/>
              <a:gd name="connsiteX2" fmla="*/ 1795081 w 1964753"/>
              <a:gd name="connsiteY2" fmla="*/ 1253300 h 1772284"/>
              <a:gd name="connsiteX3" fmla="*/ 1653286 w 1964753"/>
              <a:gd name="connsiteY3" fmla="*/ 1136840 h 1772284"/>
              <a:gd name="connsiteX4" fmla="*/ 1430464 w 1964753"/>
              <a:gd name="connsiteY4" fmla="*/ 1136840 h 1772284"/>
              <a:gd name="connsiteX5" fmla="*/ 1430464 w 1964753"/>
              <a:gd name="connsiteY5" fmla="*/ 1369758 h 1772284"/>
              <a:gd name="connsiteX6" fmla="*/ 1430464 w 1964753"/>
              <a:gd name="connsiteY6" fmla="*/ 1772285 h 1772284"/>
              <a:gd name="connsiteX7" fmla="*/ 1726692 w 1964753"/>
              <a:gd name="connsiteY7" fmla="*/ 1772285 h 1772284"/>
              <a:gd name="connsiteX8" fmla="*/ 1964690 w 1964753"/>
              <a:gd name="connsiteY8" fmla="*/ 1534287 h 1772284"/>
              <a:gd name="connsiteX9" fmla="*/ 1964690 w 1964753"/>
              <a:gd name="connsiteY9" fmla="*/ 1369695 h 1772284"/>
              <a:gd name="connsiteX10" fmla="*/ 1959610 w 1964753"/>
              <a:gd name="connsiteY10" fmla="*/ 1369695 h 1772284"/>
              <a:gd name="connsiteX11" fmla="*/ 1658303 w 1964753"/>
              <a:gd name="connsiteY11" fmla="*/ 1549464 h 1772284"/>
              <a:gd name="connsiteX12" fmla="*/ 1438021 w 1964753"/>
              <a:gd name="connsiteY12" fmla="*/ 1549464 h 1772284"/>
              <a:gd name="connsiteX13" fmla="*/ 1430401 w 1964753"/>
              <a:gd name="connsiteY13" fmla="*/ 1557083 h 1772284"/>
              <a:gd name="connsiteX14" fmla="*/ 1430401 w 1964753"/>
              <a:gd name="connsiteY14" fmla="*/ 1772285 h 1772284"/>
              <a:gd name="connsiteX15" fmla="*/ 1012698 w 1964753"/>
              <a:gd name="connsiteY15" fmla="*/ 1253300 h 1772284"/>
              <a:gd name="connsiteX16" fmla="*/ 1240536 w 1964753"/>
              <a:gd name="connsiteY16" fmla="*/ 1473581 h 1772284"/>
              <a:gd name="connsiteX17" fmla="*/ 1240536 w 1964753"/>
              <a:gd name="connsiteY17" fmla="*/ 1033082 h 1772284"/>
              <a:gd name="connsiteX18" fmla="*/ 1012698 w 1964753"/>
              <a:gd name="connsiteY18" fmla="*/ 1253300 h 1772284"/>
              <a:gd name="connsiteX19" fmla="*/ 237998 w 1964753"/>
              <a:gd name="connsiteY19" fmla="*/ 1772285 h 1772284"/>
              <a:gd name="connsiteX20" fmla="*/ 1240599 w 1964753"/>
              <a:gd name="connsiteY20" fmla="*/ 1772285 h 1772284"/>
              <a:gd name="connsiteX21" fmla="*/ 1240599 w 1964753"/>
              <a:gd name="connsiteY21" fmla="*/ 1721676 h 1772284"/>
              <a:gd name="connsiteX22" fmla="*/ 1341882 w 1964753"/>
              <a:gd name="connsiteY22" fmla="*/ 1554607 h 1772284"/>
              <a:gd name="connsiteX23" fmla="*/ 1341882 w 1964753"/>
              <a:gd name="connsiteY23" fmla="*/ 1549527 h 1772284"/>
              <a:gd name="connsiteX24" fmla="*/ 1060831 w 1964753"/>
              <a:gd name="connsiteY24" fmla="*/ 1549527 h 1772284"/>
              <a:gd name="connsiteX25" fmla="*/ 1030478 w 1964753"/>
              <a:gd name="connsiteY25" fmla="*/ 1536890 h 1772284"/>
              <a:gd name="connsiteX26" fmla="*/ 883666 w 1964753"/>
              <a:gd name="connsiteY26" fmla="*/ 1384998 h 1772284"/>
              <a:gd name="connsiteX27" fmla="*/ 731774 w 1964753"/>
              <a:gd name="connsiteY27" fmla="*/ 1539431 h 1772284"/>
              <a:gd name="connsiteX28" fmla="*/ 703898 w 1964753"/>
              <a:gd name="connsiteY28" fmla="*/ 1549527 h 1772284"/>
              <a:gd name="connsiteX29" fmla="*/ 478599 w 1964753"/>
              <a:gd name="connsiteY29" fmla="*/ 1549527 h 1772284"/>
              <a:gd name="connsiteX30" fmla="*/ 473519 w 1964753"/>
              <a:gd name="connsiteY30" fmla="*/ 1534351 h 1772284"/>
              <a:gd name="connsiteX31" fmla="*/ 762127 w 1964753"/>
              <a:gd name="connsiteY31" fmla="*/ 1253300 h 1772284"/>
              <a:gd name="connsiteX32" fmla="*/ 468439 w 1964753"/>
              <a:gd name="connsiteY32" fmla="*/ 969708 h 1772284"/>
              <a:gd name="connsiteX33" fmla="*/ 476060 w 1964753"/>
              <a:gd name="connsiteY33" fmla="*/ 954532 h 1772284"/>
              <a:gd name="connsiteX34" fmla="*/ 703898 w 1964753"/>
              <a:gd name="connsiteY34" fmla="*/ 954532 h 1772284"/>
              <a:gd name="connsiteX35" fmla="*/ 729234 w 1964753"/>
              <a:gd name="connsiteY35" fmla="*/ 964628 h 1772284"/>
              <a:gd name="connsiteX36" fmla="*/ 888746 w 1964753"/>
              <a:gd name="connsiteY36" fmla="*/ 1124140 h 1772284"/>
              <a:gd name="connsiteX37" fmla="*/ 1038098 w 1964753"/>
              <a:gd name="connsiteY37" fmla="*/ 964628 h 1772284"/>
              <a:gd name="connsiteX38" fmla="*/ 1060894 w 1964753"/>
              <a:gd name="connsiteY38" fmla="*/ 954532 h 1772284"/>
              <a:gd name="connsiteX39" fmla="*/ 1655889 w 1964753"/>
              <a:gd name="connsiteY39" fmla="*/ 954532 h 1772284"/>
              <a:gd name="connsiteX40" fmla="*/ 1959674 w 1964753"/>
              <a:gd name="connsiteY40" fmla="*/ 1136840 h 1772284"/>
              <a:gd name="connsiteX41" fmla="*/ 1964754 w 1964753"/>
              <a:gd name="connsiteY41" fmla="*/ 1136840 h 1772284"/>
              <a:gd name="connsiteX42" fmla="*/ 1964754 w 1964753"/>
              <a:gd name="connsiteY42" fmla="*/ 237998 h 1772284"/>
              <a:gd name="connsiteX43" fmla="*/ 1726755 w 1964753"/>
              <a:gd name="connsiteY43" fmla="*/ 0 h 1772284"/>
              <a:gd name="connsiteX44" fmla="*/ 237998 w 1964753"/>
              <a:gd name="connsiteY44" fmla="*/ 0 h 1772284"/>
              <a:gd name="connsiteX45" fmla="*/ 0 w 1964753"/>
              <a:gd name="connsiteY45" fmla="*/ 237998 h 1772284"/>
              <a:gd name="connsiteX46" fmla="*/ 0 w 1964753"/>
              <a:gd name="connsiteY46" fmla="*/ 1534287 h 1772284"/>
              <a:gd name="connsiteX47" fmla="*/ 237998 w 1964753"/>
              <a:gd name="connsiteY47" fmla="*/ 1772285 h 177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964753" h="1772284">
                <a:moveTo>
                  <a:pt x="1430464" y="1369758"/>
                </a:moveTo>
                <a:lnTo>
                  <a:pt x="1653286" y="1369758"/>
                </a:lnTo>
                <a:cubicBezTo>
                  <a:pt x="1736852" y="1369758"/>
                  <a:pt x="1795081" y="1331785"/>
                  <a:pt x="1795081" y="1253300"/>
                </a:cubicBezTo>
                <a:cubicBezTo>
                  <a:pt x="1795081" y="1174814"/>
                  <a:pt x="1736852" y="1136840"/>
                  <a:pt x="1653286" y="1136840"/>
                </a:cubicBezTo>
                <a:lnTo>
                  <a:pt x="1430464" y="1136840"/>
                </a:lnTo>
                <a:lnTo>
                  <a:pt x="1430464" y="1369758"/>
                </a:lnTo>
                <a:close/>
                <a:moveTo>
                  <a:pt x="1430464" y="1772285"/>
                </a:moveTo>
                <a:lnTo>
                  <a:pt x="1726692" y="1772285"/>
                </a:lnTo>
                <a:cubicBezTo>
                  <a:pt x="1883664" y="1772285"/>
                  <a:pt x="1964690" y="1691259"/>
                  <a:pt x="1964690" y="1534287"/>
                </a:cubicBezTo>
                <a:lnTo>
                  <a:pt x="1964690" y="1369695"/>
                </a:lnTo>
                <a:lnTo>
                  <a:pt x="1959610" y="1369695"/>
                </a:lnTo>
                <a:cubicBezTo>
                  <a:pt x="1914017" y="1506410"/>
                  <a:pt x="1797558" y="1549464"/>
                  <a:pt x="1658303" y="1549464"/>
                </a:cubicBezTo>
                <a:lnTo>
                  <a:pt x="1438021" y="1549464"/>
                </a:lnTo>
                <a:cubicBezTo>
                  <a:pt x="1432941" y="1549464"/>
                  <a:pt x="1430401" y="1552003"/>
                  <a:pt x="1430401" y="1557083"/>
                </a:cubicBezTo>
                <a:lnTo>
                  <a:pt x="1430401" y="1772285"/>
                </a:lnTo>
                <a:close/>
                <a:moveTo>
                  <a:pt x="1012698" y="1253300"/>
                </a:moveTo>
                <a:lnTo>
                  <a:pt x="1240536" y="1473581"/>
                </a:lnTo>
                <a:lnTo>
                  <a:pt x="1240536" y="1033082"/>
                </a:lnTo>
                <a:lnTo>
                  <a:pt x="1012698" y="1253300"/>
                </a:lnTo>
                <a:close/>
                <a:moveTo>
                  <a:pt x="237998" y="1772285"/>
                </a:moveTo>
                <a:lnTo>
                  <a:pt x="1240599" y="1772285"/>
                </a:lnTo>
                <a:lnTo>
                  <a:pt x="1240599" y="1721676"/>
                </a:lnTo>
                <a:cubicBezTo>
                  <a:pt x="1240599" y="1633093"/>
                  <a:pt x="1270953" y="1582420"/>
                  <a:pt x="1341882" y="1554607"/>
                </a:cubicBezTo>
                <a:lnTo>
                  <a:pt x="1341882" y="1549527"/>
                </a:lnTo>
                <a:lnTo>
                  <a:pt x="1060831" y="1549527"/>
                </a:lnTo>
                <a:cubicBezTo>
                  <a:pt x="1045655" y="1549527"/>
                  <a:pt x="1040574" y="1546987"/>
                  <a:pt x="1030478" y="1536890"/>
                </a:cubicBezTo>
                <a:lnTo>
                  <a:pt x="883666" y="1384998"/>
                </a:lnTo>
                <a:lnTo>
                  <a:pt x="731774" y="1539431"/>
                </a:lnTo>
                <a:cubicBezTo>
                  <a:pt x="724154" y="1547051"/>
                  <a:pt x="719137" y="1549527"/>
                  <a:pt x="703898" y="1549527"/>
                </a:cubicBezTo>
                <a:lnTo>
                  <a:pt x="478599" y="1549527"/>
                </a:lnTo>
                <a:cubicBezTo>
                  <a:pt x="465963" y="1549527"/>
                  <a:pt x="465963" y="1541907"/>
                  <a:pt x="473519" y="1534351"/>
                </a:cubicBezTo>
                <a:lnTo>
                  <a:pt x="762127" y="1253300"/>
                </a:lnTo>
                <a:lnTo>
                  <a:pt x="468439" y="969708"/>
                </a:lnTo>
                <a:cubicBezTo>
                  <a:pt x="460819" y="962089"/>
                  <a:pt x="463360" y="954532"/>
                  <a:pt x="476060" y="954532"/>
                </a:cubicBezTo>
                <a:lnTo>
                  <a:pt x="703898" y="954532"/>
                </a:lnTo>
                <a:cubicBezTo>
                  <a:pt x="716534" y="954532"/>
                  <a:pt x="721614" y="957072"/>
                  <a:pt x="729234" y="964628"/>
                </a:cubicBezTo>
                <a:lnTo>
                  <a:pt x="888746" y="1124140"/>
                </a:lnTo>
                <a:lnTo>
                  <a:pt x="1038098" y="964628"/>
                </a:lnTo>
                <a:cubicBezTo>
                  <a:pt x="1045718" y="957008"/>
                  <a:pt x="1050735" y="954532"/>
                  <a:pt x="1060894" y="954532"/>
                </a:cubicBezTo>
                <a:lnTo>
                  <a:pt x="1655889" y="954532"/>
                </a:lnTo>
                <a:cubicBezTo>
                  <a:pt x="1792605" y="954532"/>
                  <a:pt x="1914144" y="1000125"/>
                  <a:pt x="1959674" y="1136840"/>
                </a:cubicBezTo>
                <a:lnTo>
                  <a:pt x="1964754" y="1136840"/>
                </a:lnTo>
                <a:lnTo>
                  <a:pt x="1964754" y="237998"/>
                </a:lnTo>
                <a:cubicBezTo>
                  <a:pt x="1964754" y="81026"/>
                  <a:pt x="1883728" y="0"/>
                  <a:pt x="1726755" y="0"/>
                </a:cubicBezTo>
                <a:lnTo>
                  <a:pt x="237998" y="0"/>
                </a:lnTo>
                <a:cubicBezTo>
                  <a:pt x="81026" y="0"/>
                  <a:pt x="0" y="81026"/>
                  <a:pt x="0" y="237998"/>
                </a:cubicBezTo>
                <a:lnTo>
                  <a:pt x="0" y="1534287"/>
                </a:lnTo>
                <a:cubicBezTo>
                  <a:pt x="0" y="1691259"/>
                  <a:pt x="81026" y="1772285"/>
                  <a:pt x="237998" y="1772285"/>
                </a:cubicBez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487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Short Note 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881781C-40FD-43E2-BC6E-3786CEF8438E}"/>
              </a:ext>
            </a:extLst>
          </p:cNvPr>
          <p:cNvSpPr/>
          <p:nvPr userDrawn="1"/>
        </p:nvSpPr>
        <p:spPr>
          <a:xfrm>
            <a:off x="0" y="0"/>
            <a:ext cx="12192000" cy="14768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2" name="Picture 51" descr="A picture containing dark, night sky&#10;&#10;Description automatically generated">
            <a:extLst>
              <a:ext uri="{FF2B5EF4-FFF2-40B4-BE49-F238E27FC236}">
                <a16:creationId xmlns:a16="http://schemas.microsoft.com/office/drawing/2014/main" id="{5CCADE29-8500-4070-A119-2C944A23B7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81000"/>
          </a:blip>
          <a:srcRect b="75849"/>
          <a:stretch/>
        </p:blipFill>
        <p:spPr>
          <a:xfrm>
            <a:off x="3446236" y="0"/>
            <a:ext cx="8745764" cy="1476873"/>
          </a:xfrm>
          <a:prstGeom prst="rect">
            <a:avLst/>
          </a:prstGeom>
        </p:spPr>
      </p:pic>
      <p:sp>
        <p:nvSpPr>
          <p:cNvPr id="14" name="Espaço Reservado para Conteúdo 14">
            <a:extLst>
              <a:ext uri="{FF2B5EF4-FFF2-40B4-BE49-F238E27FC236}">
                <a16:creationId xmlns:a16="http://schemas.microsoft.com/office/drawing/2014/main" id="{CE1411FD-E7CA-45C3-AC7A-87E2FAD1AC2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54741" y="1629200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49" name="Do not remove" hidden="1">
            <a:extLst>
              <a:ext uri="{FF2B5EF4-FFF2-40B4-BE49-F238E27FC236}">
                <a16:creationId xmlns:a16="http://schemas.microsoft.com/office/drawing/2014/main" id="{3AE5CB97-7DD5-4F37-94F8-D7A98741A96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89C55DDC-9BF1-4F19-9DFA-8D99FB29A8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1" y="188913"/>
            <a:ext cx="8335962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7" name="Espaço Reservado para Conteúdo 14">
            <a:extLst>
              <a:ext uri="{FF2B5EF4-FFF2-40B4-BE49-F238E27FC236}">
                <a16:creationId xmlns:a16="http://schemas.microsoft.com/office/drawing/2014/main" id="{1A0E7759-F94A-4604-94D3-8330DB77916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5999" y="1622848"/>
            <a:ext cx="9131274" cy="29479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" tIns="36000" rIns="36000" bIns="36000">
            <a:noAutofit/>
          </a:bodyPr>
          <a:lstStyle>
            <a:lvl1pPr marL="0" indent="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9" name="CaixaDeTexto 9">
            <a:extLst>
              <a:ext uri="{FF2B5EF4-FFF2-40B4-BE49-F238E27FC236}">
                <a16:creationId xmlns:a16="http://schemas.microsoft.com/office/drawing/2014/main" id="{476F5366-F93B-420C-8A94-B09C103B395E}"/>
              </a:ext>
            </a:extLst>
          </p:cNvPr>
          <p:cNvSpPr txBox="1"/>
          <p:nvPr userDrawn="1"/>
        </p:nvSpPr>
        <p:spPr>
          <a:xfrm>
            <a:off x="11794866" y="6364275"/>
            <a:ext cx="267441" cy="230832"/>
          </a:xfrm>
          <a:prstGeom prst="rect">
            <a:avLst/>
          </a:prstGeom>
        </p:spPr>
        <p:txBody>
          <a:bodyPr vert="horz" wrap="square" lIns="0" tIns="25718" rIns="0" bIns="25718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lvl="0" algn="ctr"/>
            <a:fld id="{9B9BAEC2-C893-4510-BAEC-A634F6DBFF95}" type="slidenum">
              <a:rPr lang="pt-BR" altLang="pt-BR" sz="800" b="0" smtClean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lvl="0" algn="ctr"/>
              <a:t>‹#›</a:t>
            </a:fld>
            <a:endParaRPr lang="pt-BR" altLang="pt-BR" sz="800" b="0" dirty="0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57881405-3A2D-4B05-95E2-54097515C5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6550" y="1112247"/>
            <a:ext cx="11518900" cy="202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BR" sz="12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6" name="Espaço Reservado para Conteúdo 14">
            <a:extLst>
              <a:ext uri="{FF2B5EF4-FFF2-40B4-BE49-F238E27FC236}">
                <a16:creationId xmlns:a16="http://schemas.microsoft.com/office/drawing/2014/main" id="{850F5579-F7F0-47FE-8562-80BD2CF7588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954741" y="1843968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29" name="Espaço Reservado para Conteúdo 14">
            <a:extLst>
              <a:ext uri="{FF2B5EF4-FFF2-40B4-BE49-F238E27FC236}">
                <a16:creationId xmlns:a16="http://schemas.microsoft.com/office/drawing/2014/main" id="{3AED8A04-1CB7-4096-B4E7-A94A0336259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954741" y="2034923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0" name="Espaço Reservado para Conteúdo 14">
            <a:extLst>
              <a:ext uri="{FF2B5EF4-FFF2-40B4-BE49-F238E27FC236}">
                <a16:creationId xmlns:a16="http://schemas.microsoft.com/office/drawing/2014/main" id="{938C4CF9-D21D-491A-995D-38D80E45D35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954741" y="2364462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1" name="Espaço Reservado para Conteúdo 14">
            <a:extLst>
              <a:ext uri="{FF2B5EF4-FFF2-40B4-BE49-F238E27FC236}">
                <a16:creationId xmlns:a16="http://schemas.microsoft.com/office/drawing/2014/main" id="{A0CEDDC6-9D7D-4AB6-8714-251BC13968E7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54741" y="2579230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2" name="Espaço Reservado para Conteúdo 14">
            <a:extLst>
              <a:ext uri="{FF2B5EF4-FFF2-40B4-BE49-F238E27FC236}">
                <a16:creationId xmlns:a16="http://schemas.microsoft.com/office/drawing/2014/main" id="{193B6CB7-D834-4068-868A-9AFBE5866A58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954741" y="2770185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3" name="Espaço Reservado para Conteúdo 14">
            <a:extLst>
              <a:ext uri="{FF2B5EF4-FFF2-40B4-BE49-F238E27FC236}">
                <a16:creationId xmlns:a16="http://schemas.microsoft.com/office/drawing/2014/main" id="{55476F42-1A4B-4330-A3B9-8BA77043864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954741" y="3104144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4" name="Espaço Reservado para Conteúdo 14">
            <a:extLst>
              <a:ext uri="{FF2B5EF4-FFF2-40B4-BE49-F238E27FC236}">
                <a16:creationId xmlns:a16="http://schemas.microsoft.com/office/drawing/2014/main" id="{195E6429-987B-4AC7-8E16-6188988765D4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9954741" y="3318912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5" name="Espaço Reservado para Conteúdo 14">
            <a:extLst>
              <a:ext uri="{FF2B5EF4-FFF2-40B4-BE49-F238E27FC236}">
                <a16:creationId xmlns:a16="http://schemas.microsoft.com/office/drawing/2014/main" id="{073C1B83-6366-4B50-BD4D-B74457EC8E9F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954741" y="3509867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6" name="Espaço Reservado para Conteúdo 14">
            <a:extLst>
              <a:ext uri="{FF2B5EF4-FFF2-40B4-BE49-F238E27FC236}">
                <a16:creationId xmlns:a16="http://schemas.microsoft.com/office/drawing/2014/main" id="{C46354AB-40F2-4A4A-AD37-4856DE213F4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954741" y="3839210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7" name="Espaço Reservado para Conteúdo 14">
            <a:extLst>
              <a:ext uri="{FF2B5EF4-FFF2-40B4-BE49-F238E27FC236}">
                <a16:creationId xmlns:a16="http://schemas.microsoft.com/office/drawing/2014/main" id="{069F1687-40C5-4D45-B235-59542CC1ECD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54741" y="4053978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8" name="Espaço Reservado para Conteúdo 14">
            <a:extLst>
              <a:ext uri="{FF2B5EF4-FFF2-40B4-BE49-F238E27FC236}">
                <a16:creationId xmlns:a16="http://schemas.microsoft.com/office/drawing/2014/main" id="{C3CC52EA-2999-4302-9E0C-30842061FFF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954741" y="4244933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47" name="Espaço Reservado para Texto 6">
            <a:extLst>
              <a:ext uri="{FF2B5EF4-FFF2-40B4-BE49-F238E27FC236}">
                <a16:creationId xmlns:a16="http://schemas.microsoft.com/office/drawing/2014/main" id="{D059AF1D-7F11-404F-84BA-7DF8F07018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1"/>
            <a:ext cx="11518900" cy="29965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20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8" name="Espaço Reservado para Texto 6">
            <a:extLst>
              <a:ext uri="{FF2B5EF4-FFF2-40B4-BE49-F238E27FC236}">
                <a16:creationId xmlns:a16="http://schemas.microsoft.com/office/drawing/2014/main" id="{1AF3A89E-9C88-4D78-958E-79CBB03E5A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23310" y="567647"/>
            <a:ext cx="3132139" cy="1420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lang="pt-BR" sz="1200" b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r>
              <a:rPr lang="pt-BR" dirty="0"/>
              <a:t>Sector / </a:t>
            </a:r>
            <a:r>
              <a:rPr lang="pt-BR" dirty="0" err="1"/>
              <a:t>Segment</a:t>
            </a:r>
            <a:endParaRPr lang="pt-BR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02662-AE79-4B8E-B676-C401AD03C996}"/>
              </a:ext>
            </a:extLst>
          </p:cNvPr>
          <p:cNvCxnSpPr>
            <a:cxnSpLocks/>
          </p:cNvCxnSpPr>
          <p:nvPr userDrawn="1"/>
        </p:nvCxnSpPr>
        <p:spPr>
          <a:xfrm>
            <a:off x="9711007" y="1622848"/>
            <a:ext cx="0" cy="438815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spaço Reservado para Conteúdo 14">
            <a:extLst>
              <a:ext uri="{FF2B5EF4-FFF2-40B4-BE49-F238E27FC236}">
                <a16:creationId xmlns:a16="http://schemas.microsoft.com/office/drawing/2014/main" id="{4F065D27-F159-49FE-AEA3-D772EE3795D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336000" y="5029925"/>
            <a:ext cx="9131272" cy="983843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64" name="Espaço Reservado para Conteúdo 14">
            <a:extLst>
              <a:ext uri="{FF2B5EF4-FFF2-40B4-BE49-F238E27FC236}">
                <a16:creationId xmlns:a16="http://schemas.microsoft.com/office/drawing/2014/main" id="{157EB19F-6FA5-47D6-8F62-A0C2CEC707A6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336000" y="4735310"/>
            <a:ext cx="9131272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50D9BA1D-B6BB-4DBB-81B7-1B0E548BA3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194" y="6300619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 dirty="0"/>
              <a:t>Fonte:  XXX, XXX, XXX | Notas: (1) XXX; (2) XXX; (3) XXX</a:t>
            </a:r>
          </a:p>
        </p:txBody>
      </p:sp>
      <p:sp>
        <p:nvSpPr>
          <p:cNvPr id="41" name="Date Placeholder 1">
            <a:extLst>
              <a:ext uri="{FF2B5EF4-FFF2-40B4-BE49-F238E27FC236}">
                <a16:creationId xmlns:a16="http://schemas.microsoft.com/office/drawing/2014/main" id="{D3706B77-8E0E-4CB3-9E64-46F131F4F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3310" y="305162"/>
            <a:ext cx="3132139" cy="2105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2FAED64E-24C9-44D8-941C-A93E61E03BB9}" type="datetime4">
              <a:rPr lang="pt-BR" smtClean="0"/>
              <a:t>3 de agosto de 2026</a:t>
            </a:fld>
            <a:endParaRPr lang="pt-BR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7023540-B693-4180-8404-3191DA6A28A0}"/>
              </a:ext>
            </a:extLst>
          </p:cNvPr>
          <p:cNvSpPr/>
          <p:nvPr userDrawn="1"/>
        </p:nvSpPr>
        <p:spPr>
          <a:xfrm>
            <a:off x="11358608" y="832910"/>
            <a:ext cx="499749" cy="450795"/>
          </a:xfrm>
          <a:custGeom>
            <a:avLst/>
            <a:gdLst>
              <a:gd name="connsiteX0" fmla="*/ 1430464 w 1964753"/>
              <a:gd name="connsiteY0" fmla="*/ 1369758 h 1772284"/>
              <a:gd name="connsiteX1" fmla="*/ 1653286 w 1964753"/>
              <a:gd name="connsiteY1" fmla="*/ 1369758 h 1772284"/>
              <a:gd name="connsiteX2" fmla="*/ 1795081 w 1964753"/>
              <a:gd name="connsiteY2" fmla="*/ 1253300 h 1772284"/>
              <a:gd name="connsiteX3" fmla="*/ 1653286 w 1964753"/>
              <a:gd name="connsiteY3" fmla="*/ 1136840 h 1772284"/>
              <a:gd name="connsiteX4" fmla="*/ 1430464 w 1964753"/>
              <a:gd name="connsiteY4" fmla="*/ 1136840 h 1772284"/>
              <a:gd name="connsiteX5" fmla="*/ 1430464 w 1964753"/>
              <a:gd name="connsiteY5" fmla="*/ 1369758 h 1772284"/>
              <a:gd name="connsiteX6" fmla="*/ 1430464 w 1964753"/>
              <a:gd name="connsiteY6" fmla="*/ 1772285 h 1772284"/>
              <a:gd name="connsiteX7" fmla="*/ 1726692 w 1964753"/>
              <a:gd name="connsiteY7" fmla="*/ 1772285 h 1772284"/>
              <a:gd name="connsiteX8" fmla="*/ 1964690 w 1964753"/>
              <a:gd name="connsiteY8" fmla="*/ 1534287 h 1772284"/>
              <a:gd name="connsiteX9" fmla="*/ 1964690 w 1964753"/>
              <a:gd name="connsiteY9" fmla="*/ 1369695 h 1772284"/>
              <a:gd name="connsiteX10" fmla="*/ 1959610 w 1964753"/>
              <a:gd name="connsiteY10" fmla="*/ 1369695 h 1772284"/>
              <a:gd name="connsiteX11" fmla="*/ 1658303 w 1964753"/>
              <a:gd name="connsiteY11" fmla="*/ 1549464 h 1772284"/>
              <a:gd name="connsiteX12" fmla="*/ 1438021 w 1964753"/>
              <a:gd name="connsiteY12" fmla="*/ 1549464 h 1772284"/>
              <a:gd name="connsiteX13" fmla="*/ 1430401 w 1964753"/>
              <a:gd name="connsiteY13" fmla="*/ 1557083 h 1772284"/>
              <a:gd name="connsiteX14" fmla="*/ 1430401 w 1964753"/>
              <a:gd name="connsiteY14" fmla="*/ 1772285 h 1772284"/>
              <a:gd name="connsiteX15" fmla="*/ 1012698 w 1964753"/>
              <a:gd name="connsiteY15" fmla="*/ 1253300 h 1772284"/>
              <a:gd name="connsiteX16" fmla="*/ 1240536 w 1964753"/>
              <a:gd name="connsiteY16" fmla="*/ 1473581 h 1772284"/>
              <a:gd name="connsiteX17" fmla="*/ 1240536 w 1964753"/>
              <a:gd name="connsiteY17" fmla="*/ 1033082 h 1772284"/>
              <a:gd name="connsiteX18" fmla="*/ 1012698 w 1964753"/>
              <a:gd name="connsiteY18" fmla="*/ 1253300 h 1772284"/>
              <a:gd name="connsiteX19" fmla="*/ 237998 w 1964753"/>
              <a:gd name="connsiteY19" fmla="*/ 1772285 h 1772284"/>
              <a:gd name="connsiteX20" fmla="*/ 1240599 w 1964753"/>
              <a:gd name="connsiteY20" fmla="*/ 1772285 h 1772284"/>
              <a:gd name="connsiteX21" fmla="*/ 1240599 w 1964753"/>
              <a:gd name="connsiteY21" fmla="*/ 1721676 h 1772284"/>
              <a:gd name="connsiteX22" fmla="*/ 1341882 w 1964753"/>
              <a:gd name="connsiteY22" fmla="*/ 1554607 h 1772284"/>
              <a:gd name="connsiteX23" fmla="*/ 1341882 w 1964753"/>
              <a:gd name="connsiteY23" fmla="*/ 1549527 h 1772284"/>
              <a:gd name="connsiteX24" fmla="*/ 1060831 w 1964753"/>
              <a:gd name="connsiteY24" fmla="*/ 1549527 h 1772284"/>
              <a:gd name="connsiteX25" fmla="*/ 1030478 w 1964753"/>
              <a:gd name="connsiteY25" fmla="*/ 1536890 h 1772284"/>
              <a:gd name="connsiteX26" fmla="*/ 883666 w 1964753"/>
              <a:gd name="connsiteY26" fmla="*/ 1384998 h 1772284"/>
              <a:gd name="connsiteX27" fmla="*/ 731774 w 1964753"/>
              <a:gd name="connsiteY27" fmla="*/ 1539431 h 1772284"/>
              <a:gd name="connsiteX28" fmla="*/ 703898 w 1964753"/>
              <a:gd name="connsiteY28" fmla="*/ 1549527 h 1772284"/>
              <a:gd name="connsiteX29" fmla="*/ 478599 w 1964753"/>
              <a:gd name="connsiteY29" fmla="*/ 1549527 h 1772284"/>
              <a:gd name="connsiteX30" fmla="*/ 473519 w 1964753"/>
              <a:gd name="connsiteY30" fmla="*/ 1534351 h 1772284"/>
              <a:gd name="connsiteX31" fmla="*/ 762127 w 1964753"/>
              <a:gd name="connsiteY31" fmla="*/ 1253300 h 1772284"/>
              <a:gd name="connsiteX32" fmla="*/ 468439 w 1964753"/>
              <a:gd name="connsiteY32" fmla="*/ 969708 h 1772284"/>
              <a:gd name="connsiteX33" fmla="*/ 476060 w 1964753"/>
              <a:gd name="connsiteY33" fmla="*/ 954532 h 1772284"/>
              <a:gd name="connsiteX34" fmla="*/ 703898 w 1964753"/>
              <a:gd name="connsiteY34" fmla="*/ 954532 h 1772284"/>
              <a:gd name="connsiteX35" fmla="*/ 729234 w 1964753"/>
              <a:gd name="connsiteY35" fmla="*/ 964628 h 1772284"/>
              <a:gd name="connsiteX36" fmla="*/ 888746 w 1964753"/>
              <a:gd name="connsiteY36" fmla="*/ 1124140 h 1772284"/>
              <a:gd name="connsiteX37" fmla="*/ 1038098 w 1964753"/>
              <a:gd name="connsiteY37" fmla="*/ 964628 h 1772284"/>
              <a:gd name="connsiteX38" fmla="*/ 1060894 w 1964753"/>
              <a:gd name="connsiteY38" fmla="*/ 954532 h 1772284"/>
              <a:gd name="connsiteX39" fmla="*/ 1655889 w 1964753"/>
              <a:gd name="connsiteY39" fmla="*/ 954532 h 1772284"/>
              <a:gd name="connsiteX40" fmla="*/ 1959674 w 1964753"/>
              <a:gd name="connsiteY40" fmla="*/ 1136840 h 1772284"/>
              <a:gd name="connsiteX41" fmla="*/ 1964754 w 1964753"/>
              <a:gd name="connsiteY41" fmla="*/ 1136840 h 1772284"/>
              <a:gd name="connsiteX42" fmla="*/ 1964754 w 1964753"/>
              <a:gd name="connsiteY42" fmla="*/ 237998 h 1772284"/>
              <a:gd name="connsiteX43" fmla="*/ 1726755 w 1964753"/>
              <a:gd name="connsiteY43" fmla="*/ 0 h 1772284"/>
              <a:gd name="connsiteX44" fmla="*/ 237998 w 1964753"/>
              <a:gd name="connsiteY44" fmla="*/ 0 h 1772284"/>
              <a:gd name="connsiteX45" fmla="*/ 0 w 1964753"/>
              <a:gd name="connsiteY45" fmla="*/ 237998 h 1772284"/>
              <a:gd name="connsiteX46" fmla="*/ 0 w 1964753"/>
              <a:gd name="connsiteY46" fmla="*/ 1534287 h 1772284"/>
              <a:gd name="connsiteX47" fmla="*/ 237998 w 1964753"/>
              <a:gd name="connsiteY47" fmla="*/ 1772285 h 177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964753" h="1772284">
                <a:moveTo>
                  <a:pt x="1430464" y="1369758"/>
                </a:moveTo>
                <a:lnTo>
                  <a:pt x="1653286" y="1369758"/>
                </a:lnTo>
                <a:cubicBezTo>
                  <a:pt x="1736852" y="1369758"/>
                  <a:pt x="1795081" y="1331785"/>
                  <a:pt x="1795081" y="1253300"/>
                </a:cubicBezTo>
                <a:cubicBezTo>
                  <a:pt x="1795081" y="1174814"/>
                  <a:pt x="1736852" y="1136840"/>
                  <a:pt x="1653286" y="1136840"/>
                </a:cubicBezTo>
                <a:lnTo>
                  <a:pt x="1430464" y="1136840"/>
                </a:lnTo>
                <a:lnTo>
                  <a:pt x="1430464" y="1369758"/>
                </a:lnTo>
                <a:close/>
                <a:moveTo>
                  <a:pt x="1430464" y="1772285"/>
                </a:moveTo>
                <a:lnTo>
                  <a:pt x="1726692" y="1772285"/>
                </a:lnTo>
                <a:cubicBezTo>
                  <a:pt x="1883664" y="1772285"/>
                  <a:pt x="1964690" y="1691259"/>
                  <a:pt x="1964690" y="1534287"/>
                </a:cubicBezTo>
                <a:lnTo>
                  <a:pt x="1964690" y="1369695"/>
                </a:lnTo>
                <a:lnTo>
                  <a:pt x="1959610" y="1369695"/>
                </a:lnTo>
                <a:cubicBezTo>
                  <a:pt x="1914017" y="1506410"/>
                  <a:pt x="1797558" y="1549464"/>
                  <a:pt x="1658303" y="1549464"/>
                </a:cubicBezTo>
                <a:lnTo>
                  <a:pt x="1438021" y="1549464"/>
                </a:lnTo>
                <a:cubicBezTo>
                  <a:pt x="1432941" y="1549464"/>
                  <a:pt x="1430401" y="1552003"/>
                  <a:pt x="1430401" y="1557083"/>
                </a:cubicBezTo>
                <a:lnTo>
                  <a:pt x="1430401" y="1772285"/>
                </a:lnTo>
                <a:close/>
                <a:moveTo>
                  <a:pt x="1012698" y="1253300"/>
                </a:moveTo>
                <a:lnTo>
                  <a:pt x="1240536" y="1473581"/>
                </a:lnTo>
                <a:lnTo>
                  <a:pt x="1240536" y="1033082"/>
                </a:lnTo>
                <a:lnTo>
                  <a:pt x="1012698" y="1253300"/>
                </a:lnTo>
                <a:close/>
                <a:moveTo>
                  <a:pt x="237998" y="1772285"/>
                </a:moveTo>
                <a:lnTo>
                  <a:pt x="1240599" y="1772285"/>
                </a:lnTo>
                <a:lnTo>
                  <a:pt x="1240599" y="1721676"/>
                </a:lnTo>
                <a:cubicBezTo>
                  <a:pt x="1240599" y="1633093"/>
                  <a:pt x="1270953" y="1582420"/>
                  <a:pt x="1341882" y="1554607"/>
                </a:cubicBezTo>
                <a:lnTo>
                  <a:pt x="1341882" y="1549527"/>
                </a:lnTo>
                <a:lnTo>
                  <a:pt x="1060831" y="1549527"/>
                </a:lnTo>
                <a:cubicBezTo>
                  <a:pt x="1045655" y="1549527"/>
                  <a:pt x="1040574" y="1546987"/>
                  <a:pt x="1030478" y="1536890"/>
                </a:cubicBezTo>
                <a:lnTo>
                  <a:pt x="883666" y="1384998"/>
                </a:lnTo>
                <a:lnTo>
                  <a:pt x="731774" y="1539431"/>
                </a:lnTo>
                <a:cubicBezTo>
                  <a:pt x="724154" y="1547051"/>
                  <a:pt x="719137" y="1549527"/>
                  <a:pt x="703898" y="1549527"/>
                </a:cubicBezTo>
                <a:lnTo>
                  <a:pt x="478599" y="1549527"/>
                </a:lnTo>
                <a:cubicBezTo>
                  <a:pt x="465963" y="1549527"/>
                  <a:pt x="465963" y="1541907"/>
                  <a:pt x="473519" y="1534351"/>
                </a:cubicBezTo>
                <a:lnTo>
                  <a:pt x="762127" y="1253300"/>
                </a:lnTo>
                <a:lnTo>
                  <a:pt x="468439" y="969708"/>
                </a:lnTo>
                <a:cubicBezTo>
                  <a:pt x="460819" y="962089"/>
                  <a:pt x="463360" y="954532"/>
                  <a:pt x="476060" y="954532"/>
                </a:cubicBezTo>
                <a:lnTo>
                  <a:pt x="703898" y="954532"/>
                </a:lnTo>
                <a:cubicBezTo>
                  <a:pt x="716534" y="954532"/>
                  <a:pt x="721614" y="957072"/>
                  <a:pt x="729234" y="964628"/>
                </a:cubicBezTo>
                <a:lnTo>
                  <a:pt x="888746" y="1124140"/>
                </a:lnTo>
                <a:lnTo>
                  <a:pt x="1038098" y="964628"/>
                </a:lnTo>
                <a:cubicBezTo>
                  <a:pt x="1045718" y="957008"/>
                  <a:pt x="1050735" y="954532"/>
                  <a:pt x="1060894" y="954532"/>
                </a:cubicBezTo>
                <a:lnTo>
                  <a:pt x="1655889" y="954532"/>
                </a:lnTo>
                <a:cubicBezTo>
                  <a:pt x="1792605" y="954532"/>
                  <a:pt x="1914144" y="1000125"/>
                  <a:pt x="1959674" y="1136840"/>
                </a:cubicBezTo>
                <a:lnTo>
                  <a:pt x="1964754" y="1136840"/>
                </a:lnTo>
                <a:lnTo>
                  <a:pt x="1964754" y="237998"/>
                </a:lnTo>
                <a:cubicBezTo>
                  <a:pt x="1964754" y="81026"/>
                  <a:pt x="1883728" y="0"/>
                  <a:pt x="1726755" y="0"/>
                </a:cubicBezTo>
                <a:lnTo>
                  <a:pt x="237998" y="0"/>
                </a:lnTo>
                <a:cubicBezTo>
                  <a:pt x="81026" y="0"/>
                  <a:pt x="0" y="81026"/>
                  <a:pt x="0" y="237998"/>
                </a:cubicBezTo>
                <a:lnTo>
                  <a:pt x="0" y="1534287"/>
                </a:lnTo>
                <a:cubicBezTo>
                  <a:pt x="0" y="1691259"/>
                  <a:pt x="81026" y="1772285"/>
                  <a:pt x="237998" y="1772285"/>
                </a:cubicBez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124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Short Note Sect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881781C-40FD-43E2-BC6E-3786CEF8438E}"/>
              </a:ext>
            </a:extLst>
          </p:cNvPr>
          <p:cNvSpPr/>
          <p:nvPr userDrawn="1"/>
        </p:nvSpPr>
        <p:spPr>
          <a:xfrm>
            <a:off x="0" y="0"/>
            <a:ext cx="12192000" cy="14768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2" name="Picture 51" descr="A picture containing dark, night sky&#10;&#10;Description automatically generated">
            <a:extLst>
              <a:ext uri="{FF2B5EF4-FFF2-40B4-BE49-F238E27FC236}">
                <a16:creationId xmlns:a16="http://schemas.microsoft.com/office/drawing/2014/main" id="{5CCADE29-8500-4070-A119-2C944A23B7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81000"/>
          </a:blip>
          <a:srcRect b="75849"/>
          <a:stretch/>
        </p:blipFill>
        <p:spPr>
          <a:xfrm>
            <a:off x="3446236" y="0"/>
            <a:ext cx="8745764" cy="1476873"/>
          </a:xfrm>
          <a:prstGeom prst="rect">
            <a:avLst/>
          </a:prstGeom>
        </p:spPr>
      </p:pic>
      <p:sp>
        <p:nvSpPr>
          <p:cNvPr id="14" name="Espaço Reservado para Conteúdo 14">
            <a:extLst>
              <a:ext uri="{FF2B5EF4-FFF2-40B4-BE49-F238E27FC236}">
                <a16:creationId xmlns:a16="http://schemas.microsoft.com/office/drawing/2014/main" id="{CE1411FD-E7CA-45C3-AC7A-87E2FAD1AC2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954741" y="1629200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49" name="Do not remove" hidden="1">
            <a:extLst>
              <a:ext uri="{FF2B5EF4-FFF2-40B4-BE49-F238E27FC236}">
                <a16:creationId xmlns:a16="http://schemas.microsoft.com/office/drawing/2014/main" id="{3AE5CB97-7DD5-4F37-94F8-D7A98741A96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89C55DDC-9BF1-4F19-9DFA-8D99FB29A8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1" y="188913"/>
            <a:ext cx="8335962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7" name="Espaço Reservado para Conteúdo 14">
            <a:extLst>
              <a:ext uri="{FF2B5EF4-FFF2-40B4-BE49-F238E27FC236}">
                <a16:creationId xmlns:a16="http://schemas.microsoft.com/office/drawing/2014/main" id="{1A0E7759-F94A-4604-94D3-8330DB77916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5999" y="1622848"/>
            <a:ext cx="9131274" cy="29479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" tIns="36000" rIns="36000" bIns="36000">
            <a:noAutofit/>
          </a:bodyPr>
          <a:lstStyle>
            <a:lvl1pPr marL="0" indent="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9" name="CaixaDeTexto 9">
            <a:extLst>
              <a:ext uri="{FF2B5EF4-FFF2-40B4-BE49-F238E27FC236}">
                <a16:creationId xmlns:a16="http://schemas.microsoft.com/office/drawing/2014/main" id="{476F5366-F93B-420C-8A94-B09C103B395E}"/>
              </a:ext>
            </a:extLst>
          </p:cNvPr>
          <p:cNvSpPr txBox="1"/>
          <p:nvPr userDrawn="1"/>
        </p:nvSpPr>
        <p:spPr>
          <a:xfrm>
            <a:off x="11794866" y="6364275"/>
            <a:ext cx="267441" cy="230832"/>
          </a:xfrm>
          <a:prstGeom prst="rect">
            <a:avLst/>
          </a:prstGeom>
        </p:spPr>
        <p:txBody>
          <a:bodyPr vert="horz" wrap="square" lIns="0" tIns="25718" rIns="0" bIns="25718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lvl="0" algn="ctr"/>
            <a:fld id="{9B9BAEC2-C893-4510-BAEC-A634F6DBFF95}" type="slidenum">
              <a:rPr lang="pt-BR" altLang="pt-BR" sz="800" b="0" smtClean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lvl="0" algn="ctr"/>
              <a:t>‹#›</a:t>
            </a:fld>
            <a:endParaRPr lang="pt-BR" altLang="pt-BR" sz="800" b="0" dirty="0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57881405-3A2D-4B05-95E2-54097515C5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6550" y="1112247"/>
            <a:ext cx="11518900" cy="202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pt-BR" sz="12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6" name="Espaço Reservado para Conteúdo 14">
            <a:extLst>
              <a:ext uri="{FF2B5EF4-FFF2-40B4-BE49-F238E27FC236}">
                <a16:creationId xmlns:a16="http://schemas.microsoft.com/office/drawing/2014/main" id="{850F5579-F7F0-47FE-8562-80BD2CF7588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954741" y="1843968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29" name="Espaço Reservado para Conteúdo 14">
            <a:extLst>
              <a:ext uri="{FF2B5EF4-FFF2-40B4-BE49-F238E27FC236}">
                <a16:creationId xmlns:a16="http://schemas.microsoft.com/office/drawing/2014/main" id="{3AED8A04-1CB7-4096-B4E7-A94A0336259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954741" y="2034923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0" name="Espaço Reservado para Conteúdo 14">
            <a:extLst>
              <a:ext uri="{FF2B5EF4-FFF2-40B4-BE49-F238E27FC236}">
                <a16:creationId xmlns:a16="http://schemas.microsoft.com/office/drawing/2014/main" id="{938C4CF9-D21D-491A-995D-38D80E45D35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954741" y="2364462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1" name="Espaço Reservado para Conteúdo 14">
            <a:extLst>
              <a:ext uri="{FF2B5EF4-FFF2-40B4-BE49-F238E27FC236}">
                <a16:creationId xmlns:a16="http://schemas.microsoft.com/office/drawing/2014/main" id="{A0CEDDC6-9D7D-4AB6-8714-251BC13968E7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9954741" y="2579230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2" name="Espaço Reservado para Conteúdo 14">
            <a:extLst>
              <a:ext uri="{FF2B5EF4-FFF2-40B4-BE49-F238E27FC236}">
                <a16:creationId xmlns:a16="http://schemas.microsoft.com/office/drawing/2014/main" id="{193B6CB7-D834-4068-868A-9AFBE5866A58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954741" y="2770185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3" name="Espaço Reservado para Conteúdo 14">
            <a:extLst>
              <a:ext uri="{FF2B5EF4-FFF2-40B4-BE49-F238E27FC236}">
                <a16:creationId xmlns:a16="http://schemas.microsoft.com/office/drawing/2014/main" id="{55476F42-1A4B-4330-A3B9-8BA77043864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954741" y="3104144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4" name="Espaço Reservado para Conteúdo 14">
            <a:extLst>
              <a:ext uri="{FF2B5EF4-FFF2-40B4-BE49-F238E27FC236}">
                <a16:creationId xmlns:a16="http://schemas.microsoft.com/office/drawing/2014/main" id="{195E6429-987B-4AC7-8E16-6188988765D4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9954741" y="3318912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5" name="Espaço Reservado para Conteúdo 14">
            <a:extLst>
              <a:ext uri="{FF2B5EF4-FFF2-40B4-BE49-F238E27FC236}">
                <a16:creationId xmlns:a16="http://schemas.microsoft.com/office/drawing/2014/main" id="{073C1B83-6366-4B50-BD4D-B74457EC8E9F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954741" y="3509867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36" name="Espaço Reservado para Conteúdo 14">
            <a:extLst>
              <a:ext uri="{FF2B5EF4-FFF2-40B4-BE49-F238E27FC236}">
                <a16:creationId xmlns:a16="http://schemas.microsoft.com/office/drawing/2014/main" id="{C46354AB-40F2-4A4A-AD37-4856DE213F4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954741" y="3839210"/>
            <a:ext cx="1914195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Nome</a:t>
            </a:r>
          </a:p>
        </p:txBody>
      </p:sp>
      <p:sp>
        <p:nvSpPr>
          <p:cNvPr id="37" name="Espaço Reservado para Conteúdo 14">
            <a:extLst>
              <a:ext uri="{FF2B5EF4-FFF2-40B4-BE49-F238E27FC236}">
                <a16:creationId xmlns:a16="http://schemas.microsoft.com/office/drawing/2014/main" id="{069F1687-40C5-4D45-B235-59542CC1ECD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954741" y="4053978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Setor</a:t>
            </a:r>
          </a:p>
        </p:txBody>
      </p:sp>
      <p:sp>
        <p:nvSpPr>
          <p:cNvPr id="38" name="Espaço Reservado para Conteúdo 14">
            <a:extLst>
              <a:ext uri="{FF2B5EF4-FFF2-40B4-BE49-F238E27FC236}">
                <a16:creationId xmlns:a16="http://schemas.microsoft.com/office/drawing/2014/main" id="{C3CC52EA-2999-4302-9E0C-30842061FFF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954741" y="4244933"/>
            <a:ext cx="191419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47" name="Espaço Reservado para Texto 6">
            <a:extLst>
              <a:ext uri="{FF2B5EF4-FFF2-40B4-BE49-F238E27FC236}">
                <a16:creationId xmlns:a16="http://schemas.microsoft.com/office/drawing/2014/main" id="{D059AF1D-7F11-404F-84BA-7DF8F07018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1"/>
            <a:ext cx="11518900" cy="29965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20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8" name="Espaço Reservado para Texto 6">
            <a:extLst>
              <a:ext uri="{FF2B5EF4-FFF2-40B4-BE49-F238E27FC236}">
                <a16:creationId xmlns:a16="http://schemas.microsoft.com/office/drawing/2014/main" id="{1AF3A89E-9C88-4D78-958E-79CBB03E5A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23310" y="567647"/>
            <a:ext cx="3132139" cy="1420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lang="pt-BR" sz="1200" b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/>
            <a:r>
              <a:rPr lang="pt-BR" dirty="0"/>
              <a:t>Sector / </a:t>
            </a:r>
            <a:r>
              <a:rPr lang="pt-BR" dirty="0" err="1"/>
              <a:t>Segment</a:t>
            </a:r>
            <a:endParaRPr lang="pt-BR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02662-AE79-4B8E-B676-C401AD03C996}"/>
              </a:ext>
            </a:extLst>
          </p:cNvPr>
          <p:cNvCxnSpPr>
            <a:cxnSpLocks/>
          </p:cNvCxnSpPr>
          <p:nvPr userDrawn="1"/>
        </p:nvCxnSpPr>
        <p:spPr>
          <a:xfrm>
            <a:off x="9711007" y="1622848"/>
            <a:ext cx="0" cy="438815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spaço Reservado para Conteúdo 14">
            <a:extLst>
              <a:ext uri="{FF2B5EF4-FFF2-40B4-BE49-F238E27FC236}">
                <a16:creationId xmlns:a16="http://schemas.microsoft.com/office/drawing/2014/main" id="{4F065D27-F159-49FE-AEA3-D772EE3795D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336000" y="5029925"/>
            <a:ext cx="9131272" cy="983843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64" name="Espaço Reservado para Conteúdo 14">
            <a:extLst>
              <a:ext uri="{FF2B5EF4-FFF2-40B4-BE49-F238E27FC236}">
                <a16:creationId xmlns:a16="http://schemas.microsoft.com/office/drawing/2014/main" id="{157EB19F-6FA5-47D6-8F62-A0C2CEC707A6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336000" y="4735310"/>
            <a:ext cx="9131272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B4946D23-AB3A-411B-8B2F-43A2479B96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194" y="6300619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 dirty="0"/>
              <a:t>Fonte:  XXX, XXX, XXX | Notas: (1) XXX; (2) XXX; (3) XXX</a:t>
            </a:r>
          </a:p>
        </p:txBody>
      </p:sp>
      <p:sp>
        <p:nvSpPr>
          <p:cNvPr id="41" name="Date Placeholder 1">
            <a:extLst>
              <a:ext uri="{FF2B5EF4-FFF2-40B4-BE49-F238E27FC236}">
                <a16:creationId xmlns:a16="http://schemas.microsoft.com/office/drawing/2014/main" id="{4D1961CB-AE6D-47CE-8F6B-C8BA879B21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3310" y="305162"/>
            <a:ext cx="3132139" cy="2105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DE3254D0-41B3-4A71-8F94-ADC446D5BB39}" type="datetime4">
              <a:rPr lang="pt-BR" smtClean="0"/>
              <a:t>3 de agosto de 2026</a:t>
            </a:fld>
            <a:endParaRPr lang="pt-BR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5D1D84B-3FC3-499D-9713-4B883236AB6B}"/>
              </a:ext>
            </a:extLst>
          </p:cNvPr>
          <p:cNvSpPr/>
          <p:nvPr userDrawn="1"/>
        </p:nvSpPr>
        <p:spPr>
          <a:xfrm>
            <a:off x="11358608" y="832910"/>
            <a:ext cx="499749" cy="450795"/>
          </a:xfrm>
          <a:custGeom>
            <a:avLst/>
            <a:gdLst>
              <a:gd name="connsiteX0" fmla="*/ 1430464 w 1964753"/>
              <a:gd name="connsiteY0" fmla="*/ 1369758 h 1772284"/>
              <a:gd name="connsiteX1" fmla="*/ 1653286 w 1964753"/>
              <a:gd name="connsiteY1" fmla="*/ 1369758 h 1772284"/>
              <a:gd name="connsiteX2" fmla="*/ 1795081 w 1964753"/>
              <a:gd name="connsiteY2" fmla="*/ 1253300 h 1772284"/>
              <a:gd name="connsiteX3" fmla="*/ 1653286 w 1964753"/>
              <a:gd name="connsiteY3" fmla="*/ 1136840 h 1772284"/>
              <a:gd name="connsiteX4" fmla="*/ 1430464 w 1964753"/>
              <a:gd name="connsiteY4" fmla="*/ 1136840 h 1772284"/>
              <a:gd name="connsiteX5" fmla="*/ 1430464 w 1964753"/>
              <a:gd name="connsiteY5" fmla="*/ 1369758 h 1772284"/>
              <a:gd name="connsiteX6" fmla="*/ 1430464 w 1964753"/>
              <a:gd name="connsiteY6" fmla="*/ 1772285 h 1772284"/>
              <a:gd name="connsiteX7" fmla="*/ 1726692 w 1964753"/>
              <a:gd name="connsiteY7" fmla="*/ 1772285 h 1772284"/>
              <a:gd name="connsiteX8" fmla="*/ 1964690 w 1964753"/>
              <a:gd name="connsiteY8" fmla="*/ 1534287 h 1772284"/>
              <a:gd name="connsiteX9" fmla="*/ 1964690 w 1964753"/>
              <a:gd name="connsiteY9" fmla="*/ 1369695 h 1772284"/>
              <a:gd name="connsiteX10" fmla="*/ 1959610 w 1964753"/>
              <a:gd name="connsiteY10" fmla="*/ 1369695 h 1772284"/>
              <a:gd name="connsiteX11" fmla="*/ 1658303 w 1964753"/>
              <a:gd name="connsiteY11" fmla="*/ 1549464 h 1772284"/>
              <a:gd name="connsiteX12" fmla="*/ 1438021 w 1964753"/>
              <a:gd name="connsiteY12" fmla="*/ 1549464 h 1772284"/>
              <a:gd name="connsiteX13" fmla="*/ 1430401 w 1964753"/>
              <a:gd name="connsiteY13" fmla="*/ 1557083 h 1772284"/>
              <a:gd name="connsiteX14" fmla="*/ 1430401 w 1964753"/>
              <a:gd name="connsiteY14" fmla="*/ 1772285 h 1772284"/>
              <a:gd name="connsiteX15" fmla="*/ 1012698 w 1964753"/>
              <a:gd name="connsiteY15" fmla="*/ 1253300 h 1772284"/>
              <a:gd name="connsiteX16" fmla="*/ 1240536 w 1964753"/>
              <a:gd name="connsiteY16" fmla="*/ 1473581 h 1772284"/>
              <a:gd name="connsiteX17" fmla="*/ 1240536 w 1964753"/>
              <a:gd name="connsiteY17" fmla="*/ 1033082 h 1772284"/>
              <a:gd name="connsiteX18" fmla="*/ 1012698 w 1964753"/>
              <a:gd name="connsiteY18" fmla="*/ 1253300 h 1772284"/>
              <a:gd name="connsiteX19" fmla="*/ 237998 w 1964753"/>
              <a:gd name="connsiteY19" fmla="*/ 1772285 h 1772284"/>
              <a:gd name="connsiteX20" fmla="*/ 1240599 w 1964753"/>
              <a:gd name="connsiteY20" fmla="*/ 1772285 h 1772284"/>
              <a:gd name="connsiteX21" fmla="*/ 1240599 w 1964753"/>
              <a:gd name="connsiteY21" fmla="*/ 1721676 h 1772284"/>
              <a:gd name="connsiteX22" fmla="*/ 1341882 w 1964753"/>
              <a:gd name="connsiteY22" fmla="*/ 1554607 h 1772284"/>
              <a:gd name="connsiteX23" fmla="*/ 1341882 w 1964753"/>
              <a:gd name="connsiteY23" fmla="*/ 1549527 h 1772284"/>
              <a:gd name="connsiteX24" fmla="*/ 1060831 w 1964753"/>
              <a:gd name="connsiteY24" fmla="*/ 1549527 h 1772284"/>
              <a:gd name="connsiteX25" fmla="*/ 1030478 w 1964753"/>
              <a:gd name="connsiteY25" fmla="*/ 1536890 h 1772284"/>
              <a:gd name="connsiteX26" fmla="*/ 883666 w 1964753"/>
              <a:gd name="connsiteY26" fmla="*/ 1384998 h 1772284"/>
              <a:gd name="connsiteX27" fmla="*/ 731774 w 1964753"/>
              <a:gd name="connsiteY27" fmla="*/ 1539431 h 1772284"/>
              <a:gd name="connsiteX28" fmla="*/ 703898 w 1964753"/>
              <a:gd name="connsiteY28" fmla="*/ 1549527 h 1772284"/>
              <a:gd name="connsiteX29" fmla="*/ 478599 w 1964753"/>
              <a:gd name="connsiteY29" fmla="*/ 1549527 h 1772284"/>
              <a:gd name="connsiteX30" fmla="*/ 473519 w 1964753"/>
              <a:gd name="connsiteY30" fmla="*/ 1534351 h 1772284"/>
              <a:gd name="connsiteX31" fmla="*/ 762127 w 1964753"/>
              <a:gd name="connsiteY31" fmla="*/ 1253300 h 1772284"/>
              <a:gd name="connsiteX32" fmla="*/ 468439 w 1964753"/>
              <a:gd name="connsiteY32" fmla="*/ 969708 h 1772284"/>
              <a:gd name="connsiteX33" fmla="*/ 476060 w 1964753"/>
              <a:gd name="connsiteY33" fmla="*/ 954532 h 1772284"/>
              <a:gd name="connsiteX34" fmla="*/ 703898 w 1964753"/>
              <a:gd name="connsiteY34" fmla="*/ 954532 h 1772284"/>
              <a:gd name="connsiteX35" fmla="*/ 729234 w 1964753"/>
              <a:gd name="connsiteY35" fmla="*/ 964628 h 1772284"/>
              <a:gd name="connsiteX36" fmla="*/ 888746 w 1964753"/>
              <a:gd name="connsiteY36" fmla="*/ 1124140 h 1772284"/>
              <a:gd name="connsiteX37" fmla="*/ 1038098 w 1964753"/>
              <a:gd name="connsiteY37" fmla="*/ 964628 h 1772284"/>
              <a:gd name="connsiteX38" fmla="*/ 1060894 w 1964753"/>
              <a:gd name="connsiteY38" fmla="*/ 954532 h 1772284"/>
              <a:gd name="connsiteX39" fmla="*/ 1655889 w 1964753"/>
              <a:gd name="connsiteY39" fmla="*/ 954532 h 1772284"/>
              <a:gd name="connsiteX40" fmla="*/ 1959674 w 1964753"/>
              <a:gd name="connsiteY40" fmla="*/ 1136840 h 1772284"/>
              <a:gd name="connsiteX41" fmla="*/ 1964754 w 1964753"/>
              <a:gd name="connsiteY41" fmla="*/ 1136840 h 1772284"/>
              <a:gd name="connsiteX42" fmla="*/ 1964754 w 1964753"/>
              <a:gd name="connsiteY42" fmla="*/ 237998 h 1772284"/>
              <a:gd name="connsiteX43" fmla="*/ 1726755 w 1964753"/>
              <a:gd name="connsiteY43" fmla="*/ 0 h 1772284"/>
              <a:gd name="connsiteX44" fmla="*/ 237998 w 1964753"/>
              <a:gd name="connsiteY44" fmla="*/ 0 h 1772284"/>
              <a:gd name="connsiteX45" fmla="*/ 0 w 1964753"/>
              <a:gd name="connsiteY45" fmla="*/ 237998 h 1772284"/>
              <a:gd name="connsiteX46" fmla="*/ 0 w 1964753"/>
              <a:gd name="connsiteY46" fmla="*/ 1534287 h 1772284"/>
              <a:gd name="connsiteX47" fmla="*/ 237998 w 1964753"/>
              <a:gd name="connsiteY47" fmla="*/ 1772285 h 177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964753" h="1772284">
                <a:moveTo>
                  <a:pt x="1430464" y="1369758"/>
                </a:moveTo>
                <a:lnTo>
                  <a:pt x="1653286" y="1369758"/>
                </a:lnTo>
                <a:cubicBezTo>
                  <a:pt x="1736852" y="1369758"/>
                  <a:pt x="1795081" y="1331785"/>
                  <a:pt x="1795081" y="1253300"/>
                </a:cubicBezTo>
                <a:cubicBezTo>
                  <a:pt x="1795081" y="1174814"/>
                  <a:pt x="1736852" y="1136840"/>
                  <a:pt x="1653286" y="1136840"/>
                </a:cubicBezTo>
                <a:lnTo>
                  <a:pt x="1430464" y="1136840"/>
                </a:lnTo>
                <a:lnTo>
                  <a:pt x="1430464" y="1369758"/>
                </a:lnTo>
                <a:close/>
                <a:moveTo>
                  <a:pt x="1430464" y="1772285"/>
                </a:moveTo>
                <a:lnTo>
                  <a:pt x="1726692" y="1772285"/>
                </a:lnTo>
                <a:cubicBezTo>
                  <a:pt x="1883664" y="1772285"/>
                  <a:pt x="1964690" y="1691259"/>
                  <a:pt x="1964690" y="1534287"/>
                </a:cubicBezTo>
                <a:lnTo>
                  <a:pt x="1964690" y="1369695"/>
                </a:lnTo>
                <a:lnTo>
                  <a:pt x="1959610" y="1369695"/>
                </a:lnTo>
                <a:cubicBezTo>
                  <a:pt x="1914017" y="1506410"/>
                  <a:pt x="1797558" y="1549464"/>
                  <a:pt x="1658303" y="1549464"/>
                </a:cubicBezTo>
                <a:lnTo>
                  <a:pt x="1438021" y="1549464"/>
                </a:lnTo>
                <a:cubicBezTo>
                  <a:pt x="1432941" y="1549464"/>
                  <a:pt x="1430401" y="1552003"/>
                  <a:pt x="1430401" y="1557083"/>
                </a:cubicBezTo>
                <a:lnTo>
                  <a:pt x="1430401" y="1772285"/>
                </a:lnTo>
                <a:close/>
                <a:moveTo>
                  <a:pt x="1012698" y="1253300"/>
                </a:moveTo>
                <a:lnTo>
                  <a:pt x="1240536" y="1473581"/>
                </a:lnTo>
                <a:lnTo>
                  <a:pt x="1240536" y="1033082"/>
                </a:lnTo>
                <a:lnTo>
                  <a:pt x="1012698" y="1253300"/>
                </a:lnTo>
                <a:close/>
                <a:moveTo>
                  <a:pt x="237998" y="1772285"/>
                </a:moveTo>
                <a:lnTo>
                  <a:pt x="1240599" y="1772285"/>
                </a:lnTo>
                <a:lnTo>
                  <a:pt x="1240599" y="1721676"/>
                </a:lnTo>
                <a:cubicBezTo>
                  <a:pt x="1240599" y="1633093"/>
                  <a:pt x="1270953" y="1582420"/>
                  <a:pt x="1341882" y="1554607"/>
                </a:cubicBezTo>
                <a:lnTo>
                  <a:pt x="1341882" y="1549527"/>
                </a:lnTo>
                <a:lnTo>
                  <a:pt x="1060831" y="1549527"/>
                </a:lnTo>
                <a:cubicBezTo>
                  <a:pt x="1045655" y="1549527"/>
                  <a:pt x="1040574" y="1546987"/>
                  <a:pt x="1030478" y="1536890"/>
                </a:cubicBezTo>
                <a:lnTo>
                  <a:pt x="883666" y="1384998"/>
                </a:lnTo>
                <a:lnTo>
                  <a:pt x="731774" y="1539431"/>
                </a:lnTo>
                <a:cubicBezTo>
                  <a:pt x="724154" y="1547051"/>
                  <a:pt x="719137" y="1549527"/>
                  <a:pt x="703898" y="1549527"/>
                </a:cubicBezTo>
                <a:lnTo>
                  <a:pt x="478599" y="1549527"/>
                </a:lnTo>
                <a:cubicBezTo>
                  <a:pt x="465963" y="1549527"/>
                  <a:pt x="465963" y="1541907"/>
                  <a:pt x="473519" y="1534351"/>
                </a:cubicBezTo>
                <a:lnTo>
                  <a:pt x="762127" y="1253300"/>
                </a:lnTo>
                <a:lnTo>
                  <a:pt x="468439" y="969708"/>
                </a:lnTo>
                <a:cubicBezTo>
                  <a:pt x="460819" y="962089"/>
                  <a:pt x="463360" y="954532"/>
                  <a:pt x="476060" y="954532"/>
                </a:cubicBezTo>
                <a:lnTo>
                  <a:pt x="703898" y="954532"/>
                </a:lnTo>
                <a:cubicBezTo>
                  <a:pt x="716534" y="954532"/>
                  <a:pt x="721614" y="957072"/>
                  <a:pt x="729234" y="964628"/>
                </a:cubicBezTo>
                <a:lnTo>
                  <a:pt x="888746" y="1124140"/>
                </a:lnTo>
                <a:lnTo>
                  <a:pt x="1038098" y="964628"/>
                </a:lnTo>
                <a:cubicBezTo>
                  <a:pt x="1045718" y="957008"/>
                  <a:pt x="1050735" y="954532"/>
                  <a:pt x="1060894" y="954532"/>
                </a:cubicBezTo>
                <a:lnTo>
                  <a:pt x="1655889" y="954532"/>
                </a:lnTo>
                <a:cubicBezTo>
                  <a:pt x="1792605" y="954532"/>
                  <a:pt x="1914144" y="1000125"/>
                  <a:pt x="1959674" y="1136840"/>
                </a:cubicBezTo>
                <a:lnTo>
                  <a:pt x="1964754" y="1136840"/>
                </a:lnTo>
                <a:lnTo>
                  <a:pt x="1964754" y="237998"/>
                </a:lnTo>
                <a:cubicBezTo>
                  <a:pt x="1964754" y="81026"/>
                  <a:pt x="1883728" y="0"/>
                  <a:pt x="1726755" y="0"/>
                </a:cubicBezTo>
                <a:lnTo>
                  <a:pt x="237998" y="0"/>
                </a:lnTo>
                <a:cubicBezTo>
                  <a:pt x="81026" y="0"/>
                  <a:pt x="0" y="81026"/>
                  <a:pt x="0" y="237998"/>
                </a:cubicBezTo>
                <a:lnTo>
                  <a:pt x="0" y="1534287"/>
                </a:lnTo>
                <a:cubicBezTo>
                  <a:pt x="0" y="1691259"/>
                  <a:pt x="81026" y="1772285"/>
                  <a:pt x="237998" y="1772285"/>
                </a:cubicBez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81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á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5D2690E-870A-42A4-A539-D8CF1BA4590E}"/>
              </a:ext>
            </a:extLst>
          </p:cNvPr>
          <p:cNvSpPr/>
          <p:nvPr userDrawn="1"/>
        </p:nvSpPr>
        <p:spPr>
          <a:xfrm>
            <a:off x="0" y="0"/>
            <a:ext cx="12192000" cy="6934200"/>
          </a:xfrm>
          <a:prstGeom prst="rect">
            <a:avLst/>
          </a:prstGeom>
          <a:gradFill flip="none" rotWithShape="1">
            <a:gsLst>
              <a:gs pos="89000">
                <a:srgbClr val="000000"/>
              </a:gs>
              <a:gs pos="0">
                <a:schemeClr val="tx1"/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Picture 2" descr="A picture containing dark, night sky&#10;&#10;Description automatically generated">
            <a:extLst>
              <a:ext uri="{FF2B5EF4-FFF2-40B4-BE49-F238E27FC236}">
                <a16:creationId xmlns:a16="http://schemas.microsoft.com/office/drawing/2014/main" id="{2D1B02CA-10D9-40D7-B7FD-1CD856FFC1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1000"/>
          </a:blip>
          <a:stretch>
            <a:fillRect/>
          </a:stretch>
        </p:blipFill>
        <p:spPr>
          <a:xfrm>
            <a:off x="3446236" y="0"/>
            <a:ext cx="8745764" cy="61150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206FF3-880C-48C0-ACA6-F9FF31D4CE3C}"/>
              </a:ext>
            </a:extLst>
          </p:cNvPr>
          <p:cNvSpPr/>
          <p:nvPr userDrawn="1"/>
        </p:nvSpPr>
        <p:spPr>
          <a:xfrm>
            <a:off x="0" y="0"/>
            <a:ext cx="6095188" cy="6934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A4DC3B-9FB1-4D73-8569-2AD09B303948}"/>
              </a:ext>
            </a:extLst>
          </p:cNvPr>
          <p:cNvGrpSpPr/>
          <p:nvPr userDrawn="1"/>
        </p:nvGrpSpPr>
        <p:grpSpPr>
          <a:xfrm>
            <a:off x="0" y="2191657"/>
            <a:ext cx="6096000" cy="4704443"/>
            <a:chOff x="0" y="2191657"/>
            <a:chExt cx="6096000" cy="4704443"/>
          </a:xfrm>
        </p:grpSpPr>
        <p:cxnSp>
          <p:nvCxnSpPr>
            <p:cNvPr id="21" name="Conector reto 7">
              <a:extLst>
                <a:ext uri="{FF2B5EF4-FFF2-40B4-BE49-F238E27FC236}">
                  <a16:creationId xmlns:a16="http://schemas.microsoft.com/office/drawing/2014/main" id="{DD82BE49-0626-4798-B433-903A59AF4B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038273"/>
              <a:ext cx="6096000" cy="0"/>
            </a:xfrm>
            <a:prstGeom prst="line">
              <a:avLst/>
            </a:prstGeom>
            <a:ln>
              <a:solidFill>
                <a:srgbClr val="A1A8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">
              <a:extLst>
                <a:ext uri="{FF2B5EF4-FFF2-40B4-BE49-F238E27FC236}">
                  <a16:creationId xmlns:a16="http://schemas.microsoft.com/office/drawing/2014/main" id="{17F248A0-AF00-4728-98AC-9AB839726FA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943100" y="2191657"/>
              <a:ext cx="4152088" cy="4704443"/>
            </a:xfrm>
            <a:prstGeom prst="line">
              <a:avLst/>
            </a:prstGeom>
            <a:ln>
              <a:solidFill>
                <a:srgbClr val="A1A8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CaixaDeTexto 4">
            <a:extLst>
              <a:ext uri="{FF2B5EF4-FFF2-40B4-BE49-F238E27FC236}">
                <a16:creationId xmlns:a16="http://schemas.microsoft.com/office/drawing/2014/main" id="{A36F00F8-EA0D-458B-96E7-07B1A138E813}"/>
              </a:ext>
            </a:extLst>
          </p:cNvPr>
          <p:cNvSpPr txBox="1"/>
          <p:nvPr userDrawn="1"/>
        </p:nvSpPr>
        <p:spPr>
          <a:xfrm>
            <a:off x="488485" y="3046547"/>
            <a:ext cx="2138727" cy="9848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pt-BR" sz="5800" dirty="0">
                <a:solidFill>
                  <a:srgbClr val="242424"/>
                </a:solidFill>
                <a:latin typeface="+mj-lt"/>
                <a:ea typeface="XP Light Lighthouse" pitchFamily="50" charset="0"/>
              </a:rPr>
              <a:t>Índice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44D0124-F03F-434F-9C9B-43216851E7C3}"/>
              </a:ext>
            </a:extLst>
          </p:cNvPr>
          <p:cNvSpPr/>
          <p:nvPr userDrawn="1"/>
        </p:nvSpPr>
        <p:spPr>
          <a:xfrm>
            <a:off x="11212853" y="680977"/>
            <a:ext cx="549724" cy="495874"/>
          </a:xfrm>
          <a:custGeom>
            <a:avLst/>
            <a:gdLst>
              <a:gd name="connsiteX0" fmla="*/ 1430464 w 1964753"/>
              <a:gd name="connsiteY0" fmla="*/ 1369758 h 1772284"/>
              <a:gd name="connsiteX1" fmla="*/ 1653286 w 1964753"/>
              <a:gd name="connsiteY1" fmla="*/ 1369758 h 1772284"/>
              <a:gd name="connsiteX2" fmla="*/ 1795081 w 1964753"/>
              <a:gd name="connsiteY2" fmla="*/ 1253300 h 1772284"/>
              <a:gd name="connsiteX3" fmla="*/ 1653286 w 1964753"/>
              <a:gd name="connsiteY3" fmla="*/ 1136840 h 1772284"/>
              <a:gd name="connsiteX4" fmla="*/ 1430464 w 1964753"/>
              <a:gd name="connsiteY4" fmla="*/ 1136840 h 1772284"/>
              <a:gd name="connsiteX5" fmla="*/ 1430464 w 1964753"/>
              <a:gd name="connsiteY5" fmla="*/ 1369758 h 1772284"/>
              <a:gd name="connsiteX6" fmla="*/ 1430464 w 1964753"/>
              <a:gd name="connsiteY6" fmla="*/ 1772285 h 1772284"/>
              <a:gd name="connsiteX7" fmla="*/ 1726692 w 1964753"/>
              <a:gd name="connsiteY7" fmla="*/ 1772285 h 1772284"/>
              <a:gd name="connsiteX8" fmla="*/ 1964690 w 1964753"/>
              <a:gd name="connsiteY8" fmla="*/ 1534287 h 1772284"/>
              <a:gd name="connsiteX9" fmla="*/ 1964690 w 1964753"/>
              <a:gd name="connsiteY9" fmla="*/ 1369695 h 1772284"/>
              <a:gd name="connsiteX10" fmla="*/ 1959610 w 1964753"/>
              <a:gd name="connsiteY10" fmla="*/ 1369695 h 1772284"/>
              <a:gd name="connsiteX11" fmla="*/ 1658303 w 1964753"/>
              <a:gd name="connsiteY11" fmla="*/ 1549464 h 1772284"/>
              <a:gd name="connsiteX12" fmla="*/ 1438021 w 1964753"/>
              <a:gd name="connsiteY12" fmla="*/ 1549464 h 1772284"/>
              <a:gd name="connsiteX13" fmla="*/ 1430401 w 1964753"/>
              <a:gd name="connsiteY13" fmla="*/ 1557083 h 1772284"/>
              <a:gd name="connsiteX14" fmla="*/ 1430401 w 1964753"/>
              <a:gd name="connsiteY14" fmla="*/ 1772285 h 1772284"/>
              <a:gd name="connsiteX15" fmla="*/ 1012698 w 1964753"/>
              <a:gd name="connsiteY15" fmla="*/ 1253300 h 1772284"/>
              <a:gd name="connsiteX16" fmla="*/ 1240536 w 1964753"/>
              <a:gd name="connsiteY16" fmla="*/ 1473581 h 1772284"/>
              <a:gd name="connsiteX17" fmla="*/ 1240536 w 1964753"/>
              <a:gd name="connsiteY17" fmla="*/ 1033082 h 1772284"/>
              <a:gd name="connsiteX18" fmla="*/ 1012698 w 1964753"/>
              <a:gd name="connsiteY18" fmla="*/ 1253300 h 1772284"/>
              <a:gd name="connsiteX19" fmla="*/ 237998 w 1964753"/>
              <a:gd name="connsiteY19" fmla="*/ 1772285 h 1772284"/>
              <a:gd name="connsiteX20" fmla="*/ 1240599 w 1964753"/>
              <a:gd name="connsiteY20" fmla="*/ 1772285 h 1772284"/>
              <a:gd name="connsiteX21" fmla="*/ 1240599 w 1964753"/>
              <a:gd name="connsiteY21" fmla="*/ 1721676 h 1772284"/>
              <a:gd name="connsiteX22" fmla="*/ 1341882 w 1964753"/>
              <a:gd name="connsiteY22" fmla="*/ 1554607 h 1772284"/>
              <a:gd name="connsiteX23" fmla="*/ 1341882 w 1964753"/>
              <a:gd name="connsiteY23" fmla="*/ 1549527 h 1772284"/>
              <a:gd name="connsiteX24" fmla="*/ 1060831 w 1964753"/>
              <a:gd name="connsiteY24" fmla="*/ 1549527 h 1772284"/>
              <a:gd name="connsiteX25" fmla="*/ 1030478 w 1964753"/>
              <a:gd name="connsiteY25" fmla="*/ 1536890 h 1772284"/>
              <a:gd name="connsiteX26" fmla="*/ 883666 w 1964753"/>
              <a:gd name="connsiteY26" fmla="*/ 1384998 h 1772284"/>
              <a:gd name="connsiteX27" fmla="*/ 731774 w 1964753"/>
              <a:gd name="connsiteY27" fmla="*/ 1539431 h 1772284"/>
              <a:gd name="connsiteX28" fmla="*/ 703898 w 1964753"/>
              <a:gd name="connsiteY28" fmla="*/ 1549527 h 1772284"/>
              <a:gd name="connsiteX29" fmla="*/ 478599 w 1964753"/>
              <a:gd name="connsiteY29" fmla="*/ 1549527 h 1772284"/>
              <a:gd name="connsiteX30" fmla="*/ 473519 w 1964753"/>
              <a:gd name="connsiteY30" fmla="*/ 1534351 h 1772284"/>
              <a:gd name="connsiteX31" fmla="*/ 762127 w 1964753"/>
              <a:gd name="connsiteY31" fmla="*/ 1253300 h 1772284"/>
              <a:gd name="connsiteX32" fmla="*/ 468439 w 1964753"/>
              <a:gd name="connsiteY32" fmla="*/ 969708 h 1772284"/>
              <a:gd name="connsiteX33" fmla="*/ 476060 w 1964753"/>
              <a:gd name="connsiteY33" fmla="*/ 954532 h 1772284"/>
              <a:gd name="connsiteX34" fmla="*/ 703898 w 1964753"/>
              <a:gd name="connsiteY34" fmla="*/ 954532 h 1772284"/>
              <a:gd name="connsiteX35" fmla="*/ 729234 w 1964753"/>
              <a:gd name="connsiteY35" fmla="*/ 964628 h 1772284"/>
              <a:gd name="connsiteX36" fmla="*/ 888746 w 1964753"/>
              <a:gd name="connsiteY36" fmla="*/ 1124140 h 1772284"/>
              <a:gd name="connsiteX37" fmla="*/ 1038098 w 1964753"/>
              <a:gd name="connsiteY37" fmla="*/ 964628 h 1772284"/>
              <a:gd name="connsiteX38" fmla="*/ 1060894 w 1964753"/>
              <a:gd name="connsiteY38" fmla="*/ 954532 h 1772284"/>
              <a:gd name="connsiteX39" fmla="*/ 1655889 w 1964753"/>
              <a:gd name="connsiteY39" fmla="*/ 954532 h 1772284"/>
              <a:gd name="connsiteX40" fmla="*/ 1959674 w 1964753"/>
              <a:gd name="connsiteY40" fmla="*/ 1136840 h 1772284"/>
              <a:gd name="connsiteX41" fmla="*/ 1964754 w 1964753"/>
              <a:gd name="connsiteY41" fmla="*/ 1136840 h 1772284"/>
              <a:gd name="connsiteX42" fmla="*/ 1964754 w 1964753"/>
              <a:gd name="connsiteY42" fmla="*/ 237998 h 1772284"/>
              <a:gd name="connsiteX43" fmla="*/ 1726755 w 1964753"/>
              <a:gd name="connsiteY43" fmla="*/ 0 h 1772284"/>
              <a:gd name="connsiteX44" fmla="*/ 237998 w 1964753"/>
              <a:gd name="connsiteY44" fmla="*/ 0 h 1772284"/>
              <a:gd name="connsiteX45" fmla="*/ 0 w 1964753"/>
              <a:gd name="connsiteY45" fmla="*/ 237998 h 1772284"/>
              <a:gd name="connsiteX46" fmla="*/ 0 w 1964753"/>
              <a:gd name="connsiteY46" fmla="*/ 1534287 h 1772284"/>
              <a:gd name="connsiteX47" fmla="*/ 237998 w 1964753"/>
              <a:gd name="connsiteY47" fmla="*/ 1772285 h 177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964753" h="1772284">
                <a:moveTo>
                  <a:pt x="1430464" y="1369758"/>
                </a:moveTo>
                <a:lnTo>
                  <a:pt x="1653286" y="1369758"/>
                </a:lnTo>
                <a:cubicBezTo>
                  <a:pt x="1736852" y="1369758"/>
                  <a:pt x="1795081" y="1331785"/>
                  <a:pt x="1795081" y="1253300"/>
                </a:cubicBezTo>
                <a:cubicBezTo>
                  <a:pt x="1795081" y="1174814"/>
                  <a:pt x="1736852" y="1136840"/>
                  <a:pt x="1653286" y="1136840"/>
                </a:cubicBezTo>
                <a:lnTo>
                  <a:pt x="1430464" y="1136840"/>
                </a:lnTo>
                <a:lnTo>
                  <a:pt x="1430464" y="1369758"/>
                </a:lnTo>
                <a:close/>
                <a:moveTo>
                  <a:pt x="1430464" y="1772285"/>
                </a:moveTo>
                <a:lnTo>
                  <a:pt x="1726692" y="1772285"/>
                </a:lnTo>
                <a:cubicBezTo>
                  <a:pt x="1883664" y="1772285"/>
                  <a:pt x="1964690" y="1691259"/>
                  <a:pt x="1964690" y="1534287"/>
                </a:cubicBezTo>
                <a:lnTo>
                  <a:pt x="1964690" y="1369695"/>
                </a:lnTo>
                <a:lnTo>
                  <a:pt x="1959610" y="1369695"/>
                </a:lnTo>
                <a:cubicBezTo>
                  <a:pt x="1914017" y="1506410"/>
                  <a:pt x="1797558" y="1549464"/>
                  <a:pt x="1658303" y="1549464"/>
                </a:cubicBezTo>
                <a:lnTo>
                  <a:pt x="1438021" y="1549464"/>
                </a:lnTo>
                <a:cubicBezTo>
                  <a:pt x="1432941" y="1549464"/>
                  <a:pt x="1430401" y="1552003"/>
                  <a:pt x="1430401" y="1557083"/>
                </a:cubicBezTo>
                <a:lnTo>
                  <a:pt x="1430401" y="1772285"/>
                </a:lnTo>
                <a:close/>
                <a:moveTo>
                  <a:pt x="1012698" y="1253300"/>
                </a:moveTo>
                <a:lnTo>
                  <a:pt x="1240536" y="1473581"/>
                </a:lnTo>
                <a:lnTo>
                  <a:pt x="1240536" y="1033082"/>
                </a:lnTo>
                <a:lnTo>
                  <a:pt x="1012698" y="1253300"/>
                </a:lnTo>
                <a:close/>
                <a:moveTo>
                  <a:pt x="237998" y="1772285"/>
                </a:moveTo>
                <a:lnTo>
                  <a:pt x="1240599" y="1772285"/>
                </a:lnTo>
                <a:lnTo>
                  <a:pt x="1240599" y="1721676"/>
                </a:lnTo>
                <a:cubicBezTo>
                  <a:pt x="1240599" y="1633093"/>
                  <a:pt x="1270953" y="1582420"/>
                  <a:pt x="1341882" y="1554607"/>
                </a:cubicBezTo>
                <a:lnTo>
                  <a:pt x="1341882" y="1549527"/>
                </a:lnTo>
                <a:lnTo>
                  <a:pt x="1060831" y="1549527"/>
                </a:lnTo>
                <a:cubicBezTo>
                  <a:pt x="1045655" y="1549527"/>
                  <a:pt x="1040574" y="1546987"/>
                  <a:pt x="1030478" y="1536890"/>
                </a:cubicBezTo>
                <a:lnTo>
                  <a:pt x="883666" y="1384998"/>
                </a:lnTo>
                <a:lnTo>
                  <a:pt x="731774" y="1539431"/>
                </a:lnTo>
                <a:cubicBezTo>
                  <a:pt x="724154" y="1547051"/>
                  <a:pt x="719137" y="1549527"/>
                  <a:pt x="703898" y="1549527"/>
                </a:cubicBezTo>
                <a:lnTo>
                  <a:pt x="478599" y="1549527"/>
                </a:lnTo>
                <a:cubicBezTo>
                  <a:pt x="465963" y="1549527"/>
                  <a:pt x="465963" y="1541907"/>
                  <a:pt x="473519" y="1534351"/>
                </a:cubicBezTo>
                <a:lnTo>
                  <a:pt x="762127" y="1253300"/>
                </a:lnTo>
                <a:lnTo>
                  <a:pt x="468439" y="969708"/>
                </a:lnTo>
                <a:cubicBezTo>
                  <a:pt x="460819" y="962089"/>
                  <a:pt x="463360" y="954532"/>
                  <a:pt x="476060" y="954532"/>
                </a:cubicBezTo>
                <a:lnTo>
                  <a:pt x="703898" y="954532"/>
                </a:lnTo>
                <a:cubicBezTo>
                  <a:pt x="716534" y="954532"/>
                  <a:pt x="721614" y="957072"/>
                  <a:pt x="729234" y="964628"/>
                </a:cubicBezTo>
                <a:lnTo>
                  <a:pt x="888746" y="1124140"/>
                </a:lnTo>
                <a:lnTo>
                  <a:pt x="1038098" y="964628"/>
                </a:lnTo>
                <a:cubicBezTo>
                  <a:pt x="1045718" y="957008"/>
                  <a:pt x="1050735" y="954532"/>
                  <a:pt x="1060894" y="954532"/>
                </a:cubicBezTo>
                <a:lnTo>
                  <a:pt x="1655889" y="954532"/>
                </a:lnTo>
                <a:cubicBezTo>
                  <a:pt x="1792605" y="954532"/>
                  <a:pt x="1914144" y="1000125"/>
                  <a:pt x="1959674" y="1136840"/>
                </a:cubicBezTo>
                <a:lnTo>
                  <a:pt x="1964754" y="1136840"/>
                </a:lnTo>
                <a:lnTo>
                  <a:pt x="1964754" y="237998"/>
                </a:lnTo>
                <a:cubicBezTo>
                  <a:pt x="1964754" y="81026"/>
                  <a:pt x="1883728" y="0"/>
                  <a:pt x="1726755" y="0"/>
                </a:cubicBezTo>
                <a:lnTo>
                  <a:pt x="237998" y="0"/>
                </a:lnTo>
                <a:cubicBezTo>
                  <a:pt x="81026" y="0"/>
                  <a:pt x="0" y="81026"/>
                  <a:pt x="0" y="237998"/>
                </a:cubicBezTo>
                <a:lnTo>
                  <a:pt x="0" y="1534287"/>
                </a:lnTo>
                <a:cubicBezTo>
                  <a:pt x="0" y="1691259"/>
                  <a:pt x="81026" y="1772285"/>
                  <a:pt x="237998" y="1772285"/>
                </a:cubicBez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94944841-FAE5-4D44-AF6D-E519CC043F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6700" y="1432360"/>
            <a:ext cx="5238749" cy="338554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>
              <a:defRPr lang="pt-BR" sz="2000" b="0" dirty="0">
                <a:solidFill>
                  <a:schemeClr val="accent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Inserir Seção</a:t>
            </a:r>
          </a:p>
        </p:txBody>
      </p:sp>
      <p:sp>
        <p:nvSpPr>
          <p:cNvPr id="16" name="Espaço Reservado para Texto 6">
            <a:extLst>
              <a:ext uri="{FF2B5EF4-FFF2-40B4-BE49-F238E27FC236}">
                <a16:creationId xmlns:a16="http://schemas.microsoft.com/office/drawing/2014/main" id="{AAD0C9E5-6039-4713-97C1-16EAFD52DD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16700" y="1762578"/>
            <a:ext cx="5238749" cy="338554"/>
          </a:xfrm>
          <a:prstGeom prst="rect">
            <a:avLst/>
          </a:prstGeom>
        </p:spPr>
        <p:txBody>
          <a:bodyPr vert="horz" wrap="square" lIns="0" tIns="45720" rIns="91440" bIns="45720" rtlCol="0" anchor="t">
            <a:spAutoFit/>
          </a:bodyPr>
          <a:lstStyle>
            <a:lvl1pPr algn="l">
              <a:defRPr lang="pt-BR" sz="16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Inserir Título Seção</a:t>
            </a:r>
          </a:p>
        </p:txBody>
      </p:sp>
      <p:sp>
        <p:nvSpPr>
          <p:cNvPr id="17" name="Espaço Reservado para Texto 6">
            <a:extLst>
              <a:ext uri="{FF2B5EF4-FFF2-40B4-BE49-F238E27FC236}">
                <a16:creationId xmlns:a16="http://schemas.microsoft.com/office/drawing/2014/main" id="{3D14A41D-89A7-4BCD-8F56-FF9BA67DCD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09643" y="2416740"/>
            <a:ext cx="5238749" cy="338554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>
              <a:defRPr lang="pt-BR" sz="2000" b="0" dirty="0">
                <a:solidFill>
                  <a:schemeClr val="accent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Inserir Seção</a:t>
            </a:r>
          </a:p>
        </p:txBody>
      </p:sp>
      <p:sp>
        <p:nvSpPr>
          <p:cNvPr id="18" name="Espaço Reservado para Texto 6">
            <a:extLst>
              <a:ext uri="{FF2B5EF4-FFF2-40B4-BE49-F238E27FC236}">
                <a16:creationId xmlns:a16="http://schemas.microsoft.com/office/drawing/2014/main" id="{38A9FFE0-16AC-4B0C-B473-3834B353B4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09643" y="2746958"/>
            <a:ext cx="5238749" cy="338554"/>
          </a:xfrm>
          <a:prstGeom prst="rect">
            <a:avLst/>
          </a:prstGeom>
        </p:spPr>
        <p:txBody>
          <a:bodyPr vert="horz" wrap="square" lIns="0" tIns="45720" rIns="91440" bIns="45720" rtlCol="0" anchor="t">
            <a:spAutoFit/>
          </a:bodyPr>
          <a:lstStyle>
            <a:lvl1pPr algn="l">
              <a:defRPr lang="pt-BR" sz="16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Inserir Título Seção</a:t>
            </a:r>
          </a:p>
        </p:txBody>
      </p:sp>
      <p:sp>
        <p:nvSpPr>
          <p:cNvPr id="19" name="Espaço Reservado para Texto 6">
            <a:extLst>
              <a:ext uri="{FF2B5EF4-FFF2-40B4-BE49-F238E27FC236}">
                <a16:creationId xmlns:a16="http://schemas.microsoft.com/office/drawing/2014/main" id="{624FD55C-43EF-4DA5-BA21-2E91B3AEC2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9643" y="3411534"/>
            <a:ext cx="5238749" cy="338554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>
              <a:defRPr lang="pt-BR" sz="2000" b="0" dirty="0">
                <a:solidFill>
                  <a:schemeClr val="accent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Inserir Seção</a:t>
            </a:r>
          </a:p>
        </p:txBody>
      </p:sp>
      <p:sp>
        <p:nvSpPr>
          <p:cNvPr id="20" name="Espaço Reservado para Texto 6">
            <a:extLst>
              <a:ext uri="{FF2B5EF4-FFF2-40B4-BE49-F238E27FC236}">
                <a16:creationId xmlns:a16="http://schemas.microsoft.com/office/drawing/2014/main" id="{16D9034A-51D4-4121-84CA-92FBFBB745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9643" y="3741752"/>
            <a:ext cx="5238749" cy="338554"/>
          </a:xfrm>
          <a:prstGeom prst="rect">
            <a:avLst/>
          </a:prstGeom>
        </p:spPr>
        <p:txBody>
          <a:bodyPr vert="horz" wrap="square" lIns="0" tIns="45720" rIns="91440" bIns="45720" rtlCol="0" anchor="t">
            <a:spAutoFit/>
          </a:bodyPr>
          <a:lstStyle>
            <a:lvl1pPr algn="l">
              <a:defRPr lang="pt-BR" sz="16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Inserir Título Seção</a:t>
            </a:r>
          </a:p>
        </p:txBody>
      </p:sp>
      <p:sp>
        <p:nvSpPr>
          <p:cNvPr id="22" name="Espaço Reservado para Texto 6">
            <a:extLst>
              <a:ext uri="{FF2B5EF4-FFF2-40B4-BE49-F238E27FC236}">
                <a16:creationId xmlns:a16="http://schemas.microsoft.com/office/drawing/2014/main" id="{E7310526-1BB3-43DD-8A2A-879A97DFE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24232" y="4395084"/>
            <a:ext cx="5238749" cy="338554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>
              <a:defRPr lang="pt-BR" sz="2000" b="0" dirty="0">
                <a:solidFill>
                  <a:schemeClr val="accent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Inserir Seção</a:t>
            </a:r>
          </a:p>
        </p:txBody>
      </p:sp>
      <p:sp>
        <p:nvSpPr>
          <p:cNvPr id="23" name="Espaço Reservado para Texto 6">
            <a:extLst>
              <a:ext uri="{FF2B5EF4-FFF2-40B4-BE49-F238E27FC236}">
                <a16:creationId xmlns:a16="http://schemas.microsoft.com/office/drawing/2014/main" id="{8678D1D3-A61B-44D4-986B-F937FBDE29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24232" y="4725302"/>
            <a:ext cx="5238749" cy="338554"/>
          </a:xfrm>
          <a:prstGeom prst="rect">
            <a:avLst/>
          </a:prstGeom>
        </p:spPr>
        <p:txBody>
          <a:bodyPr vert="horz" wrap="square" lIns="0" tIns="45720" rIns="91440" bIns="45720" rtlCol="0" anchor="t">
            <a:spAutoFit/>
          </a:bodyPr>
          <a:lstStyle>
            <a:lvl1pPr algn="l">
              <a:defRPr lang="pt-BR" sz="16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Inserir Título Seção</a:t>
            </a:r>
          </a:p>
        </p:txBody>
      </p:sp>
      <p:sp>
        <p:nvSpPr>
          <p:cNvPr id="24" name="Espaço Reservado para Texto 6">
            <a:extLst>
              <a:ext uri="{FF2B5EF4-FFF2-40B4-BE49-F238E27FC236}">
                <a16:creationId xmlns:a16="http://schemas.microsoft.com/office/drawing/2014/main" id="{47ED3601-9B62-4C46-9F5D-835223B4395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24232" y="5378634"/>
            <a:ext cx="5238749" cy="338554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>
              <a:defRPr lang="pt-BR" sz="2000" b="0" dirty="0">
                <a:solidFill>
                  <a:schemeClr val="accent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Inserir Seção</a:t>
            </a: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47C46C3F-1640-4BCD-B79B-CE85A97A66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24232" y="5708852"/>
            <a:ext cx="5238749" cy="338554"/>
          </a:xfrm>
          <a:prstGeom prst="rect">
            <a:avLst/>
          </a:prstGeom>
        </p:spPr>
        <p:txBody>
          <a:bodyPr vert="horz" wrap="square" lIns="0" tIns="45720" rIns="91440" bIns="45720" rtlCol="0" anchor="t">
            <a:spAutoFit/>
          </a:bodyPr>
          <a:lstStyle>
            <a:lvl1pPr algn="l">
              <a:defRPr lang="pt-BR" sz="16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Inserir Título Seção</a:t>
            </a:r>
          </a:p>
        </p:txBody>
      </p:sp>
    </p:spTree>
    <p:extLst>
      <p:ext uri="{BB962C8B-B14F-4D97-AF65-F5344CB8AC3E}">
        <p14:creationId xmlns:p14="http://schemas.microsoft.com/office/powerpoint/2010/main" val="3385429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5D2690E-870A-42A4-A539-D8CF1BA4590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9000">
                <a:srgbClr val="000000"/>
              </a:gs>
              <a:gs pos="0">
                <a:schemeClr val="tx1"/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Picture 2" descr="A picture containing dark, night sky&#10;&#10;Description automatically generated">
            <a:extLst>
              <a:ext uri="{FF2B5EF4-FFF2-40B4-BE49-F238E27FC236}">
                <a16:creationId xmlns:a16="http://schemas.microsoft.com/office/drawing/2014/main" id="{2D1B02CA-10D9-40D7-B7FD-1CD856FFC1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1000"/>
          </a:blip>
          <a:stretch>
            <a:fillRect/>
          </a:stretch>
        </p:blipFill>
        <p:spPr>
          <a:xfrm flipV="1">
            <a:off x="3446236" y="742950"/>
            <a:ext cx="8745764" cy="61150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1014C8-09FA-4C8A-8115-08E2F6A06DE5}"/>
              </a:ext>
            </a:extLst>
          </p:cNvPr>
          <p:cNvSpPr/>
          <p:nvPr userDrawn="1"/>
        </p:nvSpPr>
        <p:spPr>
          <a:xfrm>
            <a:off x="-1" y="0"/>
            <a:ext cx="12192001" cy="18578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BC46259-2514-4BE3-8602-B00F70D63306}"/>
              </a:ext>
            </a:extLst>
          </p:cNvPr>
          <p:cNvSpPr/>
          <p:nvPr userDrawn="1"/>
        </p:nvSpPr>
        <p:spPr>
          <a:xfrm rot="5400000">
            <a:off x="868324" y="-868323"/>
            <a:ext cx="1857828" cy="3594477"/>
          </a:xfrm>
          <a:custGeom>
            <a:avLst/>
            <a:gdLst>
              <a:gd name="connsiteX0" fmla="*/ 0 w 1857828"/>
              <a:gd name="connsiteY0" fmla="*/ 3594477 h 3594477"/>
              <a:gd name="connsiteX1" fmla="*/ 0 w 1857828"/>
              <a:gd name="connsiteY1" fmla="*/ 1640121 h 3594477"/>
              <a:gd name="connsiteX2" fmla="*/ 1857828 w 1857828"/>
              <a:gd name="connsiteY2" fmla="*/ 0 h 3594477"/>
              <a:gd name="connsiteX3" fmla="*/ 1857828 w 1857828"/>
              <a:gd name="connsiteY3" fmla="*/ 3594477 h 359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7828" h="3594477">
                <a:moveTo>
                  <a:pt x="0" y="3594477"/>
                </a:moveTo>
                <a:lnTo>
                  <a:pt x="0" y="1640121"/>
                </a:lnTo>
                <a:lnTo>
                  <a:pt x="1857828" y="0"/>
                </a:lnTo>
                <a:lnTo>
                  <a:pt x="1857828" y="3594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1D2048-735F-4EDC-8EC0-A373A0C2FC37}"/>
              </a:ext>
            </a:extLst>
          </p:cNvPr>
          <p:cNvGrpSpPr/>
          <p:nvPr userDrawn="1"/>
        </p:nvGrpSpPr>
        <p:grpSpPr>
          <a:xfrm flipV="1">
            <a:off x="0" y="0"/>
            <a:ext cx="12192000" cy="6858000"/>
            <a:chOff x="0" y="38100"/>
            <a:chExt cx="12192000" cy="6858000"/>
          </a:xfrm>
        </p:grpSpPr>
        <p:cxnSp>
          <p:nvCxnSpPr>
            <p:cNvPr id="21" name="Conector reto 7">
              <a:extLst>
                <a:ext uri="{FF2B5EF4-FFF2-40B4-BE49-F238E27FC236}">
                  <a16:creationId xmlns:a16="http://schemas.microsoft.com/office/drawing/2014/main" id="{529BD05E-169D-41C4-A11B-C085CACA305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5038273"/>
              <a:ext cx="12192000" cy="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">
              <a:extLst>
                <a:ext uri="{FF2B5EF4-FFF2-40B4-BE49-F238E27FC236}">
                  <a16:creationId xmlns:a16="http://schemas.microsoft.com/office/drawing/2014/main" id="{6FB17CA7-21C5-498C-B4A0-B407EF64DE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943100" y="38100"/>
              <a:ext cx="6052793" cy="685800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 Placeholder 40">
            <a:extLst>
              <a:ext uri="{FF2B5EF4-FFF2-40B4-BE49-F238E27FC236}">
                <a16:creationId xmlns:a16="http://schemas.microsoft.com/office/drawing/2014/main" id="{3D6AE3AE-E27B-4EDA-9BAD-FA7785858369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23898" y="5181710"/>
            <a:ext cx="5689601" cy="458908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noAutofit/>
          </a:bodyPr>
          <a:lstStyle>
            <a:lvl1pPr algn="l">
              <a:defRPr lang="pt-BR" sz="4000" b="0" i="0" dirty="0">
                <a:solidFill>
                  <a:schemeClr val="bg1"/>
                </a:solidFill>
                <a:latin typeface="+mj-lt"/>
                <a:ea typeface="XP Light" pitchFamily="50" charset="0"/>
                <a:cs typeface="Roboto" panose="02000000000000000000" pitchFamily="2" charset="0"/>
              </a:defRPr>
            </a:lvl1pPr>
          </a:lstStyle>
          <a:p>
            <a:pPr lvl="0" algn="ctr" defTabSz="914400">
              <a:lnSpc>
                <a:spcPct val="80000"/>
              </a:lnSpc>
              <a:spcBef>
                <a:spcPts val="1200"/>
              </a:spcBef>
            </a:pPr>
            <a:r>
              <a:rPr lang="pt-BR" noProof="0" dirty="0" err="1"/>
              <a:t>Edit</a:t>
            </a:r>
            <a:endParaRPr lang="pt-BR" noProof="0" dirty="0"/>
          </a:p>
        </p:txBody>
      </p:sp>
      <p:sp>
        <p:nvSpPr>
          <p:cNvPr id="54" name="Text Placeholder 40">
            <a:extLst>
              <a:ext uri="{FF2B5EF4-FFF2-40B4-BE49-F238E27FC236}">
                <a16:creationId xmlns:a16="http://schemas.microsoft.com/office/drawing/2014/main" id="{5CE564BE-B5A0-45EB-B85C-474C61E0D3D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23899" y="4762559"/>
            <a:ext cx="3006272" cy="336050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>
            <a:noAutofit/>
          </a:bodyPr>
          <a:lstStyle>
            <a:lvl1pPr algn="l">
              <a:defRPr lang="pt-BR" sz="2400" b="1" i="0" dirty="0">
                <a:solidFill>
                  <a:schemeClr val="accent3"/>
                </a:solidFill>
                <a:latin typeface="+mj-lt"/>
                <a:ea typeface="XP Light Lighthouse" pitchFamily="50" charset="0"/>
                <a:cs typeface="Roboto" panose="02000000000000000000" pitchFamily="2" charset="0"/>
              </a:defRPr>
            </a:lvl1pPr>
          </a:lstStyle>
          <a:p>
            <a:pPr lvl="0" algn="ctr" defTabSz="914400">
              <a:lnSpc>
                <a:spcPct val="80000"/>
              </a:lnSpc>
              <a:spcBef>
                <a:spcPts val="1200"/>
              </a:spcBef>
            </a:pPr>
            <a:r>
              <a:rPr lang="pt-BR" noProof="0" dirty="0" err="1"/>
              <a:t>Section</a:t>
            </a:r>
            <a:endParaRPr lang="pt-BR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6AEDD1F-5FA7-48D9-BBD7-21475E258055}"/>
              </a:ext>
            </a:extLst>
          </p:cNvPr>
          <p:cNvSpPr/>
          <p:nvPr userDrawn="1"/>
        </p:nvSpPr>
        <p:spPr>
          <a:xfrm>
            <a:off x="11212853" y="680977"/>
            <a:ext cx="549724" cy="495874"/>
          </a:xfrm>
          <a:custGeom>
            <a:avLst/>
            <a:gdLst>
              <a:gd name="connsiteX0" fmla="*/ 1430464 w 1964753"/>
              <a:gd name="connsiteY0" fmla="*/ 1369758 h 1772284"/>
              <a:gd name="connsiteX1" fmla="*/ 1653286 w 1964753"/>
              <a:gd name="connsiteY1" fmla="*/ 1369758 h 1772284"/>
              <a:gd name="connsiteX2" fmla="*/ 1795081 w 1964753"/>
              <a:gd name="connsiteY2" fmla="*/ 1253300 h 1772284"/>
              <a:gd name="connsiteX3" fmla="*/ 1653286 w 1964753"/>
              <a:gd name="connsiteY3" fmla="*/ 1136840 h 1772284"/>
              <a:gd name="connsiteX4" fmla="*/ 1430464 w 1964753"/>
              <a:gd name="connsiteY4" fmla="*/ 1136840 h 1772284"/>
              <a:gd name="connsiteX5" fmla="*/ 1430464 w 1964753"/>
              <a:gd name="connsiteY5" fmla="*/ 1369758 h 1772284"/>
              <a:gd name="connsiteX6" fmla="*/ 1430464 w 1964753"/>
              <a:gd name="connsiteY6" fmla="*/ 1772285 h 1772284"/>
              <a:gd name="connsiteX7" fmla="*/ 1726692 w 1964753"/>
              <a:gd name="connsiteY7" fmla="*/ 1772285 h 1772284"/>
              <a:gd name="connsiteX8" fmla="*/ 1964690 w 1964753"/>
              <a:gd name="connsiteY8" fmla="*/ 1534287 h 1772284"/>
              <a:gd name="connsiteX9" fmla="*/ 1964690 w 1964753"/>
              <a:gd name="connsiteY9" fmla="*/ 1369695 h 1772284"/>
              <a:gd name="connsiteX10" fmla="*/ 1959610 w 1964753"/>
              <a:gd name="connsiteY10" fmla="*/ 1369695 h 1772284"/>
              <a:gd name="connsiteX11" fmla="*/ 1658303 w 1964753"/>
              <a:gd name="connsiteY11" fmla="*/ 1549464 h 1772284"/>
              <a:gd name="connsiteX12" fmla="*/ 1438021 w 1964753"/>
              <a:gd name="connsiteY12" fmla="*/ 1549464 h 1772284"/>
              <a:gd name="connsiteX13" fmla="*/ 1430401 w 1964753"/>
              <a:gd name="connsiteY13" fmla="*/ 1557083 h 1772284"/>
              <a:gd name="connsiteX14" fmla="*/ 1430401 w 1964753"/>
              <a:gd name="connsiteY14" fmla="*/ 1772285 h 1772284"/>
              <a:gd name="connsiteX15" fmla="*/ 1012698 w 1964753"/>
              <a:gd name="connsiteY15" fmla="*/ 1253300 h 1772284"/>
              <a:gd name="connsiteX16" fmla="*/ 1240536 w 1964753"/>
              <a:gd name="connsiteY16" fmla="*/ 1473581 h 1772284"/>
              <a:gd name="connsiteX17" fmla="*/ 1240536 w 1964753"/>
              <a:gd name="connsiteY17" fmla="*/ 1033082 h 1772284"/>
              <a:gd name="connsiteX18" fmla="*/ 1012698 w 1964753"/>
              <a:gd name="connsiteY18" fmla="*/ 1253300 h 1772284"/>
              <a:gd name="connsiteX19" fmla="*/ 237998 w 1964753"/>
              <a:gd name="connsiteY19" fmla="*/ 1772285 h 1772284"/>
              <a:gd name="connsiteX20" fmla="*/ 1240599 w 1964753"/>
              <a:gd name="connsiteY20" fmla="*/ 1772285 h 1772284"/>
              <a:gd name="connsiteX21" fmla="*/ 1240599 w 1964753"/>
              <a:gd name="connsiteY21" fmla="*/ 1721676 h 1772284"/>
              <a:gd name="connsiteX22" fmla="*/ 1341882 w 1964753"/>
              <a:gd name="connsiteY22" fmla="*/ 1554607 h 1772284"/>
              <a:gd name="connsiteX23" fmla="*/ 1341882 w 1964753"/>
              <a:gd name="connsiteY23" fmla="*/ 1549527 h 1772284"/>
              <a:gd name="connsiteX24" fmla="*/ 1060831 w 1964753"/>
              <a:gd name="connsiteY24" fmla="*/ 1549527 h 1772284"/>
              <a:gd name="connsiteX25" fmla="*/ 1030478 w 1964753"/>
              <a:gd name="connsiteY25" fmla="*/ 1536890 h 1772284"/>
              <a:gd name="connsiteX26" fmla="*/ 883666 w 1964753"/>
              <a:gd name="connsiteY26" fmla="*/ 1384998 h 1772284"/>
              <a:gd name="connsiteX27" fmla="*/ 731774 w 1964753"/>
              <a:gd name="connsiteY27" fmla="*/ 1539431 h 1772284"/>
              <a:gd name="connsiteX28" fmla="*/ 703898 w 1964753"/>
              <a:gd name="connsiteY28" fmla="*/ 1549527 h 1772284"/>
              <a:gd name="connsiteX29" fmla="*/ 478599 w 1964753"/>
              <a:gd name="connsiteY29" fmla="*/ 1549527 h 1772284"/>
              <a:gd name="connsiteX30" fmla="*/ 473519 w 1964753"/>
              <a:gd name="connsiteY30" fmla="*/ 1534351 h 1772284"/>
              <a:gd name="connsiteX31" fmla="*/ 762127 w 1964753"/>
              <a:gd name="connsiteY31" fmla="*/ 1253300 h 1772284"/>
              <a:gd name="connsiteX32" fmla="*/ 468439 w 1964753"/>
              <a:gd name="connsiteY32" fmla="*/ 969708 h 1772284"/>
              <a:gd name="connsiteX33" fmla="*/ 476060 w 1964753"/>
              <a:gd name="connsiteY33" fmla="*/ 954532 h 1772284"/>
              <a:gd name="connsiteX34" fmla="*/ 703898 w 1964753"/>
              <a:gd name="connsiteY34" fmla="*/ 954532 h 1772284"/>
              <a:gd name="connsiteX35" fmla="*/ 729234 w 1964753"/>
              <a:gd name="connsiteY35" fmla="*/ 964628 h 1772284"/>
              <a:gd name="connsiteX36" fmla="*/ 888746 w 1964753"/>
              <a:gd name="connsiteY36" fmla="*/ 1124140 h 1772284"/>
              <a:gd name="connsiteX37" fmla="*/ 1038098 w 1964753"/>
              <a:gd name="connsiteY37" fmla="*/ 964628 h 1772284"/>
              <a:gd name="connsiteX38" fmla="*/ 1060894 w 1964753"/>
              <a:gd name="connsiteY38" fmla="*/ 954532 h 1772284"/>
              <a:gd name="connsiteX39" fmla="*/ 1655889 w 1964753"/>
              <a:gd name="connsiteY39" fmla="*/ 954532 h 1772284"/>
              <a:gd name="connsiteX40" fmla="*/ 1959674 w 1964753"/>
              <a:gd name="connsiteY40" fmla="*/ 1136840 h 1772284"/>
              <a:gd name="connsiteX41" fmla="*/ 1964754 w 1964753"/>
              <a:gd name="connsiteY41" fmla="*/ 1136840 h 1772284"/>
              <a:gd name="connsiteX42" fmla="*/ 1964754 w 1964753"/>
              <a:gd name="connsiteY42" fmla="*/ 237998 h 1772284"/>
              <a:gd name="connsiteX43" fmla="*/ 1726755 w 1964753"/>
              <a:gd name="connsiteY43" fmla="*/ 0 h 1772284"/>
              <a:gd name="connsiteX44" fmla="*/ 237998 w 1964753"/>
              <a:gd name="connsiteY44" fmla="*/ 0 h 1772284"/>
              <a:gd name="connsiteX45" fmla="*/ 0 w 1964753"/>
              <a:gd name="connsiteY45" fmla="*/ 237998 h 1772284"/>
              <a:gd name="connsiteX46" fmla="*/ 0 w 1964753"/>
              <a:gd name="connsiteY46" fmla="*/ 1534287 h 1772284"/>
              <a:gd name="connsiteX47" fmla="*/ 237998 w 1964753"/>
              <a:gd name="connsiteY47" fmla="*/ 1772285 h 177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964753" h="1772284">
                <a:moveTo>
                  <a:pt x="1430464" y="1369758"/>
                </a:moveTo>
                <a:lnTo>
                  <a:pt x="1653286" y="1369758"/>
                </a:lnTo>
                <a:cubicBezTo>
                  <a:pt x="1736852" y="1369758"/>
                  <a:pt x="1795081" y="1331785"/>
                  <a:pt x="1795081" y="1253300"/>
                </a:cubicBezTo>
                <a:cubicBezTo>
                  <a:pt x="1795081" y="1174814"/>
                  <a:pt x="1736852" y="1136840"/>
                  <a:pt x="1653286" y="1136840"/>
                </a:cubicBezTo>
                <a:lnTo>
                  <a:pt x="1430464" y="1136840"/>
                </a:lnTo>
                <a:lnTo>
                  <a:pt x="1430464" y="1369758"/>
                </a:lnTo>
                <a:close/>
                <a:moveTo>
                  <a:pt x="1430464" y="1772285"/>
                </a:moveTo>
                <a:lnTo>
                  <a:pt x="1726692" y="1772285"/>
                </a:lnTo>
                <a:cubicBezTo>
                  <a:pt x="1883664" y="1772285"/>
                  <a:pt x="1964690" y="1691259"/>
                  <a:pt x="1964690" y="1534287"/>
                </a:cubicBezTo>
                <a:lnTo>
                  <a:pt x="1964690" y="1369695"/>
                </a:lnTo>
                <a:lnTo>
                  <a:pt x="1959610" y="1369695"/>
                </a:lnTo>
                <a:cubicBezTo>
                  <a:pt x="1914017" y="1506410"/>
                  <a:pt x="1797558" y="1549464"/>
                  <a:pt x="1658303" y="1549464"/>
                </a:cubicBezTo>
                <a:lnTo>
                  <a:pt x="1438021" y="1549464"/>
                </a:lnTo>
                <a:cubicBezTo>
                  <a:pt x="1432941" y="1549464"/>
                  <a:pt x="1430401" y="1552003"/>
                  <a:pt x="1430401" y="1557083"/>
                </a:cubicBezTo>
                <a:lnTo>
                  <a:pt x="1430401" y="1772285"/>
                </a:lnTo>
                <a:close/>
                <a:moveTo>
                  <a:pt x="1012698" y="1253300"/>
                </a:moveTo>
                <a:lnTo>
                  <a:pt x="1240536" y="1473581"/>
                </a:lnTo>
                <a:lnTo>
                  <a:pt x="1240536" y="1033082"/>
                </a:lnTo>
                <a:lnTo>
                  <a:pt x="1012698" y="1253300"/>
                </a:lnTo>
                <a:close/>
                <a:moveTo>
                  <a:pt x="237998" y="1772285"/>
                </a:moveTo>
                <a:lnTo>
                  <a:pt x="1240599" y="1772285"/>
                </a:lnTo>
                <a:lnTo>
                  <a:pt x="1240599" y="1721676"/>
                </a:lnTo>
                <a:cubicBezTo>
                  <a:pt x="1240599" y="1633093"/>
                  <a:pt x="1270953" y="1582420"/>
                  <a:pt x="1341882" y="1554607"/>
                </a:cubicBezTo>
                <a:lnTo>
                  <a:pt x="1341882" y="1549527"/>
                </a:lnTo>
                <a:lnTo>
                  <a:pt x="1060831" y="1549527"/>
                </a:lnTo>
                <a:cubicBezTo>
                  <a:pt x="1045655" y="1549527"/>
                  <a:pt x="1040574" y="1546987"/>
                  <a:pt x="1030478" y="1536890"/>
                </a:cubicBezTo>
                <a:lnTo>
                  <a:pt x="883666" y="1384998"/>
                </a:lnTo>
                <a:lnTo>
                  <a:pt x="731774" y="1539431"/>
                </a:lnTo>
                <a:cubicBezTo>
                  <a:pt x="724154" y="1547051"/>
                  <a:pt x="719137" y="1549527"/>
                  <a:pt x="703898" y="1549527"/>
                </a:cubicBezTo>
                <a:lnTo>
                  <a:pt x="478599" y="1549527"/>
                </a:lnTo>
                <a:cubicBezTo>
                  <a:pt x="465963" y="1549527"/>
                  <a:pt x="465963" y="1541907"/>
                  <a:pt x="473519" y="1534351"/>
                </a:cubicBezTo>
                <a:lnTo>
                  <a:pt x="762127" y="1253300"/>
                </a:lnTo>
                <a:lnTo>
                  <a:pt x="468439" y="969708"/>
                </a:lnTo>
                <a:cubicBezTo>
                  <a:pt x="460819" y="962089"/>
                  <a:pt x="463360" y="954532"/>
                  <a:pt x="476060" y="954532"/>
                </a:cubicBezTo>
                <a:lnTo>
                  <a:pt x="703898" y="954532"/>
                </a:lnTo>
                <a:cubicBezTo>
                  <a:pt x="716534" y="954532"/>
                  <a:pt x="721614" y="957072"/>
                  <a:pt x="729234" y="964628"/>
                </a:cubicBezTo>
                <a:lnTo>
                  <a:pt x="888746" y="1124140"/>
                </a:lnTo>
                <a:lnTo>
                  <a:pt x="1038098" y="964628"/>
                </a:lnTo>
                <a:cubicBezTo>
                  <a:pt x="1045718" y="957008"/>
                  <a:pt x="1050735" y="954532"/>
                  <a:pt x="1060894" y="954532"/>
                </a:cubicBezTo>
                <a:lnTo>
                  <a:pt x="1655889" y="954532"/>
                </a:lnTo>
                <a:cubicBezTo>
                  <a:pt x="1792605" y="954532"/>
                  <a:pt x="1914144" y="1000125"/>
                  <a:pt x="1959674" y="1136840"/>
                </a:cubicBezTo>
                <a:lnTo>
                  <a:pt x="1964754" y="1136840"/>
                </a:lnTo>
                <a:lnTo>
                  <a:pt x="1964754" y="237998"/>
                </a:lnTo>
                <a:cubicBezTo>
                  <a:pt x="1964754" y="81026"/>
                  <a:pt x="1883728" y="0"/>
                  <a:pt x="1726755" y="0"/>
                </a:cubicBezTo>
                <a:lnTo>
                  <a:pt x="237998" y="0"/>
                </a:lnTo>
                <a:cubicBezTo>
                  <a:pt x="81026" y="0"/>
                  <a:pt x="0" y="81026"/>
                  <a:pt x="0" y="237998"/>
                </a:cubicBezTo>
                <a:lnTo>
                  <a:pt x="0" y="1534287"/>
                </a:lnTo>
                <a:cubicBezTo>
                  <a:pt x="0" y="1691259"/>
                  <a:pt x="81026" y="1772285"/>
                  <a:pt x="237998" y="1772285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30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Espaços v1 Repo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D424C4DF-D303-4CA2-ACE4-00820506B1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194" y="6300619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 dirty="0"/>
              <a:t>Fonte:  XXX, XXX, XXX | Notas: (1) XXX; (2) XXX; (3) XXX</a:t>
            </a:r>
          </a:p>
        </p:txBody>
      </p:sp>
      <p:sp>
        <p:nvSpPr>
          <p:cNvPr id="49" name="Do not remove" hidden="1">
            <a:extLst>
              <a:ext uri="{FF2B5EF4-FFF2-40B4-BE49-F238E27FC236}">
                <a16:creationId xmlns:a16="http://schemas.microsoft.com/office/drawing/2014/main" id="{3AE5CB97-7DD5-4F37-94F8-D7A98741A96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Espaço Reservado para Conteúdo 14">
            <a:extLst>
              <a:ext uri="{FF2B5EF4-FFF2-40B4-BE49-F238E27FC236}">
                <a16:creationId xmlns:a16="http://schemas.microsoft.com/office/drawing/2014/main" id="{1A0E7759-F94A-4604-94D3-8330DB77916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5999" y="2023865"/>
            <a:ext cx="11518900" cy="259910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57881405-3A2D-4B05-95E2-54097515C5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6550" y="1228251"/>
            <a:ext cx="11518900" cy="727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" tIns="36000" rIns="36000" bIns="36000" rtlCol="0" anchor="t">
            <a:noAutofit/>
          </a:bodyPr>
          <a:lstStyle>
            <a:lvl1pPr algn="just">
              <a:lnSpc>
                <a:spcPct val="125000"/>
              </a:lnSpc>
              <a:spcBef>
                <a:spcPts val="600"/>
              </a:spcBef>
              <a:defRPr lang="pt-BR" sz="1000" b="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5" name="Espaço Reservado para Conteúdo 14">
            <a:extLst>
              <a:ext uri="{FF2B5EF4-FFF2-40B4-BE49-F238E27FC236}">
                <a16:creationId xmlns:a16="http://schemas.microsoft.com/office/drawing/2014/main" id="{6A3E094B-99B8-4C23-975E-F513132C64E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6000" y="5029925"/>
            <a:ext cx="3685087" cy="983843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7" name="Espaço Reservado para Conteúdo 14">
            <a:extLst>
              <a:ext uri="{FF2B5EF4-FFF2-40B4-BE49-F238E27FC236}">
                <a16:creationId xmlns:a16="http://schemas.microsoft.com/office/drawing/2014/main" id="{D860E960-11CA-4272-9964-75E5AE26D1E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36000" y="4735310"/>
            <a:ext cx="3685087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48" name="Espaço Reservado para Conteúdo 14">
            <a:extLst>
              <a:ext uri="{FF2B5EF4-FFF2-40B4-BE49-F238E27FC236}">
                <a16:creationId xmlns:a16="http://schemas.microsoft.com/office/drawing/2014/main" id="{DA54B840-534F-467E-BB75-F45BB972CB2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53456" y="5030967"/>
            <a:ext cx="3685087" cy="983843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50" name="Espaço Reservado para Conteúdo 14">
            <a:extLst>
              <a:ext uri="{FF2B5EF4-FFF2-40B4-BE49-F238E27FC236}">
                <a16:creationId xmlns:a16="http://schemas.microsoft.com/office/drawing/2014/main" id="{7A60C311-B580-4F1F-AAAE-CDD78FA5F66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253456" y="4736352"/>
            <a:ext cx="3685087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51" name="Espaço Reservado para Conteúdo 14">
            <a:extLst>
              <a:ext uri="{FF2B5EF4-FFF2-40B4-BE49-F238E27FC236}">
                <a16:creationId xmlns:a16="http://schemas.microsoft.com/office/drawing/2014/main" id="{CDB0A697-A434-46B8-9C05-837C7C6A01A2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59750" y="5027157"/>
            <a:ext cx="3685087" cy="983843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52" name="Espaço Reservado para Conteúdo 14">
            <a:extLst>
              <a:ext uri="{FF2B5EF4-FFF2-40B4-BE49-F238E27FC236}">
                <a16:creationId xmlns:a16="http://schemas.microsoft.com/office/drawing/2014/main" id="{3CA158A3-7402-4044-9690-CF3E3034B2E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159750" y="4732542"/>
            <a:ext cx="3685087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53" name="Espaço Reservado para Texto 6">
            <a:extLst>
              <a:ext uri="{FF2B5EF4-FFF2-40B4-BE49-F238E27FC236}">
                <a16:creationId xmlns:a16="http://schemas.microsoft.com/office/drawing/2014/main" id="{22DC738B-337E-4A8E-A703-43DF0B34F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0" y="188913"/>
            <a:ext cx="8351838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56" name="Espaço Reservado para Texto 6">
            <a:extLst>
              <a:ext uri="{FF2B5EF4-FFF2-40B4-BE49-F238E27FC236}">
                <a16:creationId xmlns:a16="http://schemas.microsoft.com/office/drawing/2014/main" id="{28BE2B96-DDD6-4744-A34C-3D2BE7271C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1"/>
            <a:ext cx="11518900" cy="384942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2000" b="0" dirty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F473DC8A-AE82-48E2-B130-E6602BBA1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3310" y="305162"/>
            <a:ext cx="3132139" cy="2105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062EB6E7-E64C-4B5F-A272-7F3B8C39911D}" type="datetime4">
              <a:rPr lang="pt-BR" smtClean="0"/>
              <a:t>3 de agosto de 2026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8540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Espaços Repo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Do not remove" hidden="1">
            <a:extLst>
              <a:ext uri="{FF2B5EF4-FFF2-40B4-BE49-F238E27FC236}">
                <a16:creationId xmlns:a16="http://schemas.microsoft.com/office/drawing/2014/main" id="{3AE5CB97-7DD5-4F37-94F8-D7A98741A96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B61E3CB8-CA0E-430F-BDEE-1BEC3B922B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1"/>
            <a:ext cx="11518900" cy="384942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2000" b="0" dirty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7" name="Espaço Reservado para Conteúdo 14">
            <a:extLst>
              <a:ext uri="{FF2B5EF4-FFF2-40B4-BE49-F238E27FC236}">
                <a16:creationId xmlns:a16="http://schemas.microsoft.com/office/drawing/2014/main" id="{1A0E7759-F94A-4604-94D3-8330DB77916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6000" y="1228251"/>
            <a:ext cx="5568696" cy="4782749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53" name="Espaço Reservado para Texto 6">
            <a:extLst>
              <a:ext uri="{FF2B5EF4-FFF2-40B4-BE49-F238E27FC236}">
                <a16:creationId xmlns:a16="http://schemas.microsoft.com/office/drawing/2014/main" id="{22DC738B-337E-4A8E-A703-43DF0B34F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1" y="188913"/>
            <a:ext cx="8351837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4" name="Espaço Reservado para Conteúdo 14">
            <a:extLst>
              <a:ext uri="{FF2B5EF4-FFF2-40B4-BE49-F238E27FC236}">
                <a16:creationId xmlns:a16="http://schemas.microsoft.com/office/drawing/2014/main" id="{4EB3D6F6-B254-4AE2-9BAC-DE45A3E95D6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85399" y="1566343"/>
            <a:ext cx="5569501" cy="20016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8" name="Espaço Reservado para Conteúdo 14">
            <a:extLst>
              <a:ext uri="{FF2B5EF4-FFF2-40B4-BE49-F238E27FC236}">
                <a16:creationId xmlns:a16="http://schemas.microsoft.com/office/drawing/2014/main" id="{0C7596C4-260D-4D9D-8C63-2C3D53BDA31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85399" y="1272613"/>
            <a:ext cx="5569501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1" name="Espaço Reservado para Conteúdo 14">
            <a:extLst>
              <a:ext uri="{FF2B5EF4-FFF2-40B4-BE49-F238E27FC236}">
                <a16:creationId xmlns:a16="http://schemas.microsoft.com/office/drawing/2014/main" id="{542F0146-D120-4806-B00C-859B8103EA5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85399" y="4021545"/>
            <a:ext cx="5569501" cy="2001600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22" name="Espaço Reservado para Conteúdo 14">
            <a:extLst>
              <a:ext uri="{FF2B5EF4-FFF2-40B4-BE49-F238E27FC236}">
                <a16:creationId xmlns:a16="http://schemas.microsoft.com/office/drawing/2014/main" id="{94B8FBD9-D820-4661-8AD5-6437DDFB63D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85399" y="3726930"/>
            <a:ext cx="5569501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E4891640-76E7-4FFE-B311-BCBAC3A210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194" y="6300619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 dirty="0"/>
              <a:t>Fonte:  XXX, XXX, XXX | Notas: (1) XXX; (2) XXX; (3) XXX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37F33249-415A-4B31-84C5-24B0A78BF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3310" y="305162"/>
            <a:ext cx="3132139" cy="2105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5168C3EA-983C-4DDB-AB13-7BEF57CE32CC}" type="datetime4">
              <a:rPr lang="pt-BR" smtClean="0"/>
              <a:t>3 de agosto de 2026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9687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Espaços v2 Repo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Do not remove" hidden="1">
            <a:extLst>
              <a:ext uri="{FF2B5EF4-FFF2-40B4-BE49-F238E27FC236}">
                <a16:creationId xmlns:a16="http://schemas.microsoft.com/office/drawing/2014/main" id="{3AE5CB97-7DD5-4F37-94F8-D7A98741A96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B61E3CB8-CA0E-430F-BDEE-1BEC3B922B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1"/>
            <a:ext cx="11518900" cy="384942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2000" b="0" dirty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7" name="Espaço Reservado para Conteúdo 14">
            <a:extLst>
              <a:ext uri="{FF2B5EF4-FFF2-40B4-BE49-F238E27FC236}">
                <a16:creationId xmlns:a16="http://schemas.microsoft.com/office/drawing/2014/main" id="{1A0E7759-F94A-4604-94D3-8330DB77916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6000" y="1228251"/>
            <a:ext cx="5568696" cy="4782749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51" name="Espaço Reservado para Conteúdo 14">
            <a:extLst>
              <a:ext uri="{FF2B5EF4-FFF2-40B4-BE49-F238E27FC236}">
                <a16:creationId xmlns:a16="http://schemas.microsoft.com/office/drawing/2014/main" id="{CDB0A697-A434-46B8-9C05-837C7C6A01A2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290504" y="4773157"/>
            <a:ext cx="5554334" cy="1240293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52" name="Espaço Reservado para Conteúdo 14">
            <a:extLst>
              <a:ext uri="{FF2B5EF4-FFF2-40B4-BE49-F238E27FC236}">
                <a16:creationId xmlns:a16="http://schemas.microsoft.com/office/drawing/2014/main" id="{3CA158A3-7402-4044-9690-CF3E3034B2E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290504" y="4478542"/>
            <a:ext cx="5554334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53" name="Espaço Reservado para Texto 6">
            <a:extLst>
              <a:ext uri="{FF2B5EF4-FFF2-40B4-BE49-F238E27FC236}">
                <a16:creationId xmlns:a16="http://schemas.microsoft.com/office/drawing/2014/main" id="{22DC738B-337E-4A8E-A703-43DF0B34F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1" y="188913"/>
            <a:ext cx="8351837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E5C3F521-2998-4F8A-A223-45CE05423CF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85399" y="1492737"/>
            <a:ext cx="5569501" cy="124029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6" name="Espaço Reservado para Conteúdo 14">
            <a:extLst>
              <a:ext uri="{FF2B5EF4-FFF2-40B4-BE49-F238E27FC236}">
                <a16:creationId xmlns:a16="http://schemas.microsoft.com/office/drawing/2014/main" id="{94AE31AB-5402-4B8F-9175-9B8D5553892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85399" y="1274418"/>
            <a:ext cx="5569501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9" name="Espaço Reservado para Conteúdo 14">
            <a:extLst>
              <a:ext uri="{FF2B5EF4-FFF2-40B4-BE49-F238E27FC236}">
                <a16:creationId xmlns:a16="http://schemas.microsoft.com/office/drawing/2014/main" id="{75BFA78A-95F5-435B-B355-A1CBF5472D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85949" y="3113849"/>
            <a:ext cx="5569501" cy="124029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0" name="Espaço Reservado para Conteúdo 14">
            <a:extLst>
              <a:ext uri="{FF2B5EF4-FFF2-40B4-BE49-F238E27FC236}">
                <a16:creationId xmlns:a16="http://schemas.microsoft.com/office/drawing/2014/main" id="{92AC0E8D-9F19-48D7-A5DF-FFF5AA351F2B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85949" y="2895530"/>
            <a:ext cx="5569501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7D8A28A4-1232-4D47-9F24-59E1826D15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194" y="6300619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 dirty="0"/>
              <a:t>Fonte:  XXX, XXX, XXX | Notas: (1) XXX; (2) XXX; (3) XXX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9DDECE9-9778-4238-8210-522DE4D8E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3310" y="305162"/>
            <a:ext cx="3132139" cy="2105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87AB14CC-E68B-47CF-B949-F54D7EF1EC42}" type="datetime4">
              <a:rPr lang="pt-BR" smtClean="0"/>
              <a:t>3 de agosto de 2026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9327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Espaços Repo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Do not remove" hidden="1">
            <a:extLst>
              <a:ext uri="{FF2B5EF4-FFF2-40B4-BE49-F238E27FC236}">
                <a16:creationId xmlns:a16="http://schemas.microsoft.com/office/drawing/2014/main" id="{3AE5CB97-7DD5-4F37-94F8-D7A98741A96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B61E3CB8-CA0E-430F-BDEE-1BEC3B922B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1"/>
            <a:ext cx="11518900" cy="384942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2000" b="0" dirty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7" name="Espaço Reservado para Conteúdo 14">
            <a:extLst>
              <a:ext uri="{FF2B5EF4-FFF2-40B4-BE49-F238E27FC236}">
                <a16:creationId xmlns:a16="http://schemas.microsoft.com/office/drawing/2014/main" id="{1A0E7759-F94A-4604-94D3-8330DB77916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6000" y="1228251"/>
            <a:ext cx="5568696" cy="4782749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51" name="Espaço Reservado para Conteúdo 14">
            <a:extLst>
              <a:ext uri="{FF2B5EF4-FFF2-40B4-BE49-F238E27FC236}">
                <a16:creationId xmlns:a16="http://schemas.microsoft.com/office/drawing/2014/main" id="{CDB0A697-A434-46B8-9C05-837C7C6A01A2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290504" y="3928608"/>
            <a:ext cx="5554334" cy="856592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52" name="Espaço Reservado para Conteúdo 14">
            <a:extLst>
              <a:ext uri="{FF2B5EF4-FFF2-40B4-BE49-F238E27FC236}">
                <a16:creationId xmlns:a16="http://schemas.microsoft.com/office/drawing/2014/main" id="{3CA158A3-7402-4044-9690-CF3E3034B2E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290504" y="3633992"/>
            <a:ext cx="5554334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53" name="Espaço Reservado para Texto 6">
            <a:extLst>
              <a:ext uri="{FF2B5EF4-FFF2-40B4-BE49-F238E27FC236}">
                <a16:creationId xmlns:a16="http://schemas.microsoft.com/office/drawing/2014/main" id="{22DC738B-337E-4A8E-A703-43DF0B34F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1" y="188913"/>
            <a:ext cx="8351837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E5C3F521-2998-4F8A-A223-45CE05423CF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85399" y="1492738"/>
            <a:ext cx="5569501" cy="85659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6" name="Espaço Reservado para Conteúdo 14">
            <a:extLst>
              <a:ext uri="{FF2B5EF4-FFF2-40B4-BE49-F238E27FC236}">
                <a16:creationId xmlns:a16="http://schemas.microsoft.com/office/drawing/2014/main" id="{94AE31AB-5402-4B8F-9175-9B8D5553892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85399" y="1274418"/>
            <a:ext cx="5569501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9" name="Espaço Reservado para Conteúdo 14">
            <a:extLst>
              <a:ext uri="{FF2B5EF4-FFF2-40B4-BE49-F238E27FC236}">
                <a16:creationId xmlns:a16="http://schemas.microsoft.com/office/drawing/2014/main" id="{75BFA78A-95F5-435B-B355-A1CBF5472D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85949" y="2675700"/>
            <a:ext cx="5569501" cy="85659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0" name="Espaço Reservado para Conteúdo 14">
            <a:extLst>
              <a:ext uri="{FF2B5EF4-FFF2-40B4-BE49-F238E27FC236}">
                <a16:creationId xmlns:a16="http://schemas.microsoft.com/office/drawing/2014/main" id="{92AC0E8D-9F19-48D7-A5DF-FFF5AA351F2B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85949" y="2457380"/>
            <a:ext cx="5569501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4" name="Espaço Reservado para Conteúdo 14">
            <a:extLst>
              <a:ext uri="{FF2B5EF4-FFF2-40B4-BE49-F238E27FC236}">
                <a16:creationId xmlns:a16="http://schemas.microsoft.com/office/drawing/2014/main" id="{0C2FCCDC-076E-4A42-845A-E67318B1D278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285399" y="5173736"/>
            <a:ext cx="5554334" cy="856592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8" name="Espaço Reservado para Conteúdo 14">
            <a:extLst>
              <a:ext uri="{FF2B5EF4-FFF2-40B4-BE49-F238E27FC236}">
                <a16:creationId xmlns:a16="http://schemas.microsoft.com/office/drawing/2014/main" id="{01812817-84B2-41E1-889C-6C8B3C1EBAF7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285399" y="4879120"/>
            <a:ext cx="5554334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D619CB5-FB9F-4412-88C4-3DC6B7F28D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194" y="6300619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 dirty="0"/>
              <a:t>Fonte:  XXX, XXX, XXX | Notas: (1) XXX; (2) XXX; (3) XXX</a:t>
            </a:r>
          </a:p>
        </p:txBody>
      </p:sp>
      <p:sp>
        <p:nvSpPr>
          <p:cNvPr id="23" name="Date Placeholder 1">
            <a:extLst>
              <a:ext uri="{FF2B5EF4-FFF2-40B4-BE49-F238E27FC236}">
                <a16:creationId xmlns:a16="http://schemas.microsoft.com/office/drawing/2014/main" id="{09212698-B9AE-4393-8193-8D705521B4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3310" y="305162"/>
            <a:ext cx="3132139" cy="2105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5C725B6E-E0B5-4F68-BC70-2250F38FD9CE}" type="datetime4">
              <a:rPr lang="pt-BR" smtClean="0"/>
              <a:t>3 de agosto de 2026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8687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Espaç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20EFC50C-CF20-4A9E-9070-8B13D6DC6EC4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B61E3CB8-CA0E-430F-BDEE-1BEC3B922B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0"/>
            <a:ext cx="11518900" cy="41784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2000" b="0" dirty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89C55DDC-9BF1-4F19-9DFA-8D99FB29A8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1" y="188913"/>
            <a:ext cx="8351837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7" name="Espaço Reservado para Conteúdo 14">
            <a:extLst>
              <a:ext uri="{FF2B5EF4-FFF2-40B4-BE49-F238E27FC236}">
                <a16:creationId xmlns:a16="http://schemas.microsoft.com/office/drawing/2014/main" id="{37EB7F31-8C2C-4707-A76B-08BF52594FD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85399" y="1566343"/>
            <a:ext cx="5569501" cy="20016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8" name="Espaço Reservado para Conteúdo 14">
            <a:extLst>
              <a:ext uri="{FF2B5EF4-FFF2-40B4-BE49-F238E27FC236}">
                <a16:creationId xmlns:a16="http://schemas.microsoft.com/office/drawing/2014/main" id="{C6E66E64-F90D-438A-A747-B0A8AAB58C9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85399" y="1272613"/>
            <a:ext cx="5569501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9" name="Espaço Reservado para Conteúdo 14">
            <a:extLst>
              <a:ext uri="{FF2B5EF4-FFF2-40B4-BE49-F238E27FC236}">
                <a16:creationId xmlns:a16="http://schemas.microsoft.com/office/drawing/2014/main" id="{18FDABAD-D2F2-43EF-AFCF-594A0368588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6000" y="4021545"/>
            <a:ext cx="5580611" cy="2001600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20" name="Espaço Reservado para Conteúdo 14">
            <a:extLst>
              <a:ext uri="{FF2B5EF4-FFF2-40B4-BE49-F238E27FC236}">
                <a16:creationId xmlns:a16="http://schemas.microsoft.com/office/drawing/2014/main" id="{395E7687-06E2-4AAC-8061-A04DEC10E0B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36000" y="3726930"/>
            <a:ext cx="5580611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5" name="Espaço Reservado para Conteúdo 14">
            <a:extLst>
              <a:ext uri="{FF2B5EF4-FFF2-40B4-BE49-F238E27FC236}">
                <a16:creationId xmlns:a16="http://schemas.microsoft.com/office/drawing/2014/main" id="{849C498A-8A23-4EDC-98EB-0B38012C6E8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85399" y="4021545"/>
            <a:ext cx="5569501" cy="2001600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26" name="Espaço Reservado para Conteúdo 14">
            <a:extLst>
              <a:ext uri="{FF2B5EF4-FFF2-40B4-BE49-F238E27FC236}">
                <a16:creationId xmlns:a16="http://schemas.microsoft.com/office/drawing/2014/main" id="{79462F29-8C77-4F68-AB43-51D0B412419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85399" y="3726930"/>
            <a:ext cx="5569501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7" name="Espaço Reservado para Conteúdo 14">
            <a:extLst>
              <a:ext uri="{FF2B5EF4-FFF2-40B4-BE49-F238E27FC236}">
                <a16:creationId xmlns:a16="http://schemas.microsoft.com/office/drawing/2014/main" id="{93C1ADF0-2FAD-4E82-A6D1-675AFEF6FDD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6000" y="1566345"/>
            <a:ext cx="5568696" cy="20016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8" name="Espaço Reservado para Conteúdo 14">
            <a:extLst>
              <a:ext uri="{FF2B5EF4-FFF2-40B4-BE49-F238E27FC236}">
                <a16:creationId xmlns:a16="http://schemas.microsoft.com/office/drawing/2014/main" id="{9862ADD9-13D6-4DCB-949E-1BA2FF8BDC3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6000" y="1272613"/>
            <a:ext cx="5568696" cy="246221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>
              <a:defRPr lang="pt-BR" sz="10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3D1FDCC7-450A-4BD8-92BA-1B910E0413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194" y="6300619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 dirty="0"/>
              <a:t>Fonte:  XXX, XXX, XXX | Notas: (1) XXX; (2) XXX; (3) XXX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E79C9D0E-B67F-4BE5-B86D-4B4460161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3310" y="305162"/>
            <a:ext cx="3132139" cy="2105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DAF52925-9D12-40FE-9619-7E39856A2C10}" type="datetime4">
              <a:rPr lang="pt-BR" smtClean="0"/>
              <a:t>3 de agosto de 2026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885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sis Char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5979A1D4-24AB-4344-9491-5AB9581795C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B61E3CB8-CA0E-430F-BDEE-1BEC3B922B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0"/>
            <a:ext cx="11518900" cy="41784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2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/>
              <a:t>Clique para editar o texto mestre</a:t>
            </a:r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89C55DDC-9BF1-4F19-9DFA-8D99FB29A8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1" y="188913"/>
            <a:ext cx="11519450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4" name="Espaço Reservado para Conteúdo 14">
            <a:extLst>
              <a:ext uri="{FF2B5EF4-FFF2-40B4-BE49-F238E27FC236}">
                <a16:creationId xmlns:a16="http://schemas.microsoft.com/office/drawing/2014/main" id="{698860CB-58BC-4587-B847-18D9D52B2E3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0451" y="1566345"/>
            <a:ext cx="3689899" cy="214516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6" name="Espaço Reservado para Conteúdo 14">
            <a:extLst>
              <a:ext uri="{FF2B5EF4-FFF2-40B4-BE49-F238E27FC236}">
                <a16:creationId xmlns:a16="http://schemas.microsoft.com/office/drawing/2014/main" id="{3EBD63A4-8A7C-4B80-804E-39B51566D46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50451" y="1226446"/>
            <a:ext cx="3689899" cy="292388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lIns="0" anchor="b">
            <a:spAutoFit/>
          </a:bodyPr>
          <a:lstStyle>
            <a:lvl1pPr>
              <a:defRPr lang="pt-BR" sz="13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7" name="Espaço Reservado para Conteúdo 14">
            <a:extLst>
              <a:ext uri="{FF2B5EF4-FFF2-40B4-BE49-F238E27FC236}">
                <a16:creationId xmlns:a16="http://schemas.microsoft.com/office/drawing/2014/main" id="{D780CF17-95A6-4F5F-A671-5B7FB8AE3C5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6001" y="1566345"/>
            <a:ext cx="3689899" cy="214516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8" name="Espaço Reservado para Conteúdo 14">
            <a:extLst>
              <a:ext uri="{FF2B5EF4-FFF2-40B4-BE49-F238E27FC236}">
                <a16:creationId xmlns:a16="http://schemas.microsoft.com/office/drawing/2014/main" id="{A3350709-C7AD-47A1-81A9-D40865B5484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6001" y="1226446"/>
            <a:ext cx="3689899" cy="292388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lIns="0" anchor="b">
            <a:spAutoFit/>
          </a:bodyPr>
          <a:lstStyle>
            <a:lvl1pPr>
              <a:defRPr lang="pt-BR" sz="13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9" name="Espaço Reservado para Conteúdo 14">
            <a:extLst>
              <a:ext uri="{FF2B5EF4-FFF2-40B4-BE49-F238E27FC236}">
                <a16:creationId xmlns:a16="http://schemas.microsoft.com/office/drawing/2014/main" id="{1974B691-9807-45F6-B550-EA048DB6CF7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64901" y="1566345"/>
            <a:ext cx="3690000" cy="214516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0" name="Espaço Reservado para Conteúdo 14">
            <a:extLst>
              <a:ext uri="{FF2B5EF4-FFF2-40B4-BE49-F238E27FC236}">
                <a16:creationId xmlns:a16="http://schemas.microsoft.com/office/drawing/2014/main" id="{13F61226-5694-458C-8D7D-13836B87956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164901" y="1226446"/>
            <a:ext cx="3690000" cy="292388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lIns="0" anchor="b">
            <a:spAutoFit/>
          </a:bodyPr>
          <a:lstStyle>
            <a:lvl1pPr>
              <a:defRPr lang="pt-BR" sz="13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Clique para editar o texto mestre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7941F35C-F445-4252-8D03-D3D0C4F9F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39350" y="358585"/>
            <a:ext cx="1816651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FBDCAF34-5AE6-42BD-BB1C-36C909BA7048}" type="datetime4">
              <a:rPr lang="pt-BR" smtClean="0"/>
              <a:t>3 de agosto de 2026</a:t>
            </a:fld>
            <a:endParaRPr lang="pt-BR" dirty="0"/>
          </a:p>
        </p:txBody>
      </p:sp>
      <p:sp>
        <p:nvSpPr>
          <p:cNvPr id="13" name="Espaço Reservado para Conteúdo 14">
            <a:extLst>
              <a:ext uri="{FF2B5EF4-FFF2-40B4-BE49-F238E27FC236}">
                <a16:creationId xmlns:a16="http://schemas.microsoft.com/office/drawing/2014/main" id="{4DEA969C-4C8A-4133-A685-0F2BC4B2AA4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51000" y="3875256"/>
            <a:ext cx="3689899" cy="214516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1" name="Espaço Reservado para Conteúdo 14">
            <a:extLst>
              <a:ext uri="{FF2B5EF4-FFF2-40B4-BE49-F238E27FC236}">
                <a16:creationId xmlns:a16="http://schemas.microsoft.com/office/drawing/2014/main" id="{473F7F0F-9A4E-484B-8B0C-83627E895D4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36550" y="3875256"/>
            <a:ext cx="3689899" cy="214516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2" name="Espaço Reservado para Conteúdo 14">
            <a:extLst>
              <a:ext uri="{FF2B5EF4-FFF2-40B4-BE49-F238E27FC236}">
                <a16:creationId xmlns:a16="http://schemas.microsoft.com/office/drawing/2014/main" id="{BD3E7B11-6C10-4695-BE41-FE570B00F0B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5450" y="3875256"/>
            <a:ext cx="3690000" cy="214516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352B89BB-543D-44EA-B737-A6CDE774FA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194" y="6309245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 dirty="0"/>
              <a:t>Fonte:  XXX, XXX, XXX | Notas: (1) XXX; (2) XXX; (3) XXX</a:t>
            </a:r>
          </a:p>
        </p:txBody>
      </p:sp>
    </p:spTree>
    <p:extLst>
      <p:ext uri="{BB962C8B-B14F-4D97-AF65-F5344CB8AC3E}">
        <p14:creationId xmlns:p14="http://schemas.microsoft.com/office/powerpoint/2010/main" val="2283425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EFC0C6-D107-4EA3-9780-23B251AF2F3E}"/>
              </a:ext>
            </a:extLst>
          </p:cNvPr>
          <p:cNvSpPr txBox="1"/>
          <p:nvPr userDrawn="1"/>
        </p:nvSpPr>
        <p:spPr>
          <a:xfrm>
            <a:off x="336551" y="188913"/>
            <a:ext cx="8386759" cy="52082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lvl="0" indent="0" defTabSz="68580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pPr lvl="0"/>
            <a:r>
              <a:rPr lang="pt-BR" dirty="0"/>
              <a:t>Disclaimer</a:t>
            </a:r>
          </a:p>
        </p:txBody>
      </p:sp>
      <p:sp>
        <p:nvSpPr>
          <p:cNvPr id="49" name="Do not remove" hidden="1">
            <a:extLst>
              <a:ext uri="{FF2B5EF4-FFF2-40B4-BE49-F238E27FC236}">
                <a16:creationId xmlns:a16="http://schemas.microsoft.com/office/drawing/2014/main" id="{3AE5CB97-7DD5-4F37-94F8-D7A98741A96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E7AC5038-4092-4E06-8157-2DD3980D2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3310" y="305162"/>
            <a:ext cx="3132139" cy="2105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868AABBD-5AFC-4990-9F26-C81B1699C97F}" type="datetime4">
              <a:rPr lang="pt-BR" smtClean="0"/>
              <a:t>3 de agosto de 2026</a:t>
            </a:fld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8609C5-9D99-40C7-AC60-E07E7D5093B1}"/>
              </a:ext>
            </a:extLst>
          </p:cNvPr>
          <p:cNvSpPr txBox="1"/>
          <p:nvPr userDrawn="1"/>
        </p:nvSpPr>
        <p:spPr>
          <a:xfrm>
            <a:off x="336001" y="775520"/>
            <a:ext cx="11519449" cy="5532925"/>
          </a:xfrm>
          <a:prstGeom prst="rect">
            <a:avLst/>
          </a:prstGeom>
        </p:spPr>
        <p:txBody>
          <a:bodyPr vert="horz" lIns="0" tIns="45720" rIns="91440" bIns="45720" rtlCol="0" anchor="t">
            <a:spAutoFit/>
          </a:bodyPr>
          <a:lstStyle>
            <a:lvl1pPr lvl="0" indent="0" defTabSz="68580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accent4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1) Este relatório de análise foi elaborado pela XP Investimentos CCTVM S.A. (“XP Investimentos ou XP”) de acordo com todas as exigências previstas na Resolução CVM nº 20/2021, tem como objetivo fornecer informações que possam auxiliar o investidor a tomar sua própria decisão de investimento, não constituindo qualquer tipo de oferta ou solicitação de compra e/ou venda de qualquer produto. As informações contidas neste relatório são consideradas válidas na data de sua divulgação e foram obtidas de fontes públicas. A XP Investimentos não se responsabiliza por qualquer decisão tomada pelo cliente com base no presente relatório..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2) Este relatório foi elaborado considerando a classificação de risco dos produtos de modo a gerar resultados de alocação para cada perfil de investidor. 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3) O(s) signatário(s) deste relatório declara(m) que as recomendações refletem única e exclusivamente suas análises e opiniões pessoais, que foram produzidas de forma independente, inclusive em relação à XP Investimentos e que estão sujeitas a modificações sem aviso prévio em decorrência de alterações nas condições de mercado, e que sua(s) remuneração(es) é(são) indiretamente influenciada por receitas provenientes dos negócios e operações financeiras realizadas pela XP Investimentos.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4) O analista responsável pelo conteúdo deste relatório e pelo cumprimento da Resolução CVM nº 20/2021 está indicado acima, sendo que, caso constem a indicação de mais um analista no relatório, o responsável será o primeiro analista credenciado a ser mencionado no relatório. 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5) Os analistas da XP Investimentos estão obrigados ao cumprimento de todas as regras previstas no Código de Conduta da APIMEC para o Analista de Valores Mobiliários e na Política de Conduta dos Analistas de Valores Mobiliários da XP Investimentos. 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6) O atendimento de nossos clientes é realizado por empregados da XP Investimentos ou por agentes autônomos de investimento que desempenham suas atividades por meio da XP, em conformidade com a Resolução CVM nº 16/2021, os quais encontram-se registrados na Associação Nacional das Corretoras e Distribuidoras de Títulos e Valores Mobiliários – ANCORD. O agente autônomo de investimento não pode realizar consultoria, administração ou gestão de patrimônio de clientes, devendo atuar como intermediário e solicitar autorização prévia do cliente para a realização de qualquer operação no mercado de capitais. 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7) Os produtos apresentados neste relatório podem não ser adequados para todos os tipos de cliente. Antes de qualquer decisão, os clientes deverão realizar o processo de </a:t>
            </a:r>
            <a:r>
              <a:rPr lang="pt-BR" sz="900" dirty="0" err="1">
                <a:solidFill>
                  <a:schemeClr val="accent6"/>
                </a:solidFill>
              </a:rPr>
              <a:t>suitability</a:t>
            </a:r>
            <a:r>
              <a:rPr lang="pt-BR" sz="900" dirty="0">
                <a:solidFill>
                  <a:schemeClr val="accent6"/>
                </a:solidFill>
              </a:rPr>
              <a:t> e confirmar se os produtos apresentados são indicados para o seu perfil de investidor. Este material não sugere qualquer alteração de carteira, mas somente orientação sobre produtos adequados a determinado perfil de investidor.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8) A rentabilidade de produtos financeiros pode apresentar variações e seu preço ou valor pode aumentar ou diminuir num curto espaço de tempo. Os desempenhos anteriores não são necessariamente indicativos de resultados futuros. A rentabilidade divulgada não é líquida de impostos. As informações presentes neste material são baseadas em simulações e os resultados reais poderão ser significativamente diferentes. 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9) Este relatório é destinado à circulação exclusiva para a rede de relacionamento da XP Investimentos, incluindo agentes autônomos da XP e clientes da XP, podendo também ser divulgado no site da XP. Fica proibida sua reprodução ou redistribuição para qualquer pessoa, no todo ou em parte, qualquer que seja o propósito, sem o prévio consentimento expresso da XP Investimentos.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10) SAC. 0800 772 0202. A Ouvidoria da XP Investimentos tem a missão de servir de canal de contato sempre que os clientes que não se sentirem satisfeitos com as soluções dadas pela empresa aos seus problemas. O contato pode ser realizado por meio do telefone: 0800-722-3730. 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11) O custo da operação e a política de cobrança estão definidos nas tabelas de custos operacionais disponibilizadas no site da XP Investimentos: www.xpi.com.br. 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12) A XP Investimentos se exime de qualquer responsabilidade por quaisquer prejuízos, diretos ou indiretos, que venham a decorrer da utilização deste relatório ou seu conteúdo.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13) A Avaliação Técnica e a Avaliação de Fundamentos seguem diferentes metodologias de análise. A Análise Técnica é executada seguindo conceitos como tendência, suporte, resistência, </a:t>
            </a:r>
            <a:r>
              <a:rPr lang="pt-BR" sz="900" dirty="0" err="1">
                <a:solidFill>
                  <a:schemeClr val="accent6"/>
                </a:solidFill>
              </a:rPr>
              <a:t>candles</a:t>
            </a:r>
            <a:r>
              <a:rPr lang="pt-BR" sz="900" dirty="0">
                <a:solidFill>
                  <a:schemeClr val="accent6"/>
                </a:solidFill>
              </a:rPr>
              <a:t>, volumes, médias móveis entre outros. Já a Análise Fundamentalista utiliza como informação os resultados divulgados pelas companhias emissoras e suas projeções. Desta forma, as opiniões dos Analistas Fundamentalistas, que buscam os melhores retornos dadas as condições de mercado, o cenário macroeconômico e os eventos específicos da empresa e do setor, podem divergir das opiniões dos Analistas Técnicos, que visam identificar os movimentos mais prováveis dos preços dos ativos, com utilização de “</a:t>
            </a:r>
            <a:r>
              <a:rPr lang="pt-BR" sz="900" dirty="0" err="1">
                <a:solidFill>
                  <a:schemeClr val="accent6"/>
                </a:solidFill>
              </a:rPr>
              <a:t>stops</a:t>
            </a:r>
            <a:r>
              <a:rPr lang="pt-BR" sz="900" dirty="0">
                <a:solidFill>
                  <a:schemeClr val="accent6"/>
                </a:solidFill>
              </a:rPr>
              <a:t>” para limitar as possíveis perdas.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14) Para fins de verificação da adequação do perfil do investidor aos serviços e produtos de investimento oferecidos pela XP Investimentos, utilizamos a metodologia de adequação dos produtos por portfólio, nos termos das Regras e Procedimentos ANBIMA de </a:t>
            </a:r>
            <a:r>
              <a:rPr lang="pt-BR" sz="900" dirty="0" err="1">
                <a:solidFill>
                  <a:schemeClr val="accent6"/>
                </a:solidFill>
              </a:rPr>
              <a:t>Suitability</a:t>
            </a:r>
            <a:r>
              <a:rPr lang="pt-BR" sz="900" dirty="0">
                <a:solidFill>
                  <a:schemeClr val="accent6"/>
                </a:solidFill>
              </a:rPr>
              <a:t> nº 01 e do Código ANBIMA de Regulação e Melhores Práticas para Distribuição de Produtos de Investimento. Essa metodologia consiste em atribuir uma pontuação máxima de risco para cada perfil de investidor (conservador, moderado e agressivo), bem como uma pontuação de risco para cada um dos produtos oferecidos pela XP Investimentos, de modo que todos os clientes possam ter acesso a todos os produtos, desde que dentro das quantidades e limites da pontuação de risco definidas para o seu perfil. Antes de aplicar nos produtos e/ou contratar os serviços objeto deste material, é importante que você verifique se a sua pontuação de risco atual comporta a aplicação nos produtos e/ou a contratação dos serviços em questão, bem como se há limitações de volume, concentração e/ou quantidade para a aplicação desejada. Você pode consultar essas informações diretamente no momento da transmissão da sua ordem ou, ainda, consultando o risco geral da sua carteira na tela de carteira (Visão Risco). Caso a sua pontuação de risco atual não comporte a aplicação/contratação pretendida, ou caso existam limitações em relação à quantidade e/ou volume financeiro para a referida aplicação/contratação, isto significa que, com base na composição atual da sua carteira, esta aplicação/contratação não está adequada ao seu perfil. Em caso de dúvidas sobre o processo de adequação dos produtos oferecidos pela XP Investimentos ao seu perfil de investidor, consulte o FAQ. A duração recomendada para o investimento é de curto prazo e o patrimônio do cliente não está garantido neste tipo de produto. As condições de mercado, mudanças climáticas e o cenário macroeconômico podem afetar o desempenho do investimento. </a:t>
            </a:r>
          </a:p>
          <a:p>
            <a:pPr marL="0" lvl="0" indent="0">
              <a:lnSpc>
                <a:spcPts val="800"/>
              </a:lnSpc>
              <a:buNone/>
            </a:pPr>
            <a:endParaRPr lang="pt-BR" sz="900" dirty="0">
              <a:solidFill>
                <a:schemeClr val="accent6"/>
              </a:solidFill>
            </a:endParaRPr>
          </a:p>
          <a:p>
            <a:pPr marL="0" lvl="0" indent="0">
              <a:lnSpc>
                <a:spcPts val="800"/>
              </a:lnSpc>
              <a:buNone/>
            </a:pPr>
            <a:r>
              <a:rPr lang="pt-BR" sz="900" dirty="0">
                <a:solidFill>
                  <a:schemeClr val="accent6"/>
                </a:solidFill>
              </a:rPr>
              <a:t>15) ESTA INSTITUIÇÃO É ADERENTE À RESOLUÇÃO CVM Nº 16/2021.</a:t>
            </a:r>
          </a:p>
        </p:txBody>
      </p:sp>
    </p:spTree>
    <p:extLst>
      <p:ext uri="{BB962C8B-B14F-4D97-AF65-F5344CB8AC3E}">
        <p14:creationId xmlns:p14="http://schemas.microsoft.com/office/powerpoint/2010/main" val="3681760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55320AD-2789-47B9-98B2-D6704CDC0DB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8" name="Picture 27" descr="A picture containing dark, night sky&#10;&#10;Description automatically generated">
            <a:extLst>
              <a:ext uri="{FF2B5EF4-FFF2-40B4-BE49-F238E27FC236}">
                <a16:creationId xmlns:a16="http://schemas.microsoft.com/office/drawing/2014/main" id="{937A3FB1-8371-4550-879B-08570ED755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1000"/>
          </a:blip>
          <a:stretch>
            <a:fillRect/>
          </a:stretch>
        </p:blipFill>
        <p:spPr>
          <a:xfrm>
            <a:off x="3446236" y="0"/>
            <a:ext cx="8745764" cy="611505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344B5D1-A9AC-4599-84FD-4AA7F9C73C30}"/>
              </a:ext>
            </a:extLst>
          </p:cNvPr>
          <p:cNvGrpSpPr/>
          <p:nvPr userDrawn="1"/>
        </p:nvGrpSpPr>
        <p:grpSpPr>
          <a:xfrm>
            <a:off x="-1002" y="0"/>
            <a:ext cx="12193002" cy="6136211"/>
            <a:chOff x="-1486" y="-3020401"/>
            <a:chExt cx="18086753" cy="9102281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215B28-AC92-4E00-8FC2-571ACFB81F7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4522839"/>
              <a:ext cx="18085267" cy="0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E47EB6-6FF8-40F8-BCAB-9714324D34F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-1486" y="-3020401"/>
              <a:ext cx="8051753" cy="9102281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632403F-4B9F-429E-9B25-0ECDFD42CF19}"/>
              </a:ext>
            </a:extLst>
          </p:cNvPr>
          <p:cNvSpPr/>
          <p:nvPr userDrawn="1"/>
        </p:nvSpPr>
        <p:spPr>
          <a:xfrm>
            <a:off x="5762123" y="3127829"/>
            <a:ext cx="667754" cy="602342"/>
          </a:xfrm>
          <a:custGeom>
            <a:avLst/>
            <a:gdLst>
              <a:gd name="connsiteX0" fmla="*/ 1430464 w 1964753"/>
              <a:gd name="connsiteY0" fmla="*/ 1369758 h 1772284"/>
              <a:gd name="connsiteX1" fmla="*/ 1653286 w 1964753"/>
              <a:gd name="connsiteY1" fmla="*/ 1369758 h 1772284"/>
              <a:gd name="connsiteX2" fmla="*/ 1795081 w 1964753"/>
              <a:gd name="connsiteY2" fmla="*/ 1253300 h 1772284"/>
              <a:gd name="connsiteX3" fmla="*/ 1653286 w 1964753"/>
              <a:gd name="connsiteY3" fmla="*/ 1136840 h 1772284"/>
              <a:gd name="connsiteX4" fmla="*/ 1430464 w 1964753"/>
              <a:gd name="connsiteY4" fmla="*/ 1136840 h 1772284"/>
              <a:gd name="connsiteX5" fmla="*/ 1430464 w 1964753"/>
              <a:gd name="connsiteY5" fmla="*/ 1369758 h 1772284"/>
              <a:gd name="connsiteX6" fmla="*/ 1430464 w 1964753"/>
              <a:gd name="connsiteY6" fmla="*/ 1772285 h 1772284"/>
              <a:gd name="connsiteX7" fmla="*/ 1726692 w 1964753"/>
              <a:gd name="connsiteY7" fmla="*/ 1772285 h 1772284"/>
              <a:gd name="connsiteX8" fmla="*/ 1964690 w 1964753"/>
              <a:gd name="connsiteY8" fmla="*/ 1534287 h 1772284"/>
              <a:gd name="connsiteX9" fmla="*/ 1964690 w 1964753"/>
              <a:gd name="connsiteY9" fmla="*/ 1369695 h 1772284"/>
              <a:gd name="connsiteX10" fmla="*/ 1959610 w 1964753"/>
              <a:gd name="connsiteY10" fmla="*/ 1369695 h 1772284"/>
              <a:gd name="connsiteX11" fmla="*/ 1658303 w 1964753"/>
              <a:gd name="connsiteY11" fmla="*/ 1549464 h 1772284"/>
              <a:gd name="connsiteX12" fmla="*/ 1438021 w 1964753"/>
              <a:gd name="connsiteY12" fmla="*/ 1549464 h 1772284"/>
              <a:gd name="connsiteX13" fmla="*/ 1430401 w 1964753"/>
              <a:gd name="connsiteY13" fmla="*/ 1557083 h 1772284"/>
              <a:gd name="connsiteX14" fmla="*/ 1430401 w 1964753"/>
              <a:gd name="connsiteY14" fmla="*/ 1772285 h 1772284"/>
              <a:gd name="connsiteX15" fmla="*/ 1012698 w 1964753"/>
              <a:gd name="connsiteY15" fmla="*/ 1253300 h 1772284"/>
              <a:gd name="connsiteX16" fmla="*/ 1240536 w 1964753"/>
              <a:gd name="connsiteY16" fmla="*/ 1473581 h 1772284"/>
              <a:gd name="connsiteX17" fmla="*/ 1240536 w 1964753"/>
              <a:gd name="connsiteY17" fmla="*/ 1033082 h 1772284"/>
              <a:gd name="connsiteX18" fmla="*/ 1012698 w 1964753"/>
              <a:gd name="connsiteY18" fmla="*/ 1253300 h 1772284"/>
              <a:gd name="connsiteX19" fmla="*/ 237998 w 1964753"/>
              <a:gd name="connsiteY19" fmla="*/ 1772285 h 1772284"/>
              <a:gd name="connsiteX20" fmla="*/ 1240599 w 1964753"/>
              <a:gd name="connsiteY20" fmla="*/ 1772285 h 1772284"/>
              <a:gd name="connsiteX21" fmla="*/ 1240599 w 1964753"/>
              <a:gd name="connsiteY21" fmla="*/ 1721676 h 1772284"/>
              <a:gd name="connsiteX22" fmla="*/ 1341882 w 1964753"/>
              <a:gd name="connsiteY22" fmla="*/ 1554607 h 1772284"/>
              <a:gd name="connsiteX23" fmla="*/ 1341882 w 1964753"/>
              <a:gd name="connsiteY23" fmla="*/ 1549527 h 1772284"/>
              <a:gd name="connsiteX24" fmla="*/ 1060831 w 1964753"/>
              <a:gd name="connsiteY24" fmla="*/ 1549527 h 1772284"/>
              <a:gd name="connsiteX25" fmla="*/ 1030478 w 1964753"/>
              <a:gd name="connsiteY25" fmla="*/ 1536890 h 1772284"/>
              <a:gd name="connsiteX26" fmla="*/ 883666 w 1964753"/>
              <a:gd name="connsiteY26" fmla="*/ 1384998 h 1772284"/>
              <a:gd name="connsiteX27" fmla="*/ 731774 w 1964753"/>
              <a:gd name="connsiteY27" fmla="*/ 1539431 h 1772284"/>
              <a:gd name="connsiteX28" fmla="*/ 703898 w 1964753"/>
              <a:gd name="connsiteY28" fmla="*/ 1549527 h 1772284"/>
              <a:gd name="connsiteX29" fmla="*/ 478599 w 1964753"/>
              <a:gd name="connsiteY29" fmla="*/ 1549527 h 1772284"/>
              <a:gd name="connsiteX30" fmla="*/ 473519 w 1964753"/>
              <a:gd name="connsiteY30" fmla="*/ 1534351 h 1772284"/>
              <a:gd name="connsiteX31" fmla="*/ 762127 w 1964753"/>
              <a:gd name="connsiteY31" fmla="*/ 1253300 h 1772284"/>
              <a:gd name="connsiteX32" fmla="*/ 468439 w 1964753"/>
              <a:gd name="connsiteY32" fmla="*/ 969708 h 1772284"/>
              <a:gd name="connsiteX33" fmla="*/ 476060 w 1964753"/>
              <a:gd name="connsiteY33" fmla="*/ 954532 h 1772284"/>
              <a:gd name="connsiteX34" fmla="*/ 703898 w 1964753"/>
              <a:gd name="connsiteY34" fmla="*/ 954532 h 1772284"/>
              <a:gd name="connsiteX35" fmla="*/ 729234 w 1964753"/>
              <a:gd name="connsiteY35" fmla="*/ 964628 h 1772284"/>
              <a:gd name="connsiteX36" fmla="*/ 888746 w 1964753"/>
              <a:gd name="connsiteY36" fmla="*/ 1124140 h 1772284"/>
              <a:gd name="connsiteX37" fmla="*/ 1038098 w 1964753"/>
              <a:gd name="connsiteY37" fmla="*/ 964628 h 1772284"/>
              <a:gd name="connsiteX38" fmla="*/ 1060894 w 1964753"/>
              <a:gd name="connsiteY38" fmla="*/ 954532 h 1772284"/>
              <a:gd name="connsiteX39" fmla="*/ 1655889 w 1964753"/>
              <a:gd name="connsiteY39" fmla="*/ 954532 h 1772284"/>
              <a:gd name="connsiteX40" fmla="*/ 1959674 w 1964753"/>
              <a:gd name="connsiteY40" fmla="*/ 1136840 h 1772284"/>
              <a:gd name="connsiteX41" fmla="*/ 1964754 w 1964753"/>
              <a:gd name="connsiteY41" fmla="*/ 1136840 h 1772284"/>
              <a:gd name="connsiteX42" fmla="*/ 1964754 w 1964753"/>
              <a:gd name="connsiteY42" fmla="*/ 237998 h 1772284"/>
              <a:gd name="connsiteX43" fmla="*/ 1726755 w 1964753"/>
              <a:gd name="connsiteY43" fmla="*/ 0 h 1772284"/>
              <a:gd name="connsiteX44" fmla="*/ 237998 w 1964753"/>
              <a:gd name="connsiteY44" fmla="*/ 0 h 1772284"/>
              <a:gd name="connsiteX45" fmla="*/ 0 w 1964753"/>
              <a:gd name="connsiteY45" fmla="*/ 237998 h 1772284"/>
              <a:gd name="connsiteX46" fmla="*/ 0 w 1964753"/>
              <a:gd name="connsiteY46" fmla="*/ 1534287 h 1772284"/>
              <a:gd name="connsiteX47" fmla="*/ 237998 w 1964753"/>
              <a:gd name="connsiteY47" fmla="*/ 1772285 h 177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964753" h="1772284">
                <a:moveTo>
                  <a:pt x="1430464" y="1369758"/>
                </a:moveTo>
                <a:lnTo>
                  <a:pt x="1653286" y="1369758"/>
                </a:lnTo>
                <a:cubicBezTo>
                  <a:pt x="1736852" y="1369758"/>
                  <a:pt x="1795081" y="1331785"/>
                  <a:pt x="1795081" y="1253300"/>
                </a:cubicBezTo>
                <a:cubicBezTo>
                  <a:pt x="1795081" y="1174814"/>
                  <a:pt x="1736852" y="1136840"/>
                  <a:pt x="1653286" y="1136840"/>
                </a:cubicBezTo>
                <a:lnTo>
                  <a:pt x="1430464" y="1136840"/>
                </a:lnTo>
                <a:lnTo>
                  <a:pt x="1430464" y="1369758"/>
                </a:lnTo>
                <a:close/>
                <a:moveTo>
                  <a:pt x="1430464" y="1772285"/>
                </a:moveTo>
                <a:lnTo>
                  <a:pt x="1726692" y="1772285"/>
                </a:lnTo>
                <a:cubicBezTo>
                  <a:pt x="1883664" y="1772285"/>
                  <a:pt x="1964690" y="1691259"/>
                  <a:pt x="1964690" y="1534287"/>
                </a:cubicBezTo>
                <a:lnTo>
                  <a:pt x="1964690" y="1369695"/>
                </a:lnTo>
                <a:lnTo>
                  <a:pt x="1959610" y="1369695"/>
                </a:lnTo>
                <a:cubicBezTo>
                  <a:pt x="1914017" y="1506410"/>
                  <a:pt x="1797558" y="1549464"/>
                  <a:pt x="1658303" y="1549464"/>
                </a:cubicBezTo>
                <a:lnTo>
                  <a:pt x="1438021" y="1549464"/>
                </a:lnTo>
                <a:cubicBezTo>
                  <a:pt x="1432941" y="1549464"/>
                  <a:pt x="1430401" y="1552003"/>
                  <a:pt x="1430401" y="1557083"/>
                </a:cubicBezTo>
                <a:lnTo>
                  <a:pt x="1430401" y="1772285"/>
                </a:lnTo>
                <a:close/>
                <a:moveTo>
                  <a:pt x="1012698" y="1253300"/>
                </a:moveTo>
                <a:lnTo>
                  <a:pt x="1240536" y="1473581"/>
                </a:lnTo>
                <a:lnTo>
                  <a:pt x="1240536" y="1033082"/>
                </a:lnTo>
                <a:lnTo>
                  <a:pt x="1012698" y="1253300"/>
                </a:lnTo>
                <a:close/>
                <a:moveTo>
                  <a:pt x="237998" y="1772285"/>
                </a:moveTo>
                <a:lnTo>
                  <a:pt x="1240599" y="1772285"/>
                </a:lnTo>
                <a:lnTo>
                  <a:pt x="1240599" y="1721676"/>
                </a:lnTo>
                <a:cubicBezTo>
                  <a:pt x="1240599" y="1633093"/>
                  <a:pt x="1270953" y="1582420"/>
                  <a:pt x="1341882" y="1554607"/>
                </a:cubicBezTo>
                <a:lnTo>
                  <a:pt x="1341882" y="1549527"/>
                </a:lnTo>
                <a:lnTo>
                  <a:pt x="1060831" y="1549527"/>
                </a:lnTo>
                <a:cubicBezTo>
                  <a:pt x="1045655" y="1549527"/>
                  <a:pt x="1040574" y="1546987"/>
                  <a:pt x="1030478" y="1536890"/>
                </a:cubicBezTo>
                <a:lnTo>
                  <a:pt x="883666" y="1384998"/>
                </a:lnTo>
                <a:lnTo>
                  <a:pt x="731774" y="1539431"/>
                </a:lnTo>
                <a:cubicBezTo>
                  <a:pt x="724154" y="1547051"/>
                  <a:pt x="719137" y="1549527"/>
                  <a:pt x="703898" y="1549527"/>
                </a:cubicBezTo>
                <a:lnTo>
                  <a:pt x="478599" y="1549527"/>
                </a:lnTo>
                <a:cubicBezTo>
                  <a:pt x="465963" y="1549527"/>
                  <a:pt x="465963" y="1541907"/>
                  <a:pt x="473519" y="1534351"/>
                </a:cubicBezTo>
                <a:lnTo>
                  <a:pt x="762127" y="1253300"/>
                </a:lnTo>
                <a:lnTo>
                  <a:pt x="468439" y="969708"/>
                </a:lnTo>
                <a:cubicBezTo>
                  <a:pt x="460819" y="962089"/>
                  <a:pt x="463360" y="954532"/>
                  <a:pt x="476060" y="954532"/>
                </a:cubicBezTo>
                <a:lnTo>
                  <a:pt x="703898" y="954532"/>
                </a:lnTo>
                <a:cubicBezTo>
                  <a:pt x="716534" y="954532"/>
                  <a:pt x="721614" y="957072"/>
                  <a:pt x="729234" y="964628"/>
                </a:cubicBezTo>
                <a:lnTo>
                  <a:pt x="888746" y="1124140"/>
                </a:lnTo>
                <a:lnTo>
                  <a:pt x="1038098" y="964628"/>
                </a:lnTo>
                <a:cubicBezTo>
                  <a:pt x="1045718" y="957008"/>
                  <a:pt x="1050735" y="954532"/>
                  <a:pt x="1060894" y="954532"/>
                </a:cubicBezTo>
                <a:lnTo>
                  <a:pt x="1655889" y="954532"/>
                </a:lnTo>
                <a:cubicBezTo>
                  <a:pt x="1792605" y="954532"/>
                  <a:pt x="1914144" y="1000125"/>
                  <a:pt x="1959674" y="1136840"/>
                </a:cubicBezTo>
                <a:lnTo>
                  <a:pt x="1964754" y="1136840"/>
                </a:lnTo>
                <a:lnTo>
                  <a:pt x="1964754" y="237998"/>
                </a:lnTo>
                <a:cubicBezTo>
                  <a:pt x="1964754" y="81026"/>
                  <a:pt x="1883728" y="0"/>
                  <a:pt x="1726755" y="0"/>
                </a:cubicBezTo>
                <a:lnTo>
                  <a:pt x="237998" y="0"/>
                </a:lnTo>
                <a:cubicBezTo>
                  <a:pt x="81026" y="0"/>
                  <a:pt x="0" y="81026"/>
                  <a:pt x="0" y="237998"/>
                </a:cubicBezTo>
                <a:lnTo>
                  <a:pt x="0" y="1534287"/>
                </a:lnTo>
                <a:cubicBezTo>
                  <a:pt x="0" y="1691259"/>
                  <a:pt x="81026" y="1772285"/>
                  <a:pt x="237998" y="1772285"/>
                </a:cubicBez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20D6684-9CB4-432C-84B7-4ABC08AE7C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3750" y="6376921"/>
            <a:ext cx="924497" cy="21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23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5D2690E-870A-42A4-A539-D8CF1BA4590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9000">
                <a:srgbClr val="000000"/>
              </a:gs>
              <a:gs pos="0">
                <a:schemeClr val="tx1"/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Picture 2" descr="A picture containing dark, night sky&#10;&#10;Description automatically generated">
            <a:extLst>
              <a:ext uri="{FF2B5EF4-FFF2-40B4-BE49-F238E27FC236}">
                <a16:creationId xmlns:a16="http://schemas.microsoft.com/office/drawing/2014/main" id="{2D1B02CA-10D9-40D7-B7FD-1CD856FFC1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1000"/>
          </a:blip>
          <a:stretch>
            <a:fillRect/>
          </a:stretch>
        </p:blipFill>
        <p:spPr>
          <a:xfrm>
            <a:off x="3446236" y="0"/>
            <a:ext cx="8745764" cy="61150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345FB4-774E-4644-9889-85DA65ADC508}"/>
              </a:ext>
            </a:extLst>
          </p:cNvPr>
          <p:cNvCxnSpPr>
            <a:cxnSpLocks/>
          </p:cNvCxnSpPr>
          <p:nvPr userDrawn="1"/>
        </p:nvCxnSpPr>
        <p:spPr>
          <a:xfrm>
            <a:off x="0" y="5031487"/>
            <a:ext cx="3573994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740779-9521-49CB-8849-365DFCE6D32F}"/>
              </a:ext>
            </a:extLst>
          </p:cNvPr>
          <p:cNvCxnSpPr>
            <a:cxnSpLocks/>
          </p:cNvCxnSpPr>
          <p:nvPr userDrawn="1"/>
        </p:nvCxnSpPr>
        <p:spPr>
          <a:xfrm flipV="1">
            <a:off x="1908814" y="5036981"/>
            <a:ext cx="1665180" cy="188244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40">
            <a:extLst>
              <a:ext uri="{FF2B5EF4-FFF2-40B4-BE49-F238E27FC236}">
                <a16:creationId xmlns:a16="http://schemas.microsoft.com/office/drawing/2014/main" id="{E48BAE2E-5B03-460F-B755-C4FAF54976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1614" y="3290300"/>
            <a:ext cx="2770675" cy="334643"/>
          </a:xfrm>
          <a:prstGeom prst="rect">
            <a:avLst/>
          </a:prstGeom>
          <a:noFill/>
          <a:effectLst/>
        </p:spPr>
        <p:txBody>
          <a:bodyPr wrap="square" lIns="0" tIns="0" rIns="0" bIns="0" rtlCol="0" anchor="b">
            <a:noAutofit/>
          </a:bodyPr>
          <a:lstStyle>
            <a:lvl1pPr algn="l">
              <a:defRPr lang="pt-BR" sz="1800" b="0" i="0" dirty="0">
                <a:solidFill>
                  <a:schemeClr val="accent3"/>
                </a:solidFill>
                <a:latin typeface="+mn-lt"/>
                <a:ea typeface="XP Light Lighthouse" pitchFamily="50" charset="0"/>
                <a:cs typeface="Roboto" panose="02000000000000000000" pitchFamily="2" charset="0"/>
              </a:defRPr>
            </a:lvl1pPr>
          </a:lstStyle>
          <a:p>
            <a:pPr lvl="0" algn="ctr" defTabSz="914400">
              <a:lnSpc>
                <a:spcPct val="80000"/>
              </a:lnSpc>
              <a:spcBef>
                <a:spcPts val="1200"/>
              </a:spcBef>
            </a:pPr>
            <a:r>
              <a:rPr lang="pt-BR" noProof="0" dirty="0" err="1"/>
              <a:t>Edit</a:t>
            </a:r>
            <a:endParaRPr lang="pt-BR" noProof="0" dirty="0"/>
          </a:p>
        </p:txBody>
      </p:sp>
      <p:sp>
        <p:nvSpPr>
          <p:cNvPr id="19" name="Text Placeholder 40">
            <a:extLst>
              <a:ext uri="{FF2B5EF4-FFF2-40B4-BE49-F238E27FC236}">
                <a16:creationId xmlns:a16="http://schemas.microsoft.com/office/drawing/2014/main" id="{A8EAAE41-1D2E-455D-8AA7-24877B28581B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41614" y="2823137"/>
            <a:ext cx="3506561" cy="386402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>
            <a:noAutofit/>
          </a:bodyPr>
          <a:lstStyle>
            <a:lvl1pPr algn="l">
              <a:defRPr lang="pt-BR" sz="3200" b="1" i="0" dirty="0">
                <a:solidFill>
                  <a:schemeClr val="bg1"/>
                </a:solidFill>
                <a:latin typeface="+mn-lt"/>
                <a:ea typeface="XP Light" pitchFamily="50" charset="0"/>
                <a:cs typeface="Roboto" panose="02000000000000000000" pitchFamily="2" charset="0"/>
              </a:defRPr>
            </a:lvl1pPr>
          </a:lstStyle>
          <a:p>
            <a:pPr lvl="0" algn="ctr" defTabSz="914400">
              <a:lnSpc>
                <a:spcPct val="80000"/>
              </a:lnSpc>
              <a:spcBef>
                <a:spcPts val="1200"/>
              </a:spcBef>
            </a:pPr>
            <a:r>
              <a:rPr lang="pt-BR" noProof="0" dirty="0" err="1"/>
              <a:t>Edit</a:t>
            </a:r>
            <a:endParaRPr lang="pt-BR" noProof="0" dirty="0"/>
          </a:p>
        </p:txBody>
      </p:sp>
      <p:sp>
        <p:nvSpPr>
          <p:cNvPr id="35" name="Text Placeholder 40">
            <a:extLst>
              <a:ext uri="{FF2B5EF4-FFF2-40B4-BE49-F238E27FC236}">
                <a16:creationId xmlns:a16="http://schemas.microsoft.com/office/drawing/2014/main" id="{058D00F6-E3EC-453F-963B-100E12A7CA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5235" y="5884083"/>
            <a:ext cx="2497016" cy="122185"/>
          </a:xfrm>
          <a:prstGeom prst="rect">
            <a:avLst/>
          </a:prstGeom>
          <a:noFill/>
          <a:effectLst/>
        </p:spPr>
        <p:txBody>
          <a:bodyPr wrap="square" lIns="0" tIns="0" rIns="0" bIns="0" rtlCol="0" anchor="b" anchorCtr="0">
            <a:noAutofit/>
          </a:bodyPr>
          <a:lstStyle>
            <a:lvl1pPr algn="l">
              <a:defRPr lang="pt-BR" sz="1000" b="0" i="0" dirty="0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 algn="ctr" defTabSz="914400">
              <a:lnSpc>
                <a:spcPct val="80000"/>
              </a:lnSpc>
              <a:spcBef>
                <a:spcPts val="1200"/>
              </a:spcBef>
            </a:pPr>
            <a:r>
              <a:rPr lang="pt-BR" noProof="0" dirty="0"/>
              <a:t>email__research@xpi.com</a:t>
            </a:r>
          </a:p>
        </p:txBody>
      </p:sp>
      <p:sp>
        <p:nvSpPr>
          <p:cNvPr id="36" name="Text Placeholder 40">
            <a:extLst>
              <a:ext uri="{FF2B5EF4-FFF2-40B4-BE49-F238E27FC236}">
                <a16:creationId xmlns:a16="http://schemas.microsoft.com/office/drawing/2014/main" id="{068D47CD-1C49-48C2-ABA8-F5C8D63C5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5235" y="5711825"/>
            <a:ext cx="2497016" cy="141083"/>
          </a:xfrm>
          <a:prstGeom prst="rect">
            <a:avLst/>
          </a:prstGeom>
          <a:noFill/>
          <a:effectLst/>
        </p:spPr>
        <p:txBody>
          <a:bodyPr wrap="none" lIns="0" tIns="0" rIns="0" bIns="0" rtlCol="0" anchor="b" anchorCtr="0">
            <a:noAutofit/>
          </a:bodyPr>
          <a:lstStyle>
            <a:lvl1pPr algn="l">
              <a:defRPr lang="pt-BR" sz="1050" b="1" i="0" dirty="0">
                <a:solidFill>
                  <a:schemeClr val="bg1"/>
                </a:solidFill>
                <a:latin typeface="+mn-lt"/>
                <a:ea typeface="XP Light" pitchFamily="50" charset="0"/>
                <a:cs typeface="Roboto" panose="02000000000000000000" pitchFamily="2" charset="0"/>
              </a:defRPr>
            </a:lvl1pPr>
          </a:lstStyle>
          <a:p>
            <a:pPr lvl="0" algn="ctr" defTabSz="914400">
              <a:lnSpc>
                <a:spcPct val="80000"/>
              </a:lnSpc>
              <a:spcBef>
                <a:spcPts val="1200"/>
              </a:spcBef>
            </a:pPr>
            <a:r>
              <a:rPr lang="pt-BR" noProof="0" dirty="0"/>
              <a:t>Nome Analista</a:t>
            </a:r>
          </a:p>
        </p:txBody>
      </p:sp>
      <p:sp>
        <p:nvSpPr>
          <p:cNvPr id="37" name="Text Placeholder 40">
            <a:extLst>
              <a:ext uri="{FF2B5EF4-FFF2-40B4-BE49-F238E27FC236}">
                <a16:creationId xmlns:a16="http://schemas.microsoft.com/office/drawing/2014/main" id="{E4294D2B-A32B-428B-B963-226E232DFE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65235" y="6030964"/>
            <a:ext cx="2497016" cy="122185"/>
          </a:xfrm>
          <a:prstGeom prst="rect">
            <a:avLst/>
          </a:prstGeom>
          <a:noFill/>
          <a:effectLst/>
        </p:spPr>
        <p:txBody>
          <a:bodyPr wrap="square" lIns="0" tIns="0" rIns="0" bIns="0" rtlCol="0" anchor="b" anchorCtr="0">
            <a:noAutofit/>
          </a:bodyPr>
          <a:lstStyle>
            <a:lvl1pPr algn="l">
              <a:defRPr lang="pt-BR" sz="1000" b="0" i="0" dirty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 algn="ctr" defTabSz="914400">
              <a:lnSpc>
                <a:spcPct val="80000"/>
              </a:lnSpc>
              <a:spcBef>
                <a:spcPts val="1200"/>
              </a:spcBef>
            </a:pPr>
            <a:r>
              <a:rPr lang="pt-BR" noProof="0" dirty="0"/>
              <a:t>55+ 11 98888-8888</a:t>
            </a:r>
          </a:p>
        </p:txBody>
      </p:sp>
      <p:sp>
        <p:nvSpPr>
          <p:cNvPr id="38" name="Text Placeholder 40">
            <a:extLst>
              <a:ext uri="{FF2B5EF4-FFF2-40B4-BE49-F238E27FC236}">
                <a16:creationId xmlns:a16="http://schemas.microsoft.com/office/drawing/2014/main" id="{B36FE236-5FA5-4B16-A4AD-FB0B6B77D0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5888" y="5884083"/>
            <a:ext cx="2497016" cy="122185"/>
          </a:xfrm>
          <a:prstGeom prst="rect">
            <a:avLst/>
          </a:prstGeom>
          <a:noFill/>
          <a:effectLst/>
        </p:spPr>
        <p:txBody>
          <a:bodyPr wrap="square" lIns="0" tIns="0" rIns="0" bIns="0" rtlCol="0" anchor="b" anchorCtr="0">
            <a:noAutofit/>
          </a:bodyPr>
          <a:lstStyle>
            <a:lvl1pPr algn="l">
              <a:defRPr lang="pt-BR" sz="1000" b="0" i="0" dirty="0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 algn="ctr" defTabSz="914400">
              <a:lnSpc>
                <a:spcPct val="80000"/>
              </a:lnSpc>
              <a:spcBef>
                <a:spcPts val="1200"/>
              </a:spcBef>
            </a:pPr>
            <a:r>
              <a:rPr lang="pt-BR" noProof="0" dirty="0"/>
              <a:t>email__research@xpi.com</a:t>
            </a:r>
          </a:p>
        </p:txBody>
      </p:sp>
      <p:sp>
        <p:nvSpPr>
          <p:cNvPr id="39" name="Text Placeholder 40">
            <a:extLst>
              <a:ext uri="{FF2B5EF4-FFF2-40B4-BE49-F238E27FC236}">
                <a16:creationId xmlns:a16="http://schemas.microsoft.com/office/drawing/2014/main" id="{12F897AD-0704-48C0-B7FF-037614FFC4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65888" y="5711825"/>
            <a:ext cx="2497016" cy="141083"/>
          </a:xfrm>
          <a:prstGeom prst="rect">
            <a:avLst/>
          </a:prstGeom>
          <a:noFill/>
          <a:effectLst/>
        </p:spPr>
        <p:txBody>
          <a:bodyPr wrap="none" lIns="0" tIns="0" rIns="0" bIns="0" rtlCol="0" anchor="b" anchorCtr="0">
            <a:noAutofit/>
          </a:bodyPr>
          <a:lstStyle>
            <a:lvl1pPr algn="l">
              <a:defRPr lang="pt-BR" sz="1050" b="1" i="0" dirty="0">
                <a:solidFill>
                  <a:schemeClr val="bg1"/>
                </a:solidFill>
                <a:latin typeface="+mn-lt"/>
                <a:ea typeface="XP Light" pitchFamily="50" charset="0"/>
                <a:cs typeface="Roboto" panose="02000000000000000000" pitchFamily="2" charset="0"/>
              </a:defRPr>
            </a:lvl1pPr>
          </a:lstStyle>
          <a:p>
            <a:pPr lvl="0" algn="ctr" defTabSz="914400">
              <a:lnSpc>
                <a:spcPct val="80000"/>
              </a:lnSpc>
              <a:spcBef>
                <a:spcPts val="1200"/>
              </a:spcBef>
            </a:pPr>
            <a:r>
              <a:rPr lang="pt-BR" noProof="0" dirty="0"/>
              <a:t>Nome Analista</a:t>
            </a:r>
          </a:p>
        </p:txBody>
      </p:sp>
      <p:sp>
        <p:nvSpPr>
          <p:cNvPr id="40" name="Text Placeholder 40">
            <a:extLst>
              <a:ext uri="{FF2B5EF4-FFF2-40B4-BE49-F238E27FC236}">
                <a16:creationId xmlns:a16="http://schemas.microsoft.com/office/drawing/2014/main" id="{F00E2704-5670-4089-BCF0-AC112E05FC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65888" y="6030964"/>
            <a:ext cx="2497016" cy="122185"/>
          </a:xfrm>
          <a:prstGeom prst="rect">
            <a:avLst/>
          </a:prstGeom>
          <a:noFill/>
          <a:effectLst/>
        </p:spPr>
        <p:txBody>
          <a:bodyPr wrap="square" lIns="0" tIns="0" rIns="0" bIns="0" rtlCol="0" anchor="b" anchorCtr="0">
            <a:noAutofit/>
          </a:bodyPr>
          <a:lstStyle>
            <a:lvl1pPr algn="l">
              <a:defRPr lang="pt-BR" sz="1000" b="0" i="0" dirty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 algn="ctr" defTabSz="914400">
              <a:lnSpc>
                <a:spcPct val="80000"/>
              </a:lnSpc>
              <a:spcBef>
                <a:spcPts val="1200"/>
              </a:spcBef>
            </a:pPr>
            <a:r>
              <a:rPr lang="pt-BR" noProof="0" dirty="0"/>
              <a:t>55+ 11 98888-8888</a:t>
            </a:r>
          </a:p>
        </p:txBody>
      </p:sp>
      <p:sp>
        <p:nvSpPr>
          <p:cNvPr id="29" name="Date Placeholder 1">
            <a:extLst>
              <a:ext uri="{FF2B5EF4-FFF2-40B4-BE49-F238E27FC236}">
                <a16:creationId xmlns:a16="http://schemas.microsoft.com/office/drawing/2014/main" id="{3D5FA8CB-54D6-447A-BDF8-9835F5EBB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1614" y="5821602"/>
            <a:ext cx="1036800" cy="184666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35096333-0563-4110-A4BE-B1293A4828C4}" type="datetime4">
              <a:rPr lang="pt-BR" smtClean="0"/>
              <a:t>3 de agosto de 2026</a:t>
            </a:fld>
            <a:endParaRPr lang="pt-BR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E684DF3-C004-4F5E-9195-DFD728D35E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573994" y="0"/>
            <a:ext cx="4455643" cy="5036981"/>
          </a:xfrm>
          <a:prstGeom prst="line">
            <a:avLst/>
          </a:prstGeom>
          <a:ln w="127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AF52BBF-91CA-4B3A-9E9A-BD077DA064AD}"/>
              </a:ext>
            </a:extLst>
          </p:cNvPr>
          <p:cNvCxnSpPr>
            <a:cxnSpLocks/>
          </p:cNvCxnSpPr>
          <p:nvPr userDrawn="1"/>
        </p:nvCxnSpPr>
        <p:spPr>
          <a:xfrm>
            <a:off x="3573994" y="5031487"/>
            <a:ext cx="8618002" cy="0"/>
          </a:xfrm>
          <a:prstGeom prst="line">
            <a:avLst/>
          </a:prstGeom>
          <a:ln w="127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C363D9-19D9-40CE-A363-132874D75556}"/>
              </a:ext>
            </a:extLst>
          </p:cNvPr>
          <p:cNvGrpSpPr/>
          <p:nvPr userDrawn="1"/>
        </p:nvGrpSpPr>
        <p:grpSpPr>
          <a:xfrm>
            <a:off x="941614" y="1103710"/>
            <a:ext cx="703036" cy="634133"/>
            <a:chOff x="3374996" y="1103711"/>
            <a:chExt cx="375713" cy="33889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C96C0FA-4962-4A18-B09F-78F6AD5884C4}"/>
                </a:ext>
              </a:extLst>
            </p:cNvPr>
            <p:cNvSpPr/>
            <p:nvPr/>
          </p:nvSpPr>
          <p:spPr>
            <a:xfrm>
              <a:off x="3568638" y="1301225"/>
              <a:ext cx="43576" cy="84227"/>
            </a:xfrm>
            <a:custGeom>
              <a:avLst/>
              <a:gdLst>
                <a:gd name="connsiteX0" fmla="*/ 43577 w 43576"/>
                <a:gd name="connsiteY0" fmla="*/ 84228 h 84227"/>
                <a:gd name="connsiteX1" fmla="*/ 43577 w 43576"/>
                <a:gd name="connsiteY1" fmla="*/ 0 h 84227"/>
                <a:gd name="connsiteX2" fmla="*/ 0 w 43576"/>
                <a:gd name="connsiteY2" fmla="*/ 42114 h 84227"/>
                <a:gd name="connsiteX3" fmla="*/ 43577 w 43576"/>
                <a:gd name="connsiteY3" fmla="*/ 84228 h 8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576" h="84227">
                  <a:moveTo>
                    <a:pt x="43577" y="84228"/>
                  </a:moveTo>
                  <a:lnTo>
                    <a:pt x="43577" y="0"/>
                  </a:lnTo>
                  <a:lnTo>
                    <a:pt x="0" y="42114"/>
                  </a:lnTo>
                  <a:lnTo>
                    <a:pt x="43577" y="84228"/>
                  </a:lnTo>
                  <a:close/>
                </a:path>
              </a:pathLst>
            </a:custGeom>
            <a:solidFill>
              <a:schemeClr val="bg1"/>
            </a:solidFill>
            <a:ln w="21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pt-BR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C8E1F66-9302-4B7B-BD5D-CAB2B2FF8A68}"/>
                </a:ext>
              </a:extLst>
            </p:cNvPr>
            <p:cNvSpPr/>
            <p:nvPr/>
          </p:nvSpPr>
          <p:spPr>
            <a:xfrm>
              <a:off x="3648521" y="1321077"/>
              <a:ext cx="69709" cy="44544"/>
            </a:xfrm>
            <a:custGeom>
              <a:avLst/>
              <a:gdLst>
                <a:gd name="connsiteX0" fmla="*/ 69710 w 69709"/>
                <a:gd name="connsiteY0" fmla="*/ 22261 h 44544"/>
                <a:gd name="connsiteX1" fmla="*/ 42609 w 69709"/>
                <a:gd name="connsiteY1" fmla="*/ 0 h 44544"/>
                <a:gd name="connsiteX2" fmla="*/ 0 w 69709"/>
                <a:gd name="connsiteY2" fmla="*/ 0 h 44544"/>
                <a:gd name="connsiteX3" fmla="*/ 0 w 69709"/>
                <a:gd name="connsiteY3" fmla="*/ 44544 h 44544"/>
                <a:gd name="connsiteX4" fmla="*/ 42609 w 69709"/>
                <a:gd name="connsiteY4" fmla="*/ 44544 h 44544"/>
                <a:gd name="connsiteX5" fmla="*/ 69710 w 69709"/>
                <a:gd name="connsiteY5" fmla="*/ 22283 h 4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709" h="44544">
                  <a:moveTo>
                    <a:pt x="69710" y="22261"/>
                  </a:moveTo>
                  <a:cubicBezTo>
                    <a:pt x="69710" y="7248"/>
                    <a:pt x="58568" y="0"/>
                    <a:pt x="42609" y="0"/>
                  </a:cubicBezTo>
                  <a:lnTo>
                    <a:pt x="0" y="0"/>
                  </a:lnTo>
                  <a:lnTo>
                    <a:pt x="0" y="44544"/>
                  </a:lnTo>
                  <a:lnTo>
                    <a:pt x="42609" y="44544"/>
                  </a:lnTo>
                  <a:cubicBezTo>
                    <a:pt x="58590" y="44544"/>
                    <a:pt x="69710" y="37275"/>
                    <a:pt x="69710" y="22283"/>
                  </a:cubicBezTo>
                  <a:close/>
                </a:path>
              </a:pathLst>
            </a:custGeom>
            <a:solidFill>
              <a:schemeClr val="bg1"/>
            </a:solidFill>
            <a:ln w="21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pt-BR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7A69692-DE1A-40CD-A613-DE29C4FCD6E1}"/>
                </a:ext>
              </a:extLst>
            </p:cNvPr>
            <p:cNvSpPr/>
            <p:nvPr/>
          </p:nvSpPr>
          <p:spPr>
            <a:xfrm>
              <a:off x="3374996" y="1103711"/>
              <a:ext cx="375713" cy="338890"/>
            </a:xfrm>
            <a:custGeom>
              <a:avLst/>
              <a:gdLst>
                <a:gd name="connsiteX0" fmla="*/ 330158 w 375713"/>
                <a:gd name="connsiteY0" fmla="*/ 0 h 338890"/>
                <a:gd name="connsiteX1" fmla="*/ 45512 w 375713"/>
                <a:gd name="connsiteY1" fmla="*/ 0 h 338890"/>
                <a:gd name="connsiteX2" fmla="*/ 0 w 375713"/>
                <a:gd name="connsiteY2" fmla="*/ 45512 h 338890"/>
                <a:gd name="connsiteX3" fmla="*/ 0 w 375713"/>
                <a:gd name="connsiteY3" fmla="*/ 293378 h 338890"/>
                <a:gd name="connsiteX4" fmla="*/ 45512 w 375713"/>
                <a:gd name="connsiteY4" fmla="*/ 338891 h 338890"/>
                <a:gd name="connsiteX5" fmla="*/ 237219 w 375713"/>
                <a:gd name="connsiteY5" fmla="*/ 338891 h 338890"/>
                <a:gd name="connsiteX6" fmla="*/ 237219 w 375713"/>
                <a:gd name="connsiteY6" fmla="*/ 329212 h 338890"/>
                <a:gd name="connsiteX7" fmla="*/ 256577 w 375713"/>
                <a:gd name="connsiteY7" fmla="*/ 297271 h 338890"/>
                <a:gd name="connsiteX8" fmla="*/ 256577 w 375713"/>
                <a:gd name="connsiteY8" fmla="*/ 296303 h 338890"/>
                <a:gd name="connsiteX9" fmla="*/ 202848 w 375713"/>
                <a:gd name="connsiteY9" fmla="*/ 296303 h 338890"/>
                <a:gd name="connsiteX10" fmla="*/ 197041 w 375713"/>
                <a:gd name="connsiteY10" fmla="*/ 293873 h 338890"/>
                <a:gd name="connsiteX11" fmla="*/ 168972 w 375713"/>
                <a:gd name="connsiteY11" fmla="*/ 264836 h 338890"/>
                <a:gd name="connsiteX12" fmla="*/ 139935 w 375713"/>
                <a:gd name="connsiteY12" fmla="*/ 294368 h 338890"/>
                <a:gd name="connsiteX13" fmla="*/ 134601 w 375713"/>
                <a:gd name="connsiteY13" fmla="*/ 296303 h 338890"/>
                <a:gd name="connsiteX14" fmla="*/ 91519 w 375713"/>
                <a:gd name="connsiteY14" fmla="*/ 296303 h 338890"/>
                <a:gd name="connsiteX15" fmla="*/ 90551 w 375713"/>
                <a:gd name="connsiteY15" fmla="*/ 293400 h 338890"/>
                <a:gd name="connsiteX16" fmla="*/ 145743 w 375713"/>
                <a:gd name="connsiteY16" fmla="*/ 239671 h 338890"/>
                <a:gd name="connsiteX17" fmla="*/ 89584 w 375713"/>
                <a:gd name="connsiteY17" fmla="*/ 185448 h 338890"/>
                <a:gd name="connsiteX18" fmla="*/ 91046 w 375713"/>
                <a:gd name="connsiteY18" fmla="*/ 182544 h 338890"/>
                <a:gd name="connsiteX19" fmla="*/ 134623 w 375713"/>
                <a:gd name="connsiteY19" fmla="*/ 182544 h 338890"/>
                <a:gd name="connsiteX20" fmla="*/ 139462 w 375713"/>
                <a:gd name="connsiteY20" fmla="*/ 184480 h 338890"/>
                <a:gd name="connsiteX21" fmla="*/ 169961 w 375713"/>
                <a:gd name="connsiteY21" fmla="*/ 214979 h 338890"/>
                <a:gd name="connsiteX22" fmla="*/ 198525 w 375713"/>
                <a:gd name="connsiteY22" fmla="*/ 184480 h 338890"/>
                <a:gd name="connsiteX23" fmla="*/ 202891 w 375713"/>
                <a:gd name="connsiteY23" fmla="*/ 182544 h 338890"/>
                <a:gd name="connsiteX24" fmla="*/ 316650 w 375713"/>
                <a:gd name="connsiteY24" fmla="*/ 182544 h 338890"/>
                <a:gd name="connsiteX25" fmla="*/ 374745 w 375713"/>
                <a:gd name="connsiteY25" fmla="*/ 217410 h 338890"/>
                <a:gd name="connsiteX26" fmla="*/ 375713 w 375713"/>
                <a:gd name="connsiteY26" fmla="*/ 217410 h 338890"/>
                <a:gd name="connsiteX27" fmla="*/ 375713 w 375713"/>
                <a:gd name="connsiteY27" fmla="*/ 45512 h 338890"/>
                <a:gd name="connsiteX28" fmla="*/ 330201 w 375713"/>
                <a:gd name="connsiteY28" fmla="*/ 0 h 33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75713" h="338890">
                  <a:moveTo>
                    <a:pt x="330158" y="0"/>
                  </a:moveTo>
                  <a:lnTo>
                    <a:pt x="45512" y="0"/>
                  </a:lnTo>
                  <a:cubicBezTo>
                    <a:pt x="15508" y="0"/>
                    <a:pt x="0" y="15486"/>
                    <a:pt x="0" y="45512"/>
                  </a:cubicBezTo>
                  <a:lnTo>
                    <a:pt x="0" y="293378"/>
                  </a:lnTo>
                  <a:cubicBezTo>
                    <a:pt x="0" y="323383"/>
                    <a:pt x="15486" y="338891"/>
                    <a:pt x="45512" y="338891"/>
                  </a:cubicBezTo>
                  <a:lnTo>
                    <a:pt x="237219" y="338891"/>
                  </a:lnTo>
                  <a:lnTo>
                    <a:pt x="237219" y="329212"/>
                  </a:lnTo>
                  <a:cubicBezTo>
                    <a:pt x="237219" y="312263"/>
                    <a:pt x="243026" y="302584"/>
                    <a:pt x="256577" y="297271"/>
                  </a:cubicBezTo>
                  <a:lnTo>
                    <a:pt x="256577" y="296303"/>
                  </a:lnTo>
                  <a:lnTo>
                    <a:pt x="202848" y="296303"/>
                  </a:lnTo>
                  <a:cubicBezTo>
                    <a:pt x="199945" y="296303"/>
                    <a:pt x="198977" y="295809"/>
                    <a:pt x="197041" y="293873"/>
                  </a:cubicBezTo>
                  <a:lnTo>
                    <a:pt x="168972" y="264836"/>
                  </a:lnTo>
                  <a:lnTo>
                    <a:pt x="139935" y="294368"/>
                  </a:lnTo>
                  <a:cubicBezTo>
                    <a:pt x="138473" y="295830"/>
                    <a:pt x="137505" y="296303"/>
                    <a:pt x="134601" y="296303"/>
                  </a:cubicBezTo>
                  <a:lnTo>
                    <a:pt x="91519" y="296303"/>
                  </a:lnTo>
                  <a:cubicBezTo>
                    <a:pt x="89089" y="296303"/>
                    <a:pt x="89089" y="294841"/>
                    <a:pt x="90551" y="293400"/>
                  </a:cubicBezTo>
                  <a:lnTo>
                    <a:pt x="145743" y="239671"/>
                  </a:lnTo>
                  <a:lnTo>
                    <a:pt x="89584" y="185448"/>
                  </a:lnTo>
                  <a:cubicBezTo>
                    <a:pt x="88121" y="183985"/>
                    <a:pt x="88616" y="182544"/>
                    <a:pt x="91046" y="182544"/>
                  </a:cubicBezTo>
                  <a:lnTo>
                    <a:pt x="134623" y="182544"/>
                  </a:lnTo>
                  <a:cubicBezTo>
                    <a:pt x="137053" y="182544"/>
                    <a:pt x="138021" y="183017"/>
                    <a:pt x="139462" y="184480"/>
                  </a:cubicBezTo>
                  <a:lnTo>
                    <a:pt x="169961" y="214979"/>
                  </a:lnTo>
                  <a:lnTo>
                    <a:pt x="198525" y="184480"/>
                  </a:lnTo>
                  <a:cubicBezTo>
                    <a:pt x="199987" y="183017"/>
                    <a:pt x="200956" y="182544"/>
                    <a:pt x="202891" y="182544"/>
                  </a:cubicBezTo>
                  <a:lnTo>
                    <a:pt x="316650" y="182544"/>
                  </a:lnTo>
                  <a:cubicBezTo>
                    <a:pt x="342784" y="182544"/>
                    <a:pt x="366035" y="191255"/>
                    <a:pt x="374745" y="217410"/>
                  </a:cubicBezTo>
                  <a:lnTo>
                    <a:pt x="375713" y="217410"/>
                  </a:lnTo>
                  <a:lnTo>
                    <a:pt x="375713" y="45512"/>
                  </a:lnTo>
                  <a:cubicBezTo>
                    <a:pt x="375713" y="15508"/>
                    <a:pt x="360227" y="0"/>
                    <a:pt x="330201" y="0"/>
                  </a:cubicBezTo>
                  <a:close/>
                </a:path>
              </a:pathLst>
            </a:custGeom>
            <a:solidFill>
              <a:schemeClr val="bg1"/>
            </a:solidFill>
            <a:ln w="21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pt-BR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6F2BD7A-2219-4BBE-B415-3299367E5737}"/>
                </a:ext>
              </a:extLst>
            </p:cNvPr>
            <p:cNvSpPr/>
            <p:nvPr/>
          </p:nvSpPr>
          <p:spPr>
            <a:xfrm>
              <a:off x="3648521" y="1365600"/>
              <a:ext cx="102144" cy="76979"/>
            </a:xfrm>
            <a:custGeom>
              <a:avLst/>
              <a:gdLst>
                <a:gd name="connsiteX0" fmla="*/ 43577 w 102144"/>
                <a:gd name="connsiteY0" fmla="*/ 34371 h 76979"/>
                <a:gd name="connsiteX1" fmla="*/ 1462 w 102144"/>
                <a:gd name="connsiteY1" fmla="*/ 34371 h 76979"/>
                <a:gd name="connsiteX2" fmla="*/ 0 w 102144"/>
                <a:gd name="connsiteY2" fmla="*/ 35833 h 76979"/>
                <a:gd name="connsiteX3" fmla="*/ 0 w 102144"/>
                <a:gd name="connsiteY3" fmla="*/ 76980 h 76979"/>
                <a:gd name="connsiteX4" fmla="*/ 56632 w 102144"/>
                <a:gd name="connsiteY4" fmla="*/ 76980 h 76979"/>
                <a:gd name="connsiteX5" fmla="*/ 102145 w 102144"/>
                <a:gd name="connsiteY5" fmla="*/ 31467 h 76979"/>
                <a:gd name="connsiteX6" fmla="*/ 102145 w 102144"/>
                <a:gd name="connsiteY6" fmla="*/ 0 h 76979"/>
                <a:gd name="connsiteX7" fmla="*/ 101177 w 102144"/>
                <a:gd name="connsiteY7" fmla="*/ 0 h 76979"/>
                <a:gd name="connsiteX8" fmla="*/ 43577 w 102144"/>
                <a:gd name="connsiteY8" fmla="*/ 34371 h 7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144" h="76979">
                  <a:moveTo>
                    <a:pt x="43577" y="34371"/>
                  </a:moveTo>
                  <a:lnTo>
                    <a:pt x="1462" y="34371"/>
                  </a:lnTo>
                  <a:cubicBezTo>
                    <a:pt x="495" y="34371"/>
                    <a:pt x="0" y="34844"/>
                    <a:pt x="0" y="35833"/>
                  </a:cubicBezTo>
                  <a:lnTo>
                    <a:pt x="0" y="76980"/>
                  </a:lnTo>
                  <a:lnTo>
                    <a:pt x="56632" y="76980"/>
                  </a:lnTo>
                  <a:cubicBezTo>
                    <a:pt x="86637" y="76980"/>
                    <a:pt x="102145" y="61493"/>
                    <a:pt x="102145" y="31467"/>
                  </a:cubicBezTo>
                  <a:lnTo>
                    <a:pt x="102145" y="0"/>
                  </a:lnTo>
                  <a:lnTo>
                    <a:pt x="101177" y="0"/>
                  </a:lnTo>
                  <a:cubicBezTo>
                    <a:pt x="92466" y="26133"/>
                    <a:pt x="70204" y="34371"/>
                    <a:pt x="43577" y="34371"/>
                  </a:cubicBezTo>
                  <a:close/>
                </a:path>
              </a:pathLst>
            </a:custGeom>
            <a:solidFill>
              <a:schemeClr val="bg1"/>
            </a:solidFill>
            <a:ln w="21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17387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Espaç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C256A923-33D0-4843-B32C-451B65C0865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B61E3CB8-CA0E-430F-BDEE-1BEC3B922B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001" y="775520"/>
            <a:ext cx="11518900" cy="41784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lang="pt-BR" sz="14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/>
              <a:t>Clique para editar o texto mestre</a:t>
            </a:r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89C55DDC-9BF1-4F19-9DFA-8D99FB29A8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1" y="188913"/>
            <a:ext cx="11519450" cy="52401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pt-BR" sz="2400" b="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/>
              <a:t>Clique Para Editar o Texto Mestre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42C704AC-B13B-4329-B66B-0DAFEB2A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28504" y="6300619"/>
            <a:ext cx="9036000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pt-BR" sz="700" b="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pt-BR" noProof="0"/>
              <a:t>Fonte:  XXX, XXX, XXX | Notas: (1) XXX; (2) XXX; (3) XXX</a:t>
            </a:r>
          </a:p>
        </p:txBody>
      </p:sp>
      <p:sp>
        <p:nvSpPr>
          <p:cNvPr id="12" name="Espaço Reservado para Conteúdo 14">
            <a:extLst>
              <a:ext uri="{FF2B5EF4-FFF2-40B4-BE49-F238E27FC236}">
                <a16:creationId xmlns:a16="http://schemas.microsoft.com/office/drawing/2014/main" id="{A1E5BE9C-345B-4C17-A8FC-E0DF251C85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85399" y="1492737"/>
            <a:ext cx="5569501" cy="4528649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3" name="Espaço Reservado para Conteúdo 14">
            <a:extLst>
              <a:ext uri="{FF2B5EF4-FFF2-40B4-BE49-F238E27FC236}">
                <a16:creationId xmlns:a16="http://schemas.microsoft.com/office/drawing/2014/main" id="{6DAE97EB-4253-4070-A81F-C772679E023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85399" y="1228251"/>
            <a:ext cx="5569501" cy="292388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lIns="0" anchor="b">
            <a:spAutoFit/>
          </a:bodyPr>
          <a:lstStyle>
            <a:lvl1pPr>
              <a:defRPr lang="pt-BR" sz="13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/>
              <a:t>Clique para editar o texto mestre</a:t>
            </a:r>
          </a:p>
        </p:txBody>
      </p:sp>
      <p:sp>
        <p:nvSpPr>
          <p:cNvPr id="14" name="Espaço Reservado para Conteúdo 14">
            <a:extLst>
              <a:ext uri="{FF2B5EF4-FFF2-40B4-BE49-F238E27FC236}">
                <a16:creationId xmlns:a16="http://schemas.microsoft.com/office/drawing/2014/main" id="{93FE9B62-D0EA-46D2-BB34-F73E570226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6000" y="1492738"/>
            <a:ext cx="5568696" cy="453043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135000" indent="135000">
              <a:lnSpc>
                <a:spcPct val="100000"/>
              </a:lnSpc>
              <a:spcBef>
                <a:spcPts val="900"/>
              </a:spcBef>
              <a:defRPr sz="825" b="0">
                <a:solidFill>
                  <a:schemeClr val="accent6"/>
                </a:solidFill>
              </a:defRPr>
            </a:lvl2pPr>
            <a:lvl3pPr>
              <a:defRPr sz="900">
                <a:solidFill>
                  <a:schemeClr val="accent6"/>
                </a:solidFill>
              </a:defRPr>
            </a:lvl3pPr>
            <a:lvl4pPr>
              <a:defRPr sz="825">
                <a:solidFill>
                  <a:schemeClr val="accent6"/>
                </a:solidFill>
              </a:defRPr>
            </a:lvl4pPr>
            <a:lvl5pPr>
              <a:defRPr sz="825">
                <a:solidFill>
                  <a:schemeClr val="accent6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6" name="Espaço Reservado para Conteúdo 14">
            <a:extLst>
              <a:ext uri="{FF2B5EF4-FFF2-40B4-BE49-F238E27FC236}">
                <a16:creationId xmlns:a16="http://schemas.microsoft.com/office/drawing/2014/main" id="{FBBD5A1E-C31A-4AC4-AD59-43143E677C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6000" y="1228251"/>
            <a:ext cx="5568696" cy="292388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lIns="0" anchor="b">
            <a:spAutoFit/>
          </a:bodyPr>
          <a:lstStyle>
            <a:lvl1pPr>
              <a:defRPr lang="pt-BR" sz="1300" b="1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/>
              <a:t>Clique para editar o texto mestre</a:t>
            </a:r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DD4E643D-1097-4FA6-87F1-40463350B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96525" y="358585"/>
            <a:ext cx="1559476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7662893A-ECC6-47D3-940E-C86C91BD9C2C}" type="datetime4">
              <a:rPr lang="pt-BR" smtClean="0"/>
              <a:t>3 de agosto de 2026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1396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679">
          <p15:clr>
            <a:srgbClr val="FBAE40"/>
          </p15:clr>
        </p15:guide>
        <p15:guide id="1" pos="2536">
          <p15:clr>
            <a:srgbClr val="FBAE40"/>
          </p15:clr>
        </p15:guide>
        <p15:guide id="2" pos="4997">
          <p15:clr>
            <a:srgbClr val="FBAE40"/>
          </p15:clr>
        </p15:guide>
        <p15:guide id="3" pos="51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01297E8A-BBDE-4293-90C7-131F45678E37}"/>
              </a:ext>
            </a:extLst>
          </p:cNvPr>
          <p:cNvGrpSpPr/>
          <p:nvPr userDrawn="1"/>
        </p:nvGrpSpPr>
        <p:grpSpPr>
          <a:xfrm>
            <a:off x="-954966" y="0"/>
            <a:ext cx="850185" cy="1861222"/>
            <a:chOff x="-954966" y="304355"/>
            <a:chExt cx="850185" cy="1861222"/>
          </a:xfrm>
        </p:grpSpPr>
        <p:sp>
          <p:nvSpPr>
            <p:cNvPr id="37" name="Retângulo 13">
              <a:extLst>
                <a:ext uri="{FF2B5EF4-FFF2-40B4-BE49-F238E27FC236}">
                  <a16:creationId xmlns:a16="http://schemas.microsoft.com/office/drawing/2014/main" id="{3AA95D09-E6E1-455E-A12A-0B7004FA5266}"/>
                </a:ext>
              </a:extLst>
            </p:cNvPr>
            <p:cNvSpPr/>
            <p:nvPr userDrawn="1"/>
          </p:nvSpPr>
          <p:spPr>
            <a:xfrm>
              <a:off x="-954966" y="1885648"/>
              <a:ext cx="850185" cy="27992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9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126 126 126</a:t>
              </a:r>
            </a:p>
          </p:txBody>
        </p:sp>
        <p:sp>
          <p:nvSpPr>
            <p:cNvPr id="38" name="Retângulo 14">
              <a:extLst>
                <a:ext uri="{FF2B5EF4-FFF2-40B4-BE49-F238E27FC236}">
                  <a16:creationId xmlns:a16="http://schemas.microsoft.com/office/drawing/2014/main" id="{F11F0483-491A-4BB4-9426-359C3667CEA5}"/>
                </a:ext>
              </a:extLst>
            </p:cNvPr>
            <p:cNvSpPr/>
            <p:nvPr userDrawn="1"/>
          </p:nvSpPr>
          <p:spPr>
            <a:xfrm>
              <a:off x="-954966" y="936873"/>
              <a:ext cx="850185" cy="2799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9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255 188 0</a:t>
              </a:r>
            </a:p>
          </p:txBody>
        </p:sp>
        <p:sp>
          <p:nvSpPr>
            <p:cNvPr id="39" name="Retângulo 16">
              <a:extLst>
                <a:ext uri="{FF2B5EF4-FFF2-40B4-BE49-F238E27FC236}">
                  <a16:creationId xmlns:a16="http://schemas.microsoft.com/office/drawing/2014/main" id="{F132B67C-337F-4AD9-BDCC-DFFD7252F949}"/>
                </a:ext>
              </a:extLst>
            </p:cNvPr>
            <p:cNvSpPr/>
            <p:nvPr userDrawn="1"/>
          </p:nvSpPr>
          <p:spPr>
            <a:xfrm>
              <a:off x="-954966" y="1253132"/>
              <a:ext cx="850185" cy="27992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9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0 210 197</a:t>
              </a:r>
            </a:p>
          </p:txBody>
        </p:sp>
        <p:sp>
          <p:nvSpPr>
            <p:cNvPr id="40" name="Retângulo 18">
              <a:extLst>
                <a:ext uri="{FF2B5EF4-FFF2-40B4-BE49-F238E27FC236}">
                  <a16:creationId xmlns:a16="http://schemas.microsoft.com/office/drawing/2014/main" id="{FC03D85E-9A50-4C52-BEE1-98C62D9BC256}"/>
                </a:ext>
              </a:extLst>
            </p:cNvPr>
            <p:cNvSpPr/>
            <p:nvPr userDrawn="1"/>
          </p:nvSpPr>
          <p:spPr>
            <a:xfrm>
              <a:off x="-954966" y="304355"/>
              <a:ext cx="850185" cy="27992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9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0 0 0</a:t>
              </a:r>
            </a:p>
          </p:txBody>
        </p:sp>
        <p:sp>
          <p:nvSpPr>
            <p:cNvPr id="41" name="Retângulo 19">
              <a:extLst>
                <a:ext uri="{FF2B5EF4-FFF2-40B4-BE49-F238E27FC236}">
                  <a16:creationId xmlns:a16="http://schemas.microsoft.com/office/drawing/2014/main" id="{311565C6-9EB7-4E68-9DA3-88F7E38F2249}"/>
                </a:ext>
              </a:extLst>
            </p:cNvPr>
            <p:cNvSpPr/>
            <p:nvPr userDrawn="1"/>
          </p:nvSpPr>
          <p:spPr>
            <a:xfrm>
              <a:off x="-954966" y="620614"/>
              <a:ext cx="850185" cy="27992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9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50 52 54</a:t>
              </a:r>
            </a:p>
          </p:txBody>
        </p:sp>
        <p:sp>
          <p:nvSpPr>
            <p:cNvPr id="42" name="Retângulo 25">
              <a:extLst>
                <a:ext uri="{FF2B5EF4-FFF2-40B4-BE49-F238E27FC236}">
                  <a16:creationId xmlns:a16="http://schemas.microsoft.com/office/drawing/2014/main" id="{4098D990-3A3F-4006-8DF9-51A190E5F76D}"/>
                </a:ext>
              </a:extLst>
            </p:cNvPr>
            <p:cNvSpPr/>
            <p:nvPr userDrawn="1"/>
          </p:nvSpPr>
          <p:spPr>
            <a:xfrm>
              <a:off x="-954966" y="1569391"/>
              <a:ext cx="850185" cy="27992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9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64 64 64</a:t>
              </a:r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14DD45A-D6F2-46EA-AA62-68E98F5F4987}"/>
              </a:ext>
            </a:extLst>
          </p:cNvPr>
          <p:cNvSpPr txBox="1"/>
          <p:nvPr userDrawn="1"/>
        </p:nvSpPr>
        <p:spPr>
          <a:xfrm>
            <a:off x="11794866" y="6364275"/>
            <a:ext cx="267441" cy="230832"/>
          </a:xfrm>
          <a:prstGeom prst="rect">
            <a:avLst/>
          </a:prstGeom>
        </p:spPr>
        <p:txBody>
          <a:bodyPr vert="horz" wrap="square" lIns="0" tIns="25718" rIns="0" bIns="25718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lvl="0" algn="ctr"/>
            <a:fld id="{9B9BAEC2-C893-4510-BAEC-A634F6DBFF95}" type="slidenum">
              <a:rPr lang="pt-BR" altLang="pt-BR" sz="800" b="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lvl="0" algn="ctr"/>
              <a:t>‹#›</a:t>
            </a:fld>
            <a:endParaRPr lang="pt-BR" altLang="pt-BR" sz="800" b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3FAAD83-C482-4B7E-8CB8-CB3E60BE9194}"/>
              </a:ext>
            </a:extLst>
          </p:cNvPr>
          <p:cNvCxnSpPr/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7C2553-B825-4B03-AF3B-B56FF4A570D3}"/>
              </a:ext>
            </a:extLst>
          </p:cNvPr>
          <p:cNvSpPr txBox="1"/>
          <p:nvPr userDrawn="1"/>
        </p:nvSpPr>
        <p:spPr>
          <a:xfrm>
            <a:off x="10818891" y="6364275"/>
            <a:ext cx="876210" cy="230832"/>
          </a:xfrm>
          <a:prstGeom prst="rect">
            <a:avLst/>
          </a:prstGeom>
        </p:spPr>
        <p:txBody>
          <a:bodyPr vert="horz" wrap="square" lIns="0" tIns="25718" rIns="0" bIns="25718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lvl="0" algn="ctr">
              <a:defRPr sz="900" b="0"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1pPr>
          </a:lstStyle>
          <a:p>
            <a:pPr lvl="0" algn="r"/>
            <a:r>
              <a:rPr lang="pt-BR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EQUITY RESEARCH</a:t>
            </a:r>
          </a:p>
        </p:txBody>
      </p:sp>
      <p:cxnSp>
        <p:nvCxnSpPr>
          <p:cNvPr id="33" name="Conector Reto 170">
            <a:extLst>
              <a:ext uri="{FF2B5EF4-FFF2-40B4-BE49-F238E27FC236}">
                <a16:creationId xmlns:a16="http://schemas.microsoft.com/office/drawing/2014/main" id="{F2D51BA9-75B3-4424-AA8F-E379994343EA}"/>
              </a:ext>
            </a:extLst>
          </p:cNvPr>
          <p:cNvCxnSpPr>
            <a:cxnSpLocks/>
          </p:cNvCxnSpPr>
          <p:nvPr userDrawn="1"/>
        </p:nvCxnSpPr>
        <p:spPr>
          <a:xfrm flipV="1">
            <a:off x="691991" y="6297167"/>
            <a:ext cx="0" cy="3650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ate Placeholder 1">
            <a:extLst>
              <a:ext uri="{FF2B5EF4-FFF2-40B4-BE49-F238E27FC236}">
                <a16:creationId xmlns:a16="http://schemas.microsoft.com/office/drawing/2014/main" id="{4B83431C-0473-4242-B64D-3953534562FB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709026" y="345645"/>
            <a:ext cx="3146424" cy="210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+mn-lt"/>
                <a:ea typeface="Roboto Slab" pitchFamily="2" charset="0"/>
                <a:cs typeface="Roboto" panose="02000000000000000000" pitchFamily="2" charset="0"/>
              </a:defRPr>
            </a:lvl1pPr>
          </a:lstStyle>
          <a:p>
            <a:fld id="{521B65AD-6680-4E55-9559-1E586FD6154C}" type="datetime4">
              <a:rPr lang="pt-BR" smtClean="0"/>
              <a:t>3 de agosto de 2026</a:t>
            </a:fld>
            <a:endParaRPr lang="pt-BR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600E467-0AF0-45B5-9014-4BA6F4A1BFAB}"/>
              </a:ext>
            </a:extLst>
          </p:cNvPr>
          <p:cNvSpPr/>
          <p:nvPr userDrawn="1"/>
        </p:nvSpPr>
        <p:spPr>
          <a:xfrm>
            <a:off x="336550" y="6357706"/>
            <a:ext cx="270465" cy="243970"/>
          </a:xfrm>
          <a:custGeom>
            <a:avLst/>
            <a:gdLst>
              <a:gd name="connsiteX0" fmla="*/ 1430464 w 1964753"/>
              <a:gd name="connsiteY0" fmla="*/ 1369758 h 1772284"/>
              <a:gd name="connsiteX1" fmla="*/ 1653286 w 1964753"/>
              <a:gd name="connsiteY1" fmla="*/ 1369758 h 1772284"/>
              <a:gd name="connsiteX2" fmla="*/ 1795081 w 1964753"/>
              <a:gd name="connsiteY2" fmla="*/ 1253300 h 1772284"/>
              <a:gd name="connsiteX3" fmla="*/ 1653286 w 1964753"/>
              <a:gd name="connsiteY3" fmla="*/ 1136840 h 1772284"/>
              <a:gd name="connsiteX4" fmla="*/ 1430464 w 1964753"/>
              <a:gd name="connsiteY4" fmla="*/ 1136840 h 1772284"/>
              <a:gd name="connsiteX5" fmla="*/ 1430464 w 1964753"/>
              <a:gd name="connsiteY5" fmla="*/ 1369758 h 1772284"/>
              <a:gd name="connsiteX6" fmla="*/ 1430464 w 1964753"/>
              <a:gd name="connsiteY6" fmla="*/ 1772285 h 1772284"/>
              <a:gd name="connsiteX7" fmla="*/ 1726692 w 1964753"/>
              <a:gd name="connsiteY7" fmla="*/ 1772285 h 1772284"/>
              <a:gd name="connsiteX8" fmla="*/ 1964690 w 1964753"/>
              <a:gd name="connsiteY8" fmla="*/ 1534287 h 1772284"/>
              <a:gd name="connsiteX9" fmla="*/ 1964690 w 1964753"/>
              <a:gd name="connsiteY9" fmla="*/ 1369695 h 1772284"/>
              <a:gd name="connsiteX10" fmla="*/ 1959610 w 1964753"/>
              <a:gd name="connsiteY10" fmla="*/ 1369695 h 1772284"/>
              <a:gd name="connsiteX11" fmla="*/ 1658303 w 1964753"/>
              <a:gd name="connsiteY11" fmla="*/ 1549464 h 1772284"/>
              <a:gd name="connsiteX12" fmla="*/ 1438021 w 1964753"/>
              <a:gd name="connsiteY12" fmla="*/ 1549464 h 1772284"/>
              <a:gd name="connsiteX13" fmla="*/ 1430401 w 1964753"/>
              <a:gd name="connsiteY13" fmla="*/ 1557083 h 1772284"/>
              <a:gd name="connsiteX14" fmla="*/ 1430401 w 1964753"/>
              <a:gd name="connsiteY14" fmla="*/ 1772285 h 1772284"/>
              <a:gd name="connsiteX15" fmla="*/ 1012698 w 1964753"/>
              <a:gd name="connsiteY15" fmla="*/ 1253300 h 1772284"/>
              <a:gd name="connsiteX16" fmla="*/ 1240536 w 1964753"/>
              <a:gd name="connsiteY16" fmla="*/ 1473581 h 1772284"/>
              <a:gd name="connsiteX17" fmla="*/ 1240536 w 1964753"/>
              <a:gd name="connsiteY17" fmla="*/ 1033082 h 1772284"/>
              <a:gd name="connsiteX18" fmla="*/ 1012698 w 1964753"/>
              <a:gd name="connsiteY18" fmla="*/ 1253300 h 1772284"/>
              <a:gd name="connsiteX19" fmla="*/ 237998 w 1964753"/>
              <a:gd name="connsiteY19" fmla="*/ 1772285 h 1772284"/>
              <a:gd name="connsiteX20" fmla="*/ 1240599 w 1964753"/>
              <a:gd name="connsiteY20" fmla="*/ 1772285 h 1772284"/>
              <a:gd name="connsiteX21" fmla="*/ 1240599 w 1964753"/>
              <a:gd name="connsiteY21" fmla="*/ 1721676 h 1772284"/>
              <a:gd name="connsiteX22" fmla="*/ 1341882 w 1964753"/>
              <a:gd name="connsiteY22" fmla="*/ 1554607 h 1772284"/>
              <a:gd name="connsiteX23" fmla="*/ 1341882 w 1964753"/>
              <a:gd name="connsiteY23" fmla="*/ 1549527 h 1772284"/>
              <a:gd name="connsiteX24" fmla="*/ 1060831 w 1964753"/>
              <a:gd name="connsiteY24" fmla="*/ 1549527 h 1772284"/>
              <a:gd name="connsiteX25" fmla="*/ 1030478 w 1964753"/>
              <a:gd name="connsiteY25" fmla="*/ 1536890 h 1772284"/>
              <a:gd name="connsiteX26" fmla="*/ 883666 w 1964753"/>
              <a:gd name="connsiteY26" fmla="*/ 1384998 h 1772284"/>
              <a:gd name="connsiteX27" fmla="*/ 731774 w 1964753"/>
              <a:gd name="connsiteY27" fmla="*/ 1539431 h 1772284"/>
              <a:gd name="connsiteX28" fmla="*/ 703898 w 1964753"/>
              <a:gd name="connsiteY28" fmla="*/ 1549527 h 1772284"/>
              <a:gd name="connsiteX29" fmla="*/ 478599 w 1964753"/>
              <a:gd name="connsiteY29" fmla="*/ 1549527 h 1772284"/>
              <a:gd name="connsiteX30" fmla="*/ 473519 w 1964753"/>
              <a:gd name="connsiteY30" fmla="*/ 1534351 h 1772284"/>
              <a:gd name="connsiteX31" fmla="*/ 762127 w 1964753"/>
              <a:gd name="connsiteY31" fmla="*/ 1253300 h 1772284"/>
              <a:gd name="connsiteX32" fmla="*/ 468439 w 1964753"/>
              <a:gd name="connsiteY32" fmla="*/ 969708 h 1772284"/>
              <a:gd name="connsiteX33" fmla="*/ 476060 w 1964753"/>
              <a:gd name="connsiteY33" fmla="*/ 954532 h 1772284"/>
              <a:gd name="connsiteX34" fmla="*/ 703898 w 1964753"/>
              <a:gd name="connsiteY34" fmla="*/ 954532 h 1772284"/>
              <a:gd name="connsiteX35" fmla="*/ 729234 w 1964753"/>
              <a:gd name="connsiteY35" fmla="*/ 964628 h 1772284"/>
              <a:gd name="connsiteX36" fmla="*/ 888746 w 1964753"/>
              <a:gd name="connsiteY36" fmla="*/ 1124140 h 1772284"/>
              <a:gd name="connsiteX37" fmla="*/ 1038098 w 1964753"/>
              <a:gd name="connsiteY37" fmla="*/ 964628 h 1772284"/>
              <a:gd name="connsiteX38" fmla="*/ 1060894 w 1964753"/>
              <a:gd name="connsiteY38" fmla="*/ 954532 h 1772284"/>
              <a:gd name="connsiteX39" fmla="*/ 1655889 w 1964753"/>
              <a:gd name="connsiteY39" fmla="*/ 954532 h 1772284"/>
              <a:gd name="connsiteX40" fmla="*/ 1959674 w 1964753"/>
              <a:gd name="connsiteY40" fmla="*/ 1136840 h 1772284"/>
              <a:gd name="connsiteX41" fmla="*/ 1964754 w 1964753"/>
              <a:gd name="connsiteY41" fmla="*/ 1136840 h 1772284"/>
              <a:gd name="connsiteX42" fmla="*/ 1964754 w 1964753"/>
              <a:gd name="connsiteY42" fmla="*/ 237998 h 1772284"/>
              <a:gd name="connsiteX43" fmla="*/ 1726755 w 1964753"/>
              <a:gd name="connsiteY43" fmla="*/ 0 h 1772284"/>
              <a:gd name="connsiteX44" fmla="*/ 237998 w 1964753"/>
              <a:gd name="connsiteY44" fmla="*/ 0 h 1772284"/>
              <a:gd name="connsiteX45" fmla="*/ 0 w 1964753"/>
              <a:gd name="connsiteY45" fmla="*/ 237998 h 1772284"/>
              <a:gd name="connsiteX46" fmla="*/ 0 w 1964753"/>
              <a:gd name="connsiteY46" fmla="*/ 1534287 h 1772284"/>
              <a:gd name="connsiteX47" fmla="*/ 237998 w 1964753"/>
              <a:gd name="connsiteY47" fmla="*/ 1772285 h 1772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964753" h="1772284">
                <a:moveTo>
                  <a:pt x="1430464" y="1369758"/>
                </a:moveTo>
                <a:lnTo>
                  <a:pt x="1653286" y="1369758"/>
                </a:lnTo>
                <a:cubicBezTo>
                  <a:pt x="1736852" y="1369758"/>
                  <a:pt x="1795081" y="1331785"/>
                  <a:pt x="1795081" y="1253300"/>
                </a:cubicBezTo>
                <a:cubicBezTo>
                  <a:pt x="1795081" y="1174814"/>
                  <a:pt x="1736852" y="1136840"/>
                  <a:pt x="1653286" y="1136840"/>
                </a:cubicBezTo>
                <a:lnTo>
                  <a:pt x="1430464" y="1136840"/>
                </a:lnTo>
                <a:lnTo>
                  <a:pt x="1430464" y="1369758"/>
                </a:lnTo>
                <a:close/>
                <a:moveTo>
                  <a:pt x="1430464" y="1772285"/>
                </a:moveTo>
                <a:lnTo>
                  <a:pt x="1726692" y="1772285"/>
                </a:lnTo>
                <a:cubicBezTo>
                  <a:pt x="1883664" y="1772285"/>
                  <a:pt x="1964690" y="1691259"/>
                  <a:pt x="1964690" y="1534287"/>
                </a:cubicBezTo>
                <a:lnTo>
                  <a:pt x="1964690" y="1369695"/>
                </a:lnTo>
                <a:lnTo>
                  <a:pt x="1959610" y="1369695"/>
                </a:lnTo>
                <a:cubicBezTo>
                  <a:pt x="1914017" y="1506410"/>
                  <a:pt x="1797558" y="1549464"/>
                  <a:pt x="1658303" y="1549464"/>
                </a:cubicBezTo>
                <a:lnTo>
                  <a:pt x="1438021" y="1549464"/>
                </a:lnTo>
                <a:cubicBezTo>
                  <a:pt x="1432941" y="1549464"/>
                  <a:pt x="1430401" y="1552003"/>
                  <a:pt x="1430401" y="1557083"/>
                </a:cubicBezTo>
                <a:lnTo>
                  <a:pt x="1430401" y="1772285"/>
                </a:lnTo>
                <a:close/>
                <a:moveTo>
                  <a:pt x="1012698" y="1253300"/>
                </a:moveTo>
                <a:lnTo>
                  <a:pt x="1240536" y="1473581"/>
                </a:lnTo>
                <a:lnTo>
                  <a:pt x="1240536" y="1033082"/>
                </a:lnTo>
                <a:lnTo>
                  <a:pt x="1012698" y="1253300"/>
                </a:lnTo>
                <a:close/>
                <a:moveTo>
                  <a:pt x="237998" y="1772285"/>
                </a:moveTo>
                <a:lnTo>
                  <a:pt x="1240599" y="1772285"/>
                </a:lnTo>
                <a:lnTo>
                  <a:pt x="1240599" y="1721676"/>
                </a:lnTo>
                <a:cubicBezTo>
                  <a:pt x="1240599" y="1633093"/>
                  <a:pt x="1270953" y="1582420"/>
                  <a:pt x="1341882" y="1554607"/>
                </a:cubicBezTo>
                <a:lnTo>
                  <a:pt x="1341882" y="1549527"/>
                </a:lnTo>
                <a:lnTo>
                  <a:pt x="1060831" y="1549527"/>
                </a:lnTo>
                <a:cubicBezTo>
                  <a:pt x="1045655" y="1549527"/>
                  <a:pt x="1040574" y="1546987"/>
                  <a:pt x="1030478" y="1536890"/>
                </a:cubicBezTo>
                <a:lnTo>
                  <a:pt x="883666" y="1384998"/>
                </a:lnTo>
                <a:lnTo>
                  <a:pt x="731774" y="1539431"/>
                </a:lnTo>
                <a:cubicBezTo>
                  <a:pt x="724154" y="1547051"/>
                  <a:pt x="719137" y="1549527"/>
                  <a:pt x="703898" y="1549527"/>
                </a:cubicBezTo>
                <a:lnTo>
                  <a:pt x="478599" y="1549527"/>
                </a:lnTo>
                <a:cubicBezTo>
                  <a:pt x="465963" y="1549527"/>
                  <a:pt x="465963" y="1541907"/>
                  <a:pt x="473519" y="1534351"/>
                </a:cubicBezTo>
                <a:lnTo>
                  <a:pt x="762127" y="1253300"/>
                </a:lnTo>
                <a:lnTo>
                  <a:pt x="468439" y="969708"/>
                </a:lnTo>
                <a:cubicBezTo>
                  <a:pt x="460819" y="962089"/>
                  <a:pt x="463360" y="954532"/>
                  <a:pt x="476060" y="954532"/>
                </a:cubicBezTo>
                <a:lnTo>
                  <a:pt x="703898" y="954532"/>
                </a:lnTo>
                <a:cubicBezTo>
                  <a:pt x="716534" y="954532"/>
                  <a:pt x="721614" y="957072"/>
                  <a:pt x="729234" y="964628"/>
                </a:cubicBezTo>
                <a:lnTo>
                  <a:pt x="888746" y="1124140"/>
                </a:lnTo>
                <a:lnTo>
                  <a:pt x="1038098" y="964628"/>
                </a:lnTo>
                <a:cubicBezTo>
                  <a:pt x="1045718" y="957008"/>
                  <a:pt x="1050735" y="954532"/>
                  <a:pt x="1060894" y="954532"/>
                </a:cubicBezTo>
                <a:lnTo>
                  <a:pt x="1655889" y="954532"/>
                </a:lnTo>
                <a:cubicBezTo>
                  <a:pt x="1792605" y="954532"/>
                  <a:pt x="1914144" y="1000125"/>
                  <a:pt x="1959674" y="1136840"/>
                </a:cubicBezTo>
                <a:lnTo>
                  <a:pt x="1964754" y="1136840"/>
                </a:lnTo>
                <a:lnTo>
                  <a:pt x="1964754" y="237998"/>
                </a:lnTo>
                <a:cubicBezTo>
                  <a:pt x="1964754" y="81026"/>
                  <a:pt x="1883728" y="0"/>
                  <a:pt x="1726755" y="0"/>
                </a:cubicBezTo>
                <a:lnTo>
                  <a:pt x="237998" y="0"/>
                </a:lnTo>
                <a:cubicBezTo>
                  <a:pt x="81026" y="0"/>
                  <a:pt x="0" y="81026"/>
                  <a:pt x="0" y="237998"/>
                </a:cubicBezTo>
                <a:lnTo>
                  <a:pt x="0" y="1534287"/>
                </a:lnTo>
                <a:cubicBezTo>
                  <a:pt x="0" y="1691259"/>
                  <a:pt x="81026" y="1772285"/>
                  <a:pt x="237998" y="1772285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6" name="Espaço Reservado para Texto 6">
            <a:extLst>
              <a:ext uri="{FF2B5EF4-FFF2-40B4-BE49-F238E27FC236}">
                <a16:creationId xmlns:a16="http://schemas.microsoft.com/office/drawing/2014/main" id="{3A52104E-97DC-4B15-AED8-B82C6576670F}"/>
              </a:ext>
            </a:extLst>
          </p:cNvPr>
          <p:cNvSpPr txBox="1">
            <a:spLocks/>
          </p:cNvSpPr>
          <p:nvPr userDrawn="1"/>
        </p:nvSpPr>
        <p:spPr>
          <a:xfrm>
            <a:off x="8723310" y="567647"/>
            <a:ext cx="3132139" cy="1420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r" defTabSz="685808" rtl="0" eaLnBrk="1" latinLnBrk="0" hangingPunct="1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200" b="0" kern="1200">
                <a:solidFill>
                  <a:schemeClr val="bg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04817" indent="-136925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3902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41797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9690" indent="-130971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74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79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83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87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/>
              <a:t>Estratégia</a:t>
            </a:r>
            <a:r>
              <a:rPr lang="pt-BR" dirty="0"/>
              <a:t> de </a:t>
            </a:r>
            <a:r>
              <a:rPr lang="pt-BR" dirty="0" err="1"/>
              <a:t>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732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18" r:id="rId7"/>
    <p:sldLayoutId id="2147483920" r:id="rId8"/>
    <p:sldLayoutId id="2147483941" r:id="rId9"/>
    <p:sldLayoutId id="2147483944" r:id="rId10"/>
    <p:sldLayoutId id="2147483942" r:id="rId11"/>
    <p:sldLayoutId id="2147483943" r:id="rId12"/>
    <p:sldLayoutId id="2147483893" r:id="rId13"/>
    <p:sldLayoutId id="2147483952" r:id="rId14"/>
    <p:sldLayoutId id="2147483946" r:id="rId15"/>
    <p:sldLayoutId id="2147483916" r:id="rId16"/>
    <p:sldLayoutId id="2147483953" r:id="rId17"/>
    <p:sldLayoutId id="2147483957" r:id="rId18"/>
  </p:sldLayoutIdLst>
  <p:hf sldNum="0" hdr="0" ftr="0"/>
  <p:txStyles>
    <p:titleStyle>
      <a:lvl1pPr algn="l" defTabSz="685808" rtl="0" eaLnBrk="1" latinLnBrk="0" hangingPunct="1">
        <a:lnSpc>
          <a:spcPct val="90000"/>
        </a:lnSpc>
        <a:spcBef>
          <a:spcPct val="0"/>
        </a:spcBef>
        <a:buNone/>
        <a:defRPr sz="2251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8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None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404817" indent="-136925" algn="l" defTabSz="68580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1" kern="1200">
          <a:solidFill>
            <a:schemeClr val="tx2"/>
          </a:solidFill>
          <a:latin typeface="+mn-lt"/>
          <a:ea typeface="+mn-ea"/>
          <a:cs typeface="+mn-cs"/>
        </a:defRPr>
      </a:lvl2pPr>
      <a:lvl3pPr marL="673902" indent="-138114" algn="l" defTabSz="68580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2"/>
          </a:solidFill>
          <a:latin typeface="+mn-lt"/>
          <a:ea typeface="+mn-ea"/>
          <a:cs typeface="+mn-cs"/>
        </a:defRPr>
      </a:lvl3pPr>
      <a:lvl4pPr marL="941797" indent="-138114" algn="l" defTabSz="68580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825" kern="1200">
          <a:solidFill>
            <a:schemeClr val="tx2"/>
          </a:solidFill>
          <a:latin typeface="+mn-lt"/>
          <a:ea typeface="+mn-ea"/>
          <a:cs typeface="+mn-cs"/>
        </a:defRPr>
      </a:lvl4pPr>
      <a:lvl5pPr marL="1209690" indent="-130971" algn="l" defTabSz="68580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825" kern="1200">
          <a:solidFill>
            <a:schemeClr val="tx2"/>
          </a:solidFill>
          <a:latin typeface="+mn-lt"/>
          <a:ea typeface="+mn-ea"/>
          <a:cs typeface="+mn-cs"/>
        </a:defRPr>
      </a:lvl5pPr>
      <a:lvl6pPr marL="1885974" indent="-171453" algn="l" defTabSz="68580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9" indent="-171453" algn="l" defTabSz="68580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783" indent="-171453" algn="l" defTabSz="68580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7" indent="-171453" algn="l" defTabSz="68580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905" algn="l" defTabSz="6858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808" algn="l" defTabSz="6858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3" algn="l" defTabSz="6858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7" algn="l" defTabSz="6858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2" algn="l" defTabSz="6858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6" algn="l" defTabSz="6858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0" algn="l" defTabSz="6858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5" algn="l" defTabSz="6858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93">
          <p15:clr>
            <a:srgbClr val="F26B43"/>
          </p15:clr>
        </p15:guide>
        <p15:guide id="2" pos="212">
          <p15:clr>
            <a:srgbClr val="F26B43"/>
          </p15:clr>
        </p15:guide>
        <p15:guide id="3" pos="7468">
          <p15:clr>
            <a:srgbClr val="F26B43"/>
          </p15:clr>
        </p15:guide>
        <p15:guide id="4" orient="horz" pos="2273" userDrawn="1">
          <p15:clr>
            <a:srgbClr val="F26B43"/>
          </p15:clr>
        </p15:guide>
        <p15:guide id="5" orient="horz" pos="7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'1.0' encoding='UTF-8' standalone='yes'?>
<Relationships xmlns="http://schemas.openxmlformats.org/package/2006/relationships"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37.xml"/><Relationship Id="rId4" Type="http://schemas.openxmlformats.org/officeDocument/2006/relationships/chart" Target="../charts/chart38.xml"/></Relationships>
</file>

<file path=ppt/slides/_rels/slide30.xml.rels><?xml version='1.0' encoding='UTF-8' standalone='yes'?>
<Relationships xmlns="http://schemas.openxmlformats.org/package/2006/relationships"><Relationship Id="rId3" Type="http://schemas.openxmlformats.org/officeDocument/2006/relationships/image" Target="../media/ofs_bot.png"/><Relationship Id="rId2" Type="http://schemas.openxmlformats.org/officeDocument/2006/relationships/image" Target="../media/ofs_top.png"/><Relationship Id="rId1" Type="http://schemas.openxmlformats.org/officeDocument/2006/relationships/slideLayout" Target="../slideLayouts/slideLayout18.xml"/></Relationships>
</file>

<file path=ppt/slides/_rels/slide31.xml.rels><?xml version='1.0' encoding='UTF-8' standalone='yes'?>
<Relationships xmlns="http://schemas.openxmlformats.org/package/2006/relationships"><Relationship Id="rId2" Type="http://schemas.openxmlformats.org/officeDocument/2006/relationships/chart" Target="../charts/chart39.xml"/><Relationship Id="rId1" Type="http://schemas.openxmlformats.org/officeDocument/2006/relationships/slideLayout" Target="../slideLayouts/slideLayout18.xml"/></Relationships>
</file>

<file path=ppt/slides/_rels/slide32.xml.rels><?xml version='1.0' encoding='UTF-8' standalone='yes'?>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42.xml"/><Relationship Id="rId4" Type="http://schemas.openxmlformats.org/officeDocument/2006/relationships/chart" Target="../charts/chart43.xml"/></Relationships>
</file>

<file path=ppt/slides/_rels/slide33.xml.rels><?xml version='1.0' encoding='UTF-8' standalone='yes'?>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13.xml"/></Relationships>
</file>

<file path=ppt/slides/_rels/slide34.xml.rels><?xml version='1.0' encoding='UTF-8' standalone='yes'?>
<Relationships xmlns="http://schemas.openxmlformats.org/package/2006/relationships"><Relationship Id="rId3" Type="http://schemas.openxmlformats.org/officeDocument/2006/relationships/chart" Target="../charts/chart46.xml"/><Relationship Id="rId2" Type="http://schemas.openxmlformats.org/officeDocument/2006/relationships/chart" Target="../charts/chart47.xml"/><Relationship Id="rId1" Type="http://schemas.openxmlformats.org/officeDocument/2006/relationships/slideLayout" Target="../slideLayouts/slideLayout1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'1.0' encoding='UTF-8' standalone='yes'?>
<Relationships xmlns="http://schemas.openxmlformats.org/package/2006/relationships"><Relationship Id="rId3" Type="http://schemas.openxmlformats.org/officeDocument/2006/relationships/chart" Target="../charts/chart48.xml"/><Relationship Id="rId2" Type="http://schemas.openxmlformats.org/officeDocument/2006/relationships/chart" Target="../charts/chart49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50.xml"/><Relationship Id="rId4" Type="http://schemas.openxmlformats.org/officeDocument/2006/relationships/chart" Target="../charts/chart51.xml"/></Relationships>
</file>

<file path=ppt/slides/_rels/slide37.xml.rels><?xml version='1.0' encoding='UTF-8' standalone='yes'?>
<Relationships xmlns="http://schemas.openxmlformats.org/package/2006/relationships"><Relationship Id="rId2" Type="http://schemas.openxmlformats.org/officeDocument/2006/relationships/chart" Target="../charts/chart52.xml"/><Relationship Id="rId1" Type="http://schemas.openxmlformats.org/officeDocument/2006/relationships/slideLayout" Target="../slideLayouts/slideLayout18.xml"/></Relationships>
</file>

<file path=ppt/slides/_rels/slide38.xml.rels><?xml version='1.0' encoding='UTF-8' standalone='yes'?>
<Relationships xmlns="http://schemas.openxmlformats.org/package/2006/relationships"><Relationship Id="rId2" Type="http://schemas.openxmlformats.org/officeDocument/2006/relationships/chart" Target="../charts/chart53.xml"/><Relationship Id="rId1" Type="http://schemas.openxmlformats.org/officeDocument/2006/relationships/slideLayout" Target="../slideLayouts/slideLayout13.xml"/></Relationships>
</file>

<file path=ppt/slides/_rels/slide39.xml.rels><?xml version='1.0' encoding='UTF-8' standalone='yes'?>
<Relationships xmlns="http://schemas.openxmlformats.org/package/2006/relationships"><Relationship Id="rId2" Type="http://schemas.openxmlformats.org/officeDocument/2006/relationships/chart" Target="../charts/chart54.xml"/><Relationship Id="rId1" Type="http://schemas.openxmlformats.org/officeDocument/2006/relationships/slideLayout" Target="../slideLayouts/slideLayout1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'1.0' encoding='UTF-8' standalone='yes'?>
<Relationships xmlns="http://schemas.openxmlformats.org/package/2006/relationships"><Relationship Id="rId2" Type="http://schemas.openxmlformats.org/officeDocument/2006/relationships/image" Target="../media/spd_pt_final.png"/><Relationship Id="rId1" Type="http://schemas.openxmlformats.org/officeDocument/2006/relationships/slideLayout" Target="../slideLayouts/slideLayout13.xml"/></Relationships>
</file>

<file path=ppt/slides/_rels/slide42.xml.rels><?xml version='1.0' encoding='UTF-8' standalone='yes'?>
<Relationships xmlns="http://schemas.openxmlformats.org/package/2006/relationships"><Relationship Id="rId3" Type="http://schemas.openxmlformats.org/officeDocument/2006/relationships/chart" Target="../charts/chart55.xml"/><Relationship Id="rId2" Type="http://schemas.openxmlformats.org/officeDocument/2006/relationships/chart" Target="../charts/chart56.xml"/><Relationship Id="rId1" Type="http://schemas.openxmlformats.org/officeDocument/2006/relationships/slideLayout" Target="../slideLayouts/slideLayout18.xml"/></Relationships>
</file>

<file path=ppt/slides/_rels/slide43.xml.rels><?xml version='1.0' encoding='UTF-8' standalone='yes'?>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chart" Target="../charts/chart57.xml"/><Relationship Id="rId7" Type="http://schemas.openxmlformats.org/officeDocument/2006/relationships/image" Target="../media/image3.svg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58.xml"/><Relationship Id="rId5" Type="http://schemas.openxmlformats.org/officeDocument/2006/relationships/chart" Target="../charts/chart59.xml"/><Relationship Id="rId4" Type="http://schemas.openxmlformats.org/officeDocument/2006/relationships/chart" Target="../charts/chart60.xml"/></Relationships>
</file>

<file path=ppt/slides/_rels/slide44.xml.rels><?xml version='1.0' encoding='UTF-8' standalone='yes'?>
<Relationships xmlns="http://schemas.openxmlformats.org/package/2006/relationships"><Relationship Id="rId3" Type="http://schemas.openxmlformats.org/officeDocument/2006/relationships/chart" Target="../charts/chart61.xml"/><Relationship Id="rId2" Type="http://schemas.openxmlformats.org/officeDocument/2006/relationships/chart" Target="../charts/chart6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svg"/><Relationship Id="rId5" Type="http://schemas.openxmlformats.org/officeDocument/2006/relationships/image" Target="../media/image3.svg"/><Relationship Id="rId4" Type="http://schemas.openxmlformats.org/officeDocument/2006/relationships/chart" Target="../charts/chart6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'1.0' encoding='UTF-8' standalone='yes'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emf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'1.0' encoding='UTF-8' standalone='yes'?>
<Relationships xmlns="http://schemas.openxmlformats.org/package/2006/relationships"><Relationship Id="rId2" Type="http://schemas.openxmlformats.org/officeDocument/2006/relationships/chart" Target="../charts/chart64.xml"/><Relationship Id="rId1" Type="http://schemas.openxmlformats.org/officeDocument/2006/relationships/slideLayout" Target="../slideLayouts/slideLayout18.xml"/></Relationships>
</file>

<file path=ppt/slides/_rels/slide51.xml.rels><?xml version='1.0' encoding='UTF-8' standalone='yes'?>
<Relationships xmlns="http://schemas.openxmlformats.org/package/2006/relationships"><Relationship Id="rId2" Type="http://schemas.openxmlformats.org/officeDocument/2006/relationships/chart" Target="../charts/chart65.xml"/><Relationship Id="rId1" Type="http://schemas.openxmlformats.org/officeDocument/2006/relationships/slideLayout" Target="../slideLayouts/slideLayout18.xml"/></Relationships>
</file>

<file path=ppt/slides/_rels/slide52.xml.rels><?xml version='1.0' encoding='UTF-8' standalone='yes'?>
<Relationships xmlns="http://schemas.openxmlformats.org/package/2006/relationships"><Relationship Id="rId2" Type="http://schemas.openxmlformats.org/officeDocument/2006/relationships/chart" Target="../charts/chart66.xml"/><Relationship Id="rId1" Type="http://schemas.openxmlformats.org/officeDocument/2006/relationships/slideLayout" Target="../slideLayouts/slideLayout18.xml"/></Relationships>
</file>

<file path=ppt/slides/_rels/slide5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6.xml"/><Relationship Id="rId4" Type="http://schemas.openxmlformats.org/officeDocument/2006/relationships/chart" Target="../charts/char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E2BA7-F86B-4BB8-92F1-9098CB0CA1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1614" y="2823137"/>
            <a:ext cx="5043550" cy="386402"/>
          </a:xfrm>
        </p:spPr>
        <p:txBody>
          <a:bodyPr/>
          <a:lstStyle/>
          <a:p>
            <a:r>
              <a:rPr lang="pt-BR" dirty="0"/>
              <a:t>Atualização de carteiras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0ABBE-77B6-4628-A6E8-DB92CDB352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800151"/>
            <a:ext cx="2497016" cy="384942"/>
          </a:xfrm>
        </p:spPr>
        <p:txBody>
          <a:bodyPr anchor="t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Estrategista-chefe e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Chefe do Research</a:t>
            </a:r>
            <a:endParaRPr lang="pt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7EED4C-8A62-4D52-815E-0CE57E32EA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5627892"/>
            <a:ext cx="2497016" cy="141083"/>
          </a:xfrm>
        </p:spPr>
        <p:txBody>
          <a:bodyPr/>
          <a:lstStyle/>
          <a:p>
            <a:r>
              <a:rPr lang="pt-BR" dirty="0"/>
              <a:t>Fernando Ferreira, CFA</a:t>
            </a:r>
            <a:endParaRPr lang="pt-BR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E6D6008-9971-41B7-8C57-C05FEBE82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1612" y="5830002"/>
            <a:ext cx="1851284" cy="173233"/>
          </a:xfrm>
        </p:spPr>
        <p:txBody>
          <a:bodyPr/>
          <a:lstStyle/>
          <a:p>
            <a:fld id="{3916FC4E-F698-4B8E-9B63-8DF831CC81FB}" type="datetime4">
              <a:rPr lang="pt-BR" smtClean="0"/>
              <a:t>3 de agosto de 2026</a:t>
            </a:fld>
            <a:endParaRPr lang="pt-B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FE1FEF-B893-4C08-3417-43C0557977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1612" y="3290300"/>
            <a:ext cx="5360333" cy="535466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3D9921C-D685-24C1-1C7B-D94EAEF6811B}"/>
              </a:ext>
            </a:extLst>
          </p:cNvPr>
          <p:cNvSpPr txBox="1">
            <a:spLocks/>
          </p:cNvSpPr>
          <p:nvPr/>
        </p:nvSpPr>
        <p:spPr>
          <a:xfrm>
            <a:off x="8352806" y="5800150"/>
            <a:ext cx="2497016" cy="122185"/>
          </a:xfrm>
          <a:prstGeom prst="rect">
            <a:avLst/>
          </a:prstGeom>
          <a:noFill/>
          <a:effectLst/>
        </p:spPr>
        <p:txBody>
          <a:bodyPr wrap="square" lIns="0" tIns="0" rIns="0" bIns="0" rtlCol="0" anchor="b" anchorCtr="0">
            <a:noAutofit/>
          </a:bodyPr>
          <a:lstStyle>
            <a:lvl1pPr marL="0" indent="0" algn="l" defTabSz="685808" rtl="0" eaLnBrk="1" latinLnBrk="0" hangingPunct="1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00" b="0" i="0" kern="1200" dirty="0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04817" indent="-136925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3902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41797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9690" indent="-130971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74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79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83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87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Estrategista de Ações</a:t>
            </a:r>
            <a:endParaRPr lang="pt-BR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B67C086-1381-3CD0-1D0C-A7B594BAEF4E}"/>
              </a:ext>
            </a:extLst>
          </p:cNvPr>
          <p:cNvSpPr txBox="1">
            <a:spLocks/>
          </p:cNvSpPr>
          <p:nvPr/>
        </p:nvSpPr>
        <p:spPr>
          <a:xfrm>
            <a:off x="8352806" y="5627892"/>
            <a:ext cx="2497016" cy="141083"/>
          </a:xfrm>
          <a:prstGeom prst="rect">
            <a:avLst/>
          </a:prstGeom>
          <a:noFill/>
          <a:effectLst/>
        </p:spPr>
        <p:txBody>
          <a:bodyPr wrap="none" lIns="0" tIns="0" rIns="0" bIns="0" rtlCol="0" anchor="b" anchorCtr="0">
            <a:noAutofit/>
          </a:bodyPr>
          <a:lstStyle>
            <a:lvl1pPr marL="0" indent="0" algn="l" defTabSz="685808" rtl="0" eaLnBrk="1" latinLnBrk="0" hangingPunct="1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50" b="1" i="0" kern="1200" dirty="0">
                <a:solidFill>
                  <a:schemeClr val="bg1"/>
                </a:solidFill>
                <a:latin typeface="+mn-lt"/>
                <a:ea typeface="XP Light" pitchFamily="50" charset="0"/>
                <a:cs typeface="Roboto" panose="02000000000000000000" pitchFamily="2" charset="0"/>
              </a:defRPr>
            </a:lvl1pPr>
            <a:lvl2pPr marL="404817" indent="-136925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3902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41797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9690" indent="-130971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74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79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83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87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Raphael Figueredo</a:t>
            </a:r>
            <a:endParaRPr lang="pt-BR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D10B5A-1256-C652-F965-A1E86CAE045E}"/>
              </a:ext>
            </a:extLst>
          </p:cNvPr>
          <p:cNvSpPr txBox="1">
            <a:spLocks/>
          </p:cNvSpPr>
          <p:nvPr/>
        </p:nvSpPr>
        <p:spPr>
          <a:xfrm>
            <a:off x="6096000" y="6388528"/>
            <a:ext cx="2497016" cy="384942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noAutofit/>
          </a:bodyPr>
          <a:lstStyle>
            <a:lvl1pPr marL="0" indent="0" algn="l" defTabSz="685808" rtl="0" eaLnBrk="1" latinLnBrk="0" hangingPunct="1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00" b="0" i="0" kern="1200" dirty="0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04817" indent="-136925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3902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41797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9690" indent="-130971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74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79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83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87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Estrategista de Ações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ABF952F-6164-2703-7271-0F7809223EE3}"/>
              </a:ext>
            </a:extLst>
          </p:cNvPr>
          <p:cNvSpPr txBox="1">
            <a:spLocks/>
          </p:cNvSpPr>
          <p:nvPr/>
        </p:nvSpPr>
        <p:spPr>
          <a:xfrm>
            <a:off x="6096000" y="6216269"/>
            <a:ext cx="2497016" cy="141083"/>
          </a:xfrm>
          <a:prstGeom prst="rect">
            <a:avLst/>
          </a:prstGeom>
          <a:noFill/>
          <a:effectLst/>
        </p:spPr>
        <p:txBody>
          <a:bodyPr wrap="none" lIns="0" tIns="0" rIns="0" bIns="0" rtlCol="0" anchor="b" anchorCtr="0">
            <a:noAutofit/>
          </a:bodyPr>
          <a:lstStyle>
            <a:lvl1pPr marL="0" indent="0" algn="l" defTabSz="685808" rtl="0" eaLnBrk="1" latinLnBrk="0" hangingPunct="1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50" b="1" i="0" kern="1200" dirty="0">
                <a:solidFill>
                  <a:schemeClr val="bg1"/>
                </a:solidFill>
                <a:latin typeface="+mn-lt"/>
                <a:ea typeface="XP Light" pitchFamily="50" charset="0"/>
                <a:cs typeface="Roboto" panose="02000000000000000000" pitchFamily="2" charset="0"/>
              </a:defRPr>
            </a:lvl1pPr>
            <a:lvl2pPr marL="404817" indent="-136925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3902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41797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9690" indent="-130971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74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79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83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87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Caio Souza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74467CC-1B63-A7D8-4046-F7D3F4206A47}"/>
              </a:ext>
            </a:extLst>
          </p:cNvPr>
          <p:cNvSpPr txBox="1">
            <a:spLocks/>
          </p:cNvSpPr>
          <p:nvPr/>
        </p:nvSpPr>
        <p:spPr>
          <a:xfrm>
            <a:off x="8352806" y="6357352"/>
            <a:ext cx="2497016" cy="384942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 anchorCtr="0">
            <a:noAutofit/>
          </a:bodyPr>
          <a:lstStyle>
            <a:lvl1pPr marL="0" indent="0" algn="l" defTabSz="685808" rtl="0" eaLnBrk="1" latinLnBrk="0" hangingPunct="1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00" b="0" i="0" kern="1200" dirty="0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04817" indent="-136925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3902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41797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9690" indent="-130971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74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79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83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87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Estrategista Quantitativo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F454526-62D1-09F9-C2A3-550E341DCA63}"/>
              </a:ext>
            </a:extLst>
          </p:cNvPr>
          <p:cNvSpPr txBox="1">
            <a:spLocks/>
          </p:cNvSpPr>
          <p:nvPr/>
        </p:nvSpPr>
        <p:spPr>
          <a:xfrm>
            <a:off x="8352806" y="6155657"/>
            <a:ext cx="2497016" cy="141083"/>
          </a:xfrm>
          <a:prstGeom prst="rect">
            <a:avLst/>
          </a:prstGeom>
          <a:noFill/>
          <a:effectLst/>
        </p:spPr>
        <p:txBody>
          <a:bodyPr wrap="none" lIns="0" tIns="0" rIns="0" bIns="0" rtlCol="0" anchor="b" anchorCtr="0">
            <a:noAutofit/>
          </a:bodyPr>
          <a:lstStyle>
            <a:lvl1pPr marL="0" indent="0" algn="l" defTabSz="685808" rtl="0" eaLnBrk="1" latinLnBrk="0" hangingPunct="1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50" b="1" i="0" kern="1200" dirty="0">
                <a:solidFill>
                  <a:schemeClr val="bg1"/>
                </a:solidFill>
                <a:latin typeface="+mn-lt"/>
                <a:ea typeface="XP Light" pitchFamily="50" charset="0"/>
                <a:cs typeface="Roboto" panose="02000000000000000000" pitchFamily="2" charset="0"/>
              </a:defRPr>
            </a:lvl1pPr>
            <a:lvl2pPr marL="404817" indent="-136925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3902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41797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9690" indent="-130971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74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79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83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87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/>
              <a:t>Antonio</a:t>
            </a:r>
            <a:r>
              <a:rPr lang="pt-BR" dirty="0"/>
              <a:t> Mello</a:t>
            </a:r>
          </a:p>
        </p:txBody>
      </p:sp>
    </p:spTree>
    <p:extLst>
      <p:ext uri="{BB962C8B-B14F-4D97-AF65-F5344CB8AC3E}">
        <p14:creationId xmlns:p14="http://schemas.microsoft.com/office/powerpoint/2010/main" val="2910078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918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AE21-A2D8-2E3A-9F93-85DFDFB2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B0A7CC-8337-66D1-80D4-614B8B702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3898" y="5181710"/>
            <a:ext cx="10960102" cy="458908"/>
          </a:xfrm>
        </p:spPr>
        <p:txBody>
          <a:bodyPr/>
          <a:lstStyle/>
          <a:p>
            <a:r>
              <a:rPr lang="pt-BR" dirty="0"/>
              <a:t>Os mercados em agosto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82DA2-EECD-3A86-48AC-D6AB692AB7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Estratégia de 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0115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6E08-A6E3-E0B7-6221-D71A1162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7E1CD1-7794-EB75-593D-F7520BDC75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Saídas de estrangeiros atingem o maior nível desde março de 2020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E2C5A-0322-01BB-2168-842E140DD0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Os mercados em agosto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DBBF0-BF1F-D642-FF1B-4F13DF79DE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Fonte: B3, Bloomberg, XP Research. Dados até 31/08/2026.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7AD70-0ABD-4170-B837-6FC48627D7F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46452"/>
            <a:ext cx="5569501" cy="272382"/>
          </a:xfrm>
        </p:spPr>
        <p:txBody>
          <a:bodyPr/>
          <a:lstStyle/>
          <a:p>
            <a:r>
              <a:rPr lang="pt-BR" dirty="0"/>
              <a:t>Fluxo de investidores na B3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081FA12-DAC0-762B-A138-6509C85B4DC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46452"/>
            <a:ext cx="5568696" cy="272382"/>
          </a:xfrm>
        </p:spPr>
        <p:txBody>
          <a:bodyPr/>
          <a:lstStyle/>
          <a:p>
            <a:r>
              <a:rPr lang="pt-BR" dirty="0"/>
              <a:t>Desempenho das bolsas globais (em dólares)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3157205-5326-94DE-0231-FA2B46EE17C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3538678-D545-4ECD-B4F5-84842809154C}" type="datetime4">
              <a:rPr lang="pt-BR" noProof="0" smtClean="0"/>
              <a:t>31 de agosto de 2026</a:t>
            </a:fld>
            <a:endParaRPr lang="pt-BR" noProof="0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230C01E-0366-DEAC-2B20-E40172EB46B2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3000255136"/>
              </p:ext>
            </p:extLst>
          </p:nvPr>
        </p:nvGraphicFramePr>
        <p:xfrm>
          <a:off x="336550" y="1566863"/>
          <a:ext cx="5567363" cy="4670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D6092C65-A515-1E62-1E45-14DFE7D155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302944"/>
              </p:ext>
            </p:extLst>
          </p:nvPr>
        </p:nvGraphicFramePr>
        <p:xfrm>
          <a:off x="6285398" y="1587222"/>
          <a:ext cx="5567363" cy="457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54881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B35BD-E7CC-7075-FE24-B6676E3D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CEE00B-103A-2287-A24A-4B2C791EAC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Financeiro e Utilidade Pública foram os destaques negativos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3476F-2C81-74B8-81B2-512C19208C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Os mercados em agosto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C57FE-D867-193D-6970-A1391ECD9D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>
                <a:latin typeface="Roboto"/>
                <a:ea typeface="Roboto"/>
                <a:cs typeface="Roboto"/>
              </a:rPr>
              <a:t>Fonte: Bloomberg, Economatica, XP Research. *Dados até 28/08/2026 por disponibilidade de dados.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C1E8799-524C-628A-CBCE-A8F717AA39B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46452"/>
            <a:ext cx="11520000" cy="272382"/>
          </a:xfrm>
        </p:spPr>
        <p:txBody>
          <a:bodyPr/>
          <a:lstStyle/>
          <a:p>
            <a:r>
              <a:rPr lang="pt-BR" dirty="0"/>
              <a:t>Desempenho dos setores do Ibovespa*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65CBE35-5757-984F-D6DA-177352317B9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3538678-D545-4ECD-B4F5-84842809154C}" type="datetime4">
              <a:rPr lang="pt-BR" noProof="0" smtClean="0"/>
              <a:t>31 de agosto de 2026</a:t>
            </a:fld>
            <a:endParaRPr lang="pt-BR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189A3E-3774-2CCA-0C28-1BEBCF3A6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671697"/>
              </p:ext>
            </p:extLst>
          </p:nvPr>
        </p:nvGraphicFramePr>
        <p:xfrm>
          <a:off x="336000" y="1592564"/>
          <a:ext cx="11518904" cy="4382580"/>
        </p:xfrm>
        <a:graphic>
          <a:graphicData uri="http://schemas.openxmlformats.org/drawingml/2006/table">
            <a:tbl>
              <a:tblPr/>
              <a:tblGrid>
                <a:gridCol w="3387914">
                  <a:extLst>
                    <a:ext uri="{9D8B030D-6E8A-4147-A177-3AD203B41FA5}">
                      <a16:colId xmlns:a16="http://schemas.microsoft.com/office/drawing/2014/main" val="2425162416"/>
                    </a:ext>
                  </a:extLst>
                </a:gridCol>
                <a:gridCol w="1200289">
                  <a:extLst>
                    <a:ext uri="{9D8B030D-6E8A-4147-A177-3AD203B41FA5}">
                      <a16:colId xmlns:a16="http://schemas.microsoft.com/office/drawing/2014/main" val="2352857939"/>
                    </a:ext>
                  </a:extLst>
                </a:gridCol>
                <a:gridCol w="1200289">
                  <a:extLst>
                    <a:ext uri="{9D8B030D-6E8A-4147-A177-3AD203B41FA5}">
                      <a16:colId xmlns:a16="http://schemas.microsoft.com/office/drawing/2014/main" val="1383863379"/>
                    </a:ext>
                  </a:extLst>
                </a:gridCol>
                <a:gridCol w="1200289">
                  <a:extLst>
                    <a:ext uri="{9D8B030D-6E8A-4147-A177-3AD203B41FA5}">
                      <a16:colId xmlns:a16="http://schemas.microsoft.com/office/drawing/2014/main" val="1301831816"/>
                    </a:ext>
                  </a:extLst>
                </a:gridCol>
                <a:gridCol w="929256">
                  <a:extLst>
                    <a:ext uri="{9D8B030D-6E8A-4147-A177-3AD203B41FA5}">
                      <a16:colId xmlns:a16="http://schemas.microsoft.com/office/drawing/2014/main" val="1560811332"/>
                    </a:ext>
                  </a:extLst>
                </a:gridCol>
                <a:gridCol w="1200289">
                  <a:extLst>
                    <a:ext uri="{9D8B030D-6E8A-4147-A177-3AD203B41FA5}">
                      <a16:colId xmlns:a16="http://schemas.microsoft.com/office/drawing/2014/main" val="2712759832"/>
                    </a:ext>
                  </a:extLst>
                </a:gridCol>
                <a:gridCol w="1200289">
                  <a:extLst>
                    <a:ext uri="{9D8B030D-6E8A-4147-A177-3AD203B41FA5}">
                      <a16:colId xmlns:a16="http://schemas.microsoft.com/office/drawing/2014/main" val="918286356"/>
                    </a:ext>
                  </a:extLst>
                </a:gridCol>
                <a:gridCol w="1200289">
                  <a:extLst>
                    <a:ext uri="{9D8B030D-6E8A-4147-A177-3AD203B41FA5}">
                      <a16:colId xmlns:a16="http://schemas.microsoft.com/office/drawing/2014/main" val="379903063"/>
                    </a:ext>
                  </a:extLst>
                </a:gridCol>
              </a:tblGrid>
              <a:tr h="2191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10A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5A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3A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1A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2026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Jul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Ago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2233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Agro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BC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-12,9%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7D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-20,8%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-13,3%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7A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-3,9%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D7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F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17,9%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385592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Bancos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11,9%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4CC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2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CC9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0,1%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-6,8%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BA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695457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Bens de Capital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24,0%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17,2%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31,2%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29,0%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4,9%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EA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4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E1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386016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Educação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-10,7%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4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-10,6%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-11,7%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A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-18,9%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-28,2%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F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1,2%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591884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Inst. Financeiras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9,6%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D6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CB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17,5%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29,4%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17,4%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5,4%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E8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-2,2%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653795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Alimentos &amp; Bebidas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4,4%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2EC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6,4%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E4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20,8%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19,7%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4,8%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E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-3,4%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30532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Saúde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-15,1%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-3,8%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8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-12,0%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7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-9,4%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A1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2,1%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6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1,2%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906762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Construção Civil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7,3%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E0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-0,2%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-4,8%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E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-11,3%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D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-12,3%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38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6,1%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5387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Propriedades Comerciais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5,4%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E8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7D4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9,0%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8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12,5%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EC9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0,5%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-2,3%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-2,1%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594861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Mineração &amp; Siderurgia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23,7%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EB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15,9%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50,1%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11,8%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5CC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0,9%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4,5%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EC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860287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Óleo, Gás &amp; Petroquímicos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22,0%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28,8%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20,1%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51,1%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47,3%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16,5%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0,9%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461680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Papel &amp; Celulose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14,2%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C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-2,4%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D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-4,7%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-7,0%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B8B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9,0%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8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5,2%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827430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Varejo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BD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-25,7%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-15,1%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-17,6%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-16,3%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0,3%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E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-5,5%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219862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Saneamento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20,0%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32,8%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35,1%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14,3%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C1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-1,0%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-3,8%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8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-10,2%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8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888629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TMT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6,9%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E1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EA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13,6%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5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-12,6%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-11,6%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B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-2,1%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90126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Transportes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3,3%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F1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BD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-10,6%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4,4%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EC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-9,7%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E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-3,1%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17801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Utilidade Pública &amp; Energia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14,3%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C1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14,0%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C3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20,6%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35,3%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6,6%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3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-1,5%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880453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Ibovespa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11,8%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5CC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7,8%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EDEB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14,5%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9C1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24,5%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9,0%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2D8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3,5%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BF0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-0,3%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075765"/>
                  </a:ext>
                </a:extLst>
              </a:tr>
              <a:tr h="219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SMLL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6,5%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3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-6,2%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1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-1,5%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A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-7,9%</a:t>
                      </a:r>
                    </a:p>
                  </a:txBody>
                  <a:tcPr marL="5151" marR="5151" marT="5151" marB="0" anchor="b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BB0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-0,8%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-2,7%</a:t>
                      </a:r>
                    </a:p>
                  </a:txBody>
                  <a:tcPr marL="5151" marR="5151" marT="515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D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50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843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CEE1-293B-361F-51FB-55873EE0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7BC81A-3363-1CCE-2882-DE7688C141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Desempenho dos fatores e das cestas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C7E6C-BC19-D38B-AEB4-20CAE8747A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Os mercados em agosto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E32792-0036-C4FA-F916-99D2CACC8E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>
                <a:latin typeface="Roboto"/>
                <a:ea typeface="Roboto"/>
                <a:cs typeface="Roboto"/>
              </a:rPr>
              <a:t>Fonte: Economatica, XP Research. Dados até 28/08/2026.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BB2498-1E29-AD26-0A6C-2C929C161EAD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46452"/>
            <a:ext cx="5569501" cy="272382"/>
          </a:xfrm>
        </p:spPr>
        <p:txBody>
          <a:bodyPr/>
          <a:lstStyle/>
          <a:p>
            <a:r>
              <a:rPr lang="pt-BR" dirty="0"/>
              <a:t>Desempenho das cestas proprietárias XP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A157088-91A8-0922-62DB-2705B8EB88E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46452"/>
            <a:ext cx="5568696" cy="272382"/>
          </a:xfrm>
        </p:spPr>
        <p:txBody>
          <a:bodyPr/>
          <a:lstStyle/>
          <a:p>
            <a:r>
              <a:rPr lang="pt-BR" dirty="0"/>
              <a:t>Desempenho dos fatores long/short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4F0D23C-9452-786A-5496-E57AB5038EE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3538678-D545-4ECD-B4F5-84842809154C}" type="datetime4">
              <a:rPr lang="pt-BR" noProof="0" smtClean="0"/>
              <a:t>31 de agosto de 2026</a:t>
            </a:fld>
            <a:endParaRPr lang="pt-BR" noProof="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BD8A810-D785-E4C9-4AB1-65FD14AD2070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2615811213"/>
              </p:ext>
            </p:extLst>
          </p:nvPr>
        </p:nvGraphicFramePr>
        <p:xfrm>
          <a:off x="336550" y="1566863"/>
          <a:ext cx="5567363" cy="4408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41806ED-A4FE-528F-72BD-7EEAB438A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604315"/>
              </p:ext>
            </p:extLst>
          </p:nvPr>
        </p:nvGraphicFramePr>
        <p:xfrm>
          <a:off x="6285399" y="1566862"/>
          <a:ext cx="5567364" cy="4618284"/>
        </p:xfrm>
        <a:graphic>
          <a:graphicData uri="http://schemas.openxmlformats.org/drawingml/2006/table">
            <a:tbl>
              <a:tblPr/>
              <a:tblGrid>
                <a:gridCol w="1922814">
                  <a:extLst>
                    <a:ext uri="{9D8B030D-6E8A-4147-A177-3AD203B41FA5}">
                      <a16:colId xmlns:a16="http://schemas.microsoft.com/office/drawing/2014/main" val="3210477919"/>
                    </a:ext>
                  </a:extLst>
                </a:gridCol>
                <a:gridCol w="1822275">
                  <a:extLst>
                    <a:ext uri="{9D8B030D-6E8A-4147-A177-3AD203B41FA5}">
                      <a16:colId xmlns:a16="http://schemas.microsoft.com/office/drawing/2014/main" val="1621263411"/>
                    </a:ext>
                  </a:extLst>
                </a:gridCol>
                <a:gridCol w="1822275">
                  <a:extLst>
                    <a:ext uri="{9D8B030D-6E8A-4147-A177-3AD203B41FA5}">
                      <a16:colId xmlns:a16="http://schemas.microsoft.com/office/drawing/2014/main" val="2373513029"/>
                    </a:ext>
                  </a:extLst>
                </a:gridCol>
              </a:tblGrid>
              <a:tr h="209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Cesta</a:t>
                      </a: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No mês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Desempenho no ano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222750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Deterioração fiscal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23,3%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897567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Fluxo estrangeiro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6,6%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745240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Alta exposição ao dólar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9,3%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441045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Revisões negativas do sell-side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-10,9%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348474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Baixo short interest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-16,6%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611388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Alta qualidade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072671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Baixo risco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365658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Baixo valuation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-4,6%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874720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Política alternativa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9,9%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77061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Baixa alavancagem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842698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Alto short interest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683330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Alto momentum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123130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Baixa qualidade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-23,4%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802098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Alta alavancagem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-22,3%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331867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Large Caps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55652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Small Caps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-23,1%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757440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Baixo momentum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-17,7%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921122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Baixa exposição ao dólar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-5,4%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33863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Revisões positivas do sell-side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86630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Alto valuation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-5,9%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-20,3%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483271"/>
                  </a:ext>
                </a:extLst>
              </a:tr>
              <a:tr h="2099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Alto risco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-31,7%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167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501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AE21-A2D8-2E3A-9F93-85DFDFB2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B0A7CC-8337-66D1-80D4-614B8B702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3898" y="5181710"/>
            <a:ext cx="10960102" cy="458908"/>
          </a:xfrm>
        </p:spPr>
        <p:txBody>
          <a:bodyPr/>
          <a:lstStyle/>
          <a:p>
            <a:r>
              <a:rPr lang="pt-BR" dirty="0"/>
              <a:t>Encontrando oportunidades que ficaram para trás na Bolsa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82DA2-EECD-3A86-48AC-D6AB692AB7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Estratégia de 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0115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710792-9296-AFBA-3D36-FB5FC03A3D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pt-BR" sz="1400" dirty="0" err="1"/>
              <a:t>A divergência dentro da Bolsa brasileira aumentou</a:t>
            </a:r>
            <a:endParaRPr lang="pt-BR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93A39-D977-8E80-D081-AF67BB1E97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 err="1"/>
              <a:t>Encontrando oportunidades que ficaram para trás</a:t>
            </a: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793302-7CBA-CBC3-D5B8-2FB3D8467ABA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32602"/>
            <a:ext cx="5569501" cy="286232"/>
          </a:xfrm>
        </p:spPr>
        <p:txBody>
          <a:bodyPr/>
          <a:lstStyle/>
          <a:p>
            <a:r>
              <a:rPr lang="pt-BR" sz="1400" dirty="0" err="1"/>
              <a:t>Preço/Lucro – Cíclicos/Ibovespa</a:t>
            </a:r>
            <a:endParaRPr lang="pt-BR" sz="1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7E69A3-42B1-39FD-1007-1A0E7EA5A67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6000" y="3686919"/>
            <a:ext cx="5580611" cy="286232"/>
          </a:xfrm>
        </p:spPr>
        <p:txBody>
          <a:bodyPr/>
          <a:lstStyle/>
          <a:p>
            <a:r>
              <a:rPr lang="pt-BR" sz="1400" dirty="0"/>
              <a:t>Preço/Lucro – SMLL/Ibovespa</a:t>
            </a:r>
            <a:endParaRPr lang="pt-BR" sz="14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9FD983A-6FDA-0E13-D928-54AECA59CF7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85399" y="3686919"/>
            <a:ext cx="5569501" cy="286232"/>
          </a:xfrm>
        </p:spPr>
        <p:txBody>
          <a:bodyPr/>
          <a:lstStyle/>
          <a:p>
            <a:r>
              <a:rPr lang="pt-BR" sz="1400" dirty="0"/>
              <a:t>Fluxo estrangeiro em 2026 por segmento (em % de dias de ADTV)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E725E13-6CC2-8AD3-3B72-6633032966D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32602"/>
            <a:ext cx="5568696" cy="286232"/>
          </a:xfrm>
        </p:spPr>
        <p:txBody>
          <a:bodyPr/>
          <a:lstStyle/>
          <a:p>
            <a:r>
              <a:rPr lang="pt-BR" sz="1400" dirty="0"/>
              <a:t>Desempenho no ano por segmento do Ibovespa (100 = 30 de dez de 2025)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B67D00-5B77-F0E2-7119-703A22E00C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 err="1"/>
              <a:t>Fonte: Bloomberg, Economatica, XP Research.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B648A91-41B7-2080-1099-2833E584808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09F2C55-FE07-48D0-B117-45B02B65EEFA}" type="datetime4">
              <a:rPr lang="pt-BR" smtClean="0"/>
              <a:t>31 de agosto de 2026</a:t>
            </a:fld>
            <a:endParaRPr lang="pt-BR"/>
          </a:p>
        </p:txBody>
      </p:sp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20CC1AF2-43B4-F69F-946B-A02BE338B04B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3337635550"/>
              </p:ext>
            </p:extLst>
          </p:nvPr>
        </p:nvGraphicFramePr>
        <p:xfrm>
          <a:off x="336550" y="1566863"/>
          <a:ext cx="5567363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4" name="Content Placeholder 16">
            <a:extLst>
              <a:ext uri="{FF2B5EF4-FFF2-40B4-BE49-F238E27FC236}">
                <a16:creationId xmlns:a16="http://schemas.microsoft.com/office/drawing/2014/main" id="{50B590E9-961F-32AB-C6EA-B791A0F1C60C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2224627465"/>
              </p:ext>
            </p:extLst>
          </p:nvPr>
        </p:nvGraphicFramePr>
        <p:xfrm>
          <a:off x="6284913" y="1566863"/>
          <a:ext cx="5570537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ontent Placeholder 22">
            <a:extLst>
              <a:ext uri="{FF2B5EF4-FFF2-40B4-BE49-F238E27FC236}">
                <a16:creationId xmlns:a16="http://schemas.microsoft.com/office/drawing/2014/main" id="{817E9AA8-D8FA-0C83-BBCF-8A9211CF1A4D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4091267397"/>
              </p:ext>
            </p:extLst>
          </p:nvPr>
        </p:nvGraphicFramePr>
        <p:xfrm>
          <a:off x="336550" y="4021138"/>
          <a:ext cx="5580063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Content Placeholder 23">
            <a:extLst>
              <a:ext uri="{FF2B5EF4-FFF2-40B4-BE49-F238E27FC236}">
                <a16:creationId xmlns:a16="http://schemas.microsoft.com/office/drawing/2014/main" id="{8B0F8B90-04BB-2F54-50BC-A03E6952E6CC}"/>
              </a:ext>
            </a:extLst>
          </p:cNvPr>
          <p:cNvGraphicFramePr>
            <a:graphicFrameLocks noGrp="1"/>
          </p:cNvGraphicFramePr>
          <p:nvPr>
            <p:ph sz="quarter" idx="25"/>
            <p:extLst>
              <p:ext uri="{D42A27DB-BD31-4B8C-83A1-F6EECF244321}">
                <p14:modId xmlns:p14="http://schemas.microsoft.com/office/powerpoint/2010/main" val="3687434820"/>
              </p:ext>
            </p:extLst>
          </p:nvPr>
        </p:nvGraphicFramePr>
        <p:xfrm>
          <a:off x="6284913" y="4021138"/>
          <a:ext cx="5570537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519922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89C3-2DCD-D205-2937-7F6311794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7A1160-F8FC-822A-3BA8-D9EAFF9F21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pt-BR" sz="1400" dirty="0"/>
              <a:t>Um Score Out-of-Favor para a Bolsa brasileira. Onde está o valor?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E1225-4536-6269-DE71-E675494A9B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 err="1"/>
              <a:t>Encontrando oportunidades que ficaram para trás</a:t>
            </a:r>
            <a:endParaRPr lang="pt-BR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7B11BBB-6D76-9AD6-E05C-B014F414951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32602"/>
            <a:ext cx="11520000" cy="286232"/>
          </a:xfrm>
        </p:spPr>
        <p:txBody>
          <a:bodyPr/>
          <a:lstStyle/>
          <a:p>
            <a:r>
              <a:rPr lang="pt-BR" sz="1400" dirty="0"/>
              <a:t>Score Out-of-Favor – componentes do Top 15% e do Bottom 15%</a:t>
            </a:r>
            <a:endParaRPr lang="pt-BR" sz="1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11F9A13-3422-3C74-C872-5A01AE0D50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 err="1"/>
              <a:t>Fonte: Economatica, XP Research.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5B1A7A7-B54F-420E-4F69-EDE892099A7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09F2C55-FE07-48D0-B117-45B02B65EEFA}" type="datetime4">
              <a:rPr lang="pt-BR" smtClean="0"/>
              <a:t>31 de agosto de 2026</a:t>
            </a:fld>
            <a:endParaRPr lang="pt-BR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AC8E6BD-857A-2A0B-9888-37ABA826D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03" y="1582528"/>
            <a:ext cx="5585288" cy="2340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D8E923A-3646-6906-EF17-6C3B4F814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306" y="1518834"/>
            <a:ext cx="5585292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773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298D8-850C-5EFA-FADA-B8A733A2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AAEDC8-175B-7D48-7523-3770D163B9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pt-BR" sz="1400" dirty="0"/>
              <a:t>Os cíclicos são os setores mais fora do radar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12DD5-4D2C-CE38-3187-C8CB38358B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Encontrando oportunidades que ficaram para trás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98B3E3-42D9-1AFE-E584-636AA60BDAC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32602"/>
            <a:ext cx="5569501" cy="286232"/>
          </a:xfrm>
        </p:spPr>
        <p:txBody>
          <a:bodyPr/>
          <a:lstStyle/>
          <a:p>
            <a:r>
              <a:rPr lang="pt-BR" sz="1400" dirty="0"/>
              <a:t>Score Out-of-Favor vs. Score de Qualidade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AA73C3-F33E-419E-7F9C-E72B49C07BC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32602"/>
            <a:ext cx="5568696" cy="286232"/>
          </a:xfrm>
        </p:spPr>
        <p:txBody>
          <a:bodyPr/>
          <a:lstStyle/>
          <a:p>
            <a:r>
              <a:rPr lang="pt-BR" sz="1400" dirty="0"/>
              <a:t>Score Out-of-Favor por setor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9E42840-4AFB-40FD-B244-9CECF17477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 err="1"/>
              <a:t>Fonte: Economatica, XP Research.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DA0C7A9-2AA4-567E-F2C9-38A5126927B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09F2C55-FE07-48D0-B117-45B02B65EEFA}" type="datetime4">
              <a:rPr lang="pt-BR" smtClean="0"/>
              <a:t>31 de agosto de 2026</a:t>
            </a:fld>
            <a:endParaRPr lang="pt-BR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B6657A0-435C-C55B-40A1-DCABDE5D1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599870"/>
              </p:ext>
            </p:extLst>
          </p:nvPr>
        </p:nvGraphicFramePr>
        <p:xfrm>
          <a:off x="336001" y="1566342"/>
          <a:ext cx="5568697" cy="4408285"/>
        </p:xfrm>
        <a:graphic>
          <a:graphicData uri="http://schemas.openxmlformats.org/drawingml/2006/table">
            <a:tbl>
              <a:tblPr/>
              <a:tblGrid>
                <a:gridCol w="1278195">
                  <a:extLst>
                    <a:ext uri="{9D8B030D-6E8A-4147-A177-3AD203B41FA5}">
                      <a16:colId xmlns:a16="http://schemas.microsoft.com/office/drawing/2014/main" val="3454245311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2995323581"/>
                    </a:ext>
                  </a:extLst>
                </a:gridCol>
                <a:gridCol w="879268">
                  <a:extLst>
                    <a:ext uri="{9D8B030D-6E8A-4147-A177-3AD203B41FA5}">
                      <a16:colId xmlns:a16="http://schemas.microsoft.com/office/drawing/2014/main" val="3708769611"/>
                    </a:ext>
                  </a:extLst>
                </a:gridCol>
                <a:gridCol w="879268">
                  <a:extLst>
                    <a:ext uri="{9D8B030D-6E8A-4147-A177-3AD203B41FA5}">
                      <a16:colId xmlns:a16="http://schemas.microsoft.com/office/drawing/2014/main" val="1682917930"/>
                    </a:ext>
                  </a:extLst>
                </a:gridCol>
                <a:gridCol w="879268">
                  <a:extLst>
                    <a:ext uri="{9D8B030D-6E8A-4147-A177-3AD203B41FA5}">
                      <a16:colId xmlns:a16="http://schemas.microsoft.com/office/drawing/2014/main" val="158279173"/>
                    </a:ext>
                  </a:extLst>
                </a:gridCol>
                <a:gridCol w="879268">
                  <a:extLst>
                    <a:ext uri="{9D8B030D-6E8A-4147-A177-3AD203B41FA5}">
                      <a16:colId xmlns:a16="http://schemas.microsoft.com/office/drawing/2014/main" val="3752352807"/>
                    </a:ext>
                  </a:extLst>
                </a:gridCol>
              </a:tblGrid>
              <a:tr h="45341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Setor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Nº de empresas</a:t>
                      </a:r>
                      <a:endParaRPr lang="pt-BR" sz="1050" b="1" i="0" u="none" strike="noStrike" dirty="0">
                        <a:solidFill>
                          <a:srgbClr val="FFFFFF"/>
                        </a:solidFill>
                        <a:effectLst/>
                        <a:latin typeface="Roboto  "/>
                      </a:endParaRP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50" b="1" i="0" u="none" strike="noStrike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Valuation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Short interest</a:t>
                      </a:r>
                      <a:endParaRPr lang="pt-BR" sz="1050" b="1" i="0" u="none" strike="noStrike" dirty="0">
                        <a:solidFill>
                          <a:srgbClr val="FFFFFF"/>
                        </a:solidFill>
                        <a:effectLst/>
                        <a:latin typeface="Roboto  "/>
                      </a:endParaRP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Momentum fraco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Score Out-of-Favor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26319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Varejo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15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1,1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D7B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EDDF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0,7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E4CC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0,7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E2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037178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 err="1">
                          <a:effectLst/>
                          <a:latin typeface="Roboto Light" panose="02000000000000000000" pitchFamily="2" charset="0"/>
                        </a:rPr>
                        <a:t>Construção Civil</a:t>
                      </a:r>
                      <a:endParaRPr lang="pt-BR" sz="1000" b="0" i="0" u="none" strike="noStrike" dirty="0"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9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DE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0,8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E1C6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0,6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E7D2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8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15631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Agronegócio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-0,6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CBE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2,0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420790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Alimentos &amp; Bebidas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5F1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EBDB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8D4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38151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Transportes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10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0,9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DDBE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-0,1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920680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Educação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1,0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AB7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-0,6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ABC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-0,1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0,1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051275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 err="1">
                          <a:effectLst/>
                          <a:latin typeface="Roboto Light" panose="02000000000000000000" pitchFamily="2" charset="0"/>
                        </a:rPr>
                        <a:t>Propriedades Comerciais</a:t>
                      </a:r>
                      <a:endParaRPr lang="pt-BR" sz="1000" b="0" i="0" u="none" strike="noStrike" dirty="0"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6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-0,1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DE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664952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Bancos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10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-0,1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787476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TMT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7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-0,7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5B7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0,1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5F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873612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Bens de Capital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8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-0,1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7433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Saneamento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-0,9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D8F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-0,6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6C8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0,7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E4CC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04839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Utilidade Pública &amp; Energia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11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1E4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6E9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-0,1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66761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Saúde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F2EA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-0,8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0A2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-0,6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C3C5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-0,4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764216"/>
                  </a:ext>
                </a:extLst>
              </a:tr>
              <a:tr h="432213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Óleo, Gás &amp; Petroquímicos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8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-0,7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DB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0,0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8F6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-0,4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0E3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280804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Inst. Financeiras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6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BDE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-0,2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-1,0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082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-0,6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244073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Papel &amp; Celulose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-0,6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DBF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8EB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-1,2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F71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-0,7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E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884725"/>
                  </a:ext>
                </a:extLst>
              </a:tr>
              <a:tr h="22016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 err="1">
                          <a:effectLst/>
                          <a:latin typeface="Roboto Light" panose="02000000000000000000" pitchFamily="2" charset="0"/>
                        </a:rPr>
                        <a:t>Mineração &amp; Siderurgia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-1,2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-0,7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7BA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 panose="02000000000000000000" pitchFamily="2" charset="0"/>
                        </a:rPr>
                        <a:t>-0,4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E7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 panose="02000000000000000000" pitchFamily="2" charset="0"/>
                        </a:rPr>
                        <a:t>-0,7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C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918225"/>
                  </a:ext>
                </a:extLst>
              </a:tr>
            </a:tbl>
          </a:graphicData>
        </a:graphic>
      </p:graphicFrame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5E1659B5-272C-BCB9-431F-327F2784090C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539419465"/>
              </p:ext>
            </p:extLst>
          </p:nvPr>
        </p:nvGraphicFramePr>
        <p:xfrm>
          <a:off x="6284913" y="1566863"/>
          <a:ext cx="5570537" cy="4408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1B0114C3-2AF6-2446-9FAD-C489E5F56504}"/>
              </a:ext>
            </a:extLst>
          </p:cNvPr>
          <p:cNvSpPr/>
          <p:nvPr/>
        </p:nvSpPr>
        <p:spPr>
          <a:xfrm>
            <a:off x="6773038" y="3645295"/>
            <a:ext cx="2625944" cy="1652198"/>
          </a:xfrm>
          <a:prstGeom prst="rect">
            <a:avLst/>
          </a:prstGeom>
          <a:solidFill>
            <a:schemeClr val="accent2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9BF44A-4540-3B08-232F-9E169EB5A059}"/>
              </a:ext>
            </a:extLst>
          </p:cNvPr>
          <p:cNvSpPr/>
          <p:nvPr/>
        </p:nvSpPr>
        <p:spPr>
          <a:xfrm>
            <a:off x="9398982" y="1566342"/>
            <a:ext cx="2455918" cy="2078953"/>
          </a:xfrm>
          <a:prstGeom prst="rect">
            <a:avLst/>
          </a:prstGeom>
          <a:solidFill>
            <a:schemeClr val="accent3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6464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B4351-FC3A-28D3-BDDD-8B919BE1E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24D804-0345-A7BF-3645-B70BDF7D8F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pt-BR" sz="1400" dirty="0" err="1"/>
              <a:t>Apresentando nosso Índice de Divergência XP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497A2-ECD3-04CA-6E66-81F9EFD4C5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 err="1"/>
              <a:t>Encontrando oportunidades que ficaram para trás</a:t>
            </a: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C56C66-606F-6249-9C3C-ABB6ABD6E0B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32602"/>
            <a:ext cx="5569501" cy="286232"/>
          </a:xfrm>
        </p:spPr>
        <p:txBody>
          <a:bodyPr/>
          <a:lstStyle/>
          <a:p>
            <a:r>
              <a:rPr lang="pt-BR" sz="1400" dirty="0" err="1"/>
              <a:t>Componente 1 – Divergência de valuation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1EC23F-78F0-4B4B-35E8-1CF9865DC9D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6000" y="3686919"/>
            <a:ext cx="5580611" cy="286232"/>
          </a:xfrm>
        </p:spPr>
        <p:txBody>
          <a:bodyPr/>
          <a:lstStyle/>
          <a:p>
            <a:r>
              <a:rPr lang="pt-BR" sz="1400" dirty="0" err="1"/>
              <a:t>Componente 2 – Divergência de momentum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AD98769-E60F-EF5B-6225-3037CCA9E9D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85399" y="3686919"/>
            <a:ext cx="5569501" cy="286232"/>
          </a:xfrm>
        </p:spPr>
        <p:txBody>
          <a:bodyPr/>
          <a:lstStyle/>
          <a:p>
            <a:r>
              <a:rPr lang="pt-BR" sz="1400" dirty="0" err="1"/>
              <a:t>Componente 3 – Divergência de short interest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588750A-920A-491D-4FD8-AC4C3254260F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32602"/>
            <a:ext cx="5568696" cy="286232"/>
          </a:xfrm>
        </p:spPr>
        <p:txBody>
          <a:bodyPr/>
          <a:lstStyle/>
          <a:p>
            <a:r>
              <a:rPr lang="pt-BR" sz="1400" dirty="0"/>
              <a:t>Índice de Divergência XP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066F63-CC09-4853-D836-88307F9C5C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 err="1"/>
              <a:t>Fonte: Economatica, XP Research.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A195135-62DE-9467-59C5-5B6BD4FEA64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09F2C55-FE07-48D0-B117-45B02B65EEFA}" type="datetime4">
              <a:rPr lang="pt-BR" smtClean="0"/>
              <a:t>31 de agosto de 2026</a:t>
            </a:fld>
            <a:endParaRPr lang="pt-BR"/>
          </a:p>
        </p:txBody>
      </p:sp>
      <p:graphicFrame>
        <p:nvGraphicFramePr>
          <p:cNvPr id="18" name="Content Placeholder 16">
            <a:extLst>
              <a:ext uri="{FF2B5EF4-FFF2-40B4-BE49-F238E27FC236}">
                <a16:creationId xmlns:a16="http://schemas.microsoft.com/office/drawing/2014/main" id="{B3B6ED40-1D70-A57C-07B4-C7E74688D376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3668023501"/>
              </p:ext>
            </p:extLst>
          </p:nvPr>
        </p:nvGraphicFramePr>
        <p:xfrm>
          <a:off x="336550" y="1566863"/>
          <a:ext cx="5567363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TextBox 1">
            <a:extLst>
              <a:ext uri="{FF2B5EF4-FFF2-40B4-BE49-F238E27FC236}">
                <a16:creationId xmlns:a16="http://schemas.microsoft.com/office/drawing/2014/main" id="{7C90014C-802D-CC91-D29C-EF9D5B99ECBE}"/>
              </a:ext>
            </a:extLst>
          </p:cNvPr>
          <p:cNvSpPr txBox="1"/>
          <p:nvPr/>
        </p:nvSpPr>
        <p:spPr>
          <a:xfrm>
            <a:off x="621784" y="1662099"/>
            <a:ext cx="1518669" cy="26973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000" dirty="0">
                <a:ln>
                  <a:noFill/>
                </a:ln>
                <a:latin typeface="Roboto  "/>
              </a:rPr>
              <a:t>Maior divergência</a:t>
            </a:r>
            <a:endParaRPr lang="pt-BR" sz="1000" dirty="0">
              <a:ln>
                <a:noFill/>
              </a:ln>
              <a:latin typeface="Roboto  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266BD3-54B8-182F-AF85-5919A2B4F291}"/>
              </a:ext>
            </a:extLst>
          </p:cNvPr>
          <p:cNvCxnSpPr/>
          <p:nvPr/>
        </p:nvCxnSpPr>
        <p:spPr>
          <a:xfrm flipV="1">
            <a:off x="691186" y="1612946"/>
            <a:ext cx="0" cy="288000"/>
          </a:xfrm>
          <a:prstGeom prst="straightConnector1">
            <a:avLst/>
          </a:prstGeom>
          <a:ln w="47625">
            <a:solidFill>
              <a:srgbClr val="1F2F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">
            <a:extLst>
              <a:ext uri="{FF2B5EF4-FFF2-40B4-BE49-F238E27FC236}">
                <a16:creationId xmlns:a16="http://schemas.microsoft.com/office/drawing/2014/main" id="{55A28F0B-4116-F9E5-C888-EC411EA94F96}"/>
              </a:ext>
            </a:extLst>
          </p:cNvPr>
          <p:cNvSpPr txBox="1"/>
          <p:nvPr/>
        </p:nvSpPr>
        <p:spPr>
          <a:xfrm>
            <a:off x="621784" y="3091722"/>
            <a:ext cx="1518669" cy="26973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000" dirty="0">
                <a:ln>
                  <a:noFill/>
                </a:ln>
                <a:latin typeface="Roboto  "/>
              </a:rPr>
              <a:t>Menor divergência</a:t>
            </a:r>
            <a:endParaRPr lang="pt-BR" sz="1000" dirty="0">
              <a:ln>
                <a:noFill/>
              </a:ln>
              <a:latin typeface="Roboto  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95D3E4-7928-DCE6-5047-8214437D5769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1186" y="3060837"/>
            <a:ext cx="0" cy="288000"/>
          </a:xfrm>
          <a:prstGeom prst="straightConnector1">
            <a:avLst/>
          </a:prstGeom>
          <a:ln w="47625">
            <a:solidFill>
              <a:srgbClr val="1F2F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23">
            <a:extLst>
              <a:ext uri="{FF2B5EF4-FFF2-40B4-BE49-F238E27FC236}">
                <a16:creationId xmlns:a16="http://schemas.microsoft.com/office/drawing/2014/main" id="{90033D3A-96F6-5C43-A629-83755BB8E0D0}"/>
              </a:ext>
            </a:extLst>
          </p:cNvPr>
          <p:cNvGraphicFramePr>
            <a:graphicFrameLocks noGrp="1"/>
          </p:cNvGraphicFramePr>
          <p:nvPr>
            <p:ph sz="quarter" idx="22"/>
          </p:nvPr>
        </p:nvGraphicFramePr>
        <p:xfrm>
          <a:off x="6284913" y="1566863"/>
          <a:ext cx="5570537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Content Placeholder 25">
            <a:extLst>
              <a:ext uri="{FF2B5EF4-FFF2-40B4-BE49-F238E27FC236}">
                <a16:creationId xmlns:a16="http://schemas.microsoft.com/office/drawing/2014/main" id="{4E7EFFAD-F6B2-CC02-087C-C76577014B50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3320461927"/>
              </p:ext>
            </p:extLst>
          </p:nvPr>
        </p:nvGraphicFramePr>
        <p:xfrm>
          <a:off x="336550" y="4021138"/>
          <a:ext cx="5580063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" name="Content Placeholder 24">
            <a:extLst>
              <a:ext uri="{FF2B5EF4-FFF2-40B4-BE49-F238E27FC236}">
                <a16:creationId xmlns:a16="http://schemas.microsoft.com/office/drawing/2014/main" id="{D120EDAD-8E91-F793-54A9-C301049F2A0B}"/>
              </a:ext>
            </a:extLst>
          </p:cNvPr>
          <p:cNvGraphicFramePr>
            <a:graphicFrameLocks noGrp="1"/>
          </p:cNvGraphicFramePr>
          <p:nvPr>
            <p:ph sz="quarter" idx="25"/>
            <p:extLst>
              <p:ext uri="{D42A27DB-BD31-4B8C-83A1-F6EECF244321}">
                <p14:modId xmlns:p14="http://schemas.microsoft.com/office/powerpoint/2010/main" val="3871350529"/>
              </p:ext>
            </p:extLst>
          </p:nvPr>
        </p:nvGraphicFramePr>
        <p:xfrm>
          <a:off x="6284913" y="4021138"/>
          <a:ext cx="5570537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34125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D0644-E345-05BB-1703-CEB36AC50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C200E6-63D8-8042-F6F1-73C1F4CA91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pt-BR" sz="1400" dirty="0"/>
              <a:t>Transformando os scores em sinais de posicionamento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20DF6-37A7-87D3-F87D-08EC15869B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 err="1"/>
              <a:t>Encontrando oportunidades que ficaram para trás</a:t>
            </a: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94DCB5-F74D-58D8-EB4B-5A9CA25FACD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32602"/>
            <a:ext cx="5569501" cy="286232"/>
          </a:xfrm>
        </p:spPr>
        <p:txBody>
          <a:bodyPr/>
          <a:lstStyle/>
          <a:p>
            <a:r>
              <a:rPr lang="pt-BR" sz="1400" dirty="0"/>
              <a:t>Retorno excedente sobre o CDI por ano-calendário (%)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5368F5-ED30-501C-E741-CE443B4EF09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85399" y="3686919"/>
            <a:ext cx="5569501" cy="286232"/>
          </a:xfrm>
        </p:spPr>
        <p:txBody>
          <a:bodyPr/>
          <a:lstStyle/>
          <a:p>
            <a:r>
              <a:rPr lang="pt-BR" sz="1400" dirty="0"/>
              <a:t>Principais métricas da estratégia contínua</a:t>
            </a:r>
            <a:endParaRPr lang="pt-BR" sz="14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B01E78C-C4EE-1556-2C28-4B70F8BFA88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32602"/>
            <a:ext cx="5568696" cy="286232"/>
          </a:xfrm>
        </p:spPr>
        <p:txBody>
          <a:bodyPr/>
          <a:lstStyle/>
          <a:p>
            <a:r>
              <a:rPr lang="pt-BR" sz="1400" dirty="0"/>
              <a:t>Estratégia contínua versus CDI (100 = maio de 2014)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6AD8C68-92AF-5B92-F644-F223289193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 err="1"/>
              <a:t>Fonte: Economatica, XP Research.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780FD72-4318-116E-60D9-135CE3ABCD6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09F2C55-FE07-48D0-B117-45B02B65EEFA}" type="datetime4">
              <a:rPr lang="pt-BR" smtClean="0"/>
              <a:t>31 de agosto de 2026</a:t>
            </a:fld>
            <a:endParaRPr lang="pt-BR"/>
          </a:p>
        </p:txBody>
      </p:sp>
      <p:graphicFrame>
        <p:nvGraphicFramePr>
          <p:cNvPr id="25" name="Chart 11">
            <a:extLst>
              <a:ext uri="{FF2B5EF4-FFF2-40B4-BE49-F238E27FC236}">
                <a16:creationId xmlns:a16="http://schemas.microsoft.com/office/drawing/2014/main" id="{5037C10E-DBBA-D1F8-7650-64290D70B453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2838734407"/>
              </p:ext>
            </p:extLst>
          </p:nvPr>
        </p:nvGraphicFramePr>
        <p:xfrm>
          <a:off x="333376" y="1566862"/>
          <a:ext cx="5567363" cy="4515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Chart 13">
            <a:extLst>
              <a:ext uri="{FF2B5EF4-FFF2-40B4-BE49-F238E27FC236}">
                <a16:creationId xmlns:a16="http://schemas.microsoft.com/office/drawing/2014/main" id="{AA8C4DEC-96AF-0B43-6744-61407F32E540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939296431"/>
              </p:ext>
            </p:extLst>
          </p:nvPr>
        </p:nvGraphicFramePr>
        <p:xfrm>
          <a:off x="6284913" y="1566863"/>
          <a:ext cx="5570537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Data table">
            <a:extLst>
              <a:ext uri="{FF2B5EF4-FFF2-40B4-BE49-F238E27FC236}">
                <a16:creationId xmlns:a16="http://schemas.microsoft.com/office/drawing/2014/main" id="{15692E98-C39C-B646-4628-AFC17DD88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678781"/>
              </p:ext>
            </p:extLst>
          </p:nvPr>
        </p:nvGraphicFramePr>
        <p:xfrm>
          <a:off x="6284914" y="4027127"/>
          <a:ext cx="5567364" cy="1996016"/>
        </p:xfrm>
        <a:graphic>
          <a:graphicData uri="http://schemas.openxmlformats.org/drawingml/2006/table">
            <a:tbl>
              <a:tblPr/>
              <a:tblGrid>
                <a:gridCol w="2800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16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dirty="0" err="1">
                          <a:solidFill>
                            <a:srgbClr val="000000"/>
                          </a:solidFill>
                          <a:latin typeface="Roboto  "/>
                        </a:rPr>
                        <a:t>Métrica</a:t>
                      </a:r>
                      <a:endParaRPr sz="1000" b="1" dirty="0">
                        <a:solidFill>
                          <a:schemeClr val="bg1"/>
                        </a:solidFill>
                        <a:latin typeface="Roboto  "/>
                      </a:endParaRP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Roboto  "/>
                      </a:endParaRP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214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effectLst/>
                          <a:latin typeface="Roboto Light"/>
                        </a:rPr>
                        <a:t>Taxa de acerto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50,0%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214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effectLst/>
                          <a:latin typeface="Roboto Light"/>
                        </a:rPr>
                        <a:t>Pior posição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-7,70%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214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effectLst/>
                          <a:latin typeface="Roboto Light"/>
                        </a:rPr>
                        <a:t>Excedente a.a.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-0,78%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214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effectLst/>
                          <a:latin typeface="Roboto Light"/>
                        </a:rPr>
                        <a:t>Sharpe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-0,03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7320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051184-B07B-F574-F957-49D59D910E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sz="1400" dirty="0"/>
              <a:t>Aprimorando a estratégia com sinais de entrada mais seletivos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79077-A4CB-8532-21E1-71A008F8F5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 err="1"/>
              <a:t>Encontrando oportunidades que ficaram para trás</a:t>
            </a: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65B7C2-C0B4-1689-6BA7-8B0918FBA86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46452"/>
            <a:ext cx="5569501" cy="272382"/>
          </a:xfrm>
        </p:spPr>
        <p:txBody>
          <a:bodyPr/>
          <a:lstStyle/>
          <a:p>
            <a:r>
              <a:rPr lang="pt-BR" sz="1300" dirty="0"/>
              <a:t>Trajetória média de uma posição vs. CDI (%)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E3D311-BD56-B6E3-BB13-AB452318597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6000" y="3700769"/>
            <a:ext cx="5580611" cy="272382"/>
          </a:xfrm>
        </p:spPr>
        <p:txBody>
          <a:bodyPr/>
          <a:lstStyle/>
          <a:p>
            <a:r>
              <a:rPr lang="pt-BR" sz="1300"/>
              <a:t>Resumo das estratégias</a:t>
            </a:r>
            <a:endParaRPr lang="pt-BR" sz="13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49A6107-F28F-FC53-B6E4-216E4640FD9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85399" y="3700769"/>
            <a:ext cx="5569501" cy="272382"/>
          </a:xfrm>
        </p:spPr>
        <p:txBody>
          <a:bodyPr/>
          <a:lstStyle/>
          <a:p>
            <a:r>
              <a:rPr lang="pt-BR" sz="1300" dirty="0"/>
              <a:t>Retorno excedente sobre o CDI por gatilho e prazo (% a.a.)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024D49A-EA96-BF86-A8FF-DAF7D74B539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46452"/>
            <a:ext cx="5568696" cy="272382"/>
          </a:xfrm>
        </p:spPr>
        <p:txBody>
          <a:bodyPr/>
          <a:lstStyle/>
          <a:p>
            <a:r>
              <a:rPr lang="pt-BR" sz="1300" dirty="0"/>
              <a:t>Índice de Divergência XP e sinais de entrada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6E71798-DF5A-41C1-4EC1-B95EB1700E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Fonte: Economatica, XP Research.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1AE1EB8-FF9A-D024-980B-84AD22D04DE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09F2C55-FE07-48D0-B117-45B02B65EEFA}" type="datetime4">
              <a:rPr lang="pt-BR" smtClean="0"/>
              <a:t>31 de agosto de 2026</a:t>
            </a:fld>
            <a:endParaRPr lang="pt-BR"/>
          </a:p>
        </p:txBody>
      </p:sp>
      <p:graphicFrame>
        <p:nvGraphicFramePr>
          <p:cNvPr id="14" name="Chart 11">
            <a:extLst>
              <a:ext uri="{FF2B5EF4-FFF2-40B4-BE49-F238E27FC236}">
                <a16:creationId xmlns:a16="http://schemas.microsoft.com/office/drawing/2014/main" id="{B8428942-7CDC-191D-222A-906035CD4090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642878932"/>
              </p:ext>
            </p:extLst>
          </p:nvPr>
        </p:nvGraphicFramePr>
        <p:xfrm>
          <a:off x="336550" y="1566863"/>
          <a:ext cx="5567363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5">
            <a:extLst>
              <a:ext uri="{FF2B5EF4-FFF2-40B4-BE49-F238E27FC236}">
                <a16:creationId xmlns:a16="http://schemas.microsoft.com/office/drawing/2014/main" id="{A5440D7F-DE3C-F55E-129A-5544A1952E41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1651786250"/>
              </p:ext>
            </p:extLst>
          </p:nvPr>
        </p:nvGraphicFramePr>
        <p:xfrm>
          <a:off x="6284913" y="1566863"/>
          <a:ext cx="5570537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Data table">
            <a:extLst>
              <a:ext uri="{FF2B5EF4-FFF2-40B4-BE49-F238E27FC236}">
                <a16:creationId xmlns:a16="http://schemas.microsoft.com/office/drawing/2014/main" id="{D774A12E-A461-FA83-F230-29513DA10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917928"/>
              </p:ext>
            </p:extLst>
          </p:nvPr>
        </p:nvGraphicFramePr>
        <p:xfrm>
          <a:off x="336000" y="4058170"/>
          <a:ext cx="5567913" cy="2094798"/>
        </p:xfrm>
        <a:graphic>
          <a:graphicData uri="http://schemas.openxmlformats.org/drawingml/2006/table">
            <a:tbl>
              <a:tblPr/>
              <a:tblGrid>
                <a:gridCol w="1271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47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sz="1600" dirty="0"/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Contínua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Seletiva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Seletiva c/ Qualidade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388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Posições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138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13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13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388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Excedente médio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-0,03%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+1,11%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+1,34%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388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Taxa de acerto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50,0%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61,5%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69,2%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388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Pior posição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-7,70%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-3,13%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-2,94%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388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Excedente a.a.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-0,78%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+13,48%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+16,60%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388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Sharpe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-0,03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1,14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1,48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" name="Data table">
            <a:extLst>
              <a:ext uri="{FF2B5EF4-FFF2-40B4-BE49-F238E27FC236}">
                <a16:creationId xmlns:a16="http://schemas.microsoft.com/office/drawing/2014/main" id="{91AFC9FD-9BD6-9DAB-64AC-299F36CA2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329456"/>
              </p:ext>
            </p:extLst>
          </p:nvPr>
        </p:nvGraphicFramePr>
        <p:xfrm>
          <a:off x="6284913" y="4058170"/>
          <a:ext cx="5567911" cy="2094796"/>
        </p:xfrm>
        <a:graphic>
          <a:graphicData uri="http://schemas.openxmlformats.org/drawingml/2006/table">
            <a:tbl>
              <a:tblPr/>
              <a:tblGrid>
                <a:gridCol w="985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74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74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74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74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3201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Entrada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Eventos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10d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15d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21d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30d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42d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63d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319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effectLst/>
                          <a:latin typeface="Roboto Light"/>
                        </a:rPr>
                        <a:t>+1,00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21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+5,5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+4,5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+6,6</a:t>
                      </a:r>
                    </a:p>
                  </a:txBody>
                  <a:tcPr marL="5837" marR="5837" marT="5837" marB="0" anchor="ctr">
                    <a:lnL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+5,1</a:t>
                      </a:r>
                    </a:p>
                  </a:txBody>
                  <a:tcPr marL="5837" marR="5837" marT="5837" marB="0" anchor="ctr">
                    <a:lnL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+3,3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-0,4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319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effectLst/>
                          <a:latin typeface="Roboto Light"/>
                        </a:rPr>
                        <a:t>+1,25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17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-1,5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-2,5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-2,1</a:t>
                      </a:r>
                    </a:p>
                  </a:txBody>
                  <a:tcPr marL="5837" marR="5837" marT="5837" marB="0" anchor="ctr">
                    <a:lnL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-2,0</a:t>
                      </a:r>
                    </a:p>
                  </a:txBody>
                  <a:tcPr marL="5837" marR="5837" marT="5837" marB="0" anchor="ctr">
                    <a:lnL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+1,8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-0,1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319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effectLst/>
                          <a:latin typeface="Roboto Light"/>
                        </a:rPr>
                        <a:t>+1,50</a:t>
                      </a:r>
                    </a:p>
                  </a:txBody>
                  <a:tcPr marL="5837" marR="5837" marT="5837" marB="0" anchor="ctr">
                    <a:lnL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13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+13,8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+16,3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effectLst/>
                          <a:latin typeface="Roboto Light"/>
                        </a:rPr>
                        <a:t>+16,6</a:t>
                      </a:r>
                    </a:p>
                  </a:txBody>
                  <a:tcPr marL="5837" marR="5837" marT="5837" marB="0" anchor="ctr">
                    <a:lnL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+11,2</a:t>
                      </a:r>
                    </a:p>
                  </a:txBody>
                  <a:tcPr marL="5837" marR="5837" marT="5837" marB="0" anchor="ctr">
                    <a:lnL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+11,6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+6,2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319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effectLst/>
                          <a:latin typeface="Roboto Light"/>
                        </a:rPr>
                        <a:t>+1,75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10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+20,6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+18,6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+6,1</a:t>
                      </a:r>
                    </a:p>
                  </a:txBody>
                  <a:tcPr marL="5837" marR="5837" marT="5837" marB="0" anchor="ctr">
                    <a:lnL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+6,7</a:t>
                      </a:r>
                    </a:p>
                  </a:txBody>
                  <a:tcPr marL="5837" marR="5837" marT="5837" marB="0" anchor="ctr">
                    <a:lnL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+10,0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+5,9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319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effectLst/>
                          <a:latin typeface="Roboto Light"/>
                        </a:rPr>
                        <a:t>+2,00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9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+29,9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+15,0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+8,9</a:t>
                      </a:r>
                    </a:p>
                  </a:txBody>
                  <a:tcPr marL="5837" marR="5837" marT="5837" marB="0" anchor="ctr">
                    <a:lnL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>
                          <a:effectLst/>
                          <a:latin typeface="Roboto Light"/>
                        </a:rPr>
                        <a:t>+12,3</a:t>
                      </a:r>
                    </a:p>
                  </a:txBody>
                  <a:tcPr marL="5837" marR="5837" marT="5837" marB="0" anchor="ctr">
                    <a:lnL w="9525" cap="flat" cmpd="sng" algn="ctr">
                      <a:solidFill>
                        <a:srgbClr val="18191A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+9,5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Roboto Light"/>
                        </a:rPr>
                        <a:t>+7,4</a:t>
                      </a:r>
                    </a:p>
                  </a:txBody>
                  <a:tcPr marL="5837" marR="5837" marT="58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8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507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AE21-A2D8-2E3A-9F93-85DFDFB2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B0A7CC-8337-66D1-80D4-614B8B702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3898" y="5181710"/>
            <a:ext cx="10960102" cy="458908"/>
          </a:xfrm>
        </p:spPr>
        <p:txBody>
          <a:bodyPr/>
          <a:lstStyle/>
          <a:p>
            <a:r>
              <a:rPr lang="pt-BR" dirty="0"/>
              <a:t>Avaliando os riscos para os lucros corporativos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82DA2-EECD-3A86-48AC-D6AB692AB7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Estratégia de 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0115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7AB7B-9589-CE22-FEC2-7E778E66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9F4A64-FFE0-76E1-DD4A-CD8B02A3BD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sz="1400" dirty="0"/>
              <a:t>Temporada fraca e riscos macro nublam a perspectiva de lucros…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FF066-6598-21FE-5045-D946BA1A4F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Avaliando os riscos para os lucros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E70ADE-B87F-B2D9-63F3-791F6BE366A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32602"/>
            <a:ext cx="5569501" cy="286232"/>
          </a:xfrm>
        </p:spPr>
        <p:txBody>
          <a:bodyPr/>
          <a:lstStyle/>
          <a:p>
            <a:r>
              <a:rPr lang="pt-BR" sz="1400" dirty="0" err="1"/>
              <a:t>Revisões da estimativa de PIB de 2027</a:t>
            </a:r>
            <a:endParaRPr lang="pt-BR" sz="1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D8D249-9E44-724F-6AF6-E5A43131A40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6000" y="3686919"/>
            <a:ext cx="5580611" cy="286232"/>
          </a:xfrm>
        </p:spPr>
        <p:txBody>
          <a:bodyPr/>
          <a:lstStyle/>
          <a:p>
            <a:r>
              <a:rPr lang="pt-BR" sz="1400" dirty="0"/>
              <a:t>Estimativas de crescimento do PIB do Brasil por trimestre (%)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44E1D6A-297A-363B-A173-E747485F1753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85399" y="3686919"/>
            <a:ext cx="5569501" cy="286232"/>
          </a:xfrm>
        </p:spPr>
        <p:txBody>
          <a:bodyPr/>
          <a:lstStyle/>
          <a:p>
            <a:r>
              <a:rPr lang="pt-BR" sz="1400" dirty="0" err="1">
                <a:latin typeface="Roboto light" panose="020B0604020202020204"/>
              </a:rPr>
              <a:t>Inadimplência da renda das famílias (%)</a:t>
            </a:r>
            <a:endParaRPr lang="pt-BR" sz="14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1AFB8D3-CA9F-E7A4-F8F8-C33A6702B07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32602"/>
            <a:ext cx="5568696" cy="286232"/>
          </a:xfrm>
        </p:spPr>
        <p:txBody>
          <a:bodyPr/>
          <a:lstStyle/>
          <a:p>
            <a:r>
              <a:rPr lang="pt-BR" sz="1400" dirty="0"/>
              <a:t>Surpresas de resultados do 2T26 (Realizado vs. estimativa XP)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0687772-FD6B-3E30-1A45-2B42FABE75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Fonte: IBGE, XP Research.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DD6C5A9-F5BD-4F6F-2FCD-FA1CE53FC4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09F2C55-FE07-48D0-B117-45B02B65EEFA}" type="datetime4">
              <a:rPr lang="pt-BR" smtClean="0"/>
              <a:t>31 de agosto de 2026</a:t>
            </a:fld>
            <a:endParaRPr lang="pt-BR"/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96056664-1C1C-F252-16E0-03FD1F56163B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3592682803"/>
              </p:ext>
            </p:extLst>
          </p:nvPr>
        </p:nvGraphicFramePr>
        <p:xfrm>
          <a:off x="336550" y="1566863"/>
          <a:ext cx="5567363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Gráfico 2">
            <a:extLst>
              <a:ext uri="{FF2B5EF4-FFF2-40B4-BE49-F238E27FC236}">
                <a16:creationId xmlns:a16="http://schemas.microsoft.com/office/drawing/2014/main" id="{8E8ED255-A724-5188-9124-DADB593D42B5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3206350757"/>
              </p:ext>
            </p:extLst>
          </p:nvPr>
        </p:nvGraphicFramePr>
        <p:xfrm>
          <a:off x="6284913" y="1566863"/>
          <a:ext cx="5570537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Gráfico 38">
            <a:extLst>
              <a:ext uri="{FF2B5EF4-FFF2-40B4-BE49-F238E27FC236}">
                <a16:creationId xmlns:a16="http://schemas.microsoft.com/office/drawing/2014/main" id="{31F49850-6442-8251-D8FF-CC5DF5E877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8385392"/>
              </p:ext>
            </p:extLst>
          </p:nvPr>
        </p:nvGraphicFramePr>
        <p:xfrm>
          <a:off x="345429" y="4012384"/>
          <a:ext cx="5558484" cy="2128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Gráfico 2">
            <a:extLst>
              <a:ext uri="{FF2B5EF4-FFF2-40B4-BE49-F238E27FC236}">
                <a16:creationId xmlns:a16="http://schemas.microsoft.com/office/drawing/2014/main" id="{8625E360-C379-6521-0EEF-BD146070D7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1317750"/>
              </p:ext>
            </p:extLst>
          </p:nvPr>
        </p:nvGraphicFramePr>
        <p:xfrm>
          <a:off x="6284913" y="4012384"/>
          <a:ext cx="5569501" cy="2128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150195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6EDBB-959A-971E-5322-F5DED9E33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53B2EC-662C-DE91-7558-8DFA2475AE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...mas as estimativas de lucros ainda apontam para um cenário construtivo</a:t>
            </a:r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68CEF-1519-EE83-75CB-D6EDE59841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Avaliando os riscos para os lucros</a:t>
            </a:r>
            <a:endParaRPr lang="pt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0217B-056E-6AA1-3E6F-442D601949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 err="1"/>
              <a:t>Fonte: Bloomberg, XP Research.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81BBB-3BFC-75FD-4C1D-6D2F7CEF68F3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48257"/>
            <a:ext cx="5569501" cy="272382"/>
          </a:xfrm>
        </p:spPr>
        <p:txBody>
          <a:bodyPr/>
          <a:lstStyle/>
          <a:p>
            <a:r>
              <a:rPr lang="pt-BR" dirty="0"/>
              <a:t>Estimativas de consenso de LPA XP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4CE30F-B4D8-F6F3-C780-05703AFEE43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068207"/>
            <a:ext cx="5568696" cy="452432"/>
          </a:xfrm>
        </p:spPr>
        <p:txBody>
          <a:bodyPr/>
          <a:lstStyle/>
          <a:p>
            <a:r>
              <a:rPr lang="pt-BR" dirty="0"/>
              <a:t>Consenso de LPA 12M – Ibovespa e ex-commodities (100 = set de 2025)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4FDE725-26FC-A4FC-2AB1-CCFAF6050E3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6586D6-303B-4A1A-856B-D1ACA4264ABE}" type="datetime4">
              <a:rPr lang="pt-BR" smtClean="0"/>
              <a:t>31 de agosto de 2026</a:t>
            </a:fld>
            <a:endParaRPr lang="pt-BR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5F4D7E0B-9D04-EE1A-9900-96C54D1FC244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3890964898"/>
              </p:ext>
            </p:extLst>
          </p:nvPr>
        </p:nvGraphicFramePr>
        <p:xfrm>
          <a:off x="336550" y="1614195"/>
          <a:ext cx="5567363" cy="4408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DE5A998-A84E-339F-525E-2081B9975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515687"/>
              </p:ext>
            </p:extLst>
          </p:nvPr>
        </p:nvGraphicFramePr>
        <p:xfrm>
          <a:off x="6285399" y="1614195"/>
          <a:ext cx="5567364" cy="4359159"/>
        </p:xfrm>
        <a:graphic>
          <a:graphicData uri="http://schemas.openxmlformats.org/drawingml/2006/table">
            <a:tbl>
              <a:tblPr/>
              <a:tblGrid>
                <a:gridCol w="1944764">
                  <a:extLst>
                    <a:ext uri="{9D8B030D-6E8A-4147-A177-3AD203B41FA5}">
                      <a16:colId xmlns:a16="http://schemas.microsoft.com/office/drawing/2014/main" val="3406032939"/>
                    </a:ext>
                  </a:extLst>
                </a:gridCol>
                <a:gridCol w="1811300">
                  <a:extLst>
                    <a:ext uri="{9D8B030D-6E8A-4147-A177-3AD203B41FA5}">
                      <a16:colId xmlns:a16="http://schemas.microsoft.com/office/drawing/2014/main" val="2423440579"/>
                    </a:ext>
                  </a:extLst>
                </a:gridCol>
                <a:gridCol w="1811300">
                  <a:extLst>
                    <a:ext uri="{9D8B030D-6E8A-4147-A177-3AD203B41FA5}">
                      <a16:colId xmlns:a16="http://schemas.microsoft.com/office/drawing/2014/main" val="3956303310"/>
                    </a:ext>
                  </a:extLst>
                </a:gridCol>
              </a:tblGrid>
              <a:tr h="207579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Crescimento do LPA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solidFill>
                      <a:srgbClr val="FFB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494340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Roboto  "/>
                        </a:rPr>
                        <a:t/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Roboto  "/>
                        </a:rPr>
                        <a:t>2026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Roboto  "/>
                        </a:rPr>
                        <a:t>2027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95908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Cobertura XP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13,0%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430083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Agronegócio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-19,8%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98784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Bancos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8,9%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18,0%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045671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Bens de Capital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8,0%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18,5%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700657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Inst. Financeiras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9,4%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437106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Alimentos &amp; Bebidas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-36,9%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22,0%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766106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Construção Civil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19,1%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21,4%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32210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Propriedades Comerciais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94086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Mineração &amp; Siderurgia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285,4%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588949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Óleo, Gás &amp; Petroquímicos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129,1%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-23,5%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70167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Papel &amp; Celulose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-44,2%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443846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Varejo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22,9%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359118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Saneamento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60,2%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071849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TMT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28,5%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21,0%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82516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Transportes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16,7%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27,8%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020965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Utilidade Pública &amp; Energia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18,5%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2,6%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424650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Ibovespa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27,4%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360553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Ibovespa ex-commodities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11,4%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173089"/>
                  </a:ext>
                </a:extLst>
              </a:tr>
              <a:tr h="2075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Ibovespa Commodities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106,7%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-11,2%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237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483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FC129-5980-D199-8FC3-C9243D0A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B1B4-7E68-5AB8-FEEB-5F4AD1CA6F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sz="1400" dirty="0"/>
              <a:t>Estimando o risco para os lucros em um cenário pessimista</a:t>
            </a:r>
            <a:endParaRPr lang="pt-BR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172E2-0324-9702-AB05-B5DA3CCD00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Avaliando os riscos para os lucros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CF994C-CCD6-1E14-608D-64611E1DF91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32602"/>
            <a:ext cx="5569501" cy="286232"/>
          </a:xfrm>
        </p:spPr>
        <p:txBody>
          <a:bodyPr/>
          <a:lstStyle/>
          <a:p>
            <a:r>
              <a:rPr lang="pt-BR" sz="1400" dirty="0"/>
              <a:t>Crescimento A/A do LPA do IBOV vs. crescimento A/A do PIB</a:t>
            </a:r>
            <a:endParaRPr lang="pt-BR" sz="14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5E31C06-3FB4-89FB-F107-ACD3707A354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85399" y="3686919"/>
            <a:ext cx="5569501" cy="286232"/>
          </a:xfrm>
        </p:spPr>
        <p:txBody>
          <a:bodyPr/>
          <a:lstStyle/>
          <a:p>
            <a:r>
              <a:rPr lang="pt-BR" sz="1400" dirty="0"/>
              <a:t>Correlação/beta histórico – LPA 12M do IBOV vs. PIB 12M do Focus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B0B47B7-CC38-B371-963B-DE5ADFE114B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32602"/>
            <a:ext cx="5568696" cy="286232"/>
          </a:xfrm>
        </p:spPr>
        <p:txBody>
          <a:bodyPr/>
          <a:lstStyle/>
          <a:p>
            <a:r>
              <a:rPr lang="pt-BR" sz="1400" dirty="0"/>
              <a:t>Sensibilidade dos lucros do Ibovespa em 2027 em um cenário pessimista</a:t>
            </a:r>
            <a:endParaRPr lang="pt-BR" sz="1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DFF785-133A-B23B-A2AE-74406CC8CA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Fonte: Bloomberg, XP Research.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5109C333-E2AE-7200-A407-78FD81EF826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09F2C55-FE07-48D0-B117-45B02B65EEFA}" type="datetime4">
              <a:rPr lang="pt-BR" smtClean="0"/>
              <a:t>31 de agosto de 2026</a:t>
            </a:fld>
            <a:endParaRPr lang="pt-BR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EB0F67B-3B6B-2287-6104-3B6B2D41E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515177"/>
              </p:ext>
            </p:extLst>
          </p:nvPr>
        </p:nvGraphicFramePr>
        <p:xfrm>
          <a:off x="336000" y="1558067"/>
          <a:ext cx="5568695" cy="2603381"/>
        </p:xfrm>
        <a:graphic>
          <a:graphicData uri="http://schemas.openxmlformats.org/drawingml/2006/table">
            <a:tbl>
              <a:tblPr/>
              <a:tblGrid>
                <a:gridCol w="1935461">
                  <a:extLst>
                    <a:ext uri="{9D8B030D-6E8A-4147-A177-3AD203B41FA5}">
                      <a16:colId xmlns:a16="http://schemas.microsoft.com/office/drawing/2014/main" val="397270451"/>
                    </a:ext>
                  </a:extLst>
                </a:gridCol>
                <a:gridCol w="1205418">
                  <a:extLst>
                    <a:ext uri="{9D8B030D-6E8A-4147-A177-3AD203B41FA5}">
                      <a16:colId xmlns:a16="http://schemas.microsoft.com/office/drawing/2014/main" val="4070698151"/>
                    </a:ext>
                  </a:extLst>
                </a:gridCol>
                <a:gridCol w="1188442">
                  <a:extLst>
                    <a:ext uri="{9D8B030D-6E8A-4147-A177-3AD203B41FA5}">
                      <a16:colId xmlns:a16="http://schemas.microsoft.com/office/drawing/2014/main" val="2369190274"/>
                    </a:ext>
                  </a:extLst>
                </a:gridCol>
                <a:gridCol w="1239374">
                  <a:extLst>
                    <a:ext uri="{9D8B030D-6E8A-4147-A177-3AD203B41FA5}">
                      <a16:colId xmlns:a16="http://schemas.microsoft.com/office/drawing/2014/main" val="1392036908"/>
                    </a:ext>
                  </a:extLst>
                </a:gridCol>
              </a:tblGrid>
              <a:tr h="2366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Métrica</a:t>
                      </a: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Base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Pessimista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Comentários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941292"/>
                  </a:ext>
                </a:extLst>
              </a:tr>
              <a:tr h="2366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Receitas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165.410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162.102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082044"/>
                  </a:ext>
                </a:extLst>
              </a:tr>
              <a:tr h="2366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EBITDA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49.816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44.584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206592"/>
                  </a:ext>
                </a:extLst>
              </a:tr>
              <a:tr h="2366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Margem EBITDA 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30,1%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27,5%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Méd. 5 anos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304339"/>
                  </a:ext>
                </a:extLst>
              </a:tr>
              <a:tr h="2366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D&amp;A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15.427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15.427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07234"/>
                  </a:ext>
                </a:extLst>
              </a:tr>
              <a:tr h="2366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EBIT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34.389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29.157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940297"/>
                  </a:ext>
                </a:extLst>
              </a:tr>
              <a:tr h="2366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Impostos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-8.253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-6.998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163575"/>
                  </a:ext>
                </a:extLst>
              </a:tr>
              <a:tr h="2366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Despesa financeira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-4.708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-4.863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100512"/>
                  </a:ext>
                </a:extLst>
              </a:tr>
              <a:tr h="2366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% Juros sobre receita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36766"/>
                  </a:ext>
                </a:extLst>
              </a:tr>
              <a:tr h="2366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Lucro líquido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21.428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17.296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036644"/>
                  </a:ext>
                </a:extLst>
              </a:tr>
              <a:tr h="2366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P/L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8,16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786759"/>
                  </a:ext>
                </a:extLst>
              </a:tr>
            </a:tbl>
          </a:graphicData>
        </a:graphic>
      </p:graphicFrame>
      <p:graphicFrame>
        <p:nvGraphicFramePr>
          <p:cNvPr id="21" name="Content Placeholder 19">
            <a:extLst>
              <a:ext uri="{FF2B5EF4-FFF2-40B4-BE49-F238E27FC236}">
                <a16:creationId xmlns:a16="http://schemas.microsoft.com/office/drawing/2014/main" id="{A3F76E28-2CEA-3A1C-310D-2C94F45C4542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575817069"/>
              </p:ext>
            </p:extLst>
          </p:nvPr>
        </p:nvGraphicFramePr>
        <p:xfrm>
          <a:off x="6284913" y="1566863"/>
          <a:ext cx="5570537" cy="1862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D635881-F613-373F-2BCB-2014C6036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85142"/>
              </p:ext>
            </p:extLst>
          </p:nvPr>
        </p:nvGraphicFramePr>
        <p:xfrm>
          <a:off x="6284913" y="4046327"/>
          <a:ext cx="5568695" cy="2001000"/>
        </p:xfrm>
        <a:graphic>
          <a:graphicData uri="http://schemas.openxmlformats.org/drawingml/2006/table">
            <a:tbl>
              <a:tblPr/>
              <a:tblGrid>
                <a:gridCol w="2329760">
                  <a:extLst>
                    <a:ext uri="{9D8B030D-6E8A-4147-A177-3AD203B41FA5}">
                      <a16:colId xmlns:a16="http://schemas.microsoft.com/office/drawing/2014/main" val="1172293452"/>
                    </a:ext>
                  </a:extLst>
                </a:gridCol>
                <a:gridCol w="1562644">
                  <a:extLst>
                    <a:ext uri="{9D8B030D-6E8A-4147-A177-3AD203B41FA5}">
                      <a16:colId xmlns:a16="http://schemas.microsoft.com/office/drawing/2014/main" val="1762829890"/>
                    </a:ext>
                  </a:extLst>
                </a:gridCol>
                <a:gridCol w="1676291">
                  <a:extLst>
                    <a:ext uri="{9D8B030D-6E8A-4147-A177-3AD203B41FA5}">
                      <a16:colId xmlns:a16="http://schemas.microsoft.com/office/drawing/2014/main" val="241215223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Período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Correlação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l-G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β</a:t>
                      </a: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39997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141A22"/>
                          </a:solidFill>
                          <a:effectLst/>
                          <a:latin typeface="Roboto Light" panose="02000000000000000000" pitchFamily="2" charset="0"/>
                        </a:rPr>
                        <a:t>2010–2026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+0,56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6,66%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7807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41A22"/>
                          </a:solidFill>
                          <a:effectLst/>
                          <a:latin typeface="Roboto Light" panose="02000000000000000000" pitchFamily="2" charset="0"/>
                        </a:rPr>
                        <a:t>2011–2014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-0,36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-5,22%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7459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141A22"/>
                          </a:solidFill>
                          <a:effectLst/>
                          <a:latin typeface="Roboto Light" panose="02000000000000000000" pitchFamily="2" charset="0"/>
                        </a:rPr>
                        <a:t>2015–2019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+0,40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4,20%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99938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41A22"/>
                          </a:solidFill>
                          <a:effectLst/>
                          <a:latin typeface="Roboto Light" panose="02000000000000000000" pitchFamily="2" charset="0"/>
                        </a:rPr>
                        <a:t>2020–2021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+0,79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8,32%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7488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41A22"/>
                          </a:solidFill>
                          <a:effectLst/>
                          <a:latin typeface="Roboto Light" panose="02000000000000000000" pitchFamily="2" charset="0"/>
                        </a:rPr>
                        <a:t>2022–2026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+0,09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2,15%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57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0622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1B4C1-94EE-30FA-8F8C-FF93729E1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61196C-AF66-55D0-48CA-8B8273590D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sz="1400" dirty="0"/>
              <a:t>O desempenho do Ibovespa tende a antecipar as recessões no Brasil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9950F-A004-AC9F-1008-E8227513DC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Avaliando os riscos para os lucros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417594-795A-A580-20F5-C98DDCF6033A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32602"/>
            <a:ext cx="5569501" cy="286232"/>
          </a:xfrm>
        </p:spPr>
        <p:txBody>
          <a:bodyPr/>
          <a:lstStyle/>
          <a:p>
            <a:r>
              <a:rPr lang="pt-BR" sz="1400" dirty="0"/>
              <a:t>Desempenho médio por setor nas recessões no Brasil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00ADF97-C4AD-7B7D-E07A-8F5E0C04544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35194" y="4247337"/>
            <a:ext cx="5569501" cy="286232"/>
          </a:xfrm>
        </p:spPr>
        <p:txBody>
          <a:bodyPr/>
          <a:lstStyle/>
          <a:p>
            <a:r>
              <a:rPr lang="pt-BR" sz="1400" dirty="0"/>
              <a:t>Desempenho do Ibovespa nas recessões no Brasil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A155B6A-B485-0250-24D6-BDFD3EC8A11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038703"/>
            <a:ext cx="5568696" cy="480131"/>
          </a:xfrm>
        </p:spPr>
        <p:txBody>
          <a:bodyPr/>
          <a:lstStyle/>
          <a:p>
            <a:r>
              <a:rPr lang="pt-BR" sz="1400" dirty="0"/>
              <a:t>Desempenho do Ibovespa nas recessões no Brasil (t = 0: início da recessão)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8B3C46F-AF47-C3E5-1BE7-6D99F8DC46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Fonte: Economatica, FGV, XP Research.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70F6E92-642B-55E9-0B20-102814BF5E5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09F2C55-FE07-48D0-B117-45B02B65EEFA}" type="datetime4">
              <a:rPr lang="pt-BR" smtClean="0"/>
              <a:t>31 de agosto de 2026</a:t>
            </a:fld>
            <a:endParaRPr lang="pt-BR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E160AAA-2D01-10DF-A87E-874231B048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3569230"/>
              </p:ext>
            </p:extLst>
          </p:nvPr>
        </p:nvGraphicFramePr>
        <p:xfrm>
          <a:off x="335195" y="1566863"/>
          <a:ext cx="5568696" cy="268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098C382-962B-1BA7-00DE-AD3660F3B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041631"/>
              </p:ext>
            </p:extLst>
          </p:nvPr>
        </p:nvGraphicFramePr>
        <p:xfrm>
          <a:off x="335194" y="4630963"/>
          <a:ext cx="5568696" cy="1408133"/>
        </p:xfrm>
        <a:graphic>
          <a:graphicData uri="http://schemas.openxmlformats.org/drawingml/2006/table">
            <a:tbl>
              <a:tblPr/>
              <a:tblGrid>
                <a:gridCol w="606005">
                  <a:extLst>
                    <a:ext uri="{9D8B030D-6E8A-4147-A177-3AD203B41FA5}">
                      <a16:colId xmlns:a16="http://schemas.microsoft.com/office/drawing/2014/main" val="2001971811"/>
                    </a:ext>
                  </a:extLst>
                </a:gridCol>
                <a:gridCol w="606005">
                  <a:extLst>
                    <a:ext uri="{9D8B030D-6E8A-4147-A177-3AD203B41FA5}">
                      <a16:colId xmlns:a16="http://schemas.microsoft.com/office/drawing/2014/main" val="1750091008"/>
                    </a:ext>
                  </a:extLst>
                </a:gridCol>
                <a:gridCol w="524192">
                  <a:extLst>
                    <a:ext uri="{9D8B030D-6E8A-4147-A177-3AD203B41FA5}">
                      <a16:colId xmlns:a16="http://schemas.microsoft.com/office/drawing/2014/main" val="1997977658"/>
                    </a:ext>
                  </a:extLst>
                </a:gridCol>
                <a:gridCol w="608813">
                  <a:extLst>
                    <a:ext uri="{9D8B030D-6E8A-4147-A177-3AD203B41FA5}">
                      <a16:colId xmlns:a16="http://schemas.microsoft.com/office/drawing/2014/main" val="126202087"/>
                    </a:ext>
                  </a:extLst>
                </a:gridCol>
                <a:gridCol w="709578">
                  <a:extLst>
                    <a:ext uri="{9D8B030D-6E8A-4147-A177-3AD203B41FA5}">
                      <a16:colId xmlns:a16="http://schemas.microsoft.com/office/drawing/2014/main" val="1394582048"/>
                    </a:ext>
                  </a:extLst>
                </a:gridCol>
                <a:gridCol w="606005">
                  <a:extLst>
                    <a:ext uri="{9D8B030D-6E8A-4147-A177-3AD203B41FA5}">
                      <a16:colId xmlns:a16="http://schemas.microsoft.com/office/drawing/2014/main" val="2443436693"/>
                    </a:ext>
                  </a:extLst>
                </a:gridCol>
                <a:gridCol w="696088">
                  <a:extLst>
                    <a:ext uri="{9D8B030D-6E8A-4147-A177-3AD203B41FA5}">
                      <a16:colId xmlns:a16="http://schemas.microsoft.com/office/drawing/2014/main" val="2750711275"/>
                    </a:ext>
                  </a:extLst>
                </a:gridCol>
                <a:gridCol w="606005">
                  <a:extLst>
                    <a:ext uri="{9D8B030D-6E8A-4147-A177-3AD203B41FA5}">
                      <a16:colId xmlns:a16="http://schemas.microsoft.com/office/drawing/2014/main" val="1710267996"/>
                    </a:ext>
                  </a:extLst>
                </a:gridCol>
                <a:gridCol w="606005">
                  <a:extLst>
                    <a:ext uri="{9D8B030D-6E8A-4147-A177-3AD203B41FA5}">
                      <a16:colId xmlns:a16="http://schemas.microsoft.com/office/drawing/2014/main" val="4280341398"/>
                    </a:ext>
                  </a:extLst>
                </a:gridCol>
              </a:tblGrid>
              <a:tr h="2923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"/>
                        </a:rPr>
                        <a:t>Recessão</a:t>
                      </a: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Roboto "/>
                      </a:endParaRP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"/>
                        </a:rPr>
                        <a:t>Trimestre inicial</a:t>
                      </a: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Roboto "/>
                      </a:endParaRP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"/>
                        </a:rPr>
                        <a:t>Trimestrefinal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"/>
                        </a:rPr>
                        <a:t>Duração (trim.)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"/>
                        </a:rPr>
                        <a:t>Var. acum. do PIB</a:t>
                      </a: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Roboto "/>
                      </a:endParaRP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"/>
                        </a:rPr>
                        <a:t>-12meses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"/>
                        </a:rPr>
                        <a:t>Durante a recessão1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"/>
                        </a:rPr>
                        <a:t>+12meses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"/>
                        </a:rPr>
                        <a:t>Máx. drawdown</a:t>
                      </a: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Roboto "/>
                      </a:endParaRP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740649"/>
                  </a:ext>
                </a:extLst>
              </a:tr>
              <a:tr h="1493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2001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2T01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4T01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3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-1,3%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-19,0%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-6,0%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-17,0%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-35,3%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72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97315"/>
                  </a:ext>
                </a:extLst>
              </a:tr>
              <a:tr h="1493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2003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1T03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2T03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-1,2%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-17,0%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15,1%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63,0%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-18,4%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565178"/>
                  </a:ext>
                </a:extLst>
              </a:tr>
              <a:tr h="1493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2008–09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4T08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1T09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-5,1%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-18,1%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-17,4%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71,9%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-40,9%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39399"/>
                  </a:ext>
                </a:extLst>
              </a:tr>
              <a:tr h="1493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2014–16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2T14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4T16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11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-8,0%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-10,5%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19,5%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26,9%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-39,4%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851553"/>
                  </a:ext>
                </a:extLst>
              </a:tr>
              <a:tr h="1493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2020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1T20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2T20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-11,0%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31,9%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-18,0%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33,4%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-46,8%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169705"/>
                  </a:ext>
                </a:extLst>
              </a:tr>
              <a:tr h="1493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1" u="none" strike="noStrike" dirty="0" err="1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Média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1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1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1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1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-6,3%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1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-9,0%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1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-0,7%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1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29,1%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1" u="none" strike="noStrike" dirty="0">
                          <a:solidFill>
                            <a:schemeClr val="tx1"/>
                          </a:solidFill>
                          <a:effectLst/>
                          <a:latin typeface="Roboto Light" panose="02000000000000000000" pitchFamily="2" charset="0"/>
                        </a:rPr>
                        <a:t>-37,6%</a:t>
                      </a:r>
                    </a:p>
                  </a:txBody>
                  <a:tcPr marL="5219" marR="5219" marT="521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26696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D9181D2-0660-033D-42FE-1C934529D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806956"/>
              </p:ext>
            </p:extLst>
          </p:nvPr>
        </p:nvGraphicFramePr>
        <p:xfrm>
          <a:off x="6285400" y="1617356"/>
          <a:ext cx="5568695" cy="4421741"/>
        </p:xfrm>
        <a:graphic>
          <a:graphicData uri="http://schemas.openxmlformats.org/drawingml/2006/table">
            <a:tbl>
              <a:tblPr/>
              <a:tblGrid>
                <a:gridCol w="1139781">
                  <a:extLst>
                    <a:ext uri="{9D8B030D-6E8A-4147-A177-3AD203B41FA5}">
                      <a16:colId xmlns:a16="http://schemas.microsoft.com/office/drawing/2014/main" val="1214159929"/>
                    </a:ext>
                  </a:extLst>
                </a:gridCol>
                <a:gridCol w="915617">
                  <a:extLst>
                    <a:ext uri="{9D8B030D-6E8A-4147-A177-3AD203B41FA5}">
                      <a16:colId xmlns:a16="http://schemas.microsoft.com/office/drawing/2014/main" val="1116644331"/>
                    </a:ext>
                  </a:extLst>
                </a:gridCol>
                <a:gridCol w="477999">
                  <a:extLst>
                    <a:ext uri="{9D8B030D-6E8A-4147-A177-3AD203B41FA5}">
                      <a16:colId xmlns:a16="http://schemas.microsoft.com/office/drawing/2014/main" val="579806867"/>
                    </a:ext>
                  </a:extLst>
                </a:gridCol>
                <a:gridCol w="693099">
                  <a:extLst>
                    <a:ext uri="{9D8B030D-6E8A-4147-A177-3AD203B41FA5}">
                      <a16:colId xmlns:a16="http://schemas.microsoft.com/office/drawing/2014/main" val="1945642520"/>
                    </a:ext>
                  </a:extLst>
                </a:gridCol>
                <a:gridCol w="812599">
                  <a:extLst>
                    <a:ext uri="{9D8B030D-6E8A-4147-A177-3AD203B41FA5}">
                      <a16:colId xmlns:a16="http://schemas.microsoft.com/office/drawing/2014/main" val="2653338185"/>
                    </a:ext>
                  </a:extLst>
                </a:gridCol>
                <a:gridCol w="764800">
                  <a:extLst>
                    <a:ext uri="{9D8B030D-6E8A-4147-A177-3AD203B41FA5}">
                      <a16:colId xmlns:a16="http://schemas.microsoft.com/office/drawing/2014/main" val="21338788"/>
                    </a:ext>
                  </a:extLst>
                </a:gridCol>
                <a:gridCol w="764800">
                  <a:extLst>
                    <a:ext uri="{9D8B030D-6E8A-4147-A177-3AD203B41FA5}">
                      <a16:colId xmlns:a16="http://schemas.microsoft.com/office/drawing/2014/main" val="3135856622"/>
                    </a:ext>
                  </a:extLst>
                </a:gridCol>
              </a:tblGrid>
              <a:tr h="6151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Setor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-12meses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-6meses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Durante a recessão1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+6meses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+12meses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Drawdownmáx.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183362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 dirty="0" err="1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Agro, Alimentos &amp; Bebidas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10,6%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5,8%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16,1%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10,4%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25,5%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-25,2%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057951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Bancos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3,4%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6,0%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16,2%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30,7%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-37,4%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682285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Bens de Capital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26,7%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14,0%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-11,4%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23,6%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41,5%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-43,9%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491079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Educação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55,4%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32,6%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-6,5%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5,1%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44,4%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-59,0%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721485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Inst. Financeiras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6,0%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3,0%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14,1%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19,1%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27,4%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-28,6%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567380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Saúde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24,3%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12,2%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6,8%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23,5%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47,3%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-38,5%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520950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Mineração &amp; Siderurgia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4,0%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-1,1%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-2,9%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34,8%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73,6%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-53,4%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94788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 dirty="0" err="1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Óleo &amp; Gás</a:t>
                      </a:r>
                      <a:endParaRPr lang="pt-BR" sz="1050" b="0" i="0" u="none" strike="noStrike" dirty="0">
                        <a:solidFill>
                          <a:srgbClr val="17202A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-20,6%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-10,8%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0,2%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5,1%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17,8%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-53,9%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863481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Papel &amp; Celulose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-1,6%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-4,2%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12,2%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28,8%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56,4%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-41,7%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435067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Imobiliário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-15,0%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-11,3%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-19,0%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36,1%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40,5%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-49,2%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79147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 dirty="0" err="1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Varejo</a:t>
                      </a:r>
                      <a:endParaRPr lang="pt-BR" sz="1050" b="0" i="0" u="none" strike="noStrike" dirty="0">
                        <a:solidFill>
                          <a:srgbClr val="17202A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-5,5%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-2,7%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-1,8%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23,3%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48,8%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-35,9%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341393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TMT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-19,7%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-14,6%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-22,9%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20,3%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20,9%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-47,5%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029980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Transportes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-8,3%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-2,0%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-16,3%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28,1%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51,4%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-55,2%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441130"/>
                  </a:ext>
                </a:extLst>
              </a:tr>
              <a:tr h="2718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50" b="0" i="0" u="none" strike="noStrike" dirty="0" err="1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Utilidade Pública</a:t>
                      </a:r>
                      <a:endParaRPr lang="pt-BR" sz="1050" b="0" i="0" u="none" strike="noStrike" dirty="0">
                        <a:solidFill>
                          <a:srgbClr val="17202A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3,7%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-1,3%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-6,4%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15,1%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18,5%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50" b="0" i="0" u="none" strike="noStrike" dirty="0">
                          <a:solidFill>
                            <a:srgbClr val="17202A"/>
                          </a:solidFill>
                          <a:effectLst/>
                          <a:latin typeface="Roboto Light" panose="02000000000000000000" pitchFamily="2" charset="0"/>
                        </a:rPr>
                        <a:t>-37,1%</a:t>
                      </a:r>
                    </a:p>
                  </a:txBody>
                  <a:tcPr marL="5077" marR="5077" marT="50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567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47277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AE21-A2D8-2E3A-9F93-85DFDFB2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B0A7CC-8337-66D1-80D4-614B8B702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3898" y="5181710"/>
            <a:ext cx="10960102" cy="458908"/>
          </a:xfrm>
        </p:spPr>
        <p:txBody>
          <a:bodyPr/>
          <a:lstStyle/>
          <a:p>
            <a:r>
              <a:rPr lang="pt-BR" dirty="0"/>
              <a:t>Índice de Sentimento XP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82DA2-EECD-3A86-48AC-D6AB692AB7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Estratégia de 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01157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22D65A-EBF4-8A5C-8D6D-A68B933BF7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noProof="0" dirty="0"/>
              <a:t>Índice de Sentimento XP: Velocímetro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9E275-4C0D-DE90-74D7-D0FFA7E2EB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noProof="0" dirty="0"/>
              <a:t>Índice de Sentimento XP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2A072-3566-47D9-49A5-11DD4EDBD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Fonte: B3, Bloomberg, XP Research. Dados até 28/08/2026.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8052D1-B22A-218D-742F-63616D569A9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32602"/>
            <a:ext cx="11520000" cy="286232"/>
          </a:xfrm>
        </p:spPr>
        <p:txBody>
          <a:bodyPr/>
          <a:lstStyle/>
          <a:p>
            <a:r>
              <a:rPr lang="pt-BR" noProof="0" dirty="0"/>
              <a:t>Velocímetro XP de Sentimento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693421-CC84-751A-B4C0-7D1667B1DBE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3417F1B-6E06-4301-BE94-86AE044DF8C4}" type="datetime4">
              <a:rPr lang="pt-BR" noProof="0" smtClean="0"/>
              <a:t>31 de agosto de 2026</a:t>
            </a:fld>
            <a:endParaRPr lang="pt-BR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2861B8-BA3C-6E9D-1ABB-C7988C3573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314"/>
          <a:stretch>
            <a:fillRect/>
          </a:stretch>
        </p:blipFill>
        <p:spPr>
          <a:xfrm>
            <a:off x="2878127" y="2161071"/>
            <a:ext cx="6536754" cy="28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084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4E1ADF-DDD1-AEF8-8976-1B0349E962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noProof="0" dirty="0"/>
              <a:t>Índice de Sentimento XP: Índice Composto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38886-3599-1F3F-F411-B066776EE2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sz="2400" noProof="0" dirty="0"/>
              <a:t>Índice de Sentimento XP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2D39D-E183-AB2F-0D11-20E3492AA3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Fonte: B3, Bloomberg, XP Research. Dados até 28/08/2026.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313043-7E96-A164-9904-691456C2451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48257"/>
            <a:ext cx="5569501" cy="272382"/>
          </a:xfrm>
        </p:spPr>
        <p:txBody>
          <a:bodyPr/>
          <a:lstStyle/>
          <a:p>
            <a:r>
              <a:rPr lang="pt-BR" noProof="0" dirty="0"/>
              <a:t>Índice de Sentimento XP antecipa os movimentos em aproximadamente duas semanas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FA7A38-D00A-CE67-E219-A481741321D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48257"/>
            <a:ext cx="5568696" cy="272382"/>
          </a:xfrm>
        </p:spPr>
        <p:txBody>
          <a:bodyPr/>
          <a:lstStyle/>
          <a:p>
            <a:r>
              <a:rPr lang="pt-BR" noProof="0" dirty="0"/>
              <a:t>Índice de Sentimento XP vs. Ibovespa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F2C44D0-2500-0711-7488-C6BDBFAC395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6586D6-303B-4A1A-856B-D1ACA4264ABE}" type="datetime4">
              <a:rPr lang="pt-BR" noProof="0" smtClean="0"/>
              <a:t>31 de agosto de 2026</a:t>
            </a:fld>
            <a:endParaRPr lang="pt-BR" noProof="0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7DEFC905-BDD5-4E20-ACE4-944E779E4A76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938924740"/>
              </p:ext>
            </p:extLst>
          </p:nvPr>
        </p:nvGraphicFramePr>
        <p:xfrm>
          <a:off x="336550" y="1575526"/>
          <a:ext cx="5567363" cy="4447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F544F972-D4EE-47C1-8720-034B8665FCB4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630224843"/>
              </p:ext>
            </p:extLst>
          </p:nvPr>
        </p:nvGraphicFramePr>
        <p:xfrm>
          <a:off x="6284913" y="1573938"/>
          <a:ext cx="5570537" cy="4447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427736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203544EB-D7C0-4D61-848B-83D6E9E95303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165554511"/>
              </p:ext>
            </p:extLst>
          </p:nvPr>
        </p:nvGraphicFramePr>
        <p:xfrm>
          <a:off x="6284913" y="1566863"/>
          <a:ext cx="5570537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0E414763-9D15-44F7-B2A8-BEA2CEB6D5BC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3545013541"/>
              </p:ext>
            </p:extLst>
          </p:nvPr>
        </p:nvGraphicFramePr>
        <p:xfrm>
          <a:off x="336550" y="4021138"/>
          <a:ext cx="5580063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254EB01D-1C97-45F9-9B6E-188DC55DB4B8}"/>
              </a:ext>
            </a:extLst>
          </p:cNvPr>
          <p:cNvGraphicFramePr>
            <a:graphicFrameLocks noGrp="1"/>
          </p:cNvGraphicFramePr>
          <p:nvPr>
            <p:ph sz="quarter" idx="25"/>
            <p:extLst>
              <p:ext uri="{D42A27DB-BD31-4B8C-83A1-F6EECF244321}">
                <p14:modId xmlns:p14="http://schemas.microsoft.com/office/powerpoint/2010/main" val="2543158202"/>
              </p:ext>
            </p:extLst>
          </p:nvPr>
        </p:nvGraphicFramePr>
        <p:xfrm>
          <a:off x="6284913" y="4021138"/>
          <a:ext cx="5570537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DB107259-A6B1-4F26-A008-15606A7360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1478754"/>
              </p:ext>
            </p:extLst>
          </p:nvPr>
        </p:nvGraphicFramePr>
        <p:xfrm>
          <a:off x="336000" y="1566342"/>
          <a:ext cx="5568696" cy="2024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D6C22C-1276-85D0-94EA-E0D83DA948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noProof="0" dirty="0"/>
              <a:t>Índice de Sentimento XP: Componentes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39244-B99C-614B-8A7A-4FC7A15CA2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sz="2400" noProof="0" dirty="0"/>
              <a:t>Índice de Sentimento XP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BC770A-54FB-B40E-037A-C0776AC7BC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Fonte: B3, Bloomberg, XP Research. Dados até 28/08/2026.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3199A47-D77A-9463-6D1D-D02827B2869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46452"/>
            <a:ext cx="5569501" cy="272382"/>
          </a:xfrm>
        </p:spPr>
        <p:txBody>
          <a:bodyPr/>
          <a:lstStyle/>
          <a:p>
            <a:r>
              <a:rPr lang="pt-BR" b="1" noProof="0" dirty="0"/>
              <a:t>Diferença entre novas altas vs. baixas (%)</a:t>
            </a:r>
            <a:endParaRPr lang="pt-BR" noProof="0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9BEA4E1-1166-6A3B-2486-9D7BDD99102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6000" y="3700769"/>
            <a:ext cx="5580611" cy="272382"/>
          </a:xfrm>
        </p:spPr>
        <p:txBody>
          <a:bodyPr/>
          <a:lstStyle/>
          <a:p>
            <a:r>
              <a:rPr lang="pt-BR" noProof="0" dirty="0"/>
              <a:t>Índice de sentimento de volumes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AA7D543-CEB8-DE96-423D-ACA27058F7C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85399" y="3700769"/>
            <a:ext cx="5569501" cy="272382"/>
          </a:xfrm>
        </p:spPr>
        <p:txBody>
          <a:bodyPr/>
          <a:lstStyle/>
          <a:p>
            <a:r>
              <a:rPr lang="pt-BR" noProof="0" dirty="0"/>
              <a:t>Retorno dos últimos 3 meses do fator Baixo Risco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B14ED50-271D-8C32-D222-A779B26CFA0F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46452"/>
            <a:ext cx="5568696" cy="272382"/>
          </a:xfrm>
        </p:spPr>
        <p:txBody>
          <a:bodyPr/>
          <a:lstStyle/>
          <a:p>
            <a:r>
              <a:rPr lang="pt-BR" noProof="0" dirty="0"/>
              <a:t>Ações abaixo da média móvel de 200 dias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BE8893-2BC1-2036-FA1F-D2CB7B26272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BB71D5A-45A7-40C9-A458-188B66388A79}" type="datetime4">
              <a:rPr lang="pt-BR" noProof="0" smtClean="0"/>
              <a:t>31 de agosto de 2026</a:t>
            </a:fld>
            <a:endParaRPr lang="pt-BR" noProof="0" dirty="0"/>
          </a:p>
        </p:txBody>
      </p:sp>
      <p:pic>
        <p:nvPicPr>
          <p:cNvPr id="38" name="Gráfico 240">
            <a:extLst>
              <a:ext uri="{FF2B5EF4-FFF2-40B4-BE49-F238E27FC236}">
                <a16:creationId xmlns:a16="http://schemas.microsoft.com/office/drawing/2014/main" id="{FEC291C1-DA80-4ABA-3D74-84FCB35E83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5028" y="4206640"/>
            <a:ext cx="216109" cy="216000"/>
          </a:xfrm>
          <a:prstGeom prst="rect">
            <a:avLst/>
          </a:prstGeom>
        </p:spPr>
      </p:pic>
      <p:pic>
        <p:nvPicPr>
          <p:cNvPr id="39" name="Gráfico 245">
            <a:extLst>
              <a:ext uri="{FF2B5EF4-FFF2-40B4-BE49-F238E27FC236}">
                <a16:creationId xmlns:a16="http://schemas.microsoft.com/office/drawing/2014/main" id="{A8D49DAA-BC78-8437-C5F8-14A29B05F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62094" y="5255020"/>
            <a:ext cx="216109" cy="216000"/>
          </a:xfrm>
          <a:prstGeom prst="rect">
            <a:avLst/>
          </a:prstGeom>
        </p:spPr>
      </p:pic>
      <p:pic>
        <p:nvPicPr>
          <p:cNvPr id="41" name="Gráfico 240">
            <a:extLst>
              <a:ext uri="{FF2B5EF4-FFF2-40B4-BE49-F238E27FC236}">
                <a16:creationId xmlns:a16="http://schemas.microsoft.com/office/drawing/2014/main" id="{B4615FD5-3A9C-7BB4-FEFC-AB2DA1466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7754" y="1704092"/>
            <a:ext cx="216109" cy="216000"/>
          </a:xfrm>
          <a:prstGeom prst="rect">
            <a:avLst/>
          </a:prstGeom>
        </p:spPr>
      </p:pic>
      <p:pic>
        <p:nvPicPr>
          <p:cNvPr id="42" name="Gráfico 245">
            <a:extLst>
              <a:ext uri="{FF2B5EF4-FFF2-40B4-BE49-F238E27FC236}">
                <a16:creationId xmlns:a16="http://schemas.microsoft.com/office/drawing/2014/main" id="{DBC58431-403A-1749-1A32-2F8C6B37C6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22429" y="2855757"/>
            <a:ext cx="216109" cy="216000"/>
          </a:xfrm>
          <a:prstGeom prst="rect">
            <a:avLst/>
          </a:prstGeom>
        </p:spPr>
      </p:pic>
      <p:sp>
        <p:nvSpPr>
          <p:cNvPr id="43" name="CaixaDeTexto 58">
            <a:extLst>
              <a:ext uri="{FF2B5EF4-FFF2-40B4-BE49-F238E27FC236}">
                <a16:creationId xmlns:a16="http://schemas.microsoft.com/office/drawing/2014/main" id="{3F3329D0-1721-A77A-C529-017B27AE6C85}"/>
              </a:ext>
            </a:extLst>
          </p:cNvPr>
          <p:cNvSpPr txBox="1"/>
          <p:nvPr/>
        </p:nvSpPr>
        <p:spPr>
          <a:xfrm>
            <a:off x="3729370" y="2840647"/>
            <a:ext cx="59305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000" noProof="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Otimista</a:t>
            </a:r>
          </a:p>
        </p:txBody>
      </p:sp>
      <p:sp>
        <p:nvSpPr>
          <p:cNvPr id="44" name="CaixaDeTexto 59">
            <a:extLst>
              <a:ext uri="{FF2B5EF4-FFF2-40B4-BE49-F238E27FC236}">
                <a16:creationId xmlns:a16="http://schemas.microsoft.com/office/drawing/2014/main" id="{372B3EA1-3135-6932-0E3D-9E20F0E96593}"/>
              </a:ext>
            </a:extLst>
          </p:cNvPr>
          <p:cNvSpPr txBox="1"/>
          <p:nvPr/>
        </p:nvSpPr>
        <p:spPr>
          <a:xfrm>
            <a:off x="1993863" y="1672450"/>
            <a:ext cx="68436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000" noProof="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Pessimista</a:t>
            </a:r>
          </a:p>
        </p:txBody>
      </p:sp>
      <p:pic>
        <p:nvPicPr>
          <p:cNvPr id="46" name="Gráfico 240">
            <a:extLst>
              <a:ext uri="{FF2B5EF4-FFF2-40B4-BE49-F238E27FC236}">
                <a16:creationId xmlns:a16="http://schemas.microsoft.com/office/drawing/2014/main" id="{86BCB47F-DA89-5C66-C170-A28640E12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67337" y="2649879"/>
            <a:ext cx="216109" cy="216000"/>
          </a:xfrm>
          <a:prstGeom prst="rect">
            <a:avLst/>
          </a:prstGeom>
        </p:spPr>
      </p:pic>
      <p:pic>
        <p:nvPicPr>
          <p:cNvPr id="47" name="Gráfico 245">
            <a:extLst>
              <a:ext uri="{FF2B5EF4-FFF2-40B4-BE49-F238E27FC236}">
                <a16:creationId xmlns:a16="http://schemas.microsoft.com/office/drawing/2014/main" id="{57269582-C8EB-899E-2826-0CE4C3942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90081" y="1655361"/>
            <a:ext cx="216109" cy="216000"/>
          </a:xfrm>
          <a:prstGeom prst="rect">
            <a:avLst/>
          </a:prstGeom>
        </p:spPr>
      </p:pic>
      <p:pic>
        <p:nvPicPr>
          <p:cNvPr id="49" name="Gráfico 240">
            <a:extLst>
              <a:ext uri="{FF2B5EF4-FFF2-40B4-BE49-F238E27FC236}">
                <a16:creationId xmlns:a16="http://schemas.microsoft.com/office/drawing/2014/main" id="{F6CCF2FC-6E1F-9DE7-2F3C-87F2FA803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3333" y="5255020"/>
            <a:ext cx="216109" cy="216000"/>
          </a:xfrm>
          <a:prstGeom prst="rect">
            <a:avLst/>
          </a:prstGeom>
        </p:spPr>
      </p:pic>
      <p:pic>
        <p:nvPicPr>
          <p:cNvPr id="50" name="Gráfico 245">
            <a:extLst>
              <a:ext uri="{FF2B5EF4-FFF2-40B4-BE49-F238E27FC236}">
                <a16:creationId xmlns:a16="http://schemas.microsoft.com/office/drawing/2014/main" id="{077E5120-586F-E54B-3791-C26D158FE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09790" y="4142753"/>
            <a:ext cx="216109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894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D5A0B8F-4D70-4415-9AB0-7009B65BEA61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2136389442"/>
              </p:ext>
            </p:extLst>
          </p:nvPr>
        </p:nvGraphicFramePr>
        <p:xfrm>
          <a:off x="336550" y="1566863"/>
          <a:ext cx="5567363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26C6BF62-9767-4AF0-9499-D08D531FBC42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242537126"/>
              </p:ext>
            </p:extLst>
          </p:nvPr>
        </p:nvGraphicFramePr>
        <p:xfrm>
          <a:off x="6284913" y="1566863"/>
          <a:ext cx="5570537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E71AE780-47D1-45FB-A28B-D19C5251C88B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2727922032"/>
              </p:ext>
            </p:extLst>
          </p:nvPr>
        </p:nvGraphicFramePr>
        <p:xfrm>
          <a:off x="336550" y="4021138"/>
          <a:ext cx="5567363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D6C22C-1276-85D0-94EA-E0D83DA948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noProof="0" dirty="0"/>
              <a:t>Índice de Sentimento XP: Componentes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39244-B99C-614B-8A7A-4FC7A15CA2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sz="2400" noProof="0" dirty="0"/>
              <a:t>Índice de Sentimento XP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995AECA-72F8-480B-64CD-074EF8198F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Fonte: B3, Bloomberg, XP Research. Dados até 28/08/2026.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9BEA4E1-1166-6A3B-2486-9D7BDD9910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46452"/>
            <a:ext cx="5569501" cy="272382"/>
          </a:xfrm>
        </p:spPr>
        <p:txBody>
          <a:bodyPr/>
          <a:lstStyle/>
          <a:p>
            <a:r>
              <a:rPr lang="pt-BR" noProof="0" dirty="0"/>
              <a:t>Sentimento médio dos assessores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325C214-1861-3978-503A-6B68D133A97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6000" y="3700769"/>
            <a:ext cx="5569200" cy="272382"/>
          </a:xfrm>
        </p:spPr>
        <p:txBody>
          <a:bodyPr/>
          <a:lstStyle/>
          <a:p>
            <a:r>
              <a:rPr lang="pt-BR" noProof="0" dirty="0"/>
              <a:t>% de ações alugadas vs. free float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BE8893-2BC1-2036-FA1F-D2CB7B26272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95F5AB6-DA0F-4375-A0F6-D9ACF3EAD241}" type="datetime4">
              <a:rPr lang="pt-BR" noProof="0" smtClean="0"/>
              <a:t>31 de agosto de 2026</a:t>
            </a:fld>
            <a:endParaRPr lang="pt-BR" noProof="0" dirty="0"/>
          </a:p>
        </p:txBody>
      </p:sp>
      <p:pic>
        <p:nvPicPr>
          <p:cNvPr id="41" name="Gráfico 240">
            <a:extLst>
              <a:ext uri="{FF2B5EF4-FFF2-40B4-BE49-F238E27FC236}">
                <a16:creationId xmlns:a16="http://schemas.microsoft.com/office/drawing/2014/main" id="{B4615FD5-3A9C-7BB4-FEFC-AB2DA1466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402" y="2786858"/>
            <a:ext cx="216109" cy="216000"/>
          </a:xfrm>
          <a:prstGeom prst="rect">
            <a:avLst/>
          </a:prstGeom>
        </p:spPr>
      </p:pic>
      <p:pic>
        <p:nvPicPr>
          <p:cNvPr id="42" name="Gráfico 245">
            <a:extLst>
              <a:ext uri="{FF2B5EF4-FFF2-40B4-BE49-F238E27FC236}">
                <a16:creationId xmlns:a16="http://schemas.microsoft.com/office/drawing/2014/main" id="{DBC58431-403A-1749-1A32-2F8C6B37C6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4468" y="1650903"/>
            <a:ext cx="216109" cy="216000"/>
          </a:xfrm>
          <a:prstGeom prst="rect">
            <a:avLst/>
          </a:prstGeom>
        </p:spPr>
      </p:pic>
      <p:pic>
        <p:nvPicPr>
          <p:cNvPr id="46" name="Gráfico 240">
            <a:extLst>
              <a:ext uri="{FF2B5EF4-FFF2-40B4-BE49-F238E27FC236}">
                <a16:creationId xmlns:a16="http://schemas.microsoft.com/office/drawing/2014/main" id="{86BCB47F-DA89-5C66-C170-A28640E12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4169" y="2541880"/>
            <a:ext cx="216109" cy="216000"/>
          </a:xfrm>
          <a:prstGeom prst="rect">
            <a:avLst/>
          </a:prstGeom>
        </p:spPr>
      </p:pic>
      <p:pic>
        <p:nvPicPr>
          <p:cNvPr id="47" name="Gráfico 245">
            <a:extLst>
              <a:ext uri="{FF2B5EF4-FFF2-40B4-BE49-F238E27FC236}">
                <a16:creationId xmlns:a16="http://schemas.microsoft.com/office/drawing/2014/main" id="{57269582-C8EB-899E-2826-0CE4C3942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4782" y="1633135"/>
            <a:ext cx="216109" cy="216000"/>
          </a:xfrm>
          <a:prstGeom prst="rect">
            <a:avLst/>
          </a:prstGeom>
        </p:spPr>
      </p:pic>
      <p:pic>
        <p:nvPicPr>
          <p:cNvPr id="49" name="Gráfico 240">
            <a:extLst>
              <a:ext uri="{FF2B5EF4-FFF2-40B4-BE49-F238E27FC236}">
                <a16:creationId xmlns:a16="http://schemas.microsoft.com/office/drawing/2014/main" id="{F6CCF2FC-6E1F-9DE7-2F3C-87F2FA803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2171" y="4250753"/>
            <a:ext cx="216109" cy="216000"/>
          </a:xfrm>
          <a:prstGeom prst="rect">
            <a:avLst/>
          </a:prstGeom>
        </p:spPr>
      </p:pic>
      <p:pic>
        <p:nvPicPr>
          <p:cNvPr id="50" name="Gráfico 245">
            <a:extLst>
              <a:ext uri="{FF2B5EF4-FFF2-40B4-BE49-F238E27FC236}">
                <a16:creationId xmlns:a16="http://schemas.microsoft.com/office/drawing/2014/main" id="{077E5120-586F-E54B-3791-C26D158FE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2033" y="5278708"/>
            <a:ext cx="216109" cy="216000"/>
          </a:xfrm>
          <a:prstGeom prst="rect">
            <a:avLst/>
          </a:prstGeom>
        </p:spPr>
      </p:pic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8D1A582-AE63-DF44-F072-95BEB202231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46452"/>
            <a:ext cx="5568696" cy="272382"/>
          </a:xfrm>
        </p:spPr>
        <p:txBody>
          <a:bodyPr/>
          <a:lstStyle/>
          <a:p>
            <a:r>
              <a:rPr lang="pt-BR" noProof="0" dirty="0"/>
              <a:t>Média móvel 30d do fluxo estrangeiro (R$ bi)</a:t>
            </a:r>
          </a:p>
        </p:txBody>
      </p:sp>
    </p:spTree>
    <p:extLst>
      <p:ext uri="{BB962C8B-B14F-4D97-AF65-F5344CB8AC3E}">
        <p14:creationId xmlns:p14="http://schemas.microsoft.com/office/powerpoint/2010/main" val="37048333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AE21-A2D8-2E3A-9F93-85DFDFB2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B0A7CC-8337-66D1-80D4-614B8B702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3898" y="5181710"/>
            <a:ext cx="10960102" cy="458908"/>
          </a:xfrm>
        </p:spPr>
        <p:txBody>
          <a:bodyPr/>
          <a:lstStyle/>
          <a:p>
            <a:r>
              <a:rPr lang="pt-BR" dirty="0"/>
              <a:t>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82DA2-EECD-3A86-48AC-D6AB692AB7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Estratégia de 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01157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C4B4D41-BD71-4F1B-A14D-05830255DC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6549" y="188913"/>
            <a:ext cx="9115181" cy="524010"/>
          </a:xfrm>
        </p:spPr>
        <p:txBody>
          <a:bodyPr/>
          <a:lstStyle/>
          <a:p>
            <a:r>
              <a:rPr lang="pt-BR" dirty="0" err="1"/>
              <a:t>Valuation</a:t>
            </a:r>
            <a:endParaRPr lang="pt-B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E8D88E6-C0F3-4865-BBF1-545C12EF36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pt-BR" sz="1400" dirty="0"/>
              <a:t>Mantendo nosso valor justo do Ibovespa em 200 mil pontos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37DA03-50AB-2C14-AE67-4348B5CCB56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6550" y="1228250"/>
            <a:ext cx="11518900" cy="2125214"/>
          </a:xfrm>
          <a:solidFill>
            <a:schemeClr val="bg1">
              <a:lumMod val="95000"/>
            </a:schemeClr>
          </a:solidFill>
        </p:spPr>
        <p:txBody>
          <a:bodyPr vert="horz" wrap="square" lIns="72000" tIns="72000" rIns="72000" bIns="72000" rtlCol="0" anchor="ctr">
            <a:noAutofit/>
          </a:bodyPr>
          <a:lstStyle/>
          <a:p>
            <a:r>
              <a:rPr lang="pt-BR" b="1" dirty="0">
                <a:solidFill>
                  <a:srgbClr val="18191A"/>
                </a:solidFill>
              </a:rPr>
              <a:t>Estamos mantendo nosso valor justo do Ibovespa no cenário-base para o final de 2026 em 200 mil pontos.</a:t>
            </a:r>
          </a:p>
          <a:p>
            <a:r>
              <a:rPr lang="pt-BR" dirty="0">
                <a:ea typeface="Roboto Light"/>
                <a:cs typeface="Roboto Light"/>
              </a:rPr>
              <a:t>Nosso valor justo do Ibovespa no cenário-base é calculado como a média de quatro metodologias: (1) um modelo de DCF, que atualmente assume WACC de 13,9%; (2) um modelo de P/L-alvo, que assume múltiplo de 10,5x, um pouco abaixo da média histórica; (3) um EV/EBITDA-alvo de 6,0x, levemente abaixo da média histórica de 6,5x; e (4) uma abordagem bottom-up, usando o preço-alvo dos analistas da XP para cada componente do índice.</a:t>
            </a:r>
          </a:p>
          <a:p>
            <a:r>
              <a:rPr lang="pt-BR" dirty="0">
                <a:ea typeface="Roboto Light"/>
                <a:cs typeface="Roboto Light"/>
              </a:rPr>
              <a:t>No cenário otimista, assumimos lucros/EBITDA 10% acima do cenário-base, juros reais recuando para 5,5%, e múltiplos com expansão para 12x P/L projetado e 6,5x EV/EBITDA, além de um alvo bottom-up 20% maior. Nesse caso, vemos valor justo de 253 mil pontos.</a:t>
            </a:r>
          </a:p>
          <a:p>
            <a:r>
              <a:rPr lang="pt-BR" dirty="0"/>
              <a:t>No cenário pessimista, assumimos lucros/EBITDA 10% abaixo, juros reais subindo para 8,5%, e múltiplos de volta às mínimas. Nesse caso, vemos valor justo de 159 mil pontos.</a:t>
            </a:r>
          </a:p>
          <a:p>
            <a:endParaRPr lang="pt-BR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7F817EC-7DC6-B6E0-0A04-94F688E407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26034" y="6300788"/>
            <a:ext cx="9899650" cy="357187"/>
          </a:xfrm>
        </p:spPr>
        <p:txBody>
          <a:bodyPr/>
          <a:lstStyle/>
          <a:p>
            <a:r>
              <a:rPr lang="pt-BR" dirty="0"/>
              <a:t>Fonte: Bloomberg, XP Research. Dados até 31/08/2026.</a:t>
            </a:r>
          </a:p>
        </p:txBody>
      </p:sp>
      <p:sp>
        <p:nvSpPr>
          <p:cNvPr id="2" name="Espaço Reservado para Data 12">
            <a:extLst>
              <a:ext uri="{FF2B5EF4-FFF2-40B4-BE49-F238E27FC236}">
                <a16:creationId xmlns:a16="http://schemas.microsoft.com/office/drawing/2014/main" id="{389061C0-1E8C-9A60-1A4A-91C88D971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61600" y="358585"/>
            <a:ext cx="1594401" cy="184666"/>
          </a:xfrm>
        </p:spPr>
        <p:txBody>
          <a:bodyPr/>
          <a:lstStyle/>
          <a:p>
            <a:fld id="{53538678-D545-4ECD-B4F5-84842809154C}" type="datetime4">
              <a:rPr lang="pt-BR" smtClean="0">
                <a:solidFill>
                  <a:schemeClr val="tx1">
                    <a:tint val="75000"/>
                  </a:schemeClr>
                </a:solidFill>
              </a:rPr>
              <a:t>31 de agosto de 2026</a:t>
            </a:fld>
            <a:endParaRPr lang="pt-BR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0537D75-E2AB-E6E5-D2FA-506E5F666781}"/>
              </a:ext>
            </a:extLst>
          </p:cNvPr>
          <p:cNvSpPr txBox="1">
            <a:spLocks/>
          </p:cNvSpPr>
          <p:nvPr/>
        </p:nvSpPr>
        <p:spPr>
          <a:xfrm>
            <a:off x="336000" y="3429000"/>
            <a:ext cx="11518899" cy="272382"/>
          </a:xfrm>
          <a:prstGeom prst="rect">
            <a:avLst/>
          </a:prstGeom>
          <a:solidFill>
            <a:srgbClr val="FFFFFF"/>
          </a:solidFill>
          <a:effectLst>
            <a:outerShdw dist="12700" dir="5400000" algn="ctr" rotWithShape="0">
              <a:srgbClr val="3F3F3F">
                <a:alpha val="70000"/>
              </a:srgbClr>
            </a:outerShdw>
          </a:effectLst>
        </p:spPr>
        <p:txBody>
          <a:bodyPr wrap="square" lIns="0" anchor="b">
            <a:spAutoFit/>
          </a:bodyPr>
          <a:lstStyle>
            <a:lvl1pPr marL="0" indent="0" algn="l" defTabSz="685808" rtl="0" eaLnBrk="1" latinLnBrk="0" hangingPunct="1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00" b="1" kern="12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04817" indent="-136925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3902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41797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9690" indent="-130971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74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79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83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87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8" rtl="0" eaLnBrk="1" fontAlgn="auto" latinLnBrk="0" hangingPunct="1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 dirty="0">
                <a:ln>
                  <a:noFill/>
                </a:ln>
                <a:solidFill>
                  <a:srgbClr val="18191A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Preço justo do Ibovespa em 2026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48AC26-8927-C468-2448-41402DACA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296025"/>
              </p:ext>
            </p:extLst>
          </p:nvPr>
        </p:nvGraphicFramePr>
        <p:xfrm>
          <a:off x="335999" y="3759869"/>
          <a:ext cx="11518901" cy="1438656"/>
        </p:xfrm>
        <a:graphic>
          <a:graphicData uri="http://schemas.openxmlformats.org/drawingml/2006/table">
            <a:tbl>
              <a:tblPr/>
              <a:tblGrid>
                <a:gridCol w="1938622">
                  <a:extLst>
                    <a:ext uri="{9D8B030D-6E8A-4147-A177-3AD203B41FA5}">
                      <a16:colId xmlns:a16="http://schemas.microsoft.com/office/drawing/2014/main" val="2640114357"/>
                    </a:ext>
                  </a:extLst>
                </a:gridCol>
                <a:gridCol w="1771585">
                  <a:extLst>
                    <a:ext uri="{9D8B030D-6E8A-4147-A177-3AD203B41FA5}">
                      <a16:colId xmlns:a16="http://schemas.microsoft.com/office/drawing/2014/main" val="1499204672"/>
                    </a:ext>
                  </a:extLst>
                </a:gridCol>
                <a:gridCol w="194139">
                  <a:extLst>
                    <a:ext uri="{9D8B030D-6E8A-4147-A177-3AD203B41FA5}">
                      <a16:colId xmlns:a16="http://schemas.microsoft.com/office/drawing/2014/main" val="633019528"/>
                    </a:ext>
                  </a:extLst>
                </a:gridCol>
                <a:gridCol w="2069247">
                  <a:extLst>
                    <a:ext uri="{9D8B030D-6E8A-4147-A177-3AD203B41FA5}">
                      <a16:colId xmlns:a16="http://schemas.microsoft.com/office/drawing/2014/main" val="39283005"/>
                    </a:ext>
                  </a:extLst>
                </a:gridCol>
                <a:gridCol w="1640961">
                  <a:extLst>
                    <a:ext uri="{9D8B030D-6E8A-4147-A177-3AD203B41FA5}">
                      <a16:colId xmlns:a16="http://schemas.microsoft.com/office/drawing/2014/main" val="2261437606"/>
                    </a:ext>
                  </a:extLst>
                </a:gridCol>
                <a:gridCol w="194139">
                  <a:extLst>
                    <a:ext uri="{9D8B030D-6E8A-4147-A177-3AD203B41FA5}">
                      <a16:colId xmlns:a16="http://schemas.microsoft.com/office/drawing/2014/main" val="1556293371"/>
                    </a:ext>
                  </a:extLst>
                </a:gridCol>
                <a:gridCol w="2014520">
                  <a:extLst>
                    <a:ext uri="{9D8B030D-6E8A-4147-A177-3AD203B41FA5}">
                      <a16:colId xmlns:a16="http://schemas.microsoft.com/office/drawing/2014/main" val="2162437458"/>
                    </a:ext>
                  </a:extLst>
                </a:gridCol>
                <a:gridCol w="1695688">
                  <a:extLst>
                    <a:ext uri="{9D8B030D-6E8A-4147-A177-3AD203B41FA5}">
                      <a16:colId xmlns:a16="http://schemas.microsoft.com/office/drawing/2014/main" val="725187993"/>
                    </a:ext>
                  </a:extLst>
                </a:gridCol>
              </a:tblGrid>
              <a:tr h="23977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Cenário Pessimista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endParaRPr lang="pt-BR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Cenário base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endParaRPr lang="pt-BR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Cenário otimista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107610"/>
                  </a:ext>
                </a:extLst>
              </a:tr>
              <a:tr h="23977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Juro real em 8,5%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179.829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Juro real em 7,3%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198.017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Juro real em 5,5%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265.779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802943"/>
                  </a:ext>
                </a:extLst>
              </a:tr>
              <a:tr h="23977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P/L 7,5x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141.554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P/L 10,5x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202.220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P/L 12.0x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266.930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659399"/>
                  </a:ext>
                </a:extLst>
              </a:tr>
              <a:tr h="23977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EV/EBITDA 4.5x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158.881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EV/EBITDA 6.0x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207.464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EV/EBITDA 6,5x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246.331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638151"/>
                  </a:ext>
                </a:extLst>
              </a:tr>
              <a:tr h="23977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Bottom up -20%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155.109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Bottom up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193.887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Bottom up +20%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232.664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209195"/>
                  </a:ext>
                </a:extLst>
              </a:tr>
              <a:tr h="239776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Média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158.843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Roboto  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Média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200.397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 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l" fontAlgn="b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Média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 "/>
                        </a:rPr>
                        <a:t>252.926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381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060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D389B-ACFA-1F7A-B56F-31AEC8E2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45ADD77-5204-B792-2C6A-FF91FA0E0E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Valuation por múltiplos relativo do Brasil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C12132-7C9E-DA6F-8A15-CC19E5C6C3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sz="2400" err="1"/>
              <a:t>Valuation</a:t>
            </a:r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119CC4E-330C-E06A-14F8-25DDFEADB2CD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85399" y="1246452"/>
            <a:ext cx="5569501" cy="272382"/>
          </a:xfrm>
        </p:spPr>
        <p:txBody>
          <a:bodyPr/>
          <a:lstStyle/>
          <a:p>
            <a:r>
              <a:rPr lang="pt-BR" dirty="0" err="1"/>
              <a:t>Brasil vs. Emergentes – P/L projetado atual vs. média de 10 anos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DD9E5A3D-8E3A-25B9-6427-E028B0E9745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18915" y="3700769"/>
            <a:ext cx="5569501" cy="272382"/>
          </a:xfrm>
        </p:spPr>
        <p:txBody>
          <a:bodyPr/>
          <a:lstStyle/>
          <a:p>
            <a:r>
              <a:rPr lang="pt-BR" dirty="0" err="1"/>
              <a:t>Brasil vs. ACWI – P/L projetado atual vs. média de 10 anos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70EB5EDA-B6C3-5545-F66F-E2468D545AB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6000" y="1246452"/>
            <a:ext cx="5568696" cy="272382"/>
          </a:xfrm>
        </p:spPr>
        <p:txBody>
          <a:bodyPr/>
          <a:lstStyle/>
          <a:p>
            <a:r>
              <a:rPr lang="pt-BR" dirty="0" err="1"/>
              <a:t>Brasil vs. LatAm – P/L projetado atual vs. média de 10 anos</a:t>
            </a:r>
          </a:p>
        </p:txBody>
      </p:sp>
      <p:sp>
        <p:nvSpPr>
          <p:cNvPr id="13" name="Espaço Reservado para Data 12">
            <a:extLst>
              <a:ext uri="{FF2B5EF4-FFF2-40B4-BE49-F238E27FC236}">
                <a16:creationId xmlns:a16="http://schemas.microsoft.com/office/drawing/2014/main" id="{1A36B41D-868E-E681-1301-95A1C1DB55E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3538678-D545-4ECD-B4F5-84842809154C}" type="datetime4">
              <a:rPr lang="pt-BR" smtClean="0"/>
              <a:t>31 de agosto de 2026</a:t>
            </a:fld>
            <a:endParaRPr lang="pt-BR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51E0937F-9FD4-5E5A-366D-DDDE3DACB046}"/>
              </a:ext>
            </a:extLst>
          </p:cNvPr>
          <p:cNvSpPr txBox="1">
            <a:spLocks/>
          </p:cNvSpPr>
          <p:nvPr/>
        </p:nvSpPr>
        <p:spPr>
          <a:xfrm>
            <a:off x="1626034" y="6300788"/>
            <a:ext cx="9899650" cy="3571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indent="0" defTabSz="68580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700" b="0" noProof="0" dirty="0"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dirty="0"/>
              <a:t>Fonte: Bloomberg, XP Research. Dados até 31/08/2026.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52BC00-9EA1-B97A-E95A-9AA64648A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43" y="1551139"/>
            <a:ext cx="5510153" cy="208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7834F4-AEBB-B3D9-ACC4-B96EA046B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419" y="1564240"/>
            <a:ext cx="4807459" cy="2196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CF07AA-3917-2C57-CB75-A88E2E311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18" y="4059382"/>
            <a:ext cx="4807459" cy="22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3894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AE21-A2D8-2E3A-9F93-85DFDFB2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B0A7CC-8337-66D1-80D4-614B8B702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3898" y="5181710"/>
            <a:ext cx="10960102" cy="458908"/>
          </a:xfrm>
        </p:spPr>
        <p:txBody>
          <a:bodyPr/>
          <a:lstStyle/>
          <a:p>
            <a:r>
              <a:rPr lang="pt-BR" dirty="0"/>
              <a:t>Carteiras recomendadas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82DA2-EECD-3A86-48AC-D6AB692AB7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Estratégia de 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01157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AD43-19B9-9C11-5EE8-65EB14D9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6076A9-F4AD-852C-1652-3017788CD4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0E7B1-9D19-F0BF-DE3D-25DA9C39895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6550" y="1228251"/>
            <a:ext cx="11518900" cy="4427613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800"/>
              </a:spcAft>
            </a:pPr>
            <a:r>
              <a:rPr lang="pt-BR" sz="1100" b="1" u="sng" noProof="0" dirty="0"/>
              <a:t>Top Ações: </a:t>
            </a:r>
          </a:p>
          <a:p>
            <a:pPr marL="171450" indent="-171450"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100" noProof="0" dirty="0"/>
              <a:t>Adding: AXIA3 (7.5%); CURY3 (5%) </a:t>
            </a:r>
          </a:p>
          <a:p>
            <a:pPr marL="171450" indent="-171450"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100" noProof="0" dirty="0"/>
              <a:t>Increasing: RDOR3 (7.5% to 10%) </a:t>
            </a:r>
          </a:p>
          <a:p>
            <a:pPr marL="171450" indent="-171450"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100" noProof="0" dirty="0"/>
              <a:t>Decreasing: ITUB4 (10% to 7.5%); ROXO34 (7.5% to 5%) </a:t>
            </a:r>
          </a:p>
          <a:p>
            <a:pPr marL="171450" indent="-171450"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100" noProof="0" dirty="0"/>
              <a:t>Removing: LREN3 (5% to 0%); ORVR3 (5% to 0%)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lang="pt-BR" sz="1100" b="1" u="sng" noProof="0" dirty="0"/>
              <a:t>Top Dividendos: </a:t>
            </a:r>
          </a:p>
          <a:p>
            <a:pPr marL="171450" indent="-171450"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100" noProof="0" dirty="0"/>
              <a:t>Increasing: PETR4 (10% to 12.5%); ALOS3 (7.5% to 10%) </a:t>
            </a:r>
          </a:p>
          <a:p>
            <a:pPr marL="171450" indent="-171450"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100" noProof="0" dirty="0"/>
              <a:t>Decreasing: ITUB4 (15% to 10%)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lang="pt-BR" sz="1100" b="1" u="sng" noProof="0" dirty="0"/>
              <a:t>Top Small Caps: </a:t>
            </a:r>
          </a:p>
          <a:p>
            <a:pPr marL="171450" indent="-171450"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100" noProof="0" dirty="0"/>
              <a:t>Adding: DIRR3 (5%) </a:t>
            </a:r>
          </a:p>
          <a:p>
            <a:pPr marL="171450" indent="-171450"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100" noProof="0" dirty="0"/>
              <a:t>Increasing: SLCE3 (5% to 7.5%) </a:t>
            </a:r>
          </a:p>
          <a:p>
            <a:pPr marL="171450" indent="-171450"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100" noProof="0" dirty="0"/>
              <a:t>Decreasing: CEAB3 (10% to 5%); CURY3 (12.5% to 10%)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89DA23E-FB40-05EF-1C47-EBBB8FD02C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noProof="0" dirty="0"/>
              <a:t>Carteiras recomendadas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BE734E-92D3-3C9E-7570-94F8684ADA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sz="1400" noProof="0" dirty="0"/>
              <a:t>Carteiras XP de setembro de 2026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9CE5F52-F5F9-116E-D9A7-F2C244DAB32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FE83ECE-9C17-4741-8687-AC81B2E41E16}" type="datetime4">
              <a:rPr lang="pt-BR" noProof="0" smtClean="0"/>
              <a:t>31 de agosto de 2026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855167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E33B2-FEB2-EF24-EC7B-A74D0DD73A5C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35999" y="4680257"/>
            <a:ext cx="7494685" cy="301273"/>
          </a:xfrm>
        </p:spPr>
        <p:txBody>
          <a:bodyPr/>
          <a:lstStyle/>
          <a:p>
            <a:r>
              <a:rPr lang="pt-BR" sz="1300" noProof="0" dirty="0"/>
              <a:t>Desempenho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15BD6CA-621E-8699-A484-82456A74A6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noProof="0" dirty="0"/>
              <a:t>Carteira Top Ações XP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FB7407-D7B1-FFFF-27E0-816F5C7641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sz="1400" dirty="0">
                <a:solidFill>
                  <a:schemeClr val="tx1"/>
                </a:solidFill>
              </a:rPr>
              <a:t>Adicionando CURY3, AXIA3; Aumentando RDOR3; Removendo LREN3, ORVR3; Reduzindo ITUB4, ROXO34</a:t>
            </a:r>
          </a:p>
        </p:txBody>
      </p:sp>
      <p:sp>
        <p:nvSpPr>
          <p:cNvPr id="14" name="Content Placeholder 18">
            <a:extLst>
              <a:ext uri="{FF2B5EF4-FFF2-40B4-BE49-F238E27FC236}">
                <a16:creationId xmlns:a16="http://schemas.microsoft.com/office/drawing/2014/main" id="{5AE583A2-C821-04C6-EF96-8A3AFFD18BD2}"/>
              </a:ext>
            </a:extLst>
          </p:cNvPr>
          <p:cNvSpPr txBox="1">
            <a:spLocks/>
          </p:cNvSpPr>
          <p:nvPr/>
        </p:nvSpPr>
        <p:spPr>
          <a:xfrm>
            <a:off x="342687" y="1153770"/>
            <a:ext cx="7488000" cy="272382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 indent="0" defTabSz="685808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sz="1300" noProof="0" dirty="0"/>
              <a:t>Carteira Top Ações XP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828CE783-FC5D-48DD-4D75-2DC3A722C0FD}"/>
              </a:ext>
            </a:extLst>
          </p:cNvPr>
          <p:cNvSpPr txBox="1">
            <a:spLocks/>
          </p:cNvSpPr>
          <p:nvPr/>
        </p:nvSpPr>
        <p:spPr>
          <a:xfrm>
            <a:off x="7984708" y="1153770"/>
            <a:ext cx="3852000" cy="272382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 indent="0" defTabSz="685808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sz="1300" noProof="0" dirty="0"/>
              <a:t>Desempenho vs. Ibovespa (100 = 28 fev, 2025)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52637B11-F84F-A8EC-62D9-DFC6DFFF2AA3}"/>
              </a:ext>
            </a:extLst>
          </p:cNvPr>
          <p:cNvSpPr txBox="1">
            <a:spLocks/>
          </p:cNvSpPr>
          <p:nvPr/>
        </p:nvSpPr>
        <p:spPr>
          <a:xfrm>
            <a:off x="1628504" y="6300619"/>
            <a:ext cx="9036000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indent="0" defTabSz="68580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700" b="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dirty="0"/>
              <a:t>Fonte: Economatica e XP Research. Retornos da carteira incluem dividendos. Dados até 31/08/2026.</a:t>
            </a:r>
          </a:p>
        </p:txBody>
      </p:sp>
      <p:sp>
        <p:nvSpPr>
          <p:cNvPr id="3" name="Espaço Reservado para Data 12">
            <a:extLst>
              <a:ext uri="{FF2B5EF4-FFF2-40B4-BE49-F238E27FC236}">
                <a16:creationId xmlns:a16="http://schemas.microsoft.com/office/drawing/2014/main" id="{DF2ED7EB-0513-9097-D39C-DC4C77983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61600" y="358585"/>
            <a:ext cx="1594401" cy="184666"/>
          </a:xfrm>
        </p:spPr>
        <p:txBody>
          <a:bodyPr/>
          <a:lstStyle/>
          <a:p>
            <a:fld id="{53538678-D545-4ECD-B4F5-84842809154C}" type="datetime4">
              <a:rPr lang="pt-BR" noProof="0" smtClean="0">
                <a:solidFill>
                  <a:schemeClr val="tx1">
                    <a:tint val="75000"/>
                  </a:schemeClr>
                </a:solidFill>
              </a:rPr>
              <a:t>31 de agosto de 2026</a:t>
            </a:fld>
            <a:endParaRPr lang="pt-BR" noProof="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43EFB3F4-CC8B-1FAF-E24E-5C7A38761005}"/>
              </a:ext>
            </a:extLst>
          </p:cNvPr>
          <p:cNvSpPr txBox="1">
            <a:spLocks/>
          </p:cNvSpPr>
          <p:nvPr/>
        </p:nvSpPr>
        <p:spPr>
          <a:xfrm>
            <a:off x="7984708" y="3515294"/>
            <a:ext cx="3852000" cy="272382"/>
          </a:xfrm>
          <a:prstGeom prst="rect">
            <a:avLst/>
          </a:prstGeom>
          <a:solidFill>
            <a:sysClr val="window" lastClr="FFFFFF"/>
          </a:solidFill>
          <a:effectLst>
            <a:outerShdw dist="12700" dir="5400000" algn="ctr" rotWithShape="0">
              <a:srgbClr val="3F3F3F">
                <a:alpha val="70000"/>
              </a:srgbClr>
            </a:outerShdw>
          </a:effectLst>
        </p:spPr>
        <p:txBody>
          <a:bodyPr wrap="square" lIns="0" anchor="b">
            <a:spAutoFit/>
          </a:bodyPr>
          <a:lstStyle>
            <a:lvl1pPr marL="0" indent="0" algn="l" defTabSz="385767" rtl="0" eaLnBrk="1" latinLnBrk="0" hangingPunct="1">
              <a:lnSpc>
                <a:spcPct val="90000"/>
              </a:lnSpc>
              <a:spcBef>
                <a:spcPts val="422"/>
              </a:spcBef>
              <a:buFont typeface="Arial" panose="020B0604020202020204" pitchFamily="34" charset="0"/>
              <a:buNone/>
              <a:defRPr lang="pt-BR" sz="1000" b="1" kern="12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227710" indent="-77020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59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79070" indent="-77689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506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29761" indent="-77689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464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0451" indent="-73671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464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60860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744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628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11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85767" rtl="0" eaLnBrk="1" fontAlgn="auto" latinLnBrk="0" hangingPunct="1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Desempenho por membro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A65E28-413D-DF53-1113-6F5D131A3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788421"/>
              </p:ext>
            </p:extLst>
          </p:nvPr>
        </p:nvGraphicFramePr>
        <p:xfrm>
          <a:off x="342686" y="1467547"/>
          <a:ext cx="7487995" cy="3212705"/>
        </p:xfrm>
        <a:graphic>
          <a:graphicData uri="http://schemas.openxmlformats.org/drawingml/2006/table">
            <a:tbl>
              <a:tblPr/>
              <a:tblGrid>
                <a:gridCol w="753450">
                  <a:extLst>
                    <a:ext uri="{9D8B030D-6E8A-4147-A177-3AD203B41FA5}">
                      <a16:colId xmlns:a16="http://schemas.microsoft.com/office/drawing/2014/main" val="1120312620"/>
                    </a:ext>
                  </a:extLst>
                </a:gridCol>
                <a:gridCol w="902280">
                  <a:extLst>
                    <a:ext uri="{9D8B030D-6E8A-4147-A177-3AD203B41FA5}">
                      <a16:colId xmlns:a16="http://schemas.microsoft.com/office/drawing/2014/main" val="2224176024"/>
                    </a:ext>
                  </a:extLst>
                </a:gridCol>
                <a:gridCol w="1106922">
                  <a:extLst>
                    <a:ext uri="{9D8B030D-6E8A-4147-A177-3AD203B41FA5}">
                      <a16:colId xmlns:a16="http://schemas.microsoft.com/office/drawing/2014/main" val="3601617313"/>
                    </a:ext>
                  </a:extLst>
                </a:gridCol>
                <a:gridCol w="1209242">
                  <a:extLst>
                    <a:ext uri="{9D8B030D-6E8A-4147-A177-3AD203B41FA5}">
                      <a16:colId xmlns:a16="http://schemas.microsoft.com/office/drawing/2014/main" val="1240429264"/>
                    </a:ext>
                  </a:extLst>
                </a:gridCol>
                <a:gridCol w="1255751">
                  <a:extLst>
                    <a:ext uri="{9D8B030D-6E8A-4147-A177-3AD203B41FA5}">
                      <a16:colId xmlns:a16="http://schemas.microsoft.com/office/drawing/2014/main" val="1931676466"/>
                    </a:ext>
                  </a:extLst>
                </a:gridCol>
                <a:gridCol w="502300">
                  <a:extLst>
                    <a:ext uri="{9D8B030D-6E8A-4147-A177-3AD203B41FA5}">
                      <a16:colId xmlns:a16="http://schemas.microsoft.com/office/drawing/2014/main" val="1950685664"/>
                    </a:ext>
                  </a:extLst>
                </a:gridCol>
                <a:gridCol w="502300">
                  <a:extLst>
                    <a:ext uri="{9D8B030D-6E8A-4147-A177-3AD203B41FA5}">
                      <a16:colId xmlns:a16="http://schemas.microsoft.com/office/drawing/2014/main" val="1248355343"/>
                    </a:ext>
                  </a:extLst>
                </a:gridCol>
                <a:gridCol w="502300">
                  <a:extLst>
                    <a:ext uri="{9D8B030D-6E8A-4147-A177-3AD203B41FA5}">
                      <a16:colId xmlns:a16="http://schemas.microsoft.com/office/drawing/2014/main" val="2429050650"/>
                    </a:ext>
                  </a:extLst>
                </a:gridCol>
                <a:gridCol w="753450">
                  <a:extLst>
                    <a:ext uri="{9D8B030D-6E8A-4147-A177-3AD203B41FA5}">
                      <a16:colId xmlns:a16="http://schemas.microsoft.com/office/drawing/2014/main" val="4121096288"/>
                    </a:ext>
                  </a:extLst>
                </a:gridCol>
              </a:tblGrid>
              <a:tr h="395443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Segmento</a:t>
                      </a:r>
                      <a:endParaRPr lang="pt-BR" sz="800" b="1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Setor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 do setor (Ibovespa)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 do setor (Carteira)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Companhia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Ticker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Rating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Preço-Alvo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525485"/>
                  </a:ext>
                </a:extLst>
              </a:tr>
              <a:tr h="201233">
                <a:tc rowSpan="4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Commodities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Energia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17,9%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Petrobras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PETR4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R$ 63,00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PRIO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PRIO3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R$ 78,00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Materiais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15,9%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Gerdau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GGBR4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R$ 30,00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Vale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VALE3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Neutro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R$ 85,00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rowSpan="4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Bens Industriais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8,9%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Embraer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EMBJ3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R$ 87,00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Tec. Info.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0,8%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TOTVS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TOTS3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R$ 50,50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Imobiliário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1,8%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Iguatemi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IGTI11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R$ 35,00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Cury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CURY3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R$ 45,00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rowSpan="3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Defensivas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Saúde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2,3%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Rede D'Or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RDOR3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R$ 45,00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Utilidade Pública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17,6%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Axia Energia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AXIA3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R$ 63,32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Sabesp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SBSP3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R$ 38,25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rowSpan="3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Financeiro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Financeiro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26,6%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Itaú Unibanco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ITUB4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R$ 50,00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BTG Pactual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BPAC11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R$ 63,00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123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Nubank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ROXO34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R$ 18,60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E716F740-FB12-7DF1-1A3D-0F57AC9C2A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38513"/>
              </p:ext>
            </p:extLst>
          </p:nvPr>
        </p:nvGraphicFramePr>
        <p:xfrm>
          <a:off x="7984682" y="1448054"/>
          <a:ext cx="3852000" cy="1980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5547237-3351-3D64-F11F-A244A61CF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653283"/>
              </p:ext>
            </p:extLst>
          </p:nvPr>
        </p:nvGraphicFramePr>
        <p:xfrm>
          <a:off x="335999" y="5029439"/>
          <a:ext cx="7494682" cy="823641"/>
        </p:xfrm>
        <a:graphic>
          <a:graphicData uri="http://schemas.openxmlformats.org/drawingml/2006/table">
            <a:tbl>
              <a:tblPr/>
              <a:tblGrid>
                <a:gridCol w="1387075">
                  <a:extLst>
                    <a:ext uri="{9D8B030D-6E8A-4147-A177-3AD203B41FA5}">
                      <a16:colId xmlns:a16="http://schemas.microsoft.com/office/drawing/2014/main" val="2172217848"/>
                    </a:ext>
                  </a:extLst>
                </a:gridCol>
                <a:gridCol w="1454191">
                  <a:extLst>
                    <a:ext uri="{9D8B030D-6E8A-4147-A177-3AD203B41FA5}">
                      <a16:colId xmlns:a16="http://schemas.microsoft.com/office/drawing/2014/main" val="3052116728"/>
                    </a:ext>
                  </a:extLst>
                </a:gridCol>
                <a:gridCol w="581677">
                  <a:extLst>
                    <a:ext uri="{9D8B030D-6E8A-4147-A177-3AD203B41FA5}">
                      <a16:colId xmlns:a16="http://schemas.microsoft.com/office/drawing/2014/main" val="1156587523"/>
                    </a:ext>
                  </a:extLst>
                </a:gridCol>
                <a:gridCol w="581677">
                  <a:extLst>
                    <a:ext uri="{9D8B030D-6E8A-4147-A177-3AD203B41FA5}">
                      <a16:colId xmlns:a16="http://schemas.microsoft.com/office/drawing/2014/main" val="3443822225"/>
                    </a:ext>
                  </a:extLst>
                </a:gridCol>
                <a:gridCol w="581677">
                  <a:extLst>
                    <a:ext uri="{9D8B030D-6E8A-4147-A177-3AD203B41FA5}">
                      <a16:colId xmlns:a16="http://schemas.microsoft.com/office/drawing/2014/main" val="3535669985"/>
                    </a:ext>
                  </a:extLst>
                </a:gridCol>
                <a:gridCol w="581677">
                  <a:extLst>
                    <a:ext uri="{9D8B030D-6E8A-4147-A177-3AD203B41FA5}">
                      <a16:colId xmlns:a16="http://schemas.microsoft.com/office/drawing/2014/main" val="2724606446"/>
                    </a:ext>
                  </a:extLst>
                </a:gridCol>
                <a:gridCol w="581677">
                  <a:extLst>
                    <a:ext uri="{9D8B030D-6E8A-4147-A177-3AD203B41FA5}">
                      <a16:colId xmlns:a16="http://schemas.microsoft.com/office/drawing/2014/main" val="1214560776"/>
                    </a:ext>
                  </a:extLst>
                </a:gridCol>
                <a:gridCol w="581677">
                  <a:extLst>
                    <a:ext uri="{9D8B030D-6E8A-4147-A177-3AD203B41FA5}">
                      <a16:colId xmlns:a16="http://schemas.microsoft.com/office/drawing/2014/main" val="3140977115"/>
                    </a:ext>
                  </a:extLst>
                </a:gridCol>
                <a:gridCol w="581677">
                  <a:extLst>
                    <a:ext uri="{9D8B030D-6E8A-4147-A177-3AD203B41FA5}">
                      <a16:colId xmlns:a16="http://schemas.microsoft.com/office/drawing/2014/main" val="3897210727"/>
                    </a:ext>
                  </a:extLst>
                </a:gridCol>
                <a:gridCol w="581677">
                  <a:extLst>
                    <a:ext uri="{9D8B030D-6E8A-4147-A177-3AD203B41FA5}">
                      <a16:colId xmlns:a16="http://schemas.microsoft.com/office/drawing/2014/main" val="911086193"/>
                    </a:ext>
                  </a:extLst>
                </a:gridCol>
              </a:tblGrid>
              <a:tr h="270367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Desde o início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2026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Últ. 12M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ago-26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jul-26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jun-26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mai-26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abr-26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mar-26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449154"/>
                  </a:ext>
                </a:extLst>
              </a:tr>
              <a:tr h="276637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Top Ações XP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36,2%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7,7%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22,8%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-0,3%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2,2%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-1,7%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-6,7%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-0,6%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0,6%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909357"/>
                  </a:ext>
                </a:extLst>
              </a:tr>
              <a:tr h="276637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Ibovespa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44,5%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10,1%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25,5%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-0,3%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3,5%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-1,0%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-7,2%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-0,1%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-0,7%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05044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B44C04F-699A-F1AA-237D-70027234B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131370"/>
              </p:ext>
            </p:extLst>
          </p:nvPr>
        </p:nvGraphicFramePr>
        <p:xfrm>
          <a:off x="7984682" y="3841701"/>
          <a:ext cx="3851999" cy="2324100"/>
        </p:xfrm>
        <a:graphic>
          <a:graphicData uri="http://schemas.openxmlformats.org/drawingml/2006/table">
            <a:tbl>
              <a:tblPr/>
              <a:tblGrid>
                <a:gridCol w="738584">
                  <a:extLst>
                    <a:ext uri="{9D8B030D-6E8A-4147-A177-3AD203B41FA5}">
                      <a16:colId xmlns:a16="http://schemas.microsoft.com/office/drawing/2014/main" val="618599958"/>
                    </a:ext>
                  </a:extLst>
                </a:gridCol>
                <a:gridCol w="738584">
                  <a:extLst>
                    <a:ext uri="{9D8B030D-6E8A-4147-A177-3AD203B41FA5}">
                      <a16:colId xmlns:a16="http://schemas.microsoft.com/office/drawing/2014/main" val="1310550791"/>
                    </a:ext>
                  </a:extLst>
                </a:gridCol>
                <a:gridCol w="738584">
                  <a:extLst>
                    <a:ext uri="{9D8B030D-6E8A-4147-A177-3AD203B41FA5}">
                      <a16:colId xmlns:a16="http://schemas.microsoft.com/office/drawing/2014/main" val="2390156079"/>
                    </a:ext>
                  </a:extLst>
                </a:gridCol>
                <a:gridCol w="897663">
                  <a:extLst>
                    <a:ext uri="{9D8B030D-6E8A-4147-A177-3AD203B41FA5}">
                      <a16:colId xmlns:a16="http://schemas.microsoft.com/office/drawing/2014/main" val="2369911082"/>
                    </a:ext>
                  </a:extLst>
                </a:gridCol>
                <a:gridCol w="738584">
                  <a:extLst>
                    <a:ext uri="{9D8B030D-6E8A-4147-A177-3AD203B41FA5}">
                      <a16:colId xmlns:a16="http://schemas.microsoft.com/office/drawing/2014/main" val="3934237849"/>
                    </a:ext>
                  </a:extLst>
                </a:gridCol>
              </a:tblGrid>
              <a:tr h="220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Ticker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Data de entrada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Desde a entrada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No mês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745826"/>
                  </a:ext>
                </a:extLst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BPAC11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dez-25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EMBJ3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mai-26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24,1%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GGBR4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mai-26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-4,0%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IGTI11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mar-25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42,8%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ITUB4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mar-25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53,6%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LREN3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fev-26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-29,2%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-19,9%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ORVR3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-19,1%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PETR4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jan-26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22,6%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PRIO3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jun-25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55,4%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RDOR3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jul-26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2,1%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ROXO34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abr-26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SBSP3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jan-26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-4,7%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-8,7%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TOTS3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mai-26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8,7%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14,1%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9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VALE3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mar-25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65,8%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1376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E33B2-FEB2-EF24-EC7B-A74D0DD73A5C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35999" y="4709149"/>
            <a:ext cx="7488000" cy="272382"/>
          </a:xfrm>
        </p:spPr>
        <p:txBody>
          <a:bodyPr/>
          <a:lstStyle/>
          <a:p>
            <a:r>
              <a:rPr lang="pt-BR" sz="1300" noProof="0" dirty="0"/>
              <a:t>Desempenho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15BD6CA-621E-8699-A484-82456A74A6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noProof="0" dirty="0"/>
              <a:t>Carteira Top Dividendos XP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FB7407-D7B1-FFFF-27E0-816F5C7641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sz="1400" dirty="0">
                <a:solidFill>
                  <a:schemeClr val="tx1"/>
                </a:solidFill>
              </a:rPr>
              <a:t>Aumentando PETR4, ALOS3; Reduzindo ITUB4</a:t>
            </a:r>
          </a:p>
        </p:txBody>
      </p:sp>
      <p:sp>
        <p:nvSpPr>
          <p:cNvPr id="14" name="Content Placeholder 18">
            <a:extLst>
              <a:ext uri="{FF2B5EF4-FFF2-40B4-BE49-F238E27FC236}">
                <a16:creationId xmlns:a16="http://schemas.microsoft.com/office/drawing/2014/main" id="{5AE583A2-C821-04C6-EF96-8A3AFFD18BD2}"/>
              </a:ext>
            </a:extLst>
          </p:cNvPr>
          <p:cNvSpPr txBox="1">
            <a:spLocks/>
          </p:cNvSpPr>
          <p:nvPr/>
        </p:nvSpPr>
        <p:spPr>
          <a:xfrm>
            <a:off x="342687" y="1153770"/>
            <a:ext cx="7488000" cy="272382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 indent="0" defTabSz="685808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sz="1300" noProof="0" dirty="0"/>
              <a:t>Carteira Top Dividendos XP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828CE783-FC5D-48DD-4D75-2DC3A722C0FD}"/>
              </a:ext>
            </a:extLst>
          </p:cNvPr>
          <p:cNvSpPr txBox="1">
            <a:spLocks/>
          </p:cNvSpPr>
          <p:nvPr/>
        </p:nvSpPr>
        <p:spPr>
          <a:xfrm>
            <a:off x="7984708" y="1153770"/>
            <a:ext cx="3852000" cy="272382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 indent="0" defTabSz="685808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sz="1300" noProof="0" dirty="0"/>
              <a:t>Desempenho vs. Ibovespa (100 = 30 jun, 2018)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52637B11-F84F-A8EC-62D9-DFC6DFFF2AA3}"/>
              </a:ext>
            </a:extLst>
          </p:cNvPr>
          <p:cNvSpPr txBox="1">
            <a:spLocks/>
          </p:cNvSpPr>
          <p:nvPr/>
        </p:nvSpPr>
        <p:spPr>
          <a:xfrm>
            <a:off x="1628504" y="6300619"/>
            <a:ext cx="9036000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indent="0" defTabSz="68580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700" b="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dirty="0"/>
              <a:t>Fonte: Economatica e XP Research. Retornos da carteira incluem dividendos. Dados até 31/08/2026.</a:t>
            </a:r>
          </a:p>
        </p:txBody>
      </p:sp>
      <p:sp>
        <p:nvSpPr>
          <p:cNvPr id="3" name="Espaço Reservado para Data 12">
            <a:extLst>
              <a:ext uri="{FF2B5EF4-FFF2-40B4-BE49-F238E27FC236}">
                <a16:creationId xmlns:a16="http://schemas.microsoft.com/office/drawing/2014/main" id="{DF2ED7EB-0513-9097-D39C-DC4C77983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61600" y="358585"/>
            <a:ext cx="1594401" cy="184666"/>
          </a:xfrm>
        </p:spPr>
        <p:txBody>
          <a:bodyPr/>
          <a:lstStyle/>
          <a:p>
            <a:fld id="{53538678-D545-4ECD-B4F5-84842809154C}" type="datetime4">
              <a:rPr lang="pt-BR" noProof="0" smtClean="0">
                <a:solidFill>
                  <a:schemeClr val="tx1">
                    <a:tint val="75000"/>
                  </a:schemeClr>
                </a:solidFill>
              </a:rPr>
              <a:t>31 de agosto de 2026</a:t>
            </a:fld>
            <a:endParaRPr lang="pt-BR" noProof="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2C9F4DB-AE7F-AE77-CFE8-41D423C55C3F}"/>
              </a:ext>
            </a:extLst>
          </p:cNvPr>
          <p:cNvSpPr txBox="1">
            <a:spLocks/>
          </p:cNvSpPr>
          <p:nvPr/>
        </p:nvSpPr>
        <p:spPr>
          <a:xfrm>
            <a:off x="7984708" y="3515294"/>
            <a:ext cx="3852000" cy="272382"/>
          </a:xfrm>
          <a:prstGeom prst="rect">
            <a:avLst/>
          </a:prstGeom>
          <a:solidFill>
            <a:sysClr val="window" lastClr="FFFFFF"/>
          </a:solidFill>
          <a:effectLst>
            <a:outerShdw dist="12700" dir="5400000" algn="ctr" rotWithShape="0">
              <a:srgbClr val="3F3F3F">
                <a:alpha val="70000"/>
              </a:srgbClr>
            </a:outerShdw>
          </a:effectLst>
        </p:spPr>
        <p:txBody>
          <a:bodyPr wrap="square" lIns="0" anchor="b">
            <a:spAutoFit/>
          </a:bodyPr>
          <a:lstStyle>
            <a:lvl1pPr marL="0" indent="0" algn="l" defTabSz="385767" rtl="0" eaLnBrk="1" latinLnBrk="0" hangingPunct="1">
              <a:lnSpc>
                <a:spcPct val="90000"/>
              </a:lnSpc>
              <a:spcBef>
                <a:spcPts val="422"/>
              </a:spcBef>
              <a:buFont typeface="Arial" panose="020B0604020202020204" pitchFamily="34" charset="0"/>
              <a:buNone/>
              <a:defRPr lang="pt-BR" sz="1000" b="1" kern="12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227710" indent="-77020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59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79070" indent="-77689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506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29761" indent="-77689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464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0451" indent="-73671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464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60860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744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628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11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85767" rtl="0" eaLnBrk="1" fontAlgn="auto" latinLnBrk="0" hangingPunct="1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Desempenho por membro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C5C09B-C2C5-BEC0-2AB0-B988A0ADE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405519"/>
              </p:ext>
            </p:extLst>
          </p:nvPr>
        </p:nvGraphicFramePr>
        <p:xfrm>
          <a:off x="342687" y="1490379"/>
          <a:ext cx="7481312" cy="3218771"/>
        </p:xfrm>
        <a:graphic>
          <a:graphicData uri="http://schemas.openxmlformats.org/drawingml/2006/table">
            <a:tbl>
              <a:tblPr/>
              <a:tblGrid>
                <a:gridCol w="872121">
                  <a:extLst>
                    <a:ext uri="{9D8B030D-6E8A-4147-A177-3AD203B41FA5}">
                      <a16:colId xmlns:a16="http://schemas.microsoft.com/office/drawing/2014/main" val="244540531"/>
                    </a:ext>
                  </a:extLst>
                </a:gridCol>
                <a:gridCol w="782132">
                  <a:extLst>
                    <a:ext uri="{9D8B030D-6E8A-4147-A177-3AD203B41FA5}">
                      <a16:colId xmlns:a16="http://schemas.microsoft.com/office/drawing/2014/main" val="3365679616"/>
                    </a:ext>
                  </a:extLst>
                </a:gridCol>
                <a:gridCol w="1105933">
                  <a:extLst>
                    <a:ext uri="{9D8B030D-6E8A-4147-A177-3AD203B41FA5}">
                      <a16:colId xmlns:a16="http://schemas.microsoft.com/office/drawing/2014/main" val="547497569"/>
                    </a:ext>
                  </a:extLst>
                </a:gridCol>
                <a:gridCol w="1020131">
                  <a:extLst>
                    <a:ext uri="{9D8B030D-6E8A-4147-A177-3AD203B41FA5}">
                      <a16:colId xmlns:a16="http://schemas.microsoft.com/office/drawing/2014/main" val="1634710669"/>
                    </a:ext>
                  </a:extLst>
                </a:gridCol>
                <a:gridCol w="1203598">
                  <a:extLst>
                    <a:ext uri="{9D8B030D-6E8A-4147-A177-3AD203B41FA5}">
                      <a16:colId xmlns:a16="http://schemas.microsoft.com/office/drawing/2014/main" val="864712693"/>
                    </a:ext>
                  </a:extLst>
                </a:gridCol>
                <a:gridCol w="583923">
                  <a:extLst>
                    <a:ext uri="{9D8B030D-6E8A-4147-A177-3AD203B41FA5}">
                      <a16:colId xmlns:a16="http://schemas.microsoft.com/office/drawing/2014/main" val="3646976552"/>
                    </a:ext>
                  </a:extLst>
                </a:gridCol>
                <a:gridCol w="607758">
                  <a:extLst>
                    <a:ext uri="{9D8B030D-6E8A-4147-A177-3AD203B41FA5}">
                      <a16:colId xmlns:a16="http://schemas.microsoft.com/office/drawing/2014/main" val="443074974"/>
                    </a:ext>
                  </a:extLst>
                </a:gridCol>
                <a:gridCol w="476672">
                  <a:extLst>
                    <a:ext uri="{9D8B030D-6E8A-4147-A177-3AD203B41FA5}">
                      <a16:colId xmlns:a16="http://schemas.microsoft.com/office/drawing/2014/main" val="3626851245"/>
                    </a:ext>
                  </a:extLst>
                </a:gridCol>
                <a:gridCol w="829044">
                  <a:extLst>
                    <a:ext uri="{9D8B030D-6E8A-4147-A177-3AD203B41FA5}">
                      <a16:colId xmlns:a16="http://schemas.microsoft.com/office/drawing/2014/main" val="1096208486"/>
                    </a:ext>
                  </a:extLst>
                </a:gridCol>
              </a:tblGrid>
              <a:tr h="3759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Segmento</a:t>
                      </a:r>
                      <a:endParaRPr lang="pt-BR" sz="800" b="1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Setor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 do setor (Ibovespa)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 do setor (Carteira)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Companhia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Ticker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Rating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Preço-Alvo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499181"/>
                  </a:ext>
                </a:extLst>
              </a:tr>
              <a:tr h="25844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Commodities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Energia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17,9%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Petrobras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PETR4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R$ 63,00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PRIO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PRIO3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R$ 78,00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Materiais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15,9%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Vale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VALE3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Neutro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R$ 85,00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Comunicações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1,4%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Vivo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VIVT3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R$ 43,00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Imobiliário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1,8%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Allos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ALOS3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R$ 38,00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Defensivas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Utilidade Pública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17,6%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Copasa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CSMG3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R$ 88,32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Axia Energia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AXIA3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R$ 63,32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Copel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CPLE3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R$ 19,87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Financeiro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Financeiro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26,6%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Itaú Unibanco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ITUB4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R$ 50,00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B3SA3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Neutro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R$ 16,00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Caixa Seg.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CXSE3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R$ 20,00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D4AF0036-7DE7-93C2-B2E6-EAB8D8BAD0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645517"/>
              </p:ext>
            </p:extLst>
          </p:nvPr>
        </p:nvGraphicFramePr>
        <p:xfrm>
          <a:off x="7984704" y="1490379"/>
          <a:ext cx="3851993" cy="1981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ABF505D-6C51-898F-FEAD-B824FE0E1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479108"/>
              </p:ext>
            </p:extLst>
          </p:nvPr>
        </p:nvGraphicFramePr>
        <p:xfrm>
          <a:off x="335999" y="5004562"/>
          <a:ext cx="7488003" cy="845823"/>
        </p:xfrm>
        <a:graphic>
          <a:graphicData uri="http://schemas.openxmlformats.org/drawingml/2006/table">
            <a:tbl>
              <a:tblPr/>
              <a:tblGrid>
                <a:gridCol w="1385837">
                  <a:extLst>
                    <a:ext uri="{9D8B030D-6E8A-4147-A177-3AD203B41FA5}">
                      <a16:colId xmlns:a16="http://schemas.microsoft.com/office/drawing/2014/main" val="3953948341"/>
                    </a:ext>
                  </a:extLst>
                </a:gridCol>
                <a:gridCol w="1452894">
                  <a:extLst>
                    <a:ext uri="{9D8B030D-6E8A-4147-A177-3AD203B41FA5}">
                      <a16:colId xmlns:a16="http://schemas.microsoft.com/office/drawing/2014/main" val="3287310103"/>
                    </a:ext>
                  </a:extLst>
                </a:gridCol>
                <a:gridCol w="581159">
                  <a:extLst>
                    <a:ext uri="{9D8B030D-6E8A-4147-A177-3AD203B41FA5}">
                      <a16:colId xmlns:a16="http://schemas.microsoft.com/office/drawing/2014/main" val="1774891267"/>
                    </a:ext>
                  </a:extLst>
                </a:gridCol>
                <a:gridCol w="581159">
                  <a:extLst>
                    <a:ext uri="{9D8B030D-6E8A-4147-A177-3AD203B41FA5}">
                      <a16:colId xmlns:a16="http://schemas.microsoft.com/office/drawing/2014/main" val="1868233433"/>
                    </a:ext>
                  </a:extLst>
                </a:gridCol>
                <a:gridCol w="581159">
                  <a:extLst>
                    <a:ext uri="{9D8B030D-6E8A-4147-A177-3AD203B41FA5}">
                      <a16:colId xmlns:a16="http://schemas.microsoft.com/office/drawing/2014/main" val="2708763092"/>
                    </a:ext>
                  </a:extLst>
                </a:gridCol>
                <a:gridCol w="581159">
                  <a:extLst>
                    <a:ext uri="{9D8B030D-6E8A-4147-A177-3AD203B41FA5}">
                      <a16:colId xmlns:a16="http://schemas.microsoft.com/office/drawing/2014/main" val="800499080"/>
                    </a:ext>
                  </a:extLst>
                </a:gridCol>
                <a:gridCol w="581159">
                  <a:extLst>
                    <a:ext uri="{9D8B030D-6E8A-4147-A177-3AD203B41FA5}">
                      <a16:colId xmlns:a16="http://schemas.microsoft.com/office/drawing/2014/main" val="3777481694"/>
                    </a:ext>
                  </a:extLst>
                </a:gridCol>
                <a:gridCol w="581159">
                  <a:extLst>
                    <a:ext uri="{9D8B030D-6E8A-4147-A177-3AD203B41FA5}">
                      <a16:colId xmlns:a16="http://schemas.microsoft.com/office/drawing/2014/main" val="4099847307"/>
                    </a:ext>
                  </a:extLst>
                </a:gridCol>
                <a:gridCol w="581159">
                  <a:extLst>
                    <a:ext uri="{9D8B030D-6E8A-4147-A177-3AD203B41FA5}">
                      <a16:colId xmlns:a16="http://schemas.microsoft.com/office/drawing/2014/main" val="2929190220"/>
                    </a:ext>
                  </a:extLst>
                </a:gridCol>
                <a:gridCol w="581159">
                  <a:extLst>
                    <a:ext uri="{9D8B030D-6E8A-4147-A177-3AD203B41FA5}">
                      <a16:colId xmlns:a16="http://schemas.microsoft.com/office/drawing/2014/main" val="2479991260"/>
                    </a:ext>
                  </a:extLst>
                </a:gridCol>
              </a:tblGrid>
              <a:tr h="281941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Desde o início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2026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Últ. 12M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ago-26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jul-26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jun-26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mai-26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abr-26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mar-26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3855"/>
                  </a:ext>
                </a:extLst>
              </a:tr>
              <a:tr h="281941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Top Dividendos XP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332,5%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14,9%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33,9%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998040"/>
                  </a:ext>
                </a:extLst>
              </a:tr>
              <a:tr h="281941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Ibovespa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143,8%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10,1%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25,5%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53134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EA3C489-4253-AC8A-2180-AA2514322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224317"/>
              </p:ext>
            </p:extLst>
          </p:nvPr>
        </p:nvGraphicFramePr>
        <p:xfrm>
          <a:off x="7984704" y="3843129"/>
          <a:ext cx="3851994" cy="2033687"/>
        </p:xfrm>
        <a:graphic>
          <a:graphicData uri="http://schemas.openxmlformats.org/drawingml/2006/table">
            <a:tbl>
              <a:tblPr/>
              <a:tblGrid>
                <a:gridCol w="738583">
                  <a:extLst>
                    <a:ext uri="{9D8B030D-6E8A-4147-A177-3AD203B41FA5}">
                      <a16:colId xmlns:a16="http://schemas.microsoft.com/office/drawing/2014/main" val="2934449654"/>
                    </a:ext>
                  </a:extLst>
                </a:gridCol>
                <a:gridCol w="738583">
                  <a:extLst>
                    <a:ext uri="{9D8B030D-6E8A-4147-A177-3AD203B41FA5}">
                      <a16:colId xmlns:a16="http://schemas.microsoft.com/office/drawing/2014/main" val="3616198015"/>
                    </a:ext>
                  </a:extLst>
                </a:gridCol>
                <a:gridCol w="738583">
                  <a:extLst>
                    <a:ext uri="{9D8B030D-6E8A-4147-A177-3AD203B41FA5}">
                      <a16:colId xmlns:a16="http://schemas.microsoft.com/office/drawing/2014/main" val="1444229113"/>
                    </a:ext>
                  </a:extLst>
                </a:gridCol>
                <a:gridCol w="897662">
                  <a:extLst>
                    <a:ext uri="{9D8B030D-6E8A-4147-A177-3AD203B41FA5}">
                      <a16:colId xmlns:a16="http://schemas.microsoft.com/office/drawing/2014/main" val="806451873"/>
                    </a:ext>
                  </a:extLst>
                </a:gridCol>
                <a:gridCol w="738583">
                  <a:extLst>
                    <a:ext uri="{9D8B030D-6E8A-4147-A177-3AD203B41FA5}">
                      <a16:colId xmlns:a16="http://schemas.microsoft.com/office/drawing/2014/main" val="1586520623"/>
                    </a:ext>
                  </a:extLst>
                </a:gridCol>
              </a:tblGrid>
              <a:tr h="3389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Ticker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Data de entrada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Desde a entrada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No mês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4506"/>
                  </a:ext>
                </a:extLst>
              </a:tr>
              <a:tr h="154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ALOS3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dez-25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2,2%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4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AXIA3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4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B3SA3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nov-24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85,7%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4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CPLE3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dez-25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23,6%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4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CSMG3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ago-26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-14,7%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-13,9%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4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CXSE3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mar-25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43,4%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4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ITUB4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dez-22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127,0%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4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PETR4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jun-24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51,6%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4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PRIO3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mai-26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-8,8%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4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VALE3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dez-23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35,3%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40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VIVT3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abr-24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39,4%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-8,2%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42946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E33B2-FEB2-EF24-EC7B-A74D0DD73A5C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35999" y="4709149"/>
            <a:ext cx="7488000" cy="272382"/>
          </a:xfrm>
        </p:spPr>
        <p:txBody>
          <a:bodyPr/>
          <a:lstStyle/>
          <a:p>
            <a:r>
              <a:rPr lang="pt-BR" sz="1300" noProof="0" dirty="0"/>
              <a:t>Desempenho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15BD6CA-621E-8699-A484-82456A74A6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noProof="0" dirty="0"/>
              <a:t>Carteira Top Small Caps XP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FB7407-D7B1-FFFF-27E0-816F5C7641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sz="1400" noProof="0" dirty="0">
                <a:solidFill>
                  <a:schemeClr val="tx1"/>
                </a:solidFill>
              </a:rPr>
              <a:t>Adicionando DIRR3; Aumentando SLCE3; Reduzindo CEAB3, CURY3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52637B11-F84F-A8EC-62D9-DFC6DFFF2AA3}"/>
              </a:ext>
            </a:extLst>
          </p:cNvPr>
          <p:cNvSpPr txBox="1">
            <a:spLocks/>
          </p:cNvSpPr>
          <p:nvPr/>
        </p:nvSpPr>
        <p:spPr>
          <a:xfrm>
            <a:off x="1628504" y="6300619"/>
            <a:ext cx="9036000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indent="0" defTabSz="68580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700" b="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dirty="0"/>
              <a:t>Fonte: Economatica e XP Research. Retornos da carteira incluem dividendos. Dados até 31/08/2026.</a:t>
            </a:r>
          </a:p>
        </p:txBody>
      </p:sp>
      <p:sp>
        <p:nvSpPr>
          <p:cNvPr id="3" name="Espaço Reservado para Data 12">
            <a:extLst>
              <a:ext uri="{FF2B5EF4-FFF2-40B4-BE49-F238E27FC236}">
                <a16:creationId xmlns:a16="http://schemas.microsoft.com/office/drawing/2014/main" id="{9D393AFC-B9CA-35D6-2521-CC171732B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61600" y="358585"/>
            <a:ext cx="1594401" cy="184666"/>
          </a:xfrm>
        </p:spPr>
        <p:txBody>
          <a:bodyPr/>
          <a:lstStyle/>
          <a:p>
            <a:fld id="{53538678-D545-4ECD-B4F5-84842809154C}" type="datetime4">
              <a:rPr lang="pt-BR" noProof="0" smtClean="0">
                <a:solidFill>
                  <a:schemeClr val="tx1">
                    <a:tint val="75000"/>
                  </a:schemeClr>
                </a:solidFill>
              </a:rPr>
              <a:t>31 de agosto de 2026</a:t>
            </a:fld>
            <a:endParaRPr lang="pt-BR" noProof="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5" name="Content Placeholder 18">
            <a:extLst>
              <a:ext uri="{FF2B5EF4-FFF2-40B4-BE49-F238E27FC236}">
                <a16:creationId xmlns:a16="http://schemas.microsoft.com/office/drawing/2014/main" id="{C81F8D96-0484-13EB-AB25-23BD826E4BF5}"/>
              </a:ext>
            </a:extLst>
          </p:cNvPr>
          <p:cNvSpPr txBox="1">
            <a:spLocks/>
          </p:cNvSpPr>
          <p:nvPr/>
        </p:nvSpPr>
        <p:spPr>
          <a:xfrm>
            <a:off x="342687" y="1153770"/>
            <a:ext cx="7488000" cy="272382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 indent="0" defTabSz="685808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sz="1300" noProof="0" dirty="0"/>
              <a:t>Carteira Top Small Caps XP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4754726B-7398-2758-3B1C-A4CC4EE07267}"/>
              </a:ext>
            </a:extLst>
          </p:cNvPr>
          <p:cNvSpPr txBox="1">
            <a:spLocks/>
          </p:cNvSpPr>
          <p:nvPr/>
        </p:nvSpPr>
        <p:spPr>
          <a:xfrm>
            <a:off x="7984708" y="1153770"/>
            <a:ext cx="3852000" cy="272382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 indent="0" defTabSz="685808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sz="1300" noProof="0" dirty="0"/>
              <a:t>Desempenho vs. Ibovespa (100 = 30 abr, 2021)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B44B250-0ACA-7737-ED03-F70E88083E57}"/>
              </a:ext>
            </a:extLst>
          </p:cNvPr>
          <p:cNvSpPr txBox="1">
            <a:spLocks/>
          </p:cNvSpPr>
          <p:nvPr/>
        </p:nvSpPr>
        <p:spPr>
          <a:xfrm>
            <a:off x="7984708" y="3515294"/>
            <a:ext cx="3852000" cy="272382"/>
          </a:xfrm>
          <a:prstGeom prst="rect">
            <a:avLst/>
          </a:prstGeom>
          <a:solidFill>
            <a:sysClr val="window" lastClr="FFFFFF"/>
          </a:solidFill>
          <a:effectLst>
            <a:outerShdw dist="12700" dir="5400000" algn="ctr" rotWithShape="0">
              <a:srgbClr val="3F3F3F">
                <a:alpha val="70000"/>
              </a:srgbClr>
            </a:outerShdw>
          </a:effectLst>
        </p:spPr>
        <p:txBody>
          <a:bodyPr wrap="square" lIns="0" anchor="b">
            <a:spAutoFit/>
          </a:bodyPr>
          <a:lstStyle>
            <a:lvl1pPr marL="0" indent="0" algn="l" defTabSz="385767" rtl="0" eaLnBrk="1" latinLnBrk="0" hangingPunct="1">
              <a:lnSpc>
                <a:spcPct val="90000"/>
              </a:lnSpc>
              <a:spcBef>
                <a:spcPts val="422"/>
              </a:spcBef>
              <a:buFont typeface="Arial" panose="020B0604020202020204" pitchFamily="34" charset="0"/>
              <a:buNone/>
              <a:defRPr lang="pt-BR" sz="1000" b="1" kern="12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227710" indent="-77020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59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79070" indent="-77689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506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29761" indent="-77689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464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0451" indent="-73671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464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60860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744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628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11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85767" rtl="0" eaLnBrk="1" fontAlgn="auto" latinLnBrk="0" hangingPunct="1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Desempenho por membro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14B544-6C57-FDA5-634A-2CB0FF334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016443"/>
              </p:ext>
            </p:extLst>
          </p:nvPr>
        </p:nvGraphicFramePr>
        <p:xfrm>
          <a:off x="335999" y="1489374"/>
          <a:ext cx="7487998" cy="3173113"/>
        </p:xfrm>
        <a:graphic>
          <a:graphicData uri="http://schemas.openxmlformats.org/drawingml/2006/table">
            <a:tbl>
              <a:tblPr/>
              <a:tblGrid>
                <a:gridCol w="821276">
                  <a:extLst>
                    <a:ext uri="{9D8B030D-6E8A-4147-A177-3AD203B41FA5}">
                      <a16:colId xmlns:a16="http://schemas.microsoft.com/office/drawing/2014/main" val="3226835916"/>
                    </a:ext>
                  </a:extLst>
                </a:gridCol>
                <a:gridCol w="834455">
                  <a:extLst>
                    <a:ext uri="{9D8B030D-6E8A-4147-A177-3AD203B41FA5}">
                      <a16:colId xmlns:a16="http://schemas.microsoft.com/office/drawing/2014/main" val="3644122416"/>
                    </a:ext>
                  </a:extLst>
                </a:gridCol>
                <a:gridCol w="1016616">
                  <a:extLst>
                    <a:ext uri="{9D8B030D-6E8A-4147-A177-3AD203B41FA5}">
                      <a16:colId xmlns:a16="http://schemas.microsoft.com/office/drawing/2014/main" val="3226839558"/>
                    </a:ext>
                  </a:extLst>
                </a:gridCol>
                <a:gridCol w="1184873">
                  <a:extLst>
                    <a:ext uri="{9D8B030D-6E8A-4147-A177-3AD203B41FA5}">
                      <a16:colId xmlns:a16="http://schemas.microsoft.com/office/drawing/2014/main" val="3744572327"/>
                    </a:ext>
                  </a:extLst>
                </a:gridCol>
                <a:gridCol w="1044296">
                  <a:extLst>
                    <a:ext uri="{9D8B030D-6E8A-4147-A177-3AD203B41FA5}">
                      <a16:colId xmlns:a16="http://schemas.microsoft.com/office/drawing/2014/main" val="4031108655"/>
                    </a:ext>
                  </a:extLst>
                </a:gridCol>
                <a:gridCol w="562312">
                  <a:extLst>
                    <a:ext uri="{9D8B030D-6E8A-4147-A177-3AD203B41FA5}">
                      <a16:colId xmlns:a16="http://schemas.microsoft.com/office/drawing/2014/main" val="2911120554"/>
                    </a:ext>
                  </a:extLst>
                </a:gridCol>
                <a:gridCol w="632603">
                  <a:extLst>
                    <a:ext uri="{9D8B030D-6E8A-4147-A177-3AD203B41FA5}">
                      <a16:colId xmlns:a16="http://schemas.microsoft.com/office/drawing/2014/main" val="3794849472"/>
                    </a:ext>
                  </a:extLst>
                </a:gridCol>
                <a:gridCol w="552272">
                  <a:extLst>
                    <a:ext uri="{9D8B030D-6E8A-4147-A177-3AD203B41FA5}">
                      <a16:colId xmlns:a16="http://schemas.microsoft.com/office/drawing/2014/main" val="2146985342"/>
                    </a:ext>
                  </a:extLst>
                </a:gridCol>
                <a:gridCol w="839295">
                  <a:extLst>
                    <a:ext uri="{9D8B030D-6E8A-4147-A177-3AD203B41FA5}">
                      <a16:colId xmlns:a16="http://schemas.microsoft.com/office/drawing/2014/main" val="3894980482"/>
                    </a:ext>
                  </a:extLst>
                </a:gridCol>
              </a:tblGrid>
              <a:tr h="389948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Segmento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Setor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 do setor (Ibovespa)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 do setor (Carteira)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Companhia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Ticker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Rating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Preço-Alvo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262131"/>
                  </a:ext>
                </a:extLst>
              </a:tr>
              <a:tr h="198797">
                <a:tc rowSpan="9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Cíclicas Domésticas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Comunicações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1,4%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Bemobi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BMOB3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R$ 31,00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Cons. Disc.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1,4%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Vivara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VIVA3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R$ 35,00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C&amp;A Modas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CEAB3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R$ 17,00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3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Bens Industriais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8,9%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Tupy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TUPY3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R$ 20,00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Priner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PRNR3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R$ 31,00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Ecorodovias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ECOR3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R$ 13,90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Tec. Info.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0,8%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LWSA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LWSA3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Imobiliário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1,8%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Cury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CURY3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R$ 45,00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Direcional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DIRR3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R$ 20,00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 rowSpan="4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Defensivas Domésticas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Cons. Básico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5,3%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3tentos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TTEN3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R$ 21,60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SLC Agricola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SLCE3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Neutro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R$ 17,00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Utilidade Pública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17,6%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Orizon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ORVR3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R$ 97,48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Alupar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ALUP11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R$ 43,49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8797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Financeiro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Financeiro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26,6%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BR Partners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BRBI11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R$ 26,00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B5BD814-9B27-055A-8816-59FA5DF37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437979"/>
              </p:ext>
            </p:extLst>
          </p:nvPr>
        </p:nvGraphicFramePr>
        <p:xfrm>
          <a:off x="335999" y="5069443"/>
          <a:ext cx="7487997" cy="912132"/>
        </p:xfrm>
        <a:graphic>
          <a:graphicData uri="http://schemas.openxmlformats.org/drawingml/2006/table">
            <a:tbl>
              <a:tblPr/>
              <a:tblGrid>
                <a:gridCol w="1385839">
                  <a:extLst>
                    <a:ext uri="{9D8B030D-6E8A-4147-A177-3AD203B41FA5}">
                      <a16:colId xmlns:a16="http://schemas.microsoft.com/office/drawing/2014/main" val="655060685"/>
                    </a:ext>
                  </a:extLst>
                </a:gridCol>
                <a:gridCol w="1452894">
                  <a:extLst>
                    <a:ext uri="{9D8B030D-6E8A-4147-A177-3AD203B41FA5}">
                      <a16:colId xmlns:a16="http://schemas.microsoft.com/office/drawing/2014/main" val="3275611666"/>
                    </a:ext>
                  </a:extLst>
                </a:gridCol>
                <a:gridCol w="581158">
                  <a:extLst>
                    <a:ext uri="{9D8B030D-6E8A-4147-A177-3AD203B41FA5}">
                      <a16:colId xmlns:a16="http://schemas.microsoft.com/office/drawing/2014/main" val="2384194594"/>
                    </a:ext>
                  </a:extLst>
                </a:gridCol>
                <a:gridCol w="581158">
                  <a:extLst>
                    <a:ext uri="{9D8B030D-6E8A-4147-A177-3AD203B41FA5}">
                      <a16:colId xmlns:a16="http://schemas.microsoft.com/office/drawing/2014/main" val="2627347453"/>
                    </a:ext>
                  </a:extLst>
                </a:gridCol>
                <a:gridCol w="581158">
                  <a:extLst>
                    <a:ext uri="{9D8B030D-6E8A-4147-A177-3AD203B41FA5}">
                      <a16:colId xmlns:a16="http://schemas.microsoft.com/office/drawing/2014/main" val="3458442061"/>
                    </a:ext>
                  </a:extLst>
                </a:gridCol>
                <a:gridCol w="581158">
                  <a:extLst>
                    <a:ext uri="{9D8B030D-6E8A-4147-A177-3AD203B41FA5}">
                      <a16:colId xmlns:a16="http://schemas.microsoft.com/office/drawing/2014/main" val="1898988843"/>
                    </a:ext>
                  </a:extLst>
                </a:gridCol>
                <a:gridCol w="581158">
                  <a:extLst>
                    <a:ext uri="{9D8B030D-6E8A-4147-A177-3AD203B41FA5}">
                      <a16:colId xmlns:a16="http://schemas.microsoft.com/office/drawing/2014/main" val="450618615"/>
                    </a:ext>
                  </a:extLst>
                </a:gridCol>
                <a:gridCol w="581158">
                  <a:extLst>
                    <a:ext uri="{9D8B030D-6E8A-4147-A177-3AD203B41FA5}">
                      <a16:colId xmlns:a16="http://schemas.microsoft.com/office/drawing/2014/main" val="3945731358"/>
                    </a:ext>
                  </a:extLst>
                </a:gridCol>
                <a:gridCol w="581158">
                  <a:extLst>
                    <a:ext uri="{9D8B030D-6E8A-4147-A177-3AD203B41FA5}">
                      <a16:colId xmlns:a16="http://schemas.microsoft.com/office/drawing/2014/main" val="3822319857"/>
                    </a:ext>
                  </a:extLst>
                </a:gridCol>
                <a:gridCol w="581158">
                  <a:extLst>
                    <a:ext uri="{9D8B030D-6E8A-4147-A177-3AD203B41FA5}">
                      <a16:colId xmlns:a16="http://schemas.microsoft.com/office/drawing/2014/main" val="2817188860"/>
                    </a:ext>
                  </a:extLst>
                </a:gridCol>
              </a:tblGrid>
              <a:tr h="2280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Desde o início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2026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Últ. 12M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ago-26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jul-26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jun-26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mai-26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abr-26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mar-26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57411"/>
                  </a:ext>
                </a:extLst>
              </a:tr>
              <a:tr h="2280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Top Small Caps XP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69,7%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-11,1%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-5,1%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613598"/>
                  </a:ext>
                </a:extLst>
              </a:tr>
              <a:tr h="2280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Ibovespa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49,2%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25,5%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578959"/>
                  </a:ext>
                </a:extLst>
              </a:tr>
              <a:tr h="2280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SMLL</a:t>
                      </a:r>
                    </a:p>
                  </a:txBody>
                  <a:tcPr marL="5297" marR="5297" marT="529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-26,2%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-5,8%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197014"/>
                  </a:ext>
                </a:extLst>
              </a:tr>
            </a:tbl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A456069-EA42-E781-6FEB-8DAAEE22D1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9989652"/>
              </p:ext>
            </p:extLst>
          </p:nvPr>
        </p:nvGraphicFramePr>
        <p:xfrm>
          <a:off x="7984705" y="1448677"/>
          <a:ext cx="3852000" cy="2015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75F6C07-892F-DF4D-F1B6-05F150D2C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043161"/>
              </p:ext>
            </p:extLst>
          </p:nvPr>
        </p:nvGraphicFramePr>
        <p:xfrm>
          <a:off x="7984705" y="3838531"/>
          <a:ext cx="3870196" cy="2143049"/>
        </p:xfrm>
        <a:graphic>
          <a:graphicData uri="http://schemas.openxmlformats.org/drawingml/2006/table">
            <a:tbl>
              <a:tblPr/>
              <a:tblGrid>
                <a:gridCol w="742073">
                  <a:extLst>
                    <a:ext uri="{9D8B030D-6E8A-4147-A177-3AD203B41FA5}">
                      <a16:colId xmlns:a16="http://schemas.microsoft.com/office/drawing/2014/main" val="3561362790"/>
                    </a:ext>
                  </a:extLst>
                </a:gridCol>
                <a:gridCol w="742073">
                  <a:extLst>
                    <a:ext uri="{9D8B030D-6E8A-4147-A177-3AD203B41FA5}">
                      <a16:colId xmlns:a16="http://schemas.microsoft.com/office/drawing/2014/main" val="4293732717"/>
                    </a:ext>
                  </a:extLst>
                </a:gridCol>
                <a:gridCol w="742073">
                  <a:extLst>
                    <a:ext uri="{9D8B030D-6E8A-4147-A177-3AD203B41FA5}">
                      <a16:colId xmlns:a16="http://schemas.microsoft.com/office/drawing/2014/main" val="3795344624"/>
                    </a:ext>
                  </a:extLst>
                </a:gridCol>
                <a:gridCol w="901904">
                  <a:extLst>
                    <a:ext uri="{9D8B030D-6E8A-4147-A177-3AD203B41FA5}">
                      <a16:colId xmlns:a16="http://schemas.microsoft.com/office/drawing/2014/main" val="714566926"/>
                    </a:ext>
                  </a:extLst>
                </a:gridCol>
                <a:gridCol w="742073">
                  <a:extLst>
                    <a:ext uri="{9D8B030D-6E8A-4147-A177-3AD203B41FA5}">
                      <a16:colId xmlns:a16="http://schemas.microsoft.com/office/drawing/2014/main" val="3459630034"/>
                    </a:ext>
                  </a:extLst>
                </a:gridCol>
              </a:tblGrid>
              <a:tr h="306149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Ticker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Data de entrada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Desde a entrada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No mês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428477"/>
                  </a:ext>
                </a:extLst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ALUP11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mai-26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-4,0%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BMOB3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dez-25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-0,7%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BRBI11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mai-26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-26,9%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-5,4%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CEAB3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-28,7%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-11,9%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CURY3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12,50%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nov-22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272,5%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ECOR3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-8,2%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LWSA3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dez-25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16,9%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ORVR3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jun-24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69,7%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PRNR3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fev-26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-18,7%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-10,8%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SLCE3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ago-26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17,9%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20,1%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TTEN3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jan-26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-31,1%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TUPY3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ago-26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-3,1%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1300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VIVA3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abr-26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-15,2%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483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E33B2-FEB2-EF24-EC7B-A74D0DD73A5C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35999" y="4709149"/>
            <a:ext cx="7488000" cy="272382"/>
          </a:xfrm>
        </p:spPr>
        <p:txBody>
          <a:bodyPr/>
          <a:lstStyle/>
          <a:p>
            <a:r>
              <a:rPr lang="pt-BR" sz="1300" noProof="0" dirty="0"/>
              <a:t>Desempenho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15BD6CA-621E-8699-A484-82456A74A6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noProof="0" dirty="0"/>
              <a:t>Carteira ESG XP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FB7407-D7B1-FFFF-27E0-816F5C7641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sz="1400" dirty="0"/>
              <a:t>Uma alteração no nosso portfólio para setembro: Entra RADL3; Sai LREN3</a:t>
            </a:r>
          </a:p>
        </p:txBody>
      </p:sp>
      <p:sp>
        <p:nvSpPr>
          <p:cNvPr id="14" name="Content Placeholder 18">
            <a:extLst>
              <a:ext uri="{FF2B5EF4-FFF2-40B4-BE49-F238E27FC236}">
                <a16:creationId xmlns:a16="http://schemas.microsoft.com/office/drawing/2014/main" id="{5AE583A2-C821-04C6-EF96-8A3AFFD18BD2}"/>
              </a:ext>
            </a:extLst>
          </p:cNvPr>
          <p:cNvSpPr txBox="1">
            <a:spLocks/>
          </p:cNvSpPr>
          <p:nvPr/>
        </p:nvSpPr>
        <p:spPr>
          <a:xfrm>
            <a:off x="342687" y="1135218"/>
            <a:ext cx="7488000" cy="272382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 indent="0" defTabSz="685808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sz="1300" noProof="0" dirty="0"/>
              <a:t>Carteira ESG XP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828CE783-FC5D-48DD-4D75-2DC3A722C0FD}"/>
              </a:ext>
            </a:extLst>
          </p:cNvPr>
          <p:cNvSpPr txBox="1">
            <a:spLocks/>
          </p:cNvSpPr>
          <p:nvPr/>
        </p:nvSpPr>
        <p:spPr>
          <a:xfrm>
            <a:off x="7984708" y="1114050"/>
            <a:ext cx="3852000" cy="272382"/>
          </a:xfrm>
          <a:prstGeom prst="rect">
            <a:avLst/>
          </a:prstGeom>
          <a:solidFill>
            <a:schemeClr val="bg1"/>
          </a:solidFill>
          <a:effectLst>
            <a:outerShdw dist="12700" dir="5400000" algn="ctr" rotWithShape="0">
              <a:schemeClr val="tx2">
                <a:alpha val="70000"/>
              </a:schemeClr>
            </a:outerShdw>
          </a:effectLst>
        </p:spPr>
        <p:txBody>
          <a:bodyPr wrap="square" lIns="0" anchor="b">
            <a:spAutoFit/>
          </a:bodyPr>
          <a:lstStyle>
            <a:lvl1pPr indent="0" defTabSz="685808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  <a:buNone/>
              <a:defRPr lang="pt-BR" sz="10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sz="1300" noProof="0" dirty="0"/>
              <a:t>Desempenho da Carteira ESG XP vs. ISE¹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52637B11-F84F-A8EC-62D9-DFC6DFFF2AA3}"/>
              </a:ext>
            </a:extLst>
          </p:cNvPr>
          <p:cNvSpPr txBox="1">
            <a:spLocks/>
          </p:cNvSpPr>
          <p:nvPr/>
        </p:nvSpPr>
        <p:spPr>
          <a:xfrm>
            <a:off x="1628504" y="6300619"/>
            <a:ext cx="9036000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indent="0" defTabSz="68580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700" b="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04817" indent="-136925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>
                <a:solidFill>
                  <a:schemeClr val="tx2"/>
                </a:solidFill>
              </a:defRPr>
            </a:lvl2pPr>
            <a:lvl3pPr marL="673902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3pPr>
            <a:lvl4pPr marL="941797" indent="-138114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4pPr>
            <a:lvl5pPr marL="1209690" indent="-130971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>
                <a:solidFill>
                  <a:schemeClr val="tx2"/>
                </a:solidFill>
              </a:defRPr>
            </a:lvl5pPr>
            <a:lvl6pPr marL="1885974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6pPr>
            <a:lvl7pPr marL="2228879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7pPr>
            <a:lvl8pPr marL="2571783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8pPr>
            <a:lvl9pPr marL="2914687" indent="-171453" defTabSz="685808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/>
            </a:lvl9pPr>
          </a:lstStyle>
          <a:p>
            <a:r>
              <a:rPr lang="pt-BR" dirty="0"/>
              <a:t>Fonte: Reuters, Economática e Research XP. ¹ ISE: Índice de sustentabilidade empresarial da B3, 2 September/2021; 3 De 3/agosto a 31/agosto.</a:t>
            </a:r>
          </a:p>
        </p:txBody>
      </p:sp>
      <p:sp>
        <p:nvSpPr>
          <p:cNvPr id="5" name="Espaço Reservado para Data 12">
            <a:extLst>
              <a:ext uri="{FF2B5EF4-FFF2-40B4-BE49-F238E27FC236}">
                <a16:creationId xmlns:a16="http://schemas.microsoft.com/office/drawing/2014/main" id="{A124DFA1-49E0-C88F-206E-618ADB4A4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61600" y="358585"/>
            <a:ext cx="1594401" cy="184666"/>
          </a:xfrm>
        </p:spPr>
        <p:txBody>
          <a:bodyPr/>
          <a:lstStyle/>
          <a:p>
            <a:fld id="{53538678-D545-4ECD-B4F5-84842809154C}" type="datetime4">
              <a:rPr lang="pt-BR" noProof="0" smtClean="0">
                <a:solidFill>
                  <a:schemeClr val="tx1">
                    <a:tint val="75000"/>
                  </a:schemeClr>
                </a:solidFill>
              </a:rPr>
              <a:t>31 de agosto de 2026</a:t>
            </a:fld>
            <a:endParaRPr lang="pt-BR" noProof="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AD2A162A-14CD-DB5C-9093-8ABB5ABBEFDA}"/>
              </a:ext>
            </a:extLst>
          </p:cNvPr>
          <p:cNvSpPr txBox="1">
            <a:spLocks/>
          </p:cNvSpPr>
          <p:nvPr/>
        </p:nvSpPr>
        <p:spPr>
          <a:xfrm>
            <a:off x="7984708" y="3515294"/>
            <a:ext cx="3852000" cy="272382"/>
          </a:xfrm>
          <a:prstGeom prst="rect">
            <a:avLst/>
          </a:prstGeom>
          <a:solidFill>
            <a:sysClr val="window" lastClr="FFFFFF"/>
          </a:solidFill>
          <a:effectLst>
            <a:outerShdw dist="12700" dir="5400000" algn="ctr" rotWithShape="0">
              <a:srgbClr val="3F3F3F">
                <a:alpha val="70000"/>
              </a:srgbClr>
            </a:outerShdw>
          </a:effectLst>
        </p:spPr>
        <p:txBody>
          <a:bodyPr wrap="square" lIns="0" anchor="b">
            <a:spAutoFit/>
          </a:bodyPr>
          <a:lstStyle>
            <a:lvl1pPr marL="0" indent="0" algn="l" defTabSz="385767" rtl="0" eaLnBrk="1" latinLnBrk="0" hangingPunct="1">
              <a:lnSpc>
                <a:spcPct val="90000"/>
              </a:lnSpc>
              <a:spcBef>
                <a:spcPts val="422"/>
              </a:spcBef>
              <a:buFont typeface="Arial" panose="020B0604020202020204" pitchFamily="34" charset="0"/>
              <a:buNone/>
              <a:defRPr lang="pt-BR" sz="1000" b="1" kern="120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227710" indent="-77020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59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79070" indent="-77689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506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29761" indent="-77689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464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0451" indent="-73671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464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60860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744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628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11" indent="-96442" algn="l" defTabSz="385767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85767" rtl="0" eaLnBrk="1" fontAlgn="auto" latinLnBrk="0" hangingPunct="1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Desempenho por membro</a:t>
            </a:r>
          </a:p>
        </p:txBody>
      </p:sp>
      <p:graphicFrame>
        <p:nvGraphicFramePr>
          <p:cNvPr id="15" name="ESG XP">
            <a:extLst>
              <a:ext uri="{FF2B5EF4-FFF2-40B4-BE49-F238E27FC236}">
                <a16:creationId xmlns:a16="http://schemas.microsoft.com/office/drawing/2014/main" id="{D3F9643F-A24B-FF65-7FDA-FB73E6A6D5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5453653"/>
              </p:ext>
            </p:extLst>
          </p:nvPr>
        </p:nvGraphicFramePr>
        <p:xfrm>
          <a:off x="7991396" y="1438190"/>
          <a:ext cx="3845311" cy="2077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Table 20">
            <a:extLst>
              <a:ext uri="{FF2B5EF4-FFF2-40B4-BE49-F238E27FC236}">
                <a16:creationId xmlns:a16="http://schemas.microsoft.com/office/drawing/2014/main" id="{0C69731A-E36E-3C36-47B3-4DA6F58AE29A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9766231"/>
              </p:ext>
            </p:extLst>
          </p:nvPr>
        </p:nvGraphicFramePr>
        <p:xfrm>
          <a:off x="342687" y="5055079"/>
          <a:ext cx="7487997" cy="837541"/>
        </p:xfrm>
        <a:graphic>
          <a:graphicData uri="http://schemas.openxmlformats.org/drawingml/2006/table">
            <a:tbl>
              <a:tblPr/>
              <a:tblGrid>
                <a:gridCol w="1534584">
                  <a:extLst>
                    <a:ext uri="{9D8B030D-6E8A-4147-A177-3AD203B41FA5}">
                      <a16:colId xmlns:a16="http://schemas.microsoft.com/office/drawing/2014/main" val="1208916320"/>
                    </a:ext>
                  </a:extLst>
                </a:gridCol>
                <a:gridCol w="783597">
                  <a:extLst>
                    <a:ext uri="{9D8B030D-6E8A-4147-A177-3AD203B41FA5}">
                      <a16:colId xmlns:a16="http://schemas.microsoft.com/office/drawing/2014/main" val="3045271142"/>
                    </a:ext>
                  </a:extLst>
                </a:gridCol>
                <a:gridCol w="595064">
                  <a:extLst>
                    <a:ext uri="{9D8B030D-6E8A-4147-A177-3AD203B41FA5}">
                      <a16:colId xmlns:a16="http://schemas.microsoft.com/office/drawing/2014/main" val="24402508"/>
                    </a:ext>
                  </a:extLst>
                </a:gridCol>
                <a:gridCol w="653536">
                  <a:extLst>
                    <a:ext uri="{9D8B030D-6E8A-4147-A177-3AD203B41FA5}">
                      <a16:colId xmlns:a16="http://schemas.microsoft.com/office/drawing/2014/main" val="3198050511"/>
                    </a:ext>
                  </a:extLst>
                </a:gridCol>
                <a:gridCol w="653536">
                  <a:extLst>
                    <a:ext uri="{9D8B030D-6E8A-4147-A177-3AD203B41FA5}">
                      <a16:colId xmlns:a16="http://schemas.microsoft.com/office/drawing/2014/main" val="392693359"/>
                    </a:ext>
                  </a:extLst>
                </a:gridCol>
                <a:gridCol w="653536">
                  <a:extLst>
                    <a:ext uri="{9D8B030D-6E8A-4147-A177-3AD203B41FA5}">
                      <a16:colId xmlns:a16="http://schemas.microsoft.com/office/drawing/2014/main" val="722249967"/>
                    </a:ext>
                  </a:extLst>
                </a:gridCol>
                <a:gridCol w="653536">
                  <a:extLst>
                    <a:ext uri="{9D8B030D-6E8A-4147-A177-3AD203B41FA5}">
                      <a16:colId xmlns:a16="http://schemas.microsoft.com/office/drawing/2014/main" val="1799548944"/>
                    </a:ext>
                  </a:extLst>
                </a:gridCol>
                <a:gridCol w="653536">
                  <a:extLst>
                    <a:ext uri="{9D8B030D-6E8A-4147-A177-3AD203B41FA5}">
                      <a16:colId xmlns:a16="http://schemas.microsoft.com/office/drawing/2014/main" val="1951997814"/>
                    </a:ext>
                  </a:extLst>
                </a:gridCol>
                <a:gridCol w="653536">
                  <a:extLst>
                    <a:ext uri="{9D8B030D-6E8A-4147-A177-3AD203B41FA5}">
                      <a16:colId xmlns:a16="http://schemas.microsoft.com/office/drawing/2014/main" val="2692049656"/>
                    </a:ext>
                  </a:extLst>
                </a:gridCol>
                <a:gridCol w="653536">
                  <a:extLst>
                    <a:ext uri="{9D8B030D-6E8A-4147-A177-3AD203B41FA5}">
                      <a16:colId xmlns:a16="http://schemas.microsoft.com/office/drawing/2014/main" val="3055361734"/>
                    </a:ext>
                  </a:extLst>
                </a:gridCol>
              </a:tblGrid>
              <a:tr h="282535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/>
                      </a:r>
                    </a:p>
                  </a:txBody>
                  <a:tcPr marL="4216" marR="4216" marT="42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Desde o início2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Agosto/26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Julho/26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Junho/26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Maio/26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Abril/26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Mar/26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Fev/26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968222"/>
                  </a:ext>
                </a:extLst>
              </a:tr>
              <a:tr h="185002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ESG XP</a:t>
                      </a:r>
                    </a:p>
                  </a:txBody>
                  <a:tcPr marL="4216" marR="4216" marT="42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-4,3%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838691"/>
                  </a:ext>
                </a:extLst>
              </a:tr>
              <a:tr h="185002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Ibovespa</a:t>
                      </a:r>
                    </a:p>
                  </a:txBody>
                  <a:tcPr marL="4216" marR="4216" marT="42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59,9%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-0,7%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873412"/>
                  </a:ext>
                </a:extLst>
              </a:tr>
              <a:tr h="185002"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ISE</a:t>
                      </a:r>
                    </a:p>
                  </a:txBody>
                  <a:tcPr marL="4216" marR="4216" marT="42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7,9%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0,3%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-8,1%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-2,4%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1pPr>
                      <a:lvl2pPr marL="34290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2pPr>
                      <a:lvl3pPr marL="685808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3pPr>
                      <a:lvl4pPr marL="1028713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4pPr>
                      <a:lvl5pPr marL="1371617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5pPr>
                      <a:lvl6pPr marL="1714522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6pPr>
                      <a:lvl7pPr marL="2057426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7pPr>
                      <a:lvl8pPr marL="2400330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8pPr>
                      <a:lvl9pPr marL="2743235" algn="l" defTabSz="685808" rtl="0" eaLnBrk="1" latinLnBrk="0" hangingPunct="1">
                        <a:defRPr sz="1351" kern="1200">
                          <a:solidFill>
                            <a:schemeClr val="tx1"/>
                          </a:solidFill>
                          <a:latin typeface="Roboto Light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3,7%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349313"/>
                  </a:ext>
                </a:extLst>
              </a:tr>
            </a:tbl>
          </a:graphicData>
        </a:graphic>
      </p:graphicFrame>
      <p:graphicFrame>
        <p:nvGraphicFramePr>
          <p:cNvPr id="19" name="Table 25">
            <a:extLst>
              <a:ext uri="{FF2B5EF4-FFF2-40B4-BE49-F238E27FC236}">
                <a16:creationId xmlns:a16="http://schemas.microsoft.com/office/drawing/2014/main" id="{5FF4E5A3-B3D6-6AA4-50BD-AE28FB0BE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010094"/>
              </p:ext>
            </p:extLst>
          </p:nvPr>
        </p:nvGraphicFramePr>
        <p:xfrm>
          <a:off x="7984707" y="3808768"/>
          <a:ext cx="3852000" cy="2287851"/>
        </p:xfrm>
        <a:graphic>
          <a:graphicData uri="http://schemas.openxmlformats.org/drawingml/2006/table">
            <a:tbl>
              <a:tblPr/>
              <a:tblGrid>
                <a:gridCol w="770400">
                  <a:extLst>
                    <a:ext uri="{9D8B030D-6E8A-4147-A177-3AD203B41FA5}">
                      <a16:colId xmlns:a16="http://schemas.microsoft.com/office/drawing/2014/main" val="3235490038"/>
                    </a:ext>
                  </a:extLst>
                </a:gridCol>
                <a:gridCol w="770400">
                  <a:extLst>
                    <a:ext uri="{9D8B030D-6E8A-4147-A177-3AD203B41FA5}">
                      <a16:colId xmlns:a16="http://schemas.microsoft.com/office/drawing/2014/main" val="3269976482"/>
                    </a:ext>
                  </a:extLst>
                </a:gridCol>
                <a:gridCol w="770400">
                  <a:extLst>
                    <a:ext uri="{9D8B030D-6E8A-4147-A177-3AD203B41FA5}">
                      <a16:colId xmlns:a16="http://schemas.microsoft.com/office/drawing/2014/main" val="220500179"/>
                    </a:ext>
                  </a:extLst>
                </a:gridCol>
                <a:gridCol w="770400">
                  <a:extLst>
                    <a:ext uri="{9D8B030D-6E8A-4147-A177-3AD203B41FA5}">
                      <a16:colId xmlns:a16="http://schemas.microsoft.com/office/drawing/2014/main" val="661816745"/>
                    </a:ext>
                  </a:extLst>
                </a:gridCol>
                <a:gridCol w="770400">
                  <a:extLst>
                    <a:ext uri="{9D8B030D-6E8A-4147-A177-3AD203B41FA5}">
                      <a16:colId xmlns:a16="http://schemas.microsoft.com/office/drawing/2014/main" val="1376095197"/>
                    </a:ext>
                  </a:extLst>
                </a:gridCol>
              </a:tblGrid>
              <a:tr h="443581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Ticker</a:t>
                      </a:r>
                    </a:p>
                  </a:txBody>
                  <a:tcPr marL="6030" marR="6030" marT="603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</a:t>
                      </a:r>
                    </a:p>
                  </a:txBody>
                  <a:tcPr marL="6030" marR="6030" marT="603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Data de entrada</a:t>
                      </a:r>
                    </a:p>
                  </a:txBody>
                  <a:tcPr marL="6030" marR="6030" marT="603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Desde a entrada</a:t>
                      </a:r>
                    </a:p>
                  </a:txBody>
                  <a:tcPr marL="6030" marR="6030" marT="603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No mês (ago³)</a:t>
                      </a:r>
                    </a:p>
                  </a:txBody>
                  <a:tcPr marL="6030" marR="6030" marT="603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566431"/>
                  </a:ext>
                </a:extLst>
              </a:tr>
              <a:tr h="1844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ALUP11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mai/24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4,6%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44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ITUB4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dez/22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128,9%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-7,8%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44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LREN3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mai/25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-19,9%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-19,9%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44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RENT3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abril/26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-24,4%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44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RDOR3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agosto/26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44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ORVR3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out/21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-6,0%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44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SBSP3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nov/25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-8,7%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44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SUZB3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fev/23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59,9%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4,6%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44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VIVT3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mar/22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41,3%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-8,2%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44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WEGE3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out/21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1,3%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6,3%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6842443-050C-D2E8-5225-98DF87440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865349"/>
              </p:ext>
            </p:extLst>
          </p:nvPr>
        </p:nvGraphicFramePr>
        <p:xfrm>
          <a:off x="335999" y="1459357"/>
          <a:ext cx="7494686" cy="3089507"/>
        </p:xfrm>
        <a:graphic>
          <a:graphicData uri="http://schemas.openxmlformats.org/drawingml/2006/table">
            <a:tbl>
              <a:tblPr/>
              <a:tblGrid>
                <a:gridCol w="754124">
                  <a:extLst>
                    <a:ext uri="{9D8B030D-6E8A-4147-A177-3AD203B41FA5}">
                      <a16:colId xmlns:a16="http://schemas.microsoft.com/office/drawing/2014/main" val="1696420365"/>
                    </a:ext>
                  </a:extLst>
                </a:gridCol>
                <a:gridCol w="903086">
                  <a:extLst>
                    <a:ext uri="{9D8B030D-6E8A-4147-A177-3AD203B41FA5}">
                      <a16:colId xmlns:a16="http://schemas.microsoft.com/office/drawing/2014/main" val="2353996239"/>
                    </a:ext>
                  </a:extLst>
                </a:gridCol>
                <a:gridCol w="1107910">
                  <a:extLst>
                    <a:ext uri="{9D8B030D-6E8A-4147-A177-3AD203B41FA5}">
                      <a16:colId xmlns:a16="http://schemas.microsoft.com/office/drawing/2014/main" val="1416981793"/>
                    </a:ext>
                  </a:extLst>
                </a:gridCol>
                <a:gridCol w="1210322">
                  <a:extLst>
                    <a:ext uri="{9D8B030D-6E8A-4147-A177-3AD203B41FA5}">
                      <a16:colId xmlns:a16="http://schemas.microsoft.com/office/drawing/2014/main" val="2229082575"/>
                    </a:ext>
                  </a:extLst>
                </a:gridCol>
                <a:gridCol w="1256873">
                  <a:extLst>
                    <a:ext uri="{9D8B030D-6E8A-4147-A177-3AD203B41FA5}">
                      <a16:colId xmlns:a16="http://schemas.microsoft.com/office/drawing/2014/main" val="3698857980"/>
                    </a:ext>
                  </a:extLst>
                </a:gridCol>
                <a:gridCol w="502749">
                  <a:extLst>
                    <a:ext uri="{9D8B030D-6E8A-4147-A177-3AD203B41FA5}">
                      <a16:colId xmlns:a16="http://schemas.microsoft.com/office/drawing/2014/main" val="2106765555"/>
                    </a:ext>
                  </a:extLst>
                </a:gridCol>
                <a:gridCol w="502749">
                  <a:extLst>
                    <a:ext uri="{9D8B030D-6E8A-4147-A177-3AD203B41FA5}">
                      <a16:colId xmlns:a16="http://schemas.microsoft.com/office/drawing/2014/main" val="2767692476"/>
                    </a:ext>
                  </a:extLst>
                </a:gridCol>
                <a:gridCol w="502749">
                  <a:extLst>
                    <a:ext uri="{9D8B030D-6E8A-4147-A177-3AD203B41FA5}">
                      <a16:colId xmlns:a16="http://schemas.microsoft.com/office/drawing/2014/main" val="4117248449"/>
                    </a:ext>
                  </a:extLst>
                </a:gridCol>
                <a:gridCol w="754124">
                  <a:extLst>
                    <a:ext uri="{9D8B030D-6E8A-4147-A177-3AD203B41FA5}">
                      <a16:colId xmlns:a16="http://schemas.microsoft.com/office/drawing/2014/main" val="283998829"/>
                    </a:ext>
                  </a:extLst>
                </a:gridCol>
              </a:tblGrid>
              <a:tr h="272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Segmento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Setor GICS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 do Setor (ISE)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 do Setor (Carteira)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Companhia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Ticker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Peso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Recomendação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Preço-alvo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039826"/>
                  </a:ext>
                </a:extLst>
              </a:tr>
              <a:tr h="28075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Saúde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Saúde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2,3%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Rede D’or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RDOR3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R$ 45,00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756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Commodities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Materiais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Suzano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SUZB3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R$ 66,00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75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Consumo Disc.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9,8%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RD Saúde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RADL3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R$ 26,00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75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Industriais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20,0%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Localiza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RENT3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R$ 65,00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75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WEG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WEGE3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Neutro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R$ 47,00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756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Serviços de com.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5,7%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Telefônica Brasil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VIVT3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R$ 43,00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75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Utilidade Pública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28,5%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35,0%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Sabesp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SBSP3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R$ 38,25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75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Alupar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ALUP11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R$ 36,22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75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Orizon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ORVR3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10,0%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R$ 97,48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75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Financeiro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Financeiro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20,2%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Itaú Unibanco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ITUB4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15,0%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Compra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Light" panose="02000000000000000000" pitchFamily="2" charset="0"/>
                        </a:rPr>
                        <a:t>R$ 51,00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B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4913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heme/theme1.xml><?xml version="1.0" encoding="utf-8"?>
<a:theme xmlns:a="http://schemas.openxmlformats.org/drawingml/2006/main" name="3_Template DGA 16-9">
  <a:themeElements>
    <a:clrScheme name="XP Expert">
      <a:dk1>
        <a:srgbClr val="18191A"/>
      </a:dk1>
      <a:lt1>
        <a:srgbClr val="FFFFFF"/>
      </a:lt1>
      <a:dk2>
        <a:srgbClr val="74797C"/>
      </a:dk2>
      <a:lt2>
        <a:srgbClr val="3F3F3F"/>
      </a:lt2>
      <a:accent1>
        <a:srgbClr val="000000"/>
      </a:accent1>
      <a:accent2>
        <a:srgbClr val="323436"/>
      </a:accent2>
      <a:accent3>
        <a:srgbClr val="FFBC00"/>
      </a:accent3>
      <a:accent4>
        <a:srgbClr val="00D2C5"/>
      </a:accent4>
      <a:accent5>
        <a:srgbClr val="404040"/>
      </a:accent5>
      <a:accent6>
        <a:srgbClr val="7E7E7E"/>
      </a:accent6>
      <a:hlink>
        <a:srgbClr val="ABAAA8"/>
      </a:hlink>
      <a:folHlink>
        <a:srgbClr val="D8D7D6"/>
      </a:folHlink>
    </a:clrScheme>
    <a:fontScheme name="Custom 7">
      <a:majorFont>
        <a:latin typeface="Roboto Light"/>
        <a:ea typeface=""/>
        <a:cs typeface=""/>
      </a:majorFont>
      <a:minorFont>
        <a:latin typeface="Roboto Light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000" dirty="0">
            <a:solidFill>
              <a:schemeClr val="tx1"/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DGA 16-9" id="{20AC8966-54B3-4AEB-9F15-2FAC00677CE9}" vid="{A89D11F2-817A-467C-A0C0-7C8864D65902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Personalizada 1">
    <a:dk1>
      <a:sysClr val="windowText" lastClr="000000"/>
    </a:dk1>
    <a:lt1>
      <a:sysClr val="window" lastClr="FFFFFF"/>
    </a:lt1>
    <a:dk2>
      <a:srgbClr val="3F3F3F"/>
    </a:dk2>
    <a:lt2>
      <a:srgbClr val="74797C"/>
    </a:lt2>
    <a:accent1>
      <a:srgbClr val="1F2F44"/>
    </a:accent1>
    <a:accent2>
      <a:srgbClr val="F9C113"/>
    </a:accent2>
    <a:accent3>
      <a:srgbClr val="8EB3DF"/>
    </a:accent3>
    <a:accent4>
      <a:srgbClr val="707971"/>
    </a:accent4>
    <a:accent5>
      <a:srgbClr val="494849"/>
    </a:accent5>
    <a:accent6>
      <a:srgbClr val="000000"/>
    </a:accent6>
    <a:hlink>
      <a:srgbClr val="3F3F3F"/>
    </a:hlink>
    <a:folHlink>
      <a:srgbClr val="74797C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 Light"/>
      <a:ea typeface="Calibri Light"/>
      <a:cs typeface="Calibri Light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gradFill>
        <a:gsLst>
          <a:gs pos="0">
            <a:schemeClr val="phClr">
              <a:tint val="67000"/>
              <a:lumMod val="110000"/>
              <a:satMod val="105000"/>
            </a:schemeClr>
          </a:gs>
          <a:gs pos="50000">
            <a:schemeClr val="phClr">
              <a:tint val="73000"/>
              <a:lumMod val="105000"/>
              <a:satMod val="103000"/>
            </a:schemeClr>
          </a:gs>
          <a:gs pos="100000">
            <a:schemeClr val="phClr">
              <a:tint val="81000"/>
              <a:lumMod val="105000"/>
              <a:satMod val="109000"/>
            </a:schemeClr>
          </a:gs>
        </a:gsLst>
        <a:lin ang="5400000" scaled="0"/>
      </a:gradFill>
      <a:gradFill>
        <a:gsLst>
          <a:gs pos="0">
            <a:schemeClr val="phClr">
              <a:tint val="94000"/>
              <a:lumMod val="102000"/>
              <a:satMod val="103000"/>
            </a:schemeClr>
          </a:gs>
          <a:gs pos="50000">
            <a:schemeClr val="phClr">
              <a:shade val="100000"/>
              <a:lumMod val="100000"/>
              <a:satMod val="110000"/>
            </a:schemeClr>
          </a:gs>
          <a:gs pos="100000">
            <a:schemeClr val="phClr">
              <a:shade val="78000"/>
              <a:lumMod val="99000"/>
              <a:satMod val="120000"/>
            </a:schemeClr>
          </a:gs>
        </a:gsLst>
        <a:lin ang="5400000" scaled="0"/>
      </a:gra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8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 Light"/>
      <a:ea typeface="Calibri Light"/>
      <a:cs typeface="Calibri Light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gradFill>
        <a:gsLst>
          <a:gs pos="0">
            <a:schemeClr val="phClr">
              <a:tint val="67000"/>
              <a:lumMod val="110000"/>
              <a:satMod val="105000"/>
            </a:schemeClr>
          </a:gs>
          <a:gs pos="50000">
            <a:schemeClr val="phClr">
              <a:tint val="73000"/>
              <a:lumMod val="105000"/>
              <a:satMod val="103000"/>
            </a:schemeClr>
          </a:gs>
          <a:gs pos="100000">
            <a:schemeClr val="phClr">
              <a:tint val="81000"/>
              <a:lumMod val="105000"/>
              <a:satMod val="109000"/>
            </a:schemeClr>
          </a:gs>
        </a:gsLst>
        <a:lin ang="5400000" scaled="0"/>
      </a:gradFill>
      <a:gradFill>
        <a:gsLst>
          <a:gs pos="0">
            <a:schemeClr val="phClr">
              <a:tint val="94000"/>
              <a:lumMod val="102000"/>
              <a:satMod val="103000"/>
            </a:schemeClr>
          </a:gs>
          <a:gs pos="50000">
            <a:schemeClr val="phClr">
              <a:shade val="100000"/>
              <a:lumMod val="100000"/>
              <a:satMod val="110000"/>
            </a:schemeClr>
          </a:gs>
          <a:gs pos="100000">
            <a:schemeClr val="phClr">
              <a:shade val="78000"/>
              <a:lumMod val="99000"/>
              <a:satMod val="120000"/>
            </a:schemeClr>
          </a:gs>
        </a:gsLst>
        <a:lin ang="5400000" scaled="0"/>
      </a:gra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1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3F3F3F"/>
    </a:dk2>
    <a:lt2>
      <a:srgbClr val="74797C"/>
    </a:lt2>
    <a:accent1>
      <a:srgbClr val="1F2F44"/>
    </a:accent1>
    <a:accent2>
      <a:srgbClr val="F9C113"/>
    </a:accent2>
    <a:accent3>
      <a:srgbClr val="8EB3DF"/>
    </a:accent3>
    <a:accent4>
      <a:srgbClr val="707971"/>
    </a:accent4>
    <a:accent5>
      <a:srgbClr val="494849"/>
    </a:accent5>
    <a:accent6>
      <a:srgbClr val="000000"/>
    </a:accent6>
    <a:hlink>
      <a:srgbClr val="3F3F3F"/>
    </a:hlink>
    <a:folHlink>
      <a:srgbClr val="74797C"/>
    </a:folHlink>
  </a:clrScheme>
  <a:fontScheme name="Escritório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B0B99CD-C880-4F27-BFB1-85A4DFB94125}">
  <we:reference id="wa200003052" version="1.0.0.0" store="pt-BR" storeType="OMEX"/>
  <we:alternateReferences>
    <we:reference id="wa200003052" version="1.0.0.0" store="WA200003052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81c5af9-1fc8-4350-81e8-42c7bd6be53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A0EAC43C23FE04EBD0A4383D56DFB6B" ma:contentTypeVersion="14" ma:contentTypeDescription="Crie um novo documento." ma:contentTypeScope="" ma:versionID="18c216599a2fcca4cbfc6b6c79ee1cd0">
  <xsd:schema xmlns:xsd="http://www.w3.org/2001/XMLSchema" xmlns:xs="http://www.w3.org/2001/XMLSchema" xmlns:p="http://schemas.microsoft.com/office/2006/metadata/properties" xmlns:ns3="ad9a41bf-d07c-4026-91bc-87fd59c1f62e" xmlns:ns4="881c5af9-1fc8-4350-81e8-42c7bd6be539" targetNamespace="http://schemas.microsoft.com/office/2006/metadata/properties" ma:root="true" ma:fieldsID="0d9373a8ac11561fe36fe1315635d205" ns3:_="" ns4:_="">
    <xsd:import namespace="ad9a41bf-d07c-4026-91bc-87fd59c1f62e"/>
    <xsd:import namespace="881c5af9-1fc8-4350-81e8-42c7bd6be53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MediaServiceOCR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9a41bf-d07c-4026-91bc-87fd59c1f62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1c5af9-1fc8-4350-81e8-42c7bd6be5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1DFE75-644F-4655-9AAB-1BA51DEA2D18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881c5af9-1fc8-4350-81e8-42c7bd6be539"/>
    <ds:schemaRef ds:uri="ad9a41bf-d07c-4026-91bc-87fd59c1f62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3C14C19-827A-43CC-840A-25F83CDFFA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6B152B-8E51-458B-BE4D-B90F0AC343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9a41bf-d07c-4026-91bc-87fd59c1f62e"/>
    <ds:schemaRef ds:uri="881c5af9-1fc8-4350-81e8-42c7bd6be5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6a9157b-bcf3-4eac-b03e-7cf007ba9fdf}" enabled="1" method="Privileged" siteId="{cf56e405-d2b0-4266-b210-aa04636b616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103802</TotalTime>
  <Words>2549</Words>
  <Application>Microsoft Office PowerPoint</Application>
  <PresentationFormat>Widescreen</PresentationFormat>
  <Paragraphs>972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Roboto</vt:lpstr>
      <vt:lpstr>Roboto  </vt:lpstr>
      <vt:lpstr>Roboto Light</vt:lpstr>
      <vt:lpstr>3_Template DGA 16-9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Índice</dc:title>
  <dc:creator>Pedro Urbinati</dc:creator>
  <cp:lastModifiedBy>Caio Souza</cp:lastModifiedBy>
  <cp:revision>4424</cp:revision>
  <cp:lastPrinted>2019-11-05T18:41:12Z</cp:lastPrinted>
  <dcterms:created xsi:type="dcterms:W3CDTF">2016-08-23T12:44:29Z</dcterms:created>
  <dcterms:modified xsi:type="dcterms:W3CDTF">2026-08-03T12:06:46Z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0x010100CA0EAC43C23FE04EBD0A4383D56DFB6B</vt:lpwstr>
  </property>
  <property fmtid="{D5CDD505-2E9C-101B-9397-08002B2CF9AE}" pid="3" name="MSIP_Label_e6a9157b-bcf3-4eac-b03e-7cf007ba9fdf_Enabled">
    <vt:lpwstr>true</vt:lpwstr>
  </property>
  <property fmtid="{D5CDD505-2E9C-101B-9397-08002B2CF9AE}" pid="4" name="MSIP_Label_e6a9157b-bcf3-4eac-b03e-7cf007ba9fdf_SetDate">
    <vt:lpwstr>2024-04-10T12:08:51Z</vt:lpwstr>
  </property>
  <property fmtid="{D5CDD505-2E9C-101B-9397-08002B2CF9AE}" pid="5" name="MSIP_Label_e6a9157b-bcf3-4eac-b03e-7cf007ba9fdf_Method">
    <vt:lpwstr>Standard</vt:lpwstr>
  </property>
  <property fmtid="{D5CDD505-2E9C-101B-9397-08002B2CF9AE}" pid="6" name="MSIP_Label_e6a9157b-bcf3-4eac-b03e-7cf007ba9fdf_Name">
    <vt:lpwstr>Publica</vt:lpwstr>
  </property>
  <property fmtid="{D5CDD505-2E9C-101B-9397-08002B2CF9AE}" pid="7" name="MSIP_Label_e6a9157b-bcf3-4eac-b03e-7cf007ba9fdf_SiteId">
    <vt:lpwstr>cf56e405-d2b0-4266-b210-aa04636b6161</vt:lpwstr>
  </property>
  <property fmtid="{D5CDD505-2E9C-101B-9397-08002B2CF9AE}" pid="8" name="MSIP_Label_e6a9157b-bcf3-4eac-b03e-7cf007ba9fdf_ActionId">
    <vt:lpwstr>b948d867-ddf4-445f-9cc5-3e3005a9d17e</vt:lpwstr>
  </property>
  <property fmtid="{D5CDD505-2E9C-101B-9397-08002B2CF9AE}" pid="9" name="MSIP_Label_e6a9157b-bcf3-4eac-b03e-7cf007ba9fdf_ContentBits">
    <vt:lpwstr>2</vt:lpwstr>
  </property>
  <property fmtid="{D5CDD505-2E9C-101B-9397-08002B2CF9AE}" pid="10" name="ClassificationContentMarkingFooterLocations">
    <vt:lpwstr>3_Template DGA 16-9:4</vt:lpwstr>
  </property>
  <property fmtid="{D5CDD505-2E9C-101B-9397-08002B2CF9AE}" pid="11" name="ClassificationContentMarkingFooterText">
    <vt:lpwstr>[ CLASSIFICAÇÃO: PÚBLICA ]</vt:lpwstr>
  </property>
</Properties>
</file>